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Lst>
  <p:sldSz cy="6858000" cx="12192000"/>
  <p:notesSz cx="6858000" cy="9144000"/>
  <p:embeddedFontLst>
    <p:embeddedFont>
      <p:font typeface="Corben"/>
      <p:bold r:id="rId76"/>
    </p:embeddedFont>
    <p:embeddedFont>
      <p:font typeface="Arial Black"/>
      <p:regular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8" roundtripDataSignature="AMtx7mhrUFsUYWK1yKOppxOKjXdbnkl4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31" Type="http://schemas.openxmlformats.org/officeDocument/2006/relationships/slide" Target="slides/slide27.xml"/><Relationship Id="rId75" Type="http://schemas.openxmlformats.org/officeDocument/2006/relationships/slide" Target="slides/slide71.xml"/><Relationship Id="rId30" Type="http://schemas.openxmlformats.org/officeDocument/2006/relationships/slide" Target="slides/slide26.xml"/><Relationship Id="rId74" Type="http://schemas.openxmlformats.org/officeDocument/2006/relationships/slide" Target="slides/slide70.xml"/><Relationship Id="rId33" Type="http://schemas.openxmlformats.org/officeDocument/2006/relationships/slide" Target="slides/slide29.xml"/><Relationship Id="rId77" Type="http://schemas.openxmlformats.org/officeDocument/2006/relationships/font" Target="fonts/ArialBlack-regular.fntdata"/><Relationship Id="rId32" Type="http://schemas.openxmlformats.org/officeDocument/2006/relationships/slide" Target="slides/slide28.xml"/><Relationship Id="rId76" Type="http://schemas.openxmlformats.org/officeDocument/2006/relationships/font" Target="fonts/Corben-bold.fntdata"/><Relationship Id="rId35" Type="http://schemas.openxmlformats.org/officeDocument/2006/relationships/slide" Target="slides/slide31.xml"/><Relationship Id="rId34" Type="http://schemas.openxmlformats.org/officeDocument/2006/relationships/slide" Target="slides/slide30.xml"/><Relationship Id="rId78" Type="http://customschemas.google.com/relationships/presentationmetadata" Target="metadata"/><Relationship Id="rId71" Type="http://schemas.openxmlformats.org/officeDocument/2006/relationships/slide" Target="slides/slide67.xml"/><Relationship Id="rId70" Type="http://schemas.openxmlformats.org/officeDocument/2006/relationships/slide" Target="slides/slide66.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 name="Google Shape;100;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 name="Google Shape;12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 name="Google Shape;138;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 name="Google Shape;17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8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8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295" name="Google Shape;295;p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8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8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8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 name="Google Shape;429;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7" name="Google Shape;44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8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2" name="Google Shape;48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9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8" name="Google Shape;488;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9" name="Google Shape;50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7" name="Google Shape;527;p9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528" name="Google Shape;528;p9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9" name="Google Shape;57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9" name="Google Shape;59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9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5" name="Google Shape;715;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9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2" name="Google Shape;732;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9" name="Google Shape;74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5" name="Google Shape;785;p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786" name="Google Shape;786;p9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7" name="Google Shape;83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4" name="Google Shape;84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1" name="Google Shape;85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7" name="Google Shape;85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4" name="Google Shape;86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1" name="Google Shape;87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8" name="Google Shape;878;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4" name="Google Shape;934;p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935" name="Google Shape;935;p9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6" name="Google Shape;986;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3" name="Google Shape;1013;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7" name="Google Shape;1107;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7" name="Google Shape;1127;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4" name="Google Shape;1134;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8" name="Google Shape;1148;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7" name="Google Shape;1157;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1" name="Shape 1161"/>
        <p:cNvGrpSpPr/>
        <p:nvPr/>
      </p:nvGrpSpPr>
      <p:grpSpPr>
        <a:xfrm>
          <a:off x="0" y="0"/>
          <a:ext cx="0" cy="0"/>
          <a:chOff x="0" y="0"/>
          <a:chExt cx="0" cy="0"/>
        </a:xfrm>
      </p:grpSpPr>
      <p:sp>
        <p:nvSpPr>
          <p:cNvPr id="1162" name="Google Shape;1162;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3" name="Google Shape;1163;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5" name="Shape 1335"/>
        <p:cNvGrpSpPr/>
        <p:nvPr/>
      </p:nvGrpSpPr>
      <p:grpSpPr>
        <a:xfrm>
          <a:off x="0" y="0"/>
          <a:ext cx="0" cy="0"/>
          <a:chOff x="0" y="0"/>
          <a:chExt cx="0" cy="0"/>
        </a:xfrm>
      </p:grpSpPr>
      <p:sp>
        <p:nvSpPr>
          <p:cNvPr id="1336" name="Google Shape;1336;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7" name="Google Shape;1337;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3" name="Shape 1523"/>
        <p:cNvGrpSpPr/>
        <p:nvPr/>
      </p:nvGrpSpPr>
      <p:grpSpPr>
        <a:xfrm>
          <a:off x="0" y="0"/>
          <a:ext cx="0" cy="0"/>
          <a:chOff x="0" y="0"/>
          <a:chExt cx="0" cy="0"/>
        </a:xfrm>
      </p:grpSpPr>
      <p:sp>
        <p:nvSpPr>
          <p:cNvPr id="1524" name="Google Shape;1524;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5" name="Google Shape;1525;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9" name="Shape 1699"/>
        <p:cNvGrpSpPr/>
        <p:nvPr/>
      </p:nvGrpSpPr>
      <p:grpSpPr>
        <a:xfrm>
          <a:off x="0" y="0"/>
          <a:ext cx="0" cy="0"/>
          <a:chOff x="0" y="0"/>
          <a:chExt cx="0" cy="0"/>
        </a:xfrm>
      </p:grpSpPr>
      <p:sp>
        <p:nvSpPr>
          <p:cNvPr id="1700" name="Google Shape;1700;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1" name="Google Shape;1701;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3" name="Shape 1873"/>
        <p:cNvGrpSpPr/>
        <p:nvPr/>
      </p:nvGrpSpPr>
      <p:grpSpPr>
        <a:xfrm>
          <a:off x="0" y="0"/>
          <a:ext cx="0" cy="0"/>
          <a:chOff x="0" y="0"/>
          <a:chExt cx="0" cy="0"/>
        </a:xfrm>
      </p:grpSpPr>
      <p:sp>
        <p:nvSpPr>
          <p:cNvPr id="1874" name="Google Shape;1874;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75" name="Google Shape;1875;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9" name="Shape 2049"/>
        <p:cNvGrpSpPr/>
        <p:nvPr/>
      </p:nvGrpSpPr>
      <p:grpSpPr>
        <a:xfrm>
          <a:off x="0" y="0"/>
          <a:ext cx="0" cy="0"/>
          <a:chOff x="0" y="0"/>
          <a:chExt cx="0" cy="0"/>
        </a:xfrm>
      </p:grpSpPr>
      <p:sp>
        <p:nvSpPr>
          <p:cNvPr id="2050" name="Google Shape;2050;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51" name="Google Shape;2051;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6" name="Shape 2126"/>
        <p:cNvGrpSpPr/>
        <p:nvPr/>
      </p:nvGrpSpPr>
      <p:grpSpPr>
        <a:xfrm>
          <a:off x="0" y="0"/>
          <a:ext cx="0" cy="0"/>
          <a:chOff x="0" y="0"/>
          <a:chExt cx="0" cy="0"/>
        </a:xfrm>
      </p:grpSpPr>
      <p:sp>
        <p:nvSpPr>
          <p:cNvPr id="2127" name="Google Shape;2127;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8" name="Google Shape;2128;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3" name="Shape 2203"/>
        <p:cNvGrpSpPr/>
        <p:nvPr/>
      </p:nvGrpSpPr>
      <p:grpSpPr>
        <a:xfrm>
          <a:off x="0" y="0"/>
          <a:ext cx="0" cy="0"/>
          <a:chOff x="0" y="0"/>
          <a:chExt cx="0" cy="0"/>
        </a:xfrm>
      </p:grpSpPr>
      <p:sp>
        <p:nvSpPr>
          <p:cNvPr id="2204" name="Google Shape;2204;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5" name="Google Shape;2205;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4" name="Shape 2284"/>
        <p:cNvGrpSpPr/>
        <p:nvPr/>
      </p:nvGrpSpPr>
      <p:grpSpPr>
        <a:xfrm>
          <a:off x="0" y="0"/>
          <a:ext cx="0" cy="0"/>
          <a:chOff x="0" y="0"/>
          <a:chExt cx="0" cy="0"/>
        </a:xfrm>
      </p:grpSpPr>
      <p:sp>
        <p:nvSpPr>
          <p:cNvPr id="2285" name="Google Shape;2285;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86" name="Google Shape;2286;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5" name="Shape 2455"/>
        <p:cNvGrpSpPr/>
        <p:nvPr/>
      </p:nvGrpSpPr>
      <p:grpSpPr>
        <a:xfrm>
          <a:off x="0" y="0"/>
          <a:ext cx="0" cy="0"/>
          <a:chOff x="0" y="0"/>
          <a:chExt cx="0" cy="0"/>
        </a:xfrm>
      </p:grpSpPr>
      <p:sp>
        <p:nvSpPr>
          <p:cNvPr id="2456" name="Google Shape;2456;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57" name="Google Shape;2457;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3" name="Shape 2643"/>
        <p:cNvGrpSpPr/>
        <p:nvPr/>
      </p:nvGrpSpPr>
      <p:grpSpPr>
        <a:xfrm>
          <a:off x="0" y="0"/>
          <a:ext cx="0" cy="0"/>
          <a:chOff x="0" y="0"/>
          <a:chExt cx="0" cy="0"/>
        </a:xfrm>
      </p:grpSpPr>
      <p:sp>
        <p:nvSpPr>
          <p:cNvPr id="2644" name="Google Shape;2644;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45" name="Google Shape;2645;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5" name="Shape 2725"/>
        <p:cNvGrpSpPr/>
        <p:nvPr/>
      </p:nvGrpSpPr>
      <p:grpSpPr>
        <a:xfrm>
          <a:off x="0" y="0"/>
          <a:ext cx="0" cy="0"/>
          <a:chOff x="0" y="0"/>
          <a:chExt cx="0" cy="0"/>
        </a:xfrm>
      </p:grpSpPr>
      <p:sp>
        <p:nvSpPr>
          <p:cNvPr id="2726" name="Google Shape;2726;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27" name="Google Shape;2727;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7" name="Shape 2807"/>
        <p:cNvGrpSpPr/>
        <p:nvPr/>
      </p:nvGrpSpPr>
      <p:grpSpPr>
        <a:xfrm>
          <a:off x="0" y="0"/>
          <a:ext cx="0" cy="0"/>
          <a:chOff x="0" y="0"/>
          <a:chExt cx="0" cy="0"/>
        </a:xfrm>
      </p:grpSpPr>
      <p:sp>
        <p:nvSpPr>
          <p:cNvPr id="2808" name="Google Shape;2808;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09" name="Google Shape;2809;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3" name="Shape 2983"/>
        <p:cNvGrpSpPr/>
        <p:nvPr/>
      </p:nvGrpSpPr>
      <p:grpSpPr>
        <a:xfrm>
          <a:off x="0" y="0"/>
          <a:ext cx="0" cy="0"/>
          <a:chOff x="0" y="0"/>
          <a:chExt cx="0" cy="0"/>
        </a:xfrm>
      </p:grpSpPr>
      <p:sp>
        <p:nvSpPr>
          <p:cNvPr id="2984" name="Google Shape;2984;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85" name="Google Shape;2985;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9" name="Shape 3159"/>
        <p:cNvGrpSpPr/>
        <p:nvPr/>
      </p:nvGrpSpPr>
      <p:grpSpPr>
        <a:xfrm>
          <a:off x="0" y="0"/>
          <a:ext cx="0" cy="0"/>
          <a:chOff x="0" y="0"/>
          <a:chExt cx="0" cy="0"/>
        </a:xfrm>
      </p:grpSpPr>
      <p:sp>
        <p:nvSpPr>
          <p:cNvPr id="3160" name="Google Shape;3160;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1" name="Google Shape;3161;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5" name="Shape 3335"/>
        <p:cNvGrpSpPr/>
        <p:nvPr/>
      </p:nvGrpSpPr>
      <p:grpSpPr>
        <a:xfrm>
          <a:off x="0" y="0"/>
          <a:ext cx="0" cy="0"/>
          <a:chOff x="0" y="0"/>
          <a:chExt cx="0" cy="0"/>
        </a:xfrm>
      </p:grpSpPr>
      <p:sp>
        <p:nvSpPr>
          <p:cNvPr id="3336" name="Google Shape;3336;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37" name="Google Shape;3337;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3" name="Shape 3513"/>
        <p:cNvGrpSpPr/>
        <p:nvPr/>
      </p:nvGrpSpPr>
      <p:grpSpPr>
        <a:xfrm>
          <a:off x="0" y="0"/>
          <a:ext cx="0" cy="0"/>
          <a:chOff x="0" y="0"/>
          <a:chExt cx="0" cy="0"/>
        </a:xfrm>
      </p:grpSpPr>
      <p:sp>
        <p:nvSpPr>
          <p:cNvPr id="3514" name="Google Shape;3514;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5" name="Google Shape;3515;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9" name="Shape 3689"/>
        <p:cNvGrpSpPr/>
        <p:nvPr/>
      </p:nvGrpSpPr>
      <p:grpSpPr>
        <a:xfrm>
          <a:off x="0" y="0"/>
          <a:ext cx="0" cy="0"/>
          <a:chOff x="0" y="0"/>
          <a:chExt cx="0" cy="0"/>
        </a:xfrm>
      </p:grpSpPr>
      <p:sp>
        <p:nvSpPr>
          <p:cNvPr id="3690" name="Google Shape;3690;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91" name="Google Shape;3691;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7" name="Shape 3757"/>
        <p:cNvGrpSpPr/>
        <p:nvPr/>
      </p:nvGrpSpPr>
      <p:grpSpPr>
        <a:xfrm>
          <a:off x="0" y="0"/>
          <a:ext cx="0" cy="0"/>
          <a:chOff x="0" y="0"/>
          <a:chExt cx="0" cy="0"/>
        </a:xfrm>
      </p:grpSpPr>
      <p:sp>
        <p:nvSpPr>
          <p:cNvPr id="3758" name="Google Shape;3758;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59" name="Google Shape;3759;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5" name="Shape 3765"/>
        <p:cNvGrpSpPr/>
        <p:nvPr/>
      </p:nvGrpSpPr>
      <p:grpSpPr>
        <a:xfrm>
          <a:off x="0" y="0"/>
          <a:ext cx="0" cy="0"/>
          <a:chOff x="0" y="0"/>
          <a:chExt cx="0" cy="0"/>
        </a:xfrm>
      </p:grpSpPr>
      <p:sp>
        <p:nvSpPr>
          <p:cNvPr id="3766" name="Google Shape;3766;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7" name="Google Shape;3767;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15" name="Shape 15"/>
        <p:cNvGrpSpPr/>
        <p:nvPr/>
      </p:nvGrpSpPr>
      <p:grpSpPr>
        <a:xfrm>
          <a:off x="0" y="0"/>
          <a:ext cx="0" cy="0"/>
          <a:chOff x="0" y="0"/>
          <a:chExt cx="0" cy="0"/>
        </a:xfrm>
      </p:grpSpPr>
      <p:sp>
        <p:nvSpPr>
          <p:cNvPr id="16" name="Google Shape;16;p6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6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21" name="Shape 21"/>
        <p:cNvGrpSpPr/>
        <p:nvPr/>
      </p:nvGrpSpPr>
      <p:grpSpPr>
        <a:xfrm>
          <a:off x="0" y="0"/>
          <a:ext cx="0" cy="0"/>
          <a:chOff x="0" y="0"/>
          <a:chExt cx="0" cy="0"/>
        </a:xfrm>
      </p:grpSpPr>
      <p:sp>
        <p:nvSpPr>
          <p:cNvPr id="22" name="Google Shape;22;p6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6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27" name="Shape 27"/>
        <p:cNvGrpSpPr/>
        <p:nvPr/>
      </p:nvGrpSpPr>
      <p:grpSpPr>
        <a:xfrm>
          <a:off x="0" y="0"/>
          <a:ext cx="0" cy="0"/>
          <a:chOff x="0" y="0"/>
          <a:chExt cx="0" cy="0"/>
        </a:xfrm>
      </p:grpSpPr>
      <p:sp>
        <p:nvSpPr>
          <p:cNvPr id="28" name="Google Shape;28;p6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6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6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6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33" name="Shape 33"/>
        <p:cNvGrpSpPr/>
        <p:nvPr/>
      </p:nvGrpSpPr>
      <p:grpSpPr>
        <a:xfrm>
          <a:off x="0" y="0"/>
          <a:ext cx="0" cy="0"/>
          <a:chOff x="0" y="0"/>
          <a:chExt cx="0" cy="0"/>
        </a:xfrm>
      </p:grpSpPr>
      <p:sp>
        <p:nvSpPr>
          <p:cNvPr id="34" name="Google Shape;34;p6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6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40" name="Shape 40"/>
        <p:cNvGrpSpPr/>
        <p:nvPr/>
      </p:nvGrpSpPr>
      <p:grpSpPr>
        <a:xfrm>
          <a:off x="0" y="0"/>
          <a:ext cx="0" cy="0"/>
          <a:chOff x="0" y="0"/>
          <a:chExt cx="0" cy="0"/>
        </a:xfrm>
      </p:grpSpPr>
      <p:sp>
        <p:nvSpPr>
          <p:cNvPr id="41" name="Google Shape;41;p6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49" name="Shape 49"/>
        <p:cNvGrpSpPr/>
        <p:nvPr/>
      </p:nvGrpSpPr>
      <p:grpSpPr>
        <a:xfrm>
          <a:off x="0" y="0"/>
          <a:ext cx="0" cy="0"/>
          <a:chOff x="0" y="0"/>
          <a:chExt cx="0" cy="0"/>
        </a:xfrm>
      </p:grpSpPr>
      <p:sp>
        <p:nvSpPr>
          <p:cNvPr id="50" name="Google Shape;50;p7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54" name="Shape 54"/>
        <p:cNvGrpSpPr/>
        <p:nvPr/>
      </p:nvGrpSpPr>
      <p:grpSpPr>
        <a:xfrm>
          <a:off x="0" y="0"/>
          <a:ext cx="0" cy="0"/>
          <a:chOff x="0" y="0"/>
          <a:chExt cx="0" cy="0"/>
        </a:xfrm>
      </p:grpSpPr>
      <p:sp>
        <p:nvSpPr>
          <p:cNvPr id="55" name="Google Shape;55;p7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7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7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58" name="Shape 58"/>
        <p:cNvGrpSpPr/>
        <p:nvPr/>
      </p:nvGrpSpPr>
      <p:grpSpPr>
        <a:xfrm>
          <a:off x="0" y="0"/>
          <a:ext cx="0" cy="0"/>
          <a:chOff x="0" y="0"/>
          <a:chExt cx="0" cy="0"/>
        </a:xfrm>
      </p:grpSpPr>
      <p:sp>
        <p:nvSpPr>
          <p:cNvPr id="59" name="Google Shape;59;p7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7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7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7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7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7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65" name="Shape 65"/>
        <p:cNvGrpSpPr/>
        <p:nvPr/>
      </p:nvGrpSpPr>
      <p:grpSpPr>
        <a:xfrm>
          <a:off x="0" y="0"/>
          <a:ext cx="0" cy="0"/>
          <a:chOff x="0" y="0"/>
          <a:chExt cx="0" cy="0"/>
        </a:xfrm>
      </p:grpSpPr>
      <p:sp>
        <p:nvSpPr>
          <p:cNvPr id="66" name="Google Shape;66;p7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73"/>
          <p:cNvSpPr/>
          <p:nvPr>
            <p:ph idx="2" type="pic"/>
          </p:nvPr>
        </p:nvSpPr>
        <p:spPr>
          <a:xfrm>
            <a:off x="5183188" y="987425"/>
            <a:ext cx="6172200" cy="4873625"/>
          </a:xfrm>
          <a:prstGeom prst="rect">
            <a:avLst/>
          </a:prstGeom>
          <a:noFill/>
          <a:ln>
            <a:noFill/>
          </a:ln>
        </p:spPr>
      </p:sp>
      <p:sp>
        <p:nvSpPr>
          <p:cNvPr id="68" name="Google Shape;68;p7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7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7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7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72" name="Shape 72"/>
        <p:cNvGrpSpPr/>
        <p:nvPr/>
      </p:nvGrpSpPr>
      <p:grpSpPr>
        <a:xfrm>
          <a:off x="0" y="0"/>
          <a:ext cx="0" cy="0"/>
          <a:chOff x="0" y="0"/>
          <a:chExt cx="0" cy="0"/>
        </a:xfrm>
      </p:grpSpPr>
      <p:sp>
        <p:nvSpPr>
          <p:cNvPr id="73" name="Google Shape;73;p7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7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7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7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7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78" name="Shape 78"/>
        <p:cNvGrpSpPr/>
        <p:nvPr/>
      </p:nvGrpSpPr>
      <p:grpSpPr>
        <a:xfrm>
          <a:off x="0" y="0"/>
          <a:ext cx="0" cy="0"/>
          <a:chOff x="0" y="0"/>
          <a:chExt cx="0" cy="0"/>
        </a:xfrm>
      </p:grpSpPr>
      <p:sp>
        <p:nvSpPr>
          <p:cNvPr id="79" name="Google Shape;79;p7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7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7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7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7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6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7.jpg"/><Relationship Id="rId4" Type="http://schemas.openxmlformats.org/officeDocument/2006/relationships/image" Target="../media/image4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s://www.youtube.com/watch?v=G0zJGDokyWQ&amp;t=1s" TargetMode="External"/><Relationship Id="rId4" Type="http://schemas.openxmlformats.org/officeDocument/2006/relationships/image" Target="../media/image4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7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9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7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4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9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9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88.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87.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92.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89.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02.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07.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00.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208.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22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227.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22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225.jpg"/><Relationship Id="rId4" Type="http://schemas.openxmlformats.org/officeDocument/2006/relationships/image" Target="../media/image224.jpg"/><Relationship Id="rId5" Type="http://schemas.openxmlformats.org/officeDocument/2006/relationships/image" Target="../media/image231.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228.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220.gif"/><Relationship Id="rId4" Type="http://schemas.openxmlformats.org/officeDocument/2006/relationships/image" Target="../media/image232.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21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21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21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223.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229.png"/><Relationship Id="rId4" Type="http://schemas.openxmlformats.org/officeDocument/2006/relationships/image" Target="../media/image233.jpg"/><Relationship Id="rId5" Type="http://schemas.openxmlformats.org/officeDocument/2006/relationships/image" Target="../media/image21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230.png"/><Relationship Id="rId4" Type="http://schemas.openxmlformats.org/officeDocument/2006/relationships/image" Target="../media/image234.jpg"/><Relationship Id="rId5" Type="http://schemas.openxmlformats.org/officeDocument/2006/relationships/image" Target="../media/image21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235.jpg"/><Relationship Id="rId4" Type="http://schemas.openxmlformats.org/officeDocument/2006/relationships/image" Target="../media/image237.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240.jpg"/><Relationship Id="rId4" Type="http://schemas.openxmlformats.org/officeDocument/2006/relationships/image" Target="../media/image242.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236.jpg"/><Relationship Id="rId4" Type="http://schemas.openxmlformats.org/officeDocument/2006/relationships/image" Target="../media/image24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239.jpg"/><Relationship Id="rId4" Type="http://schemas.openxmlformats.org/officeDocument/2006/relationships/image" Target="../media/image241.jpg"/><Relationship Id="rId5" Type="http://schemas.openxmlformats.org/officeDocument/2006/relationships/image" Target="../media/image244.jpg"/><Relationship Id="rId6" Type="http://schemas.openxmlformats.org/officeDocument/2006/relationships/image" Target="../media/image246.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243.jpg"/><Relationship Id="rId4" Type="http://schemas.openxmlformats.org/officeDocument/2006/relationships/image" Target="../media/image245.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219.png"/><Relationship Id="rId4" Type="http://schemas.openxmlformats.org/officeDocument/2006/relationships/image" Target="../media/image238.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248.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25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5D78"/>
        </a:solidFill>
      </p:bgPr>
    </p:bg>
    <p:spTree>
      <p:nvGrpSpPr>
        <p:cNvPr id="87" name="Shape 87"/>
        <p:cNvGrpSpPr/>
        <p:nvPr/>
      </p:nvGrpSpPr>
      <p:grpSpPr>
        <a:xfrm>
          <a:off x="0" y="0"/>
          <a:ext cx="0" cy="0"/>
          <a:chOff x="0" y="0"/>
          <a:chExt cx="0" cy="0"/>
        </a:xfrm>
      </p:grpSpPr>
      <p:sp>
        <p:nvSpPr>
          <p:cNvPr id="88" name="Google Shape;88;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89" name="Google Shape;89;p1"/>
          <p:cNvGrpSpPr/>
          <p:nvPr/>
        </p:nvGrpSpPr>
        <p:grpSpPr>
          <a:xfrm>
            <a:off x="-3187700" y="0"/>
            <a:ext cx="4729804" cy="6858000"/>
            <a:chOff x="8026400" y="0"/>
            <a:chExt cx="4729804" cy="6858000"/>
          </a:xfrm>
        </p:grpSpPr>
        <p:sp>
          <p:nvSpPr>
            <p:cNvPr id="90" name="Google Shape;90;p1"/>
            <p:cNvSpPr/>
            <p:nvPr/>
          </p:nvSpPr>
          <p:spPr>
            <a:xfrm>
              <a:off x="8026400" y="0"/>
              <a:ext cx="4165600" cy="6858000"/>
            </a:xfrm>
            <a:prstGeom prst="rect">
              <a:avLst/>
            </a:prstGeom>
            <a:solidFill>
              <a:srgbClr val="E8C2CA"/>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0" lang="en-US" sz="12000" u="none" cap="none" strike="noStrike">
                  <a:solidFill>
                    <a:schemeClr val="lt1"/>
                  </a:solidFill>
                  <a:latin typeface="Arial Black"/>
                  <a:ea typeface="Arial Black"/>
                  <a:cs typeface="Arial Black"/>
                  <a:sym typeface="Arial Black"/>
                </a:rPr>
                <a:t>3</a:t>
              </a:r>
              <a:endParaRPr/>
            </a:p>
            <a:p>
              <a:pPr indent="0" lvl="0" marL="0" marR="0" rtl="0" algn="ctr">
                <a:lnSpc>
                  <a:spcPct val="100000"/>
                </a:lnSpc>
                <a:spcBef>
                  <a:spcPts val="0"/>
                </a:spcBef>
                <a:spcAft>
                  <a:spcPts val="0"/>
                </a:spcAft>
                <a:buNone/>
              </a:pPr>
              <a:r>
                <a:rPr b="0" i="0" lang="en-US" sz="2800" u="none" cap="none" strike="noStrike">
                  <a:solidFill>
                    <a:schemeClr val="lt1"/>
                  </a:solidFill>
                  <a:latin typeface="Arial Black"/>
                  <a:ea typeface="Arial Black"/>
                  <a:cs typeface="Arial Black"/>
                  <a:sym typeface="Arial Black"/>
                </a:rPr>
                <a:t>“Not until we are lost do we begin to understand ourselves.” </a:t>
              </a:r>
              <a:endParaRPr/>
            </a:p>
            <a:p>
              <a:pPr indent="0" lvl="0" marL="0" marR="0" rtl="0" algn="ctr">
                <a:lnSpc>
                  <a:spcPct val="100000"/>
                </a:lnSpc>
                <a:spcBef>
                  <a:spcPts val="0"/>
                </a:spcBef>
                <a:spcAft>
                  <a:spcPts val="0"/>
                </a:spcAft>
                <a:buNone/>
              </a:pPr>
              <a:r>
                <a:t/>
              </a:r>
              <a:endParaRPr b="0" i="0" sz="2800" u="none" cap="none" strike="noStrike">
                <a:solidFill>
                  <a:schemeClr val="lt1"/>
                </a:solidFill>
                <a:latin typeface="Arial Black"/>
                <a:ea typeface="Arial Black"/>
                <a:cs typeface="Arial Black"/>
                <a:sym typeface="Arial Black"/>
              </a:endParaRPr>
            </a:p>
            <a:p>
              <a:pPr indent="0" lvl="0" marL="0" marR="0" rtl="0" algn="ctr">
                <a:lnSpc>
                  <a:spcPct val="100000"/>
                </a:lnSpc>
                <a:spcBef>
                  <a:spcPts val="0"/>
                </a:spcBef>
                <a:spcAft>
                  <a:spcPts val="0"/>
                </a:spcAft>
                <a:buNone/>
              </a:pPr>
              <a:r>
                <a:rPr b="0" i="0" lang="en-US" sz="2800" u="none" cap="none" strike="noStrike">
                  <a:solidFill>
                    <a:schemeClr val="lt1"/>
                  </a:solidFill>
                  <a:latin typeface="Arial Black"/>
                  <a:ea typeface="Arial Black"/>
                  <a:cs typeface="Arial Black"/>
                  <a:sym typeface="Arial Black"/>
                </a:rPr>
                <a:t>- Henry David Thoreau</a:t>
              </a:r>
              <a:endParaRPr/>
            </a:p>
            <a:p>
              <a:pPr indent="0" lvl="0" marL="0" marR="0" rtl="0" algn="ctr">
                <a:lnSpc>
                  <a:spcPct val="100000"/>
                </a:lnSpc>
                <a:spcBef>
                  <a:spcPts val="0"/>
                </a:spcBef>
                <a:spcAft>
                  <a:spcPts val="0"/>
                </a:spcAft>
                <a:buNone/>
              </a:pPr>
              <a:r>
                <a:t/>
              </a:r>
              <a:endParaRPr b="0" i="0" sz="2800" u="none" cap="none" strike="noStrike">
                <a:solidFill>
                  <a:schemeClr val="lt1"/>
                </a:solidFill>
                <a:latin typeface="Arial Black"/>
                <a:ea typeface="Arial Black"/>
                <a:cs typeface="Arial Black"/>
                <a:sym typeface="Arial Black"/>
              </a:endParaRPr>
            </a:p>
          </p:txBody>
        </p:sp>
        <p:sp>
          <p:nvSpPr>
            <p:cNvPr id="91" name="Google Shape;91;p1"/>
            <p:cNvSpPr/>
            <p:nvPr/>
          </p:nvSpPr>
          <p:spPr>
            <a:xfrm rot="5400000">
              <a:off x="11781683" y="574879"/>
              <a:ext cx="1318906" cy="630136"/>
            </a:xfrm>
            <a:prstGeom prst="triangle">
              <a:avLst>
                <a:gd fmla="val 50000" name="adj"/>
              </a:avLst>
            </a:prstGeom>
            <a:solidFill>
              <a:srgbClr val="E8C2C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92" name="Google Shape;92;p1"/>
          <p:cNvGrpSpPr/>
          <p:nvPr/>
        </p:nvGrpSpPr>
        <p:grpSpPr>
          <a:xfrm>
            <a:off x="-3276600" y="0"/>
            <a:ext cx="4569568" cy="6858000"/>
            <a:chOff x="4013200" y="0"/>
            <a:chExt cx="4569568" cy="6858000"/>
          </a:xfrm>
        </p:grpSpPr>
        <p:sp>
          <p:nvSpPr>
            <p:cNvPr id="93" name="Google Shape;93;p1"/>
            <p:cNvSpPr/>
            <p:nvPr/>
          </p:nvSpPr>
          <p:spPr>
            <a:xfrm>
              <a:off x="4013200" y="0"/>
              <a:ext cx="4013200" cy="6858000"/>
            </a:xfrm>
            <a:prstGeom prst="rect">
              <a:avLst/>
            </a:prstGeom>
            <a:solidFill>
              <a:srgbClr val="D1B3C4"/>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0" lang="en-US" sz="12000" u="none" cap="none" strike="noStrike">
                  <a:solidFill>
                    <a:schemeClr val="lt1"/>
                  </a:solidFill>
                  <a:latin typeface="Arial Black"/>
                  <a:ea typeface="Arial Black"/>
                  <a:cs typeface="Arial Black"/>
                  <a:sym typeface="Arial Black"/>
                </a:rPr>
                <a:t>2</a:t>
              </a:r>
              <a:endParaRPr/>
            </a:p>
            <a:p>
              <a:pPr indent="0" lvl="0" marL="0" marR="0" rtl="0" algn="ctr">
                <a:lnSpc>
                  <a:spcPct val="100000"/>
                </a:lnSpc>
                <a:spcBef>
                  <a:spcPts val="0"/>
                </a:spcBef>
                <a:spcAft>
                  <a:spcPts val="0"/>
                </a:spcAft>
                <a:buNone/>
              </a:pPr>
              <a:r>
                <a:rPr b="0" i="0" lang="en-US" sz="2800" u="none" cap="none" strike="noStrike">
                  <a:solidFill>
                    <a:schemeClr val="lt1"/>
                  </a:solidFill>
                  <a:latin typeface="Arial Black"/>
                  <a:ea typeface="Arial Black"/>
                  <a:cs typeface="Arial Black"/>
                  <a:sym typeface="Arial Black"/>
                </a:rPr>
                <a:t>“Just because no one else can heal or do your inner work for you doesn’t mean you can, should, or need to do it alone.”</a:t>
              </a:r>
              <a:endParaRPr/>
            </a:p>
            <a:p>
              <a:pPr indent="0" lvl="0" marL="0" marR="0" rtl="0" algn="ctr">
                <a:lnSpc>
                  <a:spcPct val="100000"/>
                </a:lnSpc>
                <a:spcBef>
                  <a:spcPts val="0"/>
                </a:spcBef>
                <a:spcAft>
                  <a:spcPts val="0"/>
                </a:spcAft>
                <a:buNone/>
              </a:pPr>
              <a:r>
                <a:t/>
              </a:r>
              <a:endParaRPr b="0" i="0" sz="2800" u="none" cap="none" strike="noStrike">
                <a:solidFill>
                  <a:schemeClr val="lt1"/>
                </a:solidFill>
                <a:latin typeface="Arial Black"/>
                <a:ea typeface="Arial Black"/>
                <a:cs typeface="Arial Black"/>
                <a:sym typeface="Arial Black"/>
              </a:endParaRPr>
            </a:p>
            <a:p>
              <a:pPr indent="0" lvl="0" marL="0" marR="0" rtl="0" algn="ctr">
                <a:lnSpc>
                  <a:spcPct val="100000"/>
                </a:lnSpc>
                <a:spcBef>
                  <a:spcPts val="0"/>
                </a:spcBef>
                <a:spcAft>
                  <a:spcPts val="0"/>
                </a:spcAft>
                <a:buNone/>
              </a:pPr>
              <a:r>
                <a:rPr b="0" i="0" lang="en-US" sz="2800" u="none" cap="none" strike="noStrike">
                  <a:solidFill>
                    <a:schemeClr val="lt1"/>
                  </a:solidFill>
                  <a:latin typeface="Arial Black"/>
                  <a:ea typeface="Arial Black"/>
                  <a:cs typeface="Arial Black"/>
                  <a:sym typeface="Arial Black"/>
                </a:rPr>
                <a:t>- Lisa Olivera</a:t>
              </a:r>
              <a:endParaRPr/>
            </a:p>
          </p:txBody>
        </p:sp>
        <p:sp>
          <p:nvSpPr>
            <p:cNvPr id="94" name="Google Shape;94;p1"/>
            <p:cNvSpPr/>
            <p:nvPr/>
          </p:nvSpPr>
          <p:spPr>
            <a:xfrm rot="5400000">
              <a:off x="7608247" y="574879"/>
              <a:ext cx="1318906" cy="630136"/>
            </a:xfrm>
            <a:prstGeom prst="triangle">
              <a:avLst>
                <a:gd fmla="val 50000" name="adj"/>
              </a:avLst>
            </a:prstGeom>
            <a:solidFill>
              <a:srgbClr val="D1B3C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95" name="Google Shape;95;p1"/>
          <p:cNvGrpSpPr/>
          <p:nvPr/>
        </p:nvGrpSpPr>
        <p:grpSpPr>
          <a:xfrm>
            <a:off x="-3556000" y="0"/>
            <a:ext cx="4569568" cy="6858000"/>
            <a:chOff x="0" y="0"/>
            <a:chExt cx="4569568" cy="6858000"/>
          </a:xfrm>
        </p:grpSpPr>
        <p:sp>
          <p:nvSpPr>
            <p:cNvPr id="96" name="Google Shape;96;p1"/>
            <p:cNvSpPr/>
            <p:nvPr/>
          </p:nvSpPr>
          <p:spPr>
            <a:xfrm>
              <a:off x="0" y="0"/>
              <a:ext cx="4013200" cy="6858000"/>
            </a:xfrm>
            <a:prstGeom prst="rect">
              <a:avLst/>
            </a:prstGeom>
            <a:solidFill>
              <a:srgbClr val="B392AC"/>
            </a:solidFill>
            <a:ln cap="flat" cmpd="sng" w="25400">
              <a:solidFill>
                <a:srgbClr val="B392A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0" lang="en-US" sz="12000" u="none" cap="none" strike="noStrike">
                  <a:solidFill>
                    <a:schemeClr val="lt1"/>
                  </a:solidFill>
                  <a:latin typeface="Arial Black"/>
                  <a:ea typeface="Arial Black"/>
                  <a:cs typeface="Arial Black"/>
                  <a:sym typeface="Arial Black"/>
                </a:rPr>
                <a:t>1</a:t>
              </a:r>
              <a:endParaRPr/>
            </a:p>
            <a:p>
              <a:pPr indent="0" lvl="0" marL="0" marR="0" rtl="0" algn="ctr">
                <a:lnSpc>
                  <a:spcPct val="100000"/>
                </a:lnSpc>
                <a:spcBef>
                  <a:spcPts val="0"/>
                </a:spcBef>
                <a:spcAft>
                  <a:spcPts val="0"/>
                </a:spcAft>
                <a:buNone/>
              </a:pPr>
              <a:r>
                <a:rPr b="0" i="0" lang="en-US" sz="2800" u="none" cap="none" strike="noStrike">
                  <a:solidFill>
                    <a:schemeClr val="lt1"/>
                  </a:solidFill>
                  <a:latin typeface="Arial Black"/>
                  <a:ea typeface="Arial Black"/>
                  <a:cs typeface="Arial Black"/>
                  <a:sym typeface="Arial Black"/>
                </a:rPr>
                <a:t>“There is hope, even when your brain tells you there isn’t.”</a:t>
              </a:r>
              <a:endParaRPr/>
            </a:p>
            <a:p>
              <a:pPr indent="0" lvl="0" marL="0" marR="0" rtl="0" algn="ctr">
                <a:lnSpc>
                  <a:spcPct val="100000"/>
                </a:lnSpc>
                <a:spcBef>
                  <a:spcPts val="0"/>
                </a:spcBef>
                <a:spcAft>
                  <a:spcPts val="0"/>
                </a:spcAft>
                <a:buNone/>
              </a:pPr>
              <a:r>
                <a:t/>
              </a:r>
              <a:endParaRPr b="0" i="0" sz="2800" u="none" cap="none" strike="noStrike">
                <a:solidFill>
                  <a:schemeClr val="lt1"/>
                </a:solidFill>
                <a:latin typeface="Arial Black"/>
                <a:ea typeface="Arial Black"/>
                <a:cs typeface="Arial Black"/>
                <a:sym typeface="Arial Black"/>
              </a:endParaRPr>
            </a:p>
            <a:p>
              <a:pPr indent="0" lvl="0" marL="0" marR="0" rtl="0" algn="ctr">
                <a:lnSpc>
                  <a:spcPct val="100000"/>
                </a:lnSpc>
                <a:spcBef>
                  <a:spcPts val="0"/>
                </a:spcBef>
                <a:spcAft>
                  <a:spcPts val="0"/>
                </a:spcAft>
                <a:buNone/>
              </a:pPr>
              <a:r>
                <a:rPr b="0" i="0" lang="en-US" sz="2800" u="none" cap="none" strike="noStrike">
                  <a:solidFill>
                    <a:schemeClr val="lt1"/>
                  </a:solidFill>
                  <a:latin typeface="Arial Black"/>
                  <a:ea typeface="Arial Black"/>
                  <a:cs typeface="Arial Black"/>
                  <a:sym typeface="Arial Black"/>
                </a:rPr>
                <a:t>- John Green</a:t>
              </a:r>
              <a:endParaRPr/>
            </a:p>
          </p:txBody>
        </p:sp>
        <p:sp>
          <p:nvSpPr>
            <p:cNvPr id="97" name="Google Shape;97;p1"/>
            <p:cNvSpPr/>
            <p:nvPr/>
          </p:nvSpPr>
          <p:spPr>
            <a:xfrm rot="5400000">
              <a:off x="3595047" y="574879"/>
              <a:ext cx="1318906" cy="630136"/>
            </a:xfrm>
            <a:prstGeom prst="triangle">
              <a:avLst>
                <a:gd fmla="val 50000" name="adj"/>
              </a:avLst>
            </a:prstGeom>
            <a:solidFill>
              <a:srgbClr val="B392A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5D78"/>
        </a:solidFill>
      </p:bgPr>
    </p:bg>
    <p:spTree>
      <p:nvGrpSpPr>
        <p:cNvPr id="101" name="Shape 101"/>
        <p:cNvGrpSpPr/>
        <p:nvPr/>
      </p:nvGrpSpPr>
      <p:grpSpPr>
        <a:xfrm>
          <a:off x="0" y="0"/>
          <a:ext cx="0" cy="0"/>
          <a:chOff x="0" y="0"/>
          <a:chExt cx="0" cy="0"/>
        </a:xfrm>
      </p:grpSpPr>
      <p:sp>
        <p:nvSpPr>
          <p:cNvPr id="102" name="Google Shape;102;p7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103" name="Google Shape;103;p76"/>
          <p:cNvGrpSpPr/>
          <p:nvPr/>
        </p:nvGrpSpPr>
        <p:grpSpPr>
          <a:xfrm>
            <a:off x="8026400" y="0"/>
            <a:ext cx="4729804" cy="6858000"/>
            <a:chOff x="8026400" y="0"/>
            <a:chExt cx="4729804" cy="6858000"/>
          </a:xfrm>
        </p:grpSpPr>
        <p:sp>
          <p:nvSpPr>
            <p:cNvPr id="104" name="Google Shape;104;p76"/>
            <p:cNvSpPr/>
            <p:nvPr/>
          </p:nvSpPr>
          <p:spPr>
            <a:xfrm>
              <a:off x="8026400" y="0"/>
              <a:ext cx="4165600" cy="6858000"/>
            </a:xfrm>
            <a:prstGeom prst="rect">
              <a:avLst/>
            </a:prstGeom>
            <a:solidFill>
              <a:srgbClr val="E8C2CA"/>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0" lang="en-US" sz="12000" u="none" cap="none" strike="noStrike">
                  <a:solidFill>
                    <a:schemeClr val="lt1"/>
                  </a:solidFill>
                  <a:latin typeface="Arial Black"/>
                  <a:ea typeface="Arial Black"/>
                  <a:cs typeface="Arial Black"/>
                  <a:sym typeface="Arial Black"/>
                </a:rPr>
                <a:t>3</a:t>
              </a:r>
              <a:endParaRPr/>
            </a:p>
            <a:p>
              <a:pPr indent="0" lvl="0" marL="0" marR="0" rtl="0" algn="ctr">
                <a:lnSpc>
                  <a:spcPct val="100000"/>
                </a:lnSpc>
                <a:spcBef>
                  <a:spcPts val="0"/>
                </a:spcBef>
                <a:spcAft>
                  <a:spcPts val="0"/>
                </a:spcAft>
                <a:buNone/>
              </a:pPr>
              <a:r>
                <a:rPr b="0" i="0" lang="en-US" sz="2800" u="none" cap="none" strike="noStrike">
                  <a:solidFill>
                    <a:schemeClr val="lt1"/>
                  </a:solidFill>
                  <a:latin typeface="Arial Black"/>
                  <a:ea typeface="Arial Black"/>
                  <a:cs typeface="Arial Black"/>
                  <a:sym typeface="Arial Black"/>
                </a:rPr>
                <a:t>“Not until we are lost do we begin to understand ourselves.” </a:t>
              </a:r>
              <a:endParaRPr/>
            </a:p>
            <a:p>
              <a:pPr indent="0" lvl="0" marL="0" marR="0" rtl="0" algn="ctr">
                <a:lnSpc>
                  <a:spcPct val="100000"/>
                </a:lnSpc>
                <a:spcBef>
                  <a:spcPts val="0"/>
                </a:spcBef>
                <a:spcAft>
                  <a:spcPts val="0"/>
                </a:spcAft>
                <a:buNone/>
              </a:pPr>
              <a:r>
                <a:t/>
              </a:r>
              <a:endParaRPr b="0" i="0" sz="2800" u="none" cap="none" strike="noStrike">
                <a:solidFill>
                  <a:schemeClr val="lt1"/>
                </a:solidFill>
                <a:latin typeface="Arial Black"/>
                <a:ea typeface="Arial Black"/>
                <a:cs typeface="Arial Black"/>
                <a:sym typeface="Arial Black"/>
              </a:endParaRPr>
            </a:p>
            <a:p>
              <a:pPr indent="0" lvl="0" marL="0" marR="0" rtl="0" algn="ctr">
                <a:lnSpc>
                  <a:spcPct val="100000"/>
                </a:lnSpc>
                <a:spcBef>
                  <a:spcPts val="0"/>
                </a:spcBef>
                <a:spcAft>
                  <a:spcPts val="0"/>
                </a:spcAft>
                <a:buNone/>
              </a:pPr>
              <a:r>
                <a:rPr b="0" i="0" lang="en-US" sz="2800" u="none" cap="none" strike="noStrike">
                  <a:solidFill>
                    <a:schemeClr val="lt1"/>
                  </a:solidFill>
                  <a:latin typeface="Arial Black"/>
                  <a:ea typeface="Arial Black"/>
                  <a:cs typeface="Arial Black"/>
                  <a:sym typeface="Arial Black"/>
                </a:rPr>
                <a:t>- Henry David Thoreau</a:t>
              </a:r>
              <a:endParaRPr/>
            </a:p>
            <a:p>
              <a:pPr indent="0" lvl="0" marL="0" marR="0" rtl="0" algn="ctr">
                <a:lnSpc>
                  <a:spcPct val="100000"/>
                </a:lnSpc>
                <a:spcBef>
                  <a:spcPts val="0"/>
                </a:spcBef>
                <a:spcAft>
                  <a:spcPts val="0"/>
                </a:spcAft>
                <a:buNone/>
              </a:pPr>
              <a:r>
                <a:t/>
              </a:r>
              <a:endParaRPr b="0" i="0" sz="2800" u="none" cap="none" strike="noStrike">
                <a:solidFill>
                  <a:schemeClr val="lt1"/>
                </a:solidFill>
                <a:latin typeface="Arial Black"/>
                <a:ea typeface="Arial Black"/>
                <a:cs typeface="Arial Black"/>
                <a:sym typeface="Arial Black"/>
              </a:endParaRPr>
            </a:p>
          </p:txBody>
        </p:sp>
        <p:sp>
          <p:nvSpPr>
            <p:cNvPr id="105" name="Google Shape;105;p76"/>
            <p:cNvSpPr/>
            <p:nvPr/>
          </p:nvSpPr>
          <p:spPr>
            <a:xfrm rot="5400000">
              <a:off x="11781683" y="574879"/>
              <a:ext cx="1318906" cy="630136"/>
            </a:xfrm>
            <a:prstGeom prst="triangle">
              <a:avLst>
                <a:gd fmla="val 50000" name="adj"/>
              </a:avLst>
            </a:prstGeom>
            <a:solidFill>
              <a:srgbClr val="E8C2C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106" name="Google Shape;106;p76"/>
          <p:cNvGrpSpPr/>
          <p:nvPr/>
        </p:nvGrpSpPr>
        <p:grpSpPr>
          <a:xfrm>
            <a:off x="4013200" y="0"/>
            <a:ext cx="4569568" cy="6858000"/>
            <a:chOff x="4013200" y="0"/>
            <a:chExt cx="4569568" cy="6858000"/>
          </a:xfrm>
        </p:grpSpPr>
        <p:sp>
          <p:nvSpPr>
            <p:cNvPr id="107" name="Google Shape;107;p76"/>
            <p:cNvSpPr/>
            <p:nvPr/>
          </p:nvSpPr>
          <p:spPr>
            <a:xfrm>
              <a:off x="4013200" y="0"/>
              <a:ext cx="4013200" cy="6858000"/>
            </a:xfrm>
            <a:prstGeom prst="rect">
              <a:avLst/>
            </a:prstGeom>
            <a:solidFill>
              <a:srgbClr val="D1B3C4"/>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0" lang="en-US" sz="12000" u="none" cap="none" strike="noStrike">
                  <a:solidFill>
                    <a:schemeClr val="lt1"/>
                  </a:solidFill>
                  <a:latin typeface="Arial Black"/>
                  <a:ea typeface="Arial Black"/>
                  <a:cs typeface="Arial Black"/>
                  <a:sym typeface="Arial Black"/>
                </a:rPr>
                <a:t>2</a:t>
              </a:r>
              <a:endParaRPr/>
            </a:p>
            <a:p>
              <a:pPr indent="0" lvl="0" marL="0" marR="0" rtl="0" algn="ctr">
                <a:lnSpc>
                  <a:spcPct val="100000"/>
                </a:lnSpc>
                <a:spcBef>
                  <a:spcPts val="0"/>
                </a:spcBef>
                <a:spcAft>
                  <a:spcPts val="0"/>
                </a:spcAft>
                <a:buNone/>
              </a:pPr>
              <a:r>
                <a:rPr b="0" i="0" lang="en-US" sz="2800" u="none" cap="none" strike="noStrike">
                  <a:solidFill>
                    <a:schemeClr val="lt1"/>
                  </a:solidFill>
                  <a:latin typeface="Arial Black"/>
                  <a:ea typeface="Arial Black"/>
                  <a:cs typeface="Arial Black"/>
                  <a:sym typeface="Arial Black"/>
                </a:rPr>
                <a:t>“Just because no one else can heal or do your inner work for you doesn’t mean you can, should, or need to do it alone.”</a:t>
              </a:r>
              <a:endParaRPr/>
            </a:p>
            <a:p>
              <a:pPr indent="0" lvl="0" marL="0" marR="0" rtl="0" algn="ctr">
                <a:lnSpc>
                  <a:spcPct val="100000"/>
                </a:lnSpc>
                <a:spcBef>
                  <a:spcPts val="0"/>
                </a:spcBef>
                <a:spcAft>
                  <a:spcPts val="0"/>
                </a:spcAft>
                <a:buNone/>
              </a:pPr>
              <a:r>
                <a:t/>
              </a:r>
              <a:endParaRPr b="0" i="0" sz="2800" u="none" cap="none" strike="noStrike">
                <a:solidFill>
                  <a:schemeClr val="lt1"/>
                </a:solidFill>
                <a:latin typeface="Arial Black"/>
                <a:ea typeface="Arial Black"/>
                <a:cs typeface="Arial Black"/>
                <a:sym typeface="Arial Black"/>
              </a:endParaRPr>
            </a:p>
            <a:p>
              <a:pPr indent="0" lvl="0" marL="0" marR="0" rtl="0" algn="ctr">
                <a:lnSpc>
                  <a:spcPct val="100000"/>
                </a:lnSpc>
                <a:spcBef>
                  <a:spcPts val="0"/>
                </a:spcBef>
                <a:spcAft>
                  <a:spcPts val="0"/>
                </a:spcAft>
                <a:buNone/>
              </a:pPr>
              <a:r>
                <a:rPr b="0" i="0" lang="en-US" sz="2800" u="none" cap="none" strike="noStrike">
                  <a:solidFill>
                    <a:schemeClr val="lt1"/>
                  </a:solidFill>
                  <a:latin typeface="Arial Black"/>
                  <a:ea typeface="Arial Black"/>
                  <a:cs typeface="Arial Black"/>
                  <a:sym typeface="Arial Black"/>
                </a:rPr>
                <a:t>- Lisa Olivera</a:t>
              </a:r>
              <a:endParaRPr/>
            </a:p>
          </p:txBody>
        </p:sp>
        <p:sp>
          <p:nvSpPr>
            <p:cNvPr id="108" name="Google Shape;108;p76"/>
            <p:cNvSpPr/>
            <p:nvPr/>
          </p:nvSpPr>
          <p:spPr>
            <a:xfrm rot="5400000">
              <a:off x="7608247" y="574879"/>
              <a:ext cx="1318906" cy="630136"/>
            </a:xfrm>
            <a:prstGeom prst="triangle">
              <a:avLst>
                <a:gd fmla="val 50000" name="adj"/>
              </a:avLst>
            </a:prstGeom>
            <a:solidFill>
              <a:srgbClr val="D1B3C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109" name="Google Shape;109;p76"/>
          <p:cNvGrpSpPr/>
          <p:nvPr/>
        </p:nvGrpSpPr>
        <p:grpSpPr>
          <a:xfrm>
            <a:off x="0" y="0"/>
            <a:ext cx="4569568" cy="6858000"/>
            <a:chOff x="0" y="0"/>
            <a:chExt cx="4569568" cy="6858000"/>
          </a:xfrm>
        </p:grpSpPr>
        <p:sp>
          <p:nvSpPr>
            <p:cNvPr id="110" name="Google Shape;110;p76"/>
            <p:cNvSpPr/>
            <p:nvPr/>
          </p:nvSpPr>
          <p:spPr>
            <a:xfrm>
              <a:off x="0" y="0"/>
              <a:ext cx="4013200" cy="6858000"/>
            </a:xfrm>
            <a:prstGeom prst="rect">
              <a:avLst/>
            </a:prstGeom>
            <a:solidFill>
              <a:srgbClr val="B392AC"/>
            </a:solidFill>
            <a:ln cap="flat" cmpd="sng" w="25400">
              <a:solidFill>
                <a:srgbClr val="B392A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0" lang="en-US" sz="12000" u="none" cap="none" strike="noStrike">
                  <a:solidFill>
                    <a:schemeClr val="lt1"/>
                  </a:solidFill>
                  <a:latin typeface="Arial Black"/>
                  <a:ea typeface="Arial Black"/>
                  <a:cs typeface="Arial Black"/>
                  <a:sym typeface="Arial Black"/>
                </a:rPr>
                <a:t>1</a:t>
              </a:r>
              <a:endParaRPr/>
            </a:p>
            <a:p>
              <a:pPr indent="0" lvl="0" marL="0" marR="0" rtl="0" algn="ctr">
                <a:lnSpc>
                  <a:spcPct val="100000"/>
                </a:lnSpc>
                <a:spcBef>
                  <a:spcPts val="0"/>
                </a:spcBef>
                <a:spcAft>
                  <a:spcPts val="0"/>
                </a:spcAft>
                <a:buNone/>
              </a:pPr>
              <a:r>
                <a:rPr b="0" i="0" lang="en-US" sz="2800" u="none" cap="none" strike="noStrike">
                  <a:solidFill>
                    <a:schemeClr val="lt1"/>
                  </a:solidFill>
                  <a:latin typeface="Arial Black"/>
                  <a:ea typeface="Arial Black"/>
                  <a:cs typeface="Arial Black"/>
                  <a:sym typeface="Arial Black"/>
                </a:rPr>
                <a:t>“There is hope, even when your brain tells you there isn’t.”</a:t>
              </a:r>
              <a:endParaRPr/>
            </a:p>
            <a:p>
              <a:pPr indent="0" lvl="0" marL="0" marR="0" rtl="0" algn="ctr">
                <a:lnSpc>
                  <a:spcPct val="100000"/>
                </a:lnSpc>
                <a:spcBef>
                  <a:spcPts val="0"/>
                </a:spcBef>
                <a:spcAft>
                  <a:spcPts val="0"/>
                </a:spcAft>
                <a:buNone/>
              </a:pPr>
              <a:r>
                <a:t/>
              </a:r>
              <a:endParaRPr b="0" i="0" sz="2800" u="none" cap="none" strike="noStrike">
                <a:solidFill>
                  <a:schemeClr val="lt1"/>
                </a:solidFill>
                <a:latin typeface="Arial Black"/>
                <a:ea typeface="Arial Black"/>
                <a:cs typeface="Arial Black"/>
                <a:sym typeface="Arial Black"/>
              </a:endParaRPr>
            </a:p>
            <a:p>
              <a:pPr indent="0" lvl="0" marL="0" marR="0" rtl="0" algn="ctr">
                <a:lnSpc>
                  <a:spcPct val="100000"/>
                </a:lnSpc>
                <a:spcBef>
                  <a:spcPts val="0"/>
                </a:spcBef>
                <a:spcAft>
                  <a:spcPts val="0"/>
                </a:spcAft>
                <a:buNone/>
              </a:pPr>
              <a:r>
                <a:rPr b="0" i="0" lang="en-US" sz="2800" u="none" cap="none" strike="noStrike">
                  <a:solidFill>
                    <a:schemeClr val="lt1"/>
                  </a:solidFill>
                  <a:latin typeface="Arial Black"/>
                  <a:ea typeface="Arial Black"/>
                  <a:cs typeface="Arial Black"/>
                  <a:sym typeface="Arial Black"/>
                </a:rPr>
                <a:t>- John Green</a:t>
              </a:r>
              <a:endParaRPr/>
            </a:p>
          </p:txBody>
        </p:sp>
        <p:sp>
          <p:nvSpPr>
            <p:cNvPr id="111" name="Google Shape;111;p76"/>
            <p:cNvSpPr/>
            <p:nvPr/>
          </p:nvSpPr>
          <p:spPr>
            <a:xfrm rot="5400000">
              <a:off x="3595047" y="574879"/>
              <a:ext cx="1318906" cy="630136"/>
            </a:xfrm>
            <a:prstGeom prst="triangle">
              <a:avLst>
                <a:gd fmla="val 50000" name="adj"/>
              </a:avLst>
            </a:prstGeom>
            <a:solidFill>
              <a:srgbClr val="B392A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
        <p:nvSpPr>
          <p:cNvPr id="117" name="Google Shape;117;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1" name="Shape 121"/>
        <p:cNvGrpSpPr/>
        <p:nvPr/>
      </p:nvGrpSpPr>
      <p:grpSpPr>
        <a:xfrm>
          <a:off x="0" y="0"/>
          <a:ext cx="0" cy="0"/>
          <a:chOff x="0" y="0"/>
          <a:chExt cx="0" cy="0"/>
        </a:xfrm>
      </p:grpSpPr>
      <p:sp>
        <p:nvSpPr>
          <p:cNvPr id="122" name="Google Shape;122;p3"/>
          <p:cNvSpPr txBox="1"/>
          <p:nvPr>
            <p:ph type="ctrTitle"/>
          </p:nvPr>
        </p:nvSpPr>
        <p:spPr>
          <a:xfrm>
            <a:off x="488750" y="570725"/>
            <a:ext cx="5764200" cy="4260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FFFF00"/>
              </a:buClr>
              <a:buSzPts val="6000"/>
              <a:buFont typeface="Federo"/>
              <a:buNone/>
            </a:pPr>
            <a:r>
              <a:rPr b="1" lang="en-US">
                <a:solidFill>
                  <a:srgbClr val="00B0F0"/>
                </a:solidFill>
                <a:latin typeface="Corben"/>
                <a:ea typeface="Corben"/>
                <a:cs typeface="Corben"/>
                <a:sym typeface="Corben"/>
              </a:rPr>
              <a:t>Mental Health and Well-being</a:t>
            </a:r>
            <a:endParaRPr b="1">
              <a:solidFill>
                <a:srgbClr val="00B0F0"/>
              </a:solidFill>
              <a:latin typeface="Corben"/>
              <a:ea typeface="Corben"/>
              <a:cs typeface="Corben"/>
              <a:sym typeface="Corben"/>
            </a:endParaRPr>
          </a:p>
        </p:txBody>
      </p:sp>
      <p:sp>
        <p:nvSpPr>
          <p:cNvPr id="123" name="Google Shape;123;p3"/>
          <p:cNvSpPr txBox="1"/>
          <p:nvPr>
            <p:ph idx="1" type="subTitle"/>
          </p:nvPr>
        </p:nvSpPr>
        <p:spPr>
          <a:xfrm>
            <a:off x="262588" y="5011176"/>
            <a:ext cx="5333721" cy="705394"/>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C00000"/>
              </a:buClr>
              <a:buSzPts val="2400"/>
              <a:buNone/>
            </a:pPr>
            <a:r>
              <a:rPr b="1" lang="en-US" sz="2800">
                <a:solidFill>
                  <a:srgbClr val="1E4E79"/>
                </a:solidFill>
                <a:latin typeface="Corben"/>
                <a:ea typeface="Corben"/>
                <a:cs typeface="Corben"/>
                <a:sym typeface="Corben"/>
              </a:rPr>
              <a:t>CCCA3       Lesson 07</a:t>
            </a:r>
            <a:endParaRPr b="1" sz="2800">
              <a:solidFill>
                <a:srgbClr val="1E4E79"/>
              </a:solidFill>
              <a:latin typeface="Corben"/>
              <a:ea typeface="Corben"/>
              <a:cs typeface="Corben"/>
              <a:sym typeface="Corben"/>
            </a:endParaRPr>
          </a:p>
        </p:txBody>
      </p:sp>
      <p:pic>
        <p:nvPicPr>
          <p:cNvPr id="124" name="Google Shape;124;p3"/>
          <p:cNvPicPr preferRelativeResize="0"/>
          <p:nvPr/>
        </p:nvPicPr>
        <p:blipFill rotWithShape="1">
          <a:blip r:embed="rId3">
            <a:alphaModFix/>
          </a:blip>
          <a:srcRect b="0" l="0" r="0" t="0"/>
          <a:stretch/>
        </p:blipFill>
        <p:spPr>
          <a:xfrm>
            <a:off x="-19996" y="0"/>
            <a:ext cx="3042596" cy="1141429"/>
          </a:xfrm>
          <a:prstGeom prst="rect">
            <a:avLst/>
          </a:prstGeom>
          <a:gradFill>
            <a:gsLst>
              <a:gs pos="0">
                <a:srgbClr val="00AAE1">
                  <a:alpha val="0"/>
                </a:srgbClr>
              </a:gs>
              <a:gs pos="50000">
                <a:srgbClr val="FEFFFF"/>
              </a:gs>
              <a:gs pos="100000">
                <a:srgbClr val="918888"/>
              </a:gs>
            </a:gsLst>
            <a:lin ang="2520000" scaled="0"/>
          </a:gradFill>
          <a:ln>
            <a:noFill/>
          </a:ln>
        </p:spPr>
      </p:pic>
      <p:sp>
        <p:nvSpPr>
          <p:cNvPr id="125" name="Google Shape;125;p3"/>
          <p:cNvSpPr txBox="1"/>
          <p:nvPr>
            <p:ph idx="12" type="sldNum"/>
          </p:nvPr>
        </p:nvSpPr>
        <p:spPr>
          <a:xfrm>
            <a:off x="1006241" y="6419179"/>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126" name="Google Shape;126;p3"/>
          <p:cNvGrpSpPr/>
          <p:nvPr/>
        </p:nvGrpSpPr>
        <p:grpSpPr>
          <a:xfrm>
            <a:off x="6501357" y="-976776"/>
            <a:ext cx="7504365" cy="10662289"/>
            <a:chOff x="4843021" y="-976782"/>
            <a:chExt cx="9162839" cy="10662289"/>
          </a:xfrm>
        </p:grpSpPr>
        <p:sp>
          <p:nvSpPr>
            <p:cNvPr id="127" name="Google Shape;127;p3"/>
            <p:cNvSpPr/>
            <p:nvPr/>
          </p:nvSpPr>
          <p:spPr>
            <a:xfrm rot="1391063">
              <a:off x="5719002" y="-956440"/>
              <a:ext cx="1060819" cy="4667693"/>
            </a:xfrm>
            <a:prstGeom prst="roundRect">
              <a:avLst>
                <a:gd fmla="val 50000" name="adj"/>
              </a:avLst>
            </a:prstGeom>
            <a:blipFill rotWithShape="1">
              <a:blip r:embed="rId4">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8" name="Google Shape;128;p3"/>
            <p:cNvSpPr/>
            <p:nvPr/>
          </p:nvSpPr>
          <p:spPr>
            <a:xfrm rot="1391063">
              <a:off x="7052780" y="-284871"/>
              <a:ext cx="1750275" cy="3262200"/>
            </a:xfrm>
            <a:prstGeom prst="roundRect">
              <a:avLst>
                <a:gd fmla="val 50000" name="adj"/>
              </a:avLst>
            </a:prstGeom>
            <a:blipFill rotWithShape="1">
              <a:blip r:embed="rId4">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9" name="Google Shape;129;p3"/>
            <p:cNvSpPr/>
            <p:nvPr/>
          </p:nvSpPr>
          <p:spPr>
            <a:xfrm rot="1391063">
              <a:off x="9122794" y="-597157"/>
              <a:ext cx="1711842" cy="4159750"/>
            </a:xfrm>
            <a:prstGeom prst="roundRect">
              <a:avLst>
                <a:gd fmla="val 50000" name="adj"/>
              </a:avLst>
            </a:prstGeom>
            <a:blipFill rotWithShape="1">
              <a:blip r:embed="rId4">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0" name="Google Shape;130;p3"/>
            <p:cNvSpPr/>
            <p:nvPr/>
          </p:nvSpPr>
          <p:spPr>
            <a:xfrm rot="1391063">
              <a:off x="7835206" y="3400147"/>
              <a:ext cx="1711842" cy="2323023"/>
            </a:xfrm>
            <a:prstGeom prst="roundRect">
              <a:avLst>
                <a:gd fmla="val 50000" name="adj"/>
              </a:avLst>
            </a:prstGeom>
            <a:blipFill rotWithShape="1">
              <a:blip r:embed="rId4">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1" name="Google Shape;131;p3"/>
            <p:cNvSpPr/>
            <p:nvPr/>
          </p:nvSpPr>
          <p:spPr>
            <a:xfrm rot="1391063">
              <a:off x="10776369" y="216271"/>
              <a:ext cx="1760014" cy="3789375"/>
            </a:xfrm>
            <a:prstGeom prst="roundRect">
              <a:avLst>
                <a:gd fmla="val 50000" name="adj"/>
              </a:avLst>
            </a:prstGeom>
            <a:blipFill rotWithShape="1">
              <a:blip r:embed="rId4">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2" name="Google Shape;132;p3"/>
            <p:cNvSpPr/>
            <p:nvPr/>
          </p:nvSpPr>
          <p:spPr>
            <a:xfrm rot="1391063">
              <a:off x="11606027" y="1818705"/>
              <a:ext cx="1191079" cy="6384943"/>
            </a:xfrm>
            <a:prstGeom prst="roundRect">
              <a:avLst>
                <a:gd fmla="val 50000" name="adj"/>
              </a:avLst>
            </a:prstGeom>
            <a:blipFill rotWithShape="1">
              <a:blip r:embed="rId4">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3" name="Google Shape;133;p3"/>
            <p:cNvSpPr/>
            <p:nvPr/>
          </p:nvSpPr>
          <p:spPr>
            <a:xfrm rot="1391063">
              <a:off x="6637278" y="5498184"/>
              <a:ext cx="1867742" cy="2320958"/>
            </a:xfrm>
            <a:prstGeom prst="roundRect">
              <a:avLst>
                <a:gd fmla="val 50000" name="adj"/>
              </a:avLst>
            </a:prstGeom>
            <a:blipFill rotWithShape="1">
              <a:blip r:embed="rId4">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4" name="Google Shape;134;p3"/>
            <p:cNvSpPr/>
            <p:nvPr/>
          </p:nvSpPr>
          <p:spPr>
            <a:xfrm rot="1391063">
              <a:off x="8912790" y="3734857"/>
              <a:ext cx="1754422" cy="5841157"/>
            </a:xfrm>
            <a:prstGeom prst="roundRect">
              <a:avLst>
                <a:gd fmla="val 50000" name="adj"/>
              </a:avLst>
            </a:prstGeom>
            <a:blipFill rotWithShape="1">
              <a:blip r:embed="rId4">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5" name="Google Shape;135;p3"/>
            <p:cNvSpPr/>
            <p:nvPr/>
          </p:nvSpPr>
          <p:spPr>
            <a:xfrm rot="1391063">
              <a:off x="5798886" y="2906653"/>
              <a:ext cx="1890259" cy="2745460"/>
            </a:xfrm>
            <a:prstGeom prst="roundRect">
              <a:avLst>
                <a:gd fmla="val 50000" name="adj"/>
              </a:avLst>
            </a:prstGeom>
            <a:blipFill rotWithShape="1">
              <a:blip r:embed="rId4">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2"/>
                                        </p:tgtEl>
                                        <p:attrNameLst>
                                          <p:attrName>style.visibility</p:attrName>
                                        </p:attrNameLst>
                                      </p:cBhvr>
                                      <p:to>
                                        <p:strVal val="visible"/>
                                      </p:to>
                                    </p:set>
                                    <p:anim calcmode="lin" valueType="num">
                                      <p:cBhvr additive="base">
                                        <p:cTn dur="500"/>
                                        <p:tgtEl>
                                          <p:spTgt spid="12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3">
                                            <p:txEl>
                                              <p:pRg end="0" st="0"/>
                                            </p:txEl>
                                          </p:spTgt>
                                        </p:tgtEl>
                                        <p:attrNameLst>
                                          <p:attrName>style.visibility</p:attrName>
                                        </p:attrNameLst>
                                      </p:cBhvr>
                                      <p:to>
                                        <p:strVal val="visible"/>
                                      </p:to>
                                    </p:set>
                                    <p:anim calcmode="lin" valueType="num">
                                      <p:cBhvr additive="base">
                                        <p:cTn dur="500"/>
                                        <p:tgtEl>
                                          <p:spTgt spid="12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9" name="Shape 139"/>
        <p:cNvGrpSpPr/>
        <p:nvPr/>
      </p:nvGrpSpPr>
      <p:grpSpPr>
        <a:xfrm>
          <a:off x="0" y="0"/>
          <a:ext cx="0" cy="0"/>
          <a:chOff x="0" y="0"/>
          <a:chExt cx="0" cy="0"/>
        </a:xfrm>
      </p:grpSpPr>
      <p:sp>
        <p:nvSpPr>
          <p:cNvPr id="140" name="Google Shape;140;p77"/>
          <p:cNvSpPr txBox="1"/>
          <p:nvPr>
            <p:ph idx="12" type="sldNum"/>
          </p:nvPr>
        </p:nvSpPr>
        <p:spPr>
          <a:xfrm>
            <a:off x="1006241" y="6419179"/>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141" name="Google Shape;141;p77"/>
          <p:cNvGrpSpPr/>
          <p:nvPr/>
        </p:nvGrpSpPr>
        <p:grpSpPr>
          <a:xfrm>
            <a:off x="4843021" y="-7813379"/>
            <a:ext cx="9162839" cy="10662289"/>
            <a:chOff x="4843021" y="-976782"/>
            <a:chExt cx="9162839" cy="10662289"/>
          </a:xfrm>
        </p:grpSpPr>
        <p:sp>
          <p:nvSpPr>
            <p:cNvPr id="142" name="Google Shape;142;p77"/>
            <p:cNvSpPr/>
            <p:nvPr/>
          </p:nvSpPr>
          <p:spPr>
            <a:xfrm rot="1391063">
              <a:off x="5719002" y="-956440"/>
              <a:ext cx="1060819" cy="4667693"/>
            </a:xfrm>
            <a:prstGeom prst="roundRect">
              <a:avLst>
                <a:gd fmla="val 50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3" name="Google Shape;143;p77"/>
            <p:cNvSpPr/>
            <p:nvPr/>
          </p:nvSpPr>
          <p:spPr>
            <a:xfrm rot="1391063">
              <a:off x="7052780" y="-284871"/>
              <a:ext cx="1750275" cy="3262200"/>
            </a:xfrm>
            <a:prstGeom prst="roundRect">
              <a:avLst>
                <a:gd fmla="val 50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4" name="Google Shape;144;p77"/>
            <p:cNvSpPr/>
            <p:nvPr/>
          </p:nvSpPr>
          <p:spPr>
            <a:xfrm rot="1391063">
              <a:off x="9122794" y="-597157"/>
              <a:ext cx="1711842" cy="4159750"/>
            </a:xfrm>
            <a:prstGeom prst="roundRect">
              <a:avLst>
                <a:gd fmla="val 50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5" name="Google Shape;145;p77"/>
            <p:cNvSpPr/>
            <p:nvPr/>
          </p:nvSpPr>
          <p:spPr>
            <a:xfrm rot="1391063">
              <a:off x="7835206" y="3400147"/>
              <a:ext cx="1711842" cy="2323023"/>
            </a:xfrm>
            <a:prstGeom prst="roundRect">
              <a:avLst>
                <a:gd fmla="val 50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6" name="Google Shape;146;p77"/>
            <p:cNvSpPr/>
            <p:nvPr/>
          </p:nvSpPr>
          <p:spPr>
            <a:xfrm rot="1391063">
              <a:off x="10776369" y="216271"/>
              <a:ext cx="1760014" cy="3789375"/>
            </a:xfrm>
            <a:prstGeom prst="roundRect">
              <a:avLst>
                <a:gd fmla="val 50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7" name="Google Shape;147;p77"/>
            <p:cNvSpPr/>
            <p:nvPr/>
          </p:nvSpPr>
          <p:spPr>
            <a:xfrm rot="1391063">
              <a:off x="11606027" y="1818705"/>
              <a:ext cx="1191079" cy="6384943"/>
            </a:xfrm>
            <a:prstGeom prst="roundRect">
              <a:avLst>
                <a:gd fmla="val 50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8" name="Google Shape;148;p77"/>
            <p:cNvSpPr/>
            <p:nvPr/>
          </p:nvSpPr>
          <p:spPr>
            <a:xfrm rot="1391063">
              <a:off x="6637278" y="5498184"/>
              <a:ext cx="1867742" cy="2320958"/>
            </a:xfrm>
            <a:prstGeom prst="roundRect">
              <a:avLst>
                <a:gd fmla="val 50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9" name="Google Shape;149;p77"/>
            <p:cNvSpPr/>
            <p:nvPr/>
          </p:nvSpPr>
          <p:spPr>
            <a:xfrm rot="1391063">
              <a:off x="8912790" y="3734857"/>
              <a:ext cx="1754422" cy="5841157"/>
            </a:xfrm>
            <a:prstGeom prst="roundRect">
              <a:avLst>
                <a:gd fmla="val 50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0" name="Google Shape;150;p77"/>
            <p:cNvSpPr/>
            <p:nvPr/>
          </p:nvSpPr>
          <p:spPr>
            <a:xfrm rot="1391063">
              <a:off x="5798886" y="2906653"/>
              <a:ext cx="1890259" cy="2745460"/>
            </a:xfrm>
            <a:prstGeom prst="roundRect">
              <a:avLst>
                <a:gd fmla="val 50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151" name="Google Shape;151;p77"/>
          <p:cNvSpPr txBox="1"/>
          <p:nvPr>
            <p:ph type="ctrTitle"/>
          </p:nvPr>
        </p:nvSpPr>
        <p:spPr>
          <a:xfrm>
            <a:off x="31487" y="673896"/>
            <a:ext cx="5904690" cy="705394"/>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FFFF00"/>
              </a:buClr>
              <a:buSzPts val="6000"/>
              <a:buFont typeface="Federo"/>
              <a:buNone/>
            </a:pPr>
            <a:r>
              <a:rPr b="1" lang="en-US" sz="4000">
                <a:solidFill>
                  <a:srgbClr val="0070C0"/>
                </a:solidFill>
                <a:latin typeface="Arial Black"/>
                <a:ea typeface="Arial Black"/>
                <a:cs typeface="Arial Black"/>
                <a:sym typeface="Arial Black"/>
              </a:rPr>
              <a:t>Learning outcomes</a:t>
            </a:r>
            <a:endParaRPr b="1" sz="4000">
              <a:solidFill>
                <a:srgbClr val="0070C0"/>
              </a:solidFill>
              <a:latin typeface="Arial Black"/>
              <a:ea typeface="Arial Black"/>
              <a:cs typeface="Arial Black"/>
              <a:sym typeface="Arial Black"/>
            </a:endParaRPr>
          </a:p>
        </p:txBody>
      </p:sp>
      <p:grpSp>
        <p:nvGrpSpPr>
          <p:cNvPr id="152" name="Google Shape;152;p77"/>
          <p:cNvGrpSpPr/>
          <p:nvPr/>
        </p:nvGrpSpPr>
        <p:grpSpPr>
          <a:xfrm>
            <a:off x="341650" y="1859125"/>
            <a:ext cx="8654240" cy="4560124"/>
            <a:chOff x="-4" y="180032"/>
            <a:chExt cx="7492200" cy="4560124"/>
          </a:xfrm>
        </p:grpSpPr>
        <p:sp>
          <p:nvSpPr>
            <p:cNvPr id="153" name="Google Shape;153;p77"/>
            <p:cNvSpPr/>
            <p:nvPr/>
          </p:nvSpPr>
          <p:spPr>
            <a:xfrm>
              <a:off x="0" y="180032"/>
              <a:ext cx="7492170" cy="864439"/>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77"/>
            <p:cNvSpPr txBox="1"/>
            <p:nvPr/>
          </p:nvSpPr>
          <p:spPr>
            <a:xfrm>
              <a:off x="42198" y="222230"/>
              <a:ext cx="7407774" cy="780043"/>
            </a:xfrm>
            <a:prstGeom prst="rect">
              <a:avLst/>
            </a:prstGeom>
            <a:noFill/>
            <a:ln>
              <a:noFill/>
            </a:ln>
          </p:spPr>
          <p:txBody>
            <a:bodyPr anchorCtr="0" anchor="ctr" bIns="106675" lIns="106675" spcFirstLastPara="1" rIns="106675" wrap="square" tIns="106675">
              <a:noAutofit/>
            </a:bodyPr>
            <a:lstStyle/>
            <a:p>
              <a:pPr indent="0" lvl="0" marL="0" marR="0" rtl="0" algn="l">
                <a:lnSpc>
                  <a:spcPct val="90000"/>
                </a:lnSpc>
                <a:spcBef>
                  <a:spcPts val="0"/>
                </a:spcBef>
                <a:spcAft>
                  <a:spcPts val="0"/>
                </a:spcAft>
                <a:buClr>
                  <a:srgbClr val="000000"/>
                </a:buClr>
                <a:buSzPts val="2800"/>
                <a:buFont typeface="Arial"/>
                <a:buNone/>
              </a:pPr>
              <a:r>
                <a:rPr b="0" i="0" lang="en-US" sz="2800" u="none" cap="none" strike="noStrike">
                  <a:solidFill>
                    <a:schemeClr val="lt1"/>
                  </a:solidFill>
                  <a:latin typeface="Arial"/>
                  <a:ea typeface="Arial"/>
                  <a:cs typeface="Arial"/>
                  <a:sym typeface="Arial"/>
                </a:rPr>
                <a:t>By the end of this session, you will be able to:</a:t>
              </a:r>
              <a:endParaRPr b="0" i="0" sz="2800" u="none" cap="none" strike="noStrike">
                <a:solidFill>
                  <a:schemeClr val="lt1"/>
                </a:solidFill>
                <a:latin typeface="Arial"/>
                <a:ea typeface="Arial"/>
                <a:cs typeface="Arial"/>
                <a:sym typeface="Arial"/>
              </a:endParaRPr>
            </a:p>
          </p:txBody>
        </p:sp>
        <p:sp>
          <p:nvSpPr>
            <p:cNvPr id="155" name="Google Shape;155;p77"/>
            <p:cNvSpPr/>
            <p:nvPr/>
          </p:nvSpPr>
          <p:spPr>
            <a:xfrm>
              <a:off x="0" y="1044472"/>
              <a:ext cx="7492170" cy="21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77"/>
            <p:cNvSpPr txBox="1"/>
            <p:nvPr/>
          </p:nvSpPr>
          <p:spPr>
            <a:xfrm>
              <a:off x="-4" y="1044456"/>
              <a:ext cx="7492200" cy="3695700"/>
            </a:xfrm>
            <a:prstGeom prst="rect">
              <a:avLst/>
            </a:prstGeom>
            <a:noFill/>
            <a:ln>
              <a:noFill/>
            </a:ln>
          </p:spPr>
          <p:txBody>
            <a:bodyPr anchorCtr="0" anchor="t" bIns="35550" lIns="237875" spcFirstLastPara="1" rIns="199125" wrap="square" tIns="35550">
              <a:noAutofit/>
            </a:bodyPr>
            <a:lstStyle/>
            <a:p>
              <a:pPr indent="-228600" lvl="1" marL="228600" marR="0" rtl="0" algn="l">
                <a:lnSpc>
                  <a:spcPct val="150000"/>
                </a:lnSpc>
                <a:spcBef>
                  <a:spcPts val="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Use listening skills to answer questions about a short video.</a:t>
              </a:r>
              <a:endParaRPr b="0" i="0" sz="2200" u="none" cap="none" strike="noStrike">
                <a:solidFill>
                  <a:srgbClr val="000000"/>
                </a:solidFill>
                <a:latin typeface="Arial"/>
                <a:ea typeface="Arial"/>
                <a:cs typeface="Arial"/>
                <a:sym typeface="Arial"/>
              </a:endParaRPr>
            </a:p>
            <a:p>
              <a:pPr indent="-228600" lvl="1" marL="228600" marR="0" rtl="0" algn="l">
                <a:lnSpc>
                  <a:spcPct val="150000"/>
                </a:lnSpc>
                <a:spcBef>
                  <a:spcPts val="44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Develop vocabulary related to mental health.</a:t>
              </a:r>
              <a:endParaRPr b="0" i="0" sz="2200" u="none" cap="none" strike="noStrike">
                <a:solidFill>
                  <a:srgbClr val="000000"/>
                </a:solidFill>
                <a:latin typeface="Arial"/>
                <a:ea typeface="Arial"/>
                <a:cs typeface="Arial"/>
                <a:sym typeface="Arial"/>
              </a:endParaRPr>
            </a:p>
            <a:p>
              <a:pPr indent="-228600" lvl="1" marL="228600" marR="0" rtl="0" algn="l">
                <a:lnSpc>
                  <a:spcPct val="150000"/>
                </a:lnSpc>
                <a:spcBef>
                  <a:spcPts val="44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Recognise the importance of maintaining a positive mental health.</a:t>
              </a:r>
              <a:endParaRPr b="0" i="0" sz="2200" u="none" cap="none" strike="noStrike">
                <a:solidFill>
                  <a:srgbClr val="000000"/>
                </a:solidFill>
                <a:latin typeface="Arial"/>
                <a:ea typeface="Arial"/>
                <a:cs typeface="Arial"/>
                <a:sym typeface="Arial"/>
              </a:endParaRPr>
            </a:p>
            <a:p>
              <a:pPr indent="-228600" lvl="1" marL="228600" marR="0" rtl="0" algn="l">
                <a:lnSpc>
                  <a:spcPct val="150000"/>
                </a:lnSpc>
                <a:spcBef>
                  <a:spcPts val="44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Use present perfect simple and continuous correctly.</a:t>
              </a:r>
              <a:endParaRPr b="0" i="0" sz="2200" u="none" cap="none" strike="noStrike">
                <a:solidFill>
                  <a:srgbClr val="000000"/>
                </a:solidFill>
                <a:latin typeface="Arial"/>
                <a:ea typeface="Arial"/>
                <a:cs typeface="Arial"/>
                <a:sym typeface="Arial"/>
              </a:endParaRPr>
            </a:p>
          </p:txBody>
        </p:sp>
      </p:gr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1"/>
                                        </p:tgtEl>
                                        <p:attrNameLst>
                                          <p:attrName>style.visibility</p:attrName>
                                        </p:attrNameLst>
                                      </p:cBhvr>
                                      <p:to>
                                        <p:strVal val="visible"/>
                                      </p:to>
                                    </p:set>
                                    <p:anim calcmode="lin" valueType="num">
                                      <p:cBhvr additive="base">
                                        <p:cTn dur="500"/>
                                        <p:tgtEl>
                                          <p:spTgt spid="15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78"/>
          <p:cNvSpPr/>
          <p:nvPr/>
        </p:nvSpPr>
        <p:spPr>
          <a:xfrm>
            <a:off x="5553151" y="254000"/>
            <a:ext cx="6246528" cy="9144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i="0" lang="en-US" sz="2400" u="none" cap="none" strike="noStrike">
                <a:solidFill>
                  <a:schemeClr val="dk1"/>
                </a:solidFill>
                <a:latin typeface="Arial Black"/>
                <a:ea typeface="Arial Black"/>
                <a:cs typeface="Arial Black"/>
                <a:sym typeface="Arial Black"/>
              </a:rPr>
              <a:t>Mental health: definition</a:t>
            </a:r>
            <a:endParaRPr b="0" i="0" sz="2400" u="none" cap="none" strike="noStrike">
              <a:solidFill>
                <a:schemeClr val="dk1"/>
              </a:solidFill>
              <a:latin typeface="Arial Black"/>
              <a:ea typeface="Arial Black"/>
              <a:cs typeface="Arial Black"/>
              <a:sym typeface="Arial Black"/>
            </a:endParaRPr>
          </a:p>
        </p:txBody>
      </p:sp>
      <p:sp>
        <p:nvSpPr>
          <p:cNvPr id="162" name="Google Shape;162;p78"/>
          <p:cNvSpPr/>
          <p:nvPr/>
        </p:nvSpPr>
        <p:spPr>
          <a:xfrm>
            <a:off x="5553151" y="1333500"/>
            <a:ext cx="6246528" cy="914400"/>
          </a:xfrm>
          <a:prstGeom prst="rect">
            <a:avLst/>
          </a:prstGeom>
          <a:solidFill>
            <a:srgbClr val="F739C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US" sz="2400" u="none" cap="none" strike="noStrike">
                <a:solidFill>
                  <a:schemeClr val="dk1"/>
                </a:solidFill>
                <a:latin typeface="Arial Black"/>
                <a:ea typeface="Arial Black"/>
                <a:cs typeface="Arial Black"/>
                <a:sym typeface="Arial Black"/>
              </a:rPr>
              <a:t>Mental health vs. mental illness</a:t>
            </a:r>
            <a:endParaRPr b="0" i="0" sz="2400" u="none" cap="none" strike="noStrike">
              <a:solidFill>
                <a:schemeClr val="dk1"/>
              </a:solidFill>
              <a:latin typeface="Arial Black"/>
              <a:ea typeface="Arial Black"/>
              <a:cs typeface="Arial Black"/>
              <a:sym typeface="Arial Black"/>
            </a:endParaRPr>
          </a:p>
        </p:txBody>
      </p:sp>
      <p:sp>
        <p:nvSpPr>
          <p:cNvPr id="163" name="Google Shape;163;p78"/>
          <p:cNvSpPr/>
          <p:nvPr/>
        </p:nvSpPr>
        <p:spPr>
          <a:xfrm>
            <a:off x="5553151" y="2413000"/>
            <a:ext cx="6246528" cy="9144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US" sz="2400" u="none" cap="none" strike="noStrike">
                <a:solidFill>
                  <a:schemeClr val="dk1"/>
                </a:solidFill>
                <a:latin typeface="Arial Black"/>
                <a:ea typeface="Arial Black"/>
                <a:cs typeface="Arial Black"/>
                <a:sym typeface="Arial Black"/>
              </a:rPr>
              <a:t>Warning signs of mental illness</a:t>
            </a:r>
            <a:endParaRPr b="0" i="0" sz="2400" u="none" cap="none" strike="noStrike">
              <a:solidFill>
                <a:schemeClr val="dk1"/>
              </a:solidFill>
              <a:latin typeface="Arial Black"/>
              <a:ea typeface="Arial Black"/>
              <a:cs typeface="Arial Black"/>
              <a:sym typeface="Arial Black"/>
            </a:endParaRPr>
          </a:p>
        </p:txBody>
      </p:sp>
      <p:sp>
        <p:nvSpPr>
          <p:cNvPr id="164" name="Google Shape;164;p78"/>
          <p:cNvSpPr/>
          <p:nvPr/>
        </p:nvSpPr>
        <p:spPr>
          <a:xfrm>
            <a:off x="5553151" y="3492500"/>
            <a:ext cx="6246528" cy="914400"/>
          </a:xfrm>
          <a:prstGeom prst="rect">
            <a:avLst/>
          </a:prstGeom>
          <a:solidFill>
            <a:srgbClr val="6158D8"/>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i="0" lang="en-US" sz="2400" u="none" cap="none" strike="noStrike">
                <a:solidFill>
                  <a:schemeClr val="dk1"/>
                </a:solidFill>
                <a:latin typeface="Arial Black"/>
                <a:ea typeface="Arial Black"/>
                <a:cs typeface="Arial Black"/>
                <a:sym typeface="Arial Black"/>
              </a:rPr>
              <a:t>Positive mental health</a:t>
            </a:r>
            <a:endParaRPr b="0" i="0" sz="2400" u="none" cap="none" strike="noStrike">
              <a:solidFill>
                <a:schemeClr val="dk1"/>
              </a:solidFill>
              <a:latin typeface="Arial Black"/>
              <a:ea typeface="Arial Black"/>
              <a:cs typeface="Arial Black"/>
              <a:sym typeface="Arial Black"/>
            </a:endParaRPr>
          </a:p>
        </p:txBody>
      </p:sp>
      <p:sp>
        <p:nvSpPr>
          <p:cNvPr id="165" name="Google Shape;165;p78"/>
          <p:cNvSpPr/>
          <p:nvPr/>
        </p:nvSpPr>
        <p:spPr>
          <a:xfrm>
            <a:off x="5553151" y="4572000"/>
            <a:ext cx="6246528" cy="914400"/>
          </a:xfrm>
          <a:prstGeom prst="rect">
            <a:avLst/>
          </a:prstGeom>
          <a:solidFill>
            <a:srgbClr val="4AE66F"/>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i="0" lang="en-US" sz="2400" u="none" cap="none" strike="noStrike">
                <a:solidFill>
                  <a:schemeClr val="dk1"/>
                </a:solidFill>
                <a:latin typeface="Arial Black"/>
                <a:ea typeface="Arial Black"/>
                <a:cs typeface="Arial Black"/>
                <a:sym typeface="Arial Black"/>
              </a:rPr>
              <a:t>Causes of mental illness</a:t>
            </a:r>
            <a:endParaRPr b="0" i="0" sz="2400" u="none" cap="none" strike="noStrike">
              <a:solidFill>
                <a:schemeClr val="dk1"/>
              </a:solidFill>
              <a:latin typeface="Arial Black"/>
              <a:ea typeface="Arial Black"/>
              <a:cs typeface="Arial Black"/>
              <a:sym typeface="Arial Black"/>
            </a:endParaRPr>
          </a:p>
        </p:txBody>
      </p:sp>
      <p:sp>
        <p:nvSpPr>
          <p:cNvPr id="166" name="Google Shape;166;p78"/>
          <p:cNvSpPr/>
          <p:nvPr/>
        </p:nvSpPr>
        <p:spPr>
          <a:xfrm>
            <a:off x="5553151" y="5651500"/>
            <a:ext cx="6246528" cy="914400"/>
          </a:xfrm>
          <a:prstGeom prst="rect">
            <a:avLst/>
          </a:prstGeom>
          <a:solidFill>
            <a:srgbClr val="36C2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US" sz="2400" u="none" cap="none" strike="noStrike">
                <a:solidFill>
                  <a:schemeClr val="dk1"/>
                </a:solidFill>
                <a:latin typeface="Arial Black"/>
                <a:ea typeface="Arial Black"/>
                <a:cs typeface="Arial Black"/>
                <a:sym typeface="Arial Black"/>
              </a:rPr>
              <a:t>Grammar: Present perfect (simple vs. continuous)</a:t>
            </a:r>
            <a:endParaRPr b="0" i="0" sz="2400" u="none" cap="none" strike="noStrike">
              <a:solidFill>
                <a:schemeClr val="dk1"/>
              </a:solidFill>
              <a:latin typeface="Arial Black"/>
              <a:ea typeface="Arial Black"/>
              <a:cs typeface="Arial Black"/>
              <a:sym typeface="Arial Black"/>
            </a:endParaRPr>
          </a:p>
        </p:txBody>
      </p:sp>
      <p:sp>
        <p:nvSpPr>
          <p:cNvPr id="167" name="Google Shape;167;p78"/>
          <p:cNvSpPr txBox="1"/>
          <p:nvPr>
            <p:ph idx="12" type="sldNum"/>
          </p:nvPr>
        </p:nvSpPr>
        <p:spPr>
          <a:xfrm>
            <a:off x="9312351"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8" name="Google Shape;168;p78"/>
          <p:cNvSpPr/>
          <p:nvPr/>
        </p:nvSpPr>
        <p:spPr>
          <a:xfrm>
            <a:off x="4638751" y="254000"/>
            <a:ext cx="914400" cy="9144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3600" u="none" cap="none" strike="noStrike">
                <a:solidFill>
                  <a:schemeClr val="dk1"/>
                </a:solidFill>
                <a:latin typeface="Arial Black"/>
                <a:ea typeface="Arial Black"/>
                <a:cs typeface="Arial Black"/>
                <a:sym typeface="Arial Black"/>
              </a:rPr>
              <a:t>1</a:t>
            </a:r>
            <a:endParaRPr/>
          </a:p>
        </p:txBody>
      </p:sp>
      <p:sp>
        <p:nvSpPr>
          <p:cNvPr id="169" name="Google Shape;169;p78"/>
          <p:cNvSpPr/>
          <p:nvPr/>
        </p:nvSpPr>
        <p:spPr>
          <a:xfrm>
            <a:off x="4638751" y="1333500"/>
            <a:ext cx="914400" cy="914400"/>
          </a:xfrm>
          <a:prstGeom prst="rect">
            <a:avLst/>
          </a:prstGeom>
          <a:solidFill>
            <a:srgbClr val="F739C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3600" u="none" cap="none" strike="noStrike">
                <a:solidFill>
                  <a:schemeClr val="dk1"/>
                </a:solidFill>
                <a:latin typeface="Arial Black"/>
                <a:ea typeface="Arial Black"/>
                <a:cs typeface="Arial Black"/>
                <a:sym typeface="Arial Black"/>
              </a:rPr>
              <a:t>2</a:t>
            </a:r>
            <a:endParaRPr/>
          </a:p>
        </p:txBody>
      </p:sp>
      <p:sp>
        <p:nvSpPr>
          <p:cNvPr id="170" name="Google Shape;170;p78"/>
          <p:cNvSpPr/>
          <p:nvPr/>
        </p:nvSpPr>
        <p:spPr>
          <a:xfrm>
            <a:off x="4638751" y="2413000"/>
            <a:ext cx="914400" cy="9144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3600" u="none" cap="none" strike="noStrike">
                <a:solidFill>
                  <a:schemeClr val="dk1"/>
                </a:solidFill>
                <a:latin typeface="Arial Black"/>
                <a:ea typeface="Arial Black"/>
                <a:cs typeface="Arial Black"/>
                <a:sym typeface="Arial Black"/>
              </a:rPr>
              <a:t>3</a:t>
            </a:r>
            <a:endParaRPr/>
          </a:p>
        </p:txBody>
      </p:sp>
      <p:sp>
        <p:nvSpPr>
          <p:cNvPr id="171" name="Google Shape;171;p78"/>
          <p:cNvSpPr/>
          <p:nvPr/>
        </p:nvSpPr>
        <p:spPr>
          <a:xfrm>
            <a:off x="4638751" y="3492500"/>
            <a:ext cx="914400" cy="914400"/>
          </a:xfrm>
          <a:prstGeom prst="rect">
            <a:avLst/>
          </a:prstGeom>
          <a:solidFill>
            <a:srgbClr val="615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3600" u="none" cap="none" strike="noStrike">
                <a:solidFill>
                  <a:schemeClr val="dk1"/>
                </a:solidFill>
                <a:latin typeface="Arial Black"/>
                <a:ea typeface="Arial Black"/>
                <a:cs typeface="Arial Black"/>
                <a:sym typeface="Arial Black"/>
              </a:rPr>
              <a:t>4</a:t>
            </a:r>
            <a:endParaRPr/>
          </a:p>
        </p:txBody>
      </p:sp>
      <p:sp>
        <p:nvSpPr>
          <p:cNvPr id="172" name="Google Shape;172;p78"/>
          <p:cNvSpPr/>
          <p:nvPr/>
        </p:nvSpPr>
        <p:spPr>
          <a:xfrm>
            <a:off x="4638751" y="4572000"/>
            <a:ext cx="914400" cy="914400"/>
          </a:xfrm>
          <a:prstGeom prst="rect">
            <a:avLst/>
          </a:prstGeom>
          <a:solidFill>
            <a:srgbClr val="4AE6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3600" u="none" cap="none" strike="noStrike">
                <a:solidFill>
                  <a:schemeClr val="dk1"/>
                </a:solidFill>
                <a:latin typeface="Arial Black"/>
                <a:ea typeface="Arial Black"/>
                <a:cs typeface="Arial Black"/>
                <a:sym typeface="Arial Black"/>
              </a:rPr>
              <a:t>5</a:t>
            </a:r>
            <a:endParaRPr/>
          </a:p>
        </p:txBody>
      </p:sp>
      <p:sp>
        <p:nvSpPr>
          <p:cNvPr id="173" name="Google Shape;173;p78"/>
          <p:cNvSpPr/>
          <p:nvPr/>
        </p:nvSpPr>
        <p:spPr>
          <a:xfrm>
            <a:off x="4638751" y="5651500"/>
            <a:ext cx="914400" cy="914400"/>
          </a:xfrm>
          <a:prstGeom prst="rect">
            <a:avLst/>
          </a:prstGeom>
          <a:solidFill>
            <a:srgbClr val="36C2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3600" u="none" cap="none" strike="noStrike">
                <a:solidFill>
                  <a:schemeClr val="dk1"/>
                </a:solidFill>
                <a:latin typeface="Arial Black"/>
                <a:ea typeface="Arial Black"/>
                <a:cs typeface="Arial Black"/>
                <a:sym typeface="Arial Black"/>
              </a:rPr>
              <a:t>6</a:t>
            </a:r>
            <a:endParaRPr/>
          </a:p>
        </p:txBody>
      </p:sp>
      <p:sp>
        <p:nvSpPr>
          <p:cNvPr id="174" name="Google Shape;174;p78"/>
          <p:cNvSpPr/>
          <p:nvPr/>
        </p:nvSpPr>
        <p:spPr>
          <a:xfrm>
            <a:off x="0" y="-1"/>
            <a:ext cx="4638751" cy="685800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8000" u="none" cap="none" strike="noStrike">
                <a:solidFill>
                  <a:schemeClr val="dk1"/>
                </a:solidFill>
                <a:latin typeface="Arial Black"/>
                <a:ea typeface="Arial Black"/>
                <a:cs typeface="Arial Black"/>
                <a:sym typeface="Arial Black"/>
              </a:rPr>
              <a:t>Outline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1"/>
                                        </p:tgtEl>
                                        <p:attrNameLst>
                                          <p:attrName>style.visibility</p:attrName>
                                        </p:attrNameLst>
                                      </p:cBhvr>
                                      <p:to>
                                        <p:strVal val="visible"/>
                                      </p:to>
                                    </p:set>
                                    <p:anim calcmode="lin" valueType="num">
                                      <p:cBhvr additive="base">
                                        <p:cTn dur="500"/>
                                        <p:tgtEl>
                                          <p:spTgt spid="16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2"/>
                                        </p:tgtEl>
                                        <p:attrNameLst>
                                          <p:attrName>style.visibility</p:attrName>
                                        </p:attrNameLst>
                                      </p:cBhvr>
                                      <p:to>
                                        <p:strVal val="visible"/>
                                      </p:to>
                                    </p:set>
                                    <p:anim calcmode="lin" valueType="num">
                                      <p:cBhvr additive="base">
                                        <p:cTn dur="500"/>
                                        <p:tgtEl>
                                          <p:spTgt spid="16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3"/>
                                        </p:tgtEl>
                                        <p:attrNameLst>
                                          <p:attrName>style.visibility</p:attrName>
                                        </p:attrNameLst>
                                      </p:cBhvr>
                                      <p:to>
                                        <p:strVal val="visible"/>
                                      </p:to>
                                    </p:set>
                                    <p:anim calcmode="lin" valueType="num">
                                      <p:cBhvr additive="base">
                                        <p:cTn dur="500"/>
                                        <p:tgtEl>
                                          <p:spTgt spid="16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4"/>
                                        </p:tgtEl>
                                        <p:attrNameLst>
                                          <p:attrName>style.visibility</p:attrName>
                                        </p:attrNameLst>
                                      </p:cBhvr>
                                      <p:to>
                                        <p:strVal val="visible"/>
                                      </p:to>
                                    </p:set>
                                    <p:anim calcmode="lin" valueType="num">
                                      <p:cBhvr additive="base">
                                        <p:cTn dur="500"/>
                                        <p:tgtEl>
                                          <p:spTgt spid="16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5"/>
                                        </p:tgtEl>
                                        <p:attrNameLst>
                                          <p:attrName>style.visibility</p:attrName>
                                        </p:attrNameLst>
                                      </p:cBhvr>
                                      <p:to>
                                        <p:strVal val="visible"/>
                                      </p:to>
                                    </p:set>
                                    <p:anim calcmode="lin" valueType="num">
                                      <p:cBhvr additive="base">
                                        <p:cTn dur="500"/>
                                        <p:tgtEl>
                                          <p:spTgt spid="16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6"/>
                                        </p:tgtEl>
                                        <p:attrNameLst>
                                          <p:attrName>style.visibility</p:attrName>
                                        </p:attrNameLst>
                                      </p:cBhvr>
                                      <p:to>
                                        <p:strVal val="visible"/>
                                      </p:to>
                                    </p:set>
                                    <p:anim calcmode="lin" valueType="num">
                                      <p:cBhvr additive="base">
                                        <p:cTn dur="500"/>
                                        <p:tgtEl>
                                          <p:spTgt spid="16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6"/>
          <p:cNvSpPr txBox="1"/>
          <p:nvPr>
            <p:ph type="title"/>
          </p:nvPr>
        </p:nvSpPr>
        <p:spPr>
          <a:xfrm>
            <a:off x="249697" y="889762"/>
            <a:ext cx="7330528" cy="218177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lang="en-US" sz="4000">
                <a:solidFill>
                  <a:srgbClr val="0070C0"/>
                </a:solidFill>
                <a:latin typeface="Corben"/>
                <a:ea typeface="Corben"/>
                <a:cs typeface="Corben"/>
                <a:sym typeface="Corben"/>
              </a:rPr>
              <a:t>What is mental health?</a:t>
            </a:r>
            <a:endParaRPr sz="4000">
              <a:solidFill>
                <a:srgbClr val="0070C0"/>
              </a:solidFill>
              <a:latin typeface="Corben"/>
              <a:ea typeface="Corben"/>
              <a:cs typeface="Corben"/>
              <a:sym typeface="Corben"/>
            </a:endParaRPr>
          </a:p>
        </p:txBody>
      </p:sp>
      <p:grpSp>
        <p:nvGrpSpPr>
          <p:cNvPr id="180" name="Google Shape;180;p6"/>
          <p:cNvGrpSpPr/>
          <p:nvPr/>
        </p:nvGrpSpPr>
        <p:grpSpPr>
          <a:xfrm>
            <a:off x="29776" y="-1066800"/>
            <a:ext cx="14055838" cy="10072414"/>
            <a:chOff x="29776" y="-1066800"/>
            <a:chExt cx="14055838" cy="10072414"/>
          </a:xfrm>
        </p:grpSpPr>
        <p:sp>
          <p:nvSpPr>
            <p:cNvPr id="181" name="Google Shape;181;p6"/>
            <p:cNvSpPr/>
            <p:nvPr/>
          </p:nvSpPr>
          <p:spPr>
            <a:xfrm rot="5400000">
              <a:off x="6668157" y="851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2" name="Google Shape;182;p6"/>
            <p:cNvSpPr/>
            <p:nvPr/>
          </p:nvSpPr>
          <p:spPr>
            <a:xfrm rot="5400000">
              <a:off x="9157357" y="851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3" name="Google Shape;183;p6"/>
            <p:cNvSpPr/>
            <p:nvPr/>
          </p:nvSpPr>
          <p:spPr>
            <a:xfrm rot="5400000">
              <a:off x="11646557" y="851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4" name="Google Shape;184;p6"/>
            <p:cNvSpPr/>
            <p:nvPr/>
          </p:nvSpPr>
          <p:spPr>
            <a:xfrm rot="5400000">
              <a:off x="5423557" y="2756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5" name="Google Shape;185;p6"/>
            <p:cNvSpPr/>
            <p:nvPr/>
          </p:nvSpPr>
          <p:spPr>
            <a:xfrm rot="5400000">
              <a:off x="7912757" y="2756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6" name="Google Shape;186;p6"/>
            <p:cNvSpPr/>
            <p:nvPr/>
          </p:nvSpPr>
          <p:spPr>
            <a:xfrm rot="5400000">
              <a:off x="10401957" y="2756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7" name="Google Shape;187;p6"/>
            <p:cNvSpPr/>
            <p:nvPr/>
          </p:nvSpPr>
          <p:spPr>
            <a:xfrm rot="5400000">
              <a:off x="6668157" y="4661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8" name="Google Shape;188;p6"/>
            <p:cNvSpPr/>
            <p:nvPr/>
          </p:nvSpPr>
          <p:spPr>
            <a:xfrm rot="5400000">
              <a:off x="9157357" y="4661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9" name="Google Shape;189;p6"/>
            <p:cNvSpPr/>
            <p:nvPr/>
          </p:nvSpPr>
          <p:spPr>
            <a:xfrm rot="5400000">
              <a:off x="11646557" y="4661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0" name="Google Shape;190;p6"/>
            <p:cNvSpPr/>
            <p:nvPr/>
          </p:nvSpPr>
          <p:spPr>
            <a:xfrm rot="5400000">
              <a:off x="5423557" y="-1053443"/>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1" name="Google Shape;191;p6"/>
            <p:cNvSpPr/>
            <p:nvPr/>
          </p:nvSpPr>
          <p:spPr>
            <a:xfrm rot="5400000">
              <a:off x="7912757" y="-1053443"/>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2" name="Google Shape;192;p6"/>
            <p:cNvSpPr/>
            <p:nvPr/>
          </p:nvSpPr>
          <p:spPr>
            <a:xfrm rot="5400000">
              <a:off x="10401957" y="-1053443"/>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3" name="Google Shape;193;p6"/>
            <p:cNvSpPr/>
            <p:nvPr/>
          </p:nvSpPr>
          <p:spPr>
            <a:xfrm rot="5400000">
              <a:off x="5423557" y="6566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4" name="Google Shape;194;p6"/>
            <p:cNvSpPr/>
            <p:nvPr/>
          </p:nvSpPr>
          <p:spPr>
            <a:xfrm rot="5400000">
              <a:off x="7912757" y="6566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5" name="Google Shape;195;p6"/>
            <p:cNvSpPr/>
            <p:nvPr/>
          </p:nvSpPr>
          <p:spPr>
            <a:xfrm rot="5400000">
              <a:off x="10401957" y="6566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6" name="Google Shape;196;p6"/>
            <p:cNvSpPr/>
            <p:nvPr/>
          </p:nvSpPr>
          <p:spPr>
            <a:xfrm rot="5400000">
              <a:off x="18390" y="4128915"/>
              <a:ext cx="1662387" cy="1639615"/>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7" name="Google Shape;197;p6"/>
            <p:cNvSpPr/>
            <p:nvPr/>
          </p:nvSpPr>
          <p:spPr>
            <a:xfrm rot="5400000">
              <a:off x="192256" y="5703476"/>
              <a:ext cx="2452417"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8" name="Google Shape;198;p6"/>
            <p:cNvSpPr/>
            <p:nvPr/>
          </p:nvSpPr>
          <p:spPr>
            <a:xfrm rot="5400000">
              <a:off x="2969256" y="5207000"/>
              <a:ext cx="1662386" cy="1639614"/>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grpSp>
        <p:nvGrpSpPr>
          <p:cNvPr id="203" name="Google Shape;203;p79"/>
          <p:cNvGrpSpPr/>
          <p:nvPr/>
        </p:nvGrpSpPr>
        <p:grpSpPr>
          <a:xfrm>
            <a:off x="19455" y="-7915073"/>
            <a:ext cx="14055838" cy="10072414"/>
            <a:chOff x="29776" y="-1066800"/>
            <a:chExt cx="14055838" cy="10072414"/>
          </a:xfrm>
        </p:grpSpPr>
        <p:sp>
          <p:nvSpPr>
            <p:cNvPr id="204" name="Google Shape;204;p79"/>
            <p:cNvSpPr/>
            <p:nvPr/>
          </p:nvSpPr>
          <p:spPr>
            <a:xfrm rot="5400000">
              <a:off x="6668157" y="851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5" name="Google Shape;205;p79"/>
            <p:cNvSpPr/>
            <p:nvPr/>
          </p:nvSpPr>
          <p:spPr>
            <a:xfrm rot="5400000">
              <a:off x="9157357" y="851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6" name="Google Shape;206;p79"/>
            <p:cNvSpPr/>
            <p:nvPr/>
          </p:nvSpPr>
          <p:spPr>
            <a:xfrm rot="5400000">
              <a:off x="11646557" y="851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7" name="Google Shape;207;p79"/>
            <p:cNvSpPr/>
            <p:nvPr/>
          </p:nvSpPr>
          <p:spPr>
            <a:xfrm rot="5400000">
              <a:off x="5423557" y="2756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8" name="Google Shape;208;p79"/>
            <p:cNvSpPr/>
            <p:nvPr/>
          </p:nvSpPr>
          <p:spPr>
            <a:xfrm rot="5400000">
              <a:off x="7912757" y="2756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9" name="Google Shape;209;p79"/>
            <p:cNvSpPr/>
            <p:nvPr/>
          </p:nvSpPr>
          <p:spPr>
            <a:xfrm rot="5400000">
              <a:off x="10401957" y="2756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0" name="Google Shape;210;p79"/>
            <p:cNvSpPr/>
            <p:nvPr/>
          </p:nvSpPr>
          <p:spPr>
            <a:xfrm rot="5400000">
              <a:off x="6668157" y="4661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1" name="Google Shape;211;p79"/>
            <p:cNvSpPr/>
            <p:nvPr/>
          </p:nvSpPr>
          <p:spPr>
            <a:xfrm rot="5400000">
              <a:off x="9157357" y="4661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2" name="Google Shape;212;p79"/>
            <p:cNvSpPr/>
            <p:nvPr/>
          </p:nvSpPr>
          <p:spPr>
            <a:xfrm rot="5400000">
              <a:off x="11646557" y="4661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3" name="Google Shape;213;p79"/>
            <p:cNvSpPr/>
            <p:nvPr/>
          </p:nvSpPr>
          <p:spPr>
            <a:xfrm rot="5400000">
              <a:off x="5423557" y="-1053443"/>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4" name="Google Shape;214;p79"/>
            <p:cNvSpPr/>
            <p:nvPr/>
          </p:nvSpPr>
          <p:spPr>
            <a:xfrm rot="5400000">
              <a:off x="7912757" y="-1053443"/>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5" name="Google Shape;215;p79"/>
            <p:cNvSpPr/>
            <p:nvPr/>
          </p:nvSpPr>
          <p:spPr>
            <a:xfrm rot="5400000">
              <a:off x="10401957" y="-1053443"/>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6" name="Google Shape;216;p79"/>
            <p:cNvSpPr/>
            <p:nvPr/>
          </p:nvSpPr>
          <p:spPr>
            <a:xfrm rot="5400000">
              <a:off x="5423557" y="6566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7" name="Google Shape;217;p79"/>
            <p:cNvSpPr/>
            <p:nvPr/>
          </p:nvSpPr>
          <p:spPr>
            <a:xfrm rot="5400000">
              <a:off x="7912757" y="6566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8" name="Google Shape;218;p79"/>
            <p:cNvSpPr/>
            <p:nvPr/>
          </p:nvSpPr>
          <p:spPr>
            <a:xfrm rot="5400000">
              <a:off x="10401957" y="6566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9" name="Google Shape;219;p79"/>
            <p:cNvSpPr/>
            <p:nvPr/>
          </p:nvSpPr>
          <p:spPr>
            <a:xfrm rot="5400000">
              <a:off x="18390" y="4128915"/>
              <a:ext cx="1662387" cy="1639615"/>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0" name="Google Shape;220;p79"/>
            <p:cNvSpPr/>
            <p:nvPr/>
          </p:nvSpPr>
          <p:spPr>
            <a:xfrm rot="5400000">
              <a:off x="192256" y="5703476"/>
              <a:ext cx="2452417"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1" name="Google Shape;221;p79"/>
            <p:cNvSpPr/>
            <p:nvPr/>
          </p:nvSpPr>
          <p:spPr>
            <a:xfrm rot="5400000">
              <a:off x="2969256" y="5207000"/>
              <a:ext cx="1662386" cy="1639614"/>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222" name="Google Shape;222;p79"/>
          <p:cNvGrpSpPr/>
          <p:nvPr/>
        </p:nvGrpSpPr>
        <p:grpSpPr>
          <a:xfrm>
            <a:off x="2855" y="1249860"/>
            <a:ext cx="3453399" cy="3226982"/>
            <a:chOff x="2855" y="1249860"/>
            <a:chExt cx="3453399" cy="3226982"/>
          </a:xfrm>
        </p:grpSpPr>
        <p:sp>
          <p:nvSpPr>
            <p:cNvPr id="223" name="Google Shape;223;p79"/>
            <p:cNvSpPr/>
            <p:nvPr/>
          </p:nvSpPr>
          <p:spPr>
            <a:xfrm rot="5400000">
              <a:off x="149491" y="1295661"/>
              <a:ext cx="3226982" cy="3135379"/>
            </a:xfrm>
            <a:prstGeom prst="hexagon">
              <a:avLst>
                <a:gd fmla="val 25000" name="adj"/>
                <a:gd fmla="val 115470" name="vf"/>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224" name="Google Shape;224;p79"/>
            <p:cNvSpPr txBox="1"/>
            <p:nvPr/>
          </p:nvSpPr>
          <p:spPr>
            <a:xfrm>
              <a:off x="2855" y="2235486"/>
              <a:ext cx="3453399" cy="1255728"/>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b="0" i="0" lang="en-US" sz="2800" u="none" cap="none" strike="noStrike">
                  <a:solidFill>
                    <a:srgbClr val="000000"/>
                  </a:solidFill>
                  <a:latin typeface="Arial Black"/>
                  <a:ea typeface="Arial Black"/>
                  <a:cs typeface="Arial Black"/>
                  <a:sym typeface="Arial Black"/>
                </a:rPr>
                <a:t>What does mental health include? </a:t>
              </a:r>
              <a:endParaRPr b="0" i="0" sz="2800" u="none" cap="none" strike="noStrike">
                <a:solidFill>
                  <a:srgbClr val="000000"/>
                </a:solidFill>
                <a:latin typeface="Arial Black"/>
                <a:ea typeface="Arial Black"/>
                <a:cs typeface="Arial Black"/>
                <a:sym typeface="Arial Black"/>
              </a:endParaRPr>
            </a:p>
          </p:txBody>
        </p:sp>
      </p:grpSp>
      <p:grpSp>
        <p:nvGrpSpPr>
          <p:cNvPr id="225" name="Google Shape;225;p79"/>
          <p:cNvGrpSpPr/>
          <p:nvPr/>
        </p:nvGrpSpPr>
        <p:grpSpPr>
          <a:xfrm>
            <a:off x="3233249" y="1677279"/>
            <a:ext cx="3279729" cy="2799563"/>
            <a:chOff x="3233249" y="1677279"/>
            <a:chExt cx="3279729" cy="2799563"/>
          </a:xfrm>
        </p:grpSpPr>
        <p:sp>
          <p:nvSpPr>
            <p:cNvPr id="226" name="Google Shape;226;p79"/>
            <p:cNvSpPr/>
            <p:nvPr/>
          </p:nvSpPr>
          <p:spPr>
            <a:xfrm rot="5400000">
              <a:off x="3474505" y="1722528"/>
              <a:ext cx="2799563" cy="2709065"/>
            </a:xfrm>
            <a:prstGeom prst="hexagon">
              <a:avLst>
                <a:gd fmla="val 25000" name="adj"/>
                <a:gd fmla="val 115470" name="vf"/>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7" name="Google Shape;227;p79"/>
            <p:cNvSpPr txBox="1"/>
            <p:nvPr/>
          </p:nvSpPr>
          <p:spPr>
            <a:xfrm>
              <a:off x="3233249" y="2561070"/>
              <a:ext cx="3279729" cy="8679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b="0" i="0" lang="en-US" sz="2800" u="none" cap="none" strike="noStrike">
                  <a:solidFill>
                    <a:srgbClr val="000000"/>
                  </a:solidFill>
                  <a:latin typeface="Arial Black"/>
                  <a:ea typeface="Arial Black"/>
                  <a:cs typeface="Arial Black"/>
                  <a:sym typeface="Arial Black"/>
                </a:rPr>
                <a:t>What does it affect?</a:t>
              </a:r>
              <a:endParaRPr b="0" i="0" sz="2800" u="none" cap="none" strike="noStrike">
                <a:solidFill>
                  <a:srgbClr val="000000"/>
                </a:solidFill>
                <a:latin typeface="Arial Black"/>
                <a:ea typeface="Arial Black"/>
                <a:cs typeface="Arial Black"/>
                <a:sym typeface="Arial Black"/>
              </a:endParaRPr>
            </a:p>
          </p:txBody>
        </p:sp>
      </p:grpSp>
      <p:grpSp>
        <p:nvGrpSpPr>
          <p:cNvPr id="228" name="Google Shape;228;p79"/>
          <p:cNvGrpSpPr/>
          <p:nvPr/>
        </p:nvGrpSpPr>
        <p:grpSpPr>
          <a:xfrm>
            <a:off x="9426961" y="1889220"/>
            <a:ext cx="2495357" cy="3770434"/>
            <a:chOff x="9426961" y="1889220"/>
            <a:chExt cx="2495357" cy="3770434"/>
          </a:xfrm>
        </p:grpSpPr>
        <p:sp>
          <p:nvSpPr>
            <p:cNvPr id="229" name="Google Shape;229;p79"/>
            <p:cNvSpPr/>
            <p:nvPr/>
          </p:nvSpPr>
          <p:spPr>
            <a:xfrm rot="5400000">
              <a:off x="8754594" y="2561586"/>
              <a:ext cx="3770434" cy="2425701"/>
            </a:xfrm>
            <a:prstGeom prst="hexagon">
              <a:avLst>
                <a:gd fmla="val 25000" name="adj"/>
                <a:gd fmla="val 115470" name="vf"/>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0" name="Google Shape;230;p79"/>
            <p:cNvSpPr txBox="1"/>
            <p:nvPr/>
          </p:nvSpPr>
          <p:spPr>
            <a:xfrm>
              <a:off x="9584824" y="2512038"/>
              <a:ext cx="2337493" cy="2419124"/>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b="0" i="0" lang="en-US" sz="2800" u="none" cap="none" strike="noStrike">
                  <a:solidFill>
                    <a:srgbClr val="000000"/>
                  </a:solidFill>
                  <a:latin typeface="Arial Black"/>
                  <a:ea typeface="Arial Black"/>
                  <a:cs typeface="Arial Black"/>
                  <a:sym typeface="Arial Black"/>
                </a:rPr>
                <a:t>At what stage of life is mental health important?</a:t>
              </a:r>
              <a:endParaRPr/>
            </a:p>
          </p:txBody>
        </p:sp>
      </p:grpSp>
      <p:grpSp>
        <p:nvGrpSpPr>
          <p:cNvPr id="231" name="Google Shape;231;p79"/>
          <p:cNvGrpSpPr/>
          <p:nvPr/>
        </p:nvGrpSpPr>
        <p:grpSpPr>
          <a:xfrm>
            <a:off x="6455987" y="1797354"/>
            <a:ext cx="2890940" cy="2799563"/>
            <a:chOff x="6455987" y="1797354"/>
            <a:chExt cx="2890940" cy="2799563"/>
          </a:xfrm>
        </p:grpSpPr>
        <p:sp>
          <p:nvSpPr>
            <p:cNvPr id="232" name="Google Shape;232;p79"/>
            <p:cNvSpPr/>
            <p:nvPr/>
          </p:nvSpPr>
          <p:spPr>
            <a:xfrm rot="5400000">
              <a:off x="6484262" y="1769079"/>
              <a:ext cx="2799563" cy="2856113"/>
            </a:xfrm>
            <a:prstGeom prst="hexagon">
              <a:avLst>
                <a:gd fmla="val 25000" name="adj"/>
                <a:gd fmla="val 115470" name="vf"/>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3" name="Google Shape;233;p79"/>
            <p:cNvSpPr txBox="1"/>
            <p:nvPr/>
          </p:nvSpPr>
          <p:spPr>
            <a:xfrm>
              <a:off x="6591160" y="2736502"/>
              <a:ext cx="2755767"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none" cap="none" strike="noStrike">
                  <a:solidFill>
                    <a:srgbClr val="000000"/>
                  </a:solidFill>
                  <a:latin typeface="Arial Black"/>
                  <a:ea typeface="Arial Black"/>
                  <a:cs typeface="Arial Black"/>
                  <a:sym typeface="Arial Black"/>
                </a:rPr>
                <a:t>What does it help us do?</a:t>
              </a:r>
              <a:endParaRPr b="0" i="0" sz="2800" u="none" cap="none" strike="noStrike">
                <a:solidFill>
                  <a:srgbClr val="000000"/>
                </a:solidFill>
                <a:latin typeface="Arial Black"/>
                <a:ea typeface="Arial Black"/>
                <a:cs typeface="Arial Black"/>
                <a:sym typeface="Arial Black"/>
              </a:endParaRPr>
            </a:p>
            <a:p>
              <a:pPr indent="0" lvl="0" marL="0" marR="0" rtl="0" algn="l">
                <a:lnSpc>
                  <a:spcPct val="100000"/>
                </a:lnSpc>
                <a:spcBef>
                  <a:spcPts val="0"/>
                </a:spcBef>
                <a:spcAft>
                  <a:spcPts val="0"/>
                </a:spcAft>
                <a:buNone/>
              </a:pPr>
              <a:r>
                <a:t/>
              </a:r>
              <a:endParaRPr b="0" i="0" sz="2800" u="none" cap="none" strike="noStrike">
                <a:solidFill>
                  <a:srgbClr val="000000"/>
                </a:solidFill>
                <a:latin typeface="Arial Black"/>
                <a:ea typeface="Arial Black"/>
                <a:cs typeface="Arial Black"/>
                <a:sym typeface="Arial Black"/>
              </a:endParaRPr>
            </a:p>
          </p:txBody>
        </p:sp>
      </p:gr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2"/>
                                        </p:tgtEl>
                                        <p:attrNameLst>
                                          <p:attrName>style.visibility</p:attrName>
                                        </p:attrNameLst>
                                      </p:cBhvr>
                                      <p:to>
                                        <p:strVal val="visible"/>
                                      </p:to>
                                    </p:set>
                                    <p:anim calcmode="lin" valueType="num">
                                      <p:cBhvr additive="base">
                                        <p:cTn dur="500"/>
                                        <p:tgtEl>
                                          <p:spTgt spid="22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5"/>
                                        </p:tgtEl>
                                        <p:attrNameLst>
                                          <p:attrName>style.visibility</p:attrName>
                                        </p:attrNameLst>
                                      </p:cBhvr>
                                      <p:to>
                                        <p:strVal val="visible"/>
                                      </p:to>
                                    </p:set>
                                    <p:anim calcmode="lin" valueType="num">
                                      <p:cBhvr additive="base">
                                        <p:cTn dur="500"/>
                                        <p:tgtEl>
                                          <p:spTgt spid="22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1"/>
                                        </p:tgtEl>
                                        <p:attrNameLst>
                                          <p:attrName>style.visibility</p:attrName>
                                        </p:attrNameLst>
                                      </p:cBhvr>
                                      <p:to>
                                        <p:strVal val="visible"/>
                                      </p:to>
                                    </p:set>
                                    <p:anim calcmode="lin" valueType="num">
                                      <p:cBhvr additive="base">
                                        <p:cTn dur="500"/>
                                        <p:tgtEl>
                                          <p:spTgt spid="23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8"/>
                                        </p:tgtEl>
                                        <p:attrNameLst>
                                          <p:attrName>style.visibility</p:attrName>
                                        </p:attrNameLst>
                                      </p:cBhvr>
                                      <p:to>
                                        <p:strVal val="visible"/>
                                      </p:to>
                                    </p:set>
                                    <p:anim calcmode="lin" valueType="num">
                                      <p:cBhvr additive="base">
                                        <p:cTn dur="500"/>
                                        <p:tgtEl>
                                          <p:spTgt spid="22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grpSp>
        <p:nvGrpSpPr>
          <p:cNvPr id="238" name="Google Shape;238;p80"/>
          <p:cNvGrpSpPr/>
          <p:nvPr/>
        </p:nvGrpSpPr>
        <p:grpSpPr>
          <a:xfrm>
            <a:off x="19455" y="-7915073"/>
            <a:ext cx="14055838" cy="10072414"/>
            <a:chOff x="29776" y="-1066800"/>
            <a:chExt cx="14055838" cy="10072414"/>
          </a:xfrm>
        </p:grpSpPr>
        <p:sp>
          <p:nvSpPr>
            <p:cNvPr id="239" name="Google Shape;239;p80"/>
            <p:cNvSpPr/>
            <p:nvPr/>
          </p:nvSpPr>
          <p:spPr>
            <a:xfrm rot="5400000">
              <a:off x="6668157" y="851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0" name="Google Shape;240;p80"/>
            <p:cNvSpPr/>
            <p:nvPr/>
          </p:nvSpPr>
          <p:spPr>
            <a:xfrm rot="5400000">
              <a:off x="9157357" y="851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1" name="Google Shape;241;p80"/>
            <p:cNvSpPr/>
            <p:nvPr/>
          </p:nvSpPr>
          <p:spPr>
            <a:xfrm rot="5400000">
              <a:off x="11646557" y="851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2" name="Google Shape;242;p80"/>
            <p:cNvSpPr/>
            <p:nvPr/>
          </p:nvSpPr>
          <p:spPr>
            <a:xfrm rot="5400000">
              <a:off x="5423557" y="2756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3" name="Google Shape;243;p80"/>
            <p:cNvSpPr/>
            <p:nvPr/>
          </p:nvSpPr>
          <p:spPr>
            <a:xfrm rot="5400000">
              <a:off x="7912757" y="2756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4" name="Google Shape;244;p80"/>
            <p:cNvSpPr/>
            <p:nvPr/>
          </p:nvSpPr>
          <p:spPr>
            <a:xfrm rot="5400000">
              <a:off x="10401957" y="2756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5" name="Google Shape;245;p80"/>
            <p:cNvSpPr/>
            <p:nvPr/>
          </p:nvSpPr>
          <p:spPr>
            <a:xfrm rot="5400000">
              <a:off x="6668157" y="4661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6" name="Google Shape;246;p80"/>
            <p:cNvSpPr/>
            <p:nvPr/>
          </p:nvSpPr>
          <p:spPr>
            <a:xfrm rot="5400000">
              <a:off x="9157357" y="4661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7" name="Google Shape;247;p80"/>
            <p:cNvSpPr/>
            <p:nvPr/>
          </p:nvSpPr>
          <p:spPr>
            <a:xfrm rot="5400000">
              <a:off x="11646557" y="4661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8" name="Google Shape;248;p80"/>
            <p:cNvSpPr/>
            <p:nvPr/>
          </p:nvSpPr>
          <p:spPr>
            <a:xfrm rot="5400000">
              <a:off x="5423557" y="-1053443"/>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9" name="Google Shape;249;p80"/>
            <p:cNvSpPr/>
            <p:nvPr/>
          </p:nvSpPr>
          <p:spPr>
            <a:xfrm rot="5400000">
              <a:off x="7912757" y="-1053443"/>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0" name="Google Shape;250;p80"/>
            <p:cNvSpPr/>
            <p:nvPr/>
          </p:nvSpPr>
          <p:spPr>
            <a:xfrm rot="5400000">
              <a:off x="10401957" y="-1053443"/>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1" name="Google Shape;251;p80"/>
            <p:cNvSpPr/>
            <p:nvPr/>
          </p:nvSpPr>
          <p:spPr>
            <a:xfrm rot="5400000">
              <a:off x="5423557" y="6566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2" name="Google Shape;252;p80"/>
            <p:cNvSpPr/>
            <p:nvPr/>
          </p:nvSpPr>
          <p:spPr>
            <a:xfrm rot="5400000">
              <a:off x="7912757" y="6566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3" name="Google Shape;253;p80"/>
            <p:cNvSpPr/>
            <p:nvPr/>
          </p:nvSpPr>
          <p:spPr>
            <a:xfrm rot="5400000">
              <a:off x="10401957" y="6566557"/>
              <a:ext cx="2452414"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4" name="Google Shape;254;p80"/>
            <p:cNvSpPr/>
            <p:nvPr/>
          </p:nvSpPr>
          <p:spPr>
            <a:xfrm rot="5400000">
              <a:off x="18390" y="4128915"/>
              <a:ext cx="1662387" cy="1639615"/>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5" name="Google Shape;255;p80"/>
            <p:cNvSpPr/>
            <p:nvPr/>
          </p:nvSpPr>
          <p:spPr>
            <a:xfrm rot="5400000">
              <a:off x="192256" y="5703476"/>
              <a:ext cx="2452417" cy="24257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6" name="Google Shape;256;p80"/>
            <p:cNvSpPr/>
            <p:nvPr/>
          </p:nvSpPr>
          <p:spPr>
            <a:xfrm rot="5400000">
              <a:off x="2969256" y="5207000"/>
              <a:ext cx="1662386" cy="1639614"/>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257" name="Google Shape;257;p80"/>
          <p:cNvGrpSpPr/>
          <p:nvPr/>
        </p:nvGrpSpPr>
        <p:grpSpPr>
          <a:xfrm>
            <a:off x="406657" y="1221404"/>
            <a:ext cx="3502674" cy="3226982"/>
            <a:chOff x="406657" y="1221404"/>
            <a:chExt cx="3502674" cy="3226982"/>
          </a:xfrm>
        </p:grpSpPr>
        <p:sp>
          <p:nvSpPr>
            <p:cNvPr id="258" name="Google Shape;258;p80"/>
            <p:cNvSpPr/>
            <p:nvPr/>
          </p:nvSpPr>
          <p:spPr>
            <a:xfrm rot="5400000">
              <a:off x="544503" y="1083558"/>
              <a:ext cx="3226982" cy="3502674"/>
            </a:xfrm>
            <a:prstGeom prst="hexagon">
              <a:avLst>
                <a:gd fmla="val 25000" name="adj"/>
                <a:gd fmla="val 115470" name="vf"/>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259" name="Google Shape;259;p80"/>
            <p:cNvSpPr txBox="1"/>
            <p:nvPr/>
          </p:nvSpPr>
          <p:spPr>
            <a:xfrm>
              <a:off x="431294" y="2014363"/>
              <a:ext cx="3453399" cy="15696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2400" u="none" cap="none" strike="noStrike">
                  <a:solidFill>
                    <a:srgbClr val="000000"/>
                  </a:solidFill>
                  <a:latin typeface="Arial"/>
                  <a:ea typeface="Arial"/>
                  <a:cs typeface="Arial"/>
                  <a:sym typeface="Arial"/>
                </a:rPr>
                <a:t>Mental health includes our emotional, psychological, and social well-being.</a:t>
              </a:r>
              <a:endParaRPr b="0" i="0" sz="2400" u="none" cap="none" strike="noStrike">
                <a:solidFill>
                  <a:srgbClr val="000000"/>
                </a:solidFill>
                <a:latin typeface="Arial"/>
                <a:ea typeface="Arial"/>
                <a:cs typeface="Arial"/>
                <a:sym typeface="Arial"/>
              </a:endParaRPr>
            </a:p>
          </p:txBody>
        </p:sp>
      </p:grpSp>
      <p:grpSp>
        <p:nvGrpSpPr>
          <p:cNvPr id="260" name="Google Shape;260;p80"/>
          <p:cNvGrpSpPr/>
          <p:nvPr/>
        </p:nvGrpSpPr>
        <p:grpSpPr>
          <a:xfrm>
            <a:off x="4276208" y="2086675"/>
            <a:ext cx="3895640" cy="3842490"/>
            <a:chOff x="4276208" y="2086675"/>
            <a:chExt cx="3895640" cy="3842490"/>
          </a:xfrm>
        </p:grpSpPr>
        <p:sp>
          <p:nvSpPr>
            <p:cNvPr id="261" name="Google Shape;261;p80"/>
            <p:cNvSpPr/>
            <p:nvPr/>
          </p:nvSpPr>
          <p:spPr>
            <a:xfrm rot="5400000">
              <a:off x="4302783" y="2060100"/>
              <a:ext cx="3842490" cy="3895640"/>
            </a:xfrm>
            <a:prstGeom prst="hexagon">
              <a:avLst>
                <a:gd fmla="val 25000" name="adj"/>
                <a:gd fmla="val 115470" name="vf"/>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62" name="Google Shape;262;p80"/>
            <p:cNvSpPr txBox="1"/>
            <p:nvPr/>
          </p:nvSpPr>
          <p:spPr>
            <a:xfrm>
              <a:off x="4584163" y="2834895"/>
              <a:ext cx="3279729" cy="23083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2400" u="none" cap="none" strike="noStrike">
                  <a:solidFill>
                    <a:srgbClr val="000000"/>
                  </a:solidFill>
                  <a:latin typeface="Arial"/>
                  <a:ea typeface="Arial"/>
                  <a:cs typeface="Arial"/>
                  <a:sym typeface="Arial"/>
                </a:rPr>
                <a:t>It affects how we think, feel, and act. It also helps determine how we handle stress, relate to others, and make healthy choices.</a:t>
              </a:r>
              <a:endParaRPr b="0" i="0" sz="2400" u="none" cap="none" strike="noStrike">
                <a:solidFill>
                  <a:srgbClr val="000000"/>
                </a:solidFill>
                <a:latin typeface="Arial"/>
                <a:ea typeface="Arial"/>
                <a:cs typeface="Arial"/>
                <a:sym typeface="Arial"/>
              </a:endParaRPr>
            </a:p>
          </p:txBody>
        </p:sp>
      </p:grpSp>
      <p:grpSp>
        <p:nvGrpSpPr>
          <p:cNvPr id="263" name="Google Shape;263;p80"/>
          <p:cNvGrpSpPr/>
          <p:nvPr/>
        </p:nvGrpSpPr>
        <p:grpSpPr>
          <a:xfrm>
            <a:off x="8645658" y="1753080"/>
            <a:ext cx="3391670" cy="3842490"/>
            <a:chOff x="8645658" y="1753080"/>
            <a:chExt cx="3391670" cy="3842490"/>
          </a:xfrm>
        </p:grpSpPr>
        <p:sp>
          <p:nvSpPr>
            <p:cNvPr id="264" name="Google Shape;264;p80"/>
            <p:cNvSpPr/>
            <p:nvPr/>
          </p:nvSpPr>
          <p:spPr>
            <a:xfrm rot="5400000">
              <a:off x="8420248" y="1978490"/>
              <a:ext cx="3842490" cy="3391670"/>
            </a:xfrm>
            <a:prstGeom prst="hexagon">
              <a:avLst>
                <a:gd fmla="val 25000" name="adj"/>
                <a:gd fmla="val 115470" name="vf"/>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65" name="Google Shape;265;p80"/>
            <p:cNvSpPr txBox="1"/>
            <p:nvPr/>
          </p:nvSpPr>
          <p:spPr>
            <a:xfrm>
              <a:off x="8762949" y="2520163"/>
              <a:ext cx="3157087" cy="23083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2400" u="none" cap="none" strike="noStrike">
                  <a:solidFill>
                    <a:srgbClr val="000000"/>
                  </a:solidFill>
                  <a:latin typeface="Arial"/>
                  <a:ea typeface="Arial"/>
                  <a:cs typeface="Arial"/>
                  <a:sym typeface="Arial"/>
                </a:rPr>
                <a:t>Mental health is important at every stage of life, from childhood and adolescence through adulthood</a:t>
              </a:r>
              <a:endParaRPr b="0" i="0" sz="2400" u="none" cap="none" strike="noStrike">
                <a:solidFill>
                  <a:srgbClr val="000000"/>
                </a:solidFill>
                <a:latin typeface="Arial"/>
                <a:ea typeface="Arial"/>
                <a:cs typeface="Arial"/>
                <a:sym typeface="Arial"/>
              </a:endParaRPr>
            </a:p>
          </p:txBody>
        </p:sp>
      </p:grpSp>
      <p:sp>
        <p:nvSpPr>
          <p:cNvPr id="266" name="Google Shape;266;p80"/>
          <p:cNvSpPr txBox="1"/>
          <p:nvPr/>
        </p:nvSpPr>
        <p:spPr>
          <a:xfrm>
            <a:off x="7132320" y="6311662"/>
            <a:ext cx="4905008" cy="2862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chemeClr val="dk1"/>
              </a:buClr>
              <a:buSzPts val="1400"/>
              <a:buFont typeface="Arial"/>
              <a:buNone/>
            </a:pPr>
            <a:r>
              <a:rPr b="0" i="0" lang="en-US" sz="1400" u="none" cap="none" strike="noStrike">
                <a:solidFill>
                  <a:srgbClr val="000000"/>
                </a:solidFill>
                <a:latin typeface="Arial"/>
                <a:ea typeface="Arial"/>
                <a:cs typeface="Arial"/>
                <a:sym typeface="Arial"/>
              </a:rPr>
              <a:t>Source: https://www.cdc.gov/mentalhealth/learn/index.htm</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7"/>
                                        </p:tgtEl>
                                        <p:attrNameLst>
                                          <p:attrName>style.visibility</p:attrName>
                                        </p:attrNameLst>
                                      </p:cBhvr>
                                      <p:to>
                                        <p:strVal val="visible"/>
                                      </p:to>
                                    </p:set>
                                    <p:anim calcmode="lin" valueType="num">
                                      <p:cBhvr additive="base">
                                        <p:cTn dur="500"/>
                                        <p:tgtEl>
                                          <p:spTgt spid="25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0"/>
                                        </p:tgtEl>
                                        <p:attrNameLst>
                                          <p:attrName>style.visibility</p:attrName>
                                        </p:attrNameLst>
                                      </p:cBhvr>
                                      <p:to>
                                        <p:strVal val="visible"/>
                                      </p:to>
                                    </p:set>
                                    <p:anim calcmode="lin" valueType="num">
                                      <p:cBhvr additive="base">
                                        <p:cTn dur="500"/>
                                        <p:tgtEl>
                                          <p:spTgt spid="26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3"/>
                                        </p:tgtEl>
                                        <p:attrNameLst>
                                          <p:attrName>style.visibility</p:attrName>
                                        </p:attrNameLst>
                                      </p:cBhvr>
                                      <p:to>
                                        <p:strVal val="visible"/>
                                      </p:to>
                                    </p:set>
                                    <p:anim calcmode="lin" valueType="num">
                                      <p:cBhvr additive="base">
                                        <p:cTn dur="500"/>
                                        <p:tgtEl>
                                          <p:spTgt spid="26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6"/>
                                        </p:tgtEl>
                                        <p:attrNameLst>
                                          <p:attrName>style.visibility</p:attrName>
                                        </p:attrNameLst>
                                      </p:cBhvr>
                                      <p:to>
                                        <p:strVal val="visible"/>
                                      </p:to>
                                    </p:set>
                                    <p:anim calcmode="lin" valueType="num">
                                      <p:cBhvr additive="base">
                                        <p:cTn dur="500"/>
                                        <p:tgtEl>
                                          <p:spTgt spid="26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8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72" name="Google Shape;272;p81"/>
          <p:cNvSpPr/>
          <p:nvPr/>
        </p:nvSpPr>
        <p:spPr>
          <a:xfrm>
            <a:off x="5778500" y="0"/>
            <a:ext cx="6413500" cy="6858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3" name="Google Shape;273;p81"/>
          <p:cNvSpPr/>
          <p:nvPr/>
        </p:nvSpPr>
        <p:spPr>
          <a:xfrm>
            <a:off x="0" y="0"/>
            <a:ext cx="5778500" cy="6858000"/>
          </a:xfrm>
          <a:prstGeom prst="rect">
            <a:avLst/>
          </a:prstGeom>
          <a:blipFill rotWithShape="1">
            <a:blip r:embed="rId4">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grpSp>
        <p:nvGrpSpPr>
          <p:cNvPr id="278" name="Google Shape;278;p82"/>
          <p:cNvGrpSpPr/>
          <p:nvPr/>
        </p:nvGrpSpPr>
        <p:grpSpPr>
          <a:xfrm>
            <a:off x="-923925" y="0"/>
            <a:ext cx="6305550" cy="6858000"/>
            <a:chOff x="-965200" y="0"/>
            <a:chExt cx="6305550" cy="6858000"/>
          </a:xfrm>
        </p:grpSpPr>
        <p:sp>
          <p:nvSpPr>
            <p:cNvPr id="279" name="Google Shape;279;p82"/>
            <p:cNvSpPr/>
            <p:nvPr/>
          </p:nvSpPr>
          <p:spPr>
            <a:xfrm>
              <a:off x="-965200" y="0"/>
              <a:ext cx="5727700" cy="6858000"/>
            </a:xfrm>
            <a:prstGeom prst="roundRect">
              <a:avLst>
                <a:gd fmla="val 16667" name="adj"/>
              </a:avLst>
            </a:prstGeom>
            <a:solidFill>
              <a:srgbClr val="39F7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0" name="Google Shape;280;p82"/>
            <p:cNvSpPr/>
            <p:nvPr/>
          </p:nvSpPr>
          <p:spPr>
            <a:xfrm>
              <a:off x="4184650" y="838200"/>
              <a:ext cx="1155700" cy="939800"/>
            </a:xfrm>
            <a:prstGeom prst="roundRect">
              <a:avLst>
                <a:gd fmla="val 16667" name="adj"/>
              </a:avLst>
            </a:prstGeom>
            <a:solidFill>
              <a:srgbClr val="39F7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281" name="Google Shape;281;p8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282" name="Google Shape;282;p82"/>
          <p:cNvGrpSpPr/>
          <p:nvPr/>
        </p:nvGrpSpPr>
        <p:grpSpPr>
          <a:xfrm>
            <a:off x="-1971675" y="0"/>
            <a:ext cx="6305550" cy="6565900"/>
            <a:chOff x="-1943100" y="0"/>
            <a:chExt cx="6305550" cy="6858000"/>
          </a:xfrm>
        </p:grpSpPr>
        <p:sp>
          <p:nvSpPr>
            <p:cNvPr id="283" name="Google Shape;283;p82"/>
            <p:cNvSpPr/>
            <p:nvPr/>
          </p:nvSpPr>
          <p:spPr>
            <a:xfrm>
              <a:off x="-1943100" y="0"/>
              <a:ext cx="5727700" cy="6858000"/>
            </a:xfrm>
            <a:prstGeom prst="roundRect">
              <a:avLst>
                <a:gd fmla="val 16667" name="adj"/>
              </a:avLst>
            </a:prstGeom>
            <a:solidFill>
              <a:srgbClr val="615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4" name="Google Shape;284;p82"/>
            <p:cNvSpPr/>
            <p:nvPr/>
          </p:nvSpPr>
          <p:spPr>
            <a:xfrm>
              <a:off x="3206750" y="2247900"/>
              <a:ext cx="1155700" cy="939800"/>
            </a:xfrm>
            <a:prstGeom prst="roundRect">
              <a:avLst>
                <a:gd fmla="val 16667" name="adj"/>
              </a:avLst>
            </a:prstGeom>
            <a:solidFill>
              <a:srgbClr val="615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285" name="Google Shape;285;p82"/>
          <p:cNvGrpSpPr/>
          <p:nvPr/>
        </p:nvGrpSpPr>
        <p:grpSpPr>
          <a:xfrm>
            <a:off x="-2921000" y="0"/>
            <a:ext cx="6305550" cy="6858000"/>
            <a:chOff x="-2921000" y="-136525"/>
            <a:chExt cx="6305550" cy="6858000"/>
          </a:xfrm>
        </p:grpSpPr>
        <p:sp>
          <p:nvSpPr>
            <p:cNvPr id="286" name="Google Shape;286;p82"/>
            <p:cNvSpPr/>
            <p:nvPr/>
          </p:nvSpPr>
          <p:spPr>
            <a:xfrm>
              <a:off x="-2921000" y="-136525"/>
              <a:ext cx="5727700" cy="6858000"/>
            </a:xfrm>
            <a:prstGeom prst="roundRect">
              <a:avLst>
                <a:gd fmla="val 16667" name="adj"/>
              </a:avLst>
            </a:prstGeom>
            <a:solidFill>
              <a:srgbClr val="36C2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7" name="Google Shape;287;p82"/>
            <p:cNvSpPr/>
            <p:nvPr/>
          </p:nvSpPr>
          <p:spPr>
            <a:xfrm>
              <a:off x="2228850" y="3533776"/>
              <a:ext cx="1155700" cy="939800"/>
            </a:xfrm>
            <a:prstGeom prst="roundRect">
              <a:avLst>
                <a:gd fmla="val 16667" name="adj"/>
              </a:avLst>
            </a:prstGeom>
            <a:solidFill>
              <a:srgbClr val="36C2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288" name="Google Shape;288;p82"/>
          <p:cNvGrpSpPr/>
          <p:nvPr/>
        </p:nvGrpSpPr>
        <p:grpSpPr>
          <a:xfrm>
            <a:off x="-3829050" y="0"/>
            <a:ext cx="6305550" cy="6858000"/>
            <a:chOff x="-3829050" y="-114300"/>
            <a:chExt cx="6305550" cy="6858000"/>
          </a:xfrm>
        </p:grpSpPr>
        <p:sp>
          <p:nvSpPr>
            <p:cNvPr id="289" name="Google Shape;289;p82"/>
            <p:cNvSpPr/>
            <p:nvPr/>
          </p:nvSpPr>
          <p:spPr>
            <a:xfrm>
              <a:off x="-3829050" y="-114300"/>
              <a:ext cx="5727700" cy="6858000"/>
            </a:xfrm>
            <a:prstGeom prst="roundRect">
              <a:avLst>
                <a:gd fmla="val 16667" name="adj"/>
              </a:avLst>
            </a:pr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90" name="Google Shape;290;p82"/>
            <p:cNvSpPr/>
            <p:nvPr/>
          </p:nvSpPr>
          <p:spPr>
            <a:xfrm>
              <a:off x="1320800" y="4953004"/>
              <a:ext cx="1155700" cy="939800"/>
            </a:xfrm>
            <a:prstGeom prst="roundRect">
              <a:avLst>
                <a:gd fmla="val 16667" name="adj"/>
              </a:avLst>
            </a:pr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291" name="Google Shape;291;p82"/>
          <p:cNvSpPr txBox="1"/>
          <p:nvPr/>
        </p:nvSpPr>
        <p:spPr>
          <a:xfrm>
            <a:off x="5880100" y="2685416"/>
            <a:ext cx="5130800" cy="196977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0000"/>
                </a:solidFill>
                <a:latin typeface="Arial Black"/>
                <a:ea typeface="Arial Black"/>
                <a:cs typeface="Arial Black"/>
                <a:sym typeface="Arial Black"/>
              </a:rPr>
              <a:t>What are the most common mental health illnesses?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grpSp>
        <p:nvGrpSpPr>
          <p:cNvPr id="297" name="Google Shape;297;p83"/>
          <p:cNvGrpSpPr/>
          <p:nvPr/>
        </p:nvGrpSpPr>
        <p:grpSpPr>
          <a:xfrm>
            <a:off x="-1071078" y="0"/>
            <a:ext cx="16755578" cy="6858000"/>
            <a:chOff x="-965200" y="0"/>
            <a:chExt cx="6305550" cy="6858000"/>
          </a:xfrm>
        </p:grpSpPr>
        <p:sp>
          <p:nvSpPr>
            <p:cNvPr id="298" name="Google Shape;298;p83"/>
            <p:cNvSpPr/>
            <p:nvPr/>
          </p:nvSpPr>
          <p:spPr>
            <a:xfrm>
              <a:off x="-965200" y="0"/>
              <a:ext cx="5727700" cy="6858000"/>
            </a:xfrm>
            <a:prstGeom prst="roundRect">
              <a:avLst>
                <a:gd fmla="val 16667" name="adj"/>
              </a:avLst>
            </a:prstGeom>
            <a:solidFill>
              <a:srgbClr val="39F7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299" name="Google Shape;299;p83"/>
            <p:cNvSpPr/>
            <p:nvPr/>
          </p:nvSpPr>
          <p:spPr>
            <a:xfrm>
              <a:off x="4184650" y="838200"/>
              <a:ext cx="1155700" cy="939800"/>
            </a:xfrm>
            <a:prstGeom prst="roundRect">
              <a:avLst>
                <a:gd fmla="val 16667" name="adj"/>
              </a:avLst>
            </a:prstGeom>
            <a:solidFill>
              <a:srgbClr val="39F7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grpSp>
      <p:sp>
        <p:nvSpPr>
          <p:cNvPr id="300" name="Google Shape;300;p8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301" name="Google Shape;301;p83"/>
          <p:cNvGrpSpPr/>
          <p:nvPr/>
        </p:nvGrpSpPr>
        <p:grpSpPr>
          <a:xfrm>
            <a:off x="-1943100" y="0"/>
            <a:ext cx="6305550" cy="6858000"/>
            <a:chOff x="-1943100" y="0"/>
            <a:chExt cx="6305550" cy="6858000"/>
          </a:xfrm>
        </p:grpSpPr>
        <p:sp>
          <p:nvSpPr>
            <p:cNvPr id="302" name="Google Shape;302;p83"/>
            <p:cNvSpPr/>
            <p:nvPr/>
          </p:nvSpPr>
          <p:spPr>
            <a:xfrm>
              <a:off x="-1943100" y="0"/>
              <a:ext cx="5727700" cy="6858000"/>
            </a:xfrm>
            <a:prstGeom prst="roundRect">
              <a:avLst>
                <a:gd fmla="val 16667" name="adj"/>
              </a:avLst>
            </a:prstGeom>
            <a:solidFill>
              <a:srgbClr val="615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3" name="Google Shape;303;p83"/>
            <p:cNvSpPr/>
            <p:nvPr/>
          </p:nvSpPr>
          <p:spPr>
            <a:xfrm>
              <a:off x="3206750" y="2247900"/>
              <a:ext cx="1155700" cy="939800"/>
            </a:xfrm>
            <a:prstGeom prst="roundRect">
              <a:avLst>
                <a:gd fmla="val 16667" name="adj"/>
              </a:avLst>
            </a:prstGeom>
            <a:solidFill>
              <a:srgbClr val="615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304" name="Google Shape;304;p83"/>
          <p:cNvGrpSpPr/>
          <p:nvPr/>
        </p:nvGrpSpPr>
        <p:grpSpPr>
          <a:xfrm>
            <a:off x="-2921000" y="0"/>
            <a:ext cx="6305550" cy="6858000"/>
            <a:chOff x="-2921000" y="-136525"/>
            <a:chExt cx="6305550" cy="6858000"/>
          </a:xfrm>
        </p:grpSpPr>
        <p:sp>
          <p:nvSpPr>
            <p:cNvPr id="305" name="Google Shape;305;p83"/>
            <p:cNvSpPr/>
            <p:nvPr/>
          </p:nvSpPr>
          <p:spPr>
            <a:xfrm>
              <a:off x="-2921000" y="-136525"/>
              <a:ext cx="5727700" cy="6858000"/>
            </a:xfrm>
            <a:prstGeom prst="roundRect">
              <a:avLst>
                <a:gd fmla="val 16667" name="adj"/>
              </a:avLst>
            </a:prstGeom>
            <a:solidFill>
              <a:srgbClr val="36C2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6" name="Google Shape;306;p83"/>
            <p:cNvSpPr/>
            <p:nvPr/>
          </p:nvSpPr>
          <p:spPr>
            <a:xfrm>
              <a:off x="2228850" y="3533776"/>
              <a:ext cx="1155700" cy="939800"/>
            </a:xfrm>
            <a:prstGeom prst="roundRect">
              <a:avLst>
                <a:gd fmla="val 16667" name="adj"/>
              </a:avLst>
            </a:prstGeom>
            <a:solidFill>
              <a:srgbClr val="36C2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307" name="Google Shape;307;p83"/>
          <p:cNvGrpSpPr/>
          <p:nvPr/>
        </p:nvGrpSpPr>
        <p:grpSpPr>
          <a:xfrm>
            <a:off x="-3829050" y="0"/>
            <a:ext cx="6305550" cy="6858000"/>
            <a:chOff x="-3829050" y="-114300"/>
            <a:chExt cx="6305550" cy="6858000"/>
          </a:xfrm>
        </p:grpSpPr>
        <p:sp>
          <p:nvSpPr>
            <p:cNvPr id="308" name="Google Shape;308;p83"/>
            <p:cNvSpPr/>
            <p:nvPr/>
          </p:nvSpPr>
          <p:spPr>
            <a:xfrm>
              <a:off x="-3829050" y="-114300"/>
              <a:ext cx="5727700" cy="6858000"/>
            </a:xfrm>
            <a:prstGeom prst="roundRect">
              <a:avLst>
                <a:gd fmla="val 16667" name="adj"/>
              </a:avLst>
            </a:pr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9" name="Google Shape;309;p83"/>
            <p:cNvSpPr/>
            <p:nvPr/>
          </p:nvSpPr>
          <p:spPr>
            <a:xfrm>
              <a:off x="1320800" y="4953004"/>
              <a:ext cx="1155700" cy="939800"/>
            </a:xfrm>
            <a:prstGeom prst="roundRect">
              <a:avLst>
                <a:gd fmla="val 16667" name="adj"/>
              </a:avLst>
            </a:pr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310" name="Google Shape;310;p83"/>
          <p:cNvSpPr txBox="1"/>
          <p:nvPr/>
        </p:nvSpPr>
        <p:spPr>
          <a:xfrm>
            <a:off x="4546156" y="136525"/>
            <a:ext cx="764584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chemeClr val="dk1"/>
                </a:solidFill>
                <a:latin typeface="Arial Black"/>
                <a:ea typeface="Arial Black"/>
                <a:cs typeface="Arial Black"/>
                <a:sym typeface="Arial Black"/>
              </a:rPr>
              <a:t>Anxiety Disorders</a:t>
            </a:r>
            <a:endParaRPr b="0" i="0" sz="3600" u="none" cap="none" strike="noStrike">
              <a:solidFill>
                <a:schemeClr val="dk1"/>
              </a:solidFill>
              <a:latin typeface="Arial Black"/>
              <a:ea typeface="Arial Black"/>
              <a:cs typeface="Arial Black"/>
              <a:sym typeface="Arial Black"/>
            </a:endParaRPr>
          </a:p>
        </p:txBody>
      </p:sp>
      <p:sp>
        <p:nvSpPr>
          <p:cNvPr id="311" name="Google Shape;311;p83"/>
          <p:cNvSpPr txBox="1"/>
          <p:nvPr/>
        </p:nvSpPr>
        <p:spPr>
          <a:xfrm>
            <a:off x="4546156" y="782856"/>
            <a:ext cx="7341742"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none" cap="none" strike="noStrike">
                <a:solidFill>
                  <a:schemeClr val="dk1"/>
                </a:solidFill>
                <a:latin typeface="Arial"/>
                <a:ea typeface="Arial"/>
                <a:cs typeface="Arial"/>
                <a:sym typeface="Arial"/>
              </a:rPr>
              <a:t>In 2019, 301 million people were living with an anxiety disorder including 58 million children and adolescents.</a:t>
            </a:r>
            <a:endParaRPr b="0" i="0" sz="2800" u="none" cap="none" strike="noStrike">
              <a:solidFill>
                <a:schemeClr val="dk1"/>
              </a:solidFill>
              <a:latin typeface="Arial"/>
              <a:ea typeface="Arial"/>
              <a:cs typeface="Arial"/>
              <a:sym typeface="Arial"/>
            </a:endParaRPr>
          </a:p>
        </p:txBody>
      </p:sp>
      <p:grpSp>
        <p:nvGrpSpPr>
          <p:cNvPr id="312" name="Google Shape;312;p83"/>
          <p:cNvGrpSpPr/>
          <p:nvPr/>
        </p:nvGrpSpPr>
        <p:grpSpPr>
          <a:xfrm>
            <a:off x="4044513" y="2214292"/>
            <a:ext cx="7840606" cy="4277958"/>
            <a:chOff x="2777" y="402891"/>
            <a:chExt cx="7840606" cy="4277958"/>
          </a:xfrm>
        </p:grpSpPr>
        <p:sp>
          <p:nvSpPr>
            <p:cNvPr id="313" name="Google Shape;313;p83"/>
            <p:cNvSpPr/>
            <p:nvPr/>
          </p:nvSpPr>
          <p:spPr>
            <a:xfrm>
              <a:off x="5995700" y="2346976"/>
              <a:ext cx="241002" cy="1335638"/>
            </a:xfrm>
            <a:custGeom>
              <a:rect b="b" l="l" r="r" t="t"/>
              <a:pathLst>
                <a:path extrusionOk="0" h="120000" w="120000">
                  <a:moveTo>
                    <a:pt x="0" y="0"/>
                  </a:moveTo>
                  <a:lnTo>
                    <a:pt x="0" y="120000"/>
                  </a:lnTo>
                  <a:lnTo>
                    <a:pt x="120000" y="120000"/>
                  </a:lnTo>
                </a:path>
              </a:pathLst>
            </a:custGeom>
            <a:noFill/>
            <a:ln cap="flat" cmpd="sng" w="25400">
              <a:solidFill>
                <a:srgbClr val="3D4B5F"/>
              </a:solidFill>
              <a:prstDash val="solid"/>
              <a:round/>
              <a:headEnd len="sm" w="sm" type="none"/>
              <a:tailEnd len="sm" w="sm" type="none"/>
            </a:ln>
          </p:spPr>
        </p:sp>
        <p:sp>
          <p:nvSpPr>
            <p:cNvPr id="314" name="Google Shape;314;p83"/>
            <p:cNvSpPr/>
            <p:nvPr/>
          </p:nvSpPr>
          <p:spPr>
            <a:xfrm>
              <a:off x="3722245" y="1206232"/>
              <a:ext cx="2916127" cy="337403"/>
            </a:xfrm>
            <a:custGeom>
              <a:rect b="b" l="l" r="r" t="t"/>
              <a:pathLst>
                <a:path extrusionOk="0" h="120000" w="120000">
                  <a:moveTo>
                    <a:pt x="0" y="0"/>
                  </a:moveTo>
                  <a:lnTo>
                    <a:pt x="0" y="60000"/>
                  </a:lnTo>
                  <a:lnTo>
                    <a:pt x="120000" y="60000"/>
                  </a:lnTo>
                  <a:lnTo>
                    <a:pt x="120000" y="120000"/>
                  </a:lnTo>
                </a:path>
              </a:pathLst>
            </a:custGeom>
            <a:noFill/>
            <a:ln cap="flat" cmpd="sng" w="25400">
              <a:solidFill>
                <a:srgbClr val="354254"/>
              </a:solidFill>
              <a:prstDash val="solid"/>
              <a:round/>
              <a:headEnd len="sm" w="sm" type="none"/>
              <a:tailEnd len="sm" w="sm" type="none"/>
            </a:ln>
          </p:spPr>
        </p:sp>
        <p:sp>
          <p:nvSpPr>
            <p:cNvPr id="315" name="Google Shape;315;p83"/>
            <p:cNvSpPr/>
            <p:nvPr/>
          </p:nvSpPr>
          <p:spPr>
            <a:xfrm>
              <a:off x="4051615" y="2346976"/>
              <a:ext cx="241002" cy="1066334"/>
            </a:xfrm>
            <a:custGeom>
              <a:rect b="b" l="l" r="r" t="t"/>
              <a:pathLst>
                <a:path extrusionOk="0" h="120000" w="120000">
                  <a:moveTo>
                    <a:pt x="0" y="0"/>
                  </a:moveTo>
                  <a:lnTo>
                    <a:pt x="0" y="120000"/>
                  </a:lnTo>
                  <a:lnTo>
                    <a:pt x="120000" y="120000"/>
                  </a:lnTo>
                </a:path>
              </a:pathLst>
            </a:custGeom>
            <a:noFill/>
            <a:ln cap="flat" cmpd="sng" w="25400">
              <a:solidFill>
                <a:srgbClr val="3D4B5F"/>
              </a:solidFill>
              <a:prstDash val="solid"/>
              <a:round/>
              <a:headEnd len="sm" w="sm" type="none"/>
              <a:tailEnd len="sm" w="sm" type="none"/>
            </a:ln>
          </p:spPr>
        </p:sp>
        <p:sp>
          <p:nvSpPr>
            <p:cNvPr id="316" name="Google Shape;316;p83"/>
            <p:cNvSpPr/>
            <p:nvPr/>
          </p:nvSpPr>
          <p:spPr>
            <a:xfrm>
              <a:off x="3722245" y="1206232"/>
              <a:ext cx="972042" cy="337403"/>
            </a:xfrm>
            <a:custGeom>
              <a:rect b="b" l="l" r="r" t="t"/>
              <a:pathLst>
                <a:path extrusionOk="0" h="120000" w="120000">
                  <a:moveTo>
                    <a:pt x="0" y="0"/>
                  </a:moveTo>
                  <a:lnTo>
                    <a:pt x="0" y="60000"/>
                  </a:lnTo>
                  <a:lnTo>
                    <a:pt x="120000" y="60000"/>
                  </a:lnTo>
                  <a:lnTo>
                    <a:pt x="120000" y="120000"/>
                  </a:lnTo>
                </a:path>
              </a:pathLst>
            </a:custGeom>
            <a:noFill/>
            <a:ln cap="flat" cmpd="sng" w="25400">
              <a:solidFill>
                <a:srgbClr val="354254"/>
              </a:solidFill>
              <a:prstDash val="solid"/>
              <a:round/>
              <a:headEnd len="sm" w="sm" type="none"/>
              <a:tailEnd len="sm" w="sm" type="none"/>
            </a:ln>
          </p:spPr>
        </p:sp>
        <p:sp>
          <p:nvSpPr>
            <p:cNvPr id="317" name="Google Shape;317;p83"/>
            <p:cNvSpPr/>
            <p:nvPr/>
          </p:nvSpPr>
          <p:spPr>
            <a:xfrm>
              <a:off x="2107530" y="2346976"/>
              <a:ext cx="241002" cy="739073"/>
            </a:xfrm>
            <a:custGeom>
              <a:rect b="b" l="l" r="r" t="t"/>
              <a:pathLst>
                <a:path extrusionOk="0" h="120000" w="120000">
                  <a:moveTo>
                    <a:pt x="0" y="0"/>
                  </a:moveTo>
                  <a:lnTo>
                    <a:pt x="0" y="120000"/>
                  </a:lnTo>
                  <a:lnTo>
                    <a:pt x="120000" y="120000"/>
                  </a:lnTo>
                </a:path>
              </a:pathLst>
            </a:custGeom>
            <a:noFill/>
            <a:ln cap="flat" cmpd="sng" w="25400">
              <a:solidFill>
                <a:srgbClr val="3D4B5F"/>
              </a:solidFill>
              <a:prstDash val="solid"/>
              <a:round/>
              <a:headEnd len="sm" w="sm" type="none"/>
              <a:tailEnd len="sm" w="sm" type="none"/>
            </a:ln>
          </p:spPr>
        </p:sp>
        <p:sp>
          <p:nvSpPr>
            <p:cNvPr id="318" name="Google Shape;318;p83"/>
            <p:cNvSpPr/>
            <p:nvPr/>
          </p:nvSpPr>
          <p:spPr>
            <a:xfrm>
              <a:off x="2750203" y="1206232"/>
              <a:ext cx="972042" cy="337403"/>
            </a:xfrm>
            <a:custGeom>
              <a:rect b="b" l="l" r="r" t="t"/>
              <a:pathLst>
                <a:path extrusionOk="0" h="120000" w="120000">
                  <a:moveTo>
                    <a:pt x="120000" y="0"/>
                  </a:moveTo>
                  <a:lnTo>
                    <a:pt x="120000" y="60000"/>
                  </a:lnTo>
                  <a:lnTo>
                    <a:pt x="0" y="60000"/>
                  </a:lnTo>
                  <a:lnTo>
                    <a:pt x="0" y="120000"/>
                  </a:lnTo>
                </a:path>
              </a:pathLst>
            </a:custGeom>
            <a:noFill/>
            <a:ln cap="flat" cmpd="sng" w="25400">
              <a:solidFill>
                <a:srgbClr val="354254"/>
              </a:solidFill>
              <a:prstDash val="solid"/>
              <a:round/>
              <a:headEnd len="sm" w="sm" type="none"/>
              <a:tailEnd len="sm" w="sm" type="none"/>
            </a:ln>
          </p:spPr>
        </p:sp>
        <p:sp>
          <p:nvSpPr>
            <p:cNvPr id="319" name="Google Shape;319;p83"/>
            <p:cNvSpPr/>
            <p:nvPr/>
          </p:nvSpPr>
          <p:spPr>
            <a:xfrm>
              <a:off x="163445" y="2346976"/>
              <a:ext cx="241002" cy="739073"/>
            </a:xfrm>
            <a:custGeom>
              <a:rect b="b" l="l" r="r" t="t"/>
              <a:pathLst>
                <a:path extrusionOk="0" h="120000" w="120000">
                  <a:moveTo>
                    <a:pt x="0" y="0"/>
                  </a:moveTo>
                  <a:lnTo>
                    <a:pt x="0" y="120000"/>
                  </a:lnTo>
                  <a:lnTo>
                    <a:pt x="120000" y="120000"/>
                  </a:lnTo>
                </a:path>
              </a:pathLst>
            </a:custGeom>
            <a:noFill/>
            <a:ln cap="flat" cmpd="sng" w="25400">
              <a:solidFill>
                <a:srgbClr val="3D4B5F"/>
              </a:solidFill>
              <a:prstDash val="solid"/>
              <a:round/>
              <a:headEnd len="sm" w="sm" type="none"/>
              <a:tailEnd len="sm" w="sm" type="none"/>
            </a:ln>
          </p:spPr>
        </p:sp>
        <p:sp>
          <p:nvSpPr>
            <p:cNvPr id="320" name="Google Shape;320;p83"/>
            <p:cNvSpPr/>
            <p:nvPr/>
          </p:nvSpPr>
          <p:spPr>
            <a:xfrm>
              <a:off x="806118" y="1206232"/>
              <a:ext cx="2916127" cy="337403"/>
            </a:xfrm>
            <a:custGeom>
              <a:rect b="b" l="l" r="r" t="t"/>
              <a:pathLst>
                <a:path extrusionOk="0" h="120000" w="120000">
                  <a:moveTo>
                    <a:pt x="120000" y="0"/>
                  </a:moveTo>
                  <a:lnTo>
                    <a:pt x="120000" y="60000"/>
                  </a:lnTo>
                  <a:lnTo>
                    <a:pt x="0" y="60000"/>
                  </a:lnTo>
                  <a:lnTo>
                    <a:pt x="0" y="120000"/>
                  </a:lnTo>
                </a:path>
              </a:pathLst>
            </a:custGeom>
            <a:noFill/>
            <a:ln cap="flat" cmpd="sng" w="25400">
              <a:solidFill>
                <a:srgbClr val="354254"/>
              </a:solidFill>
              <a:prstDash val="solid"/>
              <a:round/>
              <a:headEnd len="sm" w="sm" type="none"/>
              <a:tailEnd len="sm" w="sm" type="none"/>
            </a:ln>
          </p:spPr>
        </p:sp>
        <p:sp>
          <p:nvSpPr>
            <p:cNvPr id="321" name="Google Shape;321;p83"/>
            <p:cNvSpPr/>
            <p:nvPr/>
          </p:nvSpPr>
          <p:spPr>
            <a:xfrm>
              <a:off x="2918904" y="402891"/>
              <a:ext cx="1606681" cy="803340"/>
            </a:xfrm>
            <a:prstGeom prst="rect">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83"/>
            <p:cNvSpPr txBox="1"/>
            <p:nvPr/>
          </p:nvSpPr>
          <p:spPr>
            <a:xfrm>
              <a:off x="2918904" y="402891"/>
              <a:ext cx="1606681" cy="803340"/>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Types of Anxiety Disorders </a:t>
              </a:r>
              <a:endParaRPr b="1" i="0" sz="1600" u="none" cap="none" strike="noStrike">
                <a:solidFill>
                  <a:schemeClr val="lt1"/>
                </a:solidFill>
                <a:latin typeface="Arial"/>
                <a:ea typeface="Arial"/>
                <a:cs typeface="Arial"/>
                <a:sym typeface="Arial"/>
              </a:endParaRPr>
            </a:p>
          </p:txBody>
        </p:sp>
        <p:sp>
          <p:nvSpPr>
            <p:cNvPr id="323" name="Google Shape;323;p83"/>
            <p:cNvSpPr/>
            <p:nvPr/>
          </p:nvSpPr>
          <p:spPr>
            <a:xfrm>
              <a:off x="2777" y="1543635"/>
              <a:ext cx="1606681" cy="803340"/>
            </a:xfrm>
            <a:prstGeom prst="rect">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83"/>
            <p:cNvSpPr txBox="1"/>
            <p:nvPr/>
          </p:nvSpPr>
          <p:spPr>
            <a:xfrm>
              <a:off x="2777" y="1543635"/>
              <a:ext cx="1606681" cy="803340"/>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Generalised anxiety disorder</a:t>
              </a:r>
              <a:endParaRPr b="1" i="0" sz="1600" u="none" cap="none" strike="noStrike">
                <a:solidFill>
                  <a:schemeClr val="lt1"/>
                </a:solidFill>
                <a:latin typeface="Arial"/>
                <a:ea typeface="Arial"/>
                <a:cs typeface="Arial"/>
                <a:sym typeface="Arial"/>
              </a:endParaRPr>
            </a:p>
          </p:txBody>
        </p:sp>
        <p:sp>
          <p:nvSpPr>
            <p:cNvPr id="325" name="Google Shape;325;p83"/>
            <p:cNvSpPr/>
            <p:nvPr/>
          </p:nvSpPr>
          <p:spPr>
            <a:xfrm>
              <a:off x="404448" y="2684379"/>
              <a:ext cx="1606681" cy="803340"/>
            </a:xfrm>
            <a:prstGeom prst="rect">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83"/>
            <p:cNvSpPr txBox="1"/>
            <p:nvPr/>
          </p:nvSpPr>
          <p:spPr>
            <a:xfrm>
              <a:off x="404448" y="2684379"/>
              <a:ext cx="1606681" cy="803340"/>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chemeClr val="lt1"/>
                  </a:solidFill>
                  <a:latin typeface="Arial"/>
                  <a:ea typeface="Arial"/>
                  <a:cs typeface="Arial"/>
                  <a:sym typeface="Arial"/>
                </a:rPr>
                <a:t>characterised by excessive worry</a:t>
              </a:r>
              <a:endParaRPr b="0" i="0" sz="1600" u="none" cap="none" strike="noStrike">
                <a:solidFill>
                  <a:schemeClr val="lt1"/>
                </a:solidFill>
                <a:latin typeface="Arial"/>
                <a:ea typeface="Arial"/>
                <a:cs typeface="Arial"/>
                <a:sym typeface="Arial"/>
              </a:endParaRPr>
            </a:p>
          </p:txBody>
        </p:sp>
        <p:sp>
          <p:nvSpPr>
            <p:cNvPr id="327" name="Google Shape;327;p83"/>
            <p:cNvSpPr/>
            <p:nvPr/>
          </p:nvSpPr>
          <p:spPr>
            <a:xfrm>
              <a:off x="1946862" y="1543635"/>
              <a:ext cx="1606681" cy="803340"/>
            </a:xfrm>
            <a:prstGeom prst="rect">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83"/>
            <p:cNvSpPr txBox="1"/>
            <p:nvPr/>
          </p:nvSpPr>
          <p:spPr>
            <a:xfrm>
              <a:off x="1946862" y="1543635"/>
              <a:ext cx="1606681" cy="803340"/>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Panic disorder</a:t>
              </a:r>
              <a:endParaRPr b="1" i="0" sz="1600" u="none" cap="none" strike="noStrike">
                <a:solidFill>
                  <a:schemeClr val="lt1"/>
                </a:solidFill>
                <a:latin typeface="Arial"/>
                <a:ea typeface="Arial"/>
                <a:cs typeface="Arial"/>
                <a:sym typeface="Arial"/>
              </a:endParaRPr>
            </a:p>
          </p:txBody>
        </p:sp>
        <p:sp>
          <p:nvSpPr>
            <p:cNvPr id="329" name="Google Shape;329;p83"/>
            <p:cNvSpPr/>
            <p:nvPr/>
          </p:nvSpPr>
          <p:spPr>
            <a:xfrm>
              <a:off x="2348532" y="2684379"/>
              <a:ext cx="1606681" cy="803340"/>
            </a:xfrm>
            <a:prstGeom prst="rect">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83"/>
            <p:cNvSpPr txBox="1"/>
            <p:nvPr/>
          </p:nvSpPr>
          <p:spPr>
            <a:xfrm>
              <a:off x="2348532" y="2684379"/>
              <a:ext cx="1606681" cy="803340"/>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chemeClr val="lt1"/>
                  </a:solidFill>
                  <a:latin typeface="Arial"/>
                  <a:ea typeface="Arial"/>
                  <a:cs typeface="Arial"/>
                  <a:sym typeface="Arial"/>
                </a:rPr>
                <a:t>characterised by panic attacks</a:t>
              </a:r>
              <a:endParaRPr b="0" i="0" sz="1600" u="none" cap="none" strike="noStrike">
                <a:solidFill>
                  <a:schemeClr val="lt1"/>
                </a:solidFill>
                <a:latin typeface="Arial"/>
                <a:ea typeface="Arial"/>
                <a:cs typeface="Arial"/>
                <a:sym typeface="Arial"/>
              </a:endParaRPr>
            </a:p>
          </p:txBody>
        </p:sp>
        <p:sp>
          <p:nvSpPr>
            <p:cNvPr id="331" name="Google Shape;331;p83"/>
            <p:cNvSpPr/>
            <p:nvPr/>
          </p:nvSpPr>
          <p:spPr>
            <a:xfrm>
              <a:off x="3890947" y="1543635"/>
              <a:ext cx="1606681" cy="803340"/>
            </a:xfrm>
            <a:prstGeom prst="rect">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83"/>
            <p:cNvSpPr txBox="1"/>
            <p:nvPr/>
          </p:nvSpPr>
          <p:spPr>
            <a:xfrm>
              <a:off x="3890947" y="1543635"/>
              <a:ext cx="1606681" cy="803340"/>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Social anxiety disorder</a:t>
              </a:r>
              <a:endParaRPr b="1" i="0" sz="1600" u="none" cap="none" strike="noStrike">
                <a:solidFill>
                  <a:schemeClr val="lt1"/>
                </a:solidFill>
                <a:latin typeface="Arial"/>
                <a:ea typeface="Arial"/>
                <a:cs typeface="Arial"/>
                <a:sym typeface="Arial"/>
              </a:endParaRPr>
            </a:p>
          </p:txBody>
        </p:sp>
        <p:sp>
          <p:nvSpPr>
            <p:cNvPr id="333" name="Google Shape;333;p83"/>
            <p:cNvSpPr/>
            <p:nvPr/>
          </p:nvSpPr>
          <p:spPr>
            <a:xfrm>
              <a:off x="4292617" y="2684379"/>
              <a:ext cx="1606681" cy="1457862"/>
            </a:xfrm>
            <a:prstGeom prst="rect">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83"/>
            <p:cNvSpPr txBox="1"/>
            <p:nvPr/>
          </p:nvSpPr>
          <p:spPr>
            <a:xfrm>
              <a:off x="4292617" y="2684379"/>
              <a:ext cx="1606681" cy="145786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chemeClr val="lt1"/>
                  </a:solidFill>
                  <a:latin typeface="Arial"/>
                  <a:ea typeface="Arial"/>
                  <a:cs typeface="Arial"/>
                  <a:sym typeface="Arial"/>
                </a:rPr>
                <a:t>characterised by excessive fear and worry in social situations</a:t>
              </a:r>
              <a:endParaRPr b="0" i="0" sz="1600" u="none" cap="none" strike="noStrike">
                <a:solidFill>
                  <a:schemeClr val="lt1"/>
                </a:solidFill>
                <a:latin typeface="Arial"/>
                <a:ea typeface="Arial"/>
                <a:cs typeface="Arial"/>
                <a:sym typeface="Arial"/>
              </a:endParaRPr>
            </a:p>
          </p:txBody>
        </p:sp>
        <p:sp>
          <p:nvSpPr>
            <p:cNvPr id="335" name="Google Shape;335;p83"/>
            <p:cNvSpPr/>
            <p:nvPr/>
          </p:nvSpPr>
          <p:spPr>
            <a:xfrm>
              <a:off x="5835032" y="1543635"/>
              <a:ext cx="1606681" cy="803340"/>
            </a:xfrm>
            <a:prstGeom prst="rect">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83"/>
            <p:cNvSpPr txBox="1"/>
            <p:nvPr/>
          </p:nvSpPr>
          <p:spPr>
            <a:xfrm>
              <a:off x="5835032" y="1543635"/>
              <a:ext cx="1606681" cy="803340"/>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Separation anxiety disorder</a:t>
              </a:r>
              <a:endParaRPr b="1" i="0" sz="1600" u="none" cap="none" strike="noStrike">
                <a:solidFill>
                  <a:schemeClr val="lt1"/>
                </a:solidFill>
                <a:latin typeface="Arial"/>
                <a:ea typeface="Arial"/>
                <a:cs typeface="Arial"/>
                <a:sym typeface="Arial"/>
              </a:endParaRPr>
            </a:p>
          </p:txBody>
        </p:sp>
        <p:sp>
          <p:nvSpPr>
            <p:cNvPr id="337" name="Google Shape;337;p83"/>
            <p:cNvSpPr/>
            <p:nvPr/>
          </p:nvSpPr>
          <p:spPr>
            <a:xfrm>
              <a:off x="6236702" y="2684379"/>
              <a:ext cx="1606681" cy="1996470"/>
            </a:xfrm>
            <a:prstGeom prst="rect">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83"/>
            <p:cNvSpPr txBox="1"/>
            <p:nvPr/>
          </p:nvSpPr>
          <p:spPr>
            <a:xfrm>
              <a:off x="6236702" y="2684379"/>
              <a:ext cx="1606681" cy="1996470"/>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chemeClr val="lt1"/>
                  </a:solidFill>
                  <a:latin typeface="Arial"/>
                  <a:ea typeface="Arial"/>
                  <a:cs typeface="Arial"/>
                  <a:sym typeface="Arial"/>
                </a:rPr>
                <a:t>characterised by excessive fear or anxiety about separation from those individuals to whom the person has a deep emotional bond</a:t>
              </a:r>
              <a:endParaRPr b="0" i="0" sz="1600" u="none" cap="none" strike="noStrike">
                <a:solidFill>
                  <a:schemeClr val="lt1"/>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grpSp>
        <p:nvGrpSpPr>
          <p:cNvPr id="343" name="Google Shape;343;p84"/>
          <p:cNvGrpSpPr/>
          <p:nvPr/>
        </p:nvGrpSpPr>
        <p:grpSpPr>
          <a:xfrm>
            <a:off x="-965200" y="0"/>
            <a:ext cx="15544800" cy="6858000"/>
            <a:chOff x="-965200" y="0"/>
            <a:chExt cx="6305550" cy="6858000"/>
          </a:xfrm>
        </p:grpSpPr>
        <p:sp>
          <p:nvSpPr>
            <p:cNvPr id="344" name="Google Shape;344;p84"/>
            <p:cNvSpPr/>
            <p:nvPr/>
          </p:nvSpPr>
          <p:spPr>
            <a:xfrm>
              <a:off x="-965200" y="0"/>
              <a:ext cx="5727700" cy="6858000"/>
            </a:xfrm>
            <a:prstGeom prst="roundRect">
              <a:avLst>
                <a:gd fmla="val 16667" name="adj"/>
              </a:avLst>
            </a:prstGeom>
            <a:solidFill>
              <a:srgbClr val="39F7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5" name="Google Shape;345;p84"/>
            <p:cNvSpPr/>
            <p:nvPr/>
          </p:nvSpPr>
          <p:spPr>
            <a:xfrm>
              <a:off x="4184650" y="838200"/>
              <a:ext cx="1155700" cy="939800"/>
            </a:xfrm>
            <a:prstGeom prst="roundRect">
              <a:avLst>
                <a:gd fmla="val 16667" name="adj"/>
              </a:avLst>
            </a:prstGeom>
            <a:solidFill>
              <a:srgbClr val="39F7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346" name="Google Shape;346;p8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347" name="Google Shape;347;p84"/>
          <p:cNvGrpSpPr/>
          <p:nvPr/>
        </p:nvGrpSpPr>
        <p:grpSpPr>
          <a:xfrm>
            <a:off x="-1943100" y="0"/>
            <a:ext cx="17170400" cy="6858000"/>
            <a:chOff x="-1943100" y="0"/>
            <a:chExt cx="6305550" cy="6858000"/>
          </a:xfrm>
        </p:grpSpPr>
        <p:sp>
          <p:nvSpPr>
            <p:cNvPr id="348" name="Google Shape;348;p84"/>
            <p:cNvSpPr/>
            <p:nvPr/>
          </p:nvSpPr>
          <p:spPr>
            <a:xfrm>
              <a:off x="-1943100" y="0"/>
              <a:ext cx="5727700" cy="6858000"/>
            </a:xfrm>
            <a:prstGeom prst="roundRect">
              <a:avLst>
                <a:gd fmla="val 16667" name="adj"/>
              </a:avLst>
            </a:prstGeom>
            <a:solidFill>
              <a:srgbClr val="615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9" name="Google Shape;349;p84"/>
            <p:cNvSpPr/>
            <p:nvPr/>
          </p:nvSpPr>
          <p:spPr>
            <a:xfrm>
              <a:off x="3206750" y="2247900"/>
              <a:ext cx="1155700" cy="939800"/>
            </a:xfrm>
            <a:prstGeom prst="roundRect">
              <a:avLst>
                <a:gd fmla="val 16667" name="adj"/>
              </a:avLst>
            </a:prstGeom>
            <a:solidFill>
              <a:srgbClr val="615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350" name="Google Shape;350;p84"/>
          <p:cNvGrpSpPr/>
          <p:nvPr/>
        </p:nvGrpSpPr>
        <p:grpSpPr>
          <a:xfrm>
            <a:off x="-2921000" y="0"/>
            <a:ext cx="6305550" cy="6858000"/>
            <a:chOff x="-2921000" y="-136525"/>
            <a:chExt cx="6305550" cy="6858000"/>
          </a:xfrm>
        </p:grpSpPr>
        <p:sp>
          <p:nvSpPr>
            <p:cNvPr id="351" name="Google Shape;351;p84"/>
            <p:cNvSpPr/>
            <p:nvPr/>
          </p:nvSpPr>
          <p:spPr>
            <a:xfrm>
              <a:off x="-2921000" y="-136525"/>
              <a:ext cx="5727700" cy="6858000"/>
            </a:xfrm>
            <a:prstGeom prst="roundRect">
              <a:avLst>
                <a:gd fmla="val 16667" name="adj"/>
              </a:avLst>
            </a:prstGeom>
            <a:solidFill>
              <a:srgbClr val="36C2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2" name="Google Shape;352;p84"/>
            <p:cNvSpPr/>
            <p:nvPr/>
          </p:nvSpPr>
          <p:spPr>
            <a:xfrm>
              <a:off x="2228850" y="3533776"/>
              <a:ext cx="1155700" cy="939800"/>
            </a:xfrm>
            <a:prstGeom prst="roundRect">
              <a:avLst>
                <a:gd fmla="val 16667" name="adj"/>
              </a:avLst>
            </a:prstGeom>
            <a:solidFill>
              <a:srgbClr val="36C2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353" name="Google Shape;353;p84"/>
          <p:cNvGrpSpPr/>
          <p:nvPr/>
        </p:nvGrpSpPr>
        <p:grpSpPr>
          <a:xfrm>
            <a:off x="-3829050" y="0"/>
            <a:ext cx="6305550" cy="6858000"/>
            <a:chOff x="-3829050" y="-114300"/>
            <a:chExt cx="6305550" cy="6858000"/>
          </a:xfrm>
        </p:grpSpPr>
        <p:sp>
          <p:nvSpPr>
            <p:cNvPr id="354" name="Google Shape;354;p84"/>
            <p:cNvSpPr/>
            <p:nvPr/>
          </p:nvSpPr>
          <p:spPr>
            <a:xfrm>
              <a:off x="-3829050" y="-114300"/>
              <a:ext cx="5727700" cy="6858000"/>
            </a:xfrm>
            <a:prstGeom prst="roundRect">
              <a:avLst>
                <a:gd fmla="val 16667" name="adj"/>
              </a:avLst>
            </a:pr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5" name="Google Shape;355;p84"/>
            <p:cNvSpPr/>
            <p:nvPr/>
          </p:nvSpPr>
          <p:spPr>
            <a:xfrm>
              <a:off x="1320800" y="4953004"/>
              <a:ext cx="1155700" cy="939800"/>
            </a:xfrm>
            <a:prstGeom prst="roundRect">
              <a:avLst>
                <a:gd fmla="val 16667" name="adj"/>
              </a:avLst>
            </a:pr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356" name="Google Shape;356;p84"/>
          <p:cNvSpPr txBox="1"/>
          <p:nvPr/>
        </p:nvSpPr>
        <p:spPr>
          <a:xfrm>
            <a:off x="3384550" y="123825"/>
            <a:ext cx="8807450"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400" u="none" cap="none" strike="noStrike">
                <a:solidFill>
                  <a:schemeClr val="lt1"/>
                </a:solidFill>
                <a:latin typeface="Arial Black"/>
                <a:ea typeface="Arial Black"/>
                <a:cs typeface="Arial Black"/>
                <a:sym typeface="Arial Black"/>
              </a:rPr>
              <a:t>Depression</a:t>
            </a:r>
            <a:endParaRPr/>
          </a:p>
        </p:txBody>
      </p:sp>
      <p:sp>
        <p:nvSpPr>
          <p:cNvPr id="357" name="Google Shape;357;p84"/>
          <p:cNvSpPr txBox="1"/>
          <p:nvPr/>
        </p:nvSpPr>
        <p:spPr>
          <a:xfrm>
            <a:off x="3429358" y="1231056"/>
            <a:ext cx="8166720"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none" cap="none" strike="noStrike">
                <a:solidFill>
                  <a:schemeClr val="lt1"/>
                </a:solidFill>
                <a:latin typeface="Arial"/>
                <a:ea typeface="Arial"/>
                <a:cs typeface="Arial"/>
                <a:sym typeface="Arial"/>
              </a:rPr>
              <a:t>In 2019, 280 million people were living with depression, including 23 million children and adolescents.</a:t>
            </a:r>
            <a:endParaRPr b="0" i="0" sz="2800" u="none" cap="none" strike="noStrike">
              <a:solidFill>
                <a:schemeClr val="lt1"/>
              </a:solidFill>
              <a:latin typeface="Arial"/>
              <a:ea typeface="Arial"/>
              <a:cs typeface="Arial"/>
              <a:sym typeface="Arial"/>
            </a:endParaRPr>
          </a:p>
        </p:txBody>
      </p:sp>
      <p:sp>
        <p:nvSpPr>
          <p:cNvPr id="358" name="Google Shape;358;p84"/>
          <p:cNvSpPr txBox="1"/>
          <p:nvPr/>
        </p:nvSpPr>
        <p:spPr>
          <a:xfrm>
            <a:off x="3429358" y="2977803"/>
            <a:ext cx="8077104"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none" cap="none" strike="noStrike">
                <a:solidFill>
                  <a:schemeClr val="lt1"/>
                </a:solidFill>
                <a:latin typeface="Arial"/>
                <a:ea typeface="Arial"/>
                <a:cs typeface="Arial"/>
                <a:sym typeface="Arial"/>
              </a:rPr>
              <a:t>Depression is different from usual mood fluctuations and short-lived emotional responses to challenges in everyday life.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grpSp>
        <p:nvGrpSpPr>
          <p:cNvPr id="363" name="Google Shape;363;p85"/>
          <p:cNvGrpSpPr/>
          <p:nvPr/>
        </p:nvGrpSpPr>
        <p:grpSpPr>
          <a:xfrm>
            <a:off x="-965200" y="0"/>
            <a:ext cx="15544800" cy="6858000"/>
            <a:chOff x="-965200" y="0"/>
            <a:chExt cx="6305550" cy="6858000"/>
          </a:xfrm>
        </p:grpSpPr>
        <p:sp>
          <p:nvSpPr>
            <p:cNvPr id="364" name="Google Shape;364;p85"/>
            <p:cNvSpPr/>
            <p:nvPr/>
          </p:nvSpPr>
          <p:spPr>
            <a:xfrm>
              <a:off x="-965200" y="0"/>
              <a:ext cx="5727700" cy="6858000"/>
            </a:xfrm>
            <a:prstGeom prst="roundRect">
              <a:avLst>
                <a:gd fmla="val 16667" name="adj"/>
              </a:avLst>
            </a:prstGeom>
            <a:solidFill>
              <a:srgbClr val="39F7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65" name="Google Shape;365;p85"/>
            <p:cNvSpPr/>
            <p:nvPr/>
          </p:nvSpPr>
          <p:spPr>
            <a:xfrm>
              <a:off x="4184650" y="838200"/>
              <a:ext cx="1155700" cy="939800"/>
            </a:xfrm>
            <a:prstGeom prst="roundRect">
              <a:avLst>
                <a:gd fmla="val 16667" name="adj"/>
              </a:avLst>
            </a:prstGeom>
            <a:solidFill>
              <a:srgbClr val="39F7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366" name="Google Shape;366;p8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367" name="Google Shape;367;p85"/>
          <p:cNvGrpSpPr/>
          <p:nvPr/>
        </p:nvGrpSpPr>
        <p:grpSpPr>
          <a:xfrm>
            <a:off x="-1943100" y="0"/>
            <a:ext cx="16522700" cy="6858000"/>
            <a:chOff x="-1943100" y="0"/>
            <a:chExt cx="6305550" cy="6858000"/>
          </a:xfrm>
        </p:grpSpPr>
        <p:sp>
          <p:nvSpPr>
            <p:cNvPr id="368" name="Google Shape;368;p85"/>
            <p:cNvSpPr/>
            <p:nvPr/>
          </p:nvSpPr>
          <p:spPr>
            <a:xfrm>
              <a:off x="-1943100" y="0"/>
              <a:ext cx="5727700" cy="6858000"/>
            </a:xfrm>
            <a:prstGeom prst="roundRect">
              <a:avLst>
                <a:gd fmla="val 16667" name="adj"/>
              </a:avLst>
            </a:prstGeom>
            <a:solidFill>
              <a:srgbClr val="615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69" name="Google Shape;369;p85"/>
            <p:cNvSpPr/>
            <p:nvPr/>
          </p:nvSpPr>
          <p:spPr>
            <a:xfrm>
              <a:off x="3206750" y="2247900"/>
              <a:ext cx="1155700" cy="939800"/>
            </a:xfrm>
            <a:prstGeom prst="roundRect">
              <a:avLst>
                <a:gd fmla="val 16667" name="adj"/>
              </a:avLst>
            </a:prstGeom>
            <a:solidFill>
              <a:srgbClr val="615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370" name="Google Shape;370;p85"/>
          <p:cNvSpPr txBox="1"/>
          <p:nvPr/>
        </p:nvSpPr>
        <p:spPr>
          <a:xfrm>
            <a:off x="3384550" y="326481"/>
            <a:ext cx="8807450"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400" u="none" cap="none" strike="noStrike">
                <a:solidFill>
                  <a:schemeClr val="lt1"/>
                </a:solidFill>
                <a:latin typeface="Arial Black"/>
                <a:ea typeface="Arial Black"/>
                <a:cs typeface="Arial Black"/>
                <a:sym typeface="Arial Black"/>
              </a:rPr>
              <a:t>Depression</a:t>
            </a:r>
            <a:endParaRPr/>
          </a:p>
        </p:txBody>
      </p:sp>
      <p:sp>
        <p:nvSpPr>
          <p:cNvPr id="371" name="Google Shape;371;p85"/>
          <p:cNvSpPr txBox="1"/>
          <p:nvPr/>
        </p:nvSpPr>
        <p:spPr>
          <a:xfrm>
            <a:off x="3384550" y="1422402"/>
            <a:ext cx="8950122"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none" cap="none" strike="noStrike">
                <a:solidFill>
                  <a:schemeClr val="lt1"/>
                </a:solidFill>
                <a:latin typeface="Arial"/>
                <a:ea typeface="Arial"/>
                <a:cs typeface="Arial"/>
                <a:sym typeface="Arial"/>
              </a:rPr>
              <a:t>In 2019, 280 million people were living with depression, including 23 million children and adolescents</a:t>
            </a:r>
            <a:endParaRPr b="0" i="0" sz="2800" u="none" cap="none" strike="noStrike">
              <a:solidFill>
                <a:schemeClr val="lt1"/>
              </a:solidFill>
              <a:latin typeface="Arial"/>
              <a:ea typeface="Arial"/>
              <a:cs typeface="Arial"/>
              <a:sym typeface="Arial"/>
            </a:endParaRPr>
          </a:p>
        </p:txBody>
      </p:sp>
      <p:sp>
        <p:nvSpPr>
          <p:cNvPr id="372" name="Google Shape;372;p85"/>
          <p:cNvSpPr txBox="1"/>
          <p:nvPr/>
        </p:nvSpPr>
        <p:spPr>
          <a:xfrm>
            <a:off x="3384550" y="2551222"/>
            <a:ext cx="9222497"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none" cap="none" strike="noStrike">
                <a:solidFill>
                  <a:schemeClr val="lt1"/>
                </a:solidFill>
                <a:latin typeface="Arial"/>
                <a:ea typeface="Arial"/>
                <a:cs typeface="Arial"/>
                <a:sym typeface="Arial"/>
              </a:rPr>
              <a:t>Depression is different from usual mood fluctuations and short-lived emotional responses to challenges in everyday life.</a:t>
            </a:r>
            <a:endParaRPr/>
          </a:p>
        </p:txBody>
      </p:sp>
      <p:grpSp>
        <p:nvGrpSpPr>
          <p:cNvPr id="373" name="Google Shape;373;p85"/>
          <p:cNvGrpSpPr/>
          <p:nvPr/>
        </p:nvGrpSpPr>
        <p:grpSpPr>
          <a:xfrm>
            <a:off x="-2921000" y="1"/>
            <a:ext cx="18300700" cy="6857999"/>
            <a:chOff x="-2921000" y="-136525"/>
            <a:chExt cx="6305550" cy="6858000"/>
          </a:xfrm>
        </p:grpSpPr>
        <p:sp>
          <p:nvSpPr>
            <p:cNvPr id="374" name="Google Shape;374;p85"/>
            <p:cNvSpPr/>
            <p:nvPr/>
          </p:nvSpPr>
          <p:spPr>
            <a:xfrm>
              <a:off x="-2921000" y="-136525"/>
              <a:ext cx="5727700" cy="6858000"/>
            </a:xfrm>
            <a:prstGeom prst="roundRect">
              <a:avLst>
                <a:gd fmla="val 16667" name="adj"/>
              </a:avLst>
            </a:prstGeom>
            <a:solidFill>
              <a:srgbClr val="36C2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5" name="Google Shape;375;p85"/>
            <p:cNvSpPr/>
            <p:nvPr/>
          </p:nvSpPr>
          <p:spPr>
            <a:xfrm>
              <a:off x="2228850" y="3533776"/>
              <a:ext cx="1155700" cy="939800"/>
            </a:xfrm>
            <a:prstGeom prst="roundRect">
              <a:avLst>
                <a:gd fmla="val 16667" name="adj"/>
              </a:avLst>
            </a:prstGeom>
            <a:solidFill>
              <a:srgbClr val="36C2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376" name="Google Shape;376;p85"/>
          <p:cNvGrpSpPr/>
          <p:nvPr/>
        </p:nvGrpSpPr>
        <p:grpSpPr>
          <a:xfrm>
            <a:off x="-3829050" y="0"/>
            <a:ext cx="6305550" cy="6858000"/>
            <a:chOff x="-3829050" y="-114300"/>
            <a:chExt cx="6305550" cy="6858000"/>
          </a:xfrm>
        </p:grpSpPr>
        <p:sp>
          <p:nvSpPr>
            <p:cNvPr id="377" name="Google Shape;377;p85"/>
            <p:cNvSpPr/>
            <p:nvPr/>
          </p:nvSpPr>
          <p:spPr>
            <a:xfrm>
              <a:off x="-3829050" y="-114300"/>
              <a:ext cx="5727700" cy="6858000"/>
            </a:xfrm>
            <a:prstGeom prst="roundRect">
              <a:avLst>
                <a:gd fmla="val 16667" name="adj"/>
              </a:avLst>
            </a:pr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8" name="Google Shape;378;p85"/>
            <p:cNvSpPr/>
            <p:nvPr/>
          </p:nvSpPr>
          <p:spPr>
            <a:xfrm>
              <a:off x="1320800" y="4953004"/>
              <a:ext cx="1155700" cy="939800"/>
            </a:xfrm>
            <a:prstGeom prst="roundRect">
              <a:avLst>
                <a:gd fmla="val 16667" name="adj"/>
              </a:avLst>
            </a:pr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379" name="Google Shape;379;p85"/>
          <p:cNvSpPr txBox="1"/>
          <p:nvPr/>
        </p:nvSpPr>
        <p:spPr>
          <a:xfrm>
            <a:off x="2410851" y="189956"/>
            <a:ext cx="8807450"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400" u="none" cap="none" strike="noStrike">
                <a:solidFill>
                  <a:schemeClr val="dk1"/>
                </a:solidFill>
                <a:latin typeface="Arial Black"/>
                <a:ea typeface="Arial Black"/>
                <a:cs typeface="Arial Black"/>
                <a:sym typeface="Arial Black"/>
              </a:rPr>
              <a:t>Bipolar Disorder</a:t>
            </a:r>
            <a:endParaRPr/>
          </a:p>
        </p:txBody>
      </p:sp>
      <p:sp>
        <p:nvSpPr>
          <p:cNvPr id="380" name="Google Shape;380;p85"/>
          <p:cNvSpPr txBox="1"/>
          <p:nvPr/>
        </p:nvSpPr>
        <p:spPr>
          <a:xfrm>
            <a:off x="2476500" y="1422402"/>
            <a:ext cx="8795615"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none" cap="none" strike="noStrike">
                <a:solidFill>
                  <a:schemeClr val="dk1"/>
                </a:solidFill>
                <a:latin typeface="Arial"/>
                <a:ea typeface="Arial"/>
                <a:cs typeface="Arial"/>
                <a:sym typeface="Arial"/>
              </a:rPr>
              <a:t>In 2019, 40 million people experienced bipolar disorder.</a:t>
            </a:r>
            <a:endParaRPr b="0" i="0" sz="2800" u="none" cap="none" strike="noStrike">
              <a:solidFill>
                <a:schemeClr val="dk1"/>
              </a:solidFill>
              <a:latin typeface="Arial"/>
              <a:ea typeface="Arial"/>
              <a:cs typeface="Arial"/>
              <a:sym typeface="Arial"/>
            </a:endParaRPr>
          </a:p>
        </p:txBody>
      </p:sp>
      <p:sp>
        <p:nvSpPr>
          <p:cNvPr id="381" name="Google Shape;381;p85"/>
          <p:cNvSpPr txBox="1"/>
          <p:nvPr/>
        </p:nvSpPr>
        <p:spPr>
          <a:xfrm>
            <a:off x="2476500" y="2551222"/>
            <a:ext cx="8897483" cy="26776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none" cap="none" strike="noStrike">
                <a:solidFill>
                  <a:schemeClr val="dk1"/>
                </a:solidFill>
                <a:latin typeface="Arial"/>
                <a:ea typeface="Arial"/>
                <a:cs typeface="Arial"/>
                <a:sym typeface="Arial"/>
              </a:rPr>
              <a:t>People with bipolar disorder experience alternating depressive episodes with periods of manic symptoms.  During a depressive episode, the person experiences depressed mood (feeling sad, irritable, empty) or a loss of pleasure or interest in activities, for most of the day, nearly every day.</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grpSp>
        <p:nvGrpSpPr>
          <p:cNvPr id="386" name="Google Shape;386;p86"/>
          <p:cNvGrpSpPr/>
          <p:nvPr/>
        </p:nvGrpSpPr>
        <p:grpSpPr>
          <a:xfrm>
            <a:off x="-965200" y="0"/>
            <a:ext cx="15544800" cy="6858000"/>
            <a:chOff x="-965200" y="0"/>
            <a:chExt cx="6305550" cy="6858000"/>
          </a:xfrm>
        </p:grpSpPr>
        <p:sp>
          <p:nvSpPr>
            <p:cNvPr id="387" name="Google Shape;387;p86"/>
            <p:cNvSpPr/>
            <p:nvPr/>
          </p:nvSpPr>
          <p:spPr>
            <a:xfrm>
              <a:off x="-965200" y="0"/>
              <a:ext cx="5727700" cy="6858000"/>
            </a:xfrm>
            <a:prstGeom prst="roundRect">
              <a:avLst>
                <a:gd fmla="val 16667" name="adj"/>
              </a:avLst>
            </a:prstGeom>
            <a:solidFill>
              <a:srgbClr val="39F7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88" name="Google Shape;388;p86"/>
            <p:cNvSpPr/>
            <p:nvPr/>
          </p:nvSpPr>
          <p:spPr>
            <a:xfrm>
              <a:off x="4184650" y="838200"/>
              <a:ext cx="1155700" cy="939800"/>
            </a:xfrm>
            <a:prstGeom prst="roundRect">
              <a:avLst>
                <a:gd fmla="val 16667" name="adj"/>
              </a:avLst>
            </a:prstGeom>
            <a:solidFill>
              <a:srgbClr val="39F7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389" name="Google Shape;389;p8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390" name="Google Shape;390;p86"/>
          <p:cNvGrpSpPr/>
          <p:nvPr/>
        </p:nvGrpSpPr>
        <p:grpSpPr>
          <a:xfrm>
            <a:off x="-1943100" y="0"/>
            <a:ext cx="16522700" cy="6858000"/>
            <a:chOff x="-1943100" y="0"/>
            <a:chExt cx="6305550" cy="6858000"/>
          </a:xfrm>
        </p:grpSpPr>
        <p:sp>
          <p:nvSpPr>
            <p:cNvPr id="391" name="Google Shape;391;p86"/>
            <p:cNvSpPr/>
            <p:nvPr/>
          </p:nvSpPr>
          <p:spPr>
            <a:xfrm>
              <a:off x="-1943100" y="0"/>
              <a:ext cx="5727700" cy="6858000"/>
            </a:xfrm>
            <a:prstGeom prst="roundRect">
              <a:avLst>
                <a:gd fmla="val 16667" name="adj"/>
              </a:avLst>
            </a:prstGeom>
            <a:solidFill>
              <a:srgbClr val="615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92" name="Google Shape;392;p86"/>
            <p:cNvSpPr/>
            <p:nvPr/>
          </p:nvSpPr>
          <p:spPr>
            <a:xfrm>
              <a:off x="3206750" y="2247900"/>
              <a:ext cx="1155700" cy="939800"/>
            </a:xfrm>
            <a:prstGeom prst="roundRect">
              <a:avLst>
                <a:gd fmla="val 16667" name="adj"/>
              </a:avLst>
            </a:prstGeom>
            <a:solidFill>
              <a:srgbClr val="615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393" name="Google Shape;393;p86"/>
          <p:cNvSpPr txBox="1"/>
          <p:nvPr/>
        </p:nvSpPr>
        <p:spPr>
          <a:xfrm>
            <a:off x="3384550" y="326481"/>
            <a:ext cx="8807450"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400" u="none" cap="none" strike="noStrike">
                <a:solidFill>
                  <a:schemeClr val="lt1"/>
                </a:solidFill>
                <a:latin typeface="Arial Black"/>
                <a:ea typeface="Arial Black"/>
                <a:cs typeface="Arial Black"/>
                <a:sym typeface="Arial Black"/>
              </a:rPr>
              <a:t>Depression</a:t>
            </a:r>
            <a:endParaRPr/>
          </a:p>
        </p:txBody>
      </p:sp>
      <p:sp>
        <p:nvSpPr>
          <p:cNvPr id="394" name="Google Shape;394;p86"/>
          <p:cNvSpPr txBox="1"/>
          <p:nvPr/>
        </p:nvSpPr>
        <p:spPr>
          <a:xfrm>
            <a:off x="3384550" y="1422402"/>
            <a:ext cx="8950122"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none" cap="none" strike="noStrike">
                <a:solidFill>
                  <a:schemeClr val="lt1"/>
                </a:solidFill>
                <a:latin typeface="Arial"/>
                <a:ea typeface="Arial"/>
                <a:cs typeface="Arial"/>
                <a:sym typeface="Arial"/>
              </a:rPr>
              <a:t>In 2019, 280 million people were living with depression, including 23 million children and adolescents</a:t>
            </a:r>
            <a:endParaRPr b="0" i="0" sz="2800" u="none" cap="none" strike="noStrike">
              <a:solidFill>
                <a:schemeClr val="lt1"/>
              </a:solidFill>
              <a:latin typeface="Arial"/>
              <a:ea typeface="Arial"/>
              <a:cs typeface="Arial"/>
              <a:sym typeface="Arial"/>
            </a:endParaRPr>
          </a:p>
        </p:txBody>
      </p:sp>
      <p:sp>
        <p:nvSpPr>
          <p:cNvPr id="395" name="Google Shape;395;p86"/>
          <p:cNvSpPr txBox="1"/>
          <p:nvPr/>
        </p:nvSpPr>
        <p:spPr>
          <a:xfrm>
            <a:off x="3384550" y="2551222"/>
            <a:ext cx="9222497"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none" cap="none" strike="noStrike">
                <a:solidFill>
                  <a:schemeClr val="lt1"/>
                </a:solidFill>
                <a:latin typeface="Arial"/>
                <a:ea typeface="Arial"/>
                <a:cs typeface="Arial"/>
                <a:sym typeface="Arial"/>
              </a:rPr>
              <a:t>Depression is different from usual mood fluctuations and short-lived emotional responses to challenges in everyday life.</a:t>
            </a:r>
            <a:endParaRPr/>
          </a:p>
        </p:txBody>
      </p:sp>
      <p:grpSp>
        <p:nvGrpSpPr>
          <p:cNvPr id="396" name="Google Shape;396;p86"/>
          <p:cNvGrpSpPr/>
          <p:nvPr/>
        </p:nvGrpSpPr>
        <p:grpSpPr>
          <a:xfrm>
            <a:off x="-2921000" y="0"/>
            <a:ext cx="17653000" cy="6858000"/>
            <a:chOff x="-2921000" y="-136525"/>
            <a:chExt cx="6305550" cy="6858000"/>
          </a:xfrm>
        </p:grpSpPr>
        <p:sp>
          <p:nvSpPr>
            <p:cNvPr id="397" name="Google Shape;397;p86"/>
            <p:cNvSpPr/>
            <p:nvPr/>
          </p:nvSpPr>
          <p:spPr>
            <a:xfrm>
              <a:off x="-2921000" y="-136525"/>
              <a:ext cx="5727700" cy="6858000"/>
            </a:xfrm>
            <a:prstGeom prst="roundRect">
              <a:avLst>
                <a:gd fmla="val 16667" name="adj"/>
              </a:avLst>
            </a:prstGeom>
            <a:solidFill>
              <a:srgbClr val="36C2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98" name="Google Shape;398;p86"/>
            <p:cNvSpPr/>
            <p:nvPr/>
          </p:nvSpPr>
          <p:spPr>
            <a:xfrm>
              <a:off x="2228850" y="3533776"/>
              <a:ext cx="1155700" cy="939800"/>
            </a:xfrm>
            <a:prstGeom prst="roundRect">
              <a:avLst>
                <a:gd fmla="val 16667" name="adj"/>
              </a:avLst>
            </a:prstGeom>
            <a:solidFill>
              <a:srgbClr val="36C2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399" name="Google Shape;399;p86"/>
          <p:cNvSpPr txBox="1"/>
          <p:nvPr/>
        </p:nvSpPr>
        <p:spPr>
          <a:xfrm>
            <a:off x="2464665" y="326481"/>
            <a:ext cx="8807450"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400" u="none" cap="none" strike="noStrike">
                <a:solidFill>
                  <a:schemeClr val="dk1"/>
                </a:solidFill>
                <a:latin typeface="Arial Black"/>
                <a:ea typeface="Arial Black"/>
                <a:cs typeface="Arial Black"/>
                <a:sym typeface="Arial Black"/>
              </a:rPr>
              <a:t>Bipolar Disorder</a:t>
            </a:r>
            <a:endParaRPr/>
          </a:p>
        </p:txBody>
      </p:sp>
      <p:sp>
        <p:nvSpPr>
          <p:cNvPr id="400" name="Google Shape;400;p86"/>
          <p:cNvSpPr txBox="1"/>
          <p:nvPr/>
        </p:nvSpPr>
        <p:spPr>
          <a:xfrm>
            <a:off x="2476500" y="1422402"/>
            <a:ext cx="8795615"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none" cap="none" strike="noStrike">
                <a:solidFill>
                  <a:srgbClr val="3C4245"/>
                </a:solidFill>
                <a:latin typeface="Arial"/>
                <a:ea typeface="Arial"/>
                <a:cs typeface="Arial"/>
                <a:sym typeface="Arial"/>
              </a:rPr>
              <a:t>In 2019, 40 million people experienced bipolar disorder</a:t>
            </a:r>
            <a:endParaRPr b="0" i="0" sz="2800" u="none" cap="none" strike="noStrike">
              <a:solidFill>
                <a:srgbClr val="000000"/>
              </a:solidFill>
              <a:latin typeface="Arial"/>
              <a:ea typeface="Arial"/>
              <a:cs typeface="Arial"/>
              <a:sym typeface="Arial"/>
            </a:endParaRPr>
          </a:p>
        </p:txBody>
      </p:sp>
      <p:sp>
        <p:nvSpPr>
          <p:cNvPr id="401" name="Google Shape;401;p86"/>
          <p:cNvSpPr txBox="1"/>
          <p:nvPr/>
        </p:nvSpPr>
        <p:spPr>
          <a:xfrm>
            <a:off x="2476500" y="2551222"/>
            <a:ext cx="8897483" cy="26776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none" cap="none" strike="noStrike">
                <a:solidFill>
                  <a:srgbClr val="3C4245"/>
                </a:solidFill>
                <a:latin typeface="Arial"/>
                <a:ea typeface="Arial"/>
                <a:cs typeface="Arial"/>
                <a:sym typeface="Arial"/>
              </a:rPr>
              <a:t>People with bipolar disorder experience alternating depressive episodes with periods of manic symptoms.  During a depressive episode, the person experiences depressed mood (feeling sad, irritable, empty) or a loss of pleasure or interest in activities, for most of the day, nearly every day.</a:t>
            </a:r>
            <a:endParaRPr b="0" i="0" sz="2800" u="none" cap="none" strike="noStrike">
              <a:solidFill>
                <a:srgbClr val="000000"/>
              </a:solidFill>
              <a:latin typeface="Arial"/>
              <a:ea typeface="Arial"/>
              <a:cs typeface="Arial"/>
              <a:sym typeface="Arial"/>
            </a:endParaRPr>
          </a:p>
        </p:txBody>
      </p:sp>
      <p:grpSp>
        <p:nvGrpSpPr>
          <p:cNvPr id="402" name="Google Shape;402;p86"/>
          <p:cNvGrpSpPr/>
          <p:nvPr/>
        </p:nvGrpSpPr>
        <p:grpSpPr>
          <a:xfrm>
            <a:off x="-3829031" y="0"/>
            <a:ext cx="19551619" cy="6858000"/>
            <a:chOff x="-3829050" y="-114300"/>
            <a:chExt cx="6305550" cy="6858000"/>
          </a:xfrm>
        </p:grpSpPr>
        <p:sp>
          <p:nvSpPr>
            <p:cNvPr id="403" name="Google Shape;403;p86"/>
            <p:cNvSpPr/>
            <p:nvPr/>
          </p:nvSpPr>
          <p:spPr>
            <a:xfrm>
              <a:off x="-3829050" y="-114300"/>
              <a:ext cx="5727700" cy="6858000"/>
            </a:xfrm>
            <a:prstGeom prst="roundRect">
              <a:avLst>
                <a:gd fmla="val 16667" name="adj"/>
              </a:avLst>
            </a:pr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04" name="Google Shape;404;p86"/>
            <p:cNvSpPr/>
            <p:nvPr/>
          </p:nvSpPr>
          <p:spPr>
            <a:xfrm>
              <a:off x="1320800" y="4953004"/>
              <a:ext cx="1155700" cy="939800"/>
            </a:xfrm>
            <a:prstGeom prst="roundRect">
              <a:avLst>
                <a:gd fmla="val 16667" name="adj"/>
              </a:avLst>
            </a:pr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405" name="Google Shape;405;p86"/>
          <p:cNvSpPr txBox="1"/>
          <p:nvPr/>
        </p:nvSpPr>
        <p:spPr>
          <a:xfrm>
            <a:off x="1435368" y="237583"/>
            <a:ext cx="10027515" cy="98488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400" u="none" cap="none" strike="noStrike">
                <a:solidFill>
                  <a:schemeClr val="lt1"/>
                </a:solidFill>
                <a:latin typeface="Arial Black"/>
                <a:ea typeface="Arial Black"/>
                <a:cs typeface="Arial Black"/>
                <a:sym typeface="Arial Black"/>
              </a:rPr>
              <a:t>Schizophrenia</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6" name="Google Shape;406;p86"/>
          <p:cNvSpPr txBox="1"/>
          <p:nvPr/>
        </p:nvSpPr>
        <p:spPr>
          <a:xfrm>
            <a:off x="1413943" y="1557892"/>
            <a:ext cx="8897483"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none" cap="none" strike="noStrike">
                <a:solidFill>
                  <a:schemeClr val="lt1"/>
                </a:solidFill>
                <a:latin typeface="Arial"/>
                <a:ea typeface="Arial"/>
                <a:cs typeface="Arial"/>
                <a:sym typeface="Arial"/>
              </a:rPr>
              <a:t>Schizophrenia affects approximately 24 million people or 1 in 300 people worldwide.</a:t>
            </a:r>
            <a:endParaRPr b="0" i="0" sz="2800" u="none" cap="none" strike="noStrike">
              <a:solidFill>
                <a:schemeClr val="lt1"/>
              </a:solidFill>
              <a:latin typeface="Arial"/>
              <a:ea typeface="Arial"/>
              <a:cs typeface="Arial"/>
              <a:sym typeface="Arial"/>
            </a:endParaRPr>
          </a:p>
        </p:txBody>
      </p:sp>
      <p:sp>
        <p:nvSpPr>
          <p:cNvPr id="407" name="Google Shape;407;p86"/>
          <p:cNvSpPr txBox="1"/>
          <p:nvPr/>
        </p:nvSpPr>
        <p:spPr>
          <a:xfrm>
            <a:off x="1435368" y="3006158"/>
            <a:ext cx="8897483"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none" cap="none" strike="noStrike">
                <a:solidFill>
                  <a:schemeClr val="lt1"/>
                </a:solidFill>
                <a:latin typeface="Arial"/>
                <a:ea typeface="Arial"/>
                <a:cs typeface="Arial"/>
                <a:sym typeface="Arial"/>
              </a:rPr>
              <a:t>Schizophrenia is characterised by significant impairments in perception and changes in behaviour.  Symptoms may include persistent delusions, hallucinations, disorganised thinking, highly disorganised behaviour, or extreme agitation.</a:t>
            </a:r>
            <a:endParaRPr b="0" i="0" sz="2800" u="none" cap="none" strike="noStrike">
              <a:solidFill>
                <a:schemeClr val="lt1"/>
              </a:solidFill>
              <a:latin typeface="Arial"/>
              <a:ea typeface="Arial"/>
              <a:cs typeface="Arial"/>
              <a:sym typeface="Arial"/>
            </a:endParaRPr>
          </a:p>
        </p:txBody>
      </p:sp>
      <p:sp>
        <p:nvSpPr>
          <p:cNvPr id="408" name="Google Shape;408;p86"/>
          <p:cNvSpPr txBox="1"/>
          <p:nvPr/>
        </p:nvSpPr>
        <p:spPr>
          <a:xfrm>
            <a:off x="3594100" y="5970886"/>
            <a:ext cx="8136403" cy="30777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Source: https://www.who.int/news-room/fact-sheets/detail/mental-disorders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grpSp>
        <p:nvGrpSpPr>
          <p:cNvPr id="413" name="Google Shape;413;p87"/>
          <p:cNvGrpSpPr/>
          <p:nvPr/>
        </p:nvGrpSpPr>
        <p:grpSpPr>
          <a:xfrm>
            <a:off x="-965200" y="0"/>
            <a:ext cx="6305550" cy="6858000"/>
            <a:chOff x="-965200" y="0"/>
            <a:chExt cx="6305550" cy="6858000"/>
          </a:xfrm>
        </p:grpSpPr>
        <p:sp>
          <p:nvSpPr>
            <p:cNvPr id="414" name="Google Shape;414;p87"/>
            <p:cNvSpPr/>
            <p:nvPr/>
          </p:nvSpPr>
          <p:spPr>
            <a:xfrm>
              <a:off x="-965200" y="0"/>
              <a:ext cx="5727700" cy="6858000"/>
            </a:xfrm>
            <a:prstGeom prst="roundRect">
              <a:avLst>
                <a:gd fmla="val 16667" name="adj"/>
              </a:avLst>
            </a:prstGeom>
            <a:solidFill>
              <a:srgbClr val="39F7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15" name="Google Shape;415;p87"/>
            <p:cNvSpPr/>
            <p:nvPr/>
          </p:nvSpPr>
          <p:spPr>
            <a:xfrm>
              <a:off x="4184650" y="838200"/>
              <a:ext cx="1155700" cy="939800"/>
            </a:xfrm>
            <a:prstGeom prst="roundRect">
              <a:avLst>
                <a:gd fmla="val 16667" name="adj"/>
              </a:avLst>
            </a:prstGeom>
            <a:solidFill>
              <a:srgbClr val="39F7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416" name="Google Shape;416;p8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417" name="Google Shape;417;p87"/>
          <p:cNvGrpSpPr/>
          <p:nvPr/>
        </p:nvGrpSpPr>
        <p:grpSpPr>
          <a:xfrm>
            <a:off x="-1943100" y="0"/>
            <a:ext cx="6305550" cy="6858000"/>
            <a:chOff x="-1943100" y="0"/>
            <a:chExt cx="6305550" cy="6858000"/>
          </a:xfrm>
        </p:grpSpPr>
        <p:sp>
          <p:nvSpPr>
            <p:cNvPr id="418" name="Google Shape;418;p87"/>
            <p:cNvSpPr/>
            <p:nvPr/>
          </p:nvSpPr>
          <p:spPr>
            <a:xfrm>
              <a:off x="-1943100" y="0"/>
              <a:ext cx="5727700" cy="6858000"/>
            </a:xfrm>
            <a:prstGeom prst="roundRect">
              <a:avLst>
                <a:gd fmla="val 16667" name="adj"/>
              </a:avLst>
            </a:prstGeom>
            <a:solidFill>
              <a:srgbClr val="615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19" name="Google Shape;419;p87"/>
            <p:cNvSpPr/>
            <p:nvPr/>
          </p:nvSpPr>
          <p:spPr>
            <a:xfrm>
              <a:off x="3206750" y="2247900"/>
              <a:ext cx="1155700" cy="939800"/>
            </a:xfrm>
            <a:prstGeom prst="roundRect">
              <a:avLst>
                <a:gd fmla="val 16667" name="adj"/>
              </a:avLst>
            </a:prstGeom>
            <a:solidFill>
              <a:srgbClr val="615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420" name="Google Shape;420;p87"/>
          <p:cNvGrpSpPr/>
          <p:nvPr/>
        </p:nvGrpSpPr>
        <p:grpSpPr>
          <a:xfrm>
            <a:off x="-2921000" y="0"/>
            <a:ext cx="6305550" cy="6858000"/>
            <a:chOff x="-2921000" y="-136525"/>
            <a:chExt cx="6305550" cy="6858000"/>
          </a:xfrm>
        </p:grpSpPr>
        <p:sp>
          <p:nvSpPr>
            <p:cNvPr id="421" name="Google Shape;421;p87"/>
            <p:cNvSpPr/>
            <p:nvPr/>
          </p:nvSpPr>
          <p:spPr>
            <a:xfrm>
              <a:off x="-2921000" y="-136525"/>
              <a:ext cx="5727700" cy="6858000"/>
            </a:xfrm>
            <a:prstGeom prst="roundRect">
              <a:avLst>
                <a:gd fmla="val 16667" name="adj"/>
              </a:avLst>
            </a:prstGeom>
            <a:solidFill>
              <a:srgbClr val="36C2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22" name="Google Shape;422;p87"/>
            <p:cNvSpPr/>
            <p:nvPr/>
          </p:nvSpPr>
          <p:spPr>
            <a:xfrm>
              <a:off x="2228850" y="3533776"/>
              <a:ext cx="1155700" cy="939800"/>
            </a:xfrm>
            <a:prstGeom prst="roundRect">
              <a:avLst>
                <a:gd fmla="val 16667" name="adj"/>
              </a:avLst>
            </a:prstGeom>
            <a:solidFill>
              <a:srgbClr val="36C2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423" name="Google Shape;423;p87"/>
          <p:cNvGrpSpPr/>
          <p:nvPr/>
        </p:nvGrpSpPr>
        <p:grpSpPr>
          <a:xfrm>
            <a:off x="-3829050" y="0"/>
            <a:ext cx="6305550" cy="6858000"/>
            <a:chOff x="-3829050" y="-114300"/>
            <a:chExt cx="6305550" cy="6858000"/>
          </a:xfrm>
        </p:grpSpPr>
        <p:sp>
          <p:nvSpPr>
            <p:cNvPr id="424" name="Google Shape;424;p87"/>
            <p:cNvSpPr/>
            <p:nvPr/>
          </p:nvSpPr>
          <p:spPr>
            <a:xfrm>
              <a:off x="-3829050" y="-114300"/>
              <a:ext cx="5727700" cy="6858000"/>
            </a:xfrm>
            <a:prstGeom prst="roundRect">
              <a:avLst>
                <a:gd fmla="val 16667" name="adj"/>
              </a:avLst>
            </a:pr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25" name="Google Shape;425;p87"/>
            <p:cNvSpPr/>
            <p:nvPr/>
          </p:nvSpPr>
          <p:spPr>
            <a:xfrm>
              <a:off x="1320800" y="4953004"/>
              <a:ext cx="1155700" cy="939800"/>
            </a:xfrm>
            <a:prstGeom prst="roundRect">
              <a:avLst>
                <a:gd fmla="val 16667" name="adj"/>
              </a:avLst>
            </a:pr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426" name="Google Shape;426;p87"/>
          <p:cNvSpPr txBox="1"/>
          <p:nvPr/>
        </p:nvSpPr>
        <p:spPr>
          <a:xfrm>
            <a:off x="4883150" y="1921650"/>
            <a:ext cx="7081800" cy="2695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i="0" lang="en-US" sz="3800" u="none" cap="none" strike="noStrike">
                <a:solidFill>
                  <a:srgbClr val="000000"/>
                </a:solidFill>
                <a:latin typeface="Arial Black"/>
                <a:ea typeface="Arial Black"/>
                <a:cs typeface="Arial Black"/>
                <a:sym typeface="Arial Black"/>
              </a:rPr>
              <a:t>How can a person’s mental health problems impact their relationships with others? </a:t>
            </a: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grpSp>
        <p:nvGrpSpPr>
          <p:cNvPr id="431" name="Google Shape;431;p88"/>
          <p:cNvGrpSpPr/>
          <p:nvPr/>
        </p:nvGrpSpPr>
        <p:grpSpPr>
          <a:xfrm>
            <a:off x="-965200" y="0"/>
            <a:ext cx="16052800" cy="6858000"/>
            <a:chOff x="-965200" y="0"/>
            <a:chExt cx="6305550" cy="6858000"/>
          </a:xfrm>
        </p:grpSpPr>
        <p:sp>
          <p:nvSpPr>
            <p:cNvPr id="432" name="Google Shape;432;p88"/>
            <p:cNvSpPr/>
            <p:nvPr/>
          </p:nvSpPr>
          <p:spPr>
            <a:xfrm>
              <a:off x="-965200" y="0"/>
              <a:ext cx="5727700" cy="6858000"/>
            </a:xfrm>
            <a:prstGeom prst="roundRect">
              <a:avLst>
                <a:gd fmla="val 16667" name="adj"/>
              </a:avLst>
            </a:prstGeom>
            <a:solidFill>
              <a:srgbClr val="39F7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33" name="Google Shape;433;p88"/>
            <p:cNvSpPr/>
            <p:nvPr/>
          </p:nvSpPr>
          <p:spPr>
            <a:xfrm>
              <a:off x="4184650" y="838200"/>
              <a:ext cx="1155700" cy="939800"/>
            </a:xfrm>
            <a:prstGeom prst="roundRect">
              <a:avLst>
                <a:gd fmla="val 16667" name="adj"/>
              </a:avLst>
            </a:prstGeom>
            <a:solidFill>
              <a:srgbClr val="39F7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434" name="Google Shape;434;p8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435" name="Google Shape;435;p88"/>
          <p:cNvGrpSpPr/>
          <p:nvPr/>
        </p:nvGrpSpPr>
        <p:grpSpPr>
          <a:xfrm>
            <a:off x="-2476500" y="0"/>
            <a:ext cx="6305550" cy="6858000"/>
            <a:chOff x="-1943100" y="0"/>
            <a:chExt cx="6305550" cy="6858000"/>
          </a:xfrm>
        </p:grpSpPr>
        <p:sp>
          <p:nvSpPr>
            <p:cNvPr id="436" name="Google Shape;436;p88"/>
            <p:cNvSpPr/>
            <p:nvPr/>
          </p:nvSpPr>
          <p:spPr>
            <a:xfrm>
              <a:off x="-1943100" y="0"/>
              <a:ext cx="5727700" cy="6858000"/>
            </a:xfrm>
            <a:prstGeom prst="roundRect">
              <a:avLst>
                <a:gd fmla="val 16667" name="adj"/>
              </a:avLst>
            </a:prstGeom>
            <a:solidFill>
              <a:srgbClr val="615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37" name="Google Shape;437;p88"/>
            <p:cNvSpPr/>
            <p:nvPr/>
          </p:nvSpPr>
          <p:spPr>
            <a:xfrm>
              <a:off x="3206750" y="2247900"/>
              <a:ext cx="1155700" cy="939800"/>
            </a:xfrm>
            <a:prstGeom prst="roundRect">
              <a:avLst>
                <a:gd fmla="val 16667" name="adj"/>
              </a:avLst>
            </a:prstGeom>
            <a:solidFill>
              <a:srgbClr val="615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438" name="Google Shape;438;p88"/>
          <p:cNvGrpSpPr/>
          <p:nvPr/>
        </p:nvGrpSpPr>
        <p:grpSpPr>
          <a:xfrm>
            <a:off x="-3378200" y="0"/>
            <a:ext cx="6305550" cy="6858000"/>
            <a:chOff x="-2921000" y="-136525"/>
            <a:chExt cx="6305550" cy="6858000"/>
          </a:xfrm>
        </p:grpSpPr>
        <p:sp>
          <p:nvSpPr>
            <p:cNvPr id="439" name="Google Shape;439;p88"/>
            <p:cNvSpPr/>
            <p:nvPr/>
          </p:nvSpPr>
          <p:spPr>
            <a:xfrm>
              <a:off x="-2921000" y="-136525"/>
              <a:ext cx="5727700" cy="6858000"/>
            </a:xfrm>
            <a:prstGeom prst="roundRect">
              <a:avLst>
                <a:gd fmla="val 16667" name="adj"/>
              </a:avLst>
            </a:prstGeom>
            <a:solidFill>
              <a:srgbClr val="36C2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40" name="Google Shape;440;p88"/>
            <p:cNvSpPr/>
            <p:nvPr/>
          </p:nvSpPr>
          <p:spPr>
            <a:xfrm>
              <a:off x="2228850" y="3533776"/>
              <a:ext cx="1155700" cy="939800"/>
            </a:xfrm>
            <a:prstGeom prst="roundRect">
              <a:avLst>
                <a:gd fmla="val 16667" name="adj"/>
              </a:avLst>
            </a:prstGeom>
            <a:solidFill>
              <a:srgbClr val="36C2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441" name="Google Shape;441;p88"/>
          <p:cNvGrpSpPr/>
          <p:nvPr/>
        </p:nvGrpSpPr>
        <p:grpSpPr>
          <a:xfrm>
            <a:off x="-4210050" y="0"/>
            <a:ext cx="6305550" cy="6858000"/>
            <a:chOff x="-3829050" y="-114300"/>
            <a:chExt cx="6305550" cy="6858000"/>
          </a:xfrm>
        </p:grpSpPr>
        <p:sp>
          <p:nvSpPr>
            <p:cNvPr id="442" name="Google Shape;442;p88"/>
            <p:cNvSpPr/>
            <p:nvPr/>
          </p:nvSpPr>
          <p:spPr>
            <a:xfrm>
              <a:off x="-3829050" y="-114300"/>
              <a:ext cx="5727700" cy="6858000"/>
            </a:xfrm>
            <a:prstGeom prst="roundRect">
              <a:avLst>
                <a:gd fmla="val 16667" name="adj"/>
              </a:avLst>
            </a:pr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43" name="Google Shape;443;p88"/>
            <p:cNvSpPr/>
            <p:nvPr/>
          </p:nvSpPr>
          <p:spPr>
            <a:xfrm>
              <a:off x="1320800" y="4953004"/>
              <a:ext cx="1155700" cy="939800"/>
            </a:xfrm>
            <a:prstGeom prst="roundRect">
              <a:avLst>
                <a:gd fmla="val 16667" name="adj"/>
              </a:avLst>
            </a:pr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444" name="Google Shape;444;p88"/>
          <p:cNvSpPr txBox="1"/>
          <p:nvPr/>
        </p:nvSpPr>
        <p:spPr>
          <a:xfrm>
            <a:off x="4144425" y="1659275"/>
            <a:ext cx="7536300" cy="34971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i="0" lang="en-US" sz="2800" u="none" cap="none" strike="noStrike">
                <a:solidFill>
                  <a:srgbClr val="000000"/>
                </a:solidFill>
                <a:latin typeface="Arial"/>
                <a:ea typeface="Arial"/>
                <a:cs typeface="Arial"/>
                <a:sym typeface="Arial"/>
              </a:rPr>
              <a:t>Most relationships experience their own challenges, but if one or both of the partners are struggling with mental health issues, these challenges can be exacerbated. This is because the mental illness of one partner can impact the mental health of the other, and vice versa. </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11"/>
          <p:cNvSpPr txBox="1"/>
          <p:nvPr>
            <p:ph type="title"/>
          </p:nvPr>
        </p:nvSpPr>
        <p:spPr>
          <a:xfrm>
            <a:off x="367938" y="400494"/>
            <a:ext cx="12141600" cy="9255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Arial"/>
              <a:buNone/>
            </a:pPr>
            <a:r>
              <a:rPr b="1" lang="en-US">
                <a:solidFill>
                  <a:srgbClr val="0070C0"/>
                </a:solidFill>
                <a:latin typeface="Corben"/>
                <a:ea typeface="Corben"/>
                <a:cs typeface="Corben"/>
                <a:sym typeface="Corben"/>
              </a:rPr>
              <a:t>Choose the correct definition for the vocabulary words as used in the sentences.</a:t>
            </a:r>
            <a:endParaRPr b="1">
              <a:solidFill>
                <a:srgbClr val="0070C0"/>
              </a:solidFill>
              <a:latin typeface="Corben"/>
              <a:ea typeface="Corben"/>
              <a:cs typeface="Corben"/>
              <a:sym typeface="Corben"/>
            </a:endParaRPr>
          </a:p>
        </p:txBody>
      </p:sp>
      <p:sp>
        <p:nvSpPr>
          <p:cNvPr id="450" name="Google Shape;450;p11"/>
          <p:cNvSpPr txBox="1"/>
          <p:nvPr>
            <p:ph idx="1" type="body"/>
          </p:nvPr>
        </p:nvSpPr>
        <p:spPr>
          <a:xfrm>
            <a:off x="367938" y="1698173"/>
            <a:ext cx="5590902" cy="521208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C00000"/>
              </a:buClr>
              <a:buSzPts val="2600"/>
              <a:buNone/>
            </a:pPr>
            <a:r>
              <a:rPr b="1" lang="en-US" sz="2600">
                <a:solidFill>
                  <a:schemeClr val="accent5"/>
                </a:solidFill>
                <a:latin typeface="Arial"/>
                <a:ea typeface="Arial"/>
                <a:cs typeface="Arial"/>
                <a:sym typeface="Arial"/>
              </a:rPr>
              <a:t>1) </a:t>
            </a:r>
            <a:r>
              <a:rPr b="1" lang="en-US" sz="2600" u="sng">
                <a:solidFill>
                  <a:schemeClr val="accent5"/>
                </a:solidFill>
                <a:latin typeface="Arial"/>
                <a:ea typeface="Arial"/>
                <a:cs typeface="Arial"/>
                <a:sym typeface="Arial"/>
              </a:rPr>
              <a:t>Thrive</a:t>
            </a:r>
            <a:r>
              <a:rPr b="1" lang="en-US" sz="2600">
                <a:solidFill>
                  <a:schemeClr val="accent5"/>
                </a:solidFill>
                <a:latin typeface="Arial"/>
                <a:ea typeface="Arial"/>
                <a:cs typeface="Arial"/>
                <a:sym typeface="Arial"/>
              </a:rPr>
              <a:t> means...  </a:t>
            </a:r>
            <a:endParaRPr>
              <a:solidFill>
                <a:schemeClr val="accent5"/>
              </a:solidFill>
              <a:latin typeface="Arial"/>
              <a:ea typeface="Arial"/>
              <a:cs typeface="Arial"/>
              <a:sym typeface="Arial"/>
            </a:endParaRPr>
          </a:p>
          <a:p>
            <a:pPr indent="-228600" lvl="0" marL="228600" rtl="0" algn="l">
              <a:lnSpc>
                <a:spcPct val="80000"/>
              </a:lnSpc>
              <a:spcBef>
                <a:spcPts val="1000"/>
              </a:spcBef>
              <a:spcAft>
                <a:spcPts val="0"/>
              </a:spcAft>
              <a:buClr>
                <a:schemeClr val="dk1"/>
              </a:buClr>
              <a:buSzPts val="2600"/>
              <a:buFont typeface="Noto Sans Symbols"/>
              <a:buChar char="❑"/>
            </a:pPr>
            <a:r>
              <a:rPr lang="en-US" sz="2600">
                <a:latin typeface="Arial"/>
                <a:ea typeface="Arial"/>
                <a:cs typeface="Arial"/>
                <a:sym typeface="Arial"/>
              </a:rPr>
              <a:t>make something a goal or target </a:t>
            </a:r>
            <a:endParaRPr>
              <a:latin typeface="Arial"/>
              <a:ea typeface="Arial"/>
              <a:cs typeface="Arial"/>
              <a:sym typeface="Arial"/>
            </a:endParaRPr>
          </a:p>
          <a:p>
            <a:pPr indent="-228600" lvl="0" marL="228600" rtl="0" algn="l">
              <a:lnSpc>
                <a:spcPct val="80000"/>
              </a:lnSpc>
              <a:spcBef>
                <a:spcPts val="1000"/>
              </a:spcBef>
              <a:spcAft>
                <a:spcPts val="0"/>
              </a:spcAft>
              <a:buClr>
                <a:schemeClr val="dk1"/>
              </a:buClr>
              <a:buSzPts val="2600"/>
              <a:buFont typeface="Noto Sans Symbols"/>
              <a:buChar char="❑"/>
            </a:pPr>
            <a:r>
              <a:rPr lang="en-US" sz="2600">
                <a:latin typeface="Arial"/>
                <a:ea typeface="Arial"/>
                <a:cs typeface="Arial"/>
                <a:sym typeface="Arial"/>
              </a:rPr>
              <a:t>not be afraid to try new things </a:t>
            </a:r>
            <a:endParaRPr>
              <a:latin typeface="Arial"/>
              <a:ea typeface="Arial"/>
              <a:cs typeface="Arial"/>
              <a:sym typeface="Arial"/>
            </a:endParaRPr>
          </a:p>
          <a:p>
            <a:pPr indent="-228600" lvl="0" marL="228600" rtl="0" algn="l">
              <a:lnSpc>
                <a:spcPct val="80000"/>
              </a:lnSpc>
              <a:spcBef>
                <a:spcPts val="1000"/>
              </a:spcBef>
              <a:spcAft>
                <a:spcPts val="0"/>
              </a:spcAft>
              <a:buClr>
                <a:schemeClr val="dk1"/>
              </a:buClr>
              <a:buSzPts val="2600"/>
              <a:buFont typeface="Noto Sans Symbols"/>
              <a:buChar char="❑"/>
            </a:pPr>
            <a:r>
              <a:rPr lang="en-US" sz="2600">
                <a:latin typeface="Arial"/>
                <a:ea typeface="Arial"/>
                <a:cs typeface="Arial"/>
                <a:sym typeface="Arial"/>
              </a:rPr>
              <a:t>grow or succeed quickly</a:t>
            </a:r>
            <a:endParaRPr>
              <a:latin typeface="Arial"/>
              <a:ea typeface="Arial"/>
              <a:cs typeface="Arial"/>
              <a:sym typeface="Arial"/>
            </a:endParaRPr>
          </a:p>
          <a:p>
            <a:pPr indent="0" lvl="0" marL="0" rtl="0" algn="l">
              <a:lnSpc>
                <a:spcPct val="90000"/>
              </a:lnSpc>
              <a:spcBef>
                <a:spcPts val="1000"/>
              </a:spcBef>
              <a:spcAft>
                <a:spcPts val="0"/>
              </a:spcAft>
              <a:buClr>
                <a:srgbClr val="C00000"/>
              </a:buClr>
              <a:buSzPts val="2600"/>
              <a:buNone/>
            </a:pPr>
            <a:r>
              <a:rPr b="1" lang="en-US" sz="2600">
                <a:solidFill>
                  <a:schemeClr val="accent5"/>
                </a:solidFill>
                <a:latin typeface="Arial"/>
                <a:ea typeface="Arial"/>
                <a:cs typeface="Arial"/>
                <a:sym typeface="Arial"/>
              </a:rPr>
              <a:t>2) </a:t>
            </a:r>
            <a:r>
              <a:rPr b="1" lang="en-US" sz="2600" u="sng">
                <a:solidFill>
                  <a:schemeClr val="accent5"/>
                </a:solidFill>
                <a:latin typeface="Arial"/>
                <a:ea typeface="Arial"/>
                <a:cs typeface="Arial"/>
                <a:sym typeface="Arial"/>
              </a:rPr>
              <a:t>Chronic</a:t>
            </a:r>
            <a:r>
              <a:rPr b="1" lang="en-US" sz="2600">
                <a:solidFill>
                  <a:schemeClr val="accent5"/>
                </a:solidFill>
                <a:latin typeface="Arial"/>
                <a:ea typeface="Arial"/>
                <a:cs typeface="Arial"/>
                <a:sym typeface="Arial"/>
              </a:rPr>
              <a:t> cigarette smoking can lead to very serious health issues. Chronic means... </a:t>
            </a:r>
            <a:endParaRPr b="1" sz="2600">
              <a:solidFill>
                <a:schemeClr val="accent5"/>
              </a:solidFill>
              <a:latin typeface="Arial"/>
              <a:ea typeface="Arial"/>
              <a:cs typeface="Arial"/>
              <a:sym typeface="Arial"/>
            </a:endParaRPr>
          </a:p>
          <a:p>
            <a:pPr indent="-228600" lvl="0" marL="228600" rtl="0" algn="l">
              <a:lnSpc>
                <a:spcPct val="80000"/>
              </a:lnSpc>
              <a:spcBef>
                <a:spcPts val="1000"/>
              </a:spcBef>
              <a:spcAft>
                <a:spcPts val="0"/>
              </a:spcAft>
              <a:buClr>
                <a:schemeClr val="dk1"/>
              </a:buClr>
              <a:buSzPts val="2600"/>
              <a:buFont typeface="Noto Sans Symbols"/>
              <a:buChar char="❑"/>
            </a:pPr>
            <a:r>
              <a:rPr lang="en-US" sz="2600">
                <a:latin typeface="Arial"/>
                <a:ea typeface="Arial"/>
                <a:cs typeface="Arial"/>
                <a:sym typeface="Arial"/>
              </a:rPr>
              <a:t>prolonged or lasting a long time </a:t>
            </a:r>
            <a:endParaRPr>
              <a:latin typeface="Arial"/>
              <a:ea typeface="Arial"/>
              <a:cs typeface="Arial"/>
              <a:sym typeface="Arial"/>
            </a:endParaRPr>
          </a:p>
          <a:p>
            <a:pPr indent="-228600" lvl="0" marL="228600" rtl="0" algn="l">
              <a:lnSpc>
                <a:spcPct val="80000"/>
              </a:lnSpc>
              <a:spcBef>
                <a:spcPts val="1000"/>
              </a:spcBef>
              <a:spcAft>
                <a:spcPts val="0"/>
              </a:spcAft>
              <a:buClr>
                <a:schemeClr val="dk1"/>
              </a:buClr>
              <a:buSzPts val="2600"/>
              <a:buFont typeface="Noto Sans Symbols"/>
              <a:buChar char="❑"/>
            </a:pPr>
            <a:r>
              <a:rPr lang="en-US" sz="2600">
                <a:latin typeface="Arial"/>
                <a:ea typeface="Arial"/>
                <a:cs typeface="Arial"/>
                <a:sym typeface="Arial"/>
              </a:rPr>
              <a:t>occasional or happening once in a while </a:t>
            </a:r>
            <a:endParaRPr>
              <a:latin typeface="Arial"/>
              <a:ea typeface="Arial"/>
              <a:cs typeface="Arial"/>
              <a:sym typeface="Arial"/>
            </a:endParaRPr>
          </a:p>
          <a:p>
            <a:pPr indent="-228600" lvl="0" marL="228600" rtl="0" algn="l">
              <a:lnSpc>
                <a:spcPct val="80000"/>
              </a:lnSpc>
              <a:spcBef>
                <a:spcPts val="1000"/>
              </a:spcBef>
              <a:spcAft>
                <a:spcPts val="0"/>
              </a:spcAft>
              <a:buClr>
                <a:schemeClr val="dk1"/>
              </a:buClr>
              <a:buSzPts val="2600"/>
              <a:buFont typeface="Noto Sans Symbols"/>
              <a:buChar char="❑"/>
            </a:pPr>
            <a:r>
              <a:rPr lang="en-US" sz="2600">
                <a:latin typeface="Arial"/>
                <a:ea typeface="Arial"/>
                <a:cs typeface="Arial"/>
                <a:sym typeface="Arial"/>
              </a:rPr>
              <a:t>spontaneous or happening randomly</a:t>
            </a:r>
            <a:endParaRPr sz="2600">
              <a:latin typeface="Arial"/>
              <a:ea typeface="Arial"/>
              <a:cs typeface="Arial"/>
              <a:sym typeface="Arial"/>
            </a:endParaRPr>
          </a:p>
        </p:txBody>
      </p:sp>
      <p:sp>
        <p:nvSpPr>
          <p:cNvPr id="451" name="Google Shape;451;p11"/>
          <p:cNvSpPr txBox="1"/>
          <p:nvPr/>
        </p:nvSpPr>
        <p:spPr>
          <a:xfrm>
            <a:off x="6365965" y="1698173"/>
            <a:ext cx="5590902" cy="5212080"/>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90000"/>
              </a:lnSpc>
              <a:spcBef>
                <a:spcPts val="0"/>
              </a:spcBef>
              <a:spcAft>
                <a:spcPts val="0"/>
              </a:spcAft>
              <a:buClr>
                <a:srgbClr val="C00000"/>
              </a:buClr>
              <a:buSzPts val="2600"/>
              <a:buFont typeface="Arial"/>
              <a:buNone/>
            </a:pPr>
            <a:r>
              <a:rPr b="1" i="0" lang="en-US" sz="2600" u="none" cap="none" strike="noStrike">
                <a:solidFill>
                  <a:schemeClr val="accent5"/>
                </a:solidFill>
                <a:latin typeface="Arial"/>
                <a:ea typeface="Arial"/>
                <a:cs typeface="Arial"/>
                <a:sym typeface="Arial"/>
              </a:rPr>
              <a:t>3) People who are depressed may be afraid to tell others because of the stigma attached to feelings of depression. </a:t>
            </a:r>
            <a:r>
              <a:rPr b="1" i="0" lang="en-US" sz="2600" u="sng" cap="none" strike="noStrike">
                <a:solidFill>
                  <a:schemeClr val="accent5"/>
                </a:solidFill>
                <a:latin typeface="Arial"/>
                <a:ea typeface="Arial"/>
                <a:cs typeface="Arial"/>
                <a:sym typeface="Arial"/>
              </a:rPr>
              <a:t>Stigma</a:t>
            </a:r>
            <a:r>
              <a:rPr b="1" i="0" lang="en-US" sz="2600" u="none" cap="none" strike="noStrike">
                <a:solidFill>
                  <a:schemeClr val="accent5"/>
                </a:solidFill>
                <a:latin typeface="Arial"/>
                <a:ea typeface="Arial"/>
                <a:cs typeface="Arial"/>
                <a:sym typeface="Arial"/>
              </a:rPr>
              <a:t> refers to... </a:t>
            </a:r>
            <a:endParaRPr b="1" i="0" sz="2600" u="none" cap="none" strike="noStrike">
              <a:solidFill>
                <a:schemeClr val="accent5"/>
              </a:solidFill>
              <a:latin typeface="Arial"/>
              <a:ea typeface="Arial"/>
              <a:cs typeface="Arial"/>
              <a:sym typeface="Arial"/>
            </a:endParaRPr>
          </a:p>
          <a:p>
            <a:pPr indent="-228600" lvl="0" marL="228600" marR="0" rtl="0" algn="l">
              <a:lnSpc>
                <a:spcPct val="80000"/>
              </a:lnSpc>
              <a:spcBef>
                <a:spcPts val="1000"/>
              </a:spcBef>
              <a:spcAft>
                <a:spcPts val="0"/>
              </a:spcAft>
              <a:buClr>
                <a:schemeClr val="dk1"/>
              </a:buClr>
              <a:buSzPts val="2600"/>
              <a:buFont typeface="Noto Sans Symbols"/>
              <a:buChar char="❑"/>
            </a:pPr>
            <a:r>
              <a:rPr b="0" i="0" lang="en-US" sz="2600" u="none" cap="none" strike="noStrike">
                <a:solidFill>
                  <a:schemeClr val="dk1"/>
                </a:solidFill>
                <a:latin typeface="Arial"/>
                <a:ea typeface="Arial"/>
                <a:cs typeface="Arial"/>
                <a:sym typeface="Arial"/>
              </a:rPr>
              <a:t>highly disapproved methods </a:t>
            </a:r>
            <a:endParaRPr b="0" i="0" sz="1400" u="none" cap="none" strike="noStrike">
              <a:solidFill>
                <a:srgbClr val="000000"/>
              </a:solidFill>
              <a:latin typeface="Arial"/>
              <a:ea typeface="Arial"/>
              <a:cs typeface="Arial"/>
              <a:sym typeface="Arial"/>
            </a:endParaRPr>
          </a:p>
          <a:p>
            <a:pPr indent="-228600" lvl="0" marL="228600" marR="0" rtl="0" algn="l">
              <a:lnSpc>
                <a:spcPct val="80000"/>
              </a:lnSpc>
              <a:spcBef>
                <a:spcPts val="1000"/>
              </a:spcBef>
              <a:spcAft>
                <a:spcPts val="0"/>
              </a:spcAft>
              <a:buClr>
                <a:schemeClr val="dk1"/>
              </a:buClr>
              <a:buSzPts val="2600"/>
              <a:buFont typeface="Noto Sans Symbols"/>
              <a:buChar char="❑"/>
            </a:pPr>
            <a:r>
              <a:rPr b="0" i="0" lang="en-US" sz="2600" u="none" cap="none" strike="noStrike">
                <a:solidFill>
                  <a:schemeClr val="dk1"/>
                </a:solidFill>
                <a:latin typeface="Arial"/>
                <a:ea typeface="Arial"/>
                <a:cs typeface="Arial"/>
                <a:sym typeface="Arial"/>
              </a:rPr>
              <a:t>generally negative attitudes </a:t>
            </a:r>
            <a:endParaRPr b="0" i="0" sz="1400" u="none" cap="none" strike="noStrike">
              <a:solidFill>
                <a:srgbClr val="000000"/>
              </a:solidFill>
              <a:latin typeface="Arial"/>
              <a:ea typeface="Arial"/>
              <a:cs typeface="Arial"/>
              <a:sym typeface="Arial"/>
            </a:endParaRPr>
          </a:p>
          <a:p>
            <a:pPr indent="-228600" lvl="0" marL="228600" marR="0" rtl="0" algn="l">
              <a:lnSpc>
                <a:spcPct val="80000"/>
              </a:lnSpc>
              <a:spcBef>
                <a:spcPts val="1000"/>
              </a:spcBef>
              <a:spcAft>
                <a:spcPts val="0"/>
              </a:spcAft>
              <a:buClr>
                <a:schemeClr val="dk1"/>
              </a:buClr>
              <a:buSzPts val="2600"/>
              <a:buFont typeface="Noto Sans Symbols"/>
              <a:buChar char="❑"/>
            </a:pPr>
            <a:r>
              <a:rPr b="0" i="0" lang="en-US" sz="2600" u="none" cap="none" strike="noStrike">
                <a:solidFill>
                  <a:schemeClr val="dk1"/>
                </a:solidFill>
                <a:latin typeface="Arial"/>
                <a:ea typeface="Arial"/>
                <a:cs typeface="Arial"/>
                <a:sym typeface="Arial"/>
              </a:rPr>
              <a:t>strong evidence or proof</a:t>
            </a:r>
            <a:endParaRPr b="0" i="0" sz="1400" u="none" cap="none" strike="noStrike">
              <a:solidFill>
                <a:srgbClr val="000000"/>
              </a:solidFill>
              <a:latin typeface="Arial"/>
              <a:ea typeface="Arial"/>
              <a:cs typeface="Arial"/>
              <a:sym typeface="Arial"/>
            </a:endParaRPr>
          </a:p>
          <a:p>
            <a:pPr indent="0" lvl="0" marL="0" marR="0" rtl="0" algn="l">
              <a:lnSpc>
                <a:spcPct val="80000"/>
              </a:lnSpc>
              <a:spcBef>
                <a:spcPts val="1000"/>
              </a:spcBef>
              <a:spcAft>
                <a:spcPts val="0"/>
              </a:spcAft>
              <a:buClr>
                <a:srgbClr val="C00000"/>
              </a:buClr>
              <a:buSzPts val="2600"/>
              <a:buFont typeface="Arial"/>
              <a:buNone/>
            </a:pPr>
            <a:r>
              <a:rPr b="1" i="0" lang="en-US" sz="2600" u="none" cap="none" strike="noStrike">
                <a:solidFill>
                  <a:schemeClr val="accent5"/>
                </a:solidFill>
                <a:latin typeface="Arial"/>
                <a:ea typeface="Arial"/>
                <a:cs typeface="Arial"/>
                <a:sym typeface="Arial"/>
              </a:rPr>
              <a:t>4) Being resilient is an important trait to have after losing a competition. </a:t>
            </a:r>
            <a:r>
              <a:rPr b="1" i="0" lang="en-US" sz="2600" u="sng" cap="none" strike="noStrike">
                <a:solidFill>
                  <a:schemeClr val="accent5"/>
                </a:solidFill>
                <a:latin typeface="Arial"/>
                <a:ea typeface="Arial"/>
                <a:cs typeface="Arial"/>
                <a:sym typeface="Arial"/>
              </a:rPr>
              <a:t>Resilient</a:t>
            </a:r>
            <a:r>
              <a:rPr b="1" i="0" lang="en-US" sz="2600" u="none" cap="none" strike="noStrike">
                <a:solidFill>
                  <a:schemeClr val="accent5"/>
                </a:solidFill>
                <a:latin typeface="Arial"/>
                <a:ea typeface="Arial"/>
                <a:cs typeface="Arial"/>
                <a:sym typeface="Arial"/>
              </a:rPr>
              <a:t> means... </a:t>
            </a:r>
            <a:endParaRPr b="1" i="0" sz="2600" u="none" cap="none" strike="noStrike">
              <a:solidFill>
                <a:schemeClr val="accent5"/>
              </a:solidFill>
              <a:latin typeface="Arial"/>
              <a:ea typeface="Arial"/>
              <a:cs typeface="Arial"/>
              <a:sym typeface="Arial"/>
            </a:endParaRPr>
          </a:p>
          <a:p>
            <a:pPr indent="-228600" lvl="0" marL="228600" marR="0" rtl="0" algn="l">
              <a:lnSpc>
                <a:spcPct val="80000"/>
              </a:lnSpc>
              <a:spcBef>
                <a:spcPts val="1000"/>
              </a:spcBef>
              <a:spcAft>
                <a:spcPts val="0"/>
              </a:spcAft>
              <a:buClr>
                <a:schemeClr val="dk1"/>
              </a:buClr>
              <a:buSzPts val="2600"/>
              <a:buFont typeface="Noto Sans Symbols"/>
              <a:buChar char="❑"/>
            </a:pPr>
            <a:r>
              <a:rPr b="0" i="0" lang="en-US" sz="2600" u="none" cap="none" strike="noStrike">
                <a:solidFill>
                  <a:schemeClr val="dk1"/>
                </a:solidFill>
                <a:latin typeface="Arial"/>
                <a:ea typeface="Arial"/>
                <a:cs typeface="Arial"/>
                <a:sym typeface="Arial"/>
              </a:rPr>
              <a:t>able to deal with failure well </a:t>
            </a:r>
            <a:endParaRPr b="0" i="0" sz="2600" u="none" cap="none" strike="noStrike">
              <a:solidFill>
                <a:schemeClr val="dk1"/>
              </a:solidFill>
              <a:latin typeface="Arial"/>
              <a:ea typeface="Arial"/>
              <a:cs typeface="Arial"/>
              <a:sym typeface="Arial"/>
            </a:endParaRPr>
          </a:p>
          <a:p>
            <a:pPr indent="-228600" lvl="0" marL="228600" marR="0" rtl="0" algn="l">
              <a:lnSpc>
                <a:spcPct val="80000"/>
              </a:lnSpc>
              <a:spcBef>
                <a:spcPts val="1000"/>
              </a:spcBef>
              <a:spcAft>
                <a:spcPts val="0"/>
              </a:spcAft>
              <a:buClr>
                <a:schemeClr val="dk1"/>
              </a:buClr>
              <a:buSzPts val="2600"/>
              <a:buFont typeface="Noto Sans Symbols"/>
              <a:buChar char="❑"/>
            </a:pPr>
            <a:r>
              <a:rPr b="0" i="0" lang="en-US" sz="2600" u="none" cap="none" strike="noStrike">
                <a:solidFill>
                  <a:schemeClr val="dk1"/>
                </a:solidFill>
                <a:latin typeface="Arial"/>
                <a:ea typeface="Arial"/>
                <a:cs typeface="Arial"/>
                <a:sym typeface="Arial"/>
              </a:rPr>
              <a:t>able to feel sorry or pity for oneself </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chemeClr val="dk1"/>
              </a:buClr>
              <a:buSzPts val="2600"/>
              <a:buFont typeface="Noto Sans Symbols"/>
              <a:buChar char="❑"/>
            </a:pPr>
            <a:r>
              <a:rPr b="0" i="0" lang="en-US" sz="2600" u="none" cap="none" strike="noStrike">
                <a:solidFill>
                  <a:schemeClr val="dk1"/>
                </a:solidFill>
                <a:latin typeface="Arial"/>
                <a:ea typeface="Arial"/>
                <a:cs typeface="Arial"/>
                <a:sym typeface="Arial"/>
              </a:rPr>
              <a:t>able to predict future circumstances</a:t>
            </a:r>
            <a:endParaRPr b="0" i="0" sz="2600" u="none" cap="none" strike="noStrike">
              <a:solidFill>
                <a:schemeClr val="dk1"/>
              </a:solidFill>
              <a:latin typeface="Arial"/>
              <a:ea typeface="Arial"/>
              <a:cs typeface="Arial"/>
              <a:sym typeface="Arial"/>
            </a:endParaRPr>
          </a:p>
        </p:txBody>
      </p:sp>
      <p:sp>
        <p:nvSpPr>
          <p:cNvPr id="452" name="Google Shape;452;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453" name="Google Shape;453;p11"/>
          <p:cNvSpPr/>
          <p:nvPr/>
        </p:nvSpPr>
        <p:spPr>
          <a:xfrm>
            <a:off x="4428308" y="3032840"/>
            <a:ext cx="587829" cy="378823"/>
          </a:xfrm>
          <a:prstGeom prst="star5">
            <a:avLst>
              <a:gd fmla="val 19098" name="adj"/>
              <a:gd fmla="val 105146" name="hf"/>
              <a:gd fmla="val 110557" name="vf"/>
            </a:avLst>
          </a:prstGeom>
          <a:solidFill>
            <a:srgbClr val="00B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B050"/>
              </a:solidFill>
              <a:latin typeface="Calibri"/>
              <a:ea typeface="Calibri"/>
              <a:cs typeface="Calibri"/>
              <a:sym typeface="Calibri"/>
            </a:endParaRPr>
          </a:p>
        </p:txBody>
      </p:sp>
      <p:sp>
        <p:nvSpPr>
          <p:cNvPr id="454" name="Google Shape;454;p11"/>
          <p:cNvSpPr/>
          <p:nvPr/>
        </p:nvSpPr>
        <p:spPr>
          <a:xfrm>
            <a:off x="5408021" y="4672249"/>
            <a:ext cx="587829" cy="378823"/>
          </a:xfrm>
          <a:prstGeom prst="star5">
            <a:avLst>
              <a:gd fmla="val 19098" name="adj"/>
              <a:gd fmla="val 105146" name="hf"/>
              <a:gd fmla="val 110557" name="vf"/>
            </a:avLst>
          </a:prstGeom>
          <a:solidFill>
            <a:srgbClr val="00B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5" name="Google Shape;455;p11"/>
          <p:cNvSpPr/>
          <p:nvPr/>
        </p:nvSpPr>
        <p:spPr>
          <a:xfrm>
            <a:off x="10791371" y="3400778"/>
            <a:ext cx="587829" cy="378823"/>
          </a:xfrm>
          <a:prstGeom prst="star5">
            <a:avLst>
              <a:gd fmla="val 19098" name="adj"/>
              <a:gd fmla="val 105146" name="hf"/>
              <a:gd fmla="val 110557" name="vf"/>
            </a:avLst>
          </a:prstGeom>
          <a:solidFill>
            <a:srgbClr val="00B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6" name="Google Shape;456;p11"/>
          <p:cNvSpPr/>
          <p:nvPr/>
        </p:nvSpPr>
        <p:spPr>
          <a:xfrm>
            <a:off x="10883538" y="5154183"/>
            <a:ext cx="587829" cy="378823"/>
          </a:xfrm>
          <a:prstGeom prst="star5">
            <a:avLst>
              <a:gd fmla="val 19098" name="adj"/>
              <a:gd fmla="val 105146" name="hf"/>
              <a:gd fmla="val 110557" name="vf"/>
            </a:avLst>
          </a:prstGeom>
          <a:solidFill>
            <a:srgbClr val="00B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transition spd="slow">
    <p:wipe dir="l"/>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9"/>
                                        </p:tgtEl>
                                        <p:attrNameLst>
                                          <p:attrName>style.visibility</p:attrName>
                                        </p:attrNameLst>
                                      </p:cBhvr>
                                      <p:to>
                                        <p:strVal val="visible"/>
                                      </p:to>
                                    </p:set>
                                    <p:animEffect filter="fade" transition="in">
                                      <p:cBhvr>
                                        <p:cTn dur="500"/>
                                        <p:tgtEl>
                                          <p:spTgt spid="4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0">
                                            <p:txEl>
                                              <p:pRg end="0" st="0"/>
                                            </p:txEl>
                                          </p:spTgt>
                                        </p:tgtEl>
                                        <p:attrNameLst>
                                          <p:attrName>style.visibility</p:attrName>
                                        </p:attrNameLst>
                                      </p:cBhvr>
                                      <p:to>
                                        <p:strVal val="visible"/>
                                      </p:to>
                                    </p:set>
                                    <p:animEffect filter="fade" transition="in">
                                      <p:cBhvr>
                                        <p:cTn dur="1000"/>
                                        <p:tgtEl>
                                          <p:spTgt spid="45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0">
                                            <p:txEl>
                                              <p:pRg end="1" st="1"/>
                                            </p:txEl>
                                          </p:spTgt>
                                        </p:tgtEl>
                                        <p:attrNameLst>
                                          <p:attrName>style.visibility</p:attrName>
                                        </p:attrNameLst>
                                      </p:cBhvr>
                                      <p:to>
                                        <p:strVal val="visible"/>
                                      </p:to>
                                    </p:set>
                                    <p:animEffect filter="fade" transition="in">
                                      <p:cBhvr>
                                        <p:cTn dur="1000"/>
                                        <p:tgtEl>
                                          <p:spTgt spid="45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0">
                                            <p:txEl>
                                              <p:pRg end="2" st="2"/>
                                            </p:txEl>
                                          </p:spTgt>
                                        </p:tgtEl>
                                        <p:attrNameLst>
                                          <p:attrName>style.visibility</p:attrName>
                                        </p:attrNameLst>
                                      </p:cBhvr>
                                      <p:to>
                                        <p:strVal val="visible"/>
                                      </p:to>
                                    </p:set>
                                    <p:animEffect filter="fade" transition="in">
                                      <p:cBhvr>
                                        <p:cTn dur="1000"/>
                                        <p:tgtEl>
                                          <p:spTgt spid="45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0">
                                            <p:txEl>
                                              <p:pRg end="3" st="3"/>
                                            </p:txEl>
                                          </p:spTgt>
                                        </p:tgtEl>
                                        <p:attrNameLst>
                                          <p:attrName>style.visibility</p:attrName>
                                        </p:attrNameLst>
                                      </p:cBhvr>
                                      <p:to>
                                        <p:strVal val="visible"/>
                                      </p:to>
                                    </p:set>
                                    <p:animEffect filter="fade" transition="in">
                                      <p:cBhvr>
                                        <p:cTn dur="1000"/>
                                        <p:tgtEl>
                                          <p:spTgt spid="45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0">
                                            <p:txEl>
                                              <p:pRg end="4" st="4"/>
                                            </p:txEl>
                                          </p:spTgt>
                                        </p:tgtEl>
                                        <p:attrNameLst>
                                          <p:attrName>style.visibility</p:attrName>
                                        </p:attrNameLst>
                                      </p:cBhvr>
                                      <p:to>
                                        <p:strVal val="visible"/>
                                      </p:to>
                                    </p:set>
                                    <p:animEffect filter="fade" transition="in">
                                      <p:cBhvr>
                                        <p:cTn dur="1000"/>
                                        <p:tgtEl>
                                          <p:spTgt spid="45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0">
                                            <p:txEl>
                                              <p:pRg end="5" st="5"/>
                                            </p:txEl>
                                          </p:spTgt>
                                        </p:tgtEl>
                                        <p:attrNameLst>
                                          <p:attrName>style.visibility</p:attrName>
                                        </p:attrNameLst>
                                      </p:cBhvr>
                                      <p:to>
                                        <p:strVal val="visible"/>
                                      </p:to>
                                    </p:set>
                                    <p:animEffect filter="fade" transition="in">
                                      <p:cBhvr>
                                        <p:cTn dur="1000"/>
                                        <p:tgtEl>
                                          <p:spTgt spid="45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0">
                                            <p:txEl>
                                              <p:pRg end="6" st="6"/>
                                            </p:txEl>
                                          </p:spTgt>
                                        </p:tgtEl>
                                        <p:attrNameLst>
                                          <p:attrName>style.visibility</p:attrName>
                                        </p:attrNameLst>
                                      </p:cBhvr>
                                      <p:to>
                                        <p:strVal val="visible"/>
                                      </p:to>
                                    </p:set>
                                    <p:animEffect filter="fade" transition="in">
                                      <p:cBhvr>
                                        <p:cTn dur="1000"/>
                                        <p:tgtEl>
                                          <p:spTgt spid="45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0">
                                            <p:txEl>
                                              <p:pRg end="7" st="7"/>
                                            </p:txEl>
                                          </p:spTgt>
                                        </p:tgtEl>
                                        <p:attrNameLst>
                                          <p:attrName>style.visibility</p:attrName>
                                        </p:attrNameLst>
                                      </p:cBhvr>
                                      <p:to>
                                        <p:strVal val="visible"/>
                                      </p:to>
                                    </p:set>
                                    <p:animEffect filter="fade" transition="in">
                                      <p:cBhvr>
                                        <p:cTn dur="1000"/>
                                        <p:tgtEl>
                                          <p:spTgt spid="45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
                                            <p:txEl>
                                              <p:pRg end="0" st="0"/>
                                            </p:txEl>
                                          </p:spTgt>
                                        </p:tgtEl>
                                        <p:attrNameLst>
                                          <p:attrName>style.visibility</p:attrName>
                                        </p:attrNameLst>
                                      </p:cBhvr>
                                      <p:to>
                                        <p:strVal val="visible"/>
                                      </p:to>
                                    </p:set>
                                    <p:animEffect filter="fade" transition="in">
                                      <p:cBhvr>
                                        <p:cTn dur="1000"/>
                                        <p:tgtEl>
                                          <p:spTgt spid="4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
                                            <p:txEl>
                                              <p:pRg end="1" st="1"/>
                                            </p:txEl>
                                          </p:spTgt>
                                        </p:tgtEl>
                                        <p:attrNameLst>
                                          <p:attrName>style.visibility</p:attrName>
                                        </p:attrNameLst>
                                      </p:cBhvr>
                                      <p:to>
                                        <p:strVal val="visible"/>
                                      </p:to>
                                    </p:set>
                                    <p:animEffect filter="fade" transition="in">
                                      <p:cBhvr>
                                        <p:cTn dur="1000"/>
                                        <p:tgtEl>
                                          <p:spTgt spid="4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
                                            <p:txEl>
                                              <p:pRg end="2" st="2"/>
                                            </p:txEl>
                                          </p:spTgt>
                                        </p:tgtEl>
                                        <p:attrNameLst>
                                          <p:attrName>style.visibility</p:attrName>
                                        </p:attrNameLst>
                                      </p:cBhvr>
                                      <p:to>
                                        <p:strVal val="visible"/>
                                      </p:to>
                                    </p:set>
                                    <p:animEffect filter="fade" transition="in">
                                      <p:cBhvr>
                                        <p:cTn dur="1000"/>
                                        <p:tgtEl>
                                          <p:spTgt spid="4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
                                            <p:txEl>
                                              <p:pRg end="3" st="3"/>
                                            </p:txEl>
                                          </p:spTgt>
                                        </p:tgtEl>
                                        <p:attrNameLst>
                                          <p:attrName>style.visibility</p:attrName>
                                        </p:attrNameLst>
                                      </p:cBhvr>
                                      <p:to>
                                        <p:strVal val="visible"/>
                                      </p:to>
                                    </p:set>
                                    <p:animEffect filter="fade" transition="in">
                                      <p:cBhvr>
                                        <p:cTn dur="1000"/>
                                        <p:tgtEl>
                                          <p:spTgt spid="45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
                                            <p:txEl>
                                              <p:pRg end="4" st="4"/>
                                            </p:txEl>
                                          </p:spTgt>
                                        </p:tgtEl>
                                        <p:attrNameLst>
                                          <p:attrName>style.visibility</p:attrName>
                                        </p:attrNameLst>
                                      </p:cBhvr>
                                      <p:to>
                                        <p:strVal val="visible"/>
                                      </p:to>
                                    </p:set>
                                    <p:animEffect filter="fade" transition="in">
                                      <p:cBhvr>
                                        <p:cTn dur="1000"/>
                                        <p:tgtEl>
                                          <p:spTgt spid="45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
                                            <p:txEl>
                                              <p:pRg end="5" st="5"/>
                                            </p:txEl>
                                          </p:spTgt>
                                        </p:tgtEl>
                                        <p:attrNameLst>
                                          <p:attrName>style.visibility</p:attrName>
                                        </p:attrNameLst>
                                      </p:cBhvr>
                                      <p:to>
                                        <p:strVal val="visible"/>
                                      </p:to>
                                    </p:set>
                                    <p:animEffect filter="fade" transition="in">
                                      <p:cBhvr>
                                        <p:cTn dur="1000"/>
                                        <p:tgtEl>
                                          <p:spTgt spid="45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
                                            <p:txEl>
                                              <p:pRg end="6" st="6"/>
                                            </p:txEl>
                                          </p:spTgt>
                                        </p:tgtEl>
                                        <p:attrNameLst>
                                          <p:attrName>style.visibility</p:attrName>
                                        </p:attrNameLst>
                                      </p:cBhvr>
                                      <p:to>
                                        <p:strVal val="visible"/>
                                      </p:to>
                                    </p:set>
                                    <p:animEffect filter="fade" transition="in">
                                      <p:cBhvr>
                                        <p:cTn dur="1000"/>
                                        <p:tgtEl>
                                          <p:spTgt spid="45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
                                            <p:txEl>
                                              <p:pRg end="7" st="7"/>
                                            </p:txEl>
                                          </p:spTgt>
                                        </p:tgtEl>
                                        <p:attrNameLst>
                                          <p:attrName>style.visibility</p:attrName>
                                        </p:attrNameLst>
                                      </p:cBhvr>
                                      <p:to>
                                        <p:strVal val="visible"/>
                                      </p:to>
                                    </p:set>
                                    <p:animEffect filter="fade" transition="in">
                                      <p:cBhvr>
                                        <p:cTn dur="1000"/>
                                        <p:tgtEl>
                                          <p:spTgt spid="45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gtEl>
                                        <p:attrNameLst>
                                          <p:attrName>style.visibility</p:attrName>
                                        </p:attrNameLst>
                                      </p:cBhvr>
                                      <p:to>
                                        <p:strVal val="visible"/>
                                      </p:to>
                                    </p:set>
                                    <p:animEffect filter="fade" transition="in">
                                      <p:cBhvr>
                                        <p:cTn dur="500"/>
                                        <p:tgtEl>
                                          <p:spTgt spid="4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
                                        </p:tgtEl>
                                        <p:attrNameLst>
                                          <p:attrName>style.visibility</p:attrName>
                                        </p:attrNameLst>
                                      </p:cBhvr>
                                      <p:to>
                                        <p:strVal val="visible"/>
                                      </p:to>
                                    </p:set>
                                    <p:animEffect filter="fade" transition="in">
                                      <p:cBhvr>
                                        <p:cTn dur="500"/>
                                        <p:tgtEl>
                                          <p:spTgt spid="4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500"/>
                                        <p:tgtEl>
                                          <p:spTgt spid="4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6"/>
                                        </p:tgtEl>
                                        <p:attrNameLst>
                                          <p:attrName>style.visibility</p:attrName>
                                        </p:attrNameLst>
                                      </p:cBhvr>
                                      <p:to>
                                        <p:strVal val="visible"/>
                                      </p:to>
                                    </p:set>
                                    <p:animEffect filter="fade" transition="in">
                                      <p:cBhvr>
                                        <p:cTn dur="500"/>
                                        <p:tgtEl>
                                          <p:spTgt spid="4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8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462" name="Google Shape;462;p89"/>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888888"/>
              </a:solidFill>
              <a:latin typeface="Calibri"/>
              <a:ea typeface="Calibri"/>
              <a:cs typeface="Calibri"/>
              <a:sym typeface="Calibri"/>
            </a:endParaRPr>
          </a:p>
        </p:txBody>
      </p:sp>
      <p:grpSp>
        <p:nvGrpSpPr>
          <p:cNvPr id="463" name="Google Shape;463;p89"/>
          <p:cNvGrpSpPr/>
          <p:nvPr/>
        </p:nvGrpSpPr>
        <p:grpSpPr>
          <a:xfrm>
            <a:off x="838200" y="1146032"/>
            <a:ext cx="10515600" cy="5439060"/>
            <a:chOff x="0" y="122094"/>
            <a:chExt cx="10515600" cy="5439060"/>
          </a:xfrm>
        </p:grpSpPr>
        <p:sp>
          <p:nvSpPr>
            <p:cNvPr id="464" name="Google Shape;464;p89"/>
            <p:cNvSpPr/>
            <p:nvPr/>
          </p:nvSpPr>
          <p:spPr>
            <a:xfrm>
              <a:off x="0" y="446814"/>
              <a:ext cx="10515600" cy="1212750"/>
            </a:xfrm>
            <a:prstGeom prst="rect">
              <a:avLst/>
            </a:prstGeom>
            <a:solidFill>
              <a:schemeClr val="lt1">
                <a:alpha val="89803"/>
              </a:schemeClr>
            </a:solidFill>
            <a:ln cap="flat" cmpd="sng" w="254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89"/>
            <p:cNvSpPr txBox="1"/>
            <p:nvPr/>
          </p:nvSpPr>
          <p:spPr>
            <a:xfrm>
              <a:off x="0" y="446814"/>
              <a:ext cx="10515600" cy="1212750"/>
            </a:xfrm>
            <a:prstGeom prst="rect">
              <a:avLst/>
            </a:prstGeom>
            <a:noFill/>
            <a:ln>
              <a:noFill/>
            </a:ln>
          </p:spPr>
          <p:txBody>
            <a:bodyPr anchorCtr="0" anchor="t" bIns="156450" lIns="816125" spcFirstLastPara="1" rIns="816125" wrap="square" tIns="458200">
              <a:noAutofit/>
            </a:bodyPr>
            <a:lstStyle/>
            <a:p>
              <a:pPr indent="-228600" lvl="1" marL="228600" marR="0" rtl="0" algn="l">
                <a:lnSpc>
                  <a:spcPct val="90000"/>
                </a:lnSpc>
                <a:spcBef>
                  <a:spcPts val="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Our genetic make-up, upbringing, our life circumstances, or the stresses we are under.</a:t>
              </a:r>
              <a:endParaRPr b="0" i="0" sz="2200" u="none" cap="none" strike="noStrike">
                <a:solidFill>
                  <a:srgbClr val="000000"/>
                </a:solidFill>
                <a:latin typeface="Arial"/>
                <a:ea typeface="Arial"/>
                <a:cs typeface="Arial"/>
                <a:sym typeface="Arial"/>
              </a:endParaRPr>
            </a:p>
          </p:txBody>
        </p:sp>
        <p:sp>
          <p:nvSpPr>
            <p:cNvPr id="466" name="Google Shape;466;p89"/>
            <p:cNvSpPr/>
            <p:nvPr/>
          </p:nvSpPr>
          <p:spPr>
            <a:xfrm>
              <a:off x="525780" y="122094"/>
              <a:ext cx="7360920" cy="649440"/>
            </a:xfrm>
            <a:prstGeom prst="roundRect">
              <a:avLst>
                <a:gd fmla="val 16667" name="adj"/>
              </a:avLst>
            </a:prstGeom>
            <a:solidFill>
              <a:schemeClr val="accent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89"/>
            <p:cNvSpPr txBox="1"/>
            <p:nvPr/>
          </p:nvSpPr>
          <p:spPr>
            <a:xfrm>
              <a:off x="557483" y="153797"/>
              <a:ext cx="7297514" cy="586034"/>
            </a:xfrm>
            <a:prstGeom prst="rect">
              <a:avLst/>
            </a:prstGeom>
            <a:noFill/>
            <a:ln>
              <a:noFill/>
            </a:ln>
          </p:spPr>
          <p:txBody>
            <a:bodyPr anchorCtr="0" anchor="ctr" bIns="0" lIns="278225" spcFirstLastPara="1" rIns="278225" wrap="square" tIns="0">
              <a:noAutofit/>
            </a:bodyPr>
            <a:lstStyle/>
            <a:p>
              <a:pPr indent="0" lvl="0" marL="0" marR="0" rtl="0" algn="l">
                <a:lnSpc>
                  <a:spcPct val="90000"/>
                </a:lnSpc>
                <a:spcBef>
                  <a:spcPts val="0"/>
                </a:spcBef>
                <a:spcAft>
                  <a:spcPts val="0"/>
                </a:spcAft>
                <a:buClr>
                  <a:srgbClr val="000000"/>
                </a:buClr>
                <a:buSzPts val="2200"/>
                <a:buFont typeface="Arial"/>
                <a:buNone/>
              </a:pPr>
              <a:r>
                <a:rPr b="1" i="0" lang="en-US" sz="2200" u="none" cap="none" strike="noStrike">
                  <a:solidFill>
                    <a:schemeClr val="dk1"/>
                  </a:solidFill>
                  <a:latin typeface="Arial"/>
                  <a:ea typeface="Arial"/>
                  <a:cs typeface="Arial"/>
                  <a:sym typeface="Arial"/>
                </a:rPr>
                <a:t>1) What factors can affect a person’s mental health?</a:t>
              </a:r>
              <a:endParaRPr b="0" i="0" sz="2200" u="none" cap="none" strike="noStrike">
                <a:solidFill>
                  <a:schemeClr val="dk1"/>
                </a:solidFill>
                <a:latin typeface="Arial"/>
                <a:ea typeface="Arial"/>
                <a:cs typeface="Arial"/>
                <a:sym typeface="Arial"/>
              </a:endParaRPr>
            </a:p>
          </p:txBody>
        </p:sp>
        <p:sp>
          <p:nvSpPr>
            <p:cNvPr id="468" name="Google Shape;468;p89"/>
            <p:cNvSpPr/>
            <p:nvPr/>
          </p:nvSpPr>
          <p:spPr>
            <a:xfrm>
              <a:off x="0" y="2103084"/>
              <a:ext cx="10515600" cy="1801800"/>
            </a:xfrm>
            <a:prstGeom prst="rect">
              <a:avLst/>
            </a:prstGeom>
            <a:solidFill>
              <a:schemeClr val="lt1">
                <a:alpha val="89803"/>
              </a:schemeClr>
            </a:solidFill>
            <a:ln cap="flat" cmpd="sng" w="254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89"/>
            <p:cNvSpPr txBox="1"/>
            <p:nvPr/>
          </p:nvSpPr>
          <p:spPr>
            <a:xfrm>
              <a:off x="0" y="2103084"/>
              <a:ext cx="10515600" cy="1801800"/>
            </a:xfrm>
            <a:prstGeom prst="rect">
              <a:avLst/>
            </a:prstGeom>
            <a:noFill/>
            <a:ln>
              <a:noFill/>
            </a:ln>
          </p:spPr>
          <p:txBody>
            <a:bodyPr anchorCtr="0" anchor="t" bIns="156450" lIns="816125" spcFirstLastPara="1" rIns="816125" wrap="square" tIns="458200">
              <a:noAutofit/>
            </a:bodyPr>
            <a:lstStyle/>
            <a:p>
              <a:pPr indent="-228600" lvl="1" marL="228600" marR="0" rtl="0" algn="l">
                <a:lnSpc>
                  <a:spcPct val="90000"/>
                </a:lnSpc>
                <a:spcBef>
                  <a:spcPts val="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Being mentally healthy means being resilient and able to cope with difficult times, feeling in control, being confident, feeling good about yourself, managing and expressing your emotions, and building and maintaining good relationships.</a:t>
              </a:r>
              <a:endParaRPr b="0" i="0" sz="2200" u="none" cap="none" strike="noStrike">
                <a:solidFill>
                  <a:srgbClr val="000000"/>
                </a:solidFill>
                <a:latin typeface="Arial"/>
                <a:ea typeface="Arial"/>
                <a:cs typeface="Arial"/>
                <a:sym typeface="Arial"/>
              </a:endParaRPr>
            </a:p>
          </p:txBody>
        </p:sp>
        <p:sp>
          <p:nvSpPr>
            <p:cNvPr id="470" name="Google Shape;470;p89"/>
            <p:cNvSpPr/>
            <p:nvPr/>
          </p:nvSpPr>
          <p:spPr>
            <a:xfrm>
              <a:off x="525780" y="1778364"/>
              <a:ext cx="7360920" cy="649440"/>
            </a:xfrm>
            <a:prstGeom prst="roundRect">
              <a:avLst>
                <a:gd fmla="val 16667" name="adj"/>
              </a:avLst>
            </a:prstGeom>
            <a:solidFill>
              <a:schemeClr val="accent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89"/>
            <p:cNvSpPr txBox="1"/>
            <p:nvPr/>
          </p:nvSpPr>
          <p:spPr>
            <a:xfrm>
              <a:off x="557483" y="1810067"/>
              <a:ext cx="7297514" cy="586034"/>
            </a:xfrm>
            <a:prstGeom prst="rect">
              <a:avLst/>
            </a:prstGeom>
            <a:noFill/>
            <a:ln>
              <a:noFill/>
            </a:ln>
          </p:spPr>
          <p:txBody>
            <a:bodyPr anchorCtr="0" anchor="ctr" bIns="0" lIns="278225" spcFirstLastPara="1" rIns="278225" wrap="square" tIns="0">
              <a:noAutofit/>
            </a:bodyPr>
            <a:lstStyle/>
            <a:p>
              <a:pPr indent="0" lvl="0" marL="0" marR="0" rtl="0" algn="l">
                <a:lnSpc>
                  <a:spcPct val="90000"/>
                </a:lnSpc>
                <a:spcBef>
                  <a:spcPts val="0"/>
                </a:spcBef>
                <a:spcAft>
                  <a:spcPts val="0"/>
                </a:spcAft>
                <a:buClr>
                  <a:srgbClr val="000000"/>
                </a:buClr>
                <a:buSzPts val="2200"/>
                <a:buFont typeface="Arial"/>
                <a:buNone/>
              </a:pPr>
              <a:r>
                <a:rPr b="1" i="0" lang="en-US" sz="2200" u="none" cap="none" strike="noStrike">
                  <a:solidFill>
                    <a:schemeClr val="dk1"/>
                  </a:solidFill>
                  <a:latin typeface="Arial"/>
                  <a:ea typeface="Arial"/>
                  <a:cs typeface="Arial"/>
                  <a:sym typeface="Arial"/>
                </a:rPr>
                <a:t>2) What are the signs that someone is “mentally healthy”?</a:t>
              </a:r>
              <a:endParaRPr b="0" i="0" sz="2200" u="none" cap="none" strike="noStrike">
                <a:solidFill>
                  <a:schemeClr val="dk1"/>
                </a:solidFill>
                <a:latin typeface="Arial"/>
                <a:ea typeface="Arial"/>
                <a:cs typeface="Arial"/>
                <a:sym typeface="Arial"/>
              </a:endParaRPr>
            </a:p>
          </p:txBody>
        </p:sp>
        <p:sp>
          <p:nvSpPr>
            <p:cNvPr id="472" name="Google Shape;472;p89"/>
            <p:cNvSpPr/>
            <p:nvPr/>
          </p:nvSpPr>
          <p:spPr>
            <a:xfrm>
              <a:off x="0" y="4348404"/>
              <a:ext cx="10515600" cy="1212750"/>
            </a:xfrm>
            <a:prstGeom prst="rect">
              <a:avLst/>
            </a:prstGeom>
            <a:solidFill>
              <a:schemeClr val="lt1">
                <a:alpha val="89803"/>
              </a:schemeClr>
            </a:solidFill>
            <a:ln cap="flat" cmpd="sng" w="254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89"/>
            <p:cNvSpPr txBox="1"/>
            <p:nvPr/>
          </p:nvSpPr>
          <p:spPr>
            <a:xfrm>
              <a:off x="0" y="4348404"/>
              <a:ext cx="10515600" cy="1212750"/>
            </a:xfrm>
            <a:prstGeom prst="rect">
              <a:avLst/>
            </a:prstGeom>
            <a:noFill/>
            <a:ln>
              <a:noFill/>
            </a:ln>
          </p:spPr>
          <p:txBody>
            <a:bodyPr anchorCtr="0" anchor="t" bIns="156450" lIns="816125" spcFirstLastPara="1" rIns="816125" wrap="square" tIns="458200">
              <a:noAutofit/>
            </a:bodyPr>
            <a:lstStyle/>
            <a:p>
              <a:pPr indent="-228600" lvl="1" marL="228600" marR="0" rtl="0" algn="l">
                <a:lnSpc>
                  <a:spcPct val="90000"/>
                </a:lnSpc>
                <a:spcBef>
                  <a:spcPts val="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They significantly have an impact on daily functioning and frequently interfere with family, social, and work responsibilities.</a:t>
              </a:r>
              <a:endParaRPr b="0" i="0" sz="2200" u="none" cap="none" strike="noStrike">
                <a:solidFill>
                  <a:srgbClr val="000000"/>
                </a:solidFill>
                <a:latin typeface="Arial"/>
                <a:ea typeface="Arial"/>
                <a:cs typeface="Arial"/>
                <a:sym typeface="Arial"/>
              </a:endParaRPr>
            </a:p>
          </p:txBody>
        </p:sp>
        <p:sp>
          <p:nvSpPr>
            <p:cNvPr id="474" name="Google Shape;474;p89"/>
            <p:cNvSpPr/>
            <p:nvPr/>
          </p:nvSpPr>
          <p:spPr>
            <a:xfrm>
              <a:off x="525780" y="4023684"/>
              <a:ext cx="7360920" cy="649440"/>
            </a:xfrm>
            <a:prstGeom prst="roundRect">
              <a:avLst>
                <a:gd fmla="val 16667" name="adj"/>
              </a:avLst>
            </a:prstGeom>
            <a:solidFill>
              <a:schemeClr val="accent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89"/>
            <p:cNvSpPr txBox="1"/>
            <p:nvPr/>
          </p:nvSpPr>
          <p:spPr>
            <a:xfrm>
              <a:off x="557483" y="4055387"/>
              <a:ext cx="7297514" cy="586034"/>
            </a:xfrm>
            <a:prstGeom prst="rect">
              <a:avLst/>
            </a:prstGeom>
            <a:noFill/>
            <a:ln>
              <a:noFill/>
            </a:ln>
          </p:spPr>
          <p:txBody>
            <a:bodyPr anchorCtr="0" anchor="ctr" bIns="0" lIns="278225" spcFirstLastPara="1" rIns="278225" wrap="square" tIns="0">
              <a:noAutofit/>
            </a:bodyPr>
            <a:lstStyle/>
            <a:p>
              <a:pPr indent="0" lvl="0" marL="0" marR="0" rtl="0" algn="l">
                <a:lnSpc>
                  <a:spcPct val="90000"/>
                </a:lnSpc>
                <a:spcBef>
                  <a:spcPts val="0"/>
                </a:spcBef>
                <a:spcAft>
                  <a:spcPts val="0"/>
                </a:spcAft>
                <a:buClr>
                  <a:srgbClr val="000000"/>
                </a:buClr>
                <a:buSzPts val="2200"/>
                <a:buFont typeface="Arial"/>
                <a:buNone/>
              </a:pPr>
              <a:r>
                <a:rPr b="1" i="0" lang="en-US" sz="2200" u="none" cap="none" strike="noStrike">
                  <a:solidFill>
                    <a:schemeClr val="dk1"/>
                  </a:solidFill>
                  <a:latin typeface="Arial"/>
                  <a:ea typeface="Arial"/>
                  <a:cs typeface="Arial"/>
                  <a:sym typeface="Arial"/>
                </a:rPr>
                <a:t>3) What are the potential consequences of leaving a mental health issue untreated?</a:t>
              </a:r>
              <a:endParaRPr b="0" i="0" sz="2200" u="none" cap="none" strike="noStrike">
                <a:solidFill>
                  <a:schemeClr val="dk1"/>
                </a:solidFill>
                <a:latin typeface="Arial"/>
                <a:ea typeface="Arial"/>
                <a:cs typeface="Arial"/>
                <a:sym typeface="Arial"/>
              </a:endParaRPr>
            </a:p>
          </p:txBody>
        </p:sp>
      </p:grpSp>
      <p:sp>
        <p:nvSpPr>
          <p:cNvPr id="476" name="Google Shape;476;p89"/>
          <p:cNvSpPr/>
          <p:nvPr/>
        </p:nvSpPr>
        <p:spPr>
          <a:xfrm>
            <a:off x="1181100" y="1841500"/>
            <a:ext cx="9740900" cy="647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77" name="Google Shape;477;p89"/>
          <p:cNvSpPr/>
          <p:nvPr/>
        </p:nvSpPr>
        <p:spPr>
          <a:xfrm>
            <a:off x="1320800" y="3429000"/>
            <a:ext cx="9740900" cy="13081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78" name="Google Shape;478;p89"/>
          <p:cNvSpPr/>
          <p:nvPr/>
        </p:nvSpPr>
        <p:spPr>
          <a:xfrm>
            <a:off x="1473200" y="5676900"/>
            <a:ext cx="9359900" cy="78739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79" name="Google Shape;479;p89"/>
          <p:cNvSpPr txBox="1"/>
          <p:nvPr/>
        </p:nvSpPr>
        <p:spPr>
          <a:xfrm>
            <a:off x="736600" y="255280"/>
            <a:ext cx="11455400"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rgbClr val="000000"/>
                </a:solidFill>
                <a:latin typeface="Arial Black"/>
                <a:ea typeface="Arial Black"/>
                <a:cs typeface="Arial Black"/>
                <a:sym typeface="Arial Black"/>
              </a:rPr>
              <a:t>Let’s watch  a video about mental health and answer the following questions </a:t>
            </a:r>
            <a:endParaRPr/>
          </a:p>
        </p:txBody>
      </p:sp>
    </p:spTree>
  </p:cSld>
  <p:clrMapOvr>
    <a:masterClrMapping/>
  </p:clrMapOvr>
  <p:transition spd="slow">
    <p:push/>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485" name="Google Shape;485;p12">
            <a:hlinkClick r:id="rId3"/>
          </p:cNvPr>
          <p:cNvPicPr preferRelativeResize="0"/>
          <p:nvPr/>
        </p:nvPicPr>
        <p:blipFill rotWithShape="1">
          <a:blip r:embed="rId4">
            <a:alphaModFix/>
          </a:blip>
          <a:srcRect b="0" l="0" r="0" t="0"/>
          <a:stretch/>
        </p:blipFill>
        <p:spPr>
          <a:xfrm>
            <a:off x="0" y="139701"/>
            <a:ext cx="12103100" cy="6146800"/>
          </a:xfrm>
          <a:prstGeom prst="rect">
            <a:avLst/>
          </a:prstGeom>
          <a:noFill/>
          <a:ln cap="sq" cmpd="sng" w="127000">
            <a:solidFill>
              <a:srgbClr val="000000"/>
            </a:solidFill>
            <a:prstDash val="solid"/>
            <a:miter lim="800000"/>
            <a:headEnd len="sm" w="sm" type="none"/>
            <a:tailEnd len="sm" w="sm" type="none"/>
          </a:ln>
          <a:effectLst>
            <a:outerShdw blurRad="57150" rotWithShape="0" algn="tl" dir="2700000" dist="50800">
              <a:srgbClr val="000000">
                <a:alpha val="40000"/>
              </a:srgbClr>
            </a:outerShdw>
          </a:effectLst>
        </p:spPr>
      </p:pic>
    </p:spTree>
  </p:cSld>
  <p:clrMapOvr>
    <a:masterClrMapping/>
  </p:clrMapOvr>
  <p:transition spd="slow">
    <p:wipe dir="l"/>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5000"/>
                                        <p:tgtEl>
                                          <p:spTgt spid="4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9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491" name="Google Shape;491;p90"/>
          <p:cNvGrpSpPr/>
          <p:nvPr/>
        </p:nvGrpSpPr>
        <p:grpSpPr>
          <a:xfrm>
            <a:off x="838200" y="795195"/>
            <a:ext cx="10515600" cy="5439060"/>
            <a:chOff x="0" y="122094"/>
            <a:chExt cx="10515600" cy="5439060"/>
          </a:xfrm>
        </p:grpSpPr>
        <p:sp>
          <p:nvSpPr>
            <p:cNvPr id="492" name="Google Shape;492;p90"/>
            <p:cNvSpPr/>
            <p:nvPr/>
          </p:nvSpPr>
          <p:spPr>
            <a:xfrm>
              <a:off x="0" y="446814"/>
              <a:ext cx="10515600" cy="1212750"/>
            </a:xfrm>
            <a:prstGeom prst="rect">
              <a:avLst/>
            </a:prstGeom>
            <a:solidFill>
              <a:schemeClr val="lt1">
                <a:alpha val="89803"/>
              </a:schemeClr>
            </a:solidFill>
            <a:ln cap="flat" cmpd="sng" w="254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90"/>
            <p:cNvSpPr txBox="1"/>
            <p:nvPr/>
          </p:nvSpPr>
          <p:spPr>
            <a:xfrm>
              <a:off x="0" y="446814"/>
              <a:ext cx="10515600" cy="1212750"/>
            </a:xfrm>
            <a:prstGeom prst="rect">
              <a:avLst/>
            </a:prstGeom>
            <a:noFill/>
            <a:ln>
              <a:noFill/>
            </a:ln>
          </p:spPr>
          <p:txBody>
            <a:bodyPr anchorCtr="0" anchor="t" bIns="156450" lIns="816125" spcFirstLastPara="1" rIns="816125" wrap="square" tIns="458200">
              <a:noAutofit/>
            </a:bodyPr>
            <a:lstStyle/>
            <a:p>
              <a:pPr indent="-228600" lvl="1" marL="228600" marR="0" rtl="0" algn="l">
                <a:lnSpc>
                  <a:spcPct val="90000"/>
                </a:lnSpc>
                <a:spcBef>
                  <a:spcPts val="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Our genetic make-up, upbringing, our life circumstances, or the stresses we are under.</a:t>
              </a:r>
              <a:endParaRPr b="0" i="0" sz="2200" u="none" cap="none" strike="noStrike">
                <a:solidFill>
                  <a:srgbClr val="000000"/>
                </a:solidFill>
                <a:latin typeface="Arial"/>
                <a:ea typeface="Arial"/>
                <a:cs typeface="Arial"/>
                <a:sym typeface="Arial"/>
              </a:endParaRPr>
            </a:p>
          </p:txBody>
        </p:sp>
        <p:sp>
          <p:nvSpPr>
            <p:cNvPr id="494" name="Google Shape;494;p90"/>
            <p:cNvSpPr/>
            <p:nvPr/>
          </p:nvSpPr>
          <p:spPr>
            <a:xfrm>
              <a:off x="525780" y="122094"/>
              <a:ext cx="7360920" cy="649440"/>
            </a:xfrm>
            <a:prstGeom prst="roundRect">
              <a:avLst>
                <a:gd fmla="val 16667" name="adj"/>
              </a:avLst>
            </a:prstGeom>
            <a:solidFill>
              <a:schemeClr val="accent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90"/>
            <p:cNvSpPr txBox="1"/>
            <p:nvPr/>
          </p:nvSpPr>
          <p:spPr>
            <a:xfrm>
              <a:off x="557483" y="153797"/>
              <a:ext cx="7297514" cy="586034"/>
            </a:xfrm>
            <a:prstGeom prst="rect">
              <a:avLst/>
            </a:prstGeom>
            <a:noFill/>
            <a:ln>
              <a:noFill/>
            </a:ln>
          </p:spPr>
          <p:txBody>
            <a:bodyPr anchorCtr="0" anchor="ctr" bIns="0" lIns="278225" spcFirstLastPara="1" rIns="278225" wrap="square" tIns="0">
              <a:noAutofit/>
            </a:bodyPr>
            <a:lstStyle/>
            <a:p>
              <a:pPr indent="0" lvl="0" marL="0" marR="0" rtl="0" algn="l">
                <a:lnSpc>
                  <a:spcPct val="90000"/>
                </a:lnSpc>
                <a:spcBef>
                  <a:spcPts val="0"/>
                </a:spcBef>
                <a:spcAft>
                  <a:spcPts val="0"/>
                </a:spcAft>
                <a:buClr>
                  <a:srgbClr val="000000"/>
                </a:buClr>
                <a:buSzPts val="2200"/>
                <a:buFont typeface="Arial"/>
                <a:buNone/>
              </a:pPr>
              <a:r>
                <a:rPr b="1" i="0" lang="en-US" sz="2200" u="none" cap="none" strike="noStrike">
                  <a:solidFill>
                    <a:schemeClr val="dk1"/>
                  </a:solidFill>
                  <a:latin typeface="Arial"/>
                  <a:ea typeface="Arial"/>
                  <a:cs typeface="Arial"/>
                  <a:sym typeface="Arial"/>
                </a:rPr>
                <a:t>1) What factors can affect a person’s mental health?</a:t>
              </a:r>
              <a:endParaRPr b="0" i="0" sz="2200" u="none" cap="none" strike="noStrike">
                <a:solidFill>
                  <a:schemeClr val="dk1"/>
                </a:solidFill>
                <a:latin typeface="Arial"/>
                <a:ea typeface="Arial"/>
                <a:cs typeface="Arial"/>
                <a:sym typeface="Arial"/>
              </a:endParaRPr>
            </a:p>
          </p:txBody>
        </p:sp>
        <p:sp>
          <p:nvSpPr>
            <p:cNvPr id="496" name="Google Shape;496;p90"/>
            <p:cNvSpPr/>
            <p:nvPr/>
          </p:nvSpPr>
          <p:spPr>
            <a:xfrm>
              <a:off x="0" y="2103084"/>
              <a:ext cx="10515600" cy="1801800"/>
            </a:xfrm>
            <a:prstGeom prst="rect">
              <a:avLst/>
            </a:prstGeom>
            <a:solidFill>
              <a:schemeClr val="lt1">
                <a:alpha val="89803"/>
              </a:schemeClr>
            </a:solidFill>
            <a:ln cap="flat" cmpd="sng" w="254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90"/>
            <p:cNvSpPr txBox="1"/>
            <p:nvPr/>
          </p:nvSpPr>
          <p:spPr>
            <a:xfrm>
              <a:off x="0" y="2103084"/>
              <a:ext cx="10515600" cy="1801800"/>
            </a:xfrm>
            <a:prstGeom prst="rect">
              <a:avLst/>
            </a:prstGeom>
            <a:noFill/>
            <a:ln>
              <a:noFill/>
            </a:ln>
          </p:spPr>
          <p:txBody>
            <a:bodyPr anchorCtr="0" anchor="t" bIns="156450" lIns="816125" spcFirstLastPara="1" rIns="816125" wrap="square" tIns="458200">
              <a:noAutofit/>
            </a:bodyPr>
            <a:lstStyle/>
            <a:p>
              <a:pPr indent="-228600" lvl="1" marL="228600" marR="0" rtl="0" algn="l">
                <a:lnSpc>
                  <a:spcPct val="90000"/>
                </a:lnSpc>
                <a:spcBef>
                  <a:spcPts val="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Being mentally healthy means being resilient and able to cope with difficult times, feeling in control, being confident, feeling good about yourself, managing and expressing your emotions, and building and maintaining good relationships.</a:t>
              </a:r>
              <a:endParaRPr b="0" i="0" sz="2200" u="none" cap="none" strike="noStrike">
                <a:solidFill>
                  <a:srgbClr val="000000"/>
                </a:solidFill>
                <a:latin typeface="Arial"/>
                <a:ea typeface="Arial"/>
                <a:cs typeface="Arial"/>
                <a:sym typeface="Arial"/>
              </a:endParaRPr>
            </a:p>
          </p:txBody>
        </p:sp>
        <p:sp>
          <p:nvSpPr>
            <p:cNvPr id="498" name="Google Shape;498;p90"/>
            <p:cNvSpPr/>
            <p:nvPr/>
          </p:nvSpPr>
          <p:spPr>
            <a:xfrm>
              <a:off x="525780" y="1778364"/>
              <a:ext cx="7360920" cy="649440"/>
            </a:xfrm>
            <a:prstGeom prst="roundRect">
              <a:avLst>
                <a:gd fmla="val 16667" name="adj"/>
              </a:avLst>
            </a:prstGeom>
            <a:solidFill>
              <a:schemeClr val="accent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90"/>
            <p:cNvSpPr txBox="1"/>
            <p:nvPr/>
          </p:nvSpPr>
          <p:spPr>
            <a:xfrm>
              <a:off x="557483" y="1810067"/>
              <a:ext cx="7297514" cy="586034"/>
            </a:xfrm>
            <a:prstGeom prst="rect">
              <a:avLst/>
            </a:prstGeom>
            <a:noFill/>
            <a:ln>
              <a:noFill/>
            </a:ln>
          </p:spPr>
          <p:txBody>
            <a:bodyPr anchorCtr="0" anchor="ctr" bIns="0" lIns="278225" spcFirstLastPara="1" rIns="278225" wrap="square" tIns="0">
              <a:noAutofit/>
            </a:bodyPr>
            <a:lstStyle/>
            <a:p>
              <a:pPr indent="0" lvl="0" marL="0" marR="0" rtl="0" algn="l">
                <a:lnSpc>
                  <a:spcPct val="90000"/>
                </a:lnSpc>
                <a:spcBef>
                  <a:spcPts val="0"/>
                </a:spcBef>
                <a:spcAft>
                  <a:spcPts val="0"/>
                </a:spcAft>
                <a:buClr>
                  <a:srgbClr val="000000"/>
                </a:buClr>
                <a:buSzPts val="2200"/>
                <a:buFont typeface="Arial"/>
                <a:buNone/>
              </a:pPr>
              <a:r>
                <a:rPr b="1" i="0" lang="en-US" sz="2200" u="none" cap="none" strike="noStrike">
                  <a:solidFill>
                    <a:schemeClr val="dk1"/>
                  </a:solidFill>
                  <a:latin typeface="Arial"/>
                  <a:ea typeface="Arial"/>
                  <a:cs typeface="Arial"/>
                  <a:sym typeface="Arial"/>
                </a:rPr>
                <a:t>2) What are the signs that someone is “mentally healthy”?</a:t>
              </a:r>
              <a:endParaRPr b="0" i="0" sz="2200" u="none" cap="none" strike="noStrike">
                <a:solidFill>
                  <a:schemeClr val="dk1"/>
                </a:solidFill>
                <a:latin typeface="Arial"/>
                <a:ea typeface="Arial"/>
                <a:cs typeface="Arial"/>
                <a:sym typeface="Arial"/>
              </a:endParaRPr>
            </a:p>
          </p:txBody>
        </p:sp>
        <p:sp>
          <p:nvSpPr>
            <p:cNvPr id="500" name="Google Shape;500;p90"/>
            <p:cNvSpPr/>
            <p:nvPr/>
          </p:nvSpPr>
          <p:spPr>
            <a:xfrm>
              <a:off x="0" y="4348404"/>
              <a:ext cx="10515600" cy="1212750"/>
            </a:xfrm>
            <a:prstGeom prst="rect">
              <a:avLst/>
            </a:prstGeom>
            <a:solidFill>
              <a:schemeClr val="lt1">
                <a:alpha val="89803"/>
              </a:schemeClr>
            </a:solidFill>
            <a:ln cap="flat" cmpd="sng" w="254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90"/>
            <p:cNvSpPr txBox="1"/>
            <p:nvPr/>
          </p:nvSpPr>
          <p:spPr>
            <a:xfrm>
              <a:off x="0" y="4348404"/>
              <a:ext cx="10515600" cy="1212750"/>
            </a:xfrm>
            <a:prstGeom prst="rect">
              <a:avLst/>
            </a:prstGeom>
            <a:noFill/>
            <a:ln>
              <a:noFill/>
            </a:ln>
          </p:spPr>
          <p:txBody>
            <a:bodyPr anchorCtr="0" anchor="t" bIns="156450" lIns="816125" spcFirstLastPara="1" rIns="816125" wrap="square" tIns="458200">
              <a:noAutofit/>
            </a:bodyPr>
            <a:lstStyle/>
            <a:p>
              <a:pPr indent="-228600" lvl="1" marL="228600" marR="0" rtl="0" algn="l">
                <a:lnSpc>
                  <a:spcPct val="90000"/>
                </a:lnSpc>
                <a:spcBef>
                  <a:spcPts val="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They significantly have an impact on daily functioning and frequently interfere with family, social, and work responsibilities.</a:t>
              </a:r>
              <a:endParaRPr b="0" i="0" sz="2200" u="none" cap="none" strike="noStrike">
                <a:solidFill>
                  <a:srgbClr val="000000"/>
                </a:solidFill>
                <a:latin typeface="Arial"/>
                <a:ea typeface="Arial"/>
                <a:cs typeface="Arial"/>
                <a:sym typeface="Arial"/>
              </a:endParaRPr>
            </a:p>
          </p:txBody>
        </p:sp>
        <p:sp>
          <p:nvSpPr>
            <p:cNvPr id="502" name="Google Shape;502;p90"/>
            <p:cNvSpPr/>
            <p:nvPr/>
          </p:nvSpPr>
          <p:spPr>
            <a:xfrm>
              <a:off x="525780" y="4023684"/>
              <a:ext cx="7360920" cy="649440"/>
            </a:xfrm>
            <a:prstGeom prst="roundRect">
              <a:avLst>
                <a:gd fmla="val 16667" name="adj"/>
              </a:avLst>
            </a:prstGeom>
            <a:solidFill>
              <a:schemeClr val="accent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90"/>
            <p:cNvSpPr txBox="1"/>
            <p:nvPr/>
          </p:nvSpPr>
          <p:spPr>
            <a:xfrm>
              <a:off x="557483" y="4055387"/>
              <a:ext cx="7297514" cy="586034"/>
            </a:xfrm>
            <a:prstGeom prst="rect">
              <a:avLst/>
            </a:prstGeom>
            <a:noFill/>
            <a:ln>
              <a:noFill/>
            </a:ln>
          </p:spPr>
          <p:txBody>
            <a:bodyPr anchorCtr="0" anchor="ctr" bIns="0" lIns="278225" spcFirstLastPara="1" rIns="278225" wrap="square" tIns="0">
              <a:noAutofit/>
            </a:bodyPr>
            <a:lstStyle/>
            <a:p>
              <a:pPr indent="0" lvl="0" marL="0" marR="0" rtl="0" algn="l">
                <a:lnSpc>
                  <a:spcPct val="90000"/>
                </a:lnSpc>
                <a:spcBef>
                  <a:spcPts val="0"/>
                </a:spcBef>
                <a:spcAft>
                  <a:spcPts val="0"/>
                </a:spcAft>
                <a:buClr>
                  <a:srgbClr val="000000"/>
                </a:buClr>
                <a:buSzPts val="2200"/>
                <a:buFont typeface="Arial"/>
                <a:buNone/>
              </a:pPr>
              <a:r>
                <a:rPr b="1" i="0" lang="en-US" sz="2200" u="none" cap="none" strike="noStrike">
                  <a:solidFill>
                    <a:schemeClr val="dk1"/>
                  </a:solidFill>
                  <a:latin typeface="Arial"/>
                  <a:ea typeface="Arial"/>
                  <a:cs typeface="Arial"/>
                  <a:sym typeface="Arial"/>
                </a:rPr>
                <a:t>3) What are the potential consequences of leaving a mental health issue untreated?</a:t>
              </a:r>
              <a:endParaRPr b="0" i="0" sz="2200" u="none" cap="none" strike="noStrike">
                <a:solidFill>
                  <a:schemeClr val="dk1"/>
                </a:solidFill>
                <a:latin typeface="Arial"/>
                <a:ea typeface="Arial"/>
                <a:cs typeface="Arial"/>
                <a:sym typeface="Arial"/>
              </a:endParaRPr>
            </a:p>
          </p:txBody>
        </p:sp>
      </p:grpSp>
      <p:sp>
        <p:nvSpPr>
          <p:cNvPr id="504" name="Google Shape;504;p90"/>
          <p:cNvSpPr/>
          <p:nvPr/>
        </p:nvSpPr>
        <p:spPr>
          <a:xfrm>
            <a:off x="1181100" y="1562100"/>
            <a:ext cx="9740900" cy="647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05" name="Google Shape;505;p90"/>
          <p:cNvSpPr/>
          <p:nvPr/>
        </p:nvSpPr>
        <p:spPr>
          <a:xfrm>
            <a:off x="1320800" y="3149600"/>
            <a:ext cx="9740900" cy="13081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06" name="Google Shape;506;p90"/>
          <p:cNvSpPr/>
          <p:nvPr/>
        </p:nvSpPr>
        <p:spPr>
          <a:xfrm>
            <a:off x="1473200" y="5397500"/>
            <a:ext cx="9359900" cy="78739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grpSp>
        <p:nvGrpSpPr>
          <p:cNvPr id="511" name="Google Shape;511;p13"/>
          <p:cNvGrpSpPr/>
          <p:nvPr/>
        </p:nvGrpSpPr>
        <p:grpSpPr>
          <a:xfrm>
            <a:off x="838200" y="795195"/>
            <a:ext cx="10515600" cy="5439060"/>
            <a:chOff x="0" y="122094"/>
            <a:chExt cx="10515600" cy="5439060"/>
          </a:xfrm>
        </p:grpSpPr>
        <p:sp>
          <p:nvSpPr>
            <p:cNvPr id="512" name="Google Shape;512;p13"/>
            <p:cNvSpPr/>
            <p:nvPr/>
          </p:nvSpPr>
          <p:spPr>
            <a:xfrm>
              <a:off x="0" y="446814"/>
              <a:ext cx="10515600" cy="1212750"/>
            </a:xfrm>
            <a:prstGeom prst="rect">
              <a:avLst/>
            </a:prstGeom>
            <a:solidFill>
              <a:schemeClr val="lt1">
                <a:alpha val="89803"/>
              </a:schemeClr>
            </a:solidFill>
            <a:ln cap="flat" cmpd="sng" w="254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3"/>
            <p:cNvSpPr txBox="1"/>
            <p:nvPr/>
          </p:nvSpPr>
          <p:spPr>
            <a:xfrm>
              <a:off x="0" y="446814"/>
              <a:ext cx="10515600" cy="1212750"/>
            </a:xfrm>
            <a:prstGeom prst="rect">
              <a:avLst/>
            </a:prstGeom>
            <a:noFill/>
            <a:ln>
              <a:noFill/>
            </a:ln>
          </p:spPr>
          <p:txBody>
            <a:bodyPr anchorCtr="0" anchor="t" bIns="156450" lIns="816125" spcFirstLastPara="1" rIns="816125" wrap="square" tIns="458200">
              <a:noAutofit/>
            </a:bodyPr>
            <a:lstStyle/>
            <a:p>
              <a:pPr indent="-228600" lvl="1" marL="228600" marR="0" rtl="0" algn="l">
                <a:lnSpc>
                  <a:spcPct val="90000"/>
                </a:lnSpc>
                <a:spcBef>
                  <a:spcPts val="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Our genetic make-up, upbringing, our life circumstances, or the stresses we are under.</a:t>
              </a:r>
              <a:endParaRPr b="0" i="0" sz="2200" u="none" cap="none" strike="noStrike">
                <a:solidFill>
                  <a:srgbClr val="000000"/>
                </a:solidFill>
                <a:latin typeface="Arial"/>
                <a:ea typeface="Arial"/>
                <a:cs typeface="Arial"/>
                <a:sym typeface="Arial"/>
              </a:endParaRPr>
            </a:p>
          </p:txBody>
        </p:sp>
        <p:sp>
          <p:nvSpPr>
            <p:cNvPr id="514" name="Google Shape;514;p13"/>
            <p:cNvSpPr/>
            <p:nvPr/>
          </p:nvSpPr>
          <p:spPr>
            <a:xfrm>
              <a:off x="525780" y="122094"/>
              <a:ext cx="7360920" cy="649440"/>
            </a:xfrm>
            <a:prstGeom prst="roundRect">
              <a:avLst>
                <a:gd fmla="val 16667" name="adj"/>
              </a:avLst>
            </a:prstGeom>
            <a:solidFill>
              <a:schemeClr val="accent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3"/>
            <p:cNvSpPr txBox="1"/>
            <p:nvPr/>
          </p:nvSpPr>
          <p:spPr>
            <a:xfrm>
              <a:off x="557483" y="153797"/>
              <a:ext cx="7297514" cy="586034"/>
            </a:xfrm>
            <a:prstGeom prst="rect">
              <a:avLst/>
            </a:prstGeom>
            <a:noFill/>
            <a:ln>
              <a:noFill/>
            </a:ln>
          </p:spPr>
          <p:txBody>
            <a:bodyPr anchorCtr="0" anchor="ctr" bIns="0" lIns="278225" spcFirstLastPara="1" rIns="278225" wrap="square" tIns="0">
              <a:noAutofit/>
            </a:bodyPr>
            <a:lstStyle/>
            <a:p>
              <a:pPr indent="0" lvl="0" marL="0" marR="0" rtl="0" algn="l">
                <a:lnSpc>
                  <a:spcPct val="90000"/>
                </a:lnSpc>
                <a:spcBef>
                  <a:spcPts val="0"/>
                </a:spcBef>
                <a:spcAft>
                  <a:spcPts val="0"/>
                </a:spcAft>
                <a:buClr>
                  <a:srgbClr val="000000"/>
                </a:buClr>
                <a:buSzPts val="2200"/>
                <a:buFont typeface="Arial"/>
                <a:buNone/>
              </a:pPr>
              <a:r>
                <a:rPr b="1" i="0" lang="en-US" sz="2200" u="none" cap="none" strike="noStrike">
                  <a:solidFill>
                    <a:schemeClr val="dk1"/>
                  </a:solidFill>
                  <a:latin typeface="Arial"/>
                  <a:ea typeface="Arial"/>
                  <a:cs typeface="Arial"/>
                  <a:sym typeface="Arial"/>
                </a:rPr>
                <a:t>1) What factors can affect a person’s mental health?</a:t>
              </a:r>
              <a:endParaRPr b="0" i="0" sz="2200" u="none" cap="none" strike="noStrike">
                <a:solidFill>
                  <a:schemeClr val="dk1"/>
                </a:solidFill>
                <a:latin typeface="Arial"/>
                <a:ea typeface="Arial"/>
                <a:cs typeface="Arial"/>
                <a:sym typeface="Arial"/>
              </a:endParaRPr>
            </a:p>
          </p:txBody>
        </p:sp>
        <p:sp>
          <p:nvSpPr>
            <p:cNvPr id="516" name="Google Shape;516;p13"/>
            <p:cNvSpPr/>
            <p:nvPr/>
          </p:nvSpPr>
          <p:spPr>
            <a:xfrm>
              <a:off x="0" y="2103084"/>
              <a:ext cx="10515600" cy="1801800"/>
            </a:xfrm>
            <a:prstGeom prst="rect">
              <a:avLst/>
            </a:prstGeom>
            <a:solidFill>
              <a:schemeClr val="lt1">
                <a:alpha val="89803"/>
              </a:schemeClr>
            </a:solidFill>
            <a:ln cap="flat" cmpd="sng" w="254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3"/>
            <p:cNvSpPr txBox="1"/>
            <p:nvPr/>
          </p:nvSpPr>
          <p:spPr>
            <a:xfrm>
              <a:off x="0" y="2103084"/>
              <a:ext cx="10515600" cy="1801800"/>
            </a:xfrm>
            <a:prstGeom prst="rect">
              <a:avLst/>
            </a:prstGeom>
            <a:noFill/>
            <a:ln>
              <a:noFill/>
            </a:ln>
          </p:spPr>
          <p:txBody>
            <a:bodyPr anchorCtr="0" anchor="t" bIns="156450" lIns="816125" spcFirstLastPara="1" rIns="816125" wrap="square" tIns="458200">
              <a:noAutofit/>
            </a:bodyPr>
            <a:lstStyle/>
            <a:p>
              <a:pPr indent="-228600" lvl="1" marL="228600" marR="0" rtl="0" algn="l">
                <a:lnSpc>
                  <a:spcPct val="90000"/>
                </a:lnSpc>
                <a:spcBef>
                  <a:spcPts val="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Being mentally healthy means being resilient and able to cope with difficult times, feeling in control, being confident, feeling good about yourself, managing and expressing your emotions, and building and maintaining good relationships.</a:t>
              </a:r>
              <a:endParaRPr b="0" i="0" sz="2200" u="none" cap="none" strike="noStrike">
                <a:solidFill>
                  <a:srgbClr val="000000"/>
                </a:solidFill>
                <a:latin typeface="Arial"/>
                <a:ea typeface="Arial"/>
                <a:cs typeface="Arial"/>
                <a:sym typeface="Arial"/>
              </a:endParaRPr>
            </a:p>
          </p:txBody>
        </p:sp>
        <p:sp>
          <p:nvSpPr>
            <p:cNvPr id="518" name="Google Shape;518;p13"/>
            <p:cNvSpPr/>
            <p:nvPr/>
          </p:nvSpPr>
          <p:spPr>
            <a:xfrm>
              <a:off x="525780" y="1778364"/>
              <a:ext cx="7360920" cy="649440"/>
            </a:xfrm>
            <a:prstGeom prst="roundRect">
              <a:avLst>
                <a:gd fmla="val 16667" name="adj"/>
              </a:avLst>
            </a:prstGeom>
            <a:solidFill>
              <a:schemeClr val="accent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3"/>
            <p:cNvSpPr txBox="1"/>
            <p:nvPr/>
          </p:nvSpPr>
          <p:spPr>
            <a:xfrm>
              <a:off x="557483" y="1810067"/>
              <a:ext cx="7297514" cy="586034"/>
            </a:xfrm>
            <a:prstGeom prst="rect">
              <a:avLst/>
            </a:prstGeom>
            <a:noFill/>
            <a:ln>
              <a:noFill/>
            </a:ln>
          </p:spPr>
          <p:txBody>
            <a:bodyPr anchorCtr="0" anchor="ctr" bIns="0" lIns="278225" spcFirstLastPara="1" rIns="278225" wrap="square" tIns="0">
              <a:noAutofit/>
            </a:bodyPr>
            <a:lstStyle/>
            <a:p>
              <a:pPr indent="0" lvl="0" marL="0" marR="0" rtl="0" algn="l">
                <a:lnSpc>
                  <a:spcPct val="90000"/>
                </a:lnSpc>
                <a:spcBef>
                  <a:spcPts val="0"/>
                </a:spcBef>
                <a:spcAft>
                  <a:spcPts val="0"/>
                </a:spcAft>
                <a:buClr>
                  <a:srgbClr val="000000"/>
                </a:buClr>
                <a:buSzPts val="2200"/>
                <a:buFont typeface="Arial"/>
                <a:buNone/>
              </a:pPr>
              <a:r>
                <a:rPr b="1" i="0" lang="en-US" sz="2200" u="none" cap="none" strike="noStrike">
                  <a:solidFill>
                    <a:schemeClr val="dk1"/>
                  </a:solidFill>
                  <a:latin typeface="Arial"/>
                  <a:ea typeface="Arial"/>
                  <a:cs typeface="Arial"/>
                  <a:sym typeface="Arial"/>
                </a:rPr>
                <a:t>2) What are the signs that someone is “mentally healthy”?</a:t>
              </a:r>
              <a:endParaRPr b="0" i="0" sz="2200" u="none" cap="none" strike="noStrike">
                <a:solidFill>
                  <a:schemeClr val="dk1"/>
                </a:solidFill>
                <a:latin typeface="Arial"/>
                <a:ea typeface="Arial"/>
                <a:cs typeface="Arial"/>
                <a:sym typeface="Arial"/>
              </a:endParaRPr>
            </a:p>
          </p:txBody>
        </p:sp>
        <p:sp>
          <p:nvSpPr>
            <p:cNvPr id="520" name="Google Shape;520;p13"/>
            <p:cNvSpPr/>
            <p:nvPr/>
          </p:nvSpPr>
          <p:spPr>
            <a:xfrm>
              <a:off x="0" y="4348404"/>
              <a:ext cx="10515600" cy="1212750"/>
            </a:xfrm>
            <a:prstGeom prst="rect">
              <a:avLst/>
            </a:prstGeom>
            <a:solidFill>
              <a:schemeClr val="lt1">
                <a:alpha val="89803"/>
              </a:schemeClr>
            </a:solidFill>
            <a:ln cap="flat" cmpd="sng" w="254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3"/>
            <p:cNvSpPr txBox="1"/>
            <p:nvPr/>
          </p:nvSpPr>
          <p:spPr>
            <a:xfrm>
              <a:off x="0" y="4348404"/>
              <a:ext cx="10515600" cy="1212750"/>
            </a:xfrm>
            <a:prstGeom prst="rect">
              <a:avLst/>
            </a:prstGeom>
            <a:noFill/>
            <a:ln>
              <a:noFill/>
            </a:ln>
          </p:spPr>
          <p:txBody>
            <a:bodyPr anchorCtr="0" anchor="t" bIns="156450" lIns="816125" spcFirstLastPara="1" rIns="816125" wrap="square" tIns="458200">
              <a:noAutofit/>
            </a:bodyPr>
            <a:lstStyle/>
            <a:p>
              <a:pPr indent="-228600" lvl="1" marL="228600" marR="0" rtl="0" algn="l">
                <a:lnSpc>
                  <a:spcPct val="90000"/>
                </a:lnSpc>
                <a:spcBef>
                  <a:spcPts val="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They significantly have an impact on daily functioning and frequently interfere with family, social, and work responsibilities.</a:t>
              </a:r>
              <a:endParaRPr b="0" i="0" sz="2200" u="none" cap="none" strike="noStrike">
                <a:solidFill>
                  <a:srgbClr val="000000"/>
                </a:solidFill>
                <a:latin typeface="Arial"/>
                <a:ea typeface="Arial"/>
                <a:cs typeface="Arial"/>
                <a:sym typeface="Arial"/>
              </a:endParaRPr>
            </a:p>
          </p:txBody>
        </p:sp>
        <p:sp>
          <p:nvSpPr>
            <p:cNvPr id="522" name="Google Shape;522;p13"/>
            <p:cNvSpPr/>
            <p:nvPr/>
          </p:nvSpPr>
          <p:spPr>
            <a:xfrm>
              <a:off x="525780" y="4023684"/>
              <a:ext cx="7360920" cy="649440"/>
            </a:xfrm>
            <a:prstGeom prst="roundRect">
              <a:avLst>
                <a:gd fmla="val 16667" name="adj"/>
              </a:avLst>
            </a:prstGeom>
            <a:solidFill>
              <a:schemeClr val="accent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3"/>
            <p:cNvSpPr txBox="1"/>
            <p:nvPr/>
          </p:nvSpPr>
          <p:spPr>
            <a:xfrm>
              <a:off x="557483" y="4055387"/>
              <a:ext cx="7297514" cy="586034"/>
            </a:xfrm>
            <a:prstGeom prst="rect">
              <a:avLst/>
            </a:prstGeom>
            <a:noFill/>
            <a:ln>
              <a:noFill/>
            </a:ln>
          </p:spPr>
          <p:txBody>
            <a:bodyPr anchorCtr="0" anchor="ctr" bIns="0" lIns="278225" spcFirstLastPara="1" rIns="278225" wrap="square" tIns="0">
              <a:noAutofit/>
            </a:bodyPr>
            <a:lstStyle/>
            <a:p>
              <a:pPr indent="0" lvl="0" marL="0" marR="0" rtl="0" algn="l">
                <a:lnSpc>
                  <a:spcPct val="90000"/>
                </a:lnSpc>
                <a:spcBef>
                  <a:spcPts val="0"/>
                </a:spcBef>
                <a:spcAft>
                  <a:spcPts val="0"/>
                </a:spcAft>
                <a:buClr>
                  <a:srgbClr val="000000"/>
                </a:buClr>
                <a:buSzPts val="2200"/>
                <a:buFont typeface="Arial"/>
                <a:buNone/>
              </a:pPr>
              <a:r>
                <a:rPr b="1" i="0" lang="en-US" sz="2200" u="none" cap="none" strike="noStrike">
                  <a:solidFill>
                    <a:schemeClr val="dk1"/>
                  </a:solidFill>
                  <a:latin typeface="Arial"/>
                  <a:ea typeface="Arial"/>
                  <a:cs typeface="Arial"/>
                  <a:sym typeface="Arial"/>
                </a:rPr>
                <a:t>3) What are the potential consequences of leaving a mental health issue untreated?</a:t>
              </a:r>
              <a:endParaRPr b="0" i="0" sz="2200" u="none" cap="none" strike="noStrike">
                <a:solidFill>
                  <a:schemeClr val="dk1"/>
                </a:solidFill>
                <a:latin typeface="Arial"/>
                <a:ea typeface="Arial"/>
                <a:cs typeface="Arial"/>
                <a:sym typeface="Arial"/>
              </a:endParaRPr>
            </a:p>
          </p:txBody>
        </p:sp>
      </p:grpSp>
      <p:sp>
        <p:nvSpPr>
          <p:cNvPr id="524" name="Google Shape;52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grpSp>
        <p:nvGrpSpPr>
          <p:cNvPr id="530" name="Google Shape;530;p91"/>
          <p:cNvGrpSpPr/>
          <p:nvPr/>
        </p:nvGrpSpPr>
        <p:grpSpPr>
          <a:xfrm>
            <a:off x="6940758" y="-114313"/>
            <a:ext cx="5797570" cy="7239060"/>
            <a:chOff x="5080000" y="-1022536"/>
            <a:chExt cx="8115300" cy="7880536"/>
          </a:xfrm>
        </p:grpSpPr>
        <p:grpSp>
          <p:nvGrpSpPr>
            <p:cNvPr id="531" name="Google Shape;531;p91"/>
            <p:cNvGrpSpPr/>
            <p:nvPr/>
          </p:nvGrpSpPr>
          <p:grpSpPr>
            <a:xfrm>
              <a:off x="5092700" y="4305300"/>
              <a:ext cx="8102600" cy="2552700"/>
              <a:chOff x="5080000" y="3822700"/>
              <a:chExt cx="8102600" cy="3035300"/>
            </a:xfrm>
          </p:grpSpPr>
          <p:sp>
            <p:nvSpPr>
              <p:cNvPr id="532" name="Google Shape;532;p91"/>
              <p:cNvSpPr/>
              <p:nvPr/>
            </p:nvSpPr>
            <p:spPr>
              <a:xfrm>
                <a:off x="50927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33" name="Google Shape;533;p91"/>
              <p:cNvSpPr/>
              <p:nvPr/>
            </p:nvSpPr>
            <p:spPr>
              <a:xfrm>
                <a:off x="62103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34" name="Google Shape;534;p91"/>
              <p:cNvSpPr/>
              <p:nvPr/>
            </p:nvSpPr>
            <p:spPr>
              <a:xfrm>
                <a:off x="73279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35" name="Google Shape;535;p91"/>
              <p:cNvSpPr/>
              <p:nvPr/>
            </p:nvSpPr>
            <p:spPr>
              <a:xfrm>
                <a:off x="84455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36" name="Google Shape;536;p91"/>
              <p:cNvSpPr/>
              <p:nvPr/>
            </p:nvSpPr>
            <p:spPr>
              <a:xfrm>
                <a:off x="95631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37" name="Google Shape;537;p91"/>
              <p:cNvSpPr/>
              <p:nvPr/>
            </p:nvSpPr>
            <p:spPr>
              <a:xfrm>
                <a:off x="106807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38" name="Google Shape;538;p91"/>
              <p:cNvSpPr/>
              <p:nvPr/>
            </p:nvSpPr>
            <p:spPr>
              <a:xfrm>
                <a:off x="117983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39" name="Google Shape;539;p91"/>
              <p:cNvSpPr/>
              <p:nvPr/>
            </p:nvSpPr>
            <p:spPr>
              <a:xfrm flipH="1">
                <a:off x="50800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40" name="Google Shape;540;p91"/>
              <p:cNvSpPr/>
              <p:nvPr/>
            </p:nvSpPr>
            <p:spPr>
              <a:xfrm flipH="1">
                <a:off x="62103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41" name="Google Shape;541;p91"/>
              <p:cNvSpPr/>
              <p:nvPr/>
            </p:nvSpPr>
            <p:spPr>
              <a:xfrm flipH="1">
                <a:off x="73279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42" name="Google Shape;542;p91"/>
              <p:cNvSpPr/>
              <p:nvPr/>
            </p:nvSpPr>
            <p:spPr>
              <a:xfrm flipH="1">
                <a:off x="84455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43" name="Google Shape;543;p91"/>
              <p:cNvSpPr/>
              <p:nvPr/>
            </p:nvSpPr>
            <p:spPr>
              <a:xfrm flipH="1">
                <a:off x="95631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44" name="Google Shape;544;p91"/>
              <p:cNvSpPr/>
              <p:nvPr/>
            </p:nvSpPr>
            <p:spPr>
              <a:xfrm flipH="1">
                <a:off x="106807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45" name="Google Shape;545;p91"/>
              <p:cNvSpPr/>
              <p:nvPr/>
            </p:nvSpPr>
            <p:spPr>
              <a:xfrm flipH="1">
                <a:off x="117983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546" name="Google Shape;546;p91"/>
            <p:cNvGrpSpPr/>
            <p:nvPr/>
          </p:nvGrpSpPr>
          <p:grpSpPr>
            <a:xfrm>
              <a:off x="5092700" y="1635696"/>
              <a:ext cx="8102600" cy="2616200"/>
              <a:chOff x="5080000" y="3822700"/>
              <a:chExt cx="8102600" cy="3035300"/>
            </a:xfrm>
          </p:grpSpPr>
          <p:sp>
            <p:nvSpPr>
              <p:cNvPr id="547" name="Google Shape;547;p91"/>
              <p:cNvSpPr/>
              <p:nvPr/>
            </p:nvSpPr>
            <p:spPr>
              <a:xfrm>
                <a:off x="50927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48" name="Google Shape;548;p91"/>
              <p:cNvSpPr/>
              <p:nvPr/>
            </p:nvSpPr>
            <p:spPr>
              <a:xfrm>
                <a:off x="62103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49" name="Google Shape;549;p91"/>
              <p:cNvSpPr/>
              <p:nvPr/>
            </p:nvSpPr>
            <p:spPr>
              <a:xfrm>
                <a:off x="73279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50" name="Google Shape;550;p91"/>
              <p:cNvSpPr/>
              <p:nvPr/>
            </p:nvSpPr>
            <p:spPr>
              <a:xfrm>
                <a:off x="84455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51" name="Google Shape;551;p91"/>
              <p:cNvSpPr/>
              <p:nvPr/>
            </p:nvSpPr>
            <p:spPr>
              <a:xfrm>
                <a:off x="95631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52" name="Google Shape;552;p91"/>
              <p:cNvSpPr/>
              <p:nvPr/>
            </p:nvSpPr>
            <p:spPr>
              <a:xfrm>
                <a:off x="106807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53" name="Google Shape;553;p91"/>
              <p:cNvSpPr/>
              <p:nvPr/>
            </p:nvSpPr>
            <p:spPr>
              <a:xfrm>
                <a:off x="117983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54" name="Google Shape;554;p91"/>
              <p:cNvSpPr/>
              <p:nvPr/>
            </p:nvSpPr>
            <p:spPr>
              <a:xfrm flipH="1">
                <a:off x="50800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55" name="Google Shape;555;p91"/>
              <p:cNvSpPr/>
              <p:nvPr/>
            </p:nvSpPr>
            <p:spPr>
              <a:xfrm flipH="1">
                <a:off x="62103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56" name="Google Shape;556;p91"/>
              <p:cNvSpPr/>
              <p:nvPr/>
            </p:nvSpPr>
            <p:spPr>
              <a:xfrm flipH="1">
                <a:off x="73279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57" name="Google Shape;557;p91"/>
              <p:cNvSpPr/>
              <p:nvPr/>
            </p:nvSpPr>
            <p:spPr>
              <a:xfrm flipH="1">
                <a:off x="84455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58" name="Google Shape;558;p91"/>
              <p:cNvSpPr/>
              <p:nvPr/>
            </p:nvSpPr>
            <p:spPr>
              <a:xfrm flipH="1">
                <a:off x="95631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59" name="Google Shape;559;p91"/>
              <p:cNvSpPr/>
              <p:nvPr/>
            </p:nvSpPr>
            <p:spPr>
              <a:xfrm flipH="1">
                <a:off x="106807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60" name="Google Shape;560;p91"/>
              <p:cNvSpPr/>
              <p:nvPr/>
            </p:nvSpPr>
            <p:spPr>
              <a:xfrm flipH="1">
                <a:off x="117983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561" name="Google Shape;561;p91"/>
            <p:cNvGrpSpPr/>
            <p:nvPr/>
          </p:nvGrpSpPr>
          <p:grpSpPr>
            <a:xfrm>
              <a:off x="5080000" y="-1022536"/>
              <a:ext cx="8102600" cy="2616200"/>
              <a:chOff x="5080000" y="3822700"/>
              <a:chExt cx="8102600" cy="3035300"/>
            </a:xfrm>
          </p:grpSpPr>
          <p:sp>
            <p:nvSpPr>
              <p:cNvPr id="562" name="Google Shape;562;p91"/>
              <p:cNvSpPr/>
              <p:nvPr/>
            </p:nvSpPr>
            <p:spPr>
              <a:xfrm>
                <a:off x="50927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63" name="Google Shape;563;p91"/>
              <p:cNvSpPr/>
              <p:nvPr/>
            </p:nvSpPr>
            <p:spPr>
              <a:xfrm>
                <a:off x="62103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64" name="Google Shape;564;p91"/>
              <p:cNvSpPr/>
              <p:nvPr/>
            </p:nvSpPr>
            <p:spPr>
              <a:xfrm>
                <a:off x="73279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65" name="Google Shape;565;p91"/>
              <p:cNvSpPr/>
              <p:nvPr/>
            </p:nvSpPr>
            <p:spPr>
              <a:xfrm>
                <a:off x="84455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66" name="Google Shape;566;p91"/>
              <p:cNvSpPr/>
              <p:nvPr/>
            </p:nvSpPr>
            <p:spPr>
              <a:xfrm>
                <a:off x="95631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67" name="Google Shape;567;p91"/>
              <p:cNvSpPr/>
              <p:nvPr/>
            </p:nvSpPr>
            <p:spPr>
              <a:xfrm>
                <a:off x="106807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68" name="Google Shape;568;p91"/>
              <p:cNvSpPr/>
              <p:nvPr/>
            </p:nvSpPr>
            <p:spPr>
              <a:xfrm>
                <a:off x="117983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69" name="Google Shape;569;p91"/>
              <p:cNvSpPr/>
              <p:nvPr/>
            </p:nvSpPr>
            <p:spPr>
              <a:xfrm flipH="1">
                <a:off x="50800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70" name="Google Shape;570;p91"/>
              <p:cNvSpPr/>
              <p:nvPr/>
            </p:nvSpPr>
            <p:spPr>
              <a:xfrm flipH="1">
                <a:off x="62103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71" name="Google Shape;571;p91"/>
              <p:cNvSpPr/>
              <p:nvPr/>
            </p:nvSpPr>
            <p:spPr>
              <a:xfrm flipH="1">
                <a:off x="73279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72" name="Google Shape;572;p91"/>
              <p:cNvSpPr/>
              <p:nvPr/>
            </p:nvSpPr>
            <p:spPr>
              <a:xfrm flipH="1">
                <a:off x="84455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73" name="Google Shape;573;p91"/>
              <p:cNvSpPr/>
              <p:nvPr/>
            </p:nvSpPr>
            <p:spPr>
              <a:xfrm flipH="1">
                <a:off x="95631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74" name="Google Shape;574;p91"/>
              <p:cNvSpPr/>
              <p:nvPr/>
            </p:nvSpPr>
            <p:spPr>
              <a:xfrm flipH="1">
                <a:off x="106807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75" name="Google Shape;575;p91"/>
              <p:cNvSpPr/>
              <p:nvPr/>
            </p:nvSpPr>
            <p:spPr>
              <a:xfrm flipH="1">
                <a:off x="117983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sp>
        <p:nvSpPr>
          <p:cNvPr id="576" name="Google Shape;576;p91"/>
          <p:cNvSpPr txBox="1"/>
          <p:nvPr/>
        </p:nvSpPr>
        <p:spPr>
          <a:xfrm>
            <a:off x="203025" y="2211350"/>
            <a:ext cx="7005300" cy="2586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5400" u="none" cap="none" strike="noStrike">
                <a:solidFill>
                  <a:srgbClr val="0070C0"/>
                </a:solidFill>
                <a:latin typeface="Corben"/>
                <a:ea typeface="Corben"/>
                <a:cs typeface="Corben"/>
                <a:sym typeface="Corben"/>
              </a:rPr>
              <a:t>Mental Health        vs. </a:t>
            </a:r>
            <a:endParaRPr b="0" i="0" sz="5400" u="none" cap="none" strike="noStrike">
              <a:solidFill>
                <a:srgbClr val="0070C0"/>
              </a:solidFill>
              <a:latin typeface="Corben"/>
              <a:ea typeface="Corben"/>
              <a:cs typeface="Corben"/>
              <a:sym typeface="Corben"/>
            </a:endParaRPr>
          </a:p>
          <a:p>
            <a:pPr indent="0" lvl="0" marL="0" marR="0" rtl="0" algn="l">
              <a:lnSpc>
                <a:spcPct val="100000"/>
              </a:lnSpc>
              <a:spcBef>
                <a:spcPts val="0"/>
              </a:spcBef>
              <a:spcAft>
                <a:spcPts val="0"/>
              </a:spcAft>
              <a:buNone/>
            </a:pPr>
            <a:r>
              <a:rPr b="0" i="0" lang="en-US" sz="5400" u="none" cap="none" strike="noStrike">
                <a:solidFill>
                  <a:srgbClr val="0070C0"/>
                </a:solidFill>
                <a:latin typeface="Corben"/>
                <a:ea typeface="Corben"/>
                <a:cs typeface="Corben"/>
                <a:sym typeface="Corben"/>
              </a:rPr>
              <a:t>Mental Illness</a:t>
            </a:r>
            <a:endParaRPr/>
          </a:p>
        </p:txBody>
      </p:sp>
    </p:spTree>
  </p:cSld>
  <p:clrMapOvr>
    <a:masterClrMapping/>
  </p:clrMapOvr>
  <p:transition spd="slow">
    <p:wipe dir="l"/>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15"/>
          <p:cNvSpPr/>
          <p:nvPr/>
        </p:nvSpPr>
        <p:spPr>
          <a:xfrm>
            <a:off x="1606731" y="231551"/>
            <a:ext cx="3566160" cy="1198655"/>
          </a:xfrm>
          <a:prstGeom prst="roundRect">
            <a:avLst>
              <a:gd fmla="val 16667" name="adj"/>
            </a:avLst>
          </a:prstGeom>
          <a:solidFill>
            <a:srgbClr val="A8D08C"/>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Mental health</a:t>
            </a:r>
            <a:endParaRPr b="1" i="0" sz="1800" u="none" cap="none" strike="noStrike">
              <a:solidFill>
                <a:schemeClr val="dk1"/>
              </a:solidFill>
              <a:latin typeface="Arial"/>
              <a:ea typeface="Arial"/>
              <a:cs typeface="Arial"/>
              <a:sym typeface="Arial"/>
            </a:endParaRPr>
          </a:p>
        </p:txBody>
      </p:sp>
      <p:sp>
        <p:nvSpPr>
          <p:cNvPr id="582" name="Google Shape;582;p15"/>
          <p:cNvSpPr/>
          <p:nvPr/>
        </p:nvSpPr>
        <p:spPr>
          <a:xfrm>
            <a:off x="7363095" y="231551"/>
            <a:ext cx="3566160" cy="1159466"/>
          </a:xfrm>
          <a:prstGeom prst="roundRect">
            <a:avLst>
              <a:gd fmla="val 16667" name="adj"/>
            </a:avLst>
          </a:prstGeom>
          <a:solidFill>
            <a:srgbClr val="FFD966"/>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Mental illness</a:t>
            </a:r>
            <a:endParaRPr b="1" i="0" sz="1800" u="none" cap="none" strike="noStrike">
              <a:solidFill>
                <a:schemeClr val="dk1"/>
              </a:solidFill>
              <a:latin typeface="Arial"/>
              <a:ea typeface="Arial"/>
              <a:cs typeface="Arial"/>
              <a:sym typeface="Arial"/>
            </a:endParaRPr>
          </a:p>
        </p:txBody>
      </p:sp>
      <p:sp>
        <p:nvSpPr>
          <p:cNvPr id="583" name="Google Shape;583;p15"/>
          <p:cNvSpPr/>
          <p:nvPr/>
        </p:nvSpPr>
        <p:spPr>
          <a:xfrm>
            <a:off x="1737359" y="1562417"/>
            <a:ext cx="3304903" cy="3473587"/>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Reflects “our emotional, psychological, and social well-being.”</a:t>
            </a:r>
            <a:endParaRPr b="0" i="0" sz="1800" u="none" cap="none" strike="noStrike">
              <a:solidFill>
                <a:schemeClr val="dk1"/>
              </a:solidFill>
              <a:latin typeface="Arial"/>
              <a:ea typeface="Arial"/>
              <a:cs typeface="Arial"/>
              <a:sym typeface="Arial"/>
            </a:endParaRPr>
          </a:p>
        </p:txBody>
      </p:sp>
      <p:sp>
        <p:nvSpPr>
          <p:cNvPr id="584" name="Google Shape;584;p15"/>
          <p:cNvSpPr/>
          <p:nvPr/>
        </p:nvSpPr>
        <p:spPr>
          <a:xfrm>
            <a:off x="7493723" y="1562417"/>
            <a:ext cx="3304903" cy="347358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Refers to “conditions that affect a person’s thinking, feeling, mood, or behavior.” These can include but aren’t limited to depression, anxiety, bipolar disorder, or schizophrenia.</a:t>
            </a:r>
            <a:endParaRPr b="0" i="0" sz="1800" u="none" cap="none" strike="noStrike">
              <a:solidFill>
                <a:schemeClr val="dk1"/>
              </a:solidFill>
              <a:latin typeface="Arial"/>
              <a:ea typeface="Arial"/>
              <a:cs typeface="Arial"/>
              <a:sym typeface="Arial"/>
            </a:endParaRPr>
          </a:p>
        </p:txBody>
      </p:sp>
      <p:sp>
        <p:nvSpPr>
          <p:cNvPr id="585" name="Google Shape;585;p15"/>
          <p:cNvSpPr/>
          <p:nvPr/>
        </p:nvSpPr>
        <p:spPr>
          <a:xfrm>
            <a:off x="7624352" y="5167131"/>
            <a:ext cx="3304903" cy="1058091"/>
          </a:xfrm>
          <a:prstGeom prst="roundRect">
            <a:avLst>
              <a:gd fmla="val 16667" name="adj"/>
            </a:avLst>
          </a:prstGeom>
          <a:solidFill>
            <a:srgbClr val="F4B0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The mental equivalent of physical illness</a:t>
            </a:r>
            <a:endParaRPr b="0" i="0" sz="1800" u="none" cap="none" strike="noStrike">
              <a:solidFill>
                <a:schemeClr val="dk1"/>
              </a:solidFill>
              <a:latin typeface="Arial"/>
              <a:ea typeface="Arial"/>
              <a:cs typeface="Arial"/>
              <a:sym typeface="Arial"/>
            </a:endParaRPr>
          </a:p>
        </p:txBody>
      </p:sp>
      <p:sp>
        <p:nvSpPr>
          <p:cNvPr id="586" name="Google Shape;586;p15"/>
          <p:cNvSpPr/>
          <p:nvPr/>
        </p:nvSpPr>
        <p:spPr>
          <a:xfrm>
            <a:off x="1867988" y="5241608"/>
            <a:ext cx="3304903" cy="1058091"/>
          </a:xfrm>
          <a:prstGeom prst="roundRect">
            <a:avLst>
              <a:gd fmla="val 16667" name="adj"/>
            </a:avLst>
          </a:prstGeom>
          <a:solidFill>
            <a:srgbClr val="4AE6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The mental equivalent of physical health</a:t>
            </a:r>
            <a:endParaRPr b="0" i="0" sz="1800" u="none" cap="none" strike="noStrike">
              <a:solidFill>
                <a:schemeClr val="dk1"/>
              </a:solidFill>
              <a:latin typeface="Arial"/>
              <a:ea typeface="Arial"/>
              <a:cs typeface="Arial"/>
              <a:sym typeface="Arial"/>
            </a:endParaRPr>
          </a:p>
        </p:txBody>
      </p:sp>
      <p:pic>
        <p:nvPicPr>
          <p:cNvPr id="587" name="Google Shape;587;p15"/>
          <p:cNvPicPr preferRelativeResize="0"/>
          <p:nvPr/>
        </p:nvPicPr>
        <p:blipFill rotWithShape="1">
          <a:blip r:embed="rId3">
            <a:alphaModFix/>
          </a:blip>
          <a:srcRect b="0" l="0" r="0" t="0"/>
          <a:stretch/>
        </p:blipFill>
        <p:spPr>
          <a:xfrm>
            <a:off x="5321299" y="2489201"/>
            <a:ext cx="2041796" cy="1600200"/>
          </a:xfrm>
          <a:prstGeom prst="rect">
            <a:avLst/>
          </a:prstGeom>
          <a:noFill/>
          <a:ln>
            <a:noFill/>
          </a:ln>
        </p:spPr>
      </p:pic>
      <p:sp>
        <p:nvSpPr>
          <p:cNvPr id="588" name="Google Shape;588;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ransition spd="slow">
    <p:wipe dir="l"/>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81"/>
                                        </p:tgtEl>
                                        <p:attrNameLst>
                                          <p:attrName>style.visibility</p:attrName>
                                        </p:attrNameLst>
                                      </p:cBhvr>
                                      <p:to>
                                        <p:strVal val="visible"/>
                                      </p:to>
                                    </p:set>
                                    <p:anim calcmode="lin" valueType="num">
                                      <p:cBhvr additive="base">
                                        <p:cTn dur="500"/>
                                        <p:tgtEl>
                                          <p:spTgt spid="58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82"/>
                                        </p:tgtEl>
                                        <p:attrNameLst>
                                          <p:attrName>style.visibility</p:attrName>
                                        </p:attrNameLst>
                                      </p:cBhvr>
                                      <p:to>
                                        <p:strVal val="visible"/>
                                      </p:to>
                                    </p:set>
                                    <p:anim calcmode="lin" valueType="num">
                                      <p:cBhvr additive="base">
                                        <p:cTn dur="500"/>
                                        <p:tgtEl>
                                          <p:spTgt spid="58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3"/>
                                        </p:tgtEl>
                                        <p:attrNameLst>
                                          <p:attrName>style.visibility</p:attrName>
                                        </p:attrNameLst>
                                      </p:cBhvr>
                                      <p:to>
                                        <p:strVal val="visible"/>
                                      </p:to>
                                    </p:set>
                                    <p:animEffect filter="fade" transition="in">
                                      <p:cBhvr>
                                        <p:cTn dur="500"/>
                                        <p:tgtEl>
                                          <p:spTgt spid="5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gtEl>
                                        <p:attrNameLst>
                                          <p:attrName>style.visibility</p:attrName>
                                        </p:attrNameLst>
                                      </p:cBhvr>
                                      <p:to>
                                        <p:strVal val="visible"/>
                                      </p:to>
                                    </p:set>
                                    <p:animEffect filter="fade" transition="in">
                                      <p:cBhvr>
                                        <p:cTn dur="500"/>
                                        <p:tgtEl>
                                          <p:spTgt spid="5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6"/>
                                        </p:tgtEl>
                                        <p:attrNameLst>
                                          <p:attrName>style.visibility</p:attrName>
                                        </p:attrNameLst>
                                      </p:cBhvr>
                                      <p:to>
                                        <p:strVal val="visible"/>
                                      </p:to>
                                    </p:set>
                                    <p:animEffect filter="fade" transition="in">
                                      <p:cBhvr>
                                        <p:cTn dur="500"/>
                                        <p:tgtEl>
                                          <p:spTgt spid="5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5"/>
                                        </p:tgtEl>
                                        <p:attrNameLst>
                                          <p:attrName>style.visibility</p:attrName>
                                        </p:attrNameLst>
                                      </p:cBhvr>
                                      <p:to>
                                        <p:strVal val="visible"/>
                                      </p:to>
                                    </p:set>
                                    <p:animEffect filter="fade" transition="in">
                                      <p:cBhvr>
                                        <p:cTn dur="500"/>
                                        <p:tgtEl>
                                          <p:spTgt spid="5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7"/>
                                        </p:tgtEl>
                                        <p:attrNameLst>
                                          <p:attrName>style.visibility</p:attrName>
                                        </p:attrNameLst>
                                      </p:cBhvr>
                                      <p:to>
                                        <p:strVal val="visible"/>
                                      </p:to>
                                    </p:set>
                                    <p:animEffect filter="fade" transition="in">
                                      <p:cBhvr>
                                        <p:cTn dur="1000"/>
                                        <p:tgtEl>
                                          <p:spTgt spid="5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6"/>
          <p:cNvSpPr txBox="1"/>
          <p:nvPr>
            <p:ph type="title"/>
          </p:nvPr>
        </p:nvSpPr>
        <p:spPr>
          <a:xfrm>
            <a:off x="838200" y="325936"/>
            <a:ext cx="113538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lang="en-US">
                <a:solidFill>
                  <a:srgbClr val="0070C0"/>
                </a:solidFill>
                <a:latin typeface="Corben"/>
                <a:ea typeface="Corben"/>
                <a:cs typeface="Corben"/>
                <a:sym typeface="Corben"/>
              </a:rPr>
              <a:t>The dual continuum of mental health</a:t>
            </a:r>
            <a:endParaRPr>
              <a:solidFill>
                <a:srgbClr val="0070C0"/>
              </a:solidFill>
              <a:latin typeface="Corben"/>
              <a:ea typeface="Corben"/>
              <a:cs typeface="Corben"/>
              <a:sym typeface="Corben"/>
            </a:endParaRPr>
          </a:p>
        </p:txBody>
      </p:sp>
      <p:pic>
        <p:nvPicPr>
          <p:cNvPr id="594" name="Google Shape;594;p16"/>
          <p:cNvPicPr preferRelativeResize="0"/>
          <p:nvPr>
            <p:ph idx="1" type="body"/>
          </p:nvPr>
        </p:nvPicPr>
        <p:blipFill rotWithShape="1">
          <a:blip r:embed="rId3">
            <a:alphaModFix/>
          </a:blip>
          <a:srcRect b="0" l="0" r="0" t="0"/>
          <a:stretch/>
        </p:blipFill>
        <p:spPr>
          <a:xfrm>
            <a:off x="1358537" y="1230721"/>
            <a:ext cx="8830492" cy="5301343"/>
          </a:xfrm>
          <a:prstGeom prst="rect">
            <a:avLst/>
          </a:prstGeom>
          <a:noFill/>
          <a:ln>
            <a:noFill/>
          </a:ln>
        </p:spPr>
      </p:pic>
      <p:sp>
        <p:nvSpPr>
          <p:cNvPr id="595" name="Google Shape;595;p16"/>
          <p:cNvSpPr txBox="1"/>
          <p:nvPr/>
        </p:nvSpPr>
        <p:spPr>
          <a:xfrm>
            <a:off x="838200" y="6152605"/>
            <a:ext cx="10748554" cy="30777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Source: https://smho-smso.ca/students/understanding-mental-health/</a:t>
            </a:r>
            <a:endParaRPr b="0" i="0" sz="1400" u="none" cap="none" strike="noStrike">
              <a:solidFill>
                <a:srgbClr val="000000"/>
              </a:solidFill>
              <a:latin typeface="Arial"/>
              <a:ea typeface="Arial"/>
              <a:cs typeface="Arial"/>
              <a:sym typeface="Arial"/>
            </a:endParaRPr>
          </a:p>
        </p:txBody>
      </p:sp>
      <p:sp>
        <p:nvSpPr>
          <p:cNvPr id="596" name="Google Shape;596;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ransition spd="slow">
    <p:push/>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0" name="Shape 600"/>
        <p:cNvGrpSpPr/>
        <p:nvPr/>
      </p:nvGrpSpPr>
      <p:grpSpPr>
        <a:xfrm>
          <a:off x="0" y="0"/>
          <a:ext cx="0" cy="0"/>
          <a:chOff x="0" y="0"/>
          <a:chExt cx="0" cy="0"/>
        </a:xfrm>
      </p:grpSpPr>
      <p:grpSp>
        <p:nvGrpSpPr>
          <p:cNvPr id="601" name="Google Shape;601;p17"/>
          <p:cNvGrpSpPr/>
          <p:nvPr/>
        </p:nvGrpSpPr>
        <p:grpSpPr>
          <a:xfrm>
            <a:off x="-1700544" y="-546102"/>
            <a:ext cx="15196520" cy="7725629"/>
            <a:chOff x="-1700544" y="-546102"/>
            <a:chExt cx="15196520" cy="7725629"/>
          </a:xfrm>
        </p:grpSpPr>
        <p:grpSp>
          <p:nvGrpSpPr>
            <p:cNvPr id="602" name="Google Shape;602;p17"/>
            <p:cNvGrpSpPr/>
            <p:nvPr/>
          </p:nvGrpSpPr>
          <p:grpSpPr>
            <a:xfrm>
              <a:off x="-1700544" y="-546102"/>
              <a:ext cx="15145720" cy="2745953"/>
              <a:chOff x="-1700544" y="-546102"/>
              <a:chExt cx="15145720" cy="2745953"/>
            </a:xfrm>
          </p:grpSpPr>
          <p:grpSp>
            <p:nvGrpSpPr>
              <p:cNvPr id="603" name="Google Shape;603;p17"/>
              <p:cNvGrpSpPr/>
              <p:nvPr/>
            </p:nvGrpSpPr>
            <p:grpSpPr>
              <a:xfrm>
                <a:off x="-1058518" y="-546102"/>
                <a:ext cx="14503694" cy="1500813"/>
                <a:chOff x="-1058518" y="-546102"/>
                <a:chExt cx="14503694" cy="1500813"/>
              </a:xfrm>
            </p:grpSpPr>
            <p:grpSp>
              <p:nvGrpSpPr>
                <p:cNvPr id="604" name="Google Shape;604;p17"/>
                <p:cNvGrpSpPr/>
                <p:nvPr/>
              </p:nvGrpSpPr>
              <p:grpSpPr>
                <a:xfrm>
                  <a:off x="-1058518" y="-546100"/>
                  <a:ext cx="5227983" cy="1500811"/>
                  <a:chOff x="-457200" y="-546101"/>
                  <a:chExt cx="5227983" cy="1500811"/>
                </a:xfrm>
              </p:grpSpPr>
              <p:grpSp>
                <p:nvGrpSpPr>
                  <p:cNvPr id="605" name="Google Shape;605;p17"/>
                  <p:cNvGrpSpPr/>
                  <p:nvPr/>
                </p:nvGrpSpPr>
                <p:grpSpPr>
                  <a:xfrm>
                    <a:off x="-457200" y="-546101"/>
                    <a:ext cx="2584174" cy="1500810"/>
                    <a:chOff x="-457200" y="-546101"/>
                    <a:chExt cx="2584174" cy="1500810"/>
                  </a:xfrm>
                </p:grpSpPr>
                <p:sp>
                  <p:nvSpPr>
                    <p:cNvPr id="606" name="Google Shape;606;p17"/>
                    <p:cNvSpPr/>
                    <p:nvPr/>
                  </p:nvSpPr>
                  <p:spPr>
                    <a:xfrm rot="5400000">
                      <a:off x="-576470" y="-426830"/>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07" name="Google Shape;607;p17"/>
                    <p:cNvSpPr/>
                    <p:nvPr/>
                  </p:nvSpPr>
                  <p:spPr>
                    <a:xfrm rot="5400000">
                      <a:off x="745435" y="-426831"/>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608" name="Google Shape;608;p17"/>
                  <p:cNvGrpSpPr/>
                  <p:nvPr/>
                </p:nvGrpSpPr>
                <p:grpSpPr>
                  <a:xfrm>
                    <a:off x="2186609" y="-546100"/>
                    <a:ext cx="2584174" cy="1500810"/>
                    <a:chOff x="-457200" y="-546101"/>
                    <a:chExt cx="2584174" cy="1500810"/>
                  </a:xfrm>
                </p:grpSpPr>
                <p:sp>
                  <p:nvSpPr>
                    <p:cNvPr id="609" name="Google Shape;609;p17"/>
                    <p:cNvSpPr/>
                    <p:nvPr/>
                  </p:nvSpPr>
                  <p:spPr>
                    <a:xfrm rot="5400000">
                      <a:off x="-576470" y="-426830"/>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10" name="Google Shape;610;p17"/>
                    <p:cNvSpPr/>
                    <p:nvPr/>
                  </p:nvSpPr>
                  <p:spPr>
                    <a:xfrm rot="5400000">
                      <a:off x="745435" y="-426831"/>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grpSp>
              <p:nvGrpSpPr>
                <p:cNvPr id="611" name="Google Shape;611;p17"/>
                <p:cNvGrpSpPr/>
                <p:nvPr/>
              </p:nvGrpSpPr>
              <p:grpSpPr>
                <a:xfrm>
                  <a:off x="4229099" y="-546102"/>
                  <a:ext cx="5227983" cy="1500811"/>
                  <a:chOff x="-457200" y="-546101"/>
                  <a:chExt cx="5227983" cy="1500811"/>
                </a:xfrm>
              </p:grpSpPr>
              <p:grpSp>
                <p:nvGrpSpPr>
                  <p:cNvPr id="612" name="Google Shape;612;p17"/>
                  <p:cNvGrpSpPr/>
                  <p:nvPr/>
                </p:nvGrpSpPr>
                <p:grpSpPr>
                  <a:xfrm>
                    <a:off x="-457200" y="-546101"/>
                    <a:ext cx="2584174" cy="1500810"/>
                    <a:chOff x="-457200" y="-546101"/>
                    <a:chExt cx="2584174" cy="1500810"/>
                  </a:xfrm>
                </p:grpSpPr>
                <p:sp>
                  <p:nvSpPr>
                    <p:cNvPr id="613" name="Google Shape;613;p17"/>
                    <p:cNvSpPr/>
                    <p:nvPr/>
                  </p:nvSpPr>
                  <p:spPr>
                    <a:xfrm rot="5400000">
                      <a:off x="-576470" y="-426830"/>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14" name="Google Shape;614;p17"/>
                    <p:cNvSpPr/>
                    <p:nvPr/>
                  </p:nvSpPr>
                  <p:spPr>
                    <a:xfrm rot="5400000">
                      <a:off x="745435" y="-426831"/>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615" name="Google Shape;615;p17"/>
                  <p:cNvGrpSpPr/>
                  <p:nvPr/>
                </p:nvGrpSpPr>
                <p:grpSpPr>
                  <a:xfrm>
                    <a:off x="2186609" y="-546100"/>
                    <a:ext cx="2584174" cy="1500810"/>
                    <a:chOff x="-457200" y="-546101"/>
                    <a:chExt cx="2584174" cy="1500810"/>
                  </a:xfrm>
                </p:grpSpPr>
                <p:sp>
                  <p:nvSpPr>
                    <p:cNvPr id="616" name="Google Shape;616;p17"/>
                    <p:cNvSpPr/>
                    <p:nvPr/>
                  </p:nvSpPr>
                  <p:spPr>
                    <a:xfrm rot="5400000">
                      <a:off x="-576470" y="-426830"/>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17" name="Google Shape;617;p17"/>
                    <p:cNvSpPr/>
                    <p:nvPr/>
                  </p:nvSpPr>
                  <p:spPr>
                    <a:xfrm rot="5400000">
                      <a:off x="745435" y="-426831"/>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sp>
              <p:nvSpPr>
                <p:cNvPr id="618" name="Google Shape;618;p17"/>
                <p:cNvSpPr/>
                <p:nvPr/>
              </p:nvSpPr>
              <p:spPr>
                <a:xfrm rot="5400000">
                  <a:off x="9419828" y="-426831"/>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19" name="Google Shape;619;p17"/>
                <p:cNvSpPr/>
                <p:nvPr/>
              </p:nvSpPr>
              <p:spPr>
                <a:xfrm rot="5400000">
                  <a:off x="10741732" y="-426832"/>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20" name="Google Shape;620;p17"/>
                <p:cNvSpPr/>
                <p:nvPr/>
              </p:nvSpPr>
              <p:spPr>
                <a:xfrm rot="5400000">
                  <a:off x="12063637" y="-426830"/>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621" name="Google Shape;621;p17"/>
              <p:cNvGrpSpPr/>
              <p:nvPr/>
            </p:nvGrpSpPr>
            <p:grpSpPr>
              <a:xfrm>
                <a:off x="-1700544" y="699038"/>
                <a:ext cx="14503694" cy="1500813"/>
                <a:chOff x="-1058518" y="-546102"/>
                <a:chExt cx="14503694" cy="1500813"/>
              </a:xfrm>
            </p:grpSpPr>
            <p:grpSp>
              <p:nvGrpSpPr>
                <p:cNvPr id="622" name="Google Shape;622;p17"/>
                <p:cNvGrpSpPr/>
                <p:nvPr/>
              </p:nvGrpSpPr>
              <p:grpSpPr>
                <a:xfrm>
                  <a:off x="-1058518" y="-546100"/>
                  <a:ext cx="5227983" cy="1500811"/>
                  <a:chOff x="-457200" y="-546101"/>
                  <a:chExt cx="5227983" cy="1500811"/>
                </a:xfrm>
              </p:grpSpPr>
              <p:grpSp>
                <p:nvGrpSpPr>
                  <p:cNvPr id="623" name="Google Shape;623;p17"/>
                  <p:cNvGrpSpPr/>
                  <p:nvPr/>
                </p:nvGrpSpPr>
                <p:grpSpPr>
                  <a:xfrm>
                    <a:off x="-457200" y="-546101"/>
                    <a:ext cx="2584174" cy="1500810"/>
                    <a:chOff x="-457200" y="-546101"/>
                    <a:chExt cx="2584174" cy="1500810"/>
                  </a:xfrm>
                </p:grpSpPr>
                <p:sp>
                  <p:nvSpPr>
                    <p:cNvPr id="624" name="Google Shape;624;p17"/>
                    <p:cNvSpPr/>
                    <p:nvPr/>
                  </p:nvSpPr>
                  <p:spPr>
                    <a:xfrm rot="5400000">
                      <a:off x="-576470" y="-426830"/>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25" name="Google Shape;625;p17"/>
                    <p:cNvSpPr/>
                    <p:nvPr/>
                  </p:nvSpPr>
                  <p:spPr>
                    <a:xfrm rot="5400000">
                      <a:off x="745435" y="-426831"/>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626" name="Google Shape;626;p17"/>
                  <p:cNvGrpSpPr/>
                  <p:nvPr/>
                </p:nvGrpSpPr>
                <p:grpSpPr>
                  <a:xfrm>
                    <a:off x="2186609" y="-546100"/>
                    <a:ext cx="2584174" cy="1500810"/>
                    <a:chOff x="-457200" y="-546101"/>
                    <a:chExt cx="2584174" cy="1500810"/>
                  </a:xfrm>
                </p:grpSpPr>
                <p:sp>
                  <p:nvSpPr>
                    <p:cNvPr id="627" name="Google Shape;627;p17"/>
                    <p:cNvSpPr/>
                    <p:nvPr/>
                  </p:nvSpPr>
                  <p:spPr>
                    <a:xfrm rot="5400000">
                      <a:off x="-576470" y="-426830"/>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28" name="Google Shape;628;p17"/>
                    <p:cNvSpPr/>
                    <p:nvPr/>
                  </p:nvSpPr>
                  <p:spPr>
                    <a:xfrm rot="5400000">
                      <a:off x="745435" y="-426831"/>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grpSp>
              <p:nvGrpSpPr>
                <p:cNvPr id="629" name="Google Shape;629;p17"/>
                <p:cNvGrpSpPr/>
                <p:nvPr/>
              </p:nvGrpSpPr>
              <p:grpSpPr>
                <a:xfrm>
                  <a:off x="4229099" y="-546102"/>
                  <a:ext cx="5227983" cy="1500811"/>
                  <a:chOff x="-457200" y="-546101"/>
                  <a:chExt cx="5227983" cy="1500811"/>
                </a:xfrm>
              </p:grpSpPr>
              <p:grpSp>
                <p:nvGrpSpPr>
                  <p:cNvPr id="630" name="Google Shape;630;p17"/>
                  <p:cNvGrpSpPr/>
                  <p:nvPr/>
                </p:nvGrpSpPr>
                <p:grpSpPr>
                  <a:xfrm>
                    <a:off x="-457200" y="-546101"/>
                    <a:ext cx="2584174" cy="1500810"/>
                    <a:chOff x="-457200" y="-546101"/>
                    <a:chExt cx="2584174" cy="1500810"/>
                  </a:xfrm>
                </p:grpSpPr>
                <p:sp>
                  <p:nvSpPr>
                    <p:cNvPr id="631" name="Google Shape;631;p17"/>
                    <p:cNvSpPr/>
                    <p:nvPr/>
                  </p:nvSpPr>
                  <p:spPr>
                    <a:xfrm rot="5400000">
                      <a:off x="-576470" y="-426830"/>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32" name="Google Shape;632;p17"/>
                    <p:cNvSpPr/>
                    <p:nvPr/>
                  </p:nvSpPr>
                  <p:spPr>
                    <a:xfrm rot="5400000">
                      <a:off x="745435" y="-426831"/>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633" name="Google Shape;633;p17"/>
                  <p:cNvGrpSpPr/>
                  <p:nvPr/>
                </p:nvGrpSpPr>
                <p:grpSpPr>
                  <a:xfrm>
                    <a:off x="2186609" y="-546100"/>
                    <a:ext cx="2584174" cy="1500810"/>
                    <a:chOff x="-457200" y="-546101"/>
                    <a:chExt cx="2584174" cy="1500810"/>
                  </a:xfrm>
                </p:grpSpPr>
                <p:sp>
                  <p:nvSpPr>
                    <p:cNvPr id="634" name="Google Shape;634;p17"/>
                    <p:cNvSpPr/>
                    <p:nvPr/>
                  </p:nvSpPr>
                  <p:spPr>
                    <a:xfrm rot="5400000">
                      <a:off x="-576470" y="-426830"/>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35" name="Google Shape;635;p17"/>
                    <p:cNvSpPr/>
                    <p:nvPr/>
                  </p:nvSpPr>
                  <p:spPr>
                    <a:xfrm rot="5400000">
                      <a:off x="745435" y="-426831"/>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sp>
              <p:nvSpPr>
                <p:cNvPr id="636" name="Google Shape;636;p17"/>
                <p:cNvSpPr/>
                <p:nvPr/>
              </p:nvSpPr>
              <p:spPr>
                <a:xfrm rot="5400000">
                  <a:off x="9419828" y="-426831"/>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37" name="Google Shape;637;p17"/>
                <p:cNvSpPr/>
                <p:nvPr/>
              </p:nvSpPr>
              <p:spPr>
                <a:xfrm rot="5400000">
                  <a:off x="10741732" y="-426832"/>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38" name="Google Shape;638;p17"/>
                <p:cNvSpPr/>
                <p:nvPr/>
              </p:nvSpPr>
              <p:spPr>
                <a:xfrm rot="5400000">
                  <a:off x="12063637" y="-426830"/>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grpSp>
          <p:nvGrpSpPr>
            <p:cNvPr id="639" name="Google Shape;639;p17"/>
            <p:cNvGrpSpPr/>
            <p:nvPr/>
          </p:nvGrpSpPr>
          <p:grpSpPr>
            <a:xfrm>
              <a:off x="-1675144" y="1944374"/>
              <a:ext cx="15145720" cy="2745953"/>
              <a:chOff x="-1700544" y="-546102"/>
              <a:chExt cx="15145720" cy="2745953"/>
            </a:xfrm>
          </p:grpSpPr>
          <p:grpSp>
            <p:nvGrpSpPr>
              <p:cNvPr id="640" name="Google Shape;640;p17"/>
              <p:cNvGrpSpPr/>
              <p:nvPr/>
            </p:nvGrpSpPr>
            <p:grpSpPr>
              <a:xfrm>
                <a:off x="-1058518" y="-546102"/>
                <a:ext cx="14503694" cy="1500813"/>
                <a:chOff x="-1058518" y="-546102"/>
                <a:chExt cx="14503694" cy="1500813"/>
              </a:xfrm>
            </p:grpSpPr>
            <p:grpSp>
              <p:nvGrpSpPr>
                <p:cNvPr id="641" name="Google Shape;641;p17"/>
                <p:cNvGrpSpPr/>
                <p:nvPr/>
              </p:nvGrpSpPr>
              <p:grpSpPr>
                <a:xfrm>
                  <a:off x="-1058518" y="-546100"/>
                  <a:ext cx="5227983" cy="1500811"/>
                  <a:chOff x="-457200" y="-546101"/>
                  <a:chExt cx="5227983" cy="1500811"/>
                </a:xfrm>
              </p:grpSpPr>
              <p:grpSp>
                <p:nvGrpSpPr>
                  <p:cNvPr id="642" name="Google Shape;642;p17"/>
                  <p:cNvGrpSpPr/>
                  <p:nvPr/>
                </p:nvGrpSpPr>
                <p:grpSpPr>
                  <a:xfrm>
                    <a:off x="-457200" y="-546101"/>
                    <a:ext cx="2584174" cy="1500810"/>
                    <a:chOff x="-457200" y="-546101"/>
                    <a:chExt cx="2584174" cy="1500810"/>
                  </a:xfrm>
                </p:grpSpPr>
                <p:sp>
                  <p:nvSpPr>
                    <p:cNvPr id="643" name="Google Shape;643;p17"/>
                    <p:cNvSpPr/>
                    <p:nvPr/>
                  </p:nvSpPr>
                  <p:spPr>
                    <a:xfrm rot="5400000">
                      <a:off x="-576470" y="-426830"/>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44" name="Google Shape;644;p17"/>
                    <p:cNvSpPr/>
                    <p:nvPr/>
                  </p:nvSpPr>
                  <p:spPr>
                    <a:xfrm rot="5400000">
                      <a:off x="745435" y="-426831"/>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645" name="Google Shape;645;p17"/>
                  <p:cNvGrpSpPr/>
                  <p:nvPr/>
                </p:nvGrpSpPr>
                <p:grpSpPr>
                  <a:xfrm>
                    <a:off x="2186609" y="-546100"/>
                    <a:ext cx="2584174" cy="1500810"/>
                    <a:chOff x="-457200" y="-546101"/>
                    <a:chExt cx="2584174" cy="1500810"/>
                  </a:xfrm>
                </p:grpSpPr>
                <p:sp>
                  <p:nvSpPr>
                    <p:cNvPr id="646" name="Google Shape;646;p17"/>
                    <p:cNvSpPr/>
                    <p:nvPr/>
                  </p:nvSpPr>
                  <p:spPr>
                    <a:xfrm rot="5400000">
                      <a:off x="-576470" y="-426830"/>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47" name="Google Shape;647;p17"/>
                    <p:cNvSpPr/>
                    <p:nvPr/>
                  </p:nvSpPr>
                  <p:spPr>
                    <a:xfrm rot="5400000">
                      <a:off x="745435" y="-426831"/>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grpSp>
              <p:nvGrpSpPr>
                <p:cNvPr id="648" name="Google Shape;648;p17"/>
                <p:cNvGrpSpPr/>
                <p:nvPr/>
              </p:nvGrpSpPr>
              <p:grpSpPr>
                <a:xfrm>
                  <a:off x="4229099" y="-546102"/>
                  <a:ext cx="5227983" cy="1500811"/>
                  <a:chOff x="-457200" y="-546101"/>
                  <a:chExt cx="5227983" cy="1500811"/>
                </a:xfrm>
              </p:grpSpPr>
              <p:grpSp>
                <p:nvGrpSpPr>
                  <p:cNvPr id="649" name="Google Shape;649;p17"/>
                  <p:cNvGrpSpPr/>
                  <p:nvPr/>
                </p:nvGrpSpPr>
                <p:grpSpPr>
                  <a:xfrm>
                    <a:off x="-457200" y="-546101"/>
                    <a:ext cx="2584174" cy="1500810"/>
                    <a:chOff x="-457200" y="-546101"/>
                    <a:chExt cx="2584174" cy="1500810"/>
                  </a:xfrm>
                </p:grpSpPr>
                <p:sp>
                  <p:nvSpPr>
                    <p:cNvPr id="650" name="Google Shape;650;p17"/>
                    <p:cNvSpPr/>
                    <p:nvPr/>
                  </p:nvSpPr>
                  <p:spPr>
                    <a:xfrm rot="5400000">
                      <a:off x="-576470" y="-426830"/>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51" name="Google Shape;651;p17"/>
                    <p:cNvSpPr/>
                    <p:nvPr/>
                  </p:nvSpPr>
                  <p:spPr>
                    <a:xfrm rot="5400000">
                      <a:off x="745435" y="-426831"/>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652" name="Google Shape;652;p17"/>
                  <p:cNvGrpSpPr/>
                  <p:nvPr/>
                </p:nvGrpSpPr>
                <p:grpSpPr>
                  <a:xfrm>
                    <a:off x="2186609" y="-546100"/>
                    <a:ext cx="2584174" cy="1500810"/>
                    <a:chOff x="-457200" y="-546101"/>
                    <a:chExt cx="2584174" cy="1500810"/>
                  </a:xfrm>
                </p:grpSpPr>
                <p:sp>
                  <p:nvSpPr>
                    <p:cNvPr id="653" name="Google Shape;653;p17"/>
                    <p:cNvSpPr/>
                    <p:nvPr/>
                  </p:nvSpPr>
                  <p:spPr>
                    <a:xfrm rot="5400000">
                      <a:off x="-576470" y="-426830"/>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54" name="Google Shape;654;p17"/>
                    <p:cNvSpPr/>
                    <p:nvPr/>
                  </p:nvSpPr>
                  <p:spPr>
                    <a:xfrm rot="5400000">
                      <a:off x="745435" y="-426831"/>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sp>
              <p:nvSpPr>
                <p:cNvPr id="655" name="Google Shape;655;p17"/>
                <p:cNvSpPr/>
                <p:nvPr/>
              </p:nvSpPr>
              <p:spPr>
                <a:xfrm rot="5400000">
                  <a:off x="9419828" y="-426831"/>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56" name="Google Shape;656;p17"/>
                <p:cNvSpPr/>
                <p:nvPr/>
              </p:nvSpPr>
              <p:spPr>
                <a:xfrm rot="5400000">
                  <a:off x="10741732" y="-426832"/>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57" name="Google Shape;657;p17"/>
                <p:cNvSpPr/>
                <p:nvPr/>
              </p:nvSpPr>
              <p:spPr>
                <a:xfrm rot="5400000">
                  <a:off x="12063637" y="-426830"/>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658" name="Google Shape;658;p17"/>
              <p:cNvGrpSpPr/>
              <p:nvPr/>
            </p:nvGrpSpPr>
            <p:grpSpPr>
              <a:xfrm>
                <a:off x="-1700544" y="699038"/>
                <a:ext cx="14503694" cy="1500813"/>
                <a:chOff x="-1058518" y="-546102"/>
                <a:chExt cx="14503694" cy="1500813"/>
              </a:xfrm>
            </p:grpSpPr>
            <p:grpSp>
              <p:nvGrpSpPr>
                <p:cNvPr id="659" name="Google Shape;659;p17"/>
                <p:cNvGrpSpPr/>
                <p:nvPr/>
              </p:nvGrpSpPr>
              <p:grpSpPr>
                <a:xfrm>
                  <a:off x="-1058518" y="-546100"/>
                  <a:ext cx="5227983" cy="1500811"/>
                  <a:chOff x="-457200" y="-546101"/>
                  <a:chExt cx="5227983" cy="1500811"/>
                </a:xfrm>
              </p:grpSpPr>
              <p:grpSp>
                <p:nvGrpSpPr>
                  <p:cNvPr id="660" name="Google Shape;660;p17"/>
                  <p:cNvGrpSpPr/>
                  <p:nvPr/>
                </p:nvGrpSpPr>
                <p:grpSpPr>
                  <a:xfrm>
                    <a:off x="-457200" y="-546101"/>
                    <a:ext cx="2584174" cy="1500810"/>
                    <a:chOff x="-457200" y="-546101"/>
                    <a:chExt cx="2584174" cy="1500810"/>
                  </a:xfrm>
                </p:grpSpPr>
                <p:sp>
                  <p:nvSpPr>
                    <p:cNvPr id="661" name="Google Shape;661;p17"/>
                    <p:cNvSpPr/>
                    <p:nvPr/>
                  </p:nvSpPr>
                  <p:spPr>
                    <a:xfrm rot="5400000">
                      <a:off x="-576470" y="-426830"/>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62" name="Google Shape;662;p17"/>
                    <p:cNvSpPr/>
                    <p:nvPr/>
                  </p:nvSpPr>
                  <p:spPr>
                    <a:xfrm rot="5400000">
                      <a:off x="745435" y="-426831"/>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663" name="Google Shape;663;p17"/>
                  <p:cNvGrpSpPr/>
                  <p:nvPr/>
                </p:nvGrpSpPr>
                <p:grpSpPr>
                  <a:xfrm>
                    <a:off x="2186609" y="-546100"/>
                    <a:ext cx="2584174" cy="1500810"/>
                    <a:chOff x="-457200" y="-546101"/>
                    <a:chExt cx="2584174" cy="1500810"/>
                  </a:xfrm>
                </p:grpSpPr>
                <p:sp>
                  <p:nvSpPr>
                    <p:cNvPr id="664" name="Google Shape;664;p17"/>
                    <p:cNvSpPr/>
                    <p:nvPr/>
                  </p:nvSpPr>
                  <p:spPr>
                    <a:xfrm rot="5400000">
                      <a:off x="-576470" y="-426830"/>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65" name="Google Shape;665;p17"/>
                    <p:cNvSpPr/>
                    <p:nvPr/>
                  </p:nvSpPr>
                  <p:spPr>
                    <a:xfrm rot="5400000">
                      <a:off x="745435" y="-426831"/>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grpSp>
              <p:nvGrpSpPr>
                <p:cNvPr id="666" name="Google Shape;666;p17"/>
                <p:cNvGrpSpPr/>
                <p:nvPr/>
              </p:nvGrpSpPr>
              <p:grpSpPr>
                <a:xfrm>
                  <a:off x="4229099" y="-546102"/>
                  <a:ext cx="5227983" cy="1500811"/>
                  <a:chOff x="-457200" y="-546101"/>
                  <a:chExt cx="5227983" cy="1500811"/>
                </a:xfrm>
              </p:grpSpPr>
              <p:grpSp>
                <p:nvGrpSpPr>
                  <p:cNvPr id="667" name="Google Shape;667;p17"/>
                  <p:cNvGrpSpPr/>
                  <p:nvPr/>
                </p:nvGrpSpPr>
                <p:grpSpPr>
                  <a:xfrm>
                    <a:off x="-457200" y="-546101"/>
                    <a:ext cx="2584174" cy="1500810"/>
                    <a:chOff x="-457200" y="-546101"/>
                    <a:chExt cx="2584174" cy="1500810"/>
                  </a:xfrm>
                </p:grpSpPr>
                <p:sp>
                  <p:nvSpPr>
                    <p:cNvPr id="668" name="Google Shape;668;p17"/>
                    <p:cNvSpPr/>
                    <p:nvPr/>
                  </p:nvSpPr>
                  <p:spPr>
                    <a:xfrm rot="5400000">
                      <a:off x="-576470" y="-426830"/>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69" name="Google Shape;669;p17"/>
                    <p:cNvSpPr/>
                    <p:nvPr/>
                  </p:nvSpPr>
                  <p:spPr>
                    <a:xfrm rot="5400000">
                      <a:off x="745435" y="-426831"/>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670" name="Google Shape;670;p17"/>
                  <p:cNvGrpSpPr/>
                  <p:nvPr/>
                </p:nvGrpSpPr>
                <p:grpSpPr>
                  <a:xfrm>
                    <a:off x="2186609" y="-546100"/>
                    <a:ext cx="2584174" cy="1500810"/>
                    <a:chOff x="-457200" y="-546101"/>
                    <a:chExt cx="2584174" cy="1500810"/>
                  </a:xfrm>
                </p:grpSpPr>
                <p:sp>
                  <p:nvSpPr>
                    <p:cNvPr id="671" name="Google Shape;671;p17"/>
                    <p:cNvSpPr/>
                    <p:nvPr/>
                  </p:nvSpPr>
                  <p:spPr>
                    <a:xfrm rot="5400000">
                      <a:off x="-576470" y="-426830"/>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72" name="Google Shape;672;p17"/>
                    <p:cNvSpPr/>
                    <p:nvPr/>
                  </p:nvSpPr>
                  <p:spPr>
                    <a:xfrm rot="5400000">
                      <a:off x="745435" y="-426831"/>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sp>
              <p:nvSpPr>
                <p:cNvPr id="673" name="Google Shape;673;p17"/>
                <p:cNvSpPr/>
                <p:nvPr/>
              </p:nvSpPr>
              <p:spPr>
                <a:xfrm rot="5400000">
                  <a:off x="9419828" y="-426831"/>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74" name="Google Shape;674;p17"/>
                <p:cNvSpPr/>
                <p:nvPr/>
              </p:nvSpPr>
              <p:spPr>
                <a:xfrm rot="5400000">
                  <a:off x="10741732" y="-426832"/>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75" name="Google Shape;675;p17"/>
                <p:cNvSpPr/>
                <p:nvPr/>
              </p:nvSpPr>
              <p:spPr>
                <a:xfrm rot="5400000">
                  <a:off x="12063637" y="-426830"/>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grpSp>
          <p:nvGrpSpPr>
            <p:cNvPr id="676" name="Google Shape;676;p17"/>
            <p:cNvGrpSpPr/>
            <p:nvPr/>
          </p:nvGrpSpPr>
          <p:grpSpPr>
            <a:xfrm>
              <a:off x="-1649744" y="4433574"/>
              <a:ext cx="15145720" cy="2745953"/>
              <a:chOff x="-1700544" y="-546102"/>
              <a:chExt cx="15145720" cy="2745953"/>
            </a:xfrm>
          </p:grpSpPr>
          <p:grpSp>
            <p:nvGrpSpPr>
              <p:cNvPr id="677" name="Google Shape;677;p17"/>
              <p:cNvGrpSpPr/>
              <p:nvPr/>
            </p:nvGrpSpPr>
            <p:grpSpPr>
              <a:xfrm>
                <a:off x="-1058518" y="-546102"/>
                <a:ext cx="14503694" cy="1500813"/>
                <a:chOff x="-1058518" y="-546102"/>
                <a:chExt cx="14503694" cy="1500813"/>
              </a:xfrm>
            </p:grpSpPr>
            <p:grpSp>
              <p:nvGrpSpPr>
                <p:cNvPr id="678" name="Google Shape;678;p17"/>
                <p:cNvGrpSpPr/>
                <p:nvPr/>
              </p:nvGrpSpPr>
              <p:grpSpPr>
                <a:xfrm>
                  <a:off x="-1058518" y="-546100"/>
                  <a:ext cx="5227983" cy="1500811"/>
                  <a:chOff x="-457200" y="-546101"/>
                  <a:chExt cx="5227983" cy="1500811"/>
                </a:xfrm>
              </p:grpSpPr>
              <p:grpSp>
                <p:nvGrpSpPr>
                  <p:cNvPr id="679" name="Google Shape;679;p17"/>
                  <p:cNvGrpSpPr/>
                  <p:nvPr/>
                </p:nvGrpSpPr>
                <p:grpSpPr>
                  <a:xfrm>
                    <a:off x="-457200" y="-546101"/>
                    <a:ext cx="2584174" cy="1500810"/>
                    <a:chOff x="-457200" y="-546101"/>
                    <a:chExt cx="2584174" cy="1500810"/>
                  </a:xfrm>
                </p:grpSpPr>
                <p:sp>
                  <p:nvSpPr>
                    <p:cNvPr id="680" name="Google Shape;680;p17"/>
                    <p:cNvSpPr/>
                    <p:nvPr/>
                  </p:nvSpPr>
                  <p:spPr>
                    <a:xfrm rot="5400000">
                      <a:off x="-576470" y="-426830"/>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81" name="Google Shape;681;p17"/>
                    <p:cNvSpPr/>
                    <p:nvPr/>
                  </p:nvSpPr>
                  <p:spPr>
                    <a:xfrm rot="5400000">
                      <a:off x="745435" y="-426831"/>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682" name="Google Shape;682;p17"/>
                  <p:cNvGrpSpPr/>
                  <p:nvPr/>
                </p:nvGrpSpPr>
                <p:grpSpPr>
                  <a:xfrm>
                    <a:off x="2186609" y="-546100"/>
                    <a:ext cx="2584174" cy="1500810"/>
                    <a:chOff x="-457200" y="-546101"/>
                    <a:chExt cx="2584174" cy="1500810"/>
                  </a:xfrm>
                </p:grpSpPr>
                <p:sp>
                  <p:nvSpPr>
                    <p:cNvPr id="683" name="Google Shape;683;p17"/>
                    <p:cNvSpPr/>
                    <p:nvPr/>
                  </p:nvSpPr>
                  <p:spPr>
                    <a:xfrm rot="5400000">
                      <a:off x="-576470" y="-426830"/>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84" name="Google Shape;684;p17"/>
                    <p:cNvSpPr/>
                    <p:nvPr/>
                  </p:nvSpPr>
                  <p:spPr>
                    <a:xfrm rot="5400000">
                      <a:off x="745435" y="-426831"/>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grpSp>
              <p:nvGrpSpPr>
                <p:cNvPr id="685" name="Google Shape;685;p17"/>
                <p:cNvGrpSpPr/>
                <p:nvPr/>
              </p:nvGrpSpPr>
              <p:grpSpPr>
                <a:xfrm>
                  <a:off x="4229099" y="-546102"/>
                  <a:ext cx="5227983" cy="1500811"/>
                  <a:chOff x="-457200" y="-546101"/>
                  <a:chExt cx="5227983" cy="1500811"/>
                </a:xfrm>
              </p:grpSpPr>
              <p:grpSp>
                <p:nvGrpSpPr>
                  <p:cNvPr id="686" name="Google Shape;686;p17"/>
                  <p:cNvGrpSpPr/>
                  <p:nvPr/>
                </p:nvGrpSpPr>
                <p:grpSpPr>
                  <a:xfrm>
                    <a:off x="-457200" y="-546101"/>
                    <a:ext cx="2584174" cy="1500810"/>
                    <a:chOff x="-457200" y="-546101"/>
                    <a:chExt cx="2584174" cy="1500810"/>
                  </a:xfrm>
                </p:grpSpPr>
                <p:sp>
                  <p:nvSpPr>
                    <p:cNvPr id="687" name="Google Shape;687;p17"/>
                    <p:cNvSpPr/>
                    <p:nvPr/>
                  </p:nvSpPr>
                  <p:spPr>
                    <a:xfrm rot="5400000">
                      <a:off x="-576470" y="-426830"/>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88" name="Google Shape;688;p17"/>
                    <p:cNvSpPr/>
                    <p:nvPr/>
                  </p:nvSpPr>
                  <p:spPr>
                    <a:xfrm rot="5400000">
                      <a:off x="745435" y="-426831"/>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689" name="Google Shape;689;p17"/>
                  <p:cNvGrpSpPr/>
                  <p:nvPr/>
                </p:nvGrpSpPr>
                <p:grpSpPr>
                  <a:xfrm>
                    <a:off x="2186609" y="-546100"/>
                    <a:ext cx="2584174" cy="1500810"/>
                    <a:chOff x="-457200" y="-546101"/>
                    <a:chExt cx="2584174" cy="1500810"/>
                  </a:xfrm>
                </p:grpSpPr>
                <p:sp>
                  <p:nvSpPr>
                    <p:cNvPr id="690" name="Google Shape;690;p17"/>
                    <p:cNvSpPr/>
                    <p:nvPr/>
                  </p:nvSpPr>
                  <p:spPr>
                    <a:xfrm rot="5400000">
                      <a:off x="-576470" y="-426830"/>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91" name="Google Shape;691;p17"/>
                    <p:cNvSpPr/>
                    <p:nvPr/>
                  </p:nvSpPr>
                  <p:spPr>
                    <a:xfrm rot="5400000">
                      <a:off x="745435" y="-426831"/>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sp>
              <p:nvSpPr>
                <p:cNvPr id="692" name="Google Shape;692;p17"/>
                <p:cNvSpPr/>
                <p:nvPr/>
              </p:nvSpPr>
              <p:spPr>
                <a:xfrm rot="5400000">
                  <a:off x="9419828" y="-426831"/>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93" name="Google Shape;693;p17"/>
                <p:cNvSpPr/>
                <p:nvPr/>
              </p:nvSpPr>
              <p:spPr>
                <a:xfrm rot="5400000">
                  <a:off x="10741732" y="-426832"/>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94" name="Google Shape;694;p17"/>
                <p:cNvSpPr/>
                <p:nvPr/>
              </p:nvSpPr>
              <p:spPr>
                <a:xfrm rot="5400000">
                  <a:off x="12063637" y="-426830"/>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695" name="Google Shape;695;p17"/>
              <p:cNvGrpSpPr/>
              <p:nvPr/>
            </p:nvGrpSpPr>
            <p:grpSpPr>
              <a:xfrm>
                <a:off x="-1700544" y="699038"/>
                <a:ext cx="14503694" cy="1500813"/>
                <a:chOff x="-1058518" y="-546102"/>
                <a:chExt cx="14503694" cy="1500813"/>
              </a:xfrm>
            </p:grpSpPr>
            <p:grpSp>
              <p:nvGrpSpPr>
                <p:cNvPr id="696" name="Google Shape;696;p17"/>
                <p:cNvGrpSpPr/>
                <p:nvPr/>
              </p:nvGrpSpPr>
              <p:grpSpPr>
                <a:xfrm>
                  <a:off x="-1058518" y="-546100"/>
                  <a:ext cx="5227983" cy="1500811"/>
                  <a:chOff x="-457200" y="-546101"/>
                  <a:chExt cx="5227983" cy="1500811"/>
                </a:xfrm>
              </p:grpSpPr>
              <p:grpSp>
                <p:nvGrpSpPr>
                  <p:cNvPr id="697" name="Google Shape;697;p17"/>
                  <p:cNvGrpSpPr/>
                  <p:nvPr/>
                </p:nvGrpSpPr>
                <p:grpSpPr>
                  <a:xfrm>
                    <a:off x="-457200" y="-546101"/>
                    <a:ext cx="2584174" cy="1500810"/>
                    <a:chOff x="-457200" y="-546101"/>
                    <a:chExt cx="2584174" cy="1500810"/>
                  </a:xfrm>
                </p:grpSpPr>
                <p:sp>
                  <p:nvSpPr>
                    <p:cNvPr id="698" name="Google Shape;698;p17"/>
                    <p:cNvSpPr/>
                    <p:nvPr/>
                  </p:nvSpPr>
                  <p:spPr>
                    <a:xfrm rot="5400000">
                      <a:off x="-576470" y="-426830"/>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99" name="Google Shape;699;p17"/>
                    <p:cNvSpPr/>
                    <p:nvPr/>
                  </p:nvSpPr>
                  <p:spPr>
                    <a:xfrm rot="5400000">
                      <a:off x="745435" y="-426831"/>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700" name="Google Shape;700;p17"/>
                  <p:cNvGrpSpPr/>
                  <p:nvPr/>
                </p:nvGrpSpPr>
                <p:grpSpPr>
                  <a:xfrm>
                    <a:off x="2186609" y="-546100"/>
                    <a:ext cx="2584174" cy="1500810"/>
                    <a:chOff x="-457200" y="-546101"/>
                    <a:chExt cx="2584174" cy="1500810"/>
                  </a:xfrm>
                </p:grpSpPr>
                <p:sp>
                  <p:nvSpPr>
                    <p:cNvPr id="701" name="Google Shape;701;p17"/>
                    <p:cNvSpPr/>
                    <p:nvPr/>
                  </p:nvSpPr>
                  <p:spPr>
                    <a:xfrm rot="5400000">
                      <a:off x="-576470" y="-426830"/>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02" name="Google Shape;702;p17"/>
                    <p:cNvSpPr/>
                    <p:nvPr/>
                  </p:nvSpPr>
                  <p:spPr>
                    <a:xfrm rot="5400000">
                      <a:off x="745435" y="-426831"/>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grpSp>
              <p:nvGrpSpPr>
                <p:cNvPr id="703" name="Google Shape;703;p17"/>
                <p:cNvGrpSpPr/>
                <p:nvPr/>
              </p:nvGrpSpPr>
              <p:grpSpPr>
                <a:xfrm>
                  <a:off x="4229099" y="-546102"/>
                  <a:ext cx="5227983" cy="1500811"/>
                  <a:chOff x="-457200" y="-546101"/>
                  <a:chExt cx="5227983" cy="1500811"/>
                </a:xfrm>
              </p:grpSpPr>
              <p:grpSp>
                <p:nvGrpSpPr>
                  <p:cNvPr id="704" name="Google Shape;704;p17"/>
                  <p:cNvGrpSpPr/>
                  <p:nvPr/>
                </p:nvGrpSpPr>
                <p:grpSpPr>
                  <a:xfrm>
                    <a:off x="-457200" y="-546101"/>
                    <a:ext cx="2584174" cy="1500810"/>
                    <a:chOff x="-457200" y="-546101"/>
                    <a:chExt cx="2584174" cy="1500810"/>
                  </a:xfrm>
                </p:grpSpPr>
                <p:sp>
                  <p:nvSpPr>
                    <p:cNvPr id="705" name="Google Shape;705;p17"/>
                    <p:cNvSpPr/>
                    <p:nvPr/>
                  </p:nvSpPr>
                  <p:spPr>
                    <a:xfrm rot="5400000">
                      <a:off x="-576470" y="-426830"/>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06" name="Google Shape;706;p17"/>
                    <p:cNvSpPr/>
                    <p:nvPr/>
                  </p:nvSpPr>
                  <p:spPr>
                    <a:xfrm rot="5400000">
                      <a:off x="745435" y="-426831"/>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707" name="Google Shape;707;p17"/>
                  <p:cNvGrpSpPr/>
                  <p:nvPr/>
                </p:nvGrpSpPr>
                <p:grpSpPr>
                  <a:xfrm>
                    <a:off x="2186609" y="-546100"/>
                    <a:ext cx="2584174" cy="1500810"/>
                    <a:chOff x="-457200" y="-546101"/>
                    <a:chExt cx="2584174" cy="1500810"/>
                  </a:xfrm>
                </p:grpSpPr>
                <p:sp>
                  <p:nvSpPr>
                    <p:cNvPr id="708" name="Google Shape;708;p17"/>
                    <p:cNvSpPr/>
                    <p:nvPr/>
                  </p:nvSpPr>
                  <p:spPr>
                    <a:xfrm rot="5400000">
                      <a:off x="-576470" y="-426830"/>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09" name="Google Shape;709;p17"/>
                    <p:cNvSpPr/>
                    <p:nvPr/>
                  </p:nvSpPr>
                  <p:spPr>
                    <a:xfrm rot="5400000">
                      <a:off x="745435" y="-426831"/>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sp>
              <p:nvSpPr>
                <p:cNvPr id="710" name="Google Shape;710;p17"/>
                <p:cNvSpPr/>
                <p:nvPr/>
              </p:nvSpPr>
              <p:spPr>
                <a:xfrm rot="5400000">
                  <a:off x="9419828" y="-426831"/>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11" name="Google Shape;711;p17"/>
                <p:cNvSpPr/>
                <p:nvPr/>
              </p:nvSpPr>
              <p:spPr>
                <a:xfrm rot="5400000">
                  <a:off x="10741732" y="-426832"/>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12" name="Google Shape;712;p17"/>
                <p:cNvSpPr/>
                <p:nvPr/>
              </p:nvSpPr>
              <p:spPr>
                <a:xfrm rot="5400000">
                  <a:off x="12063637" y="-426830"/>
                  <a:ext cx="1500809" cy="1262269"/>
                </a:xfrm>
                <a:prstGeom prst="hexagon">
                  <a:avLst>
                    <a:gd fmla="val 25000" name="adj"/>
                    <a:gd fmla="val 115470" name="vf"/>
                  </a:avLst>
                </a:prstGeom>
                <a:blipFill rotWithShape="1">
                  <a:blip r:embed="rId3">
                    <a:alphaModFix/>
                  </a:blip>
                  <a:stretch>
                    <a:fillRect b="998" l="6999" r="6999" t="2999"/>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grpSp>
    </p:spTree>
  </p:cSld>
  <p:clrMapOvr>
    <a:masterClrMapping/>
  </p:clrMapOvr>
  <p:transition spd="slow">
    <p:wipe dir="l"/>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045E"/>
        </a:solidFill>
      </p:bgPr>
    </p:bg>
    <p:spTree>
      <p:nvGrpSpPr>
        <p:cNvPr id="716" name="Shape 716"/>
        <p:cNvGrpSpPr/>
        <p:nvPr/>
      </p:nvGrpSpPr>
      <p:grpSpPr>
        <a:xfrm>
          <a:off x="0" y="0"/>
          <a:ext cx="0" cy="0"/>
          <a:chOff x="0" y="0"/>
          <a:chExt cx="0" cy="0"/>
        </a:xfrm>
      </p:grpSpPr>
      <p:grpSp>
        <p:nvGrpSpPr>
          <p:cNvPr id="717" name="Google Shape;717;p92"/>
          <p:cNvGrpSpPr/>
          <p:nvPr/>
        </p:nvGrpSpPr>
        <p:grpSpPr>
          <a:xfrm>
            <a:off x="-2436961" y="0"/>
            <a:ext cx="3659039" cy="6858000"/>
            <a:chOff x="9182100" y="0"/>
            <a:chExt cx="3659039" cy="6858000"/>
          </a:xfrm>
        </p:grpSpPr>
        <p:sp>
          <p:nvSpPr>
            <p:cNvPr id="718" name="Google Shape;718;p92"/>
            <p:cNvSpPr/>
            <p:nvPr/>
          </p:nvSpPr>
          <p:spPr>
            <a:xfrm>
              <a:off x="9182100" y="0"/>
              <a:ext cx="3009900" cy="6858000"/>
            </a:xfrm>
            <a:prstGeom prst="rect">
              <a:avLst/>
            </a:prstGeom>
            <a:solidFill>
              <a:srgbClr val="00B4D8"/>
            </a:solidFill>
            <a:ln>
              <a:noFill/>
            </a:ln>
          </p:spPr>
          <p:txBody>
            <a:bodyPr anchorCtr="0" anchor="t" bIns="45700" lIns="36000" spcFirstLastPara="1" rIns="91425" wrap="square" tIns="45700">
              <a:noAutofit/>
            </a:bodyPr>
            <a:lstStyle/>
            <a:p>
              <a:pPr indent="0" lvl="0" marL="0" marR="0" rtl="0" algn="ctr">
                <a:lnSpc>
                  <a:spcPct val="100000"/>
                </a:lnSpc>
                <a:spcBef>
                  <a:spcPts val="0"/>
                </a:spcBef>
                <a:spcAft>
                  <a:spcPts val="0"/>
                </a:spcAft>
                <a:buNone/>
              </a:pPr>
              <a:r>
                <a:rPr b="0" i="0" lang="en-US" sz="12000" u="none" cap="none" strike="noStrike">
                  <a:solidFill>
                    <a:schemeClr val="lt1"/>
                  </a:solidFill>
                  <a:latin typeface="Arial Black"/>
                  <a:ea typeface="Arial Black"/>
                  <a:cs typeface="Arial Black"/>
                  <a:sym typeface="Arial Black"/>
                </a:rPr>
                <a:t>4</a:t>
              </a:r>
              <a:endParaRPr/>
            </a:p>
            <a:p>
              <a:pPr indent="0" lvl="0" marL="0" marR="0" rtl="0" algn="l">
                <a:lnSpc>
                  <a:spcPct val="100000"/>
                </a:lnSpc>
                <a:spcBef>
                  <a:spcPts val="0"/>
                </a:spcBef>
                <a:spcAft>
                  <a:spcPts val="0"/>
                </a:spcAft>
                <a:buNone/>
              </a:pPr>
              <a:r>
                <a:rPr b="1" i="0" lang="en-US" sz="1800" u="none" cap="none" strike="noStrike">
                  <a:solidFill>
                    <a:schemeClr val="lt1"/>
                  </a:solidFill>
                  <a:latin typeface="Arial"/>
                  <a:ea typeface="Arial"/>
                  <a:cs typeface="Arial"/>
                  <a:sym typeface="Arial"/>
                </a:rPr>
                <a:t>Myth:</a:t>
              </a:r>
              <a:r>
                <a:rPr b="0" i="0" lang="en-US" sz="1800" u="none" cap="none" strike="noStrike">
                  <a:solidFill>
                    <a:schemeClr val="lt1"/>
                  </a:solidFill>
                  <a:latin typeface="Arial"/>
                  <a:ea typeface="Arial"/>
                  <a:cs typeface="Arial"/>
                  <a:sym typeface="Arial"/>
                </a:rPr>
                <a:t> I can't do anything for a person with a mental health problem.</a:t>
              </a:r>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Fact:</a:t>
              </a:r>
              <a:r>
                <a:rPr b="0" i="0" lang="en-US" sz="1800" u="none" cap="none" strike="noStrike">
                  <a:solidFill>
                    <a:schemeClr val="lt1"/>
                  </a:solidFill>
                  <a:latin typeface="Arial"/>
                  <a:ea typeface="Arial"/>
                  <a:cs typeface="Arial"/>
                  <a:sym typeface="Arial"/>
                </a:rPr>
                <a:t> Friends and family can be important influences to help someone get the treatment and services they need by:</a:t>
              </a:r>
              <a:endParaRPr b="0" i="0" sz="1800" u="none" cap="none" strike="noStrike">
                <a:solidFill>
                  <a:schemeClr val="lt1"/>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Arial"/>
                  <a:ea typeface="Arial"/>
                  <a:cs typeface="Arial"/>
                  <a:sym typeface="Arial"/>
                </a:rPr>
                <a:t>Reaching out and letting them know you are available to help</a:t>
              </a:r>
              <a:endParaRPr b="0" i="0" sz="1800" u="none" cap="none" strike="noStrike">
                <a:solidFill>
                  <a:schemeClr val="lt1"/>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Arial"/>
                  <a:ea typeface="Arial"/>
                  <a:cs typeface="Arial"/>
                  <a:sym typeface="Arial"/>
                </a:rPr>
                <a:t>Learning and sharing the facts about mental health</a:t>
              </a:r>
              <a:endParaRPr b="0" i="0" sz="1800" u="none" cap="none" strike="noStrike">
                <a:solidFill>
                  <a:schemeClr val="lt1"/>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Arial"/>
                  <a:ea typeface="Arial"/>
                  <a:cs typeface="Arial"/>
                  <a:sym typeface="Arial"/>
                </a:rPr>
                <a:t>Treating them with respect, just as you would anyone else</a:t>
              </a:r>
              <a:endParaRPr/>
            </a:p>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800" u="none" cap="none" strike="noStrike">
                <a:solidFill>
                  <a:schemeClr val="lt1"/>
                </a:solidFill>
                <a:latin typeface="Arial Black"/>
                <a:ea typeface="Arial Black"/>
                <a:cs typeface="Arial Black"/>
                <a:sym typeface="Arial Black"/>
              </a:endParaRPr>
            </a:p>
          </p:txBody>
        </p:sp>
        <p:sp>
          <p:nvSpPr>
            <p:cNvPr id="719" name="Google Shape;719;p92"/>
            <p:cNvSpPr/>
            <p:nvPr/>
          </p:nvSpPr>
          <p:spPr>
            <a:xfrm rot="5400000">
              <a:off x="11792670" y="577136"/>
              <a:ext cx="1435100" cy="661839"/>
            </a:xfrm>
            <a:prstGeom prst="triangle">
              <a:avLst>
                <a:gd fmla="val 50000" name="adj"/>
              </a:avLst>
            </a:prstGeom>
            <a:solidFill>
              <a:srgbClr val="00B4D8"/>
            </a:solidFill>
            <a:ln>
              <a:noFill/>
            </a:ln>
          </p:spPr>
          <p:txBody>
            <a:bodyPr anchorCtr="0" anchor="ctr" bIns="45700" lIns="36000"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23E8A"/>
                </a:solidFill>
                <a:latin typeface="Arial"/>
                <a:ea typeface="Arial"/>
                <a:cs typeface="Arial"/>
                <a:sym typeface="Arial"/>
              </a:endParaRPr>
            </a:p>
          </p:txBody>
        </p:sp>
      </p:grpSp>
      <p:sp>
        <p:nvSpPr>
          <p:cNvPr id="720" name="Google Shape;720;p9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721" name="Google Shape;721;p92"/>
          <p:cNvGrpSpPr/>
          <p:nvPr/>
        </p:nvGrpSpPr>
        <p:grpSpPr>
          <a:xfrm>
            <a:off x="-2714907" y="0"/>
            <a:ext cx="3824138" cy="6858000"/>
            <a:chOff x="6033004" y="0"/>
            <a:chExt cx="3824138" cy="6858000"/>
          </a:xfrm>
        </p:grpSpPr>
        <p:sp>
          <p:nvSpPr>
            <p:cNvPr id="722" name="Google Shape;722;p92"/>
            <p:cNvSpPr/>
            <p:nvPr/>
          </p:nvSpPr>
          <p:spPr>
            <a:xfrm>
              <a:off x="6033004" y="0"/>
              <a:ext cx="3162300" cy="6858000"/>
            </a:xfrm>
            <a:prstGeom prst="rect">
              <a:avLst/>
            </a:prstGeom>
            <a:solidFill>
              <a:srgbClr val="0096C7"/>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0" lang="en-US" sz="12000" u="none" cap="none" strike="noStrike">
                  <a:solidFill>
                    <a:schemeClr val="lt1"/>
                  </a:solidFill>
                  <a:latin typeface="Arial Black"/>
                  <a:ea typeface="Arial Black"/>
                  <a:cs typeface="Arial Black"/>
                  <a:sym typeface="Arial Black"/>
                </a:rPr>
                <a:t>3</a:t>
              </a:r>
              <a:endParaRPr/>
            </a:p>
            <a:p>
              <a:pPr indent="0" lvl="0" marL="0" marR="0" rtl="0" algn="l">
                <a:lnSpc>
                  <a:spcPct val="100000"/>
                </a:lnSpc>
                <a:spcBef>
                  <a:spcPts val="0"/>
                </a:spcBef>
                <a:spcAft>
                  <a:spcPts val="0"/>
                </a:spcAft>
                <a:buNone/>
              </a:pPr>
              <a:r>
                <a:rPr b="1" i="0" lang="en-US" sz="1800" u="none" cap="none" strike="noStrike">
                  <a:solidFill>
                    <a:schemeClr val="lt1"/>
                  </a:solidFill>
                  <a:latin typeface="Arial"/>
                  <a:ea typeface="Arial"/>
                  <a:cs typeface="Arial"/>
                  <a:sym typeface="Arial"/>
                </a:rPr>
                <a:t>Myth:</a:t>
              </a:r>
              <a:r>
                <a:rPr b="0" i="0" lang="en-US" sz="1800" u="none" cap="none" strike="noStrike">
                  <a:solidFill>
                    <a:schemeClr val="lt1"/>
                  </a:solidFill>
                  <a:latin typeface="Arial"/>
                  <a:ea typeface="Arial"/>
                  <a:cs typeface="Arial"/>
                  <a:sym typeface="Arial"/>
                </a:rPr>
                <a:t> There is no hope for people with mental health problems. Once a friend or family member develops mental health problems, he or she will never recover.</a:t>
              </a:r>
              <a:endParaRPr/>
            </a:p>
            <a:p>
              <a:pPr indent="0" lvl="0" marL="0" marR="0" rtl="0" algn="l">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rPr b="1" i="0" lang="en-US" sz="1800" u="none" cap="none" strike="noStrike">
                  <a:solidFill>
                    <a:schemeClr val="lt1"/>
                  </a:solidFill>
                  <a:latin typeface="Arial"/>
                  <a:ea typeface="Arial"/>
                  <a:cs typeface="Arial"/>
                  <a:sym typeface="Arial"/>
                </a:rPr>
                <a:t>Fact:</a:t>
              </a:r>
              <a:r>
                <a:rPr b="0" i="0" lang="en-US" sz="1800" u="none" cap="none" strike="noStrike">
                  <a:solidFill>
                    <a:schemeClr val="lt1"/>
                  </a:solidFill>
                  <a:latin typeface="Arial"/>
                  <a:ea typeface="Arial"/>
                  <a:cs typeface="Arial"/>
                  <a:sym typeface="Arial"/>
                </a:rPr>
                <a:t> Studies show that people with mental health problems get better and many recover completely. There are more treatments, services, and community support systems than ever before, and they work.</a:t>
              </a:r>
              <a:endParaRPr/>
            </a:p>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800" u="none" cap="none" strike="noStrike">
                <a:solidFill>
                  <a:schemeClr val="lt1"/>
                </a:solidFill>
                <a:latin typeface="Arial Black"/>
                <a:ea typeface="Arial Black"/>
                <a:cs typeface="Arial Black"/>
                <a:sym typeface="Arial Black"/>
              </a:endParaRPr>
            </a:p>
          </p:txBody>
        </p:sp>
        <p:sp>
          <p:nvSpPr>
            <p:cNvPr id="723" name="Google Shape;723;p92"/>
            <p:cNvSpPr/>
            <p:nvPr/>
          </p:nvSpPr>
          <p:spPr>
            <a:xfrm rot="5400000">
              <a:off x="8808673" y="577136"/>
              <a:ext cx="1435100" cy="661839"/>
            </a:xfrm>
            <a:prstGeom prst="triangle">
              <a:avLst>
                <a:gd fmla="val 50000" name="adj"/>
              </a:avLst>
            </a:prstGeom>
            <a:solidFill>
              <a:srgbClr val="0096C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23E8A"/>
                </a:solidFill>
                <a:latin typeface="Arial"/>
                <a:ea typeface="Arial"/>
                <a:cs typeface="Arial"/>
                <a:sym typeface="Arial"/>
              </a:endParaRPr>
            </a:p>
          </p:txBody>
        </p:sp>
      </p:grpSp>
      <p:grpSp>
        <p:nvGrpSpPr>
          <p:cNvPr id="724" name="Google Shape;724;p92"/>
          <p:cNvGrpSpPr/>
          <p:nvPr/>
        </p:nvGrpSpPr>
        <p:grpSpPr>
          <a:xfrm>
            <a:off x="-2714907" y="0"/>
            <a:ext cx="3635944" cy="6858000"/>
            <a:chOff x="3048504" y="0"/>
            <a:chExt cx="3635944" cy="6858000"/>
          </a:xfrm>
        </p:grpSpPr>
        <p:sp>
          <p:nvSpPr>
            <p:cNvPr id="725" name="Google Shape;725;p92"/>
            <p:cNvSpPr/>
            <p:nvPr/>
          </p:nvSpPr>
          <p:spPr>
            <a:xfrm>
              <a:off x="3048504" y="0"/>
              <a:ext cx="2984500" cy="6858000"/>
            </a:xfrm>
            <a:prstGeom prst="rect">
              <a:avLst/>
            </a:prstGeom>
            <a:solidFill>
              <a:srgbClr val="0077B6"/>
            </a:solidFill>
            <a:ln>
              <a:noFill/>
            </a:ln>
          </p:spPr>
          <p:txBody>
            <a:bodyPr anchorCtr="0" anchor="t" bIns="45700" lIns="72000" spcFirstLastPara="1" rIns="91425" wrap="square" tIns="45700">
              <a:noAutofit/>
            </a:bodyPr>
            <a:lstStyle/>
            <a:p>
              <a:pPr indent="0" lvl="0" marL="0" marR="0" rtl="0" algn="ctr">
                <a:lnSpc>
                  <a:spcPct val="100000"/>
                </a:lnSpc>
                <a:spcBef>
                  <a:spcPts val="0"/>
                </a:spcBef>
                <a:spcAft>
                  <a:spcPts val="0"/>
                </a:spcAft>
                <a:buNone/>
              </a:pPr>
              <a:r>
                <a:rPr b="0" i="0" lang="en-US" sz="12000" u="none" cap="none" strike="noStrike">
                  <a:solidFill>
                    <a:schemeClr val="lt1"/>
                  </a:solidFill>
                  <a:latin typeface="Arial Black"/>
                  <a:ea typeface="Arial Black"/>
                  <a:cs typeface="Arial Black"/>
                  <a:sym typeface="Arial Black"/>
                </a:rPr>
                <a:t>2</a:t>
              </a:r>
              <a:endParaRPr/>
            </a:p>
            <a:p>
              <a:pPr indent="0" lvl="0" marL="0" marR="0" rtl="0" algn="l">
                <a:lnSpc>
                  <a:spcPct val="100000"/>
                </a:lnSpc>
                <a:spcBef>
                  <a:spcPts val="0"/>
                </a:spcBef>
                <a:spcAft>
                  <a:spcPts val="0"/>
                </a:spcAft>
                <a:buNone/>
              </a:pPr>
              <a:r>
                <a:rPr b="1" i="0" lang="en-US" sz="1800" u="none" cap="none" strike="noStrike">
                  <a:solidFill>
                    <a:schemeClr val="lt1"/>
                  </a:solidFill>
                  <a:latin typeface="Arial"/>
                  <a:ea typeface="Arial"/>
                  <a:cs typeface="Arial"/>
                  <a:sym typeface="Arial"/>
                </a:rPr>
                <a:t>Myth:</a:t>
              </a:r>
              <a:r>
                <a:rPr b="0" i="0" lang="en-US" sz="1800" u="none" cap="none" strike="noStrike">
                  <a:solidFill>
                    <a:schemeClr val="lt1"/>
                  </a:solidFill>
                  <a:latin typeface="Arial"/>
                  <a:ea typeface="Arial"/>
                  <a:cs typeface="Arial"/>
                  <a:sym typeface="Arial"/>
                </a:rPr>
                <a:t> Personality weakness causes mental health problems. People with mental health problems can snap out of it if they try hard enough.</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Fact:</a:t>
              </a:r>
              <a:r>
                <a:rPr b="0" i="0" lang="en-US" sz="1800" u="none" cap="none" strike="noStrike">
                  <a:solidFill>
                    <a:schemeClr val="lt1"/>
                  </a:solidFill>
                  <a:latin typeface="Arial"/>
                  <a:ea typeface="Arial"/>
                  <a:cs typeface="Arial"/>
                  <a:sym typeface="Arial"/>
                </a:rPr>
                <a:t> Many factors contribute to mental health problems, including:</a:t>
              </a:r>
              <a:endParaRPr b="0" i="0" sz="1800" u="none" cap="none" strike="noStrike">
                <a:solidFill>
                  <a:schemeClr val="lt1"/>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Arial"/>
                  <a:ea typeface="Arial"/>
                  <a:cs typeface="Arial"/>
                  <a:sym typeface="Arial"/>
                </a:rPr>
                <a:t>Biological factors, such as genes, physical illness, injury, or brain chemistry</a:t>
              </a:r>
              <a:endParaRPr b="0" i="0" sz="1800" u="none" cap="none" strike="noStrike">
                <a:solidFill>
                  <a:schemeClr val="lt1"/>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Arial"/>
                  <a:ea typeface="Arial"/>
                  <a:cs typeface="Arial"/>
                  <a:sym typeface="Arial"/>
                </a:rPr>
                <a:t>Life experiences, such as trauma or a history of abuse</a:t>
              </a:r>
              <a:endParaRPr b="0" i="0" sz="1800" u="none" cap="none" strike="noStrike">
                <a:solidFill>
                  <a:schemeClr val="lt1"/>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Arial"/>
                  <a:ea typeface="Arial"/>
                  <a:cs typeface="Arial"/>
                  <a:sym typeface="Arial"/>
                </a:rPr>
                <a:t>Family history of mental health problems</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800" u="none" cap="none" strike="noStrike">
                <a:solidFill>
                  <a:schemeClr val="lt1"/>
                </a:solidFill>
                <a:latin typeface="Arial Black"/>
                <a:ea typeface="Arial Black"/>
                <a:cs typeface="Arial Black"/>
                <a:sym typeface="Arial Black"/>
              </a:endParaRPr>
            </a:p>
          </p:txBody>
        </p:sp>
        <p:sp>
          <p:nvSpPr>
            <p:cNvPr id="726" name="Google Shape;726;p92"/>
            <p:cNvSpPr/>
            <p:nvPr/>
          </p:nvSpPr>
          <p:spPr>
            <a:xfrm rot="5400000">
              <a:off x="5635978" y="577136"/>
              <a:ext cx="1435100" cy="661839"/>
            </a:xfrm>
            <a:prstGeom prst="triangle">
              <a:avLst>
                <a:gd fmla="val 50000" name="adj"/>
              </a:avLst>
            </a:prstGeom>
            <a:solidFill>
              <a:srgbClr val="0077B6"/>
            </a:solidFill>
            <a:ln>
              <a:noFill/>
            </a:ln>
          </p:spPr>
          <p:txBody>
            <a:bodyPr anchorCtr="0" anchor="ctr" bIns="45700" lIns="72000"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23E8A"/>
                </a:solidFill>
                <a:latin typeface="Arial"/>
                <a:ea typeface="Arial"/>
                <a:cs typeface="Arial"/>
                <a:sym typeface="Arial"/>
              </a:endParaRPr>
            </a:p>
          </p:txBody>
        </p:sp>
      </p:grpSp>
      <p:grpSp>
        <p:nvGrpSpPr>
          <p:cNvPr id="727" name="Google Shape;727;p92"/>
          <p:cNvGrpSpPr/>
          <p:nvPr/>
        </p:nvGrpSpPr>
        <p:grpSpPr>
          <a:xfrm>
            <a:off x="-2933773" y="0"/>
            <a:ext cx="3633712" cy="6858000"/>
            <a:chOff x="0" y="0"/>
            <a:chExt cx="3633712" cy="6858000"/>
          </a:xfrm>
        </p:grpSpPr>
        <p:sp>
          <p:nvSpPr>
            <p:cNvPr id="728" name="Google Shape;728;p92"/>
            <p:cNvSpPr/>
            <p:nvPr/>
          </p:nvSpPr>
          <p:spPr>
            <a:xfrm>
              <a:off x="0" y="0"/>
              <a:ext cx="3048504" cy="6858000"/>
            </a:xfrm>
            <a:prstGeom prst="rect">
              <a:avLst/>
            </a:prstGeom>
            <a:solidFill>
              <a:srgbClr val="023E8A"/>
            </a:solidFill>
            <a:ln>
              <a:noFill/>
            </a:ln>
          </p:spPr>
          <p:txBody>
            <a:bodyPr anchorCtr="0" anchor="t" bIns="45700" lIns="72000" spcFirstLastPara="1" rIns="91425" wrap="square" tIns="45700">
              <a:noAutofit/>
            </a:bodyPr>
            <a:lstStyle/>
            <a:p>
              <a:pPr indent="0" lvl="0" marL="0" marR="0" rtl="0" algn="ctr">
                <a:lnSpc>
                  <a:spcPct val="100000"/>
                </a:lnSpc>
                <a:spcBef>
                  <a:spcPts val="0"/>
                </a:spcBef>
                <a:spcAft>
                  <a:spcPts val="0"/>
                </a:spcAft>
                <a:buNone/>
              </a:pPr>
              <a:r>
                <a:rPr b="0" i="0" lang="en-US" sz="12000" u="none" cap="none" strike="noStrike">
                  <a:solidFill>
                    <a:schemeClr val="lt1"/>
                  </a:solidFill>
                  <a:latin typeface="Arial Black"/>
                  <a:ea typeface="Arial Black"/>
                  <a:cs typeface="Arial Black"/>
                  <a:sym typeface="Arial Black"/>
                </a:rPr>
                <a:t>1</a:t>
              </a:r>
              <a:endParaRPr/>
            </a:p>
            <a:p>
              <a:pPr indent="0" lvl="0" marL="0" marR="0" rtl="0" algn="l">
                <a:lnSpc>
                  <a:spcPct val="100000"/>
                </a:lnSpc>
                <a:spcBef>
                  <a:spcPts val="0"/>
                </a:spcBef>
                <a:spcAft>
                  <a:spcPts val="0"/>
                </a:spcAft>
                <a:buNone/>
              </a:pPr>
              <a:r>
                <a:rPr b="1" i="0" lang="en-US" sz="1800" u="none" cap="none" strike="noStrike">
                  <a:solidFill>
                    <a:schemeClr val="lt1"/>
                  </a:solidFill>
                  <a:latin typeface="Arial"/>
                  <a:ea typeface="Arial"/>
                  <a:cs typeface="Arial"/>
                  <a:sym typeface="Arial"/>
                </a:rPr>
                <a:t>Myth: </a:t>
              </a:r>
              <a:r>
                <a:rPr b="0" i="0" lang="en-US" sz="1800" u="none" cap="none" strike="noStrike">
                  <a:solidFill>
                    <a:schemeClr val="lt1"/>
                  </a:solidFill>
                  <a:latin typeface="Arial"/>
                  <a:ea typeface="Arial"/>
                  <a:cs typeface="Arial"/>
                  <a:sym typeface="Arial"/>
                </a:rPr>
                <a:t>Mental health problems don't affect me.</a:t>
              </a:r>
              <a:endParaRPr/>
            </a:p>
            <a:p>
              <a:pPr indent="0" lvl="0" marL="0" marR="0" rtl="0" algn="l">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Fact:</a:t>
              </a:r>
              <a:r>
                <a:rPr b="0" i="0" lang="en-US" sz="1800" u="none" cap="none" strike="noStrike">
                  <a:solidFill>
                    <a:schemeClr val="lt1"/>
                  </a:solidFill>
                  <a:latin typeface="Arial"/>
                  <a:ea typeface="Arial"/>
                  <a:cs typeface="Arial"/>
                  <a:sym typeface="Arial"/>
                </a:rPr>
                <a:t> Mental health problems are actually very common. In 2020, about:</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One in five American adults experienced a mental health issue</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One in 6 young people experienced a major depressive episode</a:t>
              </a:r>
              <a:endParaRPr/>
            </a:p>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800" u="none" cap="none" strike="noStrike">
                <a:solidFill>
                  <a:schemeClr val="lt1"/>
                </a:solidFill>
                <a:latin typeface="Arial Black"/>
                <a:ea typeface="Arial Black"/>
                <a:cs typeface="Arial Black"/>
                <a:sym typeface="Arial Black"/>
              </a:endParaRPr>
            </a:p>
          </p:txBody>
        </p:sp>
        <p:sp>
          <p:nvSpPr>
            <p:cNvPr id="729" name="Google Shape;729;p92"/>
            <p:cNvSpPr/>
            <p:nvPr/>
          </p:nvSpPr>
          <p:spPr>
            <a:xfrm rot="5400000">
              <a:off x="2585242" y="577135"/>
              <a:ext cx="1435100" cy="661839"/>
            </a:xfrm>
            <a:prstGeom prst="triangle">
              <a:avLst>
                <a:gd fmla="val 50000" name="adj"/>
              </a:avLst>
            </a:prstGeom>
            <a:solidFill>
              <a:srgbClr val="023E8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23E8A"/>
                </a:solidFill>
                <a:latin typeface="Arial"/>
                <a:ea typeface="Arial"/>
                <a:cs typeface="Arial"/>
                <a:sym typeface="Arial"/>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045E"/>
        </a:solidFill>
      </p:bgPr>
    </p:bg>
    <p:spTree>
      <p:nvGrpSpPr>
        <p:cNvPr id="733" name="Shape 733"/>
        <p:cNvGrpSpPr/>
        <p:nvPr/>
      </p:nvGrpSpPr>
      <p:grpSpPr>
        <a:xfrm>
          <a:off x="0" y="0"/>
          <a:ext cx="0" cy="0"/>
          <a:chOff x="0" y="0"/>
          <a:chExt cx="0" cy="0"/>
        </a:xfrm>
      </p:grpSpPr>
      <p:grpSp>
        <p:nvGrpSpPr>
          <p:cNvPr id="734" name="Google Shape;734;p93"/>
          <p:cNvGrpSpPr/>
          <p:nvPr/>
        </p:nvGrpSpPr>
        <p:grpSpPr>
          <a:xfrm>
            <a:off x="9195302" y="0"/>
            <a:ext cx="3659039" cy="6858000"/>
            <a:chOff x="9182100" y="0"/>
            <a:chExt cx="3659039" cy="6858000"/>
          </a:xfrm>
        </p:grpSpPr>
        <p:sp>
          <p:nvSpPr>
            <p:cNvPr id="735" name="Google Shape;735;p93"/>
            <p:cNvSpPr/>
            <p:nvPr/>
          </p:nvSpPr>
          <p:spPr>
            <a:xfrm>
              <a:off x="9182100" y="0"/>
              <a:ext cx="3009900" cy="6858000"/>
            </a:xfrm>
            <a:prstGeom prst="rect">
              <a:avLst/>
            </a:prstGeom>
            <a:solidFill>
              <a:srgbClr val="00B4D8"/>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0" lang="en-US" sz="12000" u="none" cap="none" strike="noStrike">
                  <a:solidFill>
                    <a:schemeClr val="lt1"/>
                  </a:solidFill>
                  <a:latin typeface="Arial Black"/>
                  <a:ea typeface="Arial Black"/>
                  <a:cs typeface="Arial Black"/>
                  <a:sym typeface="Arial Black"/>
                </a:rPr>
                <a:t>4</a:t>
              </a:r>
              <a:endParaRPr/>
            </a:p>
            <a:p>
              <a:pPr indent="0" lvl="0" marL="0" marR="0" rtl="0" algn="l">
                <a:lnSpc>
                  <a:spcPct val="100000"/>
                </a:lnSpc>
                <a:spcBef>
                  <a:spcPts val="0"/>
                </a:spcBef>
                <a:spcAft>
                  <a:spcPts val="0"/>
                </a:spcAft>
                <a:buNone/>
              </a:pPr>
              <a:r>
                <a:rPr b="1" i="0" lang="en-US" sz="1800" u="none" cap="none" strike="noStrike">
                  <a:solidFill>
                    <a:srgbClr val="023E8A"/>
                  </a:solidFill>
                  <a:latin typeface="Arial"/>
                  <a:ea typeface="Arial"/>
                  <a:cs typeface="Arial"/>
                  <a:sym typeface="Arial"/>
                </a:rPr>
                <a:t>Myth:</a:t>
              </a:r>
              <a:r>
                <a:rPr b="0" i="0" lang="en-US" sz="1800" u="none" cap="none" strike="noStrike">
                  <a:solidFill>
                    <a:schemeClr val="lt1"/>
                  </a:solidFill>
                  <a:latin typeface="Arial"/>
                  <a:ea typeface="Arial"/>
                  <a:cs typeface="Arial"/>
                  <a:sym typeface="Arial"/>
                </a:rPr>
                <a:t> I can't do anything for a person with a mental health problem.</a:t>
              </a:r>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00"/>
                  </a:solidFill>
                  <a:latin typeface="Arial"/>
                  <a:ea typeface="Arial"/>
                  <a:cs typeface="Arial"/>
                  <a:sym typeface="Arial"/>
                </a:rPr>
                <a:t>Fact:</a:t>
              </a:r>
              <a:r>
                <a:rPr b="0" i="0" lang="en-US" sz="1800" u="none" cap="none" strike="noStrike">
                  <a:solidFill>
                    <a:schemeClr val="lt1"/>
                  </a:solidFill>
                  <a:latin typeface="Arial"/>
                  <a:ea typeface="Arial"/>
                  <a:cs typeface="Arial"/>
                  <a:sym typeface="Arial"/>
                </a:rPr>
                <a:t> Friends and family can be important influences to help someone get the treatment and services they need by:</a:t>
              </a:r>
              <a:endParaRPr b="0" i="0" sz="1800" u="none" cap="none" strike="noStrike">
                <a:solidFill>
                  <a:schemeClr val="lt1"/>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Arial"/>
                  <a:ea typeface="Arial"/>
                  <a:cs typeface="Arial"/>
                  <a:sym typeface="Arial"/>
                </a:rPr>
                <a:t>Reaching out and letting them know you are available to help</a:t>
              </a:r>
              <a:endParaRPr b="0" i="0" sz="1800" u="none" cap="none" strike="noStrike">
                <a:solidFill>
                  <a:schemeClr val="lt1"/>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Arial"/>
                  <a:ea typeface="Arial"/>
                  <a:cs typeface="Arial"/>
                  <a:sym typeface="Arial"/>
                </a:rPr>
                <a:t>Learning and sharing the facts about mental health</a:t>
              </a:r>
              <a:endParaRPr b="0" i="0" sz="1800" u="none" cap="none" strike="noStrike">
                <a:solidFill>
                  <a:schemeClr val="lt1"/>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Arial"/>
                  <a:ea typeface="Arial"/>
                  <a:cs typeface="Arial"/>
                  <a:sym typeface="Arial"/>
                </a:rPr>
                <a:t>Treating them with respect, just as you would anyone else</a:t>
              </a:r>
              <a:endParaRPr/>
            </a:p>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800" u="none" cap="none" strike="noStrike">
                <a:solidFill>
                  <a:schemeClr val="lt1"/>
                </a:solidFill>
                <a:latin typeface="Arial Black"/>
                <a:ea typeface="Arial Black"/>
                <a:cs typeface="Arial Black"/>
                <a:sym typeface="Arial Black"/>
              </a:endParaRPr>
            </a:p>
          </p:txBody>
        </p:sp>
        <p:sp>
          <p:nvSpPr>
            <p:cNvPr id="736" name="Google Shape;736;p93"/>
            <p:cNvSpPr/>
            <p:nvPr/>
          </p:nvSpPr>
          <p:spPr>
            <a:xfrm rot="5400000">
              <a:off x="11792670" y="577136"/>
              <a:ext cx="1435100" cy="661839"/>
            </a:xfrm>
            <a:prstGeom prst="triangle">
              <a:avLst>
                <a:gd fmla="val 50000" name="adj"/>
              </a:avLst>
            </a:prstGeom>
            <a:solidFill>
              <a:srgbClr val="00B4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23E8A"/>
                </a:solidFill>
                <a:latin typeface="Arial"/>
                <a:ea typeface="Arial"/>
                <a:cs typeface="Arial"/>
                <a:sym typeface="Arial"/>
              </a:endParaRPr>
            </a:p>
          </p:txBody>
        </p:sp>
      </p:grpSp>
      <p:sp>
        <p:nvSpPr>
          <p:cNvPr id="737" name="Google Shape;737;p9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738" name="Google Shape;738;p93"/>
          <p:cNvGrpSpPr/>
          <p:nvPr/>
        </p:nvGrpSpPr>
        <p:grpSpPr>
          <a:xfrm>
            <a:off x="6033004" y="0"/>
            <a:ext cx="3824138" cy="6858000"/>
            <a:chOff x="6033004" y="0"/>
            <a:chExt cx="3824138" cy="6858000"/>
          </a:xfrm>
        </p:grpSpPr>
        <p:sp>
          <p:nvSpPr>
            <p:cNvPr id="739" name="Google Shape;739;p93"/>
            <p:cNvSpPr/>
            <p:nvPr/>
          </p:nvSpPr>
          <p:spPr>
            <a:xfrm>
              <a:off x="6033004" y="0"/>
              <a:ext cx="3162300" cy="6858000"/>
            </a:xfrm>
            <a:prstGeom prst="rect">
              <a:avLst/>
            </a:prstGeom>
            <a:solidFill>
              <a:srgbClr val="0096C7"/>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0" lang="en-US" sz="12000" u="none" cap="none" strike="noStrike">
                  <a:solidFill>
                    <a:schemeClr val="lt1"/>
                  </a:solidFill>
                  <a:latin typeface="Arial Black"/>
                  <a:ea typeface="Arial Black"/>
                  <a:cs typeface="Arial Black"/>
                  <a:sym typeface="Arial Black"/>
                </a:rPr>
                <a:t>3</a:t>
              </a:r>
              <a:endParaRPr/>
            </a:p>
            <a:p>
              <a:pPr indent="0" lvl="0" marL="0" marR="0" rtl="0" algn="l">
                <a:lnSpc>
                  <a:spcPct val="100000"/>
                </a:lnSpc>
                <a:spcBef>
                  <a:spcPts val="0"/>
                </a:spcBef>
                <a:spcAft>
                  <a:spcPts val="0"/>
                </a:spcAft>
                <a:buNone/>
              </a:pPr>
              <a:r>
                <a:rPr b="1" i="0" lang="en-US" sz="1800" u="none" cap="none" strike="noStrike">
                  <a:solidFill>
                    <a:srgbClr val="023E8A"/>
                  </a:solidFill>
                  <a:latin typeface="Arial"/>
                  <a:ea typeface="Arial"/>
                  <a:cs typeface="Arial"/>
                  <a:sym typeface="Arial"/>
                </a:rPr>
                <a:t>Myth:</a:t>
              </a:r>
              <a:r>
                <a:rPr b="0" i="0" lang="en-US" sz="1800" u="none" cap="none" strike="noStrike">
                  <a:solidFill>
                    <a:schemeClr val="lt1"/>
                  </a:solidFill>
                  <a:latin typeface="Arial"/>
                  <a:ea typeface="Arial"/>
                  <a:cs typeface="Arial"/>
                  <a:sym typeface="Arial"/>
                </a:rPr>
                <a:t> There is no hope for people with mental health problems. Once a friend or family member develops mental health problems, he or she will never recover.</a:t>
              </a:r>
              <a:endParaRPr/>
            </a:p>
            <a:p>
              <a:pPr indent="0" lvl="0" marL="0" marR="0" rtl="0" algn="l">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rPr b="1" i="0" lang="en-US" sz="1800" u="none" cap="none" strike="noStrike">
                  <a:solidFill>
                    <a:srgbClr val="FFFF00"/>
                  </a:solidFill>
                  <a:latin typeface="Arial"/>
                  <a:ea typeface="Arial"/>
                  <a:cs typeface="Arial"/>
                  <a:sym typeface="Arial"/>
                </a:rPr>
                <a:t>Fact:</a:t>
              </a:r>
              <a:r>
                <a:rPr b="0" i="0" lang="en-US" sz="1800" u="none" cap="none" strike="noStrike">
                  <a:solidFill>
                    <a:schemeClr val="lt1"/>
                  </a:solidFill>
                  <a:latin typeface="Arial"/>
                  <a:ea typeface="Arial"/>
                  <a:cs typeface="Arial"/>
                  <a:sym typeface="Arial"/>
                </a:rPr>
                <a:t> Studies show that people with mental health problems get better and many recover completely. There are more treatments, services, and community support systems than ever before, and they work.</a:t>
              </a:r>
              <a:endParaRPr/>
            </a:p>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800" u="none" cap="none" strike="noStrike">
                <a:solidFill>
                  <a:schemeClr val="lt1"/>
                </a:solidFill>
                <a:latin typeface="Arial Black"/>
                <a:ea typeface="Arial Black"/>
                <a:cs typeface="Arial Black"/>
                <a:sym typeface="Arial Black"/>
              </a:endParaRPr>
            </a:p>
          </p:txBody>
        </p:sp>
        <p:sp>
          <p:nvSpPr>
            <p:cNvPr id="740" name="Google Shape;740;p93"/>
            <p:cNvSpPr/>
            <p:nvPr/>
          </p:nvSpPr>
          <p:spPr>
            <a:xfrm rot="5400000">
              <a:off x="8808673" y="577136"/>
              <a:ext cx="1435100" cy="661839"/>
            </a:xfrm>
            <a:prstGeom prst="triangle">
              <a:avLst>
                <a:gd fmla="val 50000" name="adj"/>
              </a:avLst>
            </a:prstGeom>
            <a:solidFill>
              <a:srgbClr val="0096C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23E8A"/>
                </a:solidFill>
                <a:latin typeface="Arial"/>
                <a:ea typeface="Arial"/>
                <a:cs typeface="Arial"/>
                <a:sym typeface="Arial"/>
              </a:endParaRPr>
            </a:p>
          </p:txBody>
        </p:sp>
      </p:grpSp>
      <p:grpSp>
        <p:nvGrpSpPr>
          <p:cNvPr id="741" name="Google Shape;741;p93"/>
          <p:cNvGrpSpPr/>
          <p:nvPr/>
        </p:nvGrpSpPr>
        <p:grpSpPr>
          <a:xfrm>
            <a:off x="3048504" y="0"/>
            <a:ext cx="3633639" cy="6858000"/>
            <a:chOff x="3048504" y="0"/>
            <a:chExt cx="3633639" cy="6858000"/>
          </a:xfrm>
        </p:grpSpPr>
        <p:sp>
          <p:nvSpPr>
            <p:cNvPr id="742" name="Google Shape;742;p93"/>
            <p:cNvSpPr/>
            <p:nvPr/>
          </p:nvSpPr>
          <p:spPr>
            <a:xfrm>
              <a:off x="3048504" y="0"/>
              <a:ext cx="2984500" cy="6858000"/>
            </a:xfrm>
            <a:prstGeom prst="rect">
              <a:avLst/>
            </a:prstGeom>
            <a:solidFill>
              <a:srgbClr val="0077B6"/>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0" lang="en-US" sz="12000" u="none" cap="none" strike="noStrike">
                  <a:solidFill>
                    <a:schemeClr val="lt1"/>
                  </a:solidFill>
                  <a:latin typeface="Arial Black"/>
                  <a:ea typeface="Arial Black"/>
                  <a:cs typeface="Arial Black"/>
                  <a:sym typeface="Arial Black"/>
                </a:rPr>
                <a:t>2</a:t>
              </a:r>
              <a:endParaRPr/>
            </a:p>
            <a:p>
              <a:pPr indent="0" lvl="0" marL="0" marR="0" rtl="0" algn="l">
                <a:lnSpc>
                  <a:spcPct val="100000"/>
                </a:lnSpc>
                <a:spcBef>
                  <a:spcPts val="0"/>
                </a:spcBef>
                <a:spcAft>
                  <a:spcPts val="0"/>
                </a:spcAft>
                <a:buNone/>
              </a:pPr>
              <a:r>
                <a:rPr b="1" i="0" lang="en-US" sz="1800" u="none" cap="none" strike="noStrike">
                  <a:solidFill>
                    <a:srgbClr val="03045E"/>
                  </a:solidFill>
                  <a:latin typeface="Arial"/>
                  <a:ea typeface="Arial"/>
                  <a:cs typeface="Arial"/>
                  <a:sym typeface="Arial"/>
                </a:rPr>
                <a:t>Myth:</a:t>
              </a:r>
              <a:r>
                <a:rPr b="0" i="0" lang="en-US" sz="1800" u="none" cap="none" strike="noStrike">
                  <a:solidFill>
                    <a:srgbClr val="03045E"/>
                  </a:solidFill>
                  <a:latin typeface="Arial"/>
                  <a:ea typeface="Arial"/>
                  <a:cs typeface="Arial"/>
                  <a:sym typeface="Arial"/>
                </a:rPr>
                <a:t> </a:t>
              </a:r>
              <a:r>
                <a:rPr b="0" i="0" lang="en-US" sz="1800" u="none" cap="none" strike="noStrike">
                  <a:solidFill>
                    <a:schemeClr val="lt1"/>
                  </a:solidFill>
                  <a:latin typeface="Arial"/>
                  <a:ea typeface="Arial"/>
                  <a:cs typeface="Arial"/>
                  <a:sym typeface="Arial"/>
                </a:rPr>
                <a:t>Personality weakness causes mental health problems. People with mental health problems can snap out of it if they try hard enough.</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00"/>
                  </a:solidFill>
                  <a:latin typeface="Arial"/>
                  <a:ea typeface="Arial"/>
                  <a:cs typeface="Arial"/>
                  <a:sym typeface="Arial"/>
                </a:rPr>
                <a:t>Fact:</a:t>
              </a:r>
              <a:r>
                <a:rPr b="0" i="0" lang="en-US" sz="1800" u="none" cap="none" strike="noStrike">
                  <a:solidFill>
                    <a:schemeClr val="lt1"/>
                  </a:solidFill>
                  <a:latin typeface="Arial"/>
                  <a:ea typeface="Arial"/>
                  <a:cs typeface="Arial"/>
                  <a:sym typeface="Arial"/>
                </a:rPr>
                <a:t> Many factors contribute to mental health problems, including:</a:t>
              </a:r>
              <a:endParaRPr b="0" i="0" sz="1800" u="none" cap="none" strike="noStrike">
                <a:solidFill>
                  <a:schemeClr val="lt1"/>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Arial"/>
                  <a:ea typeface="Arial"/>
                  <a:cs typeface="Arial"/>
                  <a:sym typeface="Arial"/>
                </a:rPr>
                <a:t>Biological factors, such as genes, physical illness, injury, or brain chemistry</a:t>
              </a:r>
              <a:endParaRPr b="0" i="0" sz="1800" u="none" cap="none" strike="noStrike">
                <a:solidFill>
                  <a:schemeClr val="lt1"/>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Arial"/>
                  <a:ea typeface="Arial"/>
                  <a:cs typeface="Arial"/>
                  <a:sym typeface="Arial"/>
                </a:rPr>
                <a:t>Life experiences, such as trauma or a history of abuse</a:t>
              </a:r>
              <a:endParaRPr b="0" i="0" sz="1800" u="none" cap="none" strike="noStrike">
                <a:solidFill>
                  <a:schemeClr val="lt1"/>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Arial"/>
                  <a:ea typeface="Arial"/>
                  <a:cs typeface="Arial"/>
                  <a:sym typeface="Arial"/>
                </a:rPr>
                <a:t>Family history of mental health problems</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800" u="none" cap="none" strike="noStrike">
                <a:solidFill>
                  <a:schemeClr val="lt1"/>
                </a:solidFill>
                <a:latin typeface="Arial Black"/>
                <a:ea typeface="Arial Black"/>
                <a:cs typeface="Arial Black"/>
                <a:sym typeface="Arial Black"/>
              </a:endParaRPr>
            </a:p>
          </p:txBody>
        </p:sp>
        <p:sp>
          <p:nvSpPr>
            <p:cNvPr id="743" name="Google Shape;743;p93"/>
            <p:cNvSpPr/>
            <p:nvPr/>
          </p:nvSpPr>
          <p:spPr>
            <a:xfrm rot="5400000">
              <a:off x="5633674" y="577137"/>
              <a:ext cx="1435100" cy="661839"/>
            </a:xfrm>
            <a:prstGeom prst="triangle">
              <a:avLst>
                <a:gd fmla="val 50000" name="adj"/>
              </a:avLst>
            </a:prstGeom>
            <a:solidFill>
              <a:srgbClr val="0077B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23E8A"/>
                </a:solidFill>
                <a:latin typeface="Arial"/>
                <a:ea typeface="Arial"/>
                <a:cs typeface="Arial"/>
                <a:sym typeface="Arial"/>
              </a:endParaRPr>
            </a:p>
          </p:txBody>
        </p:sp>
      </p:grpSp>
      <p:grpSp>
        <p:nvGrpSpPr>
          <p:cNvPr id="744" name="Google Shape;744;p93"/>
          <p:cNvGrpSpPr/>
          <p:nvPr/>
        </p:nvGrpSpPr>
        <p:grpSpPr>
          <a:xfrm>
            <a:off x="0" y="0"/>
            <a:ext cx="3633712" cy="6858000"/>
            <a:chOff x="0" y="0"/>
            <a:chExt cx="3633712" cy="6858000"/>
          </a:xfrm>
        </p:grpSpPr>
        <p:sp>
          <p:nvSpPr>
            <p:cNvPr id="745" name="Google Shape;745;p93"/>
            <p:cNvSpPr/>
            <p:nvPr/>
          </p:nvSpPr>
          <p:spPr>
            <a:xfrm>
              <a:off x="0" y="0"/>
              <a:ext cx="3048504" cy="6858000"/>
            </a:xfrm>
            <a:prstGeom prst="rect">
              <a:avLst/>
            </a:prstGeom>
            <a:solidFill>
              <a:srgbClr val="023E8A"/>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0" lang="en-US" sz="12000" u="none" cap="none" strike="noStrike">
                  <a:solidFill>
                    <a:schemeClr val="lt1"/>
                  </a:solidFill>
                  <a:latin typeface="Arial Black"/>
                  <a:ea typeface="Arial Black"/>
                  <a:cs typeface="Arial Black"/>
                  <a:sym typeface="Arial Black"/>
                </a:rPr>
                <a:t>1</a:t>
              </a:r>
              <a:endParaRPr/>
            </a:p>
            <a:p>
              <a:pPr indent="0" lvl="0" marL="0" marR="0" rtl="0" algn="l">
                <a:lnSpc>
                  <a:spcPct val="100000"/>
                </a:lnSpc>
                <a:spcBef>
                  <a:spcPts val="0"/>
                </a:spcBef>
                <a:spcAft>
                  <a:spcPts val="0"/>
                </a:spcAft>
                <a:buNone/>
              </a:pPr>
              <a:r>
                <a:rPr b="1" i="0" lang="en-US" sz="1800" u="none" cap="none" strike="noStrike">
                  <a:solidFill>
                    <a:srgbClr val="00B4D8"/>
                  </a:solidFill>
                  <a:latin typeface="Arial"/>
                  <a:ea typeface="Arial"/>
                  <a:cs typeface="Arial"/>
                  <a:sym typeface="Arial"/>
                </a:rPr>
                <a:t>Myth: </a:t>
              </a:r>
              <a:r>
                <a:rPr b="0" i="0" lang="en-US" sz="1800" u="none" cap="none" strike="noStrike">
                  <a:solidFill>
                    <a:schemeClr val="lt1"/>
                  </a:solidFill>
                  <a:latin typeface="Arial"/>
                  <a:ea typeface="Arial"/>
                  <a:cs typeface="Arial"/>
                  <a:sym typeface="Arial"/>
                </a:rPr>
                <a:t>Mental health problems don't affect me.</a:t>
              </a:r>
              <a:endParaRPr/>
            </a:p>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00"/>
                  </a:solidFill>
                  <a:latin typeface="Arial"/>
                  <a:ea typeface="Arial"/>
                  <a:cs typeface="Arial"/>
                  <a:sym typeface="Arial"/>
                </a:rPr>
                <a:t>Fact:</a:t>
              </a:r>
              <a:r>
                <a:rPr b="0" i="0" lang="en-US" sz="1800" u="none" cap="none" strike="noStrike">
                  <a:solidFill>
                    <a:schemeClr val="lt1"/>
                  </a:solidFill>
                  <a:latin typeface="Arial"/>
                  <a:ea typeface="Arial"/>
                  <a:cs typeface="Arial"/>
                  <a:sym typeface="Arial"/>
                </a:rPr>
                <a:t> Mental health problems are actually very common. In 2020, about:</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One in five American adults experienced a mental health issue</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One in 6 young people experienced a major depressive episode</a:t>
              </a:r>
              <a:endParaRPr/>
            </a:p>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800" u="none" cap="none" strike="noStrike">
                <a:solidFill>
                  <a:schemeClr val="lt1"/>
                </a:solidFill>
                <a:latin typeface="Arial Black"/>
                <a:ea typeface="Arial Black"/>
                <a:cs typeface="Arial Black"/>
                <a:sym typeface="Arial Black"/>
              </a:endParaRPr>
            </a:p>
          </p:txBody>
        </p:sp>
        <p:sp>
          <p:nvSpPr>
            <p:cNvPr id="746" name="Google Shape;746;p93"/>
            <p:cNvSpPr/>
            <p:nvPr/>
          </p:nvSpPr>
          <p:spPr>
            <a:xfrm rot="5400000">
              <a:off x="2585242" y="577135"/>
              <a:ext cx="1435100" cy="661839"/>
            </a:xfrm>
            <a:prstGeom prst="triangle">
              <a:avLst>
                <a:gd fmla="val 50000" name="adj"/>
              </a:avLst>
            </a:prstGeom>
            <a:solidFill>
              <a:srgbClr val="023E8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23E8A"/>
                </a:solidFill>
                <a:latin typeface="Arial"/>
                <a:ea typeface="Arial"/>
                <a:cs typeface="Arial"/>
                <a:sym typeface="Arial"/>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21"/>
          <p:cNvSpPr txBox="1"/>
          <p:nvPr>
            <p:ph type="title"/>
          </p:nvPr>
        </p:nvSpPr>
        <p:spPr>
          <a:xfrm>
            <a:off x="737689" y="-91415"/>
            <a:ext cx="11188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lang="en-US" sz="3500">
                <a:solidFill>
                  <a:srgbClr val="0070C0"/>
                </a:solidFill>
                <a:latin typeface="Corben"/>
                <a:ea typeface="Corben"/>
                <a:cs typeface="Corben"/>
                <a:sym typeface="Corben"/>
              </a:rPr>
              <a:t>Early warning signs of mental illness</a:t>
            </a:r>
            <a:endParaRPr sz="3500">
              <a:solidFill>
                <a:srgbClr val="0070C0"/>
              </a:solidFill>
              <a:latin typeface="Corben"/>
              <a:ea typeface="Corben"/>
              <a:cs typeface="Corben"/>
              <a:sym typeface="Corben"/>
            </a:endParaRPr>
          </a:p>
        </p:txBody>
      </p:sp>
      <p:grpSp>
        <p:nvGrpSpPr>
          <p:cNvPr id="752" name="Google Shape;752;p21"/>
          <p:cNvGrpSpPr/>
          <p:nvPr/>
        </p:nvGrpSpPr>
        <p:grpSpPr>
          <a:xfrm>
            <a:off x="838200" y="892308"/>
            <a:ext cx="10668000" cy="5537536"/>
            <a:chOff x="0" y="0"/>
            <a:chExt cx="10668000" cy="5537536"/>
          </a:xfrm>
        </p:grpSpPr>
        <p:sp>
          <p:nvSpPr>
            <p:cNvPr id="753" name="Google Shape;753;p21"/>
            <p:cNvSpPr/>
            <p:nvPr/>
          </p:nvSpPr>
          <p:spPr>
            <a:xfrm>
              <a:off x="0" y="0"/>
              <a:ext cx="10668000" cy="384363"/>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21"/>
            <p:cNvSpPr txBox="1"/>
            <p:nvPr/>
          </p:nvSpPr>
          <p:spPr>
            <a:xfrm>
              <a:off x="18763" y="18763"/>
              <a:ext cx="10630474" cy="346837"/>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Eating or sleeping too much or too little</a:t>
              </a:r>
              <a:endParaRPr b="0" i="0" sz="2000" u="none" cap="none" strike="noStrike">
                <a:solidFill>
                  <a:schemeClr val="lt1"/>
                </a:solidFill>
                <a:latin typeface="Arial"/>
                <a:ea typeface="Arial"/>
                <a:cs typeface="Arial"/>
                <a:sym typeface="Arial"/>
              </a:endParaRPr>
            </a:p>
          </p:txBody>
        </p:sp>
        <p:sp>
          <p:nvSpPr>
            <p:cNvPr id="755" name="Google Shape;755;p21"/>
            <p:cNvSpPr/>
            <p:nvPr/>
          </p:nvSpPr>
          <p:spPr>
            <a:xfrm>
              <a:off x="0" y="392982"/>
              <a:ext cx="10668000" cy="384363"/>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1"/>
            <p:cNvSpPr txBox="1"/>
            <p:nvPr/>
          </p:nvSpPr>
          <p:spPr>
            <a:xfrm>
              <a:off x="18763" y="411745"/>
              <a:ext cx="10630474" cy="346837"/>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Pulling away from people and usual activities</a:t>
              </a:r>
              <a:endParaRPr b="0" i="0" sz="2000" u="none" cap="none" strike="noStrike">
                <a:solidFill>
                  <a:schemeClr val="lt1"/>
                </a:solidFill>
                <a:latin typeface="Arial"/>
                <a:ea typeface="Arial"/>
                <a:cs typeface="Arial"/>
                <a:sym typeface="Arial"/>
              </a:endParaRPr>
            </a:p>
          </p:txBody>
        </p:sp>
        <p:sp>
          <p:nvSpPr>
            <p:cNvPr id="757" name="Google Shape;757;p21"/>
            <p:cNvSpPr/>
            <p:nvPr/>
          </p:nvSpPr>
          <p:spPr>
            <a:xfrm>
              <a:off x="0" y="789172"/>
              <a:ext cx="10668000" cy="384363"/>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1"/>
            <p:cNvSpPr txBox="1"/>
            <p:nvPr/>
          </p:nvSpPr>
          <p:spPr>
            <a:xfrm>
              <a:off x="18763" y="807935"/>
              <a:ext cx="10630474" cy="346837"/>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Having low or no energy</a:t>
              </a:r>
              <a:endParaRPr b="0" i="0" sz="2000" u="none" cap="none" strike="noStrike">
                <a:solidFill>
                  <a:schemeClr val="lt1"/>
                </a:solidFill>
                <a:latin typeface="Arial"/>
                <a:ea typeface="Arial"/>
                <a:cs typeface="Arial"/>
                <a:sym typeface="Arial"/>
              </a:endParaRPr>
            </a:p>
          </p:txBody>
        </p:sp>
        <p:sp>
          <p:nvSpPr>
            <p:cNvPr id="759" name="Google Shape;759;p21"/>
            <p:cNvSpPr/>
            <p:nvPr/>
          </p:nvSpPr>
          <p:spPr>
            <a:xfrm>
              <a:off x="0" y="1185361"/>
              <a:ext cx="10668000" cy="384363"/>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21"/>
            <p:cNvSpPr txBox="1"/>
            <p:nvPr/>
          </p:nvSpPr>
          <p:spPr>
            <a:xfrm>
              <a:off x="18763" y="1204124"/>
              <a:ext cx="10630474" cy="346837"/>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Feeling numb or like nothing matters</a:t>
              </a:r>
              <a:endParaRPr b="0" i="0" sz="2000" u="none" cap="none" strike="noStrike">
                <a:solidFill>
                  <a:schemeClr val="lt1"/>
                </a:solidFill>
                <a:latin typeface="Arial"/>
                <a:ea typeface="Arial"/>
                <a:cs typeface="Arial"/>
                <a:sym typeface="Arial"/>
              </a:endParaRPr>
            </a:p>
          </p:txBody>
        </p:sp>
        <p:sp>
          <p:nvSpPr>
            <p:cNvPr id="761" name="Google Shape;761;p21"/>
            <p:cNvSpPr/>
            <p:nvPr/>
          </p:nvSpPr>
          <p:spPr>
            <a:xfrm>
              <a:off x="0" y="1581551"/>
              <a:ext cx="10668000" cy="384363"/>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1"/>
            <p:cNvSpPr txBox="1"/>
            <p:nvPr/>
          </p:nvSpPr>
          <p:spPr>
            <a:xfrm>
              <a:off x="18763" y="1600314"/>
              <a:ext cx="10630474" cy="346837"/>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Having unexplained aches and pains</a:t>
              </a:r>
              <a:endParaRPr b="0" i="0" sz="2000" u="none" cap="none" strike="noStrike">
                <a:solidFill>
                  <a:schemeClr val="lt1"/>
                </a:solidFill>
                <a:latin typeface="Arial"/>
                <a:ea typeface="Arial"/>
                <a:cs typeface="Arial"/>
                <a:sym typeface="Arial"/>
              </a:endParaRPr>
            </a:p>
          </p:txBody>
        </p:sp>
        <p:sp>
          <p:nvSpPr>
            <p:cNvPr id="763" name="Google Shape;763;p21"/>
            <p:cNvSpPr/>
            <p:nvPr/>
          </p:nvSpPr>
          <p:spPr>
            <a:xfrm>
              <a:off x="0" y="1977741"/>
              <a:ext cx="10668000" cy="384363"/>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1"/>
            <p:cNvSpPr txBox="1"/>
            <p:nvPr/>
          </p:nvSpPr>
          <p:spPr>
            <a:xfrm>
              <a:off x="18763" y="1996504"/>
              <a:ext cx="10630474" cy="346837"/>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Feeling helpless or hopeless</a:t>
              </a:r>
              <a:endParaRPr b="0" i="0" sz="2000" u="none" cap="none" strike="noStrike">
                <a:solidFill>
                  <a:schemeClr val="lt1"/>
                </a:solidFill>
                <a:latin typeface="Arial"/>
                <a:ea typeface="Arial"/>
                <a:cs typeface="Arial"/>
                <a:sym typeface="Arial"/>
              </a:endParaRPr>
            </a:p>
          </p:txBody>
        </p:sp>
        <p:sp>
          <p:nvSpPr>
            <p:cNvPr id="765" name="Google Shape;765;p21"/>
            <p:cNvSpPr/>
            <p:nvPr/>
          </p:nvSpPr>
          <p:spPr>
            <a:xfrm>
              <a:off x="0" y="2373931"/>
              <a:ext cx="10668000" cy="384363"/>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1"/>
            <p:cNvSpPr txBox="1"/>
            <p:nvPr/>
          </p:nvSpPr>
          <p:spPr>
            <a:xfrm>
              <a:off x="18763" y="2392694"/>
              <a:ext cx="10630474" cy="346837"/>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Smoking, drinking, or using drugs more than usual</a:t>
              </a:r>
              <a:endParaRPr b="0" i="0" sz="2000" u="none" cap="none" strike="noStrike">
                <a:solidFill>
                  <a:schemeClr val="lt1"/>
                </a:solidFill>
                <a:latin typeface="Arial"/>
                <a:ea typeface="Arial"/>
                <a:cs typeface="Arial"/>
                <a:sym typeface="Arial"/>
              </a:endParaRPr>
            </a:p>
          </p:txBody>
        </p:sp>
        <p:sp>
          <p:nvSpPr>
            <p:cNvPr id="767" name="Google Shape;767;p21"/>
            <p:cNvSpPr/>
            <p:nvPr/>
          </p:nvSpPr>
          <p:spPr>
            <a:xfrm>
              <a:off x="0" y="2770121"/>
              <a:ext cx="10668000" cy="384363"/>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1"/>
            <p:cNvSpPr txBox="1"/>
            <p:nvPr/>
          </p:nvSpPr>
          <p:spPr>
            <a:xfrm>
              <a:off x="18763" y="2788884"/>
              <a:ext cx="10630474" cy="346837"/>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Feeling unusually confused, forgetful, on edge, angry, upset, worried, or scared</a:t>
              </a:r>
              <a:endParaRPr b="0" i="0" sz="2000" u="none" cap="none" strike="noStrike">
                <a:solidFill>
                  <a:schemeClr val="lt1"/>
                </a:solidFill>
                <a:latin typeface="Arial"/>
                <a:ea typeface="Arial"/>
                <a:cs typeface="Arial"/>
                <a:sym typeface="Arial"/>
              </a:endParaRPr>
            </a:p>
          </p:txBody>
        </p:sp>
        <p:sp>
          <p:nvSpPr>
            <p:cNvPr id="769" name="Google Shape;769;p21"/>
            <p:cNvSpPr/>
            <p:nvPr/>
          </p:nvSpPr>
          <p:spPr>
            <a:xfrm>
              <a:off x="0" y="3172224"/>
              <a:ext cx="10668000" cy="384363"/>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1"/>
            <p:cNvSpPr txBox="1"/>
            <p:nvPr/>
          </p:nvSpPr>
          <p:spPr>
            <a:xfrm>
              <a:off x="18763" y="3190987"/>
              <a:ext cx="10630474" cy="346837"/>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Yelling or fighting with family and friends</a:t>
              </a:r>
              <a:endParaRPr b="0" i="0" sz="2000" u="none" cap="none" strike="noStrike">
                <a:solidFill>
                  <a:schemeClr val="lt1"/>
                </a:solidFill>
                <a:latin typeface="Arial"/>
                <a:ea typeface="Arial"/>
                <a:cs typeface="Arial"/>
                <a:sym typeface="Arial"/>
              </a:endParaRPr>
            </a:p>
          </p:txBody>
        </p:sp>
        <p:sp>
          <p:nvSpPr>
            <p:cNvPr id="771" name="Google Shape;771;p21"/>
            <p:cNvSpPr/>
            <p:nvPr/>
          </p:nvSpPr>
          <p:spPr>
            <a:xfrm>
              <a:off x="0" y="3568413"/>
              <a:ext cx="10668000" cy="384363"/>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1"/>
            <p:cNvSpPr txBox="1"/>
            <p:nvPr/>
          </p:nvSpPr>
          <p:spPr>
            <a:xfrm>
              <a:off x="18763" y="3587176"/>
              <a:ext cx="10630474" cy="346837"/>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Experiencing severe mood swings that cause problems in relationships</a:t>
              </a:r>
              <a:endParaRPr b="0" i="0" sz="2000" u="none" cap="none" strike="noStrike">
                <a:solidFill>
                  <a:schemeClr val="lt1"/>
                </a:solidFill>
                <a:latin typeface="Arial"/>
                <a:ea typeface="Arial"/>
                <a:cs typeface="Arial"/>
                <a:sym typeface="Arial"/>
              </a:endParaRPr>
            </a:p>
          </p:txBody>
        </p:sp>
        <p:sp>
          <p:nvSpPr>
            <p:cNvPr id="773" name="Google Shape;773;p21"/>
            <p:cNvSpPr/>
            <p:nvPr/>
          </p:nvSpPr>
          <p:spPr>
            <a:xfrm>
              <a:off x="0" y="3964603"/>
              <a:ext cx="10668000" cy="384363"/>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1"/>
            <p:cNvSpPr txBox="1"/>
            <p:nvPr/>
          </p:nvSpPr>
          <p:spPr>
            <a:xfrm>
              <a:off x="18763" y="3983366"/>
              <a:ext cx="10630474" cy="346837"/>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Having persistent thoughts and memories you can't get out of your head</a:t>
              </a:r>
              <a:endParaRPr b="0" i="0" sz="2000" u="none" cap="none" strike="noStrike">
                <a:solidFill>
                  <a:schemeClr val="lt1"/>
                </a:solidFill>
                <a:latin typeface="Arial"/>
                <a:ea typeface="Arial"/>
                <a:cs typeface="Arial"/>
                <a:sym typeface="Arial"/>
              </a:endParaRPr>
            </a:p>
          </p:txBody>
        </p:sp>
        <p:sp>
          <p:nvSpPr>
            <p:cNvPr id="775" name="Google Shape;775;p21"/>
            <p:cNvSpPr/>
            <p:nvPr/>
          </p:nvSpPr>
          <p:spPr>
            <a:xfrm>
              <a:off x="0" y="4360793"/>
              <a:ext cx="10668000" cy="384363"/>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1"/>
            <p:cNvSpPr txBox="1"/>
            <p:nvPr/>
          </p:nvSpPr>
          <p:spPr>
            <a:xfrm>
              <a:off x="18763" y="4379556"/>
              <a:ext cx="10630474" cy="346837"/>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Hearing voices or believing things that are not true</a:t>
              </a:r>
              <a:endParaRPr b="0" i="0" sz="2000" u="none" cap="none" strike="noStrike">
                <a:solidFill>
                  <a:schemeClr val="lt1"/>
                </a:solidFill>
                <a:latin typeface="Arial"/>
                <a:ea typeface="Arial"/>
                <a:cs typeface="Arial"/>
                <a:sym typeface="Arial"/>
              </a:endParaRPr>
            </a:p>
          </p:txBody>
        </p:sp>
        <p:sp>
          <p:nvSpPr>
            <p:cNvPr id="777" name="Google Shape;777;p21"/>
            <p:cNvSpPr/>
            <p:nvPr/>
          </p:nvSpPr>
          <p:spPr>
            <a:xfrm>
              <a:off x="0" y="4756983"/>
              <a:ext cx="10668000" cy="384363"/>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1"/>
            <p:cNvSpPr txBox="1"/>
            <p:nvPr/>
          </p:nvSpPr>
          <p:spPr>
            <a:xfrm>
              <a:off x="18763" y="4775746"/>
              <a:ext cx="10630500" cy="346800"/>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Thinking of harming yourself or others</a:t>
              </a:r>
              <a:endParaRPr b="0" i="0" sz="2000" u="none" cap="none" strike="noStrike">
                <a:solidFill>
                  <a:schemeClr val="lt1"/>
                </a:solidFill>
                <a:latin typeface="Arial"/>
                <a:ea typeface="Arial"/>
                <a:cs typeface="Arial"/>
                <a:sym typeface="Arial"/>
              </a:endParaRPr>
            </a:p>
          </p:txBody>
        </p:sp>
        <p:sp>
          <p:nvSpPr>
            <p:cNvPr id="779" name="Google Shape;779;p21"/>
            <p:cNvSpPr/>
            <p:nvPr/>
          </p:nvSpPr>
          <p:spPr>
            <a:xfrm>
              <a:off x="0" y="5153173"/>
              <a:ext cx="10668000" cy="384363"/>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1"/>
            <p:cNvSpPr txBox="1"/>
            <p:nvPr/>
          </p:nvSpPr>
          <p:spPr>
            <a:xfrm>
              <a:off x="18763" y="5171936"/>
              <a:ext cx="10630474" cy="346837"/>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Inability to perform daily tasks like taking care of your kids or getting to work or school</a:t>
              </a:r>
              <a:endParaRPr b="0" i="0" sz="2000" u="none" cap="none" strike="noStrike">
                <a:solidFill>
                  <a:schemeClr val="lt1"/>
                </a:solidFill>
                <a:latin typeface="Arial"/>
                <a:ea typeface="Arial"/>
                <a:cs typeface="Arial"/>
                <a:sym typeface="Arial"/>
              </a:endParaRPr>
            </a:p>
          </p:txBody>
        </p:sp>
      </p:grpSp>
      <p:sp>
        <p:nvSpPr>
          <p:cNvPr id="781" name="Google Shape;781;p21"/>
          <p:cNvSpPr txBox="1"/>
          <p:nvPr/>
        </p:nvSpPr>
        <p:spPr>
          <a:xfrm>
            <a:off x="-254000" y="6432550"/>
            <a:ext cx="11088189" cy="276999"/>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Source: https://www.mentalhealth.gov/basics/what-is-mental-health</a:t>
            </a:r>
            <a:endParaRPr b="0" i="0" sz="1400" u="none" cap="none" strike="noStrike">
              <a:solidFill>
                <a:srgbClr val="000000"/>
              </a:solidFill>
              <a:latin typeface="Arial"/>
              <a:ea typeface="Arial"/>
              <a:cs typeface="Arial"/>
              <a:sym typeface="Arial"/>
            </a:endParaRPr>
          </a:p>
        </p:txBody>
      </p:sp>
      <p:sp>
        <p:nvSpPr>
          <p:cNvPr id="782" name="Google Shape;782;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ransition spd="slow">
    <p:wipe dir="l"/>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1"/>
                                        </p:tgtEl>
                                        <p:attrNameLst>
                                          <p:attrName>style.visibility</p:attrName>
                                        </p:attrNameLst>
                                      </p:cBhvr>
                                      <p:to>
                                        <p:strVal val="visible"/>
                                      </p:to>
                                    </p:set>
                                    <p:animEffect filter="fade" transition="in">
                                      <p:cBhvr>
                                        <p:cTn dur="500"/>
                                        <p:tgtEl>
                                          <p:spTgt spid="7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1"/>
                                        </p:tgtEl>
                                        <p:attrNameLst>
                                          <p:attrName>style.visibility</p:attrName>
                                        </p:attrNameLst>
                                      </p:cBhvr>
                                      <p:to>
                                        <p:strVal val="visible"/>
                                      </p:to>
                                    </p:set>
                                    <p:animEffect filter="fade" transition="in">
                                      <p:cBhvr>
                                        <p:cTn dur="500"/>
                                        <p:tgtEl>
                                          <p:spTgt spid="7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000"/>
        </a:solidFill>
      </p:bgPr>
    </p:bg>
    <p:spTree>
      <p:nvGrpSpPr>
        <p:cNvPr id="787" name="Shape 787"/>
        <p:cNvGrpSpPr/>
        <p:nvPr/>
      </p:nvGrpSpPr>
      <p:grpSpPr>
        <a:xfrm>
          <a:off x="0" y="0"/>
          <a:ext cx="0" cy="0"/>
          <a:chOff x="0" y="0"/>
          <a:chExt cx="0" cy="0"/>
        </a:xfrm>
      </p:grpSpPr>
      <p:grpSp>
        <p:nvGrpSpPr>
          <p:cNvPr id="788" name="Google Shape;788;p94"/>
          <p:cNvGrpSpPr/>
          <p:nvPr/>
        </p:nvGrpSpPr>
        <p:grpSpPr>
          <a:xfrm>
            <a:off x="-660401" y="-228600"/>
            <a:ext cx="7342491" cy="7327900"/>
            <a:chOff x="5080000" y="-1022536"/>
            <a:chExt cx="8115300" cy="7880536"/>
          </a:xfrm>
        </p:grpSpPr>
        <p:grpSp>
          <p:nvGrpSpPr>
            <p:cNvPr id="789" name="Google Shape;789;p94"/>
            <p:cNvGrpSpPr/>
            <p:nvPr/>
          </p:nvGrpSpPr>
          <p:grpSpPr>
            <a:xfrm>
              <a:off x="5092700" y="4305300"/>
              <a:ext cx="8102600" cy="2552700"/>
              <a:chOff x="5080000" y="3822700"/>
              <a:chExt cx="8102600" cy="3035300"/>
            </a:xfrm>
          </p:grpSpPr>
          <p:sp>
            <p:nvSpPr>
              <p:cNvPr id="790" name="Google Shape;790;p94"/>
              <p:cNvSpPr/>
              <p:nvPr/>
            </p:nvSpPr>
            <p:spPr>
              <a:xfrm>
                <a:off x="50927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91" name="Google Shape;791;p94"/>
              <p:cNvSpPr/>
              <p:nvPr/>
            </p:nvSpPr>
            <p:spPr>
              <a:xfrm>
                <a:off x="62103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92" name="Google Shape;792;p94"/>
              <p:cNvSpPr/>
              <p:nvPr/>
            </p:nvSpPr>
            <p:spPr>
              <a:xfrm>
                <a:off x="73279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93" name="Google Shape;793;p94"/>
              <p:cNvSpPr/>
              <p:nvPr/>
            </p:nvSpPr>
            <p:spPr>
              <a:xfrm>
                <a:off x="84455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94" name="Google Shape;794;p94"/>
              <p:cNvSpPr/>
              <p:nvPr/>
            </p:nvSpPr>
            <p:spPr>
              <a:xfrm>
                <a:off x="95631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95" name="Google Shape;795;p94"/>
              <p:cNvSpPr/>
              <p:nvPr/>
            </p:nvSpPr>
            <p:spPr>
              <a:xfrm>
                <a:off x="106807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96" name="Google Shape;796;p94"/>
              <p:cNvSpPr/>
              <p:nvPr/>
            </p:nvSpPr>
            <p:spPr>
              <a:xfrm>
                <a:off x="117983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97" name="Google Shape;797;p94"/>
              <p:cNvSpPr/>
              <p:nvPr/>
            </p:nvSpPr>
            <p:spPr>
              <a:xfrm flipH="1">
                <a:off x="50800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98" name="Google Shape;798;p94"/>
              <p:cNvSpPr/>
              <p:nvPr/>
            </p:nvSpPr>
            <p:spPr>
              <a:xfrm flipH="1">
                <a:off x="62103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99" name="Google Shape;799;p94"/>
              <p:cNvSpPr/>
              <p:nvPr/>
            </p:nvSpPr>
            <p:spPr>
              <a:xfrm flipH="1">
                <a:off x="73279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00" name="Google Shape;800;p94"/>
              <p:cNvSpPr/>
              <p:nvPr/>
            </p:nvSpPr>
            <p:spPr>
              <a:xfrm flipH="1">
                <a:off x="84455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01" name="Google Shape;801;p94"/>
              <p:cNvSpPr/>
              <p:nvPr/>
            </p:nvSpPr>
            <p:spPr>
              <a:xfrm flipH="1">
                <a:off x="95631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02" name="Google Shape;802;p94"/>
              <p:cNvSpPr/>
              <p:nvPr/>
            </p:nvSpPr>
            <p:spPr>
              <a:xfrm flipH="1">
                <a:off x="106807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03" name="Google Shape;803;p94"/>
              <p:cNvSpPr/>
              <p:nvPr/>
            </p:nvSpPr>
            <p:spPr>
              <a:xfrm flipH="1">
                <a:off x="117983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804" name="Google Shape;804;p94"/>
            <p:cNvGrpSpPr/>
            <p:nvPr/>
          </p:nvGrpSpPr>
          <p:grpSpPr>
            <a:xfrm>
              <a:off x="5092700" y="1635696"/>
              <a:ext cx="8102600" cy="2616200"/>
              <a:chOff x="5080000" y="3822700"/>
              <a:chExt cx="8102600" cy="3035300"/>
            </a:xfrm>
          </p:grpSpPr>
          <p:sp>
            <p:nvSpPr>
              <p:cNvPr id="805" name="Google Shape;805;p94"/>
              <p:cNvSpPr/>
              <p:nvPr/>
            </p:nvSpPr>
            <p:spPr>
              <a:xfrm>
                <a:off x="50927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06" name="Google Shape;806;p94"/>
              <p:cNvSpPr/>
              <p:nvPr/>
            </p:nvSpPr>
            <p:spPr>
              <a:xfrm>
                <a:off x="62103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07" name="Google Shape;807;p94"/>
              <p:cNvSpPr/>
              <p:nvPr/>
            </p:nvSpPr>
            <p:spPr>
              <a:xfrm>
                <a:off x="73279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08" name="Google Shape;808;p94"/>
              <p:cNvSpPr/>
              <p:nvPr/>
            </p:nvSpPr>
            <p:spPr>
              <a:xfrm>
                <a:off x="84455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09" name="Google Shape;809;p94"/>
              <p:cNvSpPr/>
              <p:nvPr/>
            </p:nvSpPr>
            <p:spPr>
              <a:xfrm>
                <a:off x="95631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10" name="Google Shape;810;p94"/>
              <p:cNvSpPr/>
              <p:nvPr/>
            </p:nvSpPr>
            <p:spPr>
              <a:xfrm>
                <a:off x="106807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11" name="Google Shape;811;p94"/>
              <p:cNvSpPr/>
              <p:nvPr/>
            </p:nvSpPr>
            <p:spPr>
              <a:xfrm>
                <a:off x="117983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12" name="Google Shape;812;p94"/>
              <p:cNvSpPr/>
              <p:nvPr/>
            </p:nvSpPr>
            <p:spPr>
              <a:xfrm flipH="1">
                <a:off x="50800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13" name="Google Shape;813;p94"/>
              <p:cNvSpPr/>
              <p:nvPr/>
            </p:nvSpPr>
            <p:spPr>
              <a:xfrm flipH="1">
                <a:off x="62103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14" name="Google Shape;814;p94"/>
              <p:cNvSpPr/>
              <p:nvPr/>
            </p:nvSpPr>
            <p:spPr>
              <a:xfrm flipH="1">
                <a:off x="73279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15" name="Google Shape;815;p94"/>
              <p:cNvSpPr/>
              <p:nvPr/>
            </p:nvSpPr>
            <p:spPr>
              <a:xfrm flipH="1">
                <a:off x="84455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16" name="Google Shape;816;p94"/>
              <p:cNvSpPr/>
              <p:nvPr/>
            </p:nvSpPr>
            <p:spPr>
              <a:xfrm flipH="1">
                <a:off x="95631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17" name="Google Shape;817;p94"/>
              <p:cNvSpPr/>
              <p:nvPr/>
            </p:nvSpPr>
            <p:spPr>
              <a:xfrm flipH="1">
                <a:off x="106807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18" name="Google Shape;818;p94"/>
              <p:cNvSpPr/>
              <p:nvPr/>
            </p:nvSpPr>
            <p:spPr>
              <a:xfrm flipH="1">
                <a:off x="117983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819" name="Google Shape;819;p94"/>
            <p:cNvGrpSpPr/>
            <p:nvPr/>
          </p:nvGrpSpPr>
          <p:grpSpPr>
            <a:xfrm>
              <a:off x="5080000" y="-1022536"/>
              <a:ext cx="8102600" cy="2616200"/>
              <a:chOff x="5080000" y="3822700"/>
              <a:chExt cx="8102600" cy="3035300"/>
            </a:xfrm>
          </p:grpSpPr>
          <p:sp>
            <p:nvSpPr>
              <p:cNvPr id="820" name="Google Shape;820;p94"/>
              <p:cNvSpPr/>
              <p:nvPr/>
            </p:nvSpPr>
            <p:spPr>
              <a:xfrm>
                <a:off x="50927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21" name="Google Shape;821;p94"/>
              <p:cNvSpPr/>
              <p:nvPr/>
            </p:nvSpPr>
            <p:spPr>
              <a:xfrm>
                <a:off x="62103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22" name="Google Shape;822;p94"/>
              <p:cNvSpPr/>
              <p:nvPr/>
            </p:nvSpPr>
            <p:spPr>
              <a:xfrm>
                <a:off x="73279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23" name="Google Shape;823;p94"/>
              <p:cNvSpPr/>
              <p:nvPr/>
            </p:nvSpPr>
            <p:spPr>
              <a:xfrm>
                <a:off x="84455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24" name="Google Shape;824;p94"/>
              <p:cNvSpPr/>
              <p:nvPr/>
            </p:nvSpPr>
            <p:spPr>
              <a:xfrm>
                <a:off x="95631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25" name="Google Shape;825;p94"/>
              <p:cNvSpPr/>
              <p:nvPr/>
            </p:nvSpPr>
            <p:spPr>
              <a:xfrm>
                <a:off x="106807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26" name="Google Shape;826;p94"/>
              <p:cNvSpPr/>
              <p:nvPr/>
            </p:nvSpPr>
            <p:spPr>
              <a:xfrm>
                <a:off x="117983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27" name="Google Shape;827;p94"/>
              <p:cNvSpPr/>
              <p:nvPr/>
            </p:nvSpPr>
            <p:spPr>
              <a:xfrm flipH="1">
                <a:off x="50800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28" name="Google Shape;828;p94"/>
              <p:cNvSpPr/>
              <p:nvPr/>
            </p:nvSpPr>
            <p:spPr>
              <a:xfrm flipH="1">
                <a:off x="62103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29" name="Google Shape;829;p94"/>
              <p:cNvSpPr/>
              <p:nvPr/>
            </p:nvSpPr>
            <p:spPr>
              <a:xfrm flipH="1">
                <a:off x="73279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30" name="Google Shape;830;p94"/>
              <p:cNvSpPr/>
              <p:nvPr/>
            </p:nvSpPr>
            <p:spPr>
              <a:xfrm flipH="1">
                <a:off x="84455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31" name="Google Shape;831;p94"/>
              <p:cNvSpPr/>
              <p:nvPr/>
            </p:nvSpPr>
            <p:spPr>
              <a:xfrm flipH="1">
                <a:off x="95631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32" name="Google Shape;832;p94"/>
              <p:cNvSpPr/>
              <p:nvPr/>
            </p:nvSpPr>
            <p:spPr>
              <a:xfrm flipH="1">
                <a:off x="106807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33" name="Google Shape;833;p94"/>
              <p:cNvSpPr/>
              <p:nvPr/>
            </p:nvSpPr>
            <p:spPr>
              <a:xfrm flipH="1">
                <a:off x="117983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sp>
        <p:nvSpPr>
          <p:cNvPr id="834" name="Google Shape;834;p94"/>
          <p:cNvSpPr txBox="1"/>
          <p:nvPr/>
        </p:nvSpPr>
        <p:spPr>
          <a:xfrm>
            <a:off x="7440469" y="2063285"/>
            <a:ext cx="5363754" cy="273143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C00000"/>
              </a:buClr>
              <a:buSzPts val="4800"/>
              <a:buFont typeface="Arial"/>
              <a:buNone/>
            </a:pPr>
            <a:r>
              <a:rPr b="1" i="0" lang="en-US" sz="6000" u="none" cap="none" strike="noStrike">
                <a:solidFill>
                  <a:srgbClr val="C00000"/>
                </a:solidFill>
                <a:latin typeface="Corben"/>
                <a:ea typeface="Corben"/>
                <a:cs typeface="Corben"/>
                <a:sym typeface="Corben"/>
              </a:rPr>
              <a:t>Facts and statistics</a:t>
            </a:r>
            <a:endParaRPr/>
          </a:p>
        </p:txBody>
      </p:sp>
    </p:spTree>
  </p:cSld>
  <p:clrMapOvr>
    <a:masterClrMapping/>
  </p:clrMapOvr>
  <p:transition spd="slow">
    <p:wipe dir="l"/>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840" name="Google Shape;840;p23"/>
          <p:cNvPicPr preferRelativeResize="0"/>
          <p:nvPr>
            <p:ph idx="1" type="body"/>
          </p:nvPr>
        </p:nvPicPr>
        <p:blipFill rotWithShape="1">
          <a:blip r:embed="rId3">
            <a:alphaModFix/>
          </a:blip>
          <a:srcRect b="0" l="0" r="0" t="0"/>
          <a:stretch/>
        </p:blipFill>
        <p:spPr>
          <a:xfrm>
            <a:off x="0" y="0"/>
            <a:ext cx="12191999" cy="6858000"/>
          </a:xfrm>
          <a:prstGeom prst="rect">
            <a:avLst/>
          </a:prstGeom>
          <a:noFill/>
          <a:ln>
            <a:noFill/>
          </a:ln>
        </p:spPr>
      </p:pic>
      <p:sp>
        <p:nvSpPr>
          <p:cNvPr id="841" name="Google Shape;841;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ransition spd="slow">
    <p:push/>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847" name="Google Shape;847;p24"/>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
        <p:nvSpPr>
          <p:cNvPr id="848" name="Google Shape;848;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ransition spd="slow">
    <p:push/>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pic>
        <p:nvPicPr>
          <p:cNvPr id="853" name="Google Shape;853;p25"/>
          <p:cNvPicPr preferRelativeResize="0"/>
          <p:nvPr>
            <p:ph idx="1" type="body"/>
          </p:nvPr>
        </p:nvPicPr>
        <p:blipFill rotWithShape="1">
          <a:blip r:embed="rId3">
            <a:alphaModFix/>
          </a:blip>
          <a:srcRect b="0" l="0" r="0" t="0"/>
          <a:stretch/>
        </p:blipFill>
        <p:spPr>
          <a:xfrm>
            <a:off x="0" y="0"/>
            <a:ext cx="12191999" cy="6858000"/>
          </a:xfrm>
          <a:prstGeom prst="rect">
            <a:avLst/>
          </a:prstGeom>
          <a:noFill/>
          <a:ln>
            <a:noFill/>
          </a:ln>
        </p:spPr>
      </p:pic>
      <p:sp>
        <p:nvSpPr>
          <p:cNvPr id="854" name="Google Shape;85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ransition spd="slow">
    <p:push/>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pic>
        <p:nvPicPr>
          <p:cNvPr id="859" name="Google Shape;859;p26"/>
          <p:cNvPicPr preferRelativeResize="0"/>
          <p:nvPr>
            <p:ph idx="1" type="body"/>
          </p:nvPr>
        </p:nvPicPr>
        <p:blipFill rotWithShape="1">
          <a:blip r:embed="rId3">
            <a:alphaModFix/>
          </a:blip>
          <a:srcRect b="0" l="0" r="0" t="0"/>
          <a:stretch/>
        </p:blipFill>
        <p:spPr>
          <a:xfrm>
            <a:off x="0" y="0"/>
            <a:ext cx="6261100" cy="6844506"/>
          </a:xfrm>
          <a:prstGeom prst="rect">
            <a:avLst/>
          </a:prstGeom>
          <a:noFill/>
          <a:ln>
            <a:noFill/>
          </a:ln>
        </p:spPr>
      </p:pic>
      <p:sp>
        <p:nvSpPr>
          <p:cNvPr id="860" name="Google Shape;860;p26"/>
          <p:cNvSpPr txBox="1"/>
          <p:nvPr/>
        </p:nvSpPr>
        <p:spPr>
          <a:xfrm>
            <a:off x="6426200" y="2545110"/>
            <a:ext cx="6134100" cy="17542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400"/>
              <a:buFont typeface="Arial"/>
              <a:buNone/>
            </a:pPr>
            <a:r>
              <a:rPr b="1" i="0" lang="en-US" sz="5400" u="none" cap="none" strike="noStrike">
                <a:solidFill>
                  <a:srgbClr val="0070C0"/>
                </a:solidFill>
                <a:latin typeface="Corben"/>
                <a:ea typeface="Corben"/>
                <a:cs typeface="Corben"/>
                <a:sym typeface="Corben"/>
              </a:rPr>
              <a:t>Positive mental health</a:t>
            </a:r>
            <a:endParaRPr b="1" i="0" sz="5400" u="none" cap="none" strike="noStrike">
              <a:solidFill>
                <a:srgbClr val="0070C0"/>
              </a:solidFill>
              <a:latin typeface="Corben"/>
              <a:ea typeface="Corben"/>
              <a:cs typeface="Corben"/>
              <a:sym typeface="Corben"/>
            </a:endParaRPr>
          </a:p>
        </p:txBody>
      </p:sp>
      <p:sp>
        <p:nvSpPr>
          <p:cNvPr id="861" name="Google Shape;861;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ransition spd="slow">
    <p:wipe dir="l"/>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Arial"/>
              <a:buNone/>
            </a:pPr>
            <a:r>
              <a:rPr b="1" lang="en-US">
                <a:solidFill>
                  <a:srgbClr val="0070C0"/>
                </a:solidFill>
                <a:latin typeface="Arial"/>
                <a:ea typeface="Arial"/>
                <a:cs typeface="Arial"/>
                <a:sym typeface="Arial"/>
              </a:rPr>
              <a:t>What is positive mental health?</a:t>
            </a:r>
            <a:endParaRPr b="1">
              <a:solidFill>
                <a:srgbClr val="0070C0"/>
              </a:solidFill>
              <a:latin typeface="Arial"/>
              <a:ea typeface="Arial"/>
              <a:cs typeface="Arial"/>
              <a:sym typeface="Arial"/>
            </a:endParaRPr>
          </a:p>
        </p:txBody>
      </p:sp>
      <p:sp>
        <p:nvSpPr>
          <p:cNvPr id="867" name="Google Shape;867;p27"/>
          <p:cNvSpPr txBox="1"/>
          <p:nvPr>
            <p:ph idx="1" type="body"/>
          </p:nvPr>
        </p:nvSpPr>
        <p:spPr>
          <a:xfrm>
            <a:off x="838200" y="1825625"/>
            <a:ext cx="10515600" cy="490174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latin typeface="Arial"/>
                <a:ea typeface="Arial"/>
                <a:cs typeface="Arial"/>
                <a:sym typeface="Arial"/>
              </a:rPr>
              <a:t>Positive mental health is defined as a state of well-being where individuals are able to:</a:t>
            </a:r>
            <a:endParaRPr>
              <a:latin typeface="Arial"/>
              <a:ea typeface="Arial"/>
              <a:cs typeface="Arial"/>
              <a:sym typeface="Arial"/>
            </a:endParaRPr>
          </a:p>
          <a:p>
            <a:pPr indent="-228600" lvl="0" marL="228600" rtl="0" algn="l">
              <a:lnSpc>
                <a:spcPct val="90000"/>
              </a:lnSpc>
              <a:spcBef>
                <a:spcPts val="1000"/>
              </a:spcBef>
              <a:spcAft>
                <a:spcPts val="0"/>
              </a:spcAft>
              <a:buClr>
                <a:schemeClr val="dk1"/>
              </a:buClr>
              <a:buSzPts val="2800"/>
              <a:buChar char="•"/>
            </a:pPr>
            <a:r>
              <a:rPr lang="en-US">
                <a:latin typeface="Arial"/>
                <a:ea typeface="Arial"/>
                <a:cs typeface="Arial"/>
                <a:sym typeface="Arial"/>
              </a:rPr>
              <a:t>Realise their own potential</a:t>
            </a:r>
            <a:endParaRPr>
              <a:latin typeface="Arial"/>
              <a:ea typeface="Arial"/>
              <a:cs typeface="Arial"/>
              <a:sym typeface="Arial"/>
            </a:endParaRPr>
          </a:p>
          <a:p>
            <a:pPr indent="-228600" lvl="0" marL="228600" rtl="0" algn="l">
              <a:lnSpc>
                <a:spcPct val="90000"/>
              </a:lnSpc>
              <a:spcBef>
                <a:spcPts val="1000"/>
              </a:spcBef>
              <a:spcAft>
                <a:spcPts val="0"/>
              </a:spcAft>
              <a:buClr>
                <a:schemeClr val="dk1"/>
              </a:buClr>
              <a:buSzPts val="2800"/>
              <a:buChar char="•"/>
            </a:pPr>
            <a:r>
              <a:rPr lang="en-US">
                <a:latin typeface="Arial"/>
                <a:ea typeface="Arial"/>
                <a:cs typeface="Arial"/>
                <a:sym typeface="Arial"/>
              </a:rPr>
              <a:t>Work productively</a:t>
            </a:r>
            <a:endParaRPr>
              <a:latin typeface="Arial"/>
              <a:ea typeface="Arial"/>
              <a:cs typeface="Arial"/>
              <a:sym typeface="Arial"/>
            </a:endParaRPr>
          </a:p>
          <a:p>
            <a:pPr indent="-228600" lvl="0" marL="228600" rtl="0" algn="l">
              <a:lnSpc>
                <a:spcPct val="90000"/>
              </a:lnSpc>
              <a:spcBef>
                <a:spcPts val="1000"/>
              </a:spcBef>
              <a:spcAft>
                <a:spcPts val="0"/>
              </a:spcAft>
              <a:buClr>
                <a:schemeClr val="dk1"/>
              </a:buClr>
              <a:buSzPts val="2800"/>
              <a:buChar char="•"/>
            </a:pPr>
            <a:r>
              <a:rPr lang="en-US">
                <a:latin typeface="Arial"/>
                <a:ea typeface="Arial"/>
                <a:cs typeface="Arial"/>
                <a:sym typeface="Arial"/>
              </a:rPr>
              <a:t>Cope with the normal stresses of life</a:t>
            </a:r>
            <a:endParaRPr>
              <a:latin typeface="Arial"/>
              <a:ea typeface="Arial"/>
              <a:cs typeface="Arial"/>
              <a:sym typeface="Arial"/>
            </a:endParaRPr>
          </a:p>
          <a:p>
            <a:pPr indent="-228600" lvl="0" marL="228600" rtl="0" algn="l">
              <a:lnSpc>
                <a:spcPct val="90000"/>
              </a:lnSpc>
              <a:spcBef>
                <a:spcPts val="1000"/>
              </a:spcBef>
              <a:spcAft>
                <a:spcPts val="0"/>
              </a:spcAft>
              <a:buClr>
                <a:schemeClr val="dk1"/>
              </a:buClr>
              <a:buSzPts val="2800"/>
              <a:buChar char="•"/>
            </a:pPr>
            <a:r>
              <a:rPr lang="en-US">
                <a:latin typeface="Arial"/>
                <a:ea typeface="Arial"/>
                <a:cs typeface="Arial"/>
                <a:sym typeface="Arial"/>
              </a:rPr>
              <a:t>Make a positive contribution to the community.</a:t>
            </a:r>
            <a:endParaRPr>
              <a:latin typeface="Arial"/>
              <a:ea typeface="Arial"/>
              <a:cs typeface="Arial"/>
              <a:sym typeface="Arial"/>
            </a:endParaRPr>
          </a:p>
          <a:p>
            <a:pPr indent="0" lvl="0" marL="0" rtl="0" algn="l">
              <a:lnSpc>
                <a:spcPct val="90000"/>
              </a:lnSpc>
              <a:spcBef>
                <a:spcPts val="1000"/>
              </a:spcBef>
              <a:spcAft>
                <a:spcPts val="0"/>
              </a:spcAft>
              <a:buClr>
                <a:schemeClr val="dk1"/>
              </a:buClr>
              <a:buSzPts val="2800"/>
              <a:buNone/>
            </a:pPr>
            <a:r>
              <a:t/>
            </a:r>
            <a:endParaRPr>
              <a:latin typeface="Arial"/>
              <a:ea typeface="Arial"/>
              <a:cs typeface="Arial"/>
              <a:sym typeface="Arial"/>
            </a:endParaRPr>
          </a:p>
          <a:p>
            <a:pPr indent="0" lvl="0" marL="0" rtl="0" algn="l">
              <a:lnSpc>
                <a:spcPct val="90000"/>
              </a:lnSpc>
              <a:spcBef>
                <a:spcPts val="1000"/>
              </a:spcBef>
              <a:spcAft>
                <a:spcPts val="0"/>
              </a:spcAft>
              <a:buClr>
                <a:schemeClr val="dk1"/>
              </a:buClr>
              <a:buSzPts val="2800"/>
              <a:buNone/>
            </a:pPr>
            <a:r>
              <a:t/>
            </a:r>
            <a:endParaRPr>
              <a:latin typeface="Arial"/>
              <a:ea typeface="Arial"/>
              <a:cs typeface="Arial"/>
              <a:sym typeface="Arial"/>
            </a:endParaRPr>
          </a:p>
          <a:p>
            <a:pPr indent="0" lvl="0" marL="0" rtl="0" algn="l">
              <a:lnSpc>
                <a:spcPct val="90000"/>
              </a:lnSpc>
              <a:spcBef>
                <a:spcPts val="1000"/>
              </a:spcBef>
              <a:spcAft>
                <a:spcPts val="0"/>
              </a:spcAft>
              <a:buClr>
                <a:schemeClr val="dk1"/>
              </a:buClr>
              <a:buSzPts val="2800"/>
              <a:buNone/>
            </a:pPr>
            <a:r>
              <a:t/>
            </a:r>
            <a:endParaRPr>
              <a:latin typeface="Arial"/>
              <a:ea typeface="Arial"/>
              <a:cs typeface="Arial"/>
              <a:sym typeface="Arial"/>
            </a:endParaRPr>
          </a:p>
          <a:p>
            <a:pPr indent="0" lvl="0" marL="0" rtl="0" algn="r">
              <a:lnSpc>
                <a:spcPct val="90000"/>
              </a:lnSpc>
              <a:spcBef>
                <a:spcPts val="1000"/>
              </a:spcBef>
              <a:spcAft>
                <a:spcPts val="0"/>
              </a:spcAft>
              <a:buClr>
                <a:schemeClr val="dk1"/>
              </a:buClr>
              <a:buSzPts val="1200"/>
              <a:buNone/>
            </a:pPr>
            <a:r>
              <a:rPr lang="en-US" sz="1200">
                <a:latin typeface="Arial"/>
                <a:ea typeface="Arial"/>
                <a:cs typeface="Arial"/>
                <a:sym typeface="Arial"/>
              </a:rPr>
              <a:t>Source: https://www.cbhs.com.au/mind-and-body/blog/what-is-positive-mental-health-and-how-can-we-foster-it</a:t>
            </a:r>
            <a:endParaRPr/>
          </a:p>
        </p:txBody>
      </p:sp>
      <p:sp>
        <p:nvSpPr>
          <p:cNvPr id="868" name="Google Shape;868;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6"/>
                                        </p:tgtEl>
                                        <p:attrNameLst>
                                          <p:attrName>style.visibility</p:attrName>
                                        </p:attrNameLst>
                                      </p:cBhvr>
                                      <p:to>
                                        <p:strVal val="visible"/>
                                      </p:to>
                                    </p:set>
                                    <p:animEffect filter="fade" transition="in">
                                      <p:cBhvr>
                                        <p:cTn dur="1000"/>
                                        <p:tgtEl>
                                          <p:spTgt spid="8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67">
                                            <p:txEl>
                                              <p:pRg end="0" st="0"/>
                                            </p:txEl>
                                          </p:spTgt>
                                        </p:tgtEl>
                                        <p:attrNameLst>
                                          <p:attrName>style.visibility</p:attrName>
                                        </p:attrNameLst>
                                      </p:cBhvr>
                                      <p:to>
                                        <p:strVal val="visible"/>
                                      </p:to>
                                    </p:set>
                                    <p:anim calcmode="lin" valueType="num">
                                      <p:cBhvr additive="base">
                                        <p:cTn dur="500"/>
                                        <p:tgtEl>
                                          <p:spTgt spid="86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67">
                                            <p:txEl>
                                              <p:pRg end="1" st="1"/>
                                            </p:txEl>
                                          </p:spTgt>
                                        </p:tgtEl>
                                        <p:attrNameLst>
                                          <p:attrName>style.visibility</p:attrName>
                                        </p:attrNameLst>
                                      </p:cBhvr>
                                      <p:to>
                                        <p:strVal val="visible"/>
                                      </p:to>
                                    </p:set>
                                    <p:anim calcmode="lin" valueType="num">
                                      <p:cBhvr additive="base">
                                        <p:cTn dur="500"/>
                                        <p:tgtEl>
                                          <p:spTgt spid="86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67">
                                            <p:txEl>
                                              <p:pRg end="2" st="2"/>
                                            </p:txEl>
                                          </p:spTgt>
                                        </p:tgtEl>
                                        <p:attrNameLst>
                                          <p:attrName>style.visibility</p:attrName>
                                        </p:attrNameLst>
                                      </p:cBhvr>
                                      <p:to>
                                        <p:strVal val="visible"/>
                                      </p:to>
                                    </p:set>
                                    <p:anim calcmode="lin" valueType="num">
                                      <p:cBhvr additive="base">
                                        <p:cTn dur="500"/>
                                        <p:tgtEl>
                                          <p:spTgt spid="86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67">
                                            <p:txEl>
                                              <p:pRg end="3" st="3"/>
                                            </p:txEl>
                                          </p:spTgt>
                                        </p:tgtEl>
                                        <p:attrNameLst>
                                          <p:attrName>style.visibility</p:attrName>
                                        </p:attrNameLst>
                                      </p:cBhvr>
                                      <p:to>
                                        <p:strVal val="visible"/>
                                      </p:to>
                                    </p:set>
                                    <p:anim calcmode="lin" valueType="num">
                                      <p:cBhvr additive="base">
                                        <p:cTn dur="500"/>
                                        <p:tgtEl>
                                          <p:spTgt spid="86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67">
                                            <p:txEl>
                                              <p:pRg end="4" st="4"/>
                                            </p:txEl>
                                          </p:spTgt>
                                        </p:tgtEl>
                                        <p:attrNameLst>
                                          <p:attrName>style.visibility</p:attrName>
                                        </p:attrNameLst>
                                      </p:cBhvr>
                                      <p:to>
                                        <p:strVal val="visible"/>
                                      </p:to>
                                    </p:set>
                                    <p:anim calcmode="lin" valueType="num">
                                      <p:cBhvr additive="base">
                                        <p:cTn dur="500"/>
                                        <p:tgtEl>
                                          <p:spTgt spid="86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67">
                                            <p:txEl>
                                              <p:pRg end="5" st="5"/>
                                            </p:txEl>
                                          </p:spTgt>
                                        </p:tgtEl>
                                        <p:attrNameLst>
                                          <p:attrName>style.visibility</p:attrName>
                                        </p:attrNameLst>
                                      </p:cBhvr>
                                      <p:to>
                                        <p:strVal val="visible"/>
                                      </p:to>
                                    </p:set>
                                    <p:anim calcmode="lin" valueType="num">
                                      <p:cBhvr additive="base">
                                        <p:cTn dur="500"/>
                                        <p:tgtEl>
                                          <p:spTgt spid="86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67">
                                            <p:txEl>
                                              <p:pRg end="6" st="6"/>
                                            </p:txEl>
                                          </p:spTgt>
                                        </p:tgtEl>
                                        <p:attrNameLst>
                                          <p:attrName>style.visibility</p:attrName>
                                        </p:attrNameLst>
                                      </p:cBhvr>
                                      <p:to>
                                        <p:strVal val="visible"/>
                                      </p:to>
                                    </p:set>
                                    <p:anim calcmode="lin" valueType="num">
                                      <p:cBhvr additive="base">
                                        <p:cTn dur="500"/>
                                        <p:tgtEl>
                                          <p:spTgt spid="867">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67">
                                            <p:txEl>
                                              <p:pRg end="7" st="7"/>
                                            </p:txEl>
                                          </p:spTgt>
                                        </p:tgtEl>
                                        <p:attrNameLst>
                                          <p:attrName>style.visibility</p:attrName>
                                        </p:attrNameLst>
                                      </p:cBhvr>
                                      <p:to>
                                        <p:strVal val="visible"/>
                                      </p:to>
                                    </p:set>
                                    <p:anim calcmode="lin" valueType="num">
                                      <p:cBhvr additive="base">
                                        <p:cTn dur="500"/>
                                        <p:tgtEl>
                                          <p:spTgt spid="867">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67">
                                            <p:txEl>
                                              <p:pRg end="8" st="8"/>
                                            </p:txEl>
                                          </p:spTgt>
                                        </p:tgtEl>
                                        <p:attrNameLst>
                                          <p:attrName>style.visibility</p:attrName>
                                        </p:attrNameLst>
                                      </p:cBhvr>
                                      <p:to>
                                        <p:strVal val="visible"/>
                                      </p:to>
                                    </p:set>
                                    <p:anim calcmode="lin" valueType="num">
                                      <p:cBhvr additive="base">
                                        <p:cTn dur="500"/>
                                        <p:tgtEl>
                                          <p:spTgt spid="867">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Arial"/>
              <a:buNone/>
            </a:pPr>
            <a:r>
              <a:rPr b="1" lang="en-US">
                <a:solidFill>
                  <a:srgbClr val="0070C0"/>
                </a:solidFill>
                <a:latin typeface="Arial"/>
                <a:ea typeface="Arial"/>
                <a:cs typeface="Arial"/>
                <a:sym typeface="Arial"/>
              </a:rPr>
              <a:t>Other features of positive mental health include:</a:t>
            </a:r>
            <a:endParaRPr b="1">
              <a:solidFill>
                <a:srgbClr val="0070C0"/>
              </a:solidFill>
              <a:latin typeface="Arial"/>
              <a:ea typeface="Arial"/>
              <a:cs typeface="Arial"/>
              <a:sym typeface="Arial"/>
            </a:endParaRPr>
          </a:p>
        </p:txBody>
      </p:sp>
      <p:sp>
        <p:nvSpPr>
          <p:cNvPr id="874" name="Google Shape;874;p28"/>
          <p:cNvSpPr txBox="1"/>
          <p:nvPr>
            <p:ph idx="1" type="body"/>
          </p:nvPr>
        </p:nvSpPr>
        <p:spPr>
          <a:xfrm>
            <a:off x="838200" y="1825625"/>
            <a:ext cx="10515600" cy="483643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latin typeface="Arial"/>
                <a:ea typeface="Arial"/>
                <a:cs typeface="Arial"/>
                <a:sym typeface="Arial"/>
              </a:rPr>
              <a:t>feeling positive emotions like optimism, happiness, love, compassion, satisfaction and joy.</a:t>
            </a:r>
            <a:endParaRPr/>
          </a:p>
          <a:p>
            <a:pPr indent="-228600" lvl="0" marL="228600" rtl="0" algn="l">
              <a:lnSpc>
                <a:spcPct val="90000"/>
              </a:lnSpc>
              <a:spcBef>
                <a:spcPts val="1000"/>
              </a:spcBef>
              <a:spcAft>
                <a:spcPts val="0"/>
              </a:spcAft>
              <a:buClr>
                <a:schemeClr val="dk1"/>
              </a:buClr>
              <a:buSzPts val="2800"/>
              <a:buChar char="•"/>
            </a:pPr>
            <a:r>
              <a:rPr lang="en-US">
                <a:latin typeface="Arial"/>
                <a:ea typeface="Arial"/>
                <a:cs typeface="Arial"/>
                <a:sym typeface="Arial"/>
              </a:rPr>
              <a:t>goal-setting</a:t>
            </a:r>
            <a:endParaRPr/>
          </a:p>
          <a:p>
            <a:pPr indent="-228600" lvl="0" marL="228600" rtl="0" algn="l">
              <a:lnSpc>
                <a:spcPct val="90000"/>
              </a:lnSpc>
              <a:spcBef>
                <a:spcPts val="1000"/>
              </a:spcBef>
              <a:spcAft>
                <a:spcPts val="0"/>
              </a:spcAft>
              <a:buClr>
                <a:schemeClr val="dk1"/>
              </a:buClr>
              <a:buSzPts val="2800"/>
              <a:buChar char="•"/>
            </a:pPr>
            <a:r>
              <a:rPr lang="en-US">
                <a:latin typeface="Arial"/>
                <a:ea typeface="Arial"/>
                <a:cs typeface="Arial"/>
                <a:sym typeface="Arial"/>
              </a:rPr>
              <a:t>having confidence in new situations</a:t>
            </a:r>
            <a:endParaRPr/>
          </a:p>
          <a:p>
            <a:pPr indent="-228600" lvl="0" marL="228600" rtl="0" algn="l">
              <a:lnSpc>
                <a:spcPct val="90000"/>
              </a:lnSpc>
              <a:spcBef>
                <a:spcPts val="1000"/>
              </a:spcBef>
              <a:spcAft>
                <a:spcPts val="0"/>
              </a:spcAft>
              <a:buClr>
                <a:schemeClr val="dk1"/>
              </a:buClr>
              <a:buSzPts val="2800"/>
              <a:buChar char="•"/>
            </a:pPr>
            <a:r>
              <a:rPr lang="en-US">
                <a:latin typeface="Arial"/>
                <a:ea typeface="Arial"/>
                <a:cs typeface="Arial"/>
                <a:sym typeface="Arial"/>
              </a:rPr>
              <a:t>avoiding self-blame</a:t>
            </a:r>
            <a:endParaRPr/>
          </a:p>
          <a:p>
            <a:pPr indent="-228600" lvl="0" marL="228600" rtl="0" algn="l">
              <a:lnSpc>
                <a:spcPct val="90000"/>
              </a:lnSpc>
              <a:spcBef>
                <a:spcPts val="1000"/>
              </a:spcBef>
              <a:spcAft>
                <a:spcPts val="0"/>
              </a:spcAft>
              <a:buClr>
                <a:schemeClr val="dk1"/>
              </a:buClr>
              <a:buSzPts val="2800"/>
              <a:buChar char="•"/>
            </a:pPr>
            <a:r>
              <a:rPr lang="en-US">
                <a:latin typeface="Arial"/>
                <a:ea typeface="Arial"/>
                <a:cs typeface="Arial"/>
                <a:sym typeface="Arial"/>
              </a:rPr>
              <a:t>having good self-esteem.</a:t>
            </a:r>
            <a:endParaRPr/>
          </a:p>
          <a:p>
            <a:pPr indent="-50800" lvl="0" marL="228600" rtl="0" algn="l">
              <a:lnSpc>
                <a:spcPct val="90000"/>
              </a:lnSpc>
              <a:spcBef>
                <a:spcPts val="1000"/>
              </a:spcBef>
              <a:spcAft>
                <a:spcPts val="0"/>
              </a:spcAft>
              <a:buClr>
                <a:schemeClr val="dk1"/>
              </a:buClr>
              <a:buSzPts val="2800"/>
              <a:buNone/>
            </a:pPr>
            <a:r>
              <a:t/>
            </a:r>
            <a:endParaRPr>
              <a:latin typeface="Arial"/>
              <a:ea typeface="Arial"/>
              <a:cs typeface="Arial"/>
              <a:sym typeface="Arial"/>
            </a:endParaRPr>
          </a:p>
          <a:p>
            <a:pPr indent="0" lvl="0" marL="0" rtl="0" algn="l">
              <a:lnSpc>
                <a:spcPct val="90000"/>
              </a:lnSpc>
              <a:spcBef>
                <a:spcPts val="1000"/>
              </a:spcBef>
              <a:spcAft>
                <a:spcPts val="0"/>
              </a:spcAft>
              <a:buClr>
                <a:schemeClr val="dk1"/>
              </a:buClr>
              <a:buSzPts val="2800"/>
              <a:buNone/>
            </a:pPr>
            <a:r>
              <a:t/>
            </a:r>
            <a:endParaRPr>
              <a:latin typeface="Arial"/>
              <a:ea typeface="Arial"/>
              <a:cs typeface="Arial"/>
              <a:sym typeface="Arial"/>
            </a:endParaRPr>
          </a:p>
          <a:p>
            <a:pPr indent="0" lvl="0" marL="0" rtl="0" algn="l">
              <a:lnSpc>
                <a:spcPct val="90000"/>
              </a:lnSpc>
              <a:spcBef>
                <a:spcPts val="1000"/>
              </a:spcBef>
              <a:spcAft>
                <a:spcPts val="0"/>
              </a:spcAft>
              <a:buClr>
                <a:schemeClr val="dk1"/>
              </a:buClr>
              <a:buSzPts val="2800"/>
              <a:buNone/>
            </a:pPr>
            <a:r>
              <a:t/>
            </a:r>
            <a:endParaRPr>
              <a:latin typeface="Arial"/>
              <a:ea typeface="Arial"/>
              <a:cs typeface="Arial"/>
              <a:sym typeface="Arial"/>
            </a:endParaRPr>
          </a:p>
          <a:p>
            <a:pPr indent="0" lvl="0" marL="0" rtl="0" algn="r">
              <a:lnSpc>
                <a:spcPct val="90000"/>
              </a:lnSpc>
              <a:spcBef>
                <a:spcPts val="1000"/>
              </a:spcBef>
              <a:spcAft>
                <a:spcPts val="0"/>
              </a:spcAft>
              <a:buClr>
                <a:schemeClr val="dk1"/>
              </a:buClr>
              <a:buSzPts val="1200"/>
              <a:buNone/>
            </a:pPr>
            <a:r>
              <a:rPr lang="en-US" sz="1200">
                <a:latin typeface="Arial"/>
                <a:ea typeface="Arial"/>
                <a:cs typeface="Arial"/>
                <a:sym typeface="Arial"/>
              </a:rPr>
              <a:t>Source: https://www.cbhs.com.au/mind-and-body/blog/what-is-positive-mental-health-and-how-can-we-foster-it</a:t>
            </a:r>
            <a:endParaRPr/>
          </a:p>
          <a:p>
            <a:pPr indent="0" lvl="0" marL="0" rtl="0" algn="l">
              <a:lnSpc>
                <a:spcPct val="90000"/>
              </a:lnSpc>
              <a:spcBef>
                <a:spcPts val="1000"/>
              </a:spcBef>
              <a:spcAft>
                <a:spcPts val="0"/>
              </a:spcAft>
              <a:buClr>
                <a:schemeClr val="dk1"/>
              </a:buClr>
              <a:buSzPts val="2800"/>
              <a:buNone/>
            </a:pPr>
            <a:r>
              <a:t/>
            </a:r>
            <a:endParaRPr>
              <a:latin typeface="Arial"/>
              <a:ea typeface="Arial"/>
              <a:cs typeface="Arial"/>
              <a:sym typeface="Arial"/>
            </a:endParaRPr>
          </a:p>
        </p:txBody>
      </p:sp>
      <p:sp>
        <p:nvSpPr>
          <p:cNvPr id="875" name="Google Shape;875;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3"/>
                                        </p:tgtEl>
                                        <p:attrNameLst>
                                          <p:attrName>style.visibility</p:attrName>
                                        </p:attrNameLst>
                                      </p:cBhvr>
                                      <p:to>
                                        <p:strVal val="visible"/>
                                      </p:to>
                                    </p:set>
                                    <p:animEffect filter="fade" transition="in">
                                      <p:cBhvr>
                                        <p:cTn dur="1000"/>
                                        <p:tgtEl>
                                          <p:spTgt spid="8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4">
                                            <p:txEl>
                                              <p:pRg end="0" st="0"/>
                                            </p:txEl>
                                          </p:spTgt>
                                        </p:tgtEl>
                                        <p:attrNameLst>
                                          <p:attrName>style.visibility</p:attrName>
                                        </p:attrNameLst>
                                      </p:cBhvr>
                                      <p:to>
                                        <p:strVal val="visible"/>
                                      </p:to>
                                    </p:set>
                                    <p:animEffect filter="fade" transition="in">
                                      <p:cBhvr>
                                        <p:cTn dur="1000"/>
                                        <p:tgtEl>
                                          <p:spTgt spid="8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4">
                                            <p:txEl>
                                              <p:pRg end="1" st="1"/>
                                            </p:txEl>
                                          </p:spTgt>
                                        </p:tgtEl>
                                        <p:attrNameLst>
                                          <p:attrName>style.visibility</p:attrName>
                                        </p:attrNameLst>
                                      </p:cBhvr>
                                      <p:to>
                                        <p:strVal val="visible"/>
                                      </p:to>
                                    </p:set>
                                    <p:animEffect filter="fade" transition="in">
                                      <p:cBhvr>
                                        <p:cTn dur="1000"/>
                                        <p:tgtEl>
                                          <p:spTgt spid="87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4">
                                            <p:txEl>
                                              <p:pRg end="2" st="2"/>
                                            </p:txEl>
                                          </p:spTgt>
                                        </p:tgtEl>
                                        <p:attrNameLst>
                                          <p:attrName>style.visibility</p:attrName>
                                        </p:attrNameLst>
                                      </p:cBhvr>
                                      <p:to>
                                        <p:strVal val="visible"/>
                                      </p:to>
                                    </p:set>
                                    <p:animEffect filter="fade" transition="in">
                                      <p:cBhvr>
                                        <p:cTn dur="1000"/>
                                        <p:tgtEl>
                                          <p:spTgt spid="87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4">
                                            <p:txEl>
                                              <p:pRg end="3" st="3"/>
                                            </p:txEl>
                                          </p:spTgt>
                                        </p:tgtEl>
                                        <p:attrNameLst>
                                          <p:attrName>style.visibility</p:attrName>
                                        </p:attrNameLst>
                                      </p:cBhvr>
                                      <p:to>
                                        <p:strVal val="visible"/>
                                      </p:to>
                                    </p:set>
                                    <p:animEffect filter="fade" transition="in">
                                      <p:cBhvr>
                                        <p:cTn dur="1000"/>
                                        <p:tgtEl>
                                          <p:spTgt spid="87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4">
                                            <p:txEl>
                                              <p:pRg end="4" st="4"/>
                                            </p:txEl>
                                          </p:spTgt>
                                        </p:tgtEl>
                                        <p:attrNameLst>
                                          <p:attrName>style.visibility</p:attrName>
                                        </p:attrNameLst>
                                      </p:cBhvr>
                                      <p:to>
                                        <p:strVal val="visible"/>
                                      </p:to>
                                    </p:set>
                                    <p:animEffect filter="fade" transition="in">
                                      <p:cBhvr>
                                        <p:cTn dur="1000"/>
                                        <p:tgtEl>
                                          <p:spTgt spid="87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4">
                                            <p:txEl>
                                              <p:pRg end="5" st="5"/>
                                            </p:txEl>
                                          </p:spTgt>
                                        </p:tgtEl>
                                        <p:attrNameLst>
                                          <p:attrName>style.visibility</p:attrName>
                                        </p:attrNameLst>
                                      </p:cBhvr>
                                      <p:to>
                                        <p:strVal val="visible"/>
                                      </p:to>
                                    </p:set>
                                    <p:animEffect filter="fade" transition="in">
                                      <p:cBhvr>
                                        <p:cTn dur="1000"/>
                                        <p:tgtEl>
                                          <p:spTgt spid="87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4">
                                            <p:txEl>
                                              <p:pRg end="6" st="6"/>
                                            </p:txEl>
                                          </p:spTgt>
                                        </p:tgtEl>
                                        <p:attrNameLst>
                                          <p:attrName>style.visibility</p:attrName>
                                        </p:attrNameLst>
                                      </p:cBhvr>
                                      <p:to>
                                        <p:strVal val="visible"/>
                                      </p:to>
                                    </p:set>
                                    <p:animEffect filter="fade" transition="in">
                                      <p:cBhvr>
                                        <p:cTn dur="1000"/>
                                        <p:tgtEl>
                                          <p:spTgt spid="87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4">
                                            <p:txEl>
                                              <p:pRg end="7" st="7"/>
                                            </p:txEl>
                                          </p:spTgt>
                                        </p:tgtEl>
                                        <p:attrNameLst>
                                          <p:attrName>style.visibility</p:attrName>
                                        </p:attrNameLst>
                                      </p:cBhvr>
                                      <p:to>
                                        <p:strVal val="visible"/>
                                      </p:to>
                                    </p:set>
                                    <p:animEffect filter="fade" transition="in">
                                      <p:cBhvr>
                                        <p:cTn dur="1000"/>
                                        <p:tgtEl>
                                          <p:spTgt spid="87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4">
                                            <p:txEl>
                                              <p:pRg end="8" st="8"/>
                                            </p:txEl>
                                          </p:spTgt>
                                        </p:tgtEl>
                                        <p:attrNameLst>
                                          <p:attrName>style.visibility</p:attrName>
                                        </p:attrNameLst>
                                      </p:cBhvr>
                                      <p:to>
                                        <p:strVal val="visible"/>
                                      </p:to>
                                    </p:set>
                                    <p:animEffect filter="fade" transition="in">
                                      <p:cBhvr>
                                        <p:cTn dur="1000"/>
                                        <p:tgtEl>
                                          <p:spTgt spid="87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4">
                                            <p:txEl>
                                              <p:pRg end="9" st="9"/>
                                            </p:txEl>
                                          </p:spTgt>
                                        </p:tgtEl>
                                        <p:attrNameLst>
                                          <p:attrName>style.visibility</p:attrName>
                                        </p:attrNameLst>
                                      </p:cBhvr>
                                      <p:to>
                                        <p:strVal val="visible"/>
                                      </p:to>
                                    </p:set>
                                    <p:animEffect filter="fade" transition="in">
                                      <p:cBhvr>
                                        <p:cTn dur="1000"/>
                                        <p:tgtEl>
                                          <p:spTgt spid="874">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pic>
        <p:nvPicPr>
          <p:cNvPr id="880" name="Google Shape;880;p29"/>
          <p:cNvPicPr preferRelativeResize="0"/>
          <p:nvPr/>
        </p:nvPicPr>
        <p:blipFill rotWithShape="1">
          <a:blip r:embed="rId3">
            <a:alphaModFix/>
          </a:blip>
          <a:srcRect b="0" l="0" r="0" t="0"/>
          <a:stretch/>
        </p:blipFill>
        <p:spPr>
          <a:xfrm>
            <a:off x="0" y="0"/>
            <a:ext cx="5791200" cy="6858000"/>
          </a:xfrm>
          <a:prstGeom prst="rect">
            <a:avLst/>
          </a:prstGeom>
          <a:noFill/>
          <a:ln>
            <a:noFill/>
          </a:ln>
        </p:spPr>
      </p:pic>
      <p:sp>
        <p:nvSpPr>
          <p:cNvPr id="881" name="Google Shape;881;p29"/>
          <p:cNvSpPr txBox="1"/>
          <p:nvPr>
            <p:ph type="title"/>
          </p:nvPr>
        </p:nvSpPr>
        <p:spPr>
          <a:xfrm>
            <a:off x="5849976" y="2435900"/>
            <a:ext cx="5904900" cy="19863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Arial"/>
              <a:buNone/>
            </a:pPr>
            <a:r>
              <a:rPr b="1" lang="en-US">
                <a:solidFill>
                  <a:srgbClr val="0070C0"/>
                </a:solidFill>
                <a:latin typeface="Corben"/>
                <a:ea typeface="Corben"/>
                <a:cs typeface="Corben"/>
                <a:sym typeface="Corben"/>
              </a:rPr>
              <a:t>How to maintain a positive mental health?</a:t>
            </a:r>
            <a:endParaRPr b="1">
              <a:solidFill>
                <a:srgbClr val="0070C0"/>
              </a:solidFill>
              <a:latin typeface="Corben"/>
              <a:ea typeface="Corben"/>
              <a:cs typeface="Corben"/>
              <a:sym typeface="Corben"/>
            </a:endParaRPr>
          </a:p>
        </p:txBody>
      </p:sp>
      <p:sp>
        <p:nvSpPr>
          <p:cNvPr id="882" name="Google Shape;882;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ransition spd="slow">
    <p:wipe dir="l"/>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30"/>
          <p:cNvSpPr txBox="1"/>
          <p:nvPr>
            <p:ph type="title"/>
          </p:nvPr>
        </p:nvSpPr>
        <p:spPr>
          <a:xfrm>
            <a:off x="749299" y="21541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Arial"/>
              <a:buNone/>
            </a:pPr>
            <a:r>
              <a:rPr b="1" lang="en-US">
                <a:solidFill>
                  <a:srgbClr val="0070C0"/>
                </a:solidFill>
                <a:latin typeface="Arial"/>
                <a:ea typeface="Arial"/>
                <a:cs typeface="Arial"/>
                <a:sym typeface="Arial"/>
              </a:rPr>
              <a:t>Ways to maintain positive mental health include:</a:t>
            </a:r>
            <a:endParaRPr b="1">
              <a:solidFill>
                <a:srgbClr val="0070C0"/>
              </a:solidFill>
              <a:latin typeface="Arial"/>
              <a:ea typeface="Arial"/>
              <a:cs typeface="Arial"/>
              <a:sym typeface="Arial"/>
            </a:endParaRPr>
          </a:p>
        </p:txBody>
      </p:sp>
      <p:grpSp>
        <p:nvGrpSpPr>
          <p:cNvPr id="888" name="Google Shape;888;p30"/>
          <p:cNvGrpSpPr/>
          <p:nvPr/>
        </p:nvGrpSpPr>
        <p:grpSpPr>
          <a:xfrm>
            <a:off x="838199" y="1719546"/>
            <a:ext cx="10735491" cy="4516153"/>
            <a:chOff x="0" y="3683"/>
            <a:chExt cx="10735491" cy="4516153"/>
          </a:xfrm>
        </p:grpSpPr>
        <p:sp>
          <p:nvSpPr>
            <p:cNvPr id="889" name="Google Shape;889;p30"/>
            <p:cNvSpPr/>
            <p:nvPr/>
          </p:nvSpPr>
          <p:spPr>
            <a:xfrm>
              <a:off x="0" y="3683"/>
              <a:ext cx="10735491" cy="399445"/>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30"/>
            <p:cNvSpPr txBox="1"/>
            <p:nvPr/>
          </p:nvSpPr>
          <p:spPr>
            <a:xfrm>
              <a:off x="19499" y="23182"/>
              <a:ext cx="10696493" cy="360447"/>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Getting professional help if you need it</a:t>
              </a:r>
              <a:endParaRPr b="0" i="0" sz="2000" u="none" cap="none" strike="noStrike">
                <a:solidFill>
                  <a:schemeClr val="lt1"/>
                </a:solidFill>
                <a:latin typeface="Arial"/>
                <a:ea typeface="Arial"/>
                <a:cs typeface="Arial"/>
                <a:sym typeface="Arial"/>
              </a:endParaRPr>
            </a:p>
          </p:txBody>
        </p:sp>
        <p:sp>
          <p:nvSpPr>
            <p:cNvPr id="891" name="Google Shape;891;p30"/>
            <p:cNvSpPr/>
            <p:nvPr/>
          </p:nvSpPr>
          <p:spPr>
            <a:xfrm>
              <a:off x="0" y="415419"/>
              <a:ext cx="10735491" cy="399445"/>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30"/>
            <p:cNvSpPr txBox="1"/>
            <p:nvPr/>
          </p:nvSpPr>
          <p:spPr>
            <a:xfrm>
              <a:off x="19499" y="434918"/>
              <a:ext cx="10696493" cy="360447"/>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Connecting with others</a:t>
              </a:r>
              <a:endParaRPr b="0" i="0" sz="2000" u="none" cap="none" strike="noStrike">
                <a:solidFill>
                  <a:schemeClr val="lt1"/>
                </a:solidFill>
                <a:latin typeface="Arial"/>
                <a:ea typeface="Arial"/>
                <a:cs typeface="Arial"/>
                <a:sym typeface="Arial"/>
              </a:endParaRPr>
            </a:p>
          </p:txBody>
        </p:sp>
        <p:sp>
          <p:nvSpPr>
            <p:cNvPr id="893" name="Google Shape;893;p30"/>
            <p:cNvSpPr/>
            <p:nvPr/>
          </p:nvSpPr>
          <p:spPr>
            <a:xfrm>
              <a:off x="0" y="827155"/>
              <a:ext cx="10735491" cy="399445"/>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30"/>
            <p:cNvSpPr txBox="1"/>
            <p:nvPr/>
          </p:nvSpPr>
          <p:spPr>
            <a:xfrm>
              <a:off x="19499" y="846654"/>
              <a:ext cx="10696493" cy="360447"/>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Taking time for yourself</a:t>
              </a:r>
              <a:endParaRPr b="0" i="0" sz="2000" u="none" cap="none" strike="noStrike">
                <a:solidFill>
                  <a:schemeClr val="lt1"/>
                </a:solidFill>
                <a:latin typeface="Arial"/>
                <a:ea typeface="Arial"/>
                <a:cs typeface="Arial"/>
                <a:sym typeface="Arial"/>
              </a:endParaRPr>
            </a:p>
          </p:txBody>
        </p:sp>
        <p:sp>
          <p:nvSpPr>
            <p:cNvPr id="895" name="Google Shape;895;p30"/>
            <p:cNvSpPr/>
            <p:nvPr/>
          </p:nvSpPr>
          <p:spPr>
            <a:xfrm>
              <a:off x="0" y="1238891"/>
              <a:ext cx="10735491" cy="399445"/>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30"/>
            <p:cNvSpPr txBox="1"/>
            <p:nvPr/>
          </p:nvSpPr>
          <p:spPr>
            <a:xfrm>
              <a:off x="19499" y="1258390"/>
              <a:ext cx="10696493" cy="360447"/>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Getting physically active</a:t>
              </a:r>
              <a:endParaRPr b="0" i="0" sz="2000" u="none" cap="none" strike="noStrike">
                <a:solidFill>
                  <a:schemeClr val="lt1"/>
                </a:solidFill>
                <a:latin typeface="Arial"/>
                <a:ea typeface="Arial"/>
                <a:cs typeface="Arial"/>
                <a:sym typeface="Arial"/>
              </a:endParaRPr>
            </a:p>
          </p:txBody>
        </p:sp>
        <p:sp>
          <p:nvSpPr>
            <p:cNvPr id="897" name="Google Shape;897;p30"/>
            <p:cNvSpPr/>
            <p:nvPr/>
          </p:nvSpPr>
          <p:spPr>
            <a:xfrm>
              <a:off x="0" y="1650626"/>
              <a:ext cx="10735491" cy="399445"/>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30"/>
            <p:cNvSpPr txBox="1"/>
            <p:nvPr/>
          </p:nvSpPr>
          <p:spPr>
            <a:xfrm>
              <a:off x="19499" y="1670125"/>
              <a:ext cx="10696493" cy="360447"/>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Finding purpose and meaning</a:t>
              </a:r>
              <a:endParaRPr b="0" i="0" sz="2000" u="none" cap="none" strike="noStrike">
                <a:solidFill>
                  <a:schemeClr val="lt1"/>
                </a:solidFill>
                <a:latin typeface="Arial"/>
                <a:ea typeface="Arial"/>
                <a:cs typeface="Arial"/>
                <a:sym typeface="Arial"/>
              </a:endParaRPr>
            </a:p>
          </p:txBody>
        </p:sp>
        <p:sp>
          <p:nvSpPr>
            <p:cNvPr id="899" name="Google Shape;899;p30"/>
            <p:cNvSpPr/>
            <p:nvPr/>
          </p:nvSpPr>
          <p:spPr>
            <a:xfrm>
              <a:off x="0" y="2060195"/>
              <a:ext cx="10735491" cy="399445"/>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30"/>
            <p:cNvSpPr txBox="1"/>
            <p:nvPr/>
          </p:nvSpPr>
          <p:spPr>
            <a:xfrm>
              <a:off x="19499" y="2079694"/>
              <a:ext cx="10696493" cy="360447"/>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Eating well</a:t>
              </a:r>
              <a:endParaRPr b="0" i="0" sz="2000" u="none" cap="none" strike="noStrike">
                <a:solidFill>
                  <a:schemeClr val="lt1"/>
                </a:solidFill>
                <a:latin typeface="Arial"/>
                <a:ea typeface="Arial"/>
                <a:cs typeface="Arial"/>
                <a:sym typeface="Arial"/>
              </a:endParaRPr>
            </a:p>
          </p:txBody>
        </p:sp>
        <p:sp>
          <p:nvSpPr>
            <p:cNvPr id="901" name="Google Shape;901;p30"/>
            <p:cNvSpPr/>
            <p:nvPr/>
          </p:nvSpPr>
          <p:spPr>
            <a:xfrm>
              <a:off x="0" y="2471931"/>
              <a:ext cx="10735491" cy="399445"/>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30"/>
            <p:cNvSpPr txBox="1"/>
            <p:nvPr/>
          </p:nvSpPr>
          <p:spPr>
            <a:xfrm>
              <a:off x="19499" y="2491430"/>
              <a:ext cx="10696493" cy="360447"/>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Staying positive</a:t>
              </a:r>
              <a:endParaRPr b="0" i="0" sz="2000" u="none" cap="none" strike="noStrike">
                <a:solidFill>
                  <a:schemeClr val="lt1"/>
                </a:solidFill>
                <a:latin typeface="Arial"/>
                <a:ea typeface="Arial"/>
                <a:cs typeface="Arial"/>
                <a:sym typeface="Arial"/>
              </a:endParaRPr>
            </a:p>
          </p:txBody>
        </p:sp>
        <p:sp>
          <p:nvSpPr>
            <p:cNvPr id="903" name="Google Shape;903;p30"/>
            <p:cNvSpPr/>
            <p:nvPr/>
          </p:nvSpPr>
          <p:spPr>
            <a:xfrm>
              <a:off x="0" y="2883667"/>
              <a:ext cx="10735491" cy="399445"/>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30"/>
            <p:cNvSpPr txBox="1"/>
            <p:nvPr/>
          </p:nvSpPr>
          <p:spPr>
            <a:xfrm>
              <a:off x="19499" y="2903166"/>
              <a:ext cx="10696493" cy="360447"/>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Getting enough sleep</a:t>
              </a:r>
              <a:endParaRPr b="0" i="0" sz="2000" u="none" cap="none" strike="noStrike">
                <a:solidFill>
                  <a:schemeClr val="lt1"/>
                </a:solidFill>
                <a:latin typeface="Arial"/>
                <a:ea typeface="Arial"/>
                <a:cs typeface="Arial"/>
                <a:sym typeface="Arial"/>
              </a:endParaRPr>
            </a:p>
          </p:txBody>
        </p:sp>
        <p:sp>
          <p:nvSpPr>
            <p:cNvPr id="905" name="Google Shape;905;p30"/>
            <p:cNvSpPr/>
            <p:nvPr/>
          </p:nvSpPr>
          <p:spPr>
            <a:xfrm>
              <a:off x="0" y="3295403"/>
              <a:ext cx="10735491" cy="399445"/>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30"/>
            <p:cNvSpPr txBox="1"/>
            <p:nvPr/>
          </p:nvSpPr>
          <p:spPr>
            <a:xfrm>
              <a:off x="19499" y="3314902"/>
              <a:ext cx="10696493" cy="360447"/>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Helping others or volunteering</a:t>
              </a:r>
              <a:endParaRPr b="0" i="0" sz="2000" u="none" cap="none" strike="noStrike">
                <a:solidFill>
                  <a:schemeClr val="lt1"/>
                </a:solidFill>
                <a:latin typeface="Arial"/>
                <a:ea typeface="Arial"/>
                <a:cs typeface="Arial"/>
                <a:sym typeface="Arial"/>
              </a:endParaRPr>
            </a:p>
          </p:txBody>
        </p:sp>
        <p:sp>
          <p:nvSpPr>
            <p:cNvPr id="907" name="Google Shape;907;p30"/>
            <p:cNvSpPr/>
            <p:nvPr/>
          </p:nvSpPr>
          <p:spPr>
            <a:xfrm>
              <a:off x="0" y="3707139"/>
              <a:ext cx="10735491" cy="399445"/>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30"/>
            <p:cNvSpPr txBox="1"/>
            <p:nvPr/>
          </p:nvSpPr>
          <p:spPr>
            <a:xfrm>
              <a:off x="19499" y="3726638"/>
              <a:ext cx="10696493" cy="360447"/>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Relaxing, meditating, or practicing mindfulness</a:t>
              </a:r>
              <a:endParaRPr b="0" i="0" sz="2000" u="none" cap="none" strike="noStrike">
                <a:solidFill>
                  <a:schemeClr val="lt1"/>
                </a:solidFill>
                <a:latin typeface="Arial"/>
                <a:ea typeface="Arial"/>
                <a:cs typeface="Arial"/>
                <a:sym typeface="Arial"/>
              </a:endParaRPr>
            </a:p>
          </p:txBody>
        </p:sp>
        <p:sp>
          <p:nvSpPr>
            <p:cNvPr id="909" name="Google Shape;909;p30"/>
            <p:cNvSpPr/>
            <p:nvPr/>
          </p:nvSpPr>
          <p:spPr>
            <a:xfrm>
              <a:off x="0" y="4120391"/>
              <a:ext cx="10735491" cy="399445"/>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30"/>
            <p:cNvSpPr txBox="1"/>
            <p:nvPr/>
          </p:nvSpPr>
          <p:spPr>
            <a:xfrm>
              <a:off x="19499" y="4139890"/>
              <a:ext cx="10696493" cy="360447"/>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Developing coping skills such as reading, meditation and spirituality</a:t>
              </a:r>
              <a:endParaRPr b="0" i="0" sz="2000" u="none" cap="none" strike="noStrike">
                <a:solidFill>
                  <a:schemeClr val="lt1"/>
                </a:solidFill>
                <a:latin typeface="Arial"/>
                <a:ea typeface="Arial"/>
                <a:cs typeface="Arial"/>
                <a:sym typeface="Arial"/>
              </a:endParaRPr>
            </a:p>
          </p:txBody>
        </p:sp>
      </p:grpSp>
      <p:sp>
        <p:nvSpPr>
          <p:cNvPr id="911" name="Google Shape;91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912" name="Google Shape;912;p30"/>
          <p:cNvSpPr txBox="1"/>
          <p:nvPr/>
        </p:nvSpPr>
        <p:spPr>
          <a:xfrm>
            <a:off x="4864100" y="6356350"/>
            <a:ext cx="6096000" cy="2862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chemeClr val="dk1"/>
              </a:buClr>
              <a:buSzPts val="1200"/>
              <a:buFont typeface="Arial"/>
              <a:buNone/>
            </a:pPr>
            <a:r>
              <a:rPr b="0" i="0" lang="en-US" sz="1400" u="none" cap="none" strike="noStrike">
                <a:solidFill>
                  <a:srgbClr val="000000"/>
                </a:solidFill>
                <a:latin typeface="Arial"/>
                <a:ea typeface="Arial"/>
                <a:cs typeface="Arial"/>
                <a:sym typeface="Arial"/>
              </a:rPr>
              <a:t>Source: https://www.midhelps.org/mental-health/wellness/</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7"/>
                                        </p:tgtEl>
                                        <p:attrNameLst>
                                          <p:attrName>style.visibility</p:attrName>
                                        </p:attrNameLst>
                                      </p:cBhvr>
                                      <p:to>
                                        <p:strVal val="visible"/>
                                      </p:to>
                                    </p:set>
                                    <p:animEffect filter="fade" transition="in">
                                      <p:cBhvr>
                                        <p:cTn dur="500"/>
                                        <p:tgtEl>
                                          <p:spTgt spid="8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12"/>
                                        </p:tgtEl>
                                        <p:attrNameLst>
                                          <p:attrName>style.visibility</p:attrName>
                                        </p:attrNameLst>
                                      </p:cBhvr>
                                      <p:to>
                                        <p:strVal val="visible"/>
                                      </p:to>
                                    </p:set>
                                    <p:anim calcmode="lin" valueType="num">
                                      <p:cBhvr additive="base">
                                        <p:cTn dur="500"/>
                                        <p:tgtEl>
                                          <p:spTgt spid="91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pic>
        <p:nvPicPr>
          <p:cNvPr id="917" name="Google Shape;917;p31"/>
          <p:cNvPicPr preferRelativeResize="0"/>
          <p:nvPr>
            <p:ph idx="1" type="body"/>
          </p:nvPr>
        </p:nvPicPr>
        <p:blipFill rotWithShape="1">
          <a:blip r:embed="rId3">
            <a:alphaModFix/>
          </a:blip>
          <a:srcRect b="0" l="0" r="0" t="0"/>
          <a:stretch/>
        </p:blipFill>
        <p:spPr>
          <a:xfrm>
            <a:off x="1" y="0"/>
            <a:ext cx="12192000" cy="6858000"/>
          </a:xfrm>
          <a:prstGeom prst="rect">
            <a:avLst/>
          </a:prstGeom>
          <a:noFill/>
          <a:ln>
            <a:noFill/>
          </a:ln>
        </p:spPr>
      </p:pic>
    </p:spTree>
  </p:cSld>
  <p:clrMapOvr>
    <a:masterClrMapping/>
  </p:clrMapOvr>
  <p:transition spd="slow">
    <p:wipe dir="l"/>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32"/>
          <p:cNvSpPr txBox="1"/>
          <p:nvPr>
            <p:ph type="title"/>
          </p:nvPr>
        </p:nvSpPr>
        <p:spPr>
          <a:xfrm>
            <a:off x="677091" y="225198"/>
            <a:ext cx="10515600" cy="112898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Arial"/>
              <a:buNone/>
            </a:pPr>
            <a:r>
              <a:rPr lang="en-US">
                <a:solidFill>
                  <a:srgbClr val="0070C0"/>
                </a:solidFill>
                <a:latin typeface="Arial"/>
                <a:ea typeface="Arial"/>
                <a:cs typeface="Arial"/>
                <a:sym typeface="Arial"/>
              </a:rPr>
              <a:t> Fill in the blanks with the words from the box:</a:t>
            </a:r>
            <a:endParaRPr>
              <a:solidFill>
                <a:srgbClr val="0070C0"/>
              </a:solidFill>
              <a:latin typeface="Arial"/>
              <a:ea typeface="Arial"/>
              <a:cs typeface="Arial"/>
              <a:sym typeface="Arial"/>
            </a:endParaRPr>
          </a:p>
        </p:txBody>
      </p:sp>
      <p:sp>
        <p:nvSpPr>
          <p:cNvPr id="923" name="Google Shape;923;p32"/>
          <p:cNvSpPr txBox="1"/>
          <p:nvPr>
            <p:ph idx="1" type="body"/>
          </p:nvPr>
        </p:nvSpPr>
        <p:spPr>
          <a:xfrm>
            <a:off x="838200" y="2483168"/>
            <a:ext cx="10515600" cy="42833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latin typeface="Arial"/>
                <a:ea typeface="Arial"/>
                <a:cs typeface="Arial"/>
                <a:sym typeface="Arial"/>
              </a:rPr>
              <a:t>Mental health is a state of ……………… of the mind and emotions. A person who is mentally ………………. can face day to day problems that occur. This is hard for a person who is not mentally healthy. This person’s feelings, thoughts or relationships can make him or her feel very ………………. . There are many types of mental health ………………. . Anxiety disorders, depression, and addiction problems are common types of mental health conditions. A mental health condition may be so ……………….. that it can become a mental ………………..</a:t>
            </a:r>
            <a:endParaRPr>
              <a:latin typeface="Arial"/>
              <a:ea typeface="Arial"/>
              <a:cs typeface="Arial"/>
              <a:sym typeface="Arial"/>
            </a:endParaRPr>
          </a:p>
        </p:txBody>
      </p:sp>
      <p:sp>
        <p:nvSpPr>
          <p:cNvPr id="924" name="Google Shape;924;p32"/>
          <p:cNvSpPr txBox="1"/>
          <p:nvPr/>
        </p:nvSpPr>
        <p:spPr>
          <a:xfrm>
            <a:off x="838200" y="1354183"/>
            <a:ext cx="10515600" cy="76200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rmAutofit fontScale="67500" lnSpcReduction="20000"/>
          </a:bodyPr>
          <a:lstStyle/>
          <a:p>
            <a:pPr indent="0" lvl="0" marL="0" marR="0" rtl="0" algn="l">
              <a:lnSpc>
                <a:spcPct val="90000"/>
              </a:lnSpc>
              <a:spcBef>
                <a:spcPts val="0"/>
              </a:spcBef>
              <a:spcAft>
                <a:spcPts val="0"/>
              </a:spcAft>
              <a:buClr>
                <a:schemeClr val="dk1"/>
              </a:buClr>
              <a:buSzPct val="100000"/>
              <a:buFont typeface="Arial"/>
              <a:buNone/>
            </a:pPr>
            <a:r>
              <a:rPr b="0" i="0" lang="en-US" sz="4400" u="none" cap="none" strike="noStrike">
                <a:solidFill>
                  <a:schemeClr val="dk1"/>
                </a:solidFill>
                <a:latin typeface="Arial"/>
                <a:ea typeface="Arial"/>
                <a:cs typeface="Arial"/>
                <a:sym typeface="Arial"/>
              </a:rPr>
              <a:t> illness/ conditions/ serious/ anxious/ healthy/ well-being </a:t>
            </a:r>
            <a:endParaRPr b="0" i="0" sz="4400" u="none" cap="none" strike="noStrike">
              <a:solidFill>
                <a:schemeClr val="dk1"/>
              </a:solidFill>
              <a:latin typeface="Arial"/>
              <a:ea typeface="Arial"/>
              <a:cs typeface="Arial"/>
              <a:sym typeface="Arial"/>
            </a:endParaRPr>
          </a:p>
        </p:txBody>
      </p:sp>
      <p:sp>
        <p:nvSpPr>
          <p:cNvPr id="925" name="Google Shape;925;p32"/>
          <p:cNvSpPr txBox="1"/>
          <p:nvPr/>
        </p:nvSpPr>
        <p:spPr>
          <a:xfrm>
            <a:off x="5564779" y="2459780"/>
            <a:ext cx="162414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B050"/>
                </a:solidFill>
                <a:latin typeface="Arial"/>
                <a:ea typeface="Arial"/>
                <a:cs typeface="Arial"/>
                <a:sym typeface="Arial"/>
              </a:rPr>
              <a:t>well- being</a:t>
            </a:r>
            <a:endParaRPr b="1" i="0" sz="1800" u="none" cap="none" strike="noStrike">
              <a:solidFill>
                <a:srgbClr val="00B050"/>
              </a:solidFill>
              <a:latin typeface="Calibri"/>
              <a:ea typeface="Calibri"/>
              <a:cs typeface="Calibri"/>
              <a:sym typeface="Calibri"/>
            </a:endParaRPr>
          </a:p>
        </p:txBody>
      </p:sp>
      <p:sp>
        <p:nvSpPr>
          <p:cNvPr id="926" name="Google Shape;926;p32"/>
          <p:cNvSpPr txBox="1"/>
          <p:nvPr/>
        </p:nvSpPr>
        <p:spPr>
          <a:xfrm>
            <a:off x="7276012" y="2875836"/>
            <a:ext cx="149352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B050"/>
                </a:solidFill>
                <a:latin typeface="Arial"/>
                <a:ea typeface="Arial"/>
                <a:cs typeface="Arial"/>
                <a:sym typeface="Arial"/>
              </a:rPr>
              <a:t>healthy</a:t>
            </a:r>
            <a:endParaRPr b="1" i="0" sz="1800" u="none" cap="none" strike="noStrike">
              <a:solidFill>
                <a:srgbClr val="00B050"/>
              </a:solidFill>
              <a:latin typeface="Calibri"/>
              <a:ea typeface="Calibri"/>
              <a:cs typeface="Calibri"/>
              <a:sym typeface="Calibri"/>
            </a:endParaRPr>
          </a:p>
        </p:txBody>
      </p:sp>
      <p:sp>
        <p:nvSpPr>
          <p:cNvPr id="927" name="Google Shape;927;p32"/>
          <p:cNvSpPr txBox="1"/>
          <p:nvPr/>
        </p:nvSpPr>
        <p:spPr>
          <a:xfrm>
            <a:off x="6250577" y="4021013"/>
            <a:ext cx="172211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B050"/>
                </a:solidFill>
                <a:latin typeface="Arial"/>
                <a:ea typeface="Arial"/>
                <a:cs typeface="Arial"/>
                <a:sym typeface="Arial"/>
              </a:rPr>
              <a:t>anxious</a:t>
            </a:r>
            <a:endParaRPr b="1" i="0" sz="1800" u="none" cap="none" strike="noStrike">
              <a:solidFill>
                <a:srgbClr val="00B050"/>
              </a:solidFill>
              <a:latin typeface="Calibri"/>
              <a:ea typeface="Calibri"/>
              <a:cs typeface="Calibri"/>
              <a:sym typeface="Calibri"/>
            </a:endParaRPr>
          </a:p>
        </p:txBody>
      </p:sp>
      <p:sp>
        <p:nvSpPr>
          <p:cNvPr id="928" name="Google Shape;928;p32"/>
          <p:cNvSpPr txBox="1"/>
          <p:nvPr/>
        </p:nvSpPr>
        <p:spPr>
          <a:xfrm>
            <a:off x="4902926" y="4428504"/>
            <a:ext cx="20639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B050"/>
                </a:solidFill>
                <a:latin typeface="Arial"/>
                <a:ea typeface="Arial"/>
                <a:cs typeface="Arial"/>
                <a:sym typeface="Arial"/>
              </a:rPr>
              <a:t>conditions</a:t>
            </a:r>
            <a:endParaRPr b="1" i="0" sz="1800" u="none" cap="none" strike="noStrike">
              <a:solidFill>
                <a:srgbClr val="00B050"/>
              </a:solidFill>
              <a:latin typeface="Calibri"/>
              <a:ea typeface="Calibri"/>
              <a:cs typeface="Calibri"/>
              <a:sym typeface="Calibri"/>
            </a:endParaRPr>
          </a:p>
        </p:txBody>
      </p:sp>
      <p:sp>
        <p:nvSpPr>
          <p:cNvPr id="929" name="Google Shape;929;p32"/>
          <p:cNvSpPr txBox="1"/>
          <p:nvPr/>
        </p:nvSpPr>
        <p:spPr>
          <a:xfrm>
            <a:off x="7972695" y="5535522"/>
            <a:ext cx="151093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B050"/>
                </a:solidFill>
                <a:latin typeface="Arial"/>
                <a:ea typeface="Arial"/>
                <a:cs typeface="Arial"/>
                <a:sym typeface="Arial"/>
              </a:rPr>
              <a:t>illness</a:t>
            </a:r>
            <a:endParaRPr b="1" i="0" sz="1800" u="none" cap="none" strike="noStrike">
              <a:solidFill>
                <a:srgbClr val="00B050"/>
              </a:solidFill>
              <a:latin typeface="Calibri"/>
              <a:ea typeface="Calibri"/>
              <a:cs typeface="Calibri"/>
              <a:sym typeface="Calibri"/>
            </a:endParaRPr>
          </a:p>
        </p:txBody>
      </p:sp>
      <p:sp>
        <p:nvSpPr>
          <p:cNvPr id="930" name="Google Shape;930;p32"/>
          <p:cNvSpPr txBox="1"/>
          <p:nvPr/>
        </p:nvSpPr>
        <p:spPr>
          <a:xfrm>
            <a:off x="1615442" y="5535522"/>
            <a:ext cx="154577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B050"/>
                </a:solidFill>
                <a:latin typeface="Arial"/>
                <a:ea typeface="Arial"/>
                <a:cs typeface="Arial"/>
                <a:sym typeface="Arial"/>
              </a:rPr>
              <a:t>serious</a:t>
            </a:r>
            <a:endParaRPr b="1" i="0" sz="1800" u="none" cap="none" strike="noStrike">
              <a:solidFill>
                <a:srgbClr val="00B050"/>
              </a:solidFill>
              <a:latin typeface="Calibri"/>
              <a:ea typeface="Calibri"/>
              <a:cs typeface="Calibri"/>
              <a:sym typeface="Calibri"/>
            </a:endParaRPr>
          </a:p>
        </p:txBody>
      </p:sp>
      <p:sp>
        <p:nvSpPr>
          <p:cNvPr id="931" name="Google Shape;931;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22"/>
                                        </p:tgtEl>
                                        <p:attrNameLst>
                                          <p:attrName>style.visibility</p:attrName>
                                        </p:attrNameLst>
                                      </p:cBhvr>
                                      <p:to>
                                        <p:strVal val="visible"/>
                                      </p:to>
                                    </p:set>
                                    <p:anim calcmode="lin" valueType="num">
                                      <p:cBhvr additive="base">
                                        <p:cTn dur="500"/>
                                        <p:tgtEl>
                                          <p:spTgt spid="92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24"/>
                                        </p:tgtEl>
                                        <p:attrNameLst>
                                          <p:attrName>style.visibility</p:attrName>
                                        </p:attrNameLst>
                                      </p:cBhvr>
                                      <p:to>
                                        <p:strVal val="visible"/>
                                      </p:to>
                                    </p:set>
                                    <p:anim calcmode="lin" valueType="num">
                                      <p:cBhvr additive="base">
                                        <p:cTn dur="500"/>
                                        <p:tgtEl>
                                          <p:spTgt spid="92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23">
                                            <p:txEl>
                                              <p:pRg end="0" st="0"/>
                                            </p:txEl>
                                          </p:spTgt>
                                        </p:tgtEl>
                                        <p:attrNameLst>
                                          <p:attrName>style.visibility</p:attrName>
                                        </p:attrNameLst>
                                      </p:cBhvr>
                                      <p:to>
                                        <p:strVal val="visible"/>
                                      </p:to>
                                    </p:set>
                                    <p:anim calcmode="lin" valueType="num">
                                      <p:cBhvr additive="base">
                                        <p:cTn dur="500"/>
                                        <p:tgtEl>
                                          <p:spTgt spid="92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5"/>
                                        </p:tgtEl>
                                        <p:attrNameLst>
                                          <p:attrName>style.visibility</p:attrName>
                                        </p:attrNameLst>
                                      </p:cBhvr>
                                      <p:to>
                                        <p:strVal val="visible"/>
                                      </p:to>
                                    </p:set>
                                    <p:animEffect filter="fade" transition="in">
                                      <p:cBhvr>
                                        <p:cTn dur="500"/>
                                        <p:tgtEl>
                                          <p:spTgt spid="9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6"/>
                                        </p:tgtEl>
                                        <p:attrNameLst>
                                          <p:attrName>style.visibility</p:attrName>
                                        </p:attrNameLst>
                                      </p:cBhvr>
                                      <p:to>
                                        <p:strVal val="visible"/>
                                      </p:to>
                                    </p:set>
                                    <p:animEffect filter="fade" transition="in">
                                      <p:cBhvr>
                                        <p:cTn dur="500"/>
                                        <p:tgtEl>
                                          <p:spTgt spid="9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7"/>
                                        </p:tgtEl>
                                        <p:attrNameLst>
                                          <p:attrName>style.visibility</p:attrName>
                                        </p:attrNameLst>
                                      </p:cBhvr>
                                      <p:to>
                                        <p:strVal val="visible"/>
                                      </p:to>
                                    </p:set>
                                    <p:animEffect filter="fade" transition="in">
                                      <p:cBhvr>
                                        <p:cTn dur="500"/>
                                        <p:tgtEl>
                                          <p:spTgt spid="9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8"/>
                                        </p:tgtEl>
                                        <p:attrNameLst>
                                          <p:attrName>style.visibility</p:attrName>
                                        </p:attrNameLst>
                                      </p:cBhvr>
                                      <p:to>
                                        <p:strVal val="visible"/>
                                      </p:to>
                                    </p:set>
                                    <p:animEffect filter="fade" transition="in">
                                      <p:cBhvr>
                                        <p:cTn dur="500"/>
                                        <p:tgtEl>
                                          <p:spTgt spid="9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0"/>
                                        </p:tgtEl>
                                        <p:attrNameLst>
                                          <p:attrName>style.visibility</p:attrName>
                                        </p:attrNameLst>
                                      </p:cBhvr>
                                      <p:to>
                                        <p:strVal val="visible"/>
                                      </p:to>
                                    </p:set>
                                    <p:animEffect filter="fade" transition="in">
                                      <p:cBhvr>
                                        <p:cTn dur="500"/>
                                        <p:tgtEl>
                                          <p:spTgt spid="9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9"/>
                                        </p:tgtEl>
                                        <p:attrNameLst>
                                          <p:attrName>style.visibility</p:attrName>
                                        </p:attrNameLst>
                                      </p:cBhvr>
                                      <p:to>
                                        <p:strVal val="visible"/>
                                      </p:to>
                                    </p:set>
                                    <p:animEffect filter="fade" transition="in">
                                      <p:cBhvr>
                                        <p:cTn dur="500"/>
                                        <p:tgtEl>
                                          <p:spTgt spid="9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grpSp>
        <p:nvGrpSpPr>
          <p:cNvPr id="937" name="Google Shape;937;p95"/>
          <p:cNvGrpSpPr/>
          <p:nvPr/>
        </p:nvGrpSpPr>
        <p:grpSpPr>
          <a:xfrm>
            <a:off x="7170202" y="-511256"/>
            <a:ext cx="6725961" cy="7880536"/>
            <a:chOff x="5080000" y="-1022536"/>
            <a:chExt cx="8115300" cy="7880536"/>
          </a:xfrm>
        </p:grpSpPr>
        <p:grpSp>
          <p:nvGrpSpPr>
            <p:cNvPr id="938" name="Google Shape;938;p95"/>
            <p:cNvGrpSpPr/>
            <p:nvPr/>
          </p:nvGrpSpPr>
          <p:grpSpPr>
            <a:xfrm>
              <a:off x="5092700" y="4305300"/>
              <a:ext cx="8102600" cy="2552700"/>
              <a:chOff x="5080000" y="3822700"/>
              <a:chExt cx="8102600" cy="3035300"/>
            </a:xfrm>
          </p:grpSpPr>
          <p:sp>
            <p:nvSpPr>
              <p:cNvPr id="939" name="Google Shape;939;p95"/>
              <p:cNvSpPr/>
              <p:nvPr/>
            </p:nvSpPr>
            <p:spPr>
              <a:xfrm>
                <a:off x="50927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40" name="Google Shape;940;p95"/>
              <p:cNvSpPr/>
              <p:nvPr/>
            </p:nvSpPr>
            <p:spPr>
              <a:xfrm>
                <a:off x="62103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41" name="Google Shape;941;p95"/>
              <p:cNvSpPr/>
              <p:nvPr/>
            </p:nvSpPr>
            <p:spPr>
              <a:xfrm>
                <a:off x="73279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42" name="Google Shape;942;p95"/>
              <p:cNvSpPr/>
              <p:nvPr/>
            </p:nvSpPr>
            <p:spPr>
              <a:xfrm>
                <a:off x="84455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43" name="Google Shape;943;p95"/>
              <p:cNvSpPr/>
              <p:nvPr/>
            </p:nvSpPr>
            <p:spPr>
              <a:xfrm>
                <a:off x="95631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44" name="Google Shape;944;p95"/>
              <p:cNvSpPr/>
              <p:nvPr/>
            </p:nvSpPr>
            <p:spPr>
              <a:xfrm>
                <a:off x="106807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45" name="Google Shape;945;p95"/>
              <p:cNvSpPr/>
              <p:nvPr/>
            </p:nvSpPr>
            <p:spPr>
              <a:xfrm>
                <a:off x="117983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46" name="Google Shape;946;p95"/>
              <p:cNvSpPr/>
              <p:nvPr/>
            </p:nvSpPr>
            <p:spPr>
              <a:xfrm flipH="1">
                <a:off x="50800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47" name="Google Shape;947;p95"/>
              <p:cNvSpPr/>
              <p:nvPr/>
            </p:nvSpPr>
            <p:spPr>
              <a:xfrm flipH="1">
                <a:off x="62103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48" name="Google Shape;948;p95"/>
              <p:cNvSpPr/>
              <p:nvPr/>
            </p:nvSpPr>
            <p:spPr>
              <a:xfrm flipH="1">
                <a:off x="73279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49" name="Google Shape;949;p95"/>
              <p:cNvSpPr/>
              <p:nvPr/>
            </p:nvSpPr>
            <p:spPr>
              <a:xfrm flipH="1">
                <a:off x="84455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50" name="Google Shape;950;p95"/>
              <p:cNvSpPr/>
              <p:nvPr/>
            </p:nvSpPr>
            <p:spPr>
              <a:xfrm flipH="1">
                <a:off x="95631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51" name="Google Shape;951;p95"/>
              <p:cNvSpPr/>
              <p:nvPr/>
            </p:nvSpPr>
            <p:spPr>
              <a:xfrm flipH="1">
                <a:off x="106807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52" name="Google Shape;952;p95"/>
              <p:cNvSpPr/>
              <p:nvPr/>
            </p:nvSpPr>
            <p:spPr>
              <a:xfrm flipH="1">
                <a:off x="117983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953" name="Google Shape;953;p95"/>
            <p:cNvGrpSpPr/>
            <p:nvPr/>
          </p:nvGrpSpPr>
          <p:grpSpPr>
            <a:xfrm>
              <a:off x="5092700" y="1635696"/>
              <a:ext cx="8102600" cy="2616200"/>
              <a:chOff x="5080000" y="3822700"/>
              <a:chExt cx="8102600" cy="3035300"/>
            </a:xfrm>
          </p:grpSpPr>
          <p:sp>
            <p:nvSpPr>
              <p:cNvPr id="954" name="Google Shape;954;p95"/>
              <p:cNvSpPr/>
              <p:nvPr/>
            </p:nvSpPr>
            <p:spPr>
              <a:xfrm>
                <a:off x="50927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55" name="Google Shape;955;p95"/>
              <p:cNvSpPr/>
              <p:nvPr/>
            </p:nvSpPr>
            <p:spPr>
              <a:xfrm>
                <a:off x="62103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56" name="Google Shape;956;p95"/>
              <p:cNvSpPr/>
              <p:nvPr/>
            </p:nvSpPr>
            <p:spPr>
              <a:xfrm>
                <a:off x="73279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57" name="Google Shape;957;p95"/>
              <p:cNvSpPr/>
              <p:nvPr/>
            </p:nvSpPr>
            <p:spPr>
              <a:xfrm>
                <a:off x="84455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58" name="Google Shape;958;p95"/>
              <p:cNvSpPr/>
              <p:nvPr/>
            </p:nvSpPr>
            <p:spPr>
              <a:xfrm>
                <a:off x="95631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59" name="Google Shape;959;p95"/>
              <p:cNvSpPr/>
              <p:nvPr/>
            </p:nvSpPr>
            <p:spPr>
              <a:xfrm>
                <a:off x="106807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60" name="Google Shape;960;p95"/>
              <p:cNvSpPr/>
              <p:nvPr/>
            </p:nvSpPr>
            <p:spPr>
              <a:xfrm>
                <a:off x="117983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61" name="Google Shape;961;p95"/>
              <p:cNvSpPr/>
              <p:nvPr/>
            </p:nvSpPr>
            <p:spPr>
              <a:xfrm flipH="1">
                <a:off x="50800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62" name="Google Shape;962;p95"/>
              <p:cNvSpPr/>
              <p:nvPr/>
            </p:nvSpPr>
            <p:spPr>
              <a:xfrm flipH="1">
                <a:off x="62103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63" name="Google Shape;963;p95"/>
              <p:cNvSpPr/>
              <p:nvPr/>
            </p:nvSpPr>
            <p:spPr>
              <a:xfrm flipH="1">
                <a:off x="73279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64" name="Google Shape;964;p95"/>
              <p:cNvSpPr/>
              <p:nvPr/>
            </p:nvSpPr>
            <p:spPr>
              <a:xfrm flipH="1">
                <a:off x="84455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65" name="Google Shape;965;p95"/>
              <p:cNvSpPr/>
              <p:nvPr/>
            </p:nvSpPr>
            <p:spPr>
              <a:xfrm flipH="1">
                <a:off x="95631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66" name="Google Shape;966;p95"/>
              <p:cNvSpPr/>
              <p:nvPr/>
            </p:nvSpPr>
            <p:spPr>
              <a:xfrm flipH="1">
                <a:off x="106807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67" name="Google Shape;967;p95"/>
              <p:cNvSpPr/>
              <p:nvPr/>
            </p:nvSpPr>
            <p:spPr>
              <a:xfrm flipH="1">
                <a:off x="117983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968" name="Google Shape;968;p95"/>
            <p:cNvGrpSpPr/>
            <p:nvPr/>
          </p:nvGrpSpPr>
          <p:grpSpPr>
            <a:xfrm>
              <a:off x="5080000" y="-1022536"/>
              <a:ext cx="8102600" cy="2616200"/>
              <a:chOff x="5080000" y="3822700"/>
              <a:chExt cx="8102600" cy="3035300"/>
            </a:xfrm>
          </p:grpSpPr>
          <p:sp>
            <p:nvSpPr>
              <p:cNvPr id="969" name="Google Shape;969;p95"/>
              <p:cNvSpPr/>
              <p:nvPr/>
            </p:nvSpPr>
            <p:spPr>
              <a:xfrm>
                <a:off x="50927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70" name="Google Shape;970;p95"/>
              <p:cNvSpPr/>
              <p:nvPr/>
            </p:nvSpPr>
            <p:spPr>
              <a:xfrm>
                <a:off x="62103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71" name="Google Shape;971;p95"/>
              <p:cNvSpPr/>
              <p:nvPr/>
            </p:nvSpPr>
            <p:spPr>
              <a:xfrm>
                <a:off x="73279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72" name="Google Shape;972;p95"/>
              <p:cNvSpPr/>
              <p:nvPr/>
            </p:nvSpPr>
            <p:spPr>
              <a:xfrm>
                <a:off x="84455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73" name="Google Shape;973;p95"/>
              <p:cNvSpPr/>
              <p:nvPr/>
            </p:nvSpPr>
            <p:spPr>
              <a:xfrm>
                <a:off x="95631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74" name="Google Shape;974;p95"/>
              <p:cNvSpPr/>
              <p:nvPr/>
            </p:nvSpPr>
            <p:spPr>
              <a:xfrm>
                <a:off x="106807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75" name="Google Shape;975;p95"/>
              <p:cNvSpPr/>
              <p:nvPr/>
            </p:nvSpPr>
            <p:spPr>
              <a:xfrm>
                <a:off x="117983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76" name="Google Shape;976;p95"/>
              <p:cNvSpPr/>
              <p:nvPr/>
            </p:nvSpPr>
            <p:spPr>
              <a:xfrm flipH="1">
                <a:off x="50800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77" name="Google Shape;977;p95"/>
              <p:cNvSpPr/>
              <p:nvPr/>
            </p:nvSpPr>
            <p:spPr>
              <a:xfrm flipH="1">
                <a:off x="62103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78" name="Google Shape;978;p95"/>
              <p:cNvSpPr/>
              <p:nvPr/>
            </p:nvSpPr>
            <p:spPr>
              <a:xfrm flipH="1">
                <a:off x="73279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79" name="Google Shape;979;p95"/>
              <p:cNvSpPr/>
              <p:nvPr/>
            </p:nvSpPr>
            <p:spPr>
              <a:xfrm flipH="1">
                <a:off x="84455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80" name="Google Shape;980;p95"/>
              <p:cNvSpPr/>
              <p:nvPr/>
            </p:nvSpPr>
            <p:spPr>
              <a:xfrm flipH="1">
                <a:off x="95631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81" name="Google Shape;981;p95"/>
              <p:cNvSpPr/>
              <p:nvPr/>
            </p:nvSpPr>
            <p:spPr>
              <a:xfrm flipH="1">
                <a:off x="106807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82" name="Google Shape;982;p95"/>
              <p:cNvSpPr/>
              <p:nvPr/>
            </p:nvSpPr>
            <p:spPr>
              <a:xfrm flipH="1">
                <a:off x="117983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sp>
        <p:nvSpPr>
          <p:cNvPr id="983" name="Google Shape;983;p95"/>
          <p:cNvSpPr txBox="1"/>
          <p:nvPr/>
        </p:nvSpPr>
        <p:spPr>
          <a:xfrm>
            <a:off x="406400" y="2402925"/>
            <a:ext cx="6726000" cy="1325700"/>
          </a:xfrm>
          <a:prstGeom prst="rect">
            <a:avLst/>
          </a:prstGeom>
          <a:noFill/>
          <a:ln>
            <a:noFill/>
          </a:ln>
        </p:spPr>
        <p:txBody>
          <a:bodyPr anchorCtr="0" anchor="ctr" bIns="45700" lIns="91425" spcFirstLastPara="1" rIns="91425" wrap="square" tIns="45700">
            <a:normAutofit fontScale="70000" lnSpcReduction="20000"/>
          </a:bodyPr>
          <a:lstStyle/>
          <a:p>
            <a:pPr indent="0" lvl="0" marL="0" marR="0" rtl="0" algn="l">
              <a:lnSpc>
                <a:spcPct val="115000"/>
              </a:lnSpc>
              <a:spcBef>
                <a:spcPts val="0"/>
              </a:spcBef>
              <a:spcAft>
                <a:spcPts val="0"/>
              </a:spcAft>
              <a:buClr>
                <a:schemeClr val="dk1"/>
              </a:buClr>
              <a:buSzPct val="79279"/>
              <a:buFont typeface="Arial"/>
              <a:buNone/>
            </a:pPr>
            <a:r>
              <a:rPr b="0" i="0" lang="en-US" sz="6000" u="none" cap="none" strike="noStrike">
                <a:solidFill>
                  <a:srgbClr val="0070C0"/>
                </a:solidFill>
                <a:latin typeface="Corben"/>
                <a:ea typeface="Corben"/>
                <a:cs typeface="Corben"/>
                <a:sym typeface="Corben"/>
              </a:rPr>
              <a:t>What causes mental illness?</a:t>
            </a:r>
            <a:endParaRPr b="0" i="0" sz="6000" u="none" cap="none" strike="noStrike">
              <a:solidFill>
                <a:srgbClr val="0070C0"/>
              </a:solidFill>
              <a:latin typeface="Corben"/>
              <a:ea typeface="Corben"/>
              <a:cs typeface="Corben"/>
              <a:sym typeface="Corben"/>
            </a:endParaRPr>
          </a:p>
        </p:txBody>
      </p:sp>
    </p:spTree>
  </p:cSld>
  <p:clrMapOvr>
    <a:masterClrMapping/>
  </p:clrMapOvr>
  <p:transition spd="slow">
    <p:wipe dir="l"/>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34"/>
          <p:cNvSpPr txBox="1"/>
          <p:nvPr>
            <p:ph type="title"/>
          </p:nvPr>
        </p:nvSpPr>
        <p:spPr>
          <a:xfrm>
            <a:off x="992777" y="122926"/>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Arial"/>
              <a:buNone/>
            </a:pPr>
            <a:r>
              <a:rPr b="1" lang="en-US">
                <a:solidFill>
                  <a:srgbClr val="0070C0"/>
                </a:solidFill>
                <a:latin typeface="Arial"/>
                <a:ea typeface="Arial"/>
                <a:cs typeface="Arial"/>
                <a:sym typeface="Arial"/>
              </a:rPr>
              <a:t>Causes of mental illness</a:t>
            </a:r>
            <a:endParaRPr b="1">
              <a:solidFill>
                <a:srgbClr val="0070C0"/>
              </a:solidFill>
              <a:latin typeface="Arial"/>
              <a:ea typeface="Arial"/>
              <a:cs typeface="Arial"/>
              <a:sym typeface="Arial"/>
            </a:endParaRPr>
          </a:p>
        </p:txBody>
      </p:sp>
      <p:grpSp>
        <p:nvGrpSpPr>
          <p:cNvPr id="989" name="Google Shape;989;p34"/>
          <p:cNvGrpSpPr/>
          <p:nvPr/>
        </p:nvGrpSpPr>
        <p:grpSpPr>
          <a:xfrm>
            <a:off x="992777" y="2642862"/>
            <a:ext cx="10083800" cy="3570365"/>
            <a:chOff x="0" y="1548"/>
            <a:chExt cx="10083800" cy="3570365"/>
          </a:xfrm>
        </p:grpSpPr>
        <p:sp>
          <p:nvSpPr>
            <p:cNvPr id="990" name="Google Shape;990;p34"/>
            <p:cNvSpPr/>
            <p:nvPr/>
          </p:nvSpPr>
          <p:spPr>
            <a:xfrm>
              <a:off x="0" y="1548"/>
              <a:ext cx="10083800" cy="703576"/>
            </a:xfrm>
            <a:prstGeom prst="roundRect">
              <a:avLst>
                <a:gd fmla="val 16667" name="adj"/>
              </a:avLst>
            </a:prstGeom>
            <a:solidFill>
              <a:schemeClr val="accent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34"/>
            <p:cNvSpPr txBox="1"/>
            <p:nvPr/>
          </p:nvSpPr>
          <p:spPr>
            <a:xfrm>
              <a:off x="34346" y="35894"/>
              <a:ext cx="10015108" cy="634884"/>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Early adverse life experiences, such as trauma or a history of abuse (for example, child abuse, sexual assault, witnessing violence, etc.)</a:t>
              </a:r>
              <a:endParaRPr b="0" i="0" sz="2000" u="none" cap="none" strike="noStrike">
                <a:solidFill>
                  <a:schemeClr val="dk1"/>
                </a:solidFill>
                <a:latin typeface="Arial"/>
                <a:ea typeface="Arial"/>
                <a:cs typeface="Arial"/>
                <a:sym typeface="Arial"/>
              </a:endParaRPr>
            </a:p>
          </p:txBody>
        </p:sp>
        <p:sp>
          <p:nvSpPr>
            <p:cNvPr id="992" name="Google Shape;992;p34"/>
            <p:cNvSpPr/>
            <p:nvPr/>
          </p:nvSpPr>
          <p:spPr>
            <a:xfrm>
              <a:off x="0" y="718246"/>
              <a:ext cx="10083800" cy="703576"/>
            </a:xfrm>
            <a:prstGeom prst="roundRect">
              <a:avLst>
                <a:gd fmla="val 16667" name="adj"/>
              </a:avLst>
            </a:prstGeom>
            <a:solidFill>
              <a:schemeClr val="accent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34"/>
            <p:cNvSpPr txBox="1"/>
            <p:nvPr/>
          </p:nvSpPr>
          <p:spPr>
            <a:xfrm>
              <a:off x="34346" y="752592"/>
              <a:ext cx="10015108" cy="634884"/>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Experiences related to other ongoing (chronic) medical conditions, such as cancer or diabetes</a:t>
              </a:r>
              <a:endParaRPr b="0" i="0" sz="2000" u="none" cap="none" strike="noStrike">
                <a:solidFill>
                  <a:srgbClr val="000000"/>
                </a:solidFill>
                <a:latin typeface="Arial"/>
                <a:ea typeface="Arial"/>
                <a:cs typeface="Arial"/>
                <a:sym typeface="Arial"/>
              </a:endParaRPr>
            </a:p>
          </p:txBody>
        </p:sp>
        <p:sp>
          <p:nvSpPr>
            <p:cNvPr id="994" name="Google Shape;994;p34"/>
            <p:cNvSpPr/>
            <p:nvPr/>
          </p:nvSpPr>
          <p:spPr>
            <a:xfrm>
              <a:off x="0" y="1434943"/>
              <a:ext cx="10083800" cy="703576"/>
            </a:xfrm>
            <a:prstGeom prst="roundRect">
              <a:avLst>
                <a:gd fmla="val 16667" name="adj"/>
              </a:avLst>
            </a:prstGeom>
            <a:solidFill>
              <a:schemeClr val="accent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34"/>
            <p:cNvSpPr txBox="1"/>
            <p:nvPr/>
          </p:nvSpPr>
          <p:spPr>
            <a:xfrm>
              <a:off x="34346" y="1469289"/>
              <a:ext cx="10015108" cy="634884"/>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Biological factors or chemical imbalances in the brain</a:t>
              </a:r>
              <a:endParaRPr b="0" i="0" sz="2000" u="none" cap="none" strike="noStrike">
                <a:solidFill>
                  <a:srgbClr val="000000"/>
                </a:solidFill>
                <a:latin typeface="Arial"/>
                <a:ea typeface="Arial"/>
                <a:cs typeface="Arial"/>
                <a:sym typeface="Arial"/>
              </a:endParaRPr>
            </a:p>
          </p:txBody>
        </p:sp>
        <p:sp>
          <p:nvSpPr>
            <p:cNvPr id="996" name="Google Shape;996;p34"/>
            <p:cNvSpPr/>
            <p:nvPr/>
          </p:nvSpPr>
          <p:spPr>
            <a:xfrm>
              <a:off x="0" y="2151640"/>
              <a:ext cx="10083800" cy="703576"/>
            </a:xfrm>
            <a:prstGeom prst="roundRect">
              <a:avLst>
                <a:gd fmla="val 16667" name="adj"/>
              </a:avLst>
            </a:prstGeom>
            <a:solidFill>
              <a:srgbClr val="4372C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34"/>
            <p:cNvSpPr txBox="1"/>
            <p:nvPr/>
          </p:nvSpPr>
          <p:spPr>
            <a:xfrm>
              <a:off x="34346" y="2185986"/>
              <a:ext cx="10015108" cy="634884"/>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Use of alcohol or drugs</a:t>
              </a:r>
              <a:endParaRPr b="0" i="0" sz="2000" u="none" cap="none" strike="noStrike">
                <a:solidFill>
                  <a:schemeClr val="dk1"/>
                </a:solidFill>
                <a:latin typeface="Arial"/>
                <a:ea typeface="Arial"/>
                <a:cs typeface="Arial"/>
                <a:sym typeface="Arial"/>
              </a:endParaRPr>
            </a:p>
          </p:txBody>
        </p:sp>
        <p:sp>
          <p:nvSpPr>
            <p:cNvPr id="998" name="Google Shape;998;p34"/>
            <p:cNvSpPr/>
            <p:nvPr/>
          </p:nvSpPr>
          <p:spPr>
            <a:xfrm>
              <a:off x="0" y="2868337"/>
              <a:ext cx="10083800" cy="703576"/>
            </a:xfrm>
            <a:prstGeom prst="roundRect">
              <a:avLst>
                <a:gd fmla="val 16667" name="adj"/>
              </a:avLst>
            </a:prstGeom>
            <a:solidFill>
              <a:schemeClr val="accent6"/>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34"/>
            <p:cNvSpPr txBox="1"/>
            <p:nvPr/>
          </p:nvSpPr>
          <p:spPr>
            <a:xfrm>
              <a:off x="34346" y="2902683"/>
              <a:ext cx="10015108" cy="634884"/>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Having feelings of loneliness or isolation</a:t>
              </a:r>
              <a:endParaRPr b="0" i="0" sz="2000" u="none" cap="none" strike="noStrike">
                <a:solidFill>
                  <a:schemeClr val="dk1"/>
                </a:solidFill>
                <a:latin typeface="Arial"/>
                <a:ea typeface="Arial"/>
                <a:cs typeface="Arial"/>
                <a:sym typeface="Arial"/>
              </a:endParaRPr>
            </a:p>
          </p:txBody>
        </p:sp>
      </p:grpSp>
      <p:sp>
        <p:nvSpPr>
          <p:cNvPr id="1000" name="Google Shape;1000;p34"/>
          <p:cNvSpPr txBox="1"/>
          <p:nvPr/>
        </p:nvSpPr>
        <p:spPr>
          <a:xfrm>
            <a:off x="992777" y="6356350"/>
            <a:ext cx="10083800" cy="276999"/>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Source: https://www.cdc.gov/mentalhealth/learn/index.htm</a:t>
            </a:r>
            <a:endParaRPr b="0" i="0" sz="1400" u="none" cap="none" strike="noStrike">
              <a:solidFill>
                <a:srgbClr val="000000"/>
              </a:solidFill>
              <a:latin typeface="Arial"/>
              <a:ea typeface="Arial"/>
              <a:cs typeface="Arial"/>
              <a:sym typeface="Arial"/>
            </a:endParaRPr>
          </a:p>
        </p:txBody>
      </p:sp>
      <p:sp>
        <p:nvSpPr>
          <p:cNvPr id="1001" name="Google Shape;1001;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002" name="Google Shape;1002;p34"/>
          <p:cNvSpPr txBox="1"/>
          <p:nvPr/>
        </p:nvSpPr>
        <p:spPr>
          <a:xfrm>
            <a:off x="992777" y="1581226"/>
            <a:ext cx="9929223"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none" cap="none" strike="noStrike">
                <a:solidFill>
                  <a:srgbClr val="000000"/>
                </a:solidFill>
                <a:latin typeface="Arial"/>
                <a:ea typeface="Arial"/>
                <a:cs typeface="Arial"/>
                <a:sym typeface="Arial"/>
              </a:rPr>
              <a:t>There is no single cause for mental illness. A number of factors can contribute to risk for mental illness, such as: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8"/>
                                        </p:tgtEl>
                                        <p:attrNameLst>
                                          <p:attrName>style.visibility</p:attrName>
                                        </p:attrNameLst>
                                      </p:cBhvr>
                                      <p:to>
                                        <p:strVal val="visible"/>
                                      </p:to>
                                    </p:set>
                                    <p:animEffect filter="fade" transition="in">
                                      <p:cBhvr>
                                        <p:cTn dur="1000"/>
                                        <p:tgtEl>
                                          <p:spTgt spid="9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8"/>
                                        </p:tgtEl>
                                        <p:attrNameLst>
                                          <p:attrName>style.visibility</p:attrName>
                                        </p:attrNameLst>
                                      </p:cBhvr>
                                      <p:to>
                                        <p:strVal val="visible"/>
                                      </p:to>
                                    </p:set>
                                    <p:anim calcmode="lin" valueType="num">
                                      <p:cBhvr additive="base">
                                        <p:cTn dur="500"/>
                                        <p:tgtEl>
                                          <p:spTgt spid="98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35"/>
          <p:cNvSpPr txBox="1"/>
          <p:nvPr>
            <p:ph type="title"/>
          </p:nvPr>
        </p:nvSpPr>
        <p:spPr>
          <a:xfrm>
            <a:off x="123372" y="0"/>
            <a:ext cx="5972628" cy="914399"/>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C00000"/>
              </a:buClr>
              <a:buSzPct val="111111"/>
              <a:buFont typeface="Arial"/>
              <a:buNone/>
            </a:pPr>
            <a:r>
              <a:rPr lang="en-US">
                <a:solidFill>
                  <a:srgbClr val="0070C0"/>
                </a:solidFill>
                <a:latin typeface="Corben"/>
                <a:ea typeface="Corben"/>
                <a:cs typeface="Corben"/>
                <a:sym typeface="Corben"/>
              </a:rPr>
              <a:t>Case study (anxiety)</a:t>
            </a:r>
            <a:endParaRPr>
              <a:solidFill>
                <a:srgbClr val="0070C0"/>
              </a:solidFill>
              <a:latin typeface="Corben"/>
              <a:ea typeface="Corben"/>
              <a:cs typeface="Corben"/>
              <a:sym typeface="Corben"/>
            </a:endParaRPr>
          </a:p>
        </p:txBody>
      </p:sp>
      <p:sp>
        <p:nvSpPr>
          <p:cNvPr id="1008" name="Google Shape;1008;p35"/>
          <p:cNvSpPr txBox="1"/>
          <p:nvPr>
            <p:ph idx="1" type="body"/>
          </p:nvPr>
        </p:nvSpPr>
        <p:spPr>
          <a:xfrm>
            <a:off x="123372" y="914399"/>
            <a:ext cx="5769428" cy="5943601"/>
          </a:xfrm>
          <a:prstGeom prst="rect">
            <a:avLst/>
          </a:prstGeom>
          <a:noFill/>
          <a:ln>
            <a:noFill/>
          </a:ln>
        </p:spPr>
        <p:txBody>
          <a:bodyPr anchorCtr="0" anchor="t" bIns="45700" lIns="91425" spcFirstLastPara="1" rIns="91425" wrap="square" tIns="45700">
            <a:normAutofit fontScale="92500" lnSpcReduction="10000"/>
          </a:bodyPr>
          <a:lstStyle/>
          <a:p>
            <a:pPr indent="0" lvl="0" marL="0" rtl="0" algn="just">
              <a:lnSpc>
                <a:spcPct val="90000"/>
              </a:lnSpc>
              <a:spcBef>
                <a:spcPts val="0"/>
              </a:spcBef>
              <a:spcAft>
                <a:spcPts val="0"/>
              </a:spcAft>
              <a:buClr>
                <a:schemeClr val="dk1"/>
              </a:buClr>
              <a:buSzPct val="108108"/>
              <a:buNone/>
            </a:pPr>
            <a:r>
              <a:rPr lang="en-US">
                <a:latin typeface="Arial"/>
                <a:ea typeface="Arial"/>
                <a:cs typeface="Arial"/>
                <a:sym typeface="Arial"/>
              </a:rPr>
              <a:t>Mariam is a 12-year-old girl. She always appears worried and frequently bites her nails. She frequently leaves class with complaints of a headache that only occurs during school days. She is always worried about her family and if something bad would happen to them while she is at school, worried about her health and what will happen if she gets ill and worried about what others think of her. Sometimes when she gets anxious she feels her heart pounding and her body trembling, she becomes short of breath and starts to feel sweaty. She realizes that her worries are excessive but feels helpless confronting them.</a:t>
            </a:r>
            <a:endParaRPr>
              <a:latin typeface="Arial"/>
              <a:ea typeface="Arial"/>
              <a:cs typeface="Arial"/>
              <a:sym typeface="Arial"/>
            </a:endParaRPr>
          </a:p>
        </p:txBody>
      </p:sp>
      <p:sp>
        <p:nvSpPr>
          <p:cNvPr id="1009" name="Google Shape;1009;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010" name="Google Shape;1010;p35"/>
          <p:cNvSpPr/>
          <p:nvPr/>
        </p:nvSpPr>
        <p:spPr>
          <a:xfrm>
            <a:off x="5892800" y="0"/>
            <a:ext cx="6299200" cy="6858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7"/>
                                        </p:tgtEl>
                                        <p:attrNameLst>
                                          <p:attrName>style.visibility</p:attrName>
                                        </p:attrNameLst>
                                      </p:cBhvr>
                                      <p:to>
                                        <p:strVal val="visible"/>
                                      </p:to>
                                    </p:set>
                                    <p:animEffect filter="fade" transition="in">
                                      <p:cBhvr>
                                        <p:cTn dur="500"/>
                                        <p:tgtEl>
                                          <p:spTgt spid="10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8">
                                            <p:txEl>
                                              <p:pRg end="0" st="0"/>
                                            </p:txEl>
                                          </p:spTgt>
                                        </p:tgtEl>
                                        <p:attrNameLst>
                                          <p:attrName>style.visibility</p:attrName>
                                        </p:attrNameLst>
                                      </p:cBhvr>
                                      <p:to>
                                        <p:strVal val="visible"/>
                                      </p:to>
                                    </p:set>
                                    <p:animEffect filter="fade" transition="in">
                                      <p:cBhvr>
                                        <p:cTn dur="1000"/>
                                        <p:tgtEl>
                                          <p:spTgt spid="1008">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36"/>
          <p:cNvSpPr txBox="1"/>
          <p:nvPr>
            <p:ph type="title"/>
          </p:nvPr>
        </p:nvSpPr>
        <p:spPr>
          <a:xfrm>
            <a:off x="711200" y="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Arial"/>
              <a:buNone/>
            </a:pPr>
            <a:r>
              <a:rPr b="1" lang="en-US">
                <a:solidFill>
                  <a:srgbClr val="0070C0"/>
                </a:solidFill>
                <a:latin typeface="Corben"/>
                <a:ea typeface="Corben"/>
                <a:cs typeface="Corben"/>
                <a:sym typeface="Corben"/>
              </a:rPr>
              <a:t>Discussion: </a:t>
            </a:r>
            <a:endParaRPr b="1">
              <a:solidFill>
                <a:srgbClr val="0070C0"/>
              </a:solidFill>
              <a:latin typeface="Corben"/>
              <a:ea typeface="Corben"/>
              <a:cs typeface="Corben"/>
              <a:sym typeface="Corben"/>
            </a:endParaRPr>
          </a:p>
        </p:txBody>
      </p:sp>
      <p:grpSp>
        <p:nvGrpSpPr>
          <p:cNvPr id="1016" name="Google Shape;1016;p36"/>
          <p:cNvGrpSpPr/>
          <p:nvPr/>
        </p:nvGrpSpPr>
        <p:grpSpPr>
          <a:xfrm>
            <a:off x="1428901" y="1516373"/>
            <a:ext cx="8359963" cy="4602729"/>
            <a:chOff x="457351" y="438461"/>
            <a:chExt cx="8359963" cy="4602729"/>
          </a:xfrm>
        </p:grpSpPr>
        <p:sp>
          <p:nvSpPr>
            <p:cNvPr id="1017" name="Google Shape;1017;p36"/>
            <p:cNvSpPr/>
            <p:nvPr/>
          </p:nvSpPr>
          <p:spPr>
            <a:xfrm rot="5400000">
              <a:off x="708001" y="187811"/>
              <a:ext cx="2584500" cy="3085800"/>
            </a:xfrm>
            <a:prstGeom prst="hexagon">
              <a:avLst>
                <a:gd fmla="val 25000" name="adj"/>
                <a:gd fmla="val 115470" name="vf"/>
              </a:avLst>
            </a:prstGeom>
            <a:solidFill>
              <a:schemeClr val="accent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36"/>
            <p:cNvSpPr txBox="1"/>
            <p:nvPr/>
          </p:nvSpPr>
          <p:spPr>
            <a:xfrm>
              <a:off x="912750" y="789313"/>
              <a:ext cx="2197200" cy="1646400"/>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What strategies could be implemented by the teachers, the parents and the peers to support Mariam? </a:t>
              </a:r>
              <a:endParaRPr b="1" i="0" sz="1600" u="none" cap="none" strike="noStrike">
                <a:solidFill>
                  <a:schemeClr val="lt1"/>
                </a:solidFill>
                <a:latin typeface="Arial"/>
                <a:ea typeface="Arial"/>
                <a:cs typeface="Arial"/>
                <a:sym typeface="Arial"/>
              </a:endParaRPr>
            </a:p>
          </p:txBody>
        </p:sp>
        <p:sp>
          <p:nvSpPr>
            <p:cNvPr id="1019" name="Google Shape;1019;p36"/>
            <p:cNvSpPr/>
            <p:nvPr/>
          </p:nvSpPr>
          <p:spPr>
            <a:xfrm>
              <a:off x="5902456" y="656466"/>
              <a:ext cx="1476590" cy="79386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36"/>
            <p:cNvSpPr/>
            <p:nvPr/>
          </p:nvSpPr>
          <p:spPr>
            <a:xfrm rot="5400000">
              <a:off x="6024845" y="1297261"/>
              <a:ext cx="1323109" cy="1151105"/>
            </a:xfrm>
            <a:prstGeom prst="hexagon">
              <a:avLst>
                <a:gd fmla="val 25000" name="adj"/>
                <a:gd fmla="val 115470" name="vf"/>
              </a:avLst>
            </a:prstGeom>
            <a:solidFill>
              <a:schemeClr val="accent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36"/>
            <p:cNvSpPr txBox="1"/>
            <p:nvPr/>
          </p:nvSpPr>
          <p:spPr>
            <a:xfrm>
              <a:off x="6290228" y="1417445"/>
              <a:ext cx="792343" cy="91074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3600"/>
                <a:buFont typeface="Arial"/>
                <a:buNone/>
              </a:pPr>
              <a:r>
                <a:t/>
              </a:r>
              <a:endParaRPr b="0" i="0" sz="3600" u="none" cap="none" strike="noStrike">
                <a:solidFill>
                  <a:schemeClr val="lt1"/>
                </a:solidFill>
                <a:latin typeface="Arial"/>
                <a:ea typeface="Arial"/>
                <a:cs typeface="Arial"/>
                <a:sym typeface="Arial"/>
              </a:endParaRPr>
            </a:p>
          </p:txBody>
        </p:sp>
        <p:sp>
          <p:nvSpPr>
            <p:cNvPr id="1022" name="Google Shape;1022;p36"/>
            <p:cNvSpPr/>
            <p:nvPr/>
          </p:nvSpPr>
          <p:spPr>
            <a:xfrm rot="5400000">
              <a:off x="3773362" y="1935659"/>
              <a:ext cx="1853544" cy="2019890"/>
            </a:xfrm>
            <a:prstGeom prst="hexagon">
              <a:avLst>
                <a:gd fmla="val 25000" name="adj"/>
                <a:gd fmla="val 115470" name="vf"/>
              </a:avLst>
            </a:prstGeom>
            <a:solidFill>
              <a:schemeClr val="accent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36"/>
            <p:cNvSpPr txBox="1"/>
            <p:nvPr/>
          </p:nvSpPr>
          <p:spPr>
            <a:xfrm>
              <a:off x="4026837" y="2327756"/>
              <a:ext cx="1346594" cy="1235696"/>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Who else could support Mariam and how? </a:t>
              </a:r>
              <a:endParaRPr b="1" i="0" sz="1600" u="none" cap="none" strike="noStrike">
                <a:solidFill>
                  <a:schemeClr val="lt1"/>
                </a:solidFill>
                <a:latin typeface="Arial"/>
                <a:ea typeface="Arial"/>
                <a:cs typeface="Arial"/>
                <a:sym typeface="Arial"/>
              </a:endParaRPr>
            </a:p>
          </p:txBody>
        </p:sp>
        <p:sp>
          <p:nvSpPr>
            <p:cNvPr id="1024" name="Google Shape;1024;p36"/>
            <p:cNvSpPr/>
            <p:nvPr/>
          </p:nvSpPr>
          <p:spPr>
            <a:xfrm>
              <a:off x="2615852" y="2435731"/>
              <a:ext cx="1428958" cy="79386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36"/>
            <p:cNvSpPr/>
            <p:nvPr/>
          </p:nvSpPr>
          <p:spPr>
            <a:xfrm rot="5400000">
              <a:off x="4833497" y="4185087"/>
              <a:ext cx="848602" cy="863605"/>
            </a:xfrm>
            <a:prstGeom prst="hexagon">
              <a:avLst>
                <a:gd fmla="val 25000" name="adj"/>
                <a:gd fmla="val 115470" name="vf"/>
              </a:avLst>
            </a:prstGeom>
            <a:solidFill>
              <a:srgbClr val="4372C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36"/>
            <p:cNvSpPr txBox="1"/>
            <p:nvPr/>
          </p:nvSpPr>
          <p:spPr>
            <a:xfrm>
              <a:off x="4969930" y="4334022"/>
              <a:ext cx="575737" cy="565734"/>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3600"/>
                <a:buFont typeface="Arial"/>
                <a:buNone/>
              </a:pPr>
              <a:r>
                <a:t/>
              </a:r>
              <a:endParaRPr b="0" i="0" sz="3600" u="none" cap="none" strike="noStrike">
                <a:solidFill>
                  <a:schemeClr val="lt1"/>
                </a:solidFill>
                <a:latin typeface="Arial"/>
                <a:ea typeface="Arial"/>
                <a:cs typeface="Arial"/>
                <a:sym typeface="Arial"/>
              </a:endParaRPr>
            </a:p>
          </p:txBody>
        </p:sp>
        <p:sp>
          <p:nvSpPr>
            <p:cNvPr id="1027" name="Google Shape;1027;p36"/>
            <p:cNvSpPr/>
            <p:nvPr/>
          </p:nvSpPr>
          <p:spPr>
            <a:xfrm rot="5400000">
              <a:off x="6676562" y="2650364"/>
              <a:ext cx="1900766" cy="2380739"/>
            </a:xfrm>
            <a:prstGeom prst="hexagon">
              <a:avLst>
                <a:gd fmla="val 25000" name="adj"/>
                <a:gd fmla="val 115470" name="vf"/>
              </a:avLst>
            </a:prstGeom>
            <a:solidFill>
              <a:schemeClr val="accent6"/>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36"/>
            <p:cNvSpPr txBox="1"/>
            <p:nvPr/>
          </p:nvSpPr>
          <p:spPr>
            <a:xfrm>
              <a:off x="6833366" y="3207144"/>
              <a:ext cx="1587159" cy="1267178"/>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When would you refer Mariam to a specialist?</a:t>
              </a:r>
              <a:endParaRPr b="1" i="0" sz="1600" u="none" cap="none" strike="noStrike">
                <a:solidFill>
                  <a:schemeClr val="lt1"/>
                </a:solidFill>
                <a:latin typeface="Arial"/>
                <a:ea typeface="Arial"/>
                <a:cs typeface="Arial"/>
                <a:sym typeface="Arial"/>
              </a:endParaRPr>
            </a:p>
          </p:txBody>
        </p:sp>
        <p:sp>
          <p:nvSpPr>
            <p:cNvPr id="1029" name="Google Shape;1029;p36"/>
            <p:cNvSpPr/>
            <p:nvPr/>
          </p:nvSpPr>
          <p:spPr>
            <a:xfrm>
              <a:off x="5902456" y="4112831"/>
              <a:ext cx="1476590" cy="79386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36"/>
            <p:cNvSpPr/>
            <p:nvPr/>
          </p:nvSpPr>
          <p:spPr>
            <a:xfrm rot="5400000">
              <a:off x="1899752" y="3767332"/>
              <a:ext cx="892556" cy="871444"/>
            </a:xfrm>
            <a:prstGeom prst="hexagon">
              <a:avLst>
                <a:gd fmla="val 25000" name="adj"/>
                <a:gd fmla="val 115470" name="vf"/>
              </a:avLst>
            </a:prstGeom>
            <a:solidFill>
              <a:schemeClr val="accent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36"/>
            <p:cNvSpPr txBox="1"/>
            <p:nvPr/>
          </p:nvSpPr>
          <p:spPr>
            <a:xfrm>
              <a:off x="2053831" y="3903776"/>
              <a:ext cx="584398" cy="598556"/>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3600"/>
                <a:buFont typeface="Arial"/>
                <a:buNone/>
              </a:pPr>
              <a:r>
                <a:t/>
              </a:r>
              <a:endParaRPr b="0" i="0" sz="3600" u="none" cap="none" strike="noStrike">
                <a:solidFill>
                  <a:schemeClr val="lt1"/>
                </a:solidFill>
                <a:latin typeface="Arial"/>
                <a:ea typeface="Arial"/>
                <a:cs typeface="Arial"/>
                <a:sym typeface="Arial"/>
              </a:endParaRPr>
            </a:p>
          </p:txBody>
        </p:sp>
      </p:grpSp>
      <p:sp>
        <p:nvSpPr>
          <p:cNvPr id="1032" name="Google Shape;1032;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5"/>
                                        </p:tgtEl>
                                        <p:attrNameLst>
                                          <p:attrName>style.visibility</p:attrName>
                                        </p:attrNameLst>
                                      </p:cBhvr>
                                      <p:to>
                                        <p:strVal val="visible"/>
                                      </p:to>
                                    </p:set>
                                    <p:anim calcmode="lin" valueType="num">
                                      <p:cBhvr additive="base">
                                        <p:cTn dur="500"/>
                                        <p:tgtEl>
                                          <p:spTgt spid="101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5"/>
                                        </p:tgtEl>
                                        <p:attrNameLst>
                                          <p:attrName>style.visibility</p:attrName>
                                        </p:attrNameLst>
                                      </p:cBhvr>
                                      <p:to>
                                        <p:strVal val="visible"/>
                                      </p:to>
                                    </p:set>
                                    <p:animEffect filter="fade" transition="in">
                                      <p:cBhvr>
                                        <p:cTn dur="1000"/>
                                        <p:tgtEl>
                                          <p:spTgt spid="10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p37"/>
          <p:cNvSpPr txBox="1"/>
          <p:nvPr/>
        </p:nvSpPr>
        <p:spPr>
          <a:xfrm>
            <a:off x="7211046" y="2136350"/>
            <a:ext cx="6263100" cy="258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400"/>
              <a:buFont typeface="Arial"/>
              <a:buNone/>
            </a:pPr>
            <a:r>
              <a:rPr b="1" i="0" lang="en-US" sz="5400" u="none" cap="none" strike="noStrike">
                <a:solidFill>
                  <a:schemeClr val="accent1"/>
                </a:solidFill>
                <a:latin typeface="Corben"/>
                <a:ea typeface="Corben"/>
                <a:cs typeface="Corben"/>
                <a:sym typeface="Corben"/>
              </a:rPr>
              <a:t>Mental health and friendship.</a:t>
            </a:r>
            <a:endParaRPr b="1" i="0" sz="5400" u="none" cap="none" strike="noStrike">
              <a:solidFill>
                <a:schemeClr val="accent1"/>
              </a:solidFill>
              <a:latin typeface="Corben"/>
              <a:ea typeface="Corben"/>
              <a:cs typeface="Corben"/>
              <a:sym typeface="Corben"/>
            </a:endParaRPr>
          </a:p>
        </p:txBody>
      </p:sp>
      <p:sp>
        <p:nvSpPr>
          <p:cNvPr id="1038" name="Google Shape;1038;p37"/>
          <p:cNvSpPr txBox="1"/>
          <p:nvPr>
            <p:ph idx="12" type="sldNum"/>
          </p:nvPr>
        </p:nvSpPr>
        <p:spPr>
          <a:xfrm>
            <a:off x="8610600" y="6356350"/>
            <a:ext cx="1251585"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1039" name="Google Shape;1039;p37"/>
          <p:cNvGrpSpPr/>
          <p:nvPr/>
        </p:nvGrpSpPr>
        <p:grpSpPr>
          <a:xfrm>
            <a:off x="-920750" y="-328822"/>
            <a:ext cx="7981950" cy="7515642"/>
            <a:chOff x="-742950" y="53558"/>
            <a:chExt cx="7981950" cy="7515642"/>
          </a:xfrm>
        </p:grpSpPr>
        <p:grpSp>
          <p:nvGrpSpPr>
            <p:cNvPr id="1040" name="Google Shape;1040;p37"/>
            <p:cNvGrpSpPr/>
            <p:nvPr/>
          </p:nvGrpSpPr>
          <p:grpSpPr>
            <a:xfrm>
              <a:off x="-679450" y="53558"/>
              <a:ext cx="5683250" cy="4010442"/>
              <a:chOff x="-679450" y="53558"/>
              <a:chExt cx="5683250" cy="4010442"/>
            </a:xfrm>
          </p:grpSpPr>
          <p:sp>
            <p:nvSpPr>
              <p:cNvPr id="1041" name="Google Shape;1041;p37"/>
              <p:cNvSpPr/>
              <p:nvPr/>
            </p:nvSpPr>
            <p:spPr>
              <a:xfrm rot="5400000">
                <a:off x="483979" y="64879"/>
                <a:ext cx="2245142" cy="22225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42" name="Google Shape;1042;p37"/>
              <p:cNvSpPr/>
              <p:nvPr/>
            </p:nvSpPr>
            <p:spPr>
              <a:xfrm rot="5400000">
                <a:off x="1595229" y="1830179"/>
                <a:ext cx="2245142" cy="22225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43" name="Google Shape;1043;p37"/>
              <p:cNvSpPr/>
              <p:nvPr/>
            </p:nvSpPr>
            <p:spPr>
              <a:xfrm rot="5400000">
                <a:off x="-690771" y="1804780"/>
                <a:ext cx="2245142" cy="22225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44" name="Google Shape;1044;p37"/>
              <p:cNvSpPr/>
              <p:nvPr/>
            </p:nvSpPr>
            <p:spPr>
              <a:xfrm rot="5400000">
                <a:off x="2769979" y="77579"/>
                <a:ext cx="2245142" cy="22225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1045" name="Google Shape;1045;p37"/>
            <p:cNvGrpSpPr/>
            <p:nvPr/>
          </p:nvGrpSpPr>
          <p:grpSpPr>
            <a:xfrm>
              <a:off x="-742950" y="3558758"/>
              <a:ext cx="4508500" cy="4010442"/>
              <a:chOff x="-679450" y="53558"/>
              <a:chExt cx="4508500" cy="4010442"/>
            </a:xfrm>
          </p:grpSpPr>
          <p:sp>
            <p:nvSpPr>
              <p:cNvPr id="1046" name="Google Shape;1046;p37"/>
              <p:cNvSpPr/>
              <p:nvPr/>
            </p:nvSpPr>
            <p:spPr>
              <a:xfrm rot="5400000">
                <a:off x="483979" y="64879"/>
                <a:ext cx="2245142" cy="22225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47" name="Google Shape;1047;p37"/>
              <p:cNvSpPr/>
              <p:nvPr/>
            </p:nvSpPr>
            <p:spPr>
              <a:xfrm rot="5400000">
                <a:off x="1595229" y="1830179"/>
                <a:ext cx="2245142" cy="22225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48" name="Google Shape;1048;p37"/>
              <p:cNvSpPr/>
              <p:nvPr/>
            </p:nvSpPr>
            <p:spPr>
              <a:xfrm rot="5400000">
                <a:off x="-690771" y="1804780"/>
                <a:ext cx="2245142" cy="22225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1049" name="Google Shape;1049;p37"/>
            <p:cNvGrpSpPr/>
            <p:nvPr/>
          </p:nvGrpSpPr>
          <p:grpSpPr>
            <a:xfrm>
              <a:off x="2730500" y="1831559"/>
              <a:ext cx="4508500" cy="4010442"/>
              <a:chOff x="-679450" y="53558"/>
              <a:chExt cx="4508500" cy="4010442"/>
            </a:xfrm>
          </p:grpSpPr>
          <p:sp>
            <p:nvSpPr>
              <p:cNvPr id="1050" name="Google Shape;1050;p37"/>
              <p:cNvSpPr/>
              <p:nvPr/>
            </p:nvSpPr>
            <p:spPr>
              <a:xfrm rot="5400000">
                <a:off x="483979" y="64879"/>
                <a:ext cx="2245142" cy="22225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51" name="Google Shape;1051;p37"/>
              <p:cNvSpPr/>
              <p:nvPr/>
            </p:nvSpPr>
            <p:spPr>
              <a:xfrm rot="5400000">
                <a:off x="1595229" y="1830179"/>
                <a:ext cx="2245142" cy="22225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52" name="Google Shape;1052;p37"/>
              <p:cNvSpPr/>
              <p:nvPr/>
            </p:nvSpPr>
            <p:spPr>
              <a:xfrm rot="5400000">
                <a:off x="-690771" y="1804780"/>
                <a:ext cx="2245142" cy="2222500"/>
              </a:xfrm>
              <a:prstGeom prst="hexagon">
                <a:avLst>
                  <a:gd fmla="val 25000" name="adj"/>
                  <a:gd fmla="val 115470" name="vf"/>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spTree>
  </p:cSld>
  <p:clrMapOvr>
    <a:masterClrMapping/>
  </p:clrMapOvr>
  <p:transition spd="slow">
    <p:wipe dir="l"/>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38"/>
          <p:cNvSpPr txBox="1"/>
          <p:nvPr>
            <p:ph idx="1" type="body"/>
          </p:nvPr>
        </p:nvSpPr>
        <p:spPr>
          <a:xfrm>
            <a:off x="723900" y="1295400"/>
            <a:ext cx="4711699" cy="4267200"/>
          </a:xfrm>
          <a:prstGeom prst="rect">
            <a:avLst/>
          </a:prstGeom>
          <a:noFill/>
          <a:ln>
            <a:noFill/>
          </a:ln>
        </p:spPr>
        <p:txBody>
          <a:bodyPr anchorCtr="0" anchor="t" bIns="45700" lIns="91425" spcFirstLastPara="1" rIns="91425" wrap="square" tIns="45700">
            <a:normAutofit fontScale="92500"/>
          </a:bodyPr>
          <a:lstStyle/>
          <a:p>
            <a:pPr indent="0" lvl="0" marL="0" rtl="0" algn="l">
              <a:lnSpc>
                <a:spcPct val="150000"/>
              </a:lnSpc>
              <a:spcBef>
                <a:spcPts val="0"/>
              </a:spcBef>
              <a:spcAft>
                <a:spcPts val="0"/>
              </a:spcAft>
              <a:buClr>
                <a:schemeClr val="dk1"/>
              </a:buClr>
              <a:buSzPct val="108108"/>
              <a:buNone/>
            </a:pPr>
            <a:r>
              <a:rPr lang="en-US">
                <a:latin typeface="Arial"/>
                <a:ea typeface="Arial"/>
                <a:cs typeface="Arial"/>
                <a:sym typeface="Arial"/>
              </a:rPr>
              <a:t>Friendship is a crucial element in protecting our mental health. Our friends can keep us grounded, help us get things in perspective, and help us manage life's problems.</a:t>
            </a:r>
            <a:endParaRPr>
              <a:latin typeface="Arial"/>
              <a:ea typeface="Arial"/>
              <a:cs typeface="Arial"/>
              <a:sym typeface="Arial"/>
            </a:endParaRPr>
          </a:p>
        </p:txBody>
      </p:sp>
      <p:sp>
        <p:nvSpPr>
          <p:cNvPr id="1058" name="Google Shape;1058;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1059" name="Google Shape;1059;p38"/>
          <p:cNvGrpSpPr/>
          <p:nvPr/>
        </p:nvGrpSpPr>
        <p:grpSpPr>
          <a:xfrm>
            <a:off x="5524501" y="-228600"/>
            <a:ext cx="7048500" cy="7391400"/>
            <a:chOff x="5080000" y="-1022536"/>
            <a:chExt cx="8115300" cy="7880536"/>
          </a:xfrm>
        </p:grpSpPr>
        <p:grpSp>
          <p:nvGrpSpPr>
            <p:cNvPr id="1060" name="Google Shape;1060;p38"/>
            <p:cNvGrpSpPr/>
            <p:nvPr/>
          </p:nvGrpSpPr>
          <p:grpSpPr>
            <a:xfrm>
              <a:off x="5092700" y="4305300"/>
              <a:ext cx="8102600" cy="2552700"/>
              <a:chOff x="5080000" y="3822700"/>
              <a:chExt cx="8102600" cy="3035300"/>
            </a:xfrm>
          </p:grpSpPr>
          <p:sp>
            <p:nvSpPr>
              <p:cNvPr id="1061" name="Google Shape;1061;p38"/>
              <p:cNvSpPr/>
              <p:nvPr/>
            </p:nvSpPr>
            <p:spPr>
              <a:xfrm>
                <a:off x="50927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62" name="Google Shape;1062;p38"/>
              <p:cNvSpPr/>
              <p:nvPr/>
            </p:nvSpPr>
            <p:spPr>
              <a:xfrm>
                <a:off x="62103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63" name="Google Shape;1063;p38"/>
              <p:cNvSpPr/>
              <p:nvPr/>
            </p:nvSpPr>
            <p:spPr>
              <a:xfrm>
                <a:off x="73279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64" name="Google Shape;1064;p38"/>
              <p:cNvSpPr/>
              <p:nvPr/>
            </p:nvSpPr>
            <p:spPr>
              <a:xfrm>
                <a:off x="84455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65" name="Google Shape;1065;p38"/>
              <p:cNvSpPr/>
              <p:nvPr/>
            </p:nvSpPr>
            <p:spPr>
              <a:xfrm>
                <a:off x="95631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66" name="Google Shape;1066;p38"/>
              <p:cNvSpPr/>
              <p:nvPr/>
            </p:nvSpPr>
            <p:spPr>
              <a:xfrm>
                <a:off x="106807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67" name="Google Shape;1067;p38"/>
              <p:cNvSpPr/>
              <p:nvPr/>
            </p:nvSpPr>
            <p:spPr>
              <a:xfrm>
                <a:off x="117983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68" name="Google Shape;1068;p38"/>
              <p:cNvSpPr/>
              <p:nvPr/>
            </p:nvSpPr>
            <p:spPr>
              <a:xfrm flipH="1">
                <a:off x="50800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69" name="Google Shape;1069;p38"/>
              <p:cNvSpPr/>
              <p:nvPr/>
            </p:nvSpPr>
            <p:spPr>
              <a:xfrm flipH="1">
                <a:off x="62103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70" name="Google Shape;1070;p38"/>
              <p:cNvSpPr/>
              <p:nvPr/>
            </p:nvSpPr>
            <p:spPr>
              <a:xfrm flipH="1">
                <a:off x="73279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71" name="Google Shape;1071;p38"/>
              <p:cNvSpPr/>
              <p:nvPr/>
            </p:nvSpPr>
            <p:spPr>
              <a:xfrm flipH="1">
                <a:off x="84455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72" name="Google Shape;1072;p38"/>
              <p:cNvSpPr/>
              <p:nvPr/>
            </p:nvSpPr>
            <p:spPr>
              <a:xfrm flipH="1">
                <a:off x="95631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73" name="Google Shape;1073;p38"/>
              <p:cNvSpPr/>
              <p:nvPr/>
            </p:nvSpPr>
            <p:spPr>
              <a:xfrm flipH="1">
                <a:off x="106807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74" name="Google Shape;1074;p38"/>
              <p:cNvSpPr/>
              <p:nvPr/>
            </p:nvSpPr>
            <p:spPr>
              <a:xfrm flipH="1">
                <a:off x="117983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1075" name="Google Shape;1075;p38"/>
            <p:cNvGrpSpPr/>
            <p:nvPr/>
          </p:nvGrpSpPr>
          <p:grpSpPr>
            <a:xfrm>
              <a:off x="5092700" y="1635696"/>
              <a:ext cx="8102600" cy="2616200"/>
              <a:chOff x="5080000" y="3822700"/>
              <a:chExt cx="8102600" cy="3035300"/>
            </a:xfrm>
          </p:grpSpPr>
          <p:sp>
            <p:nvSpPr>
              <p:cNvPr id="1076" name="Google Shape;1076;p38"/>
              <p:cNvSpPr/>
              <p:nvPr/>
            </p:nvSpPr>
            <p:spPr>
              <a:xfrm>
                <a:off x="50927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77" name="Google Shape;1077;p38"/>
              <p:cNvSpPr/>
              <p:nvPr/>
            </p:nvSpPr>
            <p:spPr>
              <a:xfrm>
                <a:off x="62103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78" name="Google Shape;1078;p38"/>
              <p:cNvSpPr/>
              <p:nvPr/>
            </p:nvSpPr>
            <p:spPr>
              <a:xfrm>
                <a:off x="73279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79" name="Google Shape;1079;p38"/>
              <p:cNvSpPr/>
              <p:nvPr/>
            </p:nvSpPr>
            <p:spPr>
              <a:xfrm>
                <a:off x="84455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80" name="Google Shape;1080;p38"/>
              <p:cNvSpPr/>
              <p:nvPr/>
            </p:nvSpPr>
            <p:spPr>
              <a:xfrm>
                <a:off x="95631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81" name="Google Shape;1081;p38"/>
              <p:cNvSpPr/>
              <p:nvPr/>
            </p:nvSpPr>
            <p:spPr>
              <a:xfrm>
                <a:off x="106807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82" name="Google Shape;1082;p38"/>
              <p:cNvSpPr/>
              <p:nvPr/>
            </p:nvSpPr>
            <p:spPr>
              <a:xfrm>
                <a:off x="117983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83" name="Google Shape;1083;p38"/>
              <p:cNvSpPr/>
              <p:nvPr/>
            </p:nvSpPr>
            <p:spPr>
              <a:xfrm flipH="1">
                <a:off x="50800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84" name="Google Shape;1084;p38"/>
              <p:cNvSpPr/>
              <p:nvPr/>
            </p:nvSpPr>
            <p:spPr>
              <a:xfrm flipH="1">
                <a:off x="62103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85" name="Google Shape;1085;p38"/>
              <p:cNvSpPr/>
              <p:nvPr/>
            </p:nvSpPr>
            <p:spPr>
              <a:xfrm flipH="1">
                <a:off x="73279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86" name="Google Shape;1086;p38"/>
              <p:cNvSpPr/>
              <p:nvPr/>
            </p:nvSpPr>
            <p:spPr>
              <a:xfrm flipH="1">
                <a:off x="84455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87" name="Google Shape;1087;p38"/>
              <p:cNvSpPr/>
              <p:nvPr/>
            </p:nvSpPr>
            <p:spPr>
              <a:xfrm flipH="1">
                <a:off x="95631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88" name="Google Shape;1088;p38"/>
              <p:cNvSpPr/>
              <p:nvPr/>
            </p:nvSpPr>
            <p:spPr>
              <a:xfrm flipH="1">
                <a:off x="106807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89" name="Google Shape;1089;p38"/>
              <p:cNvSpPr/>
              <p:nvPr/>
            </p:nvSpPr>
            <p:spPr>
              <a:xfrm flipH="1">
                <a:off x="117983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1090" name="Google Shape;1090;p38"/>
            <p:cNvGrpSpPr/>
            <p:nvPr/>
          </p:nvGrpSpPr>
          <p:grpSpPr>
            <a:xfrm>
              <a:off x="5080000" y="-1022536"/>
              <a:ext cx="8102600" cy="2616200"/>
              <a:chOff x="5080000" y="3822700"/>
              <a:chExt cx="8102600" cy="3035300"/>
            </a:xfrm>
          </p:grpSpPr>
          <p:sp>
            <p:nvSpPr>
              <p:cNvPr id="1091" name="Google Shape;1091;p38"/>
              <p:cNvSpPr/>
              <p:nvPr/>
            </p:nvSpPr>
            <p:spPr>
              <a:xfrm>
                <a:off x="50927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92" name="Google Shape;1092;p38"/>
              <p:cNvSpPr/>
              <p:nvPr/>
            </p:nvSpPr>
            <p:spPr>
              <a:xfrm>
                <a:off x="62103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93" name="Google Shape;1093;p38"/>
              <p:cNvSpPr/>
              <p:nvPr/>
            </p:nvSpPr>
            <p:spPr>
              <a:xfrm>
                <a:off x="73279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94" name="Google Shape;1094;p38"/>
              <p:cNvSpPr/>
              <p:nvPr/>
            </p:nvSpPr>
            <p:spPr>
              <a:xfrm>
                <a:off x="84455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95" name="Google Shape;1095;p38"/>
              <p:cNvSpPr/>
              <p:nvPr/>
            </p:nvSpPr>
            <p:spPr>
              <a:xfrm>
                <a:off x="95631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96" name="Google Shape;1096;p38"/>
              <p:cNvSpPr/>
              <p:nvPr/>
            </p:nvSpPr>
            <p:spPr>
              <a:xfrm>
                <a:off x="106807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97" name="Google Shape;1097;p38"/>
              <p:cNvSpPr/>
              <p:nvPr/>
            </p:nvSpPr>
            <p:spPr>
              <a:xfrm>
                <a:off x="11798300" y="53721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98" name="Google Shape;1098;p38"/>
              <p:cNvSpPr/>
              <p:nvPr/>
            </p:nvSpPr>
            <p:spPr>
              <a:xfrm flipH="1">
                <a:off x="50800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99" name="Google Shape;1099;p38"/>
              <p:cNvSpPr/>
              <p:nvPr/>
            </p:nvSpPr>
            <p:spPr>
              <a:xfrm flipH="1">
                <a:off x="62103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00" name="Google Shape;1100;p38"/>
              <p:cNvSpPr/>
              <p:nvPr/>
            </p:nvSpPr>
            <p:spPr>
              <a:xfrm flipH="1">
                <a:off x="73279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01" name="Google Shape;1101;p38"/>
              <p:cNvSpPr/>
              <p:nvPr/>
            </p:nvSpPr>
            <p:spPr>
              <a:xfrm flipH="1">
                <a:off x="84455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02" name="Google Shape;1102;p38"/>
              <p:cNvSpPr/>
              <p:nvPr/>
            </p:nvSpPr>
            <p:spPr>
              <a:xfrm flipH="1">
                <a:off x="95631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03" name="Google Shape;1103;p38"/>
              <p:cNvSpPr/>
              <p:nvPr/>
            </p:nvSpPr>
            <p:spPr>
              <a:xfrm flipH="1">
                <a:off x="106807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04" name="Google Shape;1104;p38"/>
              <p:cNvSpPr/>
              <p:nvPr/>
            </p:nvSpPr>
            <p:spPr>
              <a:xfrm flipH="1">
                <a:off x="11798300" y="3822700"/>
                <a:ext cx="1384300" cy="1485900"/>
              </a:xfrm>
              <a:prstGeom prst="parallelogram">
                <a:avLst>
                  <a:gd fmla="val 25000" name="adj"/>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spTree>
  </p:cSld>
  <p:clrMapOvr>
    <a:masterClrMapping/>
  </p:clrMapOvr>
  <p:transition spd="slow">
    <p:push/>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sp>
        <p:nvSpPr>
          <p:cNvPr id="1109" name="Google Shape;1109;p39"/>
          <p:cNvSpPr txBox="1"/>
          <p:nvPr>
            <p:ph type="title"/>
          </p:nvPr>
        </p:nvSpPr>
        <p:spPr>
          <a:xfrm>
            <a:off x="838199" y="3397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Arial"/>
              <a:buNone/>
            </a:pPr>
            <a:r>
              <a:rPr b="1" lang="en-US">
                <a:solidFill>
                  <a:srgbClr val="0070C0"/>
                </a:solidFill>
                <a:latin typeface="Corben"/>
                <a:ea typeface="Corben"/>
                <a:cs typeface="Corben"/>
                <a:sym typeface="Corben"/>
              </a:rPr>
              <a:t>Testimonials</a:t>
            </a:r>
            <a:endParaRPr b="1">
              <a:solidFill>
                <a:srgbClr val="0070C0"/>
              </a:solidFill>
              <a:latin typeface="Corben"/>
              <a:ea typeface="Corben"/>
              <a:cs typeface="Corben"/>
              <a:sym typeface="Corben"/>
            </a:endParaRPr>
          </a:p>
        </p:txBody>
      </p:sp>
      <p:grpSp>
        <p:nvGrpSpPr>
          <p:cNvPr id="1110" name="Google Shape;1110;p39"/>
          <p:cNvGrpSpPr/>
          <p:nvPr/>
        </p:nvGrpSpPr>
        <p:grpSpPr>
          <a:xfrm>
            <a:off x="838200" y="1537699"/>
            <a:ext cx="10515600" cy="4481103"/>
            <a:chOff x="0" y="998"/>
            <a:chExt cx="10515600" cy="4481103"/>
          </a:xfrm>
        </p:grpSpPr>
        <p:sp>
          <p:nvSpPr>
            <p:cNvPr id="1111" name="Google Shape;1111;p39"/>
            <p:cNvSpPr/>
            <p:nvPr/>
          </p:nvSpPr>
          <p:spPr>
            <a:xfrm>
              <a:off x="0" y="998"/>
              <a:ext cx="10515600" cy="735249"/>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39"/>
            <p:cNvSpPr txBox="1"/>
            <p:nvPr/>
          </p:nvSpPr>
          <p:spPr>
            <a:xfrm>
              <a:off x="35892" y="36890"/>
              <a:ext cx="10443816" cy="663465"/>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“The best thing my friend did for me was that they just accepted me as I was.”</a:t>
              </a:r>
              <a:endParaRPr b="0" i="0" sz="2000" u="none" cap="none" strike="noStrike">
                <a:solidFill>
                  <a:schemeClr val="lt1"/>
                </a:solidFill>
                <a:latin typeface="Arial"/>
                <a:ea typeface="Arial"/>
                <a:cs typeface="Arial"/>
                <a:sym typeface="Arial"/>
              </a:endParaRPr>
            </a:p>
          </p:txBody>
        </p:sp>
        <p:sp>
          <p:nvSpPr>
            <p:cNvPr id="1113" name="Google Shape;1113;p39"/>
            <p:cNvSpPr/>
            <p:nvPr/>
          </p:nvSpPr>
          <p:spPr>
            <a:xfrm>
              <a:off x="0" y="750169"/>
              <a:ext cx="10515600" cy="735249"/>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39"/>
            <p:cNvSpPr txBox="1"/>
            <p:nvPr/>
          </p:nvSpPr>
          <p:spPr>
            <a:xfrm>
              <a:off x="35892" y="786061"/>
              <a:ext cx="10443816" cy="663465"/>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“They kept coming to see me even though I didn’t seem to want them and they made me laugh.”</a:t>
              </a:r>
              <a:endParaRPr b="0" i="0" sz="2000" u="none" cap="none" strike="noStrike">
                <a:solidFill>
                  <a:schemeClr val="lt1"/>
                </a:solidFill>
                <a:latin typeface="Arial"/>
                <a:ea typeface="Arial"/>
                <a:cs typeface="Arial"/>
                <a:sym typeface="Arial"/>
              </a:endParaRPr>
            </a:p>
          </p:txBody>
        </p:sp>
        <p:sp>
          <p:nvSpPr>
            <p:cNvPr id="1115" name="Google Shape;1115;p39"/>
            <p:cNvSpPr/>
            <p:nvPr/>
          </p:nvSpPr>
          <p:spPr>
            <a:xfrm>
              <a:off x="0" y="1499340"/>
              <a:ext cx="10515600" cy="735249"/>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39"/>
            <p:cNvSpPr txBox="1"/>
            <p:nvPr/>
          </p:nvSpPr>
          <p:spPr>
            <a:xfrm>
              <a:off x="35892" y="1535232"/>
              <a:ext cx="10443816" cy="663465"/>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“I wanted my friends to know so they...would cut me some slack if I behaved oddly.”</a:t>
              </a:r>
              <a:endParaRPr b="0" i="0" sz="2000" u="none" cap="none" strike="noStrike">
                <a:solidFill>
                  <a:schemeClr val="lt1"/>
                </a:solidFill>
                <a:latin typeface="Arial"/>
                <a:ea typeface="Arial"/>
                <a:cs typeface="Arial"/>
                <a:sym typeface="Arial"/>
              </a:endParaRPr>
            </a:p>
          </p:txBody>
        </p:sp>
        <p:sp>
          <p:nvSpPr>
            <p:cNvPr id="1117" name="Google Shape;1117;p39"/>
            <p:cNvSpPr/>
            <p:nvPr/>
          </p:nvSpPr>
          <p:spPr>
            <a:xfrm>
              <a:off x="0" y="2248510"/>
              <a:ext cx="10515600" cy="735249"/>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39"/>
            <p:cNvSpPr txBox="1"/>
            <p:nvPr/>
          </p:nvSpPr>
          <p:spPr>
            <a:xfrm>
              <a:off x="35892" y="2284402"/>
              <a:ext cx="10443816" cy="663465"/>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“My friend asked me questions, didn’t just assume things, she really wanted to know.”</a:t>
              </a:r>
              <a:endParaRPr b="0" i="0" sz="2000" u="none" cap="none" strike="noStrike">
                <a:solidFill>
                  <a:schemeClr val="lt1"/>
                </a:solidFill>
                <a:latin typeface="Arial"/>
                <a:ea typeface="Arial"/>
                <a:cs typeface="Arial"/>
                <a:sym typeface="Arial"/>
              </a:endParaRPr>
            </a:p>
          </p:txBody>
        </p:sp>
        <p:sp>
          <p:nvSpPr>
            <p:cNvPr id="1119" name="Google Shape;1119;p39"/>
            <p:cNvSpPr/>
            <p:nvPr/>
          </p:nvSpPr>
          <p:spPr>
            <a:xfrm>
              <a:off x="0" y="2997681"/>
              <a:ext cx="10515600" cy="735249"/>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39"/>
            <p:cNvSpPr txBox="1"/>
            <p:nvPr/>
          </p:nvSpPr>
          <p:spPr>
            <a:xfrm>
              <a:off x="35892" y="3033573"/>
              <a:ext cx="10443816" cy="663465"/>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“My friend realised I had taken an overdose and rang for an ambulance... but has never judged me or criticised my action.”</a:t>
              </a:r>
              <a:endParaRPr b="0" i="0" sz="2000" u="none" cap="none" strike="noStrike">
                <a:solidFill>
                  <a:schemeClr val="lt1"/>
                </a:solidFill>
                <a:latin typeface="Arial"/>
                <a:ea typeface="Arial"/>
                <a:cs typeface="Arial"/>
                <a:sym typeface="Arial"/>
              </a:endParaRPr>
            </a:p>
          </p:txBody>
        </p:sp>
        <p:sp>
          <p:nvSpPr>
            <p:cNvPr id="1121" name="Google Shape;1121;p39"/>
            <p:cNvSpPr/>
            <p:nvPr/>
          </p:nvSpPr>
          <p:spPr>
            <a:xfrm>
              <a:off x="0" y="3746852"/>
              <a:ext cx="10515600" cy="735249"/>
            </a:xfrm>
            <a:prstGeom prst="roundRect">
              <a:avLst>
                <a:gd fmla="val 16667" name="adj"/>
              </a:avLst>
            </a:prstGeom>
            <a:solidFill>
              <a:schemeClr val="dk2"/>
            </a:solidFill>
            <a:ln cap="flat" cmpd="sng" w="254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39"/>
            <p:cNvSpPr txBox="1"/>
            <p:nvPr/>
          </p:nvSpPr>
          <p:spPr>
            <a:xfrm>
              <a:off x="35892" y="3782744"/>
              <a:ext cx="10443816" cy="663465"/>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“My friend phoned me, talked to me about normal stuff, sent me letters, took me out sometimes.”</a:t>
              </a:r>
              <a:endParaRPr b="0" i="0" sz="2000" u="none" cap="none" strike="noStrike">
                <a:solidFill>
                  <a:schemeClr val="lt1"/>
                </a:solidFill>
                <a:latin typeface="Arial"/>
                <a:ea typeface="Arial"/>
                <a:cs typeface="Arial"/>
                <a:sym typeface="Arial"/>
              </a:endParaRPr>
            </a:p>
          </p:txBody>
        </p:sp>
      </p:grpSp>
      <p:sp>
        <p:nvSpPr>
          <p:cNvPr id="1123" name="Google Shape;1123;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124" name="Google Shape;1124;p39"/>
          <p:cNvSpPr txBox="1"/>
          <p:nvPr/>
        </p:nvSpPr>
        <p:spPr>
          <a:xfrm>
            <a:off x="2908300" y="6172200"/>
            <a:ext cx="85598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Source: https://www.mentalhealth.org.uk/explore-mental-health/a-z-topics/friendship-and-mental-health</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9"/>
                                        </p:tgtEl>
                                        <p:attrNameLst>
                                          <p:attrName>style.visibility</p:attrName>
                                        </p:attrNameLst>
                                      </p:cBhvr>
                                      <p:to>
                                        <p:strVal val="visible"/>
                                      </p:to>
                                    </p:set>
                                    <p:animEffect filter="fade" transition="in">
                                      <p:cBhvr>
                                        <p:cTn dur="500"/>
                                        <p:tgtEl>
                                          <p:spTgt spid="11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09"/>
                                        </p:tgtEl>
                                        <p:attrNameLst>
                                          <p:attrName>style.visibility</p:attrName>
                                        </p:attrNameLst>
                                      </p:cBhvr>
                                      <p:to>
                                        <p:strVal val="visible"/>
                                      </p:to>
                                    </p:set>
                                    <p:anim calcmode="lin" valueType="num">
                                      <p:cBhvr additive="base">
                                        <p:cTn dur="500"/>
                                        <p:tgtEl>
                                          <p:spTgt spid="110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8" name="Shape 1128"/>
        <p:cNvGrpSpPr/>
        <p:nvPr/>
      </p:nvGrpSpPr>
      <p:grpSpPr>
        <a:xfrm>
          <a:off x="0" y="0"/>
          <a:ext cx="0" cy="0"/>
          <a:chOff x="0" y="0"/>
          <a:chExt cx="0" cy="0"/>
        </a:xfrm>
      </p:grpSpPr>
      <p:sp>
        <p:nvSpPr>
          <p:cNvPr id="1129" name="Google Shape;1129;p40"/>
          <p:cNvSpPr txBox="1"/>
          <p:nvPr>
            <p:ph type="title"/>
          </p:nvPr>
        </p:nvSpPr>
        <p:spPr>
          <a:xfrm>
            <a:off x="368300" y="3014662"/>
            <a:ext cx="4927600" cy="82867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11111"/>
              <a:buFont typeface="Calibri"/>
              <a:buNone/>
            </a:pPr>
            <a:r>
              <a:rPr lang="en-US">
                <a:solidFill>
                  <a:srgbClr val="0070C0"/>
                </a:solidFill>
                <a:latin typeface="Arial Black"/>
                <a:ea typeface="Arial Black"/>
                <a:cs typeface="Arial Black"/>
                <a:sym typeface="Arial Black"/>
              </a:rPr>
              <a:t>Let’s take a quiz!</a:t>
            </a:r>
            <a:endParaRPr>
              <a:solidFill>
                <a:srgbClr val="0070C0"/>
              </a:solidFill>
              <a:latin typeface="Arial Black"/>
              <a:ea typeface="Arial Black"/>
              <a:cs typeface="Arial Black"/>
              <a:sym typeface="Arial Black"/>
            </a:endParaRPr>
          </a:p>
        </p:txBody>
      </p:sp>
      <p:pic>
        <p:nvPicPr>
          <p:cNvPr id="1130" name="Google Shape;1130;p40"/>
          <p:cNvPicPr preferRelativeResize="0"/>
          <p:nvPr>
            <p:ph idx="1" type="body"/>
          </p:nvPr>
        </p:nvPicPr>
        <p:blipFill rotWithShape="1">
          <a:blip r:embed="rId3">
            <a:alphaModFix/>
          </a:blip>
          <a:srcRect b="0" l="0" r="0" t="0"/>
          <a:stretch/>
        </p:blipFill>
        <p:spPr>
          <a:xfrm>
            <a:off x="6096000" y="0"/>
            <a:ext cx="6096000" cy="6858000"/>
          </a:xfrm>
          <a:prstGeom prst="rect">
            <a:avLst/>
          </a:prstGeom>
          <a:noFill/>
          <a:ln>
            <a:noFill/>
          </a:ln>
        </p:spPr>
      </p:pic>
      <p:sp>
        <p:nvSpPr>
          <p:cNvPr id="1131" name="Google Shape;1131;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ransition spd="slow">
    <p:wipe dir="l"/>
  </p:transition>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p41"/>
          <p:cNvSpPr txBox="1"/>
          <p:nvPr>
            <p:ph type="title"/>
          </p:nvPr>
        </p:nvSpPr>
        <p:spPr>
          <a:xfrm>
            <a:off x="0" y="-50076"/>
            <a:ext cx="10515600" cy="6858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C00000"/>
              </a:buClr>
              <a:buSzPct val="100000"/>
              <a:buFont typeface="Arial"/>
              <a:buNone/>
            </a:pPr>
            <a:r>
              <a:rPr b="1" lang="en-US">
                <a:solidFill>
                  <a:srgbClr val="0070C0"/>
                </a:solidFill>
                <a:latin typeface="Corben"/>
                <a:ea typeface="Corben"/>
                <a:cs typeface="Corben"/>
                <a:sym typeface="Corben"/>
              </a:rPr>
              <a:t>Choose the correct option:</a:t>
            </a:r>
            <a:endParaRPr b="1">
              <a:solidFill>
                <a:srgbClr val="0070C0"/>
              </a:solidFill>
              <a:latin typeface="Corben"/>
              <a:ea typeface="Corben"/>
              <a:cs typeface="Corben"/>
              <a:sym typeface="Corben"/>
            </a:endParaRPr>
          </a:p>
        </p:txBody>
      </p:sp>
      <p:sp>
        <p:nvSpPr>
          <p:cNvPr id="1137" name="Google Shape;1137;p41"/>
          <p:cNvSpPr txBox="1"/>
          <p:nvPr>
            <p:ph idx="1" type="body"/>
          </p:nvPr>
        </p:nvSpPr>
        <p:spPr>
          <a:xfrm>
            <a:off x="0" y="571500"/>
            <a:ext cx="5995851" cy="6286500"/>
          </a:xfrm>
          <a:prstGeom prst="rect">
            <a:avLst/>
          </a:prstGeom>
          <a:noFill/>
          <a:ln>
            <a:noFill/>
          </a:ln>
        </p:spPr>
        <p:txBody>
          <a:bodyPr anchorCtr="0" anchor="t" bIns="45700" lIns="91425" spcFirstLastPara="1" rIns="91425" wrap="square" tIns="45700">
            <a:normAutofit fontScale="85000" lnSpcReduction="10000"/>
          </a:bodyPr>
          <a:lstStyle/>
          <a:p>
            <a:pPr indent="0" lvl="0" marL="0" rtl="0" algn="l">
              <a:lnSpc>
                <a:spcPct val="90000"/>
              </a:lnSpc>
              <a:spcBef>
                <a:spcPts val="0"/>
              </a:spcBef>
              <a:spcAft>
                <a:spcPts val="0"/>
              </a:spcAft>
              <a:buClr>
                <a:srgbClr val="C00000"/>
              </a:buClr>
              <a:buSzPct val="100000"/>
              <a:buNone/>
            </a:pPr>
            <a:r>
              <a:rPr b="1" lang="en-US" sz="2000">
                <a:solidFill>
                  <a:srgbClr val="0070C0"/>
                </a:solidFill>
                <a:latin typeface="Arial Black"/>
                <a:ea typeface="Arial Black"/>
                <a:cs typeface="Arial Black"/>
                <a:sym typeface="Arial Black"/>
              </a:rPr>
              <a:t>1) Having a mental illness can affect the way that a person </a:t>
            </a:r>
            <a:endParaRPr b="1" sz="2000">
              <a:solidFill>
                <a:srgbClr val="0070C0"/>
              </a:solidFill>
              <a:latin typeface="Arial Black"/>
              <a:ea typeface="Arial Black"/>
              <a:cs typeface="Arial Black"/>
              <a:sym typeface="Arial Black"/>
            </a:endParaRPr>
          </a:p>
          <a:p>
            <a:pPr indent="-457200" lvl="0" marL="457200" rtl="0" algn="l">
              <a:lnSpc>
                <a:spcPct val="90000"/>
              </a:lnSpc>
              <a:spcBef>
                <a:spcPts val="1000"/>
              </a:spcBef>
              <a:spcAft>
                <a:spcPts val="0"/>
              </a:spcAft>
              <a:buClr>
                <a:schemeClr val="dk1"/>
              </a:buClr>
              <a:buSzPct val="100000"/>
              <a:buFont typeface="Calibri"/>
              <a:buAutoNum type="alphaLcParenR"/>
            </a:pPr>
            <a:r>
              <a:rPr lang="en-US" sz="2000">
                <a:latin typeface="Arial"/>
                <a:ea typeface="Arial"/>
                <a:cs typeface="Arial"/>
                <a:sym typeface="Arial"/>
              </a:rPr>
              <a:t>behaves </a:t>
            </a:r>
            <a:endParaRPr/>
          </a:p>
          <a:p>
            <a:pPr indent="-457200" lvl="0" marL="457200" rtl="0" algn="l">
              <a:lnSpc>
                <a:spcPct val="90000"/>
              </a:lnSpc>
              <a:spcBef>
                <a:spcPts val="1000"/>
              </a:spcBef>
              <a:spcAft>
                <a:spcPts val="0"/>
              </a:spcAft>
              <a:buClr>
                <a:schemeClr val="dk1"/>
              </a:buClr>
              <a:buSzPct val="100000"/>
              <a:buFont typeface="Calibri"/>
              <a:buAutoNum type="alphaLcParenR"/>
            </a:pPr>
            <a:r>
              <a:rPr lang="en-US" sz="2000">
                <a:latin typeface="Arial"/>
                <a:ea typeface="Arial"/>
                <a:cs typeface="Arial"/>
                <a:sym typeface="Arial"/>
              </a:rPr>
              <a:t>thinks </a:t>
            </a:r>
            <a:endParaRPr/>
          </a:p>
          <a:p>
            <a:pPr indent="-457200" lvl="0" marL="457200" rtl="0" algn="l">
              <a:lnSpc>
                <a:spcPct val="90000"/>
              </a:lnSpc>
              <a:spcBef>
                <a:spcPts val="1000"/>
              </a:spcBef>
              <a:spcAft>
                <a:spcPts val="0"/>
              </a:spcAft>
              <a:buClr>
                <a:schemeClr val="dk1"/>
              </a:buClr>
              <a:buSzPct val="100000"/>
              <a:buFont typeface="Calibri"/>
              <a:buAutoNum type="alphaLcParenR"/>
            </a:pPr>
            <a:r>
              <a:rPr lang="en-US" sz="2000">
                <a:latin typeface="Arial"/>
                <a:ea typeface="Arial"/>
                <a:cs typeface="Arial"/>
                <a:sym typeface="Arial"/>
              </a:rPr>
              <a:t>feels </a:t>
            </a:r>
            <a:endParaRPr/>
          </a:p>
          <a:p>
            <a:pPr indent="-457200" lvl="0" marL="457200" rtl="0" algn="l">
              <a:lnSpc>
                <a:spcPct val="90000"/>
              </a:lnSpc>
              <a:spcBef>
                <a:spcPts val="1000"/>
              </a:spcBef>
              <a:spcAft>
                <a:spcPts val="0"/>
              </a:spcAft>
              <a:buClr>
                <a:schemeClr val="dk1"/>
              </a:buClr>
              <a:buSzPct val="100000"/>
              <a:buFont typeface="Calibri"/>
              <a:buAutoNum type="alphaLcParenR"/>
            </a:pPr>
            <a:r>
              <a:rPr lang="en-US" sz="2000">
                <a:latin typeface="Arial"/>
                <a:ea typeface="Arial"/>
                <a:cs typeface="Arial"/>
                <a:sym typeface="Arial"/>
              </a:rPr>
              <a:t>all of the above</a:t>
            </a:r>
            <a:endParaRPr/>
          </a:p>
          <a:p>
            <a:pPr indent="0" lvl="0" marL="0" rtl="0" algn="l">
              <a:lnSpc>
                <a:spcPct val="90000"/>
              </a:lnSpc>
              <a:spcBef>
                <a:spcPts val="1000"/>
              </a:spcBef>
              <a:spcAft>
                <a:spcPts val="0"/>
              </a:spcAft>
              <a:buClr>
                <a:schemeClr val="dk1"/>
              </a:buClr>
              <a:buSzPct val="100000"/>
              <a:buNone/>
            </a:pPr>
            <a:r>
              <a:t/>
            </a:r>
            <a:endParaRPr sz="2000">
              <a:latin typeface="Arial"/>
              <a:ea typeface="Arial"/>
              <a:cs typeface="Arial"/>
              <a:sym typeface="Arial"/>
            </a:endParaRPr>
          </a:p>
          <a:p>
            <a:pPr indent="0" lvl="0" marL="0" rtl="0" algn="l">
              <a:lnSpc>
                <a:spcPct val="90000"/>
              </a:lnSpc>
              <a:spcBef>
                <a:spcPts val="1000"/>
              </a:spcBef>
              <a:spcAft>
                <a:spcPts val="0"/>
              </a:spcAft>
              <a:buClr>
                <a:srgbClr val="C00000"/>
              </a:buClr>
              <a:buSzPct val="100000"/>
              <a:buNone/>
            </a:pPr>
            <a:r>
              <a:rPr b="1" lang="en-US" sz="2000">
                <a:solidFill>
                  <a:srgbClr val="0070C0"/>
                </a:solidFill>
                <a:latin typeface="Arial Black"/>
                <a:ea typeface="Arial Black"/>
                <a:cs typeface="Arial Black"/>
                <a:sym typeface="Arial Black"/>
              </a:rPr>
              <a:t>2) Another way to talk about mental illness is to say </a:t>
            </a:r>
            <a:endParaRPr b="1" sz="2000">
              <a:solidFill>
                <a:srgbClr val="0070C0"/>
              </a:solidFill>
              <a:latin typeface="Arial Black"/>
              <a:ea typeface="Arial Black"/>
              <a:cs typeface="Arial Black"/>
              <a:sym typeface="Arial Black"/>
            </a:endParaRPr>
          </a:p>
          <a:p>
            <a:pPr indent="-457200" lvl="0" marL="457200" rtl="0" algn="l">
              <a:lnSpc>
                <a:spcPct val="90000"/>
              </a:lnSpc>
              <a:spcBef>
                <a:spcPts val="1000"/>
              </a:spcBef>
              <a:spcAft>
                <a:spcPts val="0"/>
              </a:spcAft>
              <a:buClr>
                <a:schemeClr val="dk1"/>
              </a:buClr>
              <a:buSzPct val="100000"/>
              <a:buFont typeface="Calibri"/>
              <a:buAutoNum type="alphaLcParenR"/>
            </a:pPr>
            <a:r>
              <a:rPr lang="en-US" sz="2000">
                <a:latin typeface="Arial"/>
                <a:ea typeface="Arial"/>
                <a:cs typeface="Arial"/>
                <a:sym typeface="Arial"/>
              </a:rPr>
              <a:t>mental health challenge  </a:t>
            </a:r>
            <a:endParaRPr/>
          </a:p>
          <a:p>
            <a:pPr indent="-457200" lvl="0" marL="457200" rtl="0" algn="l">
              <a:lnSpc>
                <a:spcPct val="90000"/>
              </a:lnSpc>
              <a:spcBef>
                <a:spcPts val="1000"/>
              </a:spcBef>
              <a:spcAft>
                <a:spcPts val="0"/>
              </a:spcAft>
              <a:buClr>
                <a:schemeClr val="dk1"/>
              </a:buClr>
              <a:buSzPct val="100000"/>
              <a:buFont typeface="Calibri"/>
              <a:buAutoNum type="alphaLcParenR"/>
            </a:pPr>
            <a:r>
              <a:rPr lang="en-US" sz="2000">
                <a:latin typeface="Arial"/>
                <a:ea typeface="Arial"/>
                <a:cs typeface="Arial"/>
                <a:sym typeface="Arial"/>
              </a:rPr>
              <a:t>mental wellness </a:t>
            </a:r>
            <a:endParaRPr/>
          </a:p>
          <a:p>
            <a:pPr indent="-457200" lvl="0" marL="457200" rtl="0" algn="l">
              <a:lnSpc>
                <a:spcPct val="90000"/>
              </a:lnSpc>
              <a:spcBef>
                <a:spcPts val="1000"/>
              </a:spcBef>
              <a:spcAft>
                <a:spcPts val="0"/>
              </a:spcAft>
              <a:buClr>
                <a:schemeClr val="dk1"/>
              </a:buClr>
              <a:buSzPct val="100000"/>
              <a:buFont typeface="Calibri"/>
              <a:buAutoNum type="alphaLcParenR"/>
            </a:pPr>
            <a:r>
              <a:rPr lang="en-US" sz="2000">
                <a:latin typeface="Arial"/>
                <a:ea typeface="Arial"/>
                <a:cs typeface="Arial"/>
                <a:sym typeface="Arial"/>
              </a:rPr>
              <a:t>mental malfunction </a:t>
            </a:r>
            <a:endParaRPr sz="2000">
              <a:latin typeface="Arial"/>
              <a:ea typeface="Arial"/>
              <a:cs typeface="Arial"/>
              <a:sym typeface="Arial"/>
            </a:endParaRPr>
          </a:p>
          <a:p>
            <a:pPr indent="-457200" lvl="0" marL="457200" rtl="0" algn="l">
              <a:lnSpc>
                <a:spcPct val="90000"/>
              </a:lnSpc>
              <a:spcBef>
                <a:spcPts val="1000"/>
              </a:spcBef>
              <a:spcAft>
                <a:spcPts val="0"/>
              </a:spcAft>
              <a:buClr>
                <a:schemeClr val="dk1"/>
              </a:buClr>
              <a:buSzPct val="100000"/>
              <a:buFont typeface="Calibri"/>
              <a:buAutoNum type="alphaLcParenR"/>
            </a:pPr>
            <a:r>
              <a:rPr lang="en-US" sz="2000">
                <a:latin typeface="Arial"/>
                <a:ea typeface="Arial"/>
                <a:cs typeface="Arial"/>
                <a:sym typeface="Arial"/>
              </a:rPr>
              <a:t>disordered mentality</a:t>
            </a:r>
            <a:endParaRPr/>
          </a:p>
          <a:p>
            <a:pPr indent="0" lvl="0" marL="0" rtl="0" algn="l">
              <a:lnSpc>
                <a:spcPct val="90000"/>
              </a:lnSpc>
              <a:spcBef>
                <a:spcPts val="1000"/>
              </a:spcBef>
              <a:spcAft>
                <a:spcPts val="0"/>
              </a:spcAft>
              <a:buClr>
                <a:schemeClr val="dk1"/>
              </a:buClr>
              <a:buSzPct val="100000"/>
              <a:buNone/>
            </a:pPr>
            <a:r>
              <a:t/>
            </a:r>
            <a:endParaRPr sz="2000">
              <a:latin typeface="Arial"/>
              <a:ea typeface="Arial"/>
              <a:cs typeface="Arial"/>
              <a:sym typeface="Arial"/>
            </a:endParaRPr>
          </a:p>
          <a:p>
            <a:pPr indent="0" lvl="0" marL="0" rtl="0" algn="l">
              <a:lnSpc>
                <a:spcPct val="90000"/>
              </a:lnSpc>
              <a:spcBef>
                <a:spcPts val="1000"/>
              </a:spcBef>
              <a:spcAft>
                <a:spcPts val="0"/>
              </a:spcAft>
              <a:buClr>
                <a:srgbClr val="C00000"/>
              </a:buClr>
              <a:buSzPct val="100000"/>
              <a:buNone/>
            </a:pPr>
            <a:r>
              <a:rPr b="1" lang="en-US" sz="2000">
                <a:solidFill>
                  <a:srgbClr val="0070C0"/>
                </a:solidFill>
                <a:latin typeface="Arial Black"/>
                <a:ea typeface="Arial Black"/>
                <a:cs typeface="Arial Black"/>
                <a:sym typeface="Arial Black"/>
              </a:rPr>
              <a:t>3) What is the least effective way of dealing with a mental health challenge or mental illness? </a:t>
            </a:r>
            <a:endParaRPr b="1" sz="2000">
              <a:solidFill>
                <a:srgbClr val="0070C0"/>
              </a:solidFill>
              <a:latin typeface="Arial Black"/>
              <a:ea typeface="Arial Black"/>
              <a:cs typeface="Arial Black"/>
              <a:sym typeface="Arial Black"/>
            </a:endParaRPr>
          </a:p>
          <a:p>
            <a:pPr indent="-457200" lvl="0" marL="457200" rtl="0" algn="l">
              <a:lnSpc>
                <a:spcPct val="90000"/>
              </a:lnSpc>
              <a:spcBef>
                <a:spcPts val="1000"/>
              </a:spcBef>
              <a:spcAft>
                <a:spcPts val="0"/>
              </a:spcAft>
              <a:buClr>
                <a:schemeClr val="dk1"/>
              </a:buClr>
              <a:buSzPct val="100000"/>
              <a:buFont typeface="Calibri"/>
              <a:buAutoNum type="alphaLcParenR"/>
            </a:pPr>
            <a:r>
              <a:rPr lang="en-US" sz="2000">
                <a:latin typeface="Arial"/>
                <a:ea typeface="Arial"/>
                <a:cs typeface="Arial"/>
                <a:sym typeface="Arial"/>
              </a:rPr>
              <a:t>telling a trusted adult how you feel </a:t>
            </a:r>
            <a:endParaRPr/>
          </a:p>
          <a:p>
            <a:pPr indent="-457200" lvl="0" marL="457200" rtl="0" algn="l">
              <a:lnSpc>
                <a:spcPct val="90000"/>
              </a:lnSpc>
              <a:spcBef>
                <a:spcPts val="1000"/>
              </a:spcBef>
              <a:spcAft>
                <a:spcPts val="0"/>
              </a:spcAft>
              <a:buClr>
                <a:schemeClr val="dk1"/>
              </a:buClr>
              <a:buSzPct val="100000"/>
              <a:buFont typeface="Calibri"/>
              <a:buAutoNum type="alphaLcParenR"/>
            </a:pPr>
            <a:r>
              <a:rPr lang="en-US" sz="2000">
                <a:latin typeface="Arial"/>
                <a:ea typeface="Arial"/>
                <a:cs typeface="Arial"/>
                <a:sym typeface="Arial"/>
              </a:rPr>
              <a:t>staying at a hospital for a brief period of time </a:t>
            </a:r>
            <a:endParaRPr sz="2000">
              <a:latin typeface="Arial"/>
              <a:ea typeface="Arial"/>
              <a:cs typeface="Arial"/>
              <a:sym typeface="Arial"/>
            </a:endParaRPr>
          </a:p>
          <a:p>
            <a:pPr indent="-457200" lvl="0" marL="457200" rtl="0" algn="l">
              <a:lnSpc>
                <a:spcPct val="90000"/>
              </a:lnSpc>
              <a:spcBef>
                <a:spcPts val="1000"/>
              </a:spcBef>
              <a:spcAft>
                <a:spcPts val="0"/>
              </a:spcAft>
              <a:buClr>
                <a:schemeClr val="dk1"/>
              </a:buClr>
              <a:buSzPct val="100000"/>
              <a:buFont typeface="Calibri"/>
              <a:buAutoNum type="alphaLcParenR"/>
            </a:pPr>
            <a:r>
              <a:rPr lang="en-US" sz="2000">
                <a:latin typeface="Arial"/>
                <a:ea typeface="Arial"/>
                <a:cs typeface="Arial"/>
                <a:sym typeface="Arial"/>
              </a:rPr>
              <a:t>keeping feelings bottled up inside </a:t>
            </a:r>
            <a:endParaRPr/>
          </a:p>
          <a:p>
            <a:pPr indent="-457200" lvl="0" marL="457200" rtl="0" algn="l">
              <a:lnSpc>
                <a:spcPct val="90000"/>
              </a:lnSpc>
              <a:spcBef>
                <a:spcPts val="1000"/>
              </a:spcBef>
              <a:spcAft>
                <a:spcPts val="0"/>
              </a:spcAft>
              <a:buClr>
                <a:schemeClr val="dk1"/>
              </a:buClr>
              <a:buSzPct val="100000"/>
              <a:buFont typeface="Calibri"/>
              <a:buAutoNum type="alphaLcParenR"/>
            </a:pPr>
            <a:r>
              <a:rPr lang="en-US" sz="2000">
                <a:latin typeface="Arial"/>
                <a:ea typeface="Arial"/>
                <a:cs typeface="Arial"/>
                <a:sym typeface="Arial"/>
              </a:rPr>
              <a:t>meeting with a mental health professional</a:t>
            </a:r>
            <a:endParaRPr sz="2000">
              <a:latin typeface="Arial"/>
              <a:ea typeface="Arial"/>
              <a:cs typeface="Arial"/>
              <a:sym typeface="Arial"/>
            </a:endParaRPr>
          </a:p>
        </p:txBody>
      </p:sp>
      <p:sp>
        <p:nvSpPr>
          <p:cNvPr id="1138" name="Google Shape;1138;p41"/>
          <p:cNvSpPr txBox="1"/>
          <p:nvPr/>
        </p:nvSpPr>
        <p:spPr>
          <a:xfrm>
            <a:off x="6096000" y="571500"/>
            <a:ext cx="5995851" cy="6286499"/>
          </a:xfrm>
          <a:prstGeom prst="rect">
            <a:avLst/>
          </a:prstGeom>
          <a:noFill/>
          <a:ln>
            <a:noFill/>
          </a:ln>
        </p:spPr>
        <p:txBody>
          <a:bodyPr anchorCtr="0" anchor="t" bIns="45700" lIns="91425" spcFirstLastPara="1" rIns="91425" wrap="square" tIns="45700">
            <a:normAutofit fontScale="85000" lnSpcReduction="20000"/>
          </a:bodyPr>
          <a:lstStyle/>
          <a:p>
            <a:pPr indent="0" lvl="0" marL="0" marR="0" rtl="0" algn="l">
              <a:lnSpc>
                <a:spcPct val="90000"/>
              </a:lnSpc>
              <a:spcBef>
                <a:spcPts val="0"/>
              </a:spcBef>
              <a:spcAft>
                <a:spcPts val="0"/>
              </a:spcAft>
              <a:buClr>
                <a:srgbClr val="C00000"/>
              </a:buClr>
              <a:buSzPct val="100000"/>
              <a:buFont typeface="Arial"/>
              <a:buNone/>
            </a:pPr>
            <a:r>
              <a:rPr b="1" i="0" lang="en-US" sz="2200" u="none" cap="none" strike="noStrike">
                <a:solidFill>
                  <a:srgbClr val="0070C0"/>
                </a:solidFill>
                <a:latin typeface="Arial Black"/>
                <a:ea typeface="Arial Black"/>
                <a:cs typeface="Arial Black"/>
                <a:sym typeface="Arial Black"/>
              </a:rPr>
              <a:t>4) What is not considered a mental health challenge? </a:t>
            </a:r>
            <a:endParaRPr b="0" i="0" sz="1400" u="none" cap="none" strike="noStrike">
              <a:solidFill>
                <a:srgbClr val="0070C0"/>
              </a:solidFill>
              <a:latin typeface="Arial Black"/>
              <a:ea typeface="Arial Black"/>
              <a:cs typeface="Arial Black"/>
              <a:sym typeface="Arial Black"/>
            </a:endParaRPr>
          </a:p>
          <a:p>
            <a:pPr indent="-457200" lvl="0" marL="457200" marR="0" rtl="0" algn="l">
              <a:lnSpc>
                <a:spcPct val="90000"/>
              </a:lnSpc>
              <a:spcBef>
                <a:spcPts val="1000"/>
              </a:spcBef>
              <a:spcAft>
                <a:spcPts val="0"/>
              </a:spcAft>
              <a:buClr>
                <a:schemeClr val="dk1"/>
              </a:buClr>
              <a:buSzPct val="100000"/>
              <a:buFont typeface="Calibri"/>
              <a:buAutoNum type="alphaLcParenR"/>
            </a:pPr>
            <a:r>
              <a:rPr b="0" i="0" lang="en-US" sz="2100" u="none" cap="none" strike="noStrike">
                <a:solidFill>
                  <a:schemeClr val="dk1"/>
                </a:solidFill>
                <a:latin typeface="Arial"/>
                <a:ea typeface="Arial"/>
                <a:cs typeface="Arial"/>
                <a:sym typeface="Arial"/>
              </a:rPr>
              <a:t>Anxiety </a:t>
            </a:r>
            <a:endParaRPr b="0" i="0" sz="1400" u="none" cap="none" strike="noStrike">
              <a:solidFill>
                <a:srgbClr val="000000"/>
              </a:solidFill>
              <a:latin typeface="Arial"/>
              <a:ea typeface="Arial"/>
              <a:cs typeface="Arial"/>
              <a:sym typeface="Arial"/>
            </a:endParaRPr>
          </a:p>
          <a:p>
            <a:pPr indent="-457200" lvl="0" marL="457200" marR="0" rtl="0" algn="l">
              <a:lnSpc>
                <a:spcPct val="90000"/>
              </a:lnSpc>
              <a:spcBef>
                <a:spcPts val="1000"/>
              </a:spcBef>
              <a:spcAft>
                <a:spcPts val="0"/>
              </a:spcAft>
              <a:buClr>
                <a:schemeClr val="dk1"/>
              </a:buClr>
              <a:buSzPct val="100000"/>
              <a:buFont typeface="Calibri"/>
              <a:buAutoNum type="alphaLcParenR"/>
            </a:pPr>
            <a:r>
              <a:rPr b="0" i="0" lang="en-US" sz="2100" u="none" cap="none" strike="noStrike">
                <a:solidFill>
                  <a:schemeClr val="dk1"/>
                </a:solidFill>
                <a:latin typeface="Arial"/>
                <a:ea typeface="Arial"/>
                <a:cs typeface="Arial"/>
                <a:sym typeface="Arial"/>
              </a:rPr>
              <a:t>Anger </a:t>
            </a:r>
            <a:endParaRPr b="0" i="0" sz="1400" u="none" cap="none" strike="noStrike">
              <a:solidFill>
                <a:srgbClr val="000000"/>
              </a:solidFill>
              <a:latin typeface="Arial"/>
              <a:ea typeface="Arial"/>
              <a:cs typeface="Arial"/>
              <a:sym typeface="Arial"/>
            </a:endParaRPr>
          </a:p>
          <a:p>
            <a:pPr indent="-457200" lvl="0" marL="457200" marR="0" rtl="0" algn="l">
              <a:lnSpc>
                <a:spcPct val="90000"/>
              </a:lnSpc>
              <a:spcBef>
                <a:spcPts val="1000"/>
              </a:spcBef>
              <a:spcAft>
                <a:spcPts val="0"/>
              </a:spcAft>
              <a:buClr>
                <a:schemeClr val="dk1"/>
              </a:buClr>
              <a:buSzPct val="100000"/>
              <a:buFont typeface="Calibri"/>
              <a:buAutoNum type="alphaLcParenR"/>
            </a:pPr>
            <a:r>
              <a:rPr b="0" i="0" lang="en-US" sz="2100" u="none" cap="none" strike="noStrike">
                <a:solidFill>
                  <a:schemeClr val="dk1"/>
                </a:solidFill>
                <a:latin typeface="Arial"/>
                <a:ea typeface="Arial"/>
                <a:cs typeface="Arial"/>
                <a:sym typeface="Arial"/>
              </a:rPr>
              <a:t>Depression </a:t>
            </a:r>
            <a:endParaRPr b="0" i="0" sz="1400" u="none" cap="none" strike="noStrike">
              <a:solidFill>
                <a:srgbClr val="000000"/>
              </a:solidFill>
              <a:latin typeface="Arial"/>
              <a:ea typeface="Arial"/>
              <a:cs typeface="Arial"/>
              <a:sym typeface="Arial"/>
            </a:endParaRPr>
          </a:p>
          <a:p>
            <a:pPr indent="-457200" lvl="0" marL="457200" marR="0" rtl="0" algn="l">
              <a:lnSpc>
                <a:spcPct val="90000"/>
              </a:lnSpc>
              <a:spcBef>
                <a:spcPts val="1000"/>
              </a:spcBef>
              <a:spcAft>
                <a:spcPts val="0"/>
              </a:spcAft>
              <a:buClr>
                <a:schemeClr val="dk1"/>
              </a:buClr>
              <a:buSzPct val="100000"/>
              <a:buFont typeface="Calibri"/>
              <a:buAutoNum type="alphaLcParenR"/>
            </a:pPr>
            <a:r>
              <a:rPr b="0" i="0" lang="en-US" sz="2100" u="none" cap="none" strike="noStrike">
                <a:solidFill>
                  <a:schemeClr val="dk1"/>
                </a:solidFill>
                <a:latin typeface="Arial"/>
                <a:ea typeface="Arial"/>
                <a:cs typeface="Arial"/>
                <a:sym typeface="Arial"/>
              </a:rPr>
              <a:t>Eating Disorder</a:t>
            </a:r>
            <a:endParaRPr b="0" i="0" sz="1400" u="none" cap="none" strike="noStrike">
              <a:solidFill>
                <a:srgbClr val="000000"/>
              </a:solidFill>
              <a:latin typeface="Arial"/>
              <a:ea typeface="Arial"/>
              <a:cs typeface="Arial"/>
              <a:sym typeface="Arial"/>
            </a:endParaRPr>
          </a:p>
          <a:p>
            <a:pPr indent="0" lvl="0" marL="0" marR="0" rtl="0" algn="l">
              <a:lnSpc>
                <a:spcPct val="70000"/>
              </a:lnSpc>
              <a:spcBef>
                <a:spcPts val="1000"/>
              </a:spcBef>
              <a:spcAft>
                <a:spcPts val="0"/>
              </a:spcAft>
              <a:buClr>
                <a:schemeClr val="dk1"/>
              </a:buClr>
              <a:buSzPct val="100000"/>
              <a:buFont typeface="Arial"/>
              <a:buNone/>
            </a:pPr>
            <a:r>
              <a:t/>
            </a:r>
            <a:endParaRPr b="0" i="0" sz="19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rgbClr val="C00000"/>
              </a:buClr>
              <a:buSzPct val="100000"/>
              <a:buFont typeface="Arial"/>
              <a:buNone/>
            </a:pPr>
            <a:r>
              <a:rPr b="1" i="0" lang="en-US" sz="2000" u="none" cap="none" strike="noStrike">
                <a:solidFill>
                  <a:srgbClr val="0070C0"/>
                </a:solidFill>
                <a:latin typeface="Arial Black"/>
                <a:ea typeface="Arial Black"/>
                <a:cs typeface="Arial Black"/>
                <a:sym typeface="Arial Black"/>
              </a:rPr>
              <a:t>5</a:t>
            </a:r>
            <a:r>
              <a:rPr b="1" i="0" lang="en-US" sz="2200" u="none" cap="none" strike="noStrike">
                <a:solidFill>
                  <a:srgbClr val="0070C0"/>
                </a:solidFill>
                <a:latin typeface="Arial Black"/>
                <a:ea typeface="Arial Black"/>
                <a:cs typeface="Arial Black"/>
                <a:sym typeface="Arial Black"/>
              </a:rPr>
              <a:t>) When someone is often nervous and experiences panic attacks, it is called: </a:t>
            </a:r>
            <a:endParaRPr b="0" i="0" sz="1400" u="none" cap="none" strike="noStrike">
              <a:solidFill>
                <a:srgbClr val="0070C0"/>
              </a:solidFill>
              <a:latin typeface="Arial Black"/>
              <a:ea typeface="Arial Black"/>
              <a:cs typeface="Arial Black"/>
              <a:sym typeface="Arial Black"/>
            </a:endParaRPr>
          </a:p>
          <a:p>
            <a:pPr indent="-457200" lvl="0" marL="457200" marR="0" rtl="0" algn="l">
              <a:lnSpc>
                <a:spcPct val="90000"/>
              </a:lnSpc>
              <a:spcBef>
                <a:spcPts val="1000"/>
              </a:spcBef>
              <a:spcAft>
                <a:spcPts val="0"/>
              </a:spcAft>
              <a:buClr>
                <a:schemeClr val="dk1"/>
              </a:buClr>
              <a:buSzPct val="100000"/>
              <a:buFont typeface="Calibri"/>
              <a:buAutoNum type="alphaLcParenR"/>
            </a:pPr>
            <a:r>
              <a:rPr b="0" i="0" lang="en-US" sz="2100" u="none" cap="none" strike="noStrike">
                <a:solidFill>
                  <a:schemeClr val="dk1"/>
                </a:solidFill>
                <a:latin typeface="Arial"/>
                <a:ea typeface="Arial"/>
                <a:cs typeface="Arial"/>
                <a:sym typeface="Arial"/>
              </a:rPr>
              <a:t>An eating disorder </a:t>
            </a:r>
            <a:endParaRPr b="0" i="0" sz="1400" u="none" cap="none" strike="noStrike">
              <a:solidFill>
                <a:srgbClr val="000000"/>
              </a:solidFill>
              <a:latin typeface="Arial"/>
              <a:ea typeface="Arial"/>
              <a:cs typeface="Arial"/>
              <a:sym typeface="Arial"/>
            </a:endParaRPr>
          </a:p>
          <a:p>
            <a:pPr indent="-457200" lvl="0" marL="457200" marR="0" rtl="0" algn="l">
              <a:lnSpc>
                <a:spcPct val="90000"/>
              </a:lnSpc>
              <a:spcBef>
                <a:spcPts val="1000"/>
              </a:spcBef>
              <a:spcAft>
                <a:spcPts val="0"/>
              </a:spcAft>
              <a:buClr>
                <a:schemeClr val="dk1"/>
              </a:buClr>
              <a:buSzPct val="100000"/>
              <a:buFont typeface="Calibri"/>
              <a:buAutoNum type="alphaLcParenR"/>
            </a:pPr>
            <a:r>
              <a:rPr b="0" i="0" lang="en-US" sz="2100" u="none" cap="none" strike="noStrike">
                <a:solidFill>
                  <a:schemeClr val="dk1"/>
                </a:solidFill>
                <a:latin typeface="Arial"/>
                <a:ea typeface="Arial"/>
                <a:cs typeface="Arial"/>
                <a:sym typeface="Arial"/>
              </a:rPr>
              <a:t>Depression </a:t>
            </a:r>
            <a:endParaRPr b="0" i="0" sz="1400" u="none" cap="none" strike="noStrike">
              <a:solidFill>
                <a:srgbClr val="000000"/>
              </a:solidFill>
              <a:latin typeface="Arial"/>
              <a:ea typeface="Arial"/>
              <a:cs typeface="Arial"/>
              <a:sym typeface="Arial"/>
            </a:endParaRPr>
          </a:p>
          <a:p>
            <a:pPr indent="-457200" lvl="0" marL="457200" marR="0" rtl="0" algn="l">
              <a:lnSpc>
                <a:spcPct val="90000"/>
              </a:lnSpc>
              <a:spcBef>
                <a:spcPts val="1000"/>
              </a:spcBef>
              <a:spcAft>
                <a:spcPts val="0"/>
              </a:spcAft>
              <a:buClr>
                <a:schemeClr val="dk1"/>
              </a:buClr>
              <a:buSzPct val="100000"/>
              <a:buFont typeface="Calibri"/>
              <a:buAutoNum type="alphaLcParenR"/>
            </a:pPr>
            <a:r>
              <a:rPr b="0" i="0" lang="en-US" sz="2100" u="none" cap="none" strike="noStrike">
                <a:solidFill>
                  <a:schemeClr val="dk1"/>
                </a:solidFill>
                <a:latin typeface="Arial"/>
                <a:ea typeface="Arial"/>
                <a:cs typeface="Arial"/>
                <a:sym typeface="Arial"/>
              </a:rPr>
              <a:t>Anxiety </a:t>
            </a:r>
            <a:endParaRPr b="0" i="0" sz="1400" u="none" cap="none" strike="noStrike">
              <a:solidFill>
                <a:srgbClr val="000000"/>
              </a:solidFill>
              <a:latin typeface="Arial"/>
              <a:ea typeface="Arial"/>
              <a:cs typeface="Arial"/>
              <a:sym typeface="Arial"/>
            </a:endParaRPr>
          </a:p>
          <a:p>
            <a:pPr indent="-457200" lvl="0" marL="457200" marR="0" rtl="0" algn="l">
              <a:lnSpc>
                <a:spcPct val="90000"/>
              </a:lnSpc>
              <a:spcBef>
                <a:spcPts val="1000"/>
              </a:spcBef>
              <a:spcAft>
                <a:spcPts val="0"/>
              </a:spcAft>
              <a:buClr>
                <a:schemeClr val="dk1"/>
              </a:buClr>
              <a:buSzPct val="100000"/>
              <a:buFont typeface="Calibri"/>
              <a:buAutoNum type="alphaLcParenR"/>
            </a:pPr>
            <a:r>
              <a:rPr b="0" i="0" lang="en-US" sz="2100" u="none" cap="none" strike="noStrike">
                <a:solidFill>
                  <a:schemeClr val="dk1"/>
                </a:solidFill>
                <a:latin typeface="Arial"/>
                <a:ea typeface="Arial"/>
                <a:cs typeface="Arial"/>
                <a:sym typeface="Arial"/>
              </a:rPr>
              <a:t>Autism</a:t>
            </a:r>
            <a:endParaRPr b="0" i="0" sz="1400" u="none" cap="none" strike="noStrike">
              <a:solidFill>
                <a:srgbClr val="000000"/>
              </a:solidFill>
              <a:latin typeface="Arial"/>
              <a:ea typeface="Arial"/>
              <a:cs typeface="Arial"/>
              <a:sym typeface="Arial"/>
            </a:endParaRPr>
          </a:p>
          <a:p>
            <a:pPr indent="0" lvl="0" marL="0" marR="0" rtl="0" algn="l">
              <a:lnSpc>
                <a:spcPct val="70000"/>
              </a:lnSpc>
              <a:spcBef>
                <a:spcPts val="1000"/>
              </a:spcBef>
              <a:spcAft>
                <a:spcPts val="0"/>
              </a:spcAft>
              <a:buClr>
                <a:schemeClr val="dk1"/>
              </a:buClr>
              <a:buSzPct val="100000"/>
              <a:buFont typeface="Arial"/>
              <a:buNone/>
            </a:pPr>
            <a:r>
              <a:t/>
            </a:r>
            <a:endParaRPr b="0" i="0" sz="19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rgbClr val="C00000"/>
              </a:buClr>
              <a:buSzPct val="100000"/>
              <a:buFont typeface="Arial"/>
              <a:buNone/>
            </a:pPr>
            <a:r>
              <a:rPr b="1" i="0" lang="en-US" sz="2200" u="none" cap="none" strike="noStrike">
                <a:solidFill>
                  <a:srgbClr val="0070C0"/>
                </a:solidFill>
                <a:latin typeface="Arial Black"/>
                <a:ea typeface="Arial Black"/>
                <a:cs typeface="Arial Black"/>
                <a:sym typeface="Arial Black"/>
              </a:rPr>
              <a:t>6) When someone finds it hard to finish things and finds it hard to sit still and focus his or her thoughts it could be: </a:t>
            </a:r>
            <a:endParaRPr b="0" i="0" sz="1400" u="none" cap="none" strike="noStrike">
              <a:solidFill>
                <a:srgbClr val="0070C0"/>
              </a:solidFill>
              <a:latin typeface="Arial Black"/>
              <a:ea typeface="Arial Black"/>
              <a:cs typeface="Arial Black"/>
              <a:sym typeface="Arial Black"/>
            </a:endParaRPr>
          </a:p>
          <a:p>
            <a:pPr indent="-457200" lvl="0" marL="457200" marR="0" rtl="0" algn="l">
              <a:lnSpc>
                <a:spcPct val="90000"/>
              </a:lnSpc>
              <a:spcBef>
                <a:spcPts val="1000"/>
              </a:spcBef>
              <a:spcAft>
                <a:spcPts val="0"/>
              </a:spcAft>
              <a:buClr>
                <a:schemeClr val="dk1"/>
              </a:buClr>
              <a:buSzPct val="100000"/>
              <a:buFont typeface="Calibri"/>
              <a:buAutoNum type="alphaLcParenR"/>
            </a:pPr>
            <a:r>
              <a:rPr b="0" i="0" lang="en-US" sz="2100" u="none" cap="none" strike="noStrike">
                <a:solidFill>
                  <a:schemeClr val="dk1"/>
                </a:solidFill>
                <a:latin typeface="Arial"/>
                <a:ea typeface="Arial"/>
                <a:cs typeface="Arial"/>
                <a:sym typeface="Arial"/>
              </a:rPr>
              <a:t>Attention Deficit Hyperactivity Disorder (ADHD) </a:t>
            </a:r>
            <a:endParaRPr b="0" i="0" sz="1400" u="none" cap="none" strike="noStrike">
              <a:solidFill>
                <a:srgbClr val="000000"/>
              </a:solidFill>
              <a:latin typeface="Arial"/>
              <a:ea typeface="Arial"/>
              <a:cs typeface="Arial"/>
              <a:sym typeface="Arial"/>
            </a:endParaRPr>
          </a:p>
          <a:p>
            <a:pPr indent="-457200" lvl="0" marL="457200" marR="0" rtl="0" algn="l">
              <a:lnSpc>
                <a:spcPct val="90000"/>
              </a:lnSpc>
              <a:spcBef>
                <a:spcPts val="1000"/>
              </a:spcBef>
              <a:spcAft>
                <a:spcPts val="0"/>
              </a:spcAft>
              <a:buClr>
                <a:schemeClr val="dk1"/>
              </a:buClr>
              <a:buSzPct val="100000"/>
              <a:buFont typeface="Calibri"/>
              <a:buAutoNum type="alphaLcParenR"/>
            </a:pPr>
            <a:r>
              <a:rPr b="0" i="0" lang="en-US" sz="2100" u="none" cap="none" strike="noStrike">
                <a:solidFill>
                  <a:schemeClr val="dk1"/>
                </a:solidFill>
                <a:latin typeface="Arial"/>
                <a:ea typeface="Arial"/>
                <a:cs typeface="Arial"/>
                <a:sym typeface="Arial"/>
              </a:rPr>
              <a:t>Nervous Leg Syndrome </a:t>
            </a:r>
            <a:endParaRPr b="0" i="0" sz="1400" u="none" cap="none" strike="noStrike">
              <a:solidFill>
                <a:srgbClr val="000000"/>
              </a:solidFill>
              <a:latin typeface="Arial"/>
              <a:ea typeface="Arial"/>
              <a:cs typeface="Arial"/>
              <a:sym typeface="Arial"/>
            </a:endParaRPr>
          </a:p>
          <a:p>
            <a:pPr indent="-457200" lvl="0" marL="457200" marR="0" rtl="0" algn="l">
              <a:lnSpc>
                <a:spcPct val="90000"/>
              </a:lnSpc>
              <a:spcBef>
                <a:spcPts val="1000"/>
              </a:spcBef>
              <a:spcAft>
                <a:spcPts val="0"/>
              </a:spcAft>
              <a:buClr>
                <a:schemeClr val="dk1"/>
              </a:buClr>
              <a:buSzPct val="100000"/>
              <a:buFont typeface="Calibri"/>
              <a:buAutoNum type="alphaLcParenR"/>
            </a:pPr>
            <a:r>
              <a:rPr b="0" i="0" lang="en-US" sz="2100" u="none" cap="none" strike="noStrike">
                <a:solidFill>
                  <a:schemeClr val="dk1"/>
                </a:solidFill>
                <a:latin typeface="Arial"/>
                <a:ea typeface="Arial"/>
                <a:cs typeface="Arial"/>
                <a:sym typeface="Arial"/>
              </a:rPr>
              <a:t>Eating Disorder </a:t>
            </a:r>
            <a:endParaRPr b="0" i="0" sz="1400" u="none" cap="none" strike="noStrike">
              <a:solidFill>
                <a:srgbClr val="000000"/>
              </a:solidFill>
              <a:latin typeface="Arial"/>
              <a:ea typeface="Arial"/>
              <a:cs typeface="Arial"/>
              <a:sym typeface="Arial"/>
            </a:endParaRPr>
          </a:p>
          <a:p>
            <a:pPr indent="-457200" lvl="0" marL="457200" marR="0" rtl="0" algn="l">
              <a:lnSpc>
                <a:spcPct val="90000"/>
              </a:lnSpc>
              <a:spcBef>
                <a:spcPts val="1000"/>
              </a:spcBef>
              <a:spcAft>
                <a:spcPts val="0"/>
              </a:spcAft>
              <a:buClr>
                <a:schemeClr val="dk1"/>
              </a:buClr>
              <a:buSzPct val="100000"/>
              <a:buFont typeface="Calibri"/>
              <a:buAutoNum type="alphaLcParenR"/>
            </a:pPr>
            <a:r>
              <a:rPr b="0" i="0" lang="en-US" sz="2100" u="none" cap="none" strike="noStrike">
                <a:solidFill>
                  <a:schemeClr val="dk1"/>
                </a:solidFill>
                <a:latin typeface="Arial"/>
                <a:ea typeface="Arial"/>
                <a:cs typeface="Arial"/>
                <a:sym typeface="Arial"/>
              </a:rPr>
              <a:t>Attention Deficit Syndrome</a:t>
            </a:r>
            <a:endParaRPr b="0" i="0" sz="2100" u="none" cap="none" strike="noStrike">
              <a:solidFill>
                <a:schemeClr val="dk1"/>
              </a:solidFill>
              <a:latin typeface="Arial"/>
              <a:ea typeface="Arial"/>
              <a:cs typeface="Arial"/>
              <a:sym typeface="Arial"/>
            </a:endParaRPr>
          </a:p>
        </p:txBody>
      </p:sp>
      <p:sp>
        <p:nvSpPr>
          <p:cNvPr id="1139" name="Google Shape;1139;p41"/>
          <p:cNvSpPr/>
          <p:nvPr/>
        </p:nvSpPr>
        <p:spPr>
          <a:xfrm>
            <a:off x="2410096" y="1985555"/>
            <a:ext cx="587829" cy="378823"/>
          </a:xfrm>
          <a:prstGeom prst="star5">
            <a:avLst>
              <a:gd fmla="val 19098" name="adj"/>
              <a:gd fmla="val 105146" name="hf"/>
              <a:gd fmla="val 110557" name="vf"/>
            </a:avLst>
          </a:prstGeom>
          <a:solidFill>
            <a:srgbClr val="00B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0" name="Google Shape;1140;p41"/>
          <p:cNvSpPr/>
          <p:nvPr/>
        </p:nvSpPr>
        <p:spPr>
          <a:xfrm>
            <a:off x="3193868" y="3178627"/>
            <a:ext cx="587829" cy="378823"/>
          </a:xfrm>
          <a:prstGeom prst="star5">
            <a:avLst>
              <a:gd fmla="val 19098" name="adj"/>
              <a:gd fmla="val 105146" name="hf"/>
              <a:gd fmla="val 110557" name="vf"/>
            </a:avLst>
          </a:prstGeom>
          <a:solidFill>
            <a:srgbClr val="00B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1" name="Google Shape;1141;p41"/>
          <p:cNvSpPr/>
          <p:nvPr/>
        </p:nvSpPr>
        <p:spPr>
          <a:xfrm>
            <a:off x="3956957" y="6097088"/>
            <a:ext cx="587829" cy="378823"/>
          </a:xfrm>
          <a:prstGeom prst="star5">
            <a:avLst>
              <a:gd fmla="val 19098" name="adj"/>
              <a:gd fmla="val 105146" name="hf"/>
              <a:gd fmla="val 110557" name="vf"/>
            </a:avLst>
          </a:prstGeom>
          <a:solidFill>
            <a:srgbClr val="00B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2" name="Google Shape;1142;p41"/>
          <p:cNvSpPr/>
          <p:nvPr/>
        </p:nvSpPr>
        <p:spPr>
          <a:xfrm>
            <a:off x="7482838" y="1313039"/>
            <a:ext cx="587829" cy="362495"/>
          </a:xfrm>
          <a:prstGeom prst="star5">
            <a:avLst>
              <a:gd fmla="val 19098" name="adj"/>
              <a:gd fmla="val 105146" name="hf"/>
              <a:gd fmla="val 110557" name="vf"/>
            </a:avLst>
          </a:prstGeom>
          <a:solidFill>
            <a:srgbClr val="00B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3" name="Google Shape;1143;p41"/>
          <p:cNvSpPr/>
          <p:nvPr/>
        </p:nvSpPr>
        <p:spPr>
          <a:xfrm>
            <a:off x="7643948" y="3714749"/>
            <a:ext cx="587829" cy="378823"/>
          </a:xfrm>
          <a:prstGeom prst="star5">
            <a:avLst>
              <a:gd fmla="val 19098" name="adj"/>
              <a:gd fmla="val 105146" name="hf"/>
              <a:gd fmla="val 110557" name="vf"/>
            </a:avLst>
          </a:prstGeom>
          <a:solidFill>
            <a:srgbClr val="00B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4" name="Google Shape;1144;p41"/>
          <p:cNvSpPr/>
          <p:nvPr/>
        </p:nvSpPr>
        <p:spPr>
          <a:xfrm>
            <a:off x="11497490" y="5286103"/>
            <a:ext cx="587829" cy="378823"/>
          </a:xfrm>
          <a:prstGeom prst="star5">
            <a:avLst>
              <a:gd fmla="val 19098" name="adj"/>
              <a:gd fmla="val 105146" name="hf"/>
              <a:gd fmla="val 110557" name="vf"/>
            </a:avLst>
          </a:prstGeom>
          <a:solidFill>
            <a:srgbClr val="00B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5" name="Google Shape;1145;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ransition spd="slow">
    <p:wipe dir="l"/>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6"/>
                                        </p:tgtEl>
                                        <p:attrNameLst>
                                          <p:attrName>style.visibility</p:attrName>
                                        </p:attrNameLst>
                                      </p:cBhvr>
                                      <p:to>
                                        <p:strVal val="visible"/>
                                      </p:to>
                                    </p:set>
                                    <p:animEffect filter="fade" transition="in">
                                      <p:cBhvr>
                                        <p:cTn dur="500"/>
                                        <p:tgtEl>
                                          <p:spTgt spid="11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7">
                                            <p:txEl>
                                              <p:pRg end="0" st="0"/>
                                            </p:txEl>
                                          </p:spTgt>
                                        </p:tgtEl>
                                        <p:attrNameLst>
                                          <p:attrName>style.visibility</p:attrName>
                                        </p:attrNameLst>
                                      </p:cBhvr>
                                      <p:to>
                                        <p:strVal val="visible"/>
                                      </p:to>
                                    </p:set>
                                    <p:anim calcmode="lin" valueType="num">
                                      <p:cBhvr additive="base">
                                        <p:cTn dur="500"/>
                                        <p:tgtEl>
                                          <p:spTgt spid="113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7">
                                            <p:txEl>
                                              <p:pRg end="1" st="1"/>
                                            </p:txEl>
                                          </p:spTgt>
                                        </p:tgtEl>
                                        <p:attrNameLst>
                                          <p:attrName>style.visibility</p:attrName>
                                        </p:attrNameLst>
                                      </p:cBhvr>
                                      <p:to>
                                        <p:strVal val="visible"/>
                                      </p:to>
                                    </p:set>
                                    <p:anim calcmode="lin" valueType="num">
                                      <p:cBhvr additive="base">
                                        <p:cTn dur="500"/>
                                        <p:tgtEl>
                                          <p:spTgt spid="113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7">
                                            <p:txEl>
                                              <p:pRg end="2" st="2"/>
                                            </p:txEl>
                                          </p:spTgt>
                                        </p:tgtEl>
                                        <p:attrNameLst>
                                          <p:attrName>style.visibility</p:attrName>
                                        </p:attrNameLst>
                                      </p:cBhvr>
                                      <p:to>
                                        <p:strVal val="visible"/>
                                      </p:to>
                                    </p:set>
                                    <p:anim calcmode="lin" valueType="num">
                                      <p:cBhvr additive="base">
                                        <p:cTn dur="500"/>
                                        <p:tgtEl>
                                          <p:spTgt spid="113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7">
                                            <p:txEl>
                                              <p:pRg end="3" st="3"/>
                                            </p:txEl>
                                          </p:spTgt>
                                        </p:tgtEl>
                                        <p:attrNameLst>
                                          <p:attrName>style.visibility</p:attrName>
                                        </p:attrNameLst>
                                      </p:cBhvr>
                                      <p:to>
                                        <p:strVal val="visible"/>
                                      </p:to>
                                    </p:set>
                                    <p:anim calcmode="lin" valueType="num">
                                      <p:cBhvr additive="base">
                                        <p:cTn dur="500"/>
                                        <p:tgtEl>
                                          <p:spTgt spid="113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7">
                                            <p:txEl>
                                              <p:pRg end="4" st="4"/>
                                            </p:txEl>
                                          </p:spTgt>
                                        </p:tgtEl>
                                        <p:attrNameLst>
                                          <p:attrName>style.visibility</p:attrName>
                                        </p:attrNameLst>
                                      </p:cBhvr>
                                      <p:to>
                                        <p:strVal val="visible"/>
                                      </p:to>
                                    </p:set>
                                    <p:anim calcmode="lin" valueType="num">
                                      <p:cBhvr additive="base">
                                        <p:cTn dur="500"/>
                                        <p:tgtEl>
                                          <p:spTgt spid="113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7">
                                            <p:txEl>
                                              <p:pRg end="5" st="5"/>
                                            </p:txEl>
                                          </p:spTgt>
                                        </p:tgtEl>
                                        <p:attrNameLst>
                                          <p:attrName>style.visibility</p:attrName>
                                        </p:attrNameLst>
                                      </p:cBhvr>
                                      <p:to>
                                        <p:strVal val="visible"/>
                                      </p:to>
                                    </p:set>
                                    <p:anim calcmode="lin" valueType="num">
                                      <p:cBhvr additive="base">
                                        <p:cTn dur="500"/>
                                        <p:tgtEl>
                                          <p:spTgt spid="113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7">
                                            <p:txEl>
                                              <p:pRg end="6" st="6"/>
                                            </p:txEl>
                                          </p:spTgt>
                                        </p:tgtEl>
                                        <p:attrNameLst>
                                          <p:attrName>style.visibility</p:attrName>
                                        </p:attrNameLst>
                                      </p:cBhvr>
                                      <p:to>
                                        <p:strVal val="visible"/>
                                      </p:to>
                                    </p:set>
                                    <p:anim calcmode="lin" valueType="num">
                                      <p:cBhvr additive="base">
                                        <p:cTn dur="500"/>
                                        <p:tgtEl>
                                          <p:spTgt spid="1137">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7">
                                            <p:txEl>
                                              <p:pRg end="7" st="7"/>
                                            </p:txEl>
                                          </p:spTgt>
                                        </p:tgtEl>
                                        <p:attrNameLst>
                                          <p:attrName>style.visibility</p:attrName>
                                        </p:attrNameLst>
                                      </p:cBhvr>
                                      <p:to>
                                        <p:strVal val="visible"/>
                                      </p:to>
                                    </p:set>
                                    <p:anim calcmode="lin" valueType="num">
                                      <p:cBhvr additive="base">
                                        <p:cTn dur="500"/>
                                        <p:tgtEl>
                                          <p:spTgt spid="1137">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7">
                                            <p:txEl>
                                              <p:pRg end="8" st="8"/>
                                            </p:txEl>
                                          </p:spTgt>
                                        </p:tgtEl>
                                        <p:attrNameLst>
                                          <p:attrName>style.visibility</p:attrName>
                                        </p:attrNameLst>
                                      </p:cBhvr>
                                      <p:to>
                                        <p:strVal val="visible"/>
                                      </p:to>
                                    </p:set>
                                    <p:anim calcmode="lin" valueType="num">
                                      <p:cBhvr additive="base">
                                        <p:cTn dur="500"/>
                                        <p:tgtEl>
                                          <p:spTgt spid="1137">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7">
                                            <p:txEl>
                                              <p:pRg end="9" st="9"/>
                                            </p:txEl>
                                          </p:spTgt>
                                        </p:tgtEl>
                                        <p:attrNameLst>
                                          <p:attrName>style.visibility</p:attrName>
                                        </p:attrNameLst>
                                      </p:cBhvr>
                                      <p:to>
                                        <p:strVal val="visible"/>
                                      </p:to>
                                    </p:set>
                                    <p:anim calcmode="lin" valueType="num">
                                      <p:cBhvr additive="base">
                                        <p:cTn dur="500"/>
                                        <p:tgtEl>
                                          <p:spTgt spid="1137">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7">
                                            <p:txEl>
                                              <p:pRg end="10" st="10"/>
                                            </p:txEl>
                                          </p:spTgt>
                                        </p:tgtEl>
                                        <p:attrNameLst>
                                          <p:attrName>style.visibility</p:attrName>
                                        </p:attrNameLst>
                                      </p:cBhvr>
                                      <p:to>
                                        <p:strVal val="visible"/>
                                      </p:to>
                                    </p:set>
                                    <p:anim calcmode="lin" valueType="num">
                                      <p:cBhvr additive="base">
                                        <p:cTn dur="500"/>
                                        <p:tgtEl>
                                          <p:spTgt spid="1137">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7">
                                            <p:txEl>
                                              <p:pRg end="11" st="11"/>
                                            </p:txEl>
                                          </p:spTgt>
                                        </p:tgtEl>
                                        <p:attrNameLst>
                                          <p:attrName>style.visibility</p:attrName>
                                        </p:attrNameLst>
                                      </p:cBhvr>
                                      <p:to>
                                        <p:strVal val="visible"/>
                                      </p:to>
                                    </p:set>
                                    <p:anim calcmode="lin" valueType="num">
                                      <p:cBhvr additive="base">
                                        <p:cTn dur="500"/>
                                        <p:tgtEl>
                                          <p:spTgt spid="1137">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7">
                                            <p:txEl>
                                              <p:pRg end="12" st="12"/>
                                            </p:txEl>
                                          </p:spTgt>
                                        </p:tgtEl>
                                        <p:attrNameLst>
                                          <p:attrName>style.visibility</p:attrName>
                                        </p:attrNameLst>
                                      </p:cBhvr>
                                      <p:to>
                                        <p:strVal val="visible"/>
                                      </p:to>
                                    </p:set>
                                    <p:anim calcmode="lin" valueType="num">
                                      <p:cBhvr additive="base">
                                        <p:cTn dur="500"/>
                                        <p:tgtEl>
                                          <p:spTgt spid="1137">
                                            <p:txEl>
                                              <p:pRg end="12" st="1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7">
                                            <p:txEl>
                                              <p:pRg end="13" st="13"/>
                                            </p:txEl>
                                          </p:spTgt>
                                        </p:tgtEl>
                                        <p:attrNameLst>
                                          <p:attrName>style.visibility</p:attrName>
                                        </p:attrNameLst>
                                      </p:cBhvr>
                                      <p:to>
                                        <p:strVal val="visible"/>
                                      </p:to>
                                    </p:set>
                                    <p:anim calcmode="lin" valueType="num">
                                      <p:cBhvr additive="base">
                                        <p:cTn dur="500"/>
                                        <p:tgtEl>
                                          <p:spTgt spid="1137">
                                            <p:txEl>
                                              <p:pRg end="13" st="1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7">
                                            <p:txEl>
                                              <p:pRg end="14" st="14"/>
                                            </p:txEl>
                                          </p:spTgt>
                                        </p:tgtEl>
                                        <p:attrNameLst>
                                          <p:attrName>style.visibility</p:attrName>
                                        </p:attrNameLst>
                                      </p:cBhvr>
                                      <p:to>
                                        <p:strVal val="visible"/>
                                      </p:to>
                                    </p:set>
                                    <p:anim calcmode="lin" valueType="num">
                                      <p:cBhvr additive="base">
                                        <p:cTn dur="500"/>
                                        <p:tgtEl>
                                          <p:spTgt spid="1137">
                                            <p:txEl>
                                              <p:pRg end="14" st="1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7">
                                            <p:txEl>
                                              <p:pRg end="15" st="15"/>
                                            </p:txEl>
                                          </p:spTgt>
                                        </p:tgtEl>
                                        <p:attrNameLst>
                                          <p:attrName>style.visibility</p:attrName>
                                        </p:attrNameLst>
                                      </p:cBhvr>
                                      <p:to>
                                        <p:strVal val="visible"/>
                                      </p:to>
                                    </p:set>
                                    <p:anim calcmode="lin" valueType="num">
                                      <p:cBhvr additive="base">
                                        <p:cTn dur="500"/>
                                        <p:tgtEl>
                                          <p:spTgt spid="1137">
                                            <p:txEl>
                                              <p:pRg end="15" st="1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7">
                                            <p:txEl>
                                              <p:pRg end="16" st="16"/>
                                            </p:txEl>
                                          </p:spTgt>
                                        </p:tgtEl>
                                        <p:attrNameLst>
                                          <p:attrName>style.visibility</p:attrName>
                                        </p:attrNameLst>
                                      </p:cBhvr>
                                      <p:to>
                                        <p:strVal val="visible"/>
                                      </p:to>
                                    </p:set>
                                    <p:anim calcmode="lin" valueType="num">
                                      <p:cBhvr additive="base">
                                        <p:cTn dur="500"/>
                                        <p:tgtEl>
                                          <p:spTgt spid="1137">
                                            <p:txEl>
                                              <p:pRg end="16" st="1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8">
                                            <p:txEl>
                                              <p:pRg end="0" st="0"/>
                                            </p:txEl>
                                          </p:spTgt>
                                        </p:tgtEl>
                                        <p:attrNameLst>
                                          <p:attrName>style.visibility</p:attrName>
                                        </p:attrNameLst>
                                      </p:cBhvr>
                                      <p:to>
                                        <p:strVal val="visible"/>
                                      </p:to>
                                    </p:set>
                                    <p:anim calcmode="lin" valueType="num">
                                      <p:cBhvr additive="base">
                                        <p:cTn dur="500"/>
                                        <p:tgtEl>
                                          <p:spTgt spid="113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8">
                                            <p:txEl>
                                              <p:pRg end="1" st="1"/>
                                            </p:txEl>
                                          </p:spTgt>
                                        </p:tgtEl>
                                        <p:attrNameLst>
                                          <p:attrName>style.visibility</p:attrName>
                                        </p:attrNameLst>
                                      </p:cBhvr>
                                      <p:to>
                                        <p:strVal val="visible"/>
                                      </p:to>
                                    </p:set>
                                    <p:anim calcmode="lin" valueType="num">
                                      <p:cBhvr additive="base">
                                        <p:cTn dur="500"/>
                                        <p:tgtEl>
                                          <p:spTgt spid="113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8">
                                            <p:txEl>
                                              <p:pRg end="2" st="2"/>
                                            </p:txEl>
                                          </p:spTgt>
                                        </p:tgtEl>
                                        <p:attrNameLst>
                                          <p:attrName>style.visibility</p:attrName>
                                        </p:attrNameLst>
                                      </p:cBhvr>
                                      <p:to>
                                        <p:strVal val="visible"/>
                                      </p:to>
                                    </p:set>
                                    <p:anim calcmode="lin" valueType="num">
                                      <p:cBhvr additive="base">
                                        <p:cTn dur="500"/>
                                        <p:tgtEl>
                                          <p:spTgt spid="113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8">
                                            <p:txEl>
                                              <p:pRg end="3" st="3"/>
                                            </p:txEl>
                                          </p:spTgt>
                                        </p:tgtEl>
                                        <p:attrNameLst>
                                          <p:attrName>style.visibility</p:attrName>
                                        </p:attrNameLst>
                                      </p:cBhvr>
                                      <p:to>
                                        <p:strVal val="visible"/>
                                      </p:to>
                                    </p:set>
                                    <p:anim calcmode="lin" valueType="num">
                                      <p:cBhvr additive="base">
                                        <p:cTn dur="500"/>
                                        <p:tgtEl>
                                          <p:spTgt spid="113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8">
                                            <p:txEl>
                                              <p:pRg end="4" st="4"/>
                                            </p:txEl>
                                          </p:spTgt>
                                        </p:tgtEl>
                                        <p:attrNameLst>
                                          <p:attrName>style.visibility</p:attrName>
                                        </p:attrNameLst>
                                      </p:cBhvr>
                                      <p:to>
                                        <p:strVal val="visible"/>
                                      </p:to>
                                    </p:set>
                                    <p:anim calcmode="lin" valueType="num">
                                      <p:cBhvr additive="base">
                                        <p:cTn dur="500"/>
                                        <p:tgtEl>
                                          <p:spTgt spid="1138">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8">
                                            <p:txEl>
                                              <p:pRg end="5" st="5"/>
                                            </p:txEl>
                                          </p:spTgt>
                                        </p:tgtEl>
                                        <p:attrNameLst>
                                          <p:attrName>style.visibility</p:attrName>
                                        </p:attrNameLst>
                                      </p:cBhvr>
                                      <p:to>
                                        <p:strVal val="visible"/>
                                      </p:to>
                                    </p:set>
                                    <p:anim calcmode="lin" valueType="num">
                                      <p:cBhvr additive="base">
                                        <p:cTn dur="500"/>
                                        <p:tgtEl>
                                          <p:spTgt spid="1138">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8">
                                            <p:txEl>
                                              <p:pRg end="6" st="6"/>
                                            </p:txEl>
                                          </p:spTgt>
                                        </p:tgtEl>
                                        <p:attrNameLst>
                                          <p:attrName>style.visibility</p:attrName>
                                        </p:attrNameLst>
                                      </p:cBhvr>
                                      <p:to>
                                        <p:strVal val="visible"/>
                                      </p:to>
                                    </p:set>
                                    <p:anim calcmode="lin" valueType="num">
                                      <p:cBhvr additive="base">
                                        <p:cTn dur="500"/>
                                        <p:tgtEl>
                                          <p:spTgt spid="1138">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8">
                                            <p:txEl>
                                              <p:pRg end="7" st="7"/>
                                            </p:txEl>
                                          </p:spTgt>
                                        </p:tgtEl>
                                        <p:attrNameLst>
                                          <p:attrName>style.visibility</p:attrName>
                                        </p:attrNameLst>
                                      </p:cBhvr>
                                      <p:to>
                                        <p:strVal val="visible"/>
                                      </p:to>
                                    </p:set>
                                    <p:anim calcmode="lin" valueType="num">
                                      <p:cBhvr additive="base">
                                        <p:cTn dur="500"/>
                                        <p:tgtEl>
                                          <p:spTgt spid="1138">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8">
                                            <p:txEl>
                                              <p:pRg end="8" st="8"/>
                                            </p:txEl>
                                          </p:spTgt>
                                        </p:tgtEl>
                                        <p:attrNameLst>
                                          <p:attrName>style.visibility</p:attrName>
                                        </p:attrNameLst>
                                      </p:cBhvr>
                                      <p:to>
                                        <p:strVal val="visible"/>
                                      </p:to>
                                    </p:set>
                                    <p:anim calcmode="lin" valueType="num">
                                      <p:cBhvr additive="base">
                                        <p:cTn dur="500"/>
                                        <p:tgtEl>
                                          <p:spTgt spid="1138">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8">
                                            <p:txEl>
                                              <p:pRg end="9" st="9"/>
                                            </p:txEl>
                                          </p:spTgt>
                                        </p:tgtEl>
                                        <p:attrNameLst>
                                          <p:attrName>style.visibility</p:attrName>
                                        </p:attrNameLst>
                                      </p:cBhvr>
                                      <p:to>
                                        <p:strVal val="visible"/>
                                      </p:to>
                                    </p:set>
                                    <p:anim calcmode="lin" valueType="num">
                                      <p:cBhvr additive="base">
                                        <p:cTn dur="500"/>
                                        <p:tgtEl>
                                          <p:spTgt spid="1138">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8">
                                            <p:txEl>
                                              <p:pRg end="10" st="10"/>
                                            </p:txEl>
                                          </p:spTgt>
                                        </p:tgtEl>
                                        <p:attrNameLst>
                                          <p:attrName>style.visibility</p:attrName>
                                        </p:attrNameLst>
                                      </p:cBhvr>
                                      <p:to>
                                        <p:strVal val="visible"/>
                                      </p:to>
                                    </p:set>
                                    <p:anim calcmode="lin" valueType="num">
                                      <p:cBhvr additive="base">
                                        <p:cTn dur="500"/>
                                        <p:tgtEl>
                                          <p:spTgt spid="1138">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8">
                                            <p:txEl>
                                              <p:pRg end="11" st="11"/>
                                            </p:txEl>
                                          </p:spTgt>
                                        </p:tgtEl>
                                        <p:attrNameLst>
                                          <p:attrName>style.visibility</p:attrName>
                                        </p:attrNameLst>
                                      </p:cBhvr>
                                      <p:to>
                                        <p:strVal val="visible"/>
                                      </p:to>
                                    </p:set>
                                    <p:anim calcmode="lin" valueType="num">
                                      <p:cBhvr additive="base">
                                        <p:cTn dur="500"/>
                                        <p:tgtEl>
                                          <p:spTgt spid="1138">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8">
                                            <p:txEl>
                                              <p:pRg end="12" st="12"/>
                                            </p:txEl>
                                          </p:spTgt>
                                        </p:tgtEl>
                                        <p:attrNameLst>
                                          <p:attrName>style.visibility</p:attrName>
                                        </p:attrNameLst>
                                      </p:cBhvr>
                                      <p:to>
                                        <p:strVal val="visible"/>
                                      </p:to>
                                    </p:set>
                                    <p:anim calcmode="lin" valueType="num">
                                      <p:cBhvr additive="base">
                                        <p:cTn dur="500"/>
                                        <p:tgtEl>
                                          <p:spTgt spid="1138">
                                            <p:txEl>
                                              <p:pRg end="12" st="1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8">
                                            <p:txEl>
                                              <p:pRg end="13" st="13"/>
                                            </p:txEl>
                                          </p:spTgt>
                                        </p:tgtEl>
                                        <p:attrNameLst>
                                          <p:attrName>style.visibility</p:attrName>
                                        </p:attrNameLst>
                                      </p:cBhvr>
                                      <p:to>
                                        <p:strVal val="visible"/>
                                      </p:to>
                                    </p:set>
                                    <p:anim calcmode="lin" valueType="num">
                                      <p:cBhvr additive="base">
                                        <p:cTn dur="500"/>
                                        <p:tgtEl>
                                          <p:spTgt spid="1138">
                                            <p:txEl>
                                              <p:pRg end="13" st="1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8">
                                            <p:txEl>
                                              <p:pRg end="14" st="14"/>
                                            </p:txEl>
                                          </p:spTgt>
                                        </p:tgtEl>
                                        <p:attrNameLst>
                                          <p:attrName>style.visibility</p:attrName>
                                        </p:attrNameLst>
                                      </p:cBhvr>
                                      <p:to>
                                        <p:strVal val="visible"/>
                                      </p:to>
                                    </p:set>
                                    <p:anim calcmode="lin" valueType="num">
                                      <p:cBhvr additive="base">
                                        <p:cTn dur="500"/>
                                        <p:tgtEl>
                                          <p:spTgt spid="1138">
                                            <p:txEl>
                                              <p:pRg end="14" st="1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8">
                                            <p:txEl>
                                              <p:pRg end="15" st="15"/>
                                            </p:txEl>
                                          </p:spTgt>
                                        </p:tgtEl>
                                        <p:attrNameLst>
                                          <p:attrName>style.visibility</p:attrName>
                                        </p:attrNameLst>
                                      </p:cBhvr>
                                      <p:to>
                                        <p:strVal val="visible"/>
                                      </p:to>
                                    </p:set>
                                    <p:anim calcmode="lin" valueType="num">
                                      <p:cBhvr additive="base">
                                        <p:cTn dur="500"/>
                                        <p:tgtEl>
                                          <p:spTgt spid="1138">
                                            <p:txEl>
                                              <p:pRg end="15" st="1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8">
                                            <p:txEl>
                                              <p:pRg end="16" st="16"/>
                                            </p:txEl>
                                          </p:spTgt>
                                        </p:tgtEl>
                                        <p:attrNameLst>
                                          <p:attrName>style.visibility</p:attrName>
                                        </p:attrNameLst>
                                      </p:cBhvr>
                                      <p:to>
                                        <p:strVal val="visible"/>
                                      </p:to>
                                    </p:set>
                                    <p:anim calcmode="lin" valueType="num">
                                      <p:cBhvr additive="base">
                                        <p:cTn dur="500"/>
                                        <p:tgtEl>
                                          <p:spTgt spid="1138">
                                            <p:txEl>
                                              <p:pRg end="16" st="1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9"/>
                                        </p:tgtEl>
                                        <p:attrNameLst>
                                          <p:attrName>style.visibility</p:attrName>
                                        </p:attrNameLst>
                                      </p:cBhvr>
                                      <p:to>
                                        <p:strVal val="visible"/>
                                      </p:to>
                                    </p:set>
                                    <p:animEffect filter="fade" transition="in">
                                      <p:cBhvr>
                                        <p:cTn dur="500"/>
                                        <p:tgtEl>
                                          <p:spTgt spid="11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0"/>
                                        </p:tgtEl>
                                        <p:attrNameLst>
                                          <p:attrName>style.visibility</p:attrName>
                                        </p:attrNameLst>
                                      </p:cBhvr>
                                      <p:to>
                                        <p:strVal val="visible"/>
                                      </p:to>
                                    </p:set>
                                    <p:animEffect filter="fade" transition="in">
                                      <p:cBhvr>
                                        <p:cTn dur="500"/>
                                        <p:tgtEl>
                                          <p:spTgt spid="1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1"/>
                                        </p:tgtEl>
                                        <p:attrNameLst>
                                          <p:attrName>style.visibility</p:attrName>
                                        </p:attrNameLst>
                                      </p:cBhvr>
                                      <p:to>
                                        <p:strVal val="visible"/>
                                      </p:to>
                                    </p:set>
                                    <p:animEffect filter="fade" transition="in">
                                      <p:cBhvr>
                                        <p:cTn dur="500"/>
                                        <p:tgtEl>
                                          <p:spTgt spid="11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2"/>
                                        </p:tgtEl>
                                        <p:attrNameLst>
                                          <p:attrName>style.visibility</p:attrName>
                                        </p:attrNameLst>
                                      </p:cBhvr>
                                      <p:to>
                                        <p:strVal val="visible"/>
                                      </p:to>
                                    </p:set>
                                    <p:animEffect filter="fade" transition="in">
                                      <p:cBhvr>
                                        <p:cTn dur="500"/>
                                        <p:tgtEl>
                                          <p:spTgt spid="11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3"/>
                                        </p:tgtEl>
                                        <p:attrNameLst>
                                          <p:attrName>style.visibility</p:attrName>
                                        </p:attrNameLst>
                                      </p:cBhvr>
                                      <p:to>
                                        <p:strVal val="visible"/>
                                      </p:to>
                                    </p:set>
                                    <p:animEffect filter="fade" transition="in">
                                      <p:cBhvr>
                                        <p:cTn dur="500"/>
                                        <p:tgtEl>
                                          <p:spTgt spid="11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4"/>
                                        </p:tgtEl>
                                        <p:attrNameLst>
                                          <p:attrName>style.visibility</p:attrName>
                                        </p:attrNameLst>
                                      </p:cBhvr>
                                      <p:to>
                                        <p:strVal val="visible"/>
                                      </p:to>
                                    </p:set>
                                    <p:animEffect filter="fade" transition="in">
                                      <p:cBhvr>
                                        <p:cTn dur="500"/>
                                        <p:tgtEl>
                                          <p:spTgt spid="11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9" name="Shape 1149"/>
        <p:cNvGrpSpPr/>
        <p:nvPr/>
      </p:nvGrpSpPr>
      <p:grpSpPr>
        <a:xfrm>
          <a:off x="0" y="0"/>
          <a:ext cx="0" cy="0"/>
          <a:chOff x="0" y="0"/>
          <a:chExt cx="0" cy="0"/>
        </a:xfrm>
      </p:grpSpPr>
      <p:sp>
        <p:nvSpPr>
          <p:cNvPr id="1150" name="Google Shape;1150;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C00000"/>
              </a:buClr>
              <a:buSzPct val="111111"/>
              <a:buFont typeface="Arial"/>
              <a:buNone/>
            </a:pPr>
            <a:r>
              <a:rPr lang="en-US">
                <a:solidFill>
                  <a:schemeClr val="accent1"/>
                </a:solidFill>
                <a:latin typeface="Arial Black"/>
                <a:ea typeface="Arial Black"/>
                <a:cs typeface="Arial Black"/>
                <a:sym typeface="Arial Black"/>
              </a:rPr>
              <a:t>What is the tense and form of the underlined verbs in each sentence?</a:t>
            </a:r>
            <a:endParaRPr>
              <a:solidFill>
                <a:schemeClr val="accent1"/>
              </a:solidFill>
              <a:latin typeface="Arial Black"/>
              <a:ea typeface="Arial Black"/>
              <a:cs typeface="Arial Black"/>
              <a:sym typeface="Arial Black"/>
            </a:endParaRPr>
          </a:p>
        </p:txBody>
      </p:sp>
      <p:sp>
        <p:nvSpPr>
          <p:cNvPr id="1151" name="Google Shape;1151;p42"/>
          <p:cNvSpPr txBox="1"/>
          <p:nvPr>
            <p:ph idx="1" type="body"/>
          </p:nvPr>
        </p:nvSpPr>
        <p:spPr>
          <a:xfrm>
            <a:off x="838200" y="2099945"/>
            <a:ext cx="11988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Noto Sans Symbols"/>
              <a:buChar char="❑"/>
            </a:pPr>
            <a:r>
              <a:rPr lang="en-US">
                <a:latin typeface="Arial"/>
                <a:ea typeface="Arial"/>
                <a:cs typeface="Arial"/>
                <a:sym typeface="Arial"/>
              </a:rPr>
              <a:t>10 October </a:t>
            </a:r>
            <a:r>
              <a:rPr b="1" lang="en-US" u="sng">
                <a:solidFill>
                  <a:srgbClr val="00B050"/>
                </a:solidFill>
                <a:latin typeface="Arial"/>
                <a:ea typeface="Arial"/>
                <a:cs typeface="Arial"/>
                <a:sym typeface="Arial"/>
              </a:rPr>
              <a:t>has been </a:t>
            </a:r>
            <a:r>
              <a:rPr lang="en-US">
                <a:latin typeface="Arial"/>
                <a:ea typeface="Arial"/>
                <a:cs typeface="Arial"/>
                <a:sym typeface="Arial"/>
              </a:rPr>
              <a:t>the World Mental Health Day since 1992.</a:t>
            </a:r>
            <a:endParaRPr/>
          </a:p>
          <a:p>
            <a:pPr indent="0" lvl="0" marL="0" rtl="0" algn="l">
              <a:lnSpc>
                <a:spcPct val="90000"/>
              </a:lnSpc>
              <a:spcBef>
                <a:spcPts val="1000"/>
              </a:spcBef>
              <a:spcAft>
                <a:spcPts val="0"/>
              </a:spcAft>
              <a:buSzPts val="2800"/>
              <a:buNone/>
            </a:pPr>
            <a:r>
              <a:rPr lang="en-US">
                <a:latin typeface="Arial"/>
                <a:ea typeface="Arial"/>
                <a:cs typeface="Arial"/>
                <a:sym typeface="Arial"/>
              </a:rPr>
              <a:t>                                         </a:t>
            </a:r>
            <a:r>
              <a:rPr lang="en-US">
                <a:solidFill>
                  <a:srgbClr val="00B050"/>
                </a:solidFill>
                <a:latin typeface="Arial"/>
                <a:ea typeface="Arial"/>
                <a:cs typeface="Arial"/>
                <a:sym typeface="Arial"/>
              </a:rPr>
              <a:t>Present perfect simple           </a:t>
            </a:r>
            <a:endParaRPr/>
          </a:p>
          <a:p>
            <a:pPr indent="0" lvl="0" marL="0" rtl="0" algn="l">
              <a:lnSpc>
                <a:spcPct val="90000"/>
              </a:lnSpc>
              <a:spcBef>
                <a:spcPts val="1000"/>
              </a:spcBef>
              <a:spcAft>
                <a:spcPts val="0"/>
              </a:spcAft>
              <a:buSzPts val="2800"/>
              <a:buNone/>
            </a:pPr>
            <a:r>
              <a:t/>
            </a:r>
            <a:endParaRPr>
              <a:latin typeface="Arial"/>
              <a:ea typeface="Arial"/>
              <a:cs typeface="Arial"/>
              <a:sym typeface="Arial"/>
            </a:endParaRPr>
          </a:p>
          <a:p>
            <a:pPr indent="0" lvl="0" marL="0" rtl="0" algn="l">
              <a:lnSpc>
                <a:spcPct val="90000"/>
              </a:lnSpc>
              <a:spcBef>
                <a:spcPts val="1000"/>
              </a:spcBef>
              <a:spcAft>
                <a:spcPts val="0"/>
              </a:spcAft>
              <a:buSzPts val="2800"/>
              <a:buNone/>
            </a:pPr>
            <a:r>
              <a:rPr lang="en-US">
                <a:latin typeface="Arial"/>
                <a:ea typeface="Arial"/>
                <a:cs typeface="Arial"/>
                <a:sym typeface="Arial"/>
              </a:rPr>
              <a:t>                                                                    </a:t>
            </a:r>
            <a:r>
              <a:rPr lang="en-US">
                <a:solidFill>
                  <a:schemeClr val="accent1"/>
                </a:solidFill>
                <a:latin typeface="Arial"/>
                <a:ea typeface="Arial"/>
                <a:cs typeface="Arial"/>
                <a:sym typeface="Arial"/>
              </a:rPr>
              <a:t>Present perfect continuous</a:t>
            </a:r>
            <a:endParaRPr>
              <a:solidFill>
                <a:schemeClr val="accent1"/>
              </a:solidFill>
              <a:latin typeface="Arial"/>
              <a:ea typeface="Arial"/>
              <a:cs typeface="Arial"/>
              <a:sym typeface="Arial"/>
            </a:endParaRPr>
          </a:p>
          <a:p>
            <a:pPr indent="-228600" lvl="0" marL="228600" rtl="0" algn="l">
              <a:lnSpc>
                <a:spcPct val="90000"/>
              </a:lnSpc>
              <a:spcBef>
                <a:spcPts val="1000"/>
              </a:spcBef>
              <a:spcAft>
                <a:spcPts val="0"/>
              </a:spcAft>
              <a:buClr>
                <a:schemeClr val="dk1"/>
              </a:buClr>
              <a:buSzPts val="2800"/>
              <a:buFont typeface="Noto Sans Symbols"/>
              <a:buChar char="❑"/>
            </a:pPr>
            <a:r>
              <a:rPr lang="en-US">
                <a:latin typeface="Arial"/>
                <a:ea typeface="Arial"/>
                <a:cs typeface="Arial"/>
                <a:sym typeface="Arial"/>
              </a:rPr>
              <a:t>The World Health Organisation </a:t>
            </a:r>
            <a:r>
              <a:rPr b="1" lang="en-US" u="sng">
                <a:solidFill>
                  <a:schemeClr val="accent1"/>
                </a:solidFill>
                <a:latin typeface="Arial"/>
                <a:ea typeface="Arial"/>
                <a:cs typeface="Arial"/>
                <a:sym typeface="Arial"/>
              </a:rPr>
              <a:t>has been working </a:t>
            </a:r>
            <a:r>
              <a:rPr lang="en-US">
                <a:latin typeface="Arial"/>
                <a:ea typeface="Arial"/>
                <a:cs typeface="Arial"/>
                <a:sym typeface="Arial"/>
              </a:rPr>
              <a:t>with partners to launch a campaign around the theme “Making Mental Health &amp; Well-Being for All a Global Priority.”</a:t>
            </a:r>
            <a:endParaRPr/>
          </a:p>
          <a:p>
            <a:pPr indent="-50800" lvl="0" marL="228600" rtl="0" algn="l">
              <a:lnSpc>
                <a:spcPct val="90000"/>
              </a:lnSpc>
              <a:spcBef>
                <a:spcPts val="1000"/>
              </a:spcBef>
              <a:spcAft>
                <a:spcPts val="0"/>
              </a:spcAft>
              <a:buClr>
                <a:schemeClr val="dk1"/>
              </a:buClr>
              <a:buSzPts val="2800"/>
              <a:buNone/>
            </a:pPr>
            <a:r>
              <a:t/>
            </a:r>
            <a:endParaRPr>
              <a:latin typeface="Arial"/>
              <a:ea typeface="Arial"/>
              <a:cs typeface="Arial"/>
              <a:sym typeface="Arial"/>
            </a:endParaRPr>
          </a:p>
          <a:p>
            <a:pPr indent="0" lvl="0" marL="0" rtl="0" algn="l">
              <a:lnSpc>
                <a:spcPct val="90000"/>
              </a:lnSpc>
              <a:spcBef>
                <a:spcPts val="1000"/>
              </a:spcBef>
              <a:spcAft>
                <a:spcPts val="0"/>
              </a:spcAft>
              <a:buClr>
                <a:schemeClr val="dk1"/>
              </a:buClr>
              <a:buSzPts val="2800"/>
              <a:buNone/>
            </a:pPr>
            <a:r>
              <a:t/>
            </a:r>
            <a:endParaRPr>
              <a:latin typeface="Arial"/>
              <a:ea typeface="Arial"/>
              <a:cs typeface="Arial"/>
              <a:sym typeface="Arial"/>
            </a:endParaRPr>
          </a:p>
        </p:txBody>
      </p:sp>
      <p:sp>
        <p:nvSpPr>
          <p:cNvPr id="1152" name="Google Shape;1152;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153" name="Google Shape;1153;p42"/>
          <p:cNvSpPr/>
          <p:nvPr/>
        </p:nvSpPr>
        <p:spPr>
          <a:xfrm flipH="1" rot="10800000">
            <a:off x="4000500" y="2501900"/>
            <a:ext cx="825500" cy="533400"/>
          </a:xfrm>
          <a:prstGeom prst="bentArrow">
            <a:avLst>
              <a:gd fmla="val 25000" name="adj1"/>
              <a:gd fmla="val 25000" name="adj2"/>
              <a:gd fmla="val 25000" name="adj3"/>
              <a:gd fmla="val 43750" name="adj4"/>
            </a:avLst>
          </a:prstGeom>
          <a:solidFill>
            <a:srgbClr val="00B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154" name="Google Shape;1154;p42"/>
          <p:cNvSpPr/>
          <p:nvPr/>
        </p:nvSpPr>
        <p:spPr>
          <a:xfrm>
            <a:off x="6413500" y="3742213"/>
            <a:ext cx="1168400" cy="533401"/>
          </a:xfrm>
          <a:prstGeom prst="bentArrow">
            <a:avLst>
              <a:gd fmla="val 25000" name="adj1"/>
              <a:gd fmla="val 25000" name="adj2"/>
              <a:gd fmla="val 25000" name="adj3"/>
              <a:gd fmla="val 43750" name="adj4"/>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0"/>
                                        </p:tgtEl>
                                        <p:attrNameLst>
                                          <p:attrName>style.visibility</p:attrName>
                                        </p:attrNameLst>
                                      </p:cBhvr>
                                      <p:to>
                                        <p:strVal val="visible"/>
                                      </p:to>
                                    </p:set>
                                    <p:animEffect filter="fade" transition="in">
                                      <p:cBhvr>
                                        <p:cTn dur="500"/>
                                        <p:tgtEl>
                                          <p:spTgt spid="11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1">
                                            <p:txEl>
                                              <p:pRg end="0" st="0"/>
                                            </p:txEl>
                                          </p:spTgt>
                                        </p:tgtEl>
                                        <p:attrNameLst>
                                          <p:attrName>style.visibility</p:attrName>
                                        </p:attrNameLst>
                                      </p:cBhvr>
                                      <p:to>
                                        <p:strVal val="visible"/>
                                      </p:to>
                                    </p:set>
                                    <p:animEffect filter="fade" transition="in">
                                      <p:cBhvr>
                                        <p:cTn dur="500"/>
                                        <p:tgtEl>
                                          <p:spTgt spid="11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1">
                                            <p:txEl>
                                              <p:pRg end="1" st="1"/>
                                            </p:txEl>
                                          </p:spTgt>
                                        </p:tgtEl>
                                        <p:attrNameLst>
                                          <p:attrName>style.visibility</p:attrName>
                                        </p:attrNameLst>
                                      </p:cBhvr>
                                      <p:to>
                                        <p:strVal val="visible"/>
                                      </p:to>
                                    </p:set>
                                    <p:animEffect filter="fade" transition="in">
                                      <p:cBhvr>
                                        <p:cTn dur="500"/>
                                        <p:tgtEl>
                                          <p:spTgt spid="11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1">
                                            <p:txEl>
                                              <p:pRg end="2" st="2"/>
                                            </p:txEl>
                                          </p:spTgt>
                                        </p:tgtEl>
                                        <p:attrNameLst>
                                          <p:attrName>style.visibility</p:attrName>
                                        </p:attrNameLst>
                                      </p:cBhvr>
                                      <p:to>
                                        <p:strVal val="visible"/>
                                      </p:to>
                                    </p:set>
                                    <p:animEffect filter="fade" transition="in">
                                      <p:cBhvr>
                                        <p:cTn dur="500"/>
                                        <p:tgtEl>
                                          <p:spTgt spid="11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1">
                                            <p:txEl>
                                              <p:pRg end="3" st="3"/>
                                            </p:txEl>
                                          </p:spTgt>
                                        </p:tgtEl>
                                        <p:attrNameLst>
                                          <p:attrName>style.visibility</p:attrName>
                                        </p:attrNameLst>
                                      </p:cBhvr>
                                      <p:to>
                                        <p:strVal val="visible"/>
                                      </p:to>
                                    </p:set>
                                    <p:animEffect filter="fade" transition="in">
                                      <p:cBhvr>
                                        <p:cTn dur="500"/>
                                        <p:tgtEl>
                                          <p:spTgt spid="115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1">
                                            <p:txEl>
                                              <p:pRg end="4" st="4"/>
                                            </p:txEl>
                                          </p:spTgt>
                                        </p:tgtEl>
                                        <p:attrNameLst>
                                          <p:attrName>style.visibility</p:attrName>
                                        </p:attrNameLst>
                                      </p:cBhvr>
                                      <p:to>
                                        <p:strVal val="visible"/>
                                      </p:to>
                                    </p:set>
                                    <p:animEffect filter="fade" transition="in">
                                      <p:cBhvr>
                                        <p:cTn dur="500"/>
                                        <p:tgtEl>
                                          <p:spTgt spid="115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1">
                                            <p:txEl>
                                              <p:pRg end="5" st="5"/>
                                            </p:txEl>
                                          </p:spTgt>
                                        </p:tgtEl>
                                        <p:attrNameLst>
                                          <p:attrName>style.visibility</p:attrName>
                                        </p:attrNameLst>
                                      </p:cBhvr>
                                      <p:to>
                                        <p:strVal val="visible"/>
                                      </p:to>
                                    </p:set>
                                    <p:animEffect filter="fade" transition="in">
                                      <p:cBhvr>
                                        <p:cTn dur="500"/>
                                        <p:tgtEl>
                                          <p:spTgt spid="115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1">
                                            <p:txEl>
                                              <p:pRg end="6" st="6"/>
                                            </p:txEl>
                                          </p:spTgt>
                                        </p:tgtEl>
                                        <p:attrNameLst>
                                          <p:attrName>style.visibility</p:attrName>
                                        </p:attrNameLst>
                                      </p:cBhvr>
                                      <p:to>
                                        <p:strVal val="visible"/>
                                      </p:to>
                                    </p:set>
                                    <p:animEffect filter="fade" transition="in">
                                      <p:cBhvr>
                                        <p:cTn dur="500"/>
                                        <p:tgtEl>
                                          <p:spTgt spid="115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8" name="Shape 1158"/>
        <p:cNvGrpSpPr/>
        <p:nvPr/>
      </p:nvGrpSpPr>
      <p:grpSpPr>
        <a:xfrm>
          <a:off x="0" y="0"/>
          <a:ext cx="0" cy="0"/>
          <a:chOff x="0" y="0"/>
          <a:chExt cx="0" cy="0"/>
        </a:xfrm>
      </p:grpSpPr>
      <p:pic>
        <p:nvPicPr>
          <p:cNvPr id="1159" name="Google Shape;1159;p43"/>
          <p:cNvPicPr preferRelativeResize="0"/>
          <p:nvPr>
            <p:ph idx="1" type="body"/>
          </p:nvPr>
        </p:nvPicPr>
        <p:blipFill rotWithShape="1">
          <a:blip r:embed="rId3">
            <a:alphaModFix/>
          </a:blip>
          <a:srcRect b="10432" l="0" r="0" t="10334"/>
          <a:stretch/>
        </p:blipFill>
        <p:spPr>
          <a:xfrm>
            <a:off x="0" y="-603115"/>
            <a:ext cx="12192000" cy="7461115"/>
          </a:xfrm>
          <a:prstGeom prst="rect">
            <a:avLst/>
          </a:prstGeom>
          <a:noFill/>
          <a:ln>
            <a:noFill/>
          </a:ln>
        </p:spPr>
      </p:pic>
      <p:sp>
        <p:nvSpPr>
          <p:cNvPr id="1160" name="Google Shape;1160;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ransition spd="slow">
    <p:wipe dir="l"/>
  </p:transition>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4" name="Shape 1164"/>
        <p:cNvGrpSpPr/>
        <p:nvPr/>
      </p:nvGrpSpPr>
      <p:grpSpPr>
        <a:xfrm>
          <a:off x="0" y="0"/>
          <a:ext cx="0" cy="0"/>
          <a:chOff x="0" y="0"/>
          <a:chExt cx="0" cy="0"/>
        </a:xfrm>
      </p:grpSpPr>
      <p:sp>
        <p:nvSpPr>
          <p:cNvPr id="1165" name="Google Shape;1165;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1166" name="Google Shape;1166;p44"/>
          <p:cNvGrpSpPr/>
          <p:nvPr/>
        </p:nvGrpSpPr>
        <p:grpSpPr>
          <a:xfrm>
            <a:off x="155100" y="20496"/>
            <a:ext cx="768029" cy="1252175"/>
            <a:chOff x="169229" y="2084489"/>
            <a:chExt cx="1306245" cy="1903654"/>
          </a:xfrm>
        </p:grpSpPr>
        <p:sp>
          <p:nvSpPr>
            <p:cNvPr id="1167" name="Google Shape;1167;p44"/>
            <p:cNvSpPr/>
            <p:nvPr/>
          </p:nvSpPr>
          <p:spPr>
            <a:xfrm>
              <a:off x="1162276" y="2834478"/>
              <a:ext cx="313198" cy="613622"/>
            </a:xfrm>
            <a:custGeom>
              <a:rect b="b" l="l" r="r" t="t"/>
              <a:pathLst>
                <a:path extrusionOk="0" h="613622" w="313198">
                  <a:moveTo>
                    <a:pt x="297384" y="307094"/>
                  </a:moveTo>
                  <a:cubicBezTo>
                    <a:pt x="292364" y="293707"/>
                    <a:pt x="287509" y="280038"/>
                    <a:pt x="294721" y="265708"/>
                  </a:cubicBezTo>
                  <a:cubicBezTo>
                    <a:pt x="294815" y="265520"/>
                    <a:pt x="294203" y="264954"/>
                    <a:pt x="293543" y="264011"/>
                  </a:cubicBezTo>
                  <a:cubicBezTo>
                    <a:pt x="278907" y="272732"/>
                    <a:pt x="270799" y="262338"/>
                    <a:pt x="263140" y="252463"/>
                  </a:cubicBezTo>
                  <a:cubicBezTo>
                    <a:pt x="257860" y="245675"/>
                    <a:pt x="254396" y="237474"/>
                    <a:pt x="249187" y="230639"/>
                  </a:cubicBezTo>
                  <a:cubicBezTo>
                    <a:pt x="243413" y="223050"/>
                    <a:pt x="236790" y="216027"/>
                    <a:pt x="230050" y="209262"/>
                  </a:cubicBezTo>
                  <a:cubicBezTo>
                    <a:pt x="225972" y="205162"/>
                    <a:pt x="219798" y="202828"/>
                    <a:pt x="216592" y="198280"/>
                  </a:cubicBezTo>
                  <a:cubicBezTo>
                    <a:pt x="205209" y="182135"/>
                    <a:pt x="194980" y="165190"/>
                    <a:pt x="183785" y="148904"/>
                  </a:cubicBezTo>
                  <a:cubicBezTo>
                    <a:pt x="175701" y="137120"/>
                    <a:pt x="167075" y="125642"/>
                    <a:pt x="158049" y="114565"/>
                  </a:cubicBezTo>
                  <a:cubicBezTo>
                    <a:pt x="155527" y="111478"/>
                    <a:pt x="150672" y="108697"/>
                    <a:pt x="146830" y="108626"/>
                  </a:cubicBezTo>
                  <a:cubicBezTo>
                    <a:pt x="138110" y="108461"/>
                    <a:pt x="135494" y="107259"/>
                    <a:pt x="134905" y="98445"/>
                  </a:cubicBezTo>
                  <a:cubicBezTo>
                    <a:pt x="133538" y="78011"/>
                    <a:pt x="121895" y="64318"/>
                    <a:pt x="105633" y="53806"/>
                  </a:cubicBezTo>
                  <a:cubicBezTo>
                    <a:pt x="103276" y="52274"/>
                    <a:pt x="98044" y="51284"/>
                    <a:pt x="97030" y="52510"/>
                  </a:cubicBezTo>
                  <a:cubicBezTo>
                    <a:pt x="95192" y="54678"/>
                    <a:pt x="94014" y="59581"/>
                    <a:pt x="95286" y="61749"/>
                  </a:cubicBezTo>
                  <a:cubicBezTo>
                    <a:pt x="99293" y="68607"/>
                    <a:pt x="104007" y="75277"/>
                    <a:pt x="109474" y="81028"/>
                  </a:cubicBezTo>
                  <a:cubicBezTo>
                    <a:pt x="116309" y="88192"/>
                    <a:pt x="121094" y="95711"/>
                    <a:pt x="121023" y="108202"/>
                  </a:cubicBezTo>
                  <a:cubicBezTo>
                    <a:pt x="115744" y="104879"/>
                    <a:pt x="111619" y="103135"/>
                    <a:pt x="108602" y="100212"/>
                  </a:cubicBezTo>
                  <a:cubicBezTo>
                    <a:pt x="92930" y="85105"/>
                    <a:pt x="77540" y="69715"/>
                    <a:pt x="62032" y="54419"/>
                  </a:cubicBezTo>
                  <a:cubicBezTo>
                    <a:pt x="45652" y="38275"/>
                    <a:pt x="29390" y="21989"/>
                    <a:pt x="12798" y="6081"/>
                  </a:cubicBezTo>
                  <a:cubicBezTo>
                    <a:pt x="9922" y="3323"/>
                    <a:pt x="5656" y="1980"/>
                    <a:pt x="2027" y="0"/>
                  </a:cubicBezTo>
                  <a:cubicBezTo>
                    <a:pt x="1343" y="683"/>
                    <a:pt x="660" y="1367"/>
                    <a:pt x="0" y="2050"/>
                  </a:cubicBezTo>
                  <a:cubicBezTo>
                    <a:pt x="2098" y="6623"/>
                    <a:pt x="3465" y="11713"/>
                    <a:pt x="6387" y="15649"/>
                  </a:cubicBezTo>
                  <a:cubicBezTo>
                    <a:pt x="23686" y="38840"/>
                    <a:pt x="40537" y="62409"/>
                    <a:pt x="59062" y="84586"/>
                  </a:cubicBezTo>
                  <a:cubicBezTo>
                    <a:pt x="92623" y="124747"/>
                    <a:pt x="125077" y="165755"/>
                    <a:pt x="149328" y="212185"/>
                  </a:cubicBezTo>
                  <a:cubicBezTo>
                    <a:pt x="181735" y="274240"/>
                    <a:pt x="204949" y="340137"/>
                    <a:pt x="225713" y="406929"/>
                  </a:cubicBezTo>
                  <a:cubicBezTo>
                    <a:pt x="236932" y="443012"/>
                    <a:pt x="237969" y="480863"/>
                    <a:pt x="246312" y="517417"/>
                  </a:cubicBezTo>
                  <a:cubicBezTo>
                    <a:pt x="252722" y="545534"/>
                    <a:pt x="259062" y="573651"/>
                    <a:pt x="265756" y="601697"/>
                  </a:cubicBezTo>
                  <a:cubicBezTo>
                    <a:pt x="266769" y="605892"/>
                    <a:pt x="269621" y="609663"/>
                    <a:pt x="271600" y="613623"/>
                  </a:cubicBezTo>
                  <a:cubicBezTo>
                    <a:pt x="272308" y="613481"/>
                    <a:pt x="272991" y="613316"/>
                    <a:pt x="273698" y="613175"/>
                  </a:cubicBezTo>
                  <a:cubicBezTo>
                    <a:pt x="274452" y="610417"/>
                    <a:pt x="275914" y="607660"/>
                    <a:pt x="275843" y="604926"/>
                  </a:cubicBezTo>
                  <a:cubicBezTo>
                    <a:pt x="275442" y="587391"/>
                    <a:pt x="276927" y="569432"/>
                    <a:pt x="273698" y="552392"/>
                  </a:cubicBezTo>
                  <a:cubicBezTo>
                    <a:pt x="263776" y="500071"/>
                    <a:pt x="251945" y="448103"/>
                    <a:pt x="240985" y="395970"/>
                  </a:cubicBezTo>
                  <a:cubicBezTo>
                    <a:pt x="234457" y="364836"/>
                    <a:pt x="228070" y="333656"/>
                    <a:pt x="221895" y="302451"/>
                  </a:cubicBezTo>
                  <a:cubicBezTo>
                    <a:pt x="221188" y="298845"/>
                    <a:pt x="222154" y="294909"/>
                    <a:pt x="222366" y="291139"/>
                  </a:cubicBezTo>
                  <a:cubicBezTo>
                    <a:pt x="223521" y="290879"/>
                    <a:pt x="224676" y="290620"/>
                    <a:pt x="225831" y="290361"/>
                  </a:cubicBezTo>
                  <a:cubicBezTo>
                    <a:pt x="228730" y="295286"/>
                    <a:pt x="232336" y="299953"/>
                    <a:pt x="234363" y="305209"/>
                  </a:cubicBezTo>
                  <a:cubicBezTo>
                    <a:pt x="240090" y="319915"/>
                    <a:pt x="244332" y="335235"/>
                    <a:pt x="250719" y="349635"/>
                  </a:cubicBezTo>
                  <a:cubicBezTo>
                    <a:pt x="256847" y="363517"/>
                    <a:pt x="264082" y="377092"/>
                    <a:pt x="272402" y="389748"/>
                  </a:cubicBezTo>
                  <a:cubicBezTo>
                    <a:pt x="277917" y="398138"/>
                    <a:pt x="285789" y="398728"/>
                    <a:pt x="295805" y="394650"/>
                  </a:cubicBezTo>
                  <a:cubicBezTo>
                    <a:pt x="294792" y="393236"/>
                    <a:pt x="294132" y="391468"/>
                    <a:pt x="292883" y="390691"/>
                  </a:cubicBezTo>
                  <a:cubicBezTo>
                    <a:pt x="283644" y="384869"/>
                    <a:pt x="278011" y="376055"/>
                    <a:pt x="274075" y="366415"/>
                  </a:cubicBezTo>
                  <a:cubicBezTo>
                    <a:pt x="266439" y="347726"/>
                    <a:pt x="259793" y="328612"/>
                    <a:pt x="252227" y="309875"/>
                  </a:cubicBezTo>
                  <a:cubicBezTo>
                    <a:pt x="247632" y="298468"/>
                    <a:pt x="242376" y="287297"/>
                    <a:pt x="236743" y="276361"/>
                  </a:cubicBezTo>
                  <a:cubicBezTo>
                    <a:pt x="235305" y="273557"/>
                    <a:pt x="231417" y="271742"/>
                    <a:pt x="228306" y="270139"/>
                  </a:cubicBezTo>
                  <a:cubicBezTo>
                    <a:pt x="223686" y="267782"/>
                    <a:pt x="217653" y="267170"/>
                    <a:pt x="214188" y="263776"/>
                  </a:cubicBezTo>
                  <a:cubicBezTo>
                    <a:pt x="207330" y="257106"/>
                    <a:pt x="201202" y="249493"/>
                    <a:pt x="195899" y="241504"/>
                  </a:cubicBezTo>
                  <a:cubicBezTo>
                    <a:pt x="178930" y="215979"/>
                    <a:pt x="162267" y="190219"/>
                    <a:pt x="145887" y="164294"/>
                  </a:cubicBezTo>
                  <a:cubicBezTo>
                    <a:pt x="138911" y="153241"/>
                    <a:pt x="132760" y="141669"/>
                    <a:pt x="126609" y="130120"/>
                  </a:cubicBezTo>
                  <a:cubicBezTo>
                    <a:pt x="125030" y="127174"/>
                    <a:pt x="124888" y="123498"/>
                    <a:pt x="124063" y="120151"/>
                  </a:cubicBezTo>
                  <a:cubicBezTo>
                    <a:pt x="124912" y="119632"/>
                    <a:pt x="125760" y="119114"/>
                    <a:pt x="126609" y="118595"/>
                  </a:cubicBezTo>
                  <a:cubicBezTo>
                    <a:pt x="133066" y="125171"/>
                    <a:pt x="140207" y="131228"/>
                    <a:pt x="145887" y="138440"/>
                  </a:cubicBezTo>
                  <a:cubicBezTo>
                    <a:pt x="176998" y="177893"/>
                    <a:pt x="208296" y="217181"/>
                    <a:pt x="238393" y="257389"/>
                  </a:cubicBezTo>
                  <a:cubicBezTo>
                    <a:pt x="258049" y="283667"/>
                    <a:pt x="277610" y="310205"/>
                    <a:pt x="291115" y="340538"/>
                  </a:cubicBezTo>
                  <a:cubicBezTo>
                    <a:pt x="293330" y="345510"/>
                    <a:pt x="297526" y="350130"/>
                    <a:pt x="301909" y="353406"/>
                  </a:cubicBezTo>
                  <a:cubicBezTo>
                    <a:pt x="304549" y="355362"/>
                    <a:pt x="309357" y="354443"/>
                    <a:pt x="313199" y="354796"/>
                  </a:cubicBezTo>
                  <a:cubicBezTo>
                    <a:pt x="313199" y="351332"/>
                    <a:pt x="313199" y="347867"/>
                    <a:pt x="313199" y="344379"/>
                  </a:cubicBezTo>
                  <a:cubicBezTo>
                    <a:pt x="307848" y="331959"/>
                    <a:pt x="302121" y="319727"/>
                    <a:pt x="297384" y="3070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68" name="Google Shape;1168;p44"/>
            <p:cNvSpPr/>
            <p:nvPr/>
          </p:nvSpPr>
          <p:spPr>
            <a:xfrm>
              <a:off x="720533" y="2084489"/>
              <a:ext cx="230932" cy="61420"/>
            </a:xfrm>
            <a:custGeom>
              <a:rect b="b" l="l" r="r" t="t"/>
              <a:pathLst>
                <a:path extrusionOk="0" h="61420" w="230932">
                  <a:moveTo>
                    <a:pt x="21640" y="61089"/>
                  </a:moveTo>
                  <a:cubicBezTo>
                    <a:pt x="44878" y="58190"/>
                    <a:pt x="68163" y="54938"/>
                    <a:pt x="91543" y="53830"/>
                  </a:cubicBezTo>
                  <a:cubicBezTo>
                    <a:pt x="124421" y="52251"/>
                    <a:pt x="157369" y="52628"/>
                    <a:pt x="190294" y="51803"/>
                  </a:cubicBezTo>
                  <a:cubicBezTo>
                    <a:pt x="200145" y="51544"/>
                    <a:pt x="210044" y="50554"/>
                    <a:pt x="219754" y="48975"/>
                  </a:cubicBezTo>
                  <a:cubicBezTo>
                    <a:pt x="230855" y="47160"/>
                    <a:pt x="233730" y="42022"/>
                    <a:pt x="228192" y="32359"/>
                  </a:cubicBezTo>
                  <a:cubicBezTo>
                    <a:pt x="221758" y="21117"/>
                    <a:pt x="213768" y="10747"/>
                    <a:pt x="206438" y="0"/>
                  </a:cubicBezTo>
                  <a:cubicBezTo>
                    <a:pt x="204953" y="0"/>
                    <a:pt x="203469" y="0"/>
                    <a:pt x="201984" y="0"/>
                  </a:cubicBezTo>
                  <a:cubicBezTo>
                    <a:pt x="202926" y="3983"/>
                    <a:pt x="203398" y="8178"/>
                    <a:pt x="204883" y="11949"/>
                  </a:cubicBezTo>
                  <a:cubicBezTo>
                    <a:pt x="208159" y="20222"/>
                    <a:pt x="207075" y="24935"/>
                    <a:pt x="198637" y="27787"/>
                  </a:cubicBezTo>
                  <a:cubicBezTo>
                    <a:pt x="191025" y="30356"/>
                    <a:pt x="182870" y="32171"/>
                    <a:pt x="174880" y="32548"/>
                  </a:cubicBezTo>
                  <a:cubicBezTo>
                    <a:pt x="131633" y="34622"/>
                    <a:pt x="89210" y="27622"/>
                    <a:pt x="46834" y="20057"/>
                  </a:cubicBezTo>
                  <a:cubicBezTo>
                    <a:pt x="36158" y="18148"/>
                    <a:pt x="25387" y="16356"/>
                    <a:pt x="14593" y="15696"/>
                  </a:cubicBezTo>
                  <a:cubicBezTo>
                    <a:pt x="4293" y="15060"/>
                    <a:pt x="287" y="19067"/>
                    <a:pt x="27" y="29036"/>
                  </a:cubicBezTo>
                  <a:cubicBezTo>
                    <a:pt x="-138" y="35164"/>
                    <a:pt x="452" y="41409"/>
                    <a:pt x="1512" y="47466"/>
                  </a:cubicBezTo>
                  <a:cubicBezTo>
                    <a:pt x="3539" y="59251"/>
                    <a:pt x="9643" y="62574"/>
                    <a:pt x="21640" y="6108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69" name="Google Shape;1169;p44"/>
            <p:cNvSpPr/>
            <p:nvPr/>
          </p:nvSpPr>
          <p:spPr>
            <a:xfrm>
              <a:off x="517440" y="2721140"/>
              <a:ext cx="900505" cy="1154323"/>
            </a:xfrm>
            <a:custGeom>
              <a:rect b="b" l="l" r="r" t="t"/>
              <a:pathLst>
                <a:path extrusionOk="0" h="1154323" w="900505">
                  <a:moveTo>
                    <a:pt x="894354" y="849656"/>
                  </a:moveTo>
                  <a:cubicBezTo>
                    <a:pt x="889475" y="846993"/>
                    <a:pt x="887283" y="843835"/>
                    <a:pt x="886671" y="839027"/>
                  </a:cubicBezTo>
                  <a:cubicBezTo>
                    <a:pt x="884573" y="822859"/>
                    <a:pt x="881981" y="806715"/>
                    <a:pt x="880896" y="790477"/>
                  </a:cubicBezTo>
                  <a:cubicBezTo>
                    <a:pt x="878869" y="760592"/>
                    <a:pt x="878115" y="730637"/>
                    <a:pt x="876253" y="700752"/>
                  </a:cubicBezTo>
                  <a:cubicBezTo>
                    <a:pt x="873590" y="658023"/>
                    <a:pt x="867439" y="615695"/>
                    <a:pt x="858059" y="573955"/>
                  </a:cubicBezTo>
                  <a:cubicBezTo>
                    <a:pt x="854170" y="556727"/>
                    <a:pt x="848019" y="539993"/>
                    <a:pt x="842433" y="523213"/>
                  </a:cubicBezTo>
                  <a:cubicBezTo>
                    <a:pt x="841608" y="520714"/>
                    <a:pt x="838191" y="519065"/>
                    <a:pt x="835952" y="517014"/>
                  </a:cubicBezTo>
                  <a:cubicBezTo>
                    <a:pt x="834019" y="519630"/>
                    <a:pt x="830814" y="522034"/>
                    <a:pt x="830390" y="524862"/>
                  </a:cubicBezTo>
                  <a:cubicBezTo>
                    <a:pt x="829070" y="533583"/>
                    <a:pt x="828245" y="542492"/>
                    <a:pt x="828268" y="551306"/>
                  </a:cubicBezTo>
                  <a:cubicBezTo>
                    <a:pt x="828292" y="560356"/>
                    <a:pt x="829565" y="569406"/>
                    <a:pt x="830272" y="578433"/>
                  </a:cubicBezTo>
                  <a:cubicBezTo>
                    <a:pt x="829565" y="578551"/>
                    <a:pt x="828858" y="578645"/>
                    <a:pt x="828174" y="578763"/>
                  </a:cubicBezTo>
                  <a:cubicBezTo>
                    <a:pt x="824380" y="566602"/>
                    <a:pt x="820609" y="554441"/>
                    <a:pt x="816791" y="542279"/>
                  </a:cubicBezTo>
                  <a:cubicBezTo>
                    <a:pt x="802744" y="497570"/>
                    <a:pt x="790159" y="452414"/>
                    <a:pt x="770833" y="409496"/>
                  </a:cubicBezTo>
                  <a:cubicBezTo>
                    <a:pt x="757564" y="380036"/>
                    <a:pt x="745497" y="350010"/>
                    <a:pt x="733100" y="320149"/>
                  </a:cubicBezTo>
                  <a:cubicBezTo>
                    <a:pt x="730625" y="314186"/>
                    <a:pt x="729070" y="307823"/>
                    <a:pt x="727090" y="301648"/>
                  </a:cubicBezTo>
                  <a:cubicBezTo>
                    <a:pt x="727797" y="301318"/>
                    <a:pt x="728480" y="300964"/>
                    <a:pt x="729188" y="300634"/>
                  </a:cubicBezTo>
                  <a:cubicBezTo>
                    <a:pt x="731851" y="304664"/>
                    <a:pt x="734867" y="308482"/>
                    <a:pt x="737106" y="312725"/>
                  </a:cubicBezTo>
                  <a:cubicBezTo>
                    <a:pt x="753321" y="343269"/>
                    <a:pt x="768994" y="374120"/>
                    <a:pt x="785633" y="404452"/>
                  </a:cubicBezTo>
                  <a:cubicBezTo>
                    <a:pt x="799162" y="429128"/>
                    <a:pt x="813680" y="453262"/>
                    <a:pt x="828009" y="477490"/>
                  </a:cubicBezTo>
                  <a:cubicBezTo>
                    <a:pt x="829848" y="480578"/>
                    <a:pt x="833123" y="482817"/>
                    <a:pt x="837107" y="486800"/>
                  </a:cubicBezTo>
                  <a:cubicBezTo>
                    <a:pt x="838827" y="473861"/>
                    <a:pt x="834632" y="464481"/>
                    <a:pt x="831262" y="455171"/>
                  </a:cubicBezTo>
                  <a:cubicBezTo>
                    <a:pt x="815518" y="411664"/>
                    <a:pt x="795839" y="369854"/>
                    <a:pt x="773449" y="329458"/>
                  </a:cubicBezTo>
                  <a:cubicBezTo>
                    <a:pt x="758624" y="302708"/>
                    <a:pt x="741844" y="277019"/>
                    <a:pt x="725676" y="251023"/>
                  </a:cubicBezTo>
                  <a:cubicBezTo>
                    <a:pt x="723413" y="247370"/>
                    <a:pt x="719619" y="244660"/>
                    <a:pt x="716531" y="241525"/>
                  </a:cubicBezTo>
                  <a:cubicBezTo>
                    <a:pt x="715824" y="241973"/>
                    <a:pt x="715141" y="242421"/>
                    <a:pt x="714434" y="242868"/>
                  </a:cubicBezTo>
                  <a:cubicBezTo>
                    <a:pt x="715212" y="246639"/>
                    <a:pt x="716154" y="250363"/>
                    <a:pt x="716696" y="254181"/>
                  </a:cubicBezTo>
                  <a:cubicBezTo>
                    <a:pt x="717545" y="260003"/>
                    <a:pt x="719006" y="265942"/>
                    <a:pt x="718535" y="271716"/>
                  </a:cubicBezTo>
                  <a:cubicBezTo>
                    <a:pt x="718275" y="274898"/>
                    <a:pt x="715235" y="279234"/>
                    <a:pt x="712336" y="280554"/>
                  </a:cubicBezTo>
                  <a:cubicBezTo>
                    <a:pt x="702320" y="285079"/>
                    <a:pt x="700364" y="287742"/>
                    <a:pt x="703522" y="298490"/>
                  </a:cubicBezTo>
                  <a:cubicBezTo>
                    <a:pt x="709814" y="319772"/>
                    <a:pt x="715871" y="341124"/>
                    <a:pt x="722942" y="362147"/>
                  </a:cubicBezTo>
                  <a:cubicBezTo>
                    <a:pt x="737083" y="404240"/>
                    <a:pt x="752190" y="446097"/>
                    <a:pt x="756503" y="490689"/>
                  </a:cubicBezTo>
                  <a:cubicBezTo>
                    <a:pt x="758789" y="514280"/>
                    <a:pt x="760251" y="537990"/>
                    <a:pt x="761547" y="561653"/>
                  </a:cubicBezTo>
                  <a:cubicBezTo>
                    <a:pt x="761853" y="567450"/>
                    <a:pt x="761476" y="573908"/>
                    <a:pt x="755914" y="578457"/>
                  </a:cubicBezTo>
                  <a:cubicBezTo>
                    <a:pt x="748584" y="574167"/>
                    <a:pt x="746746" y="566838"/>
                    <a:pt x="745803" y="560026"/>
                  </a:cubicBezTo>
                  <a:cubicBezTo>
                    <a:pt x="742834" y="538744"/>
                    <a:pt x="741160" y="517273"/>
                    <a:pt x="738214" y="495991"/>
                  </a:cubicBezTo>
                  <a:cubicBezTo>
                    <a:pt x="730484" y="440158"/>
                    <a:pt x="715754" y="386328"/>
                    <a:pt x="691997" y="335067"/>
                  </a:cubicBezTo>
                  <a:cubicBezTo>
                    <a:pt x="687660" y="325711"/>
                    <a:pt x="684102" y="315930"/>
                    <a:pt x="680943" y="306126"/>
                  </a:cubicBezTo>
                  <a:cubicBezTo>
                    <a:pt x="678469" y="298466"/>
                    <a:pt x="680637" y="292008"/>
                    <a:pt x="687048" y="286258"/>
                  </a:cubicBezTo>
                  <a:cubicBezTo>
                    <a:pt x="691219" y="282534"/>
                    <a:pt x="694637" y="277019"/>
                    <a:pt x="696333" y="271669"/>
                  </a:cubicBezTo>
                  <a:cubicBezTo>
                    <a:pt x="700316" y="259178"/>
                    <a:pt x="697630" y="246757"/>
                    <a:pt x="693411" y="234667"/>
                  </a:cubicBezTo>
                  <a:cubicBezTo>
                    <a:pt x="686883" y="215930"/>
                    <a:pt x="674344" y="201483"/>
                    <a:pt x="660345" y="187884"/>
                  </a:cubicBezTo>
                  <a:cubicBezTo>
                    <a:pt x="664658" y="203957"/>
                    <a:pt x="670078" y="219512"/>
                    <a:pt x="674745" y="235279"/>
                  </a:cubicBezTo>
                  <a:cubicBezTo>
                    <a:pt x="678092" y="246592"/>
                    <a:pt x="681226" y="258070"/>
                    <a:pt x="683017" y="269689"/>
                  </a:cubicBezTo>
                  <a:cubicBezTo>
                    <a:pt x="684573" y="279753"/>
                    <a:pt x="682640" y="280837"/>
                    <a:pt x="672671" y="279588"/>
                  </a:cubicBezTo>
                  <a:cubicBezTo>
                    <a:pt x="670220" y="279281"/>
                    <a:pt x="667722" y="279234"/>
                    <a:pt x="665247" y="279281"/>
                  </a:cubicBezTo>
                  <a:cubicBezTo>
                    <a:pt x="657422" y="279423"/>
                    <a:pt x="653722" y="282463"/>
                    <a:pt x="654971" y="290146"/>
                  </a:cubicBezTo>
                  <a:cubicBezTo>
                    <a:pt x="656597" y="300021"/>
                    <a:pt x="659402" y="309826"/>
                    <a:pt x="662796" y="319277"/>
                  </a:cubicBezTo>
                  <a:cubicBezTo>
                    <a:pt x="671375" y="343175"/>
                    <a:pt x="680660" y="366814"/>
                    <a:pt x="689357" y="390665"/>
                  </a:cubicBezTo>
                  <a:cubicBezTo>
                    <a:pt x="690583" y="393988"/>
                    <a:pt x="691832" y="399314"/>
                    <a:pt x="690182" y="401294"/>
                  </a:cubicBezTo>
                  <a:cubicBezTo>
                    <a:pt x="686058" y="406244"/>
                    <a:pt x="689169" y="409519"/>
                    <a:pt x="691101" y="413173"/>
                  </a:cubicBezTo>
                  <a:cubicBezTo>
                    <a:pt x="692704" y="416213"/>
                    <a:pt x="695061" y="418852"/>
                    <a:pt x="696852" y="421822"/>
                  </a:cubicBezTo>
                  <a:cubicBezTo>
                    <a:pt x="706161" y="437165"/>
                    <a:pt x="709956" y="453710"/>
                    <a:pt x="706751" y="471480"/>
                  </a:cubicBezTo>
                  <a:cubicBezTo>
                    <a:pt x="705737" y="477066"/>
                    <a:pt x="703899" y="483406"/>
                    <a:pt x="696758" y="483477"/>
                  </a:cubicBezTo>
                  <a:cubicBezTo>
                    <a:pt x="689451" y="483524"/>
                    <a:pt x="687165" y="477608"/>
                    <a:pt x="685963" y="471457"/>
                  </a:cubicBezTo>
                  <a:cubicBezTo>
                    <a:pt x="685115" y="467097"/>
                    <a:pt x="684832" y="462595"/>
                    <a:pt x="683630" y="458353"/>
                  </a:cubicBezTo>
                  <a:cubicBezTo>
                    <a:pt x="669866" y="410227"/>
                    <a:pt x="656480" y="362006"/>
                    <a:pt x="641985" y="314092"/>
                  </a:cubicBezTo>
                  <a:cubicBezTo>
                    <a:pt x="624120" y="254982"/>
                    <a:pt x="595131" y="202166"/>
                    <a:pt x="551389" y="157811"/>
                  </a:cubicBezTo>
                  <a:cubicBezTo>
                    <a:pt x="538568" y="144825"/>
                    <a:pt x="526948" y="130495"/>
                    <a:pt x="515966" y="115859"/>
                  </a:cubicBezTo>
                  <a:cubicBezTo>
                    <a:pt x="505525" y="101907"/>
                    <a:pt x="506727" y="94506"/>
                    <a:pt x="518629" y="81897"/>
                  </a:cubicBezTo>
                  <a:cubicBezTo>
                    <a:pt x="521858" y="78480"/>
                    <a:pt x="525275" y="75204"/>
                    <a:pt x="528952" y="72305"/>
                  </a:cubicBezTo>
                  <a:cubicBezTo>
                    <a:pt x="538803" y="64480"/>
                    <a:pt x="542928" y="65541"/>
                    <a:pt x="547712" y="76854"/>
                  </a:cubicBezTo>
                  <a:cubicBezTo>
                    <a:pt x="550658" y="83783"/>
                    <a:pt x="555136" y="89651"/>
                    <a:pt x="562678" y="90971"/>
                  </a:cubicBezTo>
                  <a:cubicBezTo>
                    <a:pt x="566402" y="91631"/>
                    <a:pt x="572341" y="90311"/>
                    <a:pt x="574250" y="87672"/>
                  </a:cubicBezTo>
                  <a:cubicBezTo>
                    <a:pt x="576489" y="84631"/>
                    <a:pt x="576725" y="78716"/>
                    <a:pt x="575428" y="74874"/>
                  </a:cubicBezTo>
                  <a:cubicBezTo>
                    <a:pt x="574108" y="71032"/>
                    <a:pt x="570196" y="67733"/>
                    <a:pt x="566779" y="64999"/>
                  </a:cubicBezTo>
                  <a:cubicBezTo>
                    <a:pt x="549668" y="51282"/>
                    <a:pt x="530790" y="40606"/>
                    <a:pt x="509814" y="34054"/>
                  </a:cubicBezTo>
                  <a:cubicBezTo>
                    <a:pt x="505030" y="32569"/>
                    <a:pt x="499656" y="32852"/>
                    <a:pt x="494542" y="32475"/>
                  </a:cubicBezTo>
                  <a:cubicBezTo>
                    <a:pt x="488839" y="32050"/>
                    <a:pt x="482734" y="32993"/>
                    <a:pt x="477502" y="31249"/>
                  </a:cubicBezTo>
                  <a:cubicBezTo>
                    <a:pt x="469866" y="28680"/>
                    <a:pt x="462748" y="24414"/>
                    <a:pt x="455607" y="20549"/>
                  </a:cubicBezTo>
                  <a:cubicBezTo>
                    <a:pt x="443894" y="14233"/>
                    <a:pt x="432393" y="7540"/>
                    <a:pt x="420656" y="1270"/>
                  </a:cubicBezTo>
                  <a:cubicBezTo>
                    <a:pt x="415164" y="-1652"/>
                    <a:pt x="410545" y="823"/>
                    <a:pt x="406868" y="5088"/>
                  </a:cubicBezTo>
                  <a:cubicBezTo>
                    <a:pt x="404936" y="7304"/>
                    <a:pt x="403357" y="9873"/>
                    <a:pt x="401895" y="12442"/>
                  </a:cubicBezTo>
                  <a:cubicBezTo>
                    <a:pt x="396121" y="22670"/>
                    <a:pt x="387448" y="29340"/>
                    <a:pt x="375805" y="29529"/>
                  </a:cubicBezTo>
                  <a:cubicBezTo>
                    <a:pt x="354099" y="29906"/>
                    <a:pt x="332345" y="29387"/>
                    <a:pt x="310639" y="28657"/>
                  </a:cubicBezTo>
                  <a:cubicBezTo>
                    <a:pt x="292845" y="28067"/>
                    <a:pt x="275098" y="26182"/>
                    <a:pt x="257328" y="25711"/>
                  </a:cubicBezTo>
                  <a:cubicBezTo>
                    <a:pt x="231685" y="25051"/>
                    <a:pt x="209060" y="34619"/>
                    <a:pt x="187683" y="47841"/>
                  </a:cubicBezTo>
                  <a:cubicBezTo>
                    <a:pt x="154381" y="68440"/>
                    <a:pt x="121409" y="89510"/>
                    <a:pt x="93905" y="117792"/>
                  </a:cubicBezTo>
                  <a:cubicBezTo>
                    <a:pt x="88296" y="123542"/>
                    <a:pt x="83818" y="130519"/>
                    <a:pt x="79529" y="137377"/>
                  </a:cubicBezTo>
                  <a:cubicBezTo>
                    <a:pt x="78350" y="139262"/>
                    <a:pt x="78940" y="143410"/>
                    <a:pt x="80330" y="145319"/>
                  </a:cubicBezTo>
                  <a:cubicBezTo>
                    <a:pt x="81273" y="146592"/>
                    <a:pt x="85562" y="146710"/>
                    <a:pt x="87518" y="145720"/>
                  </a:cubicBezTo>
                  <a:cubicBezTo>
                    <a:pt x="94518" y="142138"/>
                    <a:pt x="101754" y="138603"/>
                    <a:pt x="107858" y="133724"/>
                  </a:cubicBezTo>
                  <a:cubicBezTo>
                    <a:pt x="129328" y="116566"/>
                    <a:pt x="150163" y="98654"/>
                    <a:pt x="171610" y="81450"/>
                  </a:cubicBezTo>
                  <a:cubicBezTo>
                    <a:pt x="185939" y="69972"/>
                    <a:pt x="201306" y="60097"/>
                    <a:pt x="219713" y="56161"/>
                  </a:cubicBezTo>
                  <a:cubicBezTo>
                    <a:pt x="248631" y="49962"/>
                    <a:pt x="277808" y="50528"/>
                    <a:pt x="306868" y="53898"/>
                  </a:cubicBezTo>
                  <a:cubicBezTo>
                    <a:pt x="350846" y="58989"/>
                    <a:pt x="389027" y="79352"/>
                    <a:pt x="426312" y="101577"/>
                  </a:cubicBezTo>
                  <a:cubicBezTo>
                    <a:pt x="428009" y="102590"/>
                    <a:pt x="429612" y="106385"/>
                    <a:pt x="428999" y="108035"/>
                  </a:cubicBezTo>
                  <a:cubicBezTo>
                    <a:pt x="428174" y="110250"/>
                    <a:pt x="425322" y="112819"/>
                    <a:pt x="423036" y="113149"/>
                  </a:cubicBezTo>
                  <a:cubicBezTo>
                    <a:pt x="419524" y="113667"/>
                    <a:pt x="415518" y="113031"/>
                    <a:pt x="412124" y="111805"/>
                  </a:cubicBezTo>
                  <a:cubicBezTo>
                    <a:pt x="389875" y="103769"/>
                    <a:pt x="367556" y="95873"/>
                    <a:pt x="345614" y="87035"/>
                  </a:cubicBezTo>
                  <a:cubicBezTo>
                    <a:pt x="323319" y="78056"/>
                    <a:pt x="300646" y="71268"/>
                    <a:pt x="276418" y="74520"/>
                  </a:cubicBezTo>
                  <a:cubicBezTo>
                    <a:pt x="212336" y="83123"/>
                    <a:pt x="159402" y="112560"/>
                    <a:pt x="118110" y="162218"/>
                  </a:cubicBezTo>
                  <a:cubicBezTo>
                    <a:pt x="67815" y="222694"/>
                    <a:pt x="45638" y="293517"/>
                    <a:pt x="44388" y="371245"/>
                  </a:cubicBezTo>
                  <a:cubicBezTo>
                    <a:pt x="44011" y="394931"/>
                    <a:pt x="46934" y="418664"/>
                    <a:pt x="48301" y="442397"/>
                  </a:cubicBezTo>
                  <a:cubicBezTo>
                    <a:pt x="50775" y="485810"/>
                    <a:pt x="60179" y="527219"/>
                    <a:pt x="80660" y="566107"/>
                  </a:cubicBezTo>
                  <a:cubicBezTo>
                    <a:pt x="91242" y="586211"/>
                    <a:pt x="103427" y="606904"/>
                    <a:pt x="92609" y="633583"/>
                  </a:cubicBezTo>
                  <a:cubicBezTo>
                    <a:pt x="100245" y="626041"/>
                    <a:pt x="105972" y="628987"/>
                    <a:pt x="111487" y="632687"/>
                  </a:cubicBezTo>
                  <a:cubicBezTo>
                    <a:pt x="132227" y="646640"/>
                    <a:pt x="149786" y="664127"/>
                    <a:pt x="165246" y="683547"/>
                  </a:cubicBezTo>
                  <a:cubicBezTo>
                    <a:pt x="172718" y="692928"/>
                    <a:pt x="179717" y="703109"/>
                    <a:pt x="184620" y="713974"/>
                  </a:cubicBezTo>
                  <a:cubicBezTo>
                    <a:pt x="187566" y="720479"/>
                    <a:pt x="190724" y="723967"/>
                    <a:pt x="197205" y="723873"/>
                  </a:cubicBezTo>
                  <a:cubicBezTo>
                    <a:pt x="211747" y="723684"/>
                    <a:pt x="226383" y="723826"/>
                    <a:pt x="240806" y="722270"/>
                  </a:cubicBezTo>
                  <a:cubicBezTo>
                    <a:pt x="264398" y="719748"/>
                    <a:pt x="287613" y="715082"/>
                    <a:pt x="309767" y="706102"/>
                  </a:cubicBezTo>
                  <a:cubicBezTo>
                    <a:pt x="317804" y="702850"/>
                    <a:pt x="324356" y="698160"/>
                    <a:pt x="328409" y="690123"/>
                  </a:cubicBezTo>
                  <a:cubicBezTo>
                    <a:pt x="340429" y="666319"/>
                    <a:pt x="352638" y="642633"/>
                    <a:pt x="364846" y="618947"/>
                  </a:cubicBezTo>
                  <a:cubicBezTo>
                    <a:pt x="366779" y="615200"/>
                    <a:pt x="369112" y="611641"/>
                    <a:pt x="371257" y="607988"/>
                  </a:cubicBezTo>
                  <a:cubicBezTo>
                    <a:pt x="372058" y="608176"/>
                    <a:pt x="372836" y="608365"/>
                    <a:pt x="373637" y="608553"/>
                  </a:cubicBezTo>
                  <a:cubicBezTo>
                    <a:pt x="374910" y="624085"/>
                    <a:pt x="376206" y="639616"/>
                    <a:pt x="377479" y="655124"/>
                  </a:cubicBezTo>
                  <a:cubicBezTo>
                    <a:pt x="378327" y="655148"/>
                    <a:pt x="379199" y="655171"/>
                    <a:pt x="380047" y="655195"/>
                  </a:cubicBezTo>
                  <a:cubicBezTo>
                    <a:pt x="381132" y="653050"/>
                    <a:pt x="382192" y="650929"/>
                    <a:pt x="383276" y="648784"/>
                  </a:cubicBezTo>
                  <a:cubicBezTo>
                    <a:pt x="390842" y="633818"/>
                    <a:pt x="393316" y="617627"/>
                    <a:pt x="392633" y="601247"/>
                  </a:cubicBezTo>
                  <a:cubicBezTo>
                    <a:pt x="392138" y="589534"/>
                    <a:pt x="389734" y="577773"/>
                    <a:pt x="386812" y="566366"/>
                  </a:cubicBezTo>
                  <a:cubicBezTo>
                    <a:pt x="384808" y="558612"/>
                    <a:pt x="380142" y="557505"/>
                    <a:pt x="373213" y="561723"/>
                  </a:cubicBezTo>
                  <a:cubicBezTo>
                    <a:pt x="367933" y="564905"/>
                    <a:pt x="363243" y="569053"/>
                    <a:pt x="357988" y="572235"/>
                  </a:cubicBezTo>
                  <a:cubicBezTo>
                    <a:pt x="349786" y="577208"/>
                    <a:pt x="342833" y="576595"/>
                    <a:pt x="335504" y="570396"/>
                  </a:cubicBezTo>
                  <a:cubicBezTo>
                    <a:pt x="332110" y="567545"/>
                    <a:pt x="328952" y="564316"/>
                    <a:pt x="326218" y="560828"/>
                  </a:cubicBezTo>
                  <a:cubicBezTo>
                    <a:pt x="324709" y="558895"/>
                    <a:pt x="324261" y="556114"/>
                    <a:pt x="323342" y="553710"/>
                  </a:cubicBezTo>
                  <a:cubicBezTo>
                    <a:pt x="325558" y="552909"/>
                    <a:pt x="327773" y="551495"/>
                    <a:pt x="330012" y="551471"/>
                  </a:cubicBezTo>
                  <a:cubicBezTo>
                    <a:pt x="335574" y="551400"/>
                    <a:pt x="339157" y="548761"/>
                    <a:pt x="340429" y="543741"/>
                  </a:cubicBezTo>
                  <a:cubicBezTo>
                    <a:pt x="342079" y="537307"/>
                    <a:pt x="344106" y="530684"/>
                    <a:pt x="343988" y="524179"/>
                  </a:cubicBezTo>
                  <a:cubicBezTo>
                    <a:pt x="343540" y="498937"/>
                    <a:pt x="342786" y="473696"/>
                    <a:pt x="341231" y="448525"/>
                  </a:cubicBezTo>
                  <a:cubicBezTo>
                    <a:pt x="339062" y="413620"/>
                    <a:pt x="332369" y="379494"/>
                    <a:pt x="320255" y="346616"/>
                  </a:cubicBezTo>
                  <a:cubicBezTo>
                    <a:pt x="309885" y="318452"/>
                    <a:pt x="294990" y="293092"/>
                    <a:pt x="273660" y="271598"/>
                  </a:cubicBezTo>
                  <a:cubicBezTo>
                    <a:pt x="264422" y="262289"/>
                    <a:pt x="254287" y="260498"/>
                    <a:pt x="242574" y="265070"/>
                  </a:cubicBezTo>
                  <a:cubicBezTo>
                    <a:pt x="237766" y="266955"/>
                    <a:pt x="233099" y="269288"/>
                    <a:pt x="228409" y="271480"/>
                  </a:cubicBezTo>
                  <a:cubicBezTo>
                    <a:pt x="214103" y="278197"/>
                    <a:pt x="199868" y="285056"/>
                    <a:pt x="185468" y="291584"/>
                  </a:cubicBezTo>
                  <a:cubicBezTo>
                    <a:pt x="182475" y="292951"/>
                    <a:pt x="178916" y="293045"/>
                    <a:pt x="175593" y="293729"/>
                  </a:cubicBezTo>
                  <a:cubicBezTo>
                    <a:pt x="175122" y="292904"/>
                    <a:pt x="174650" y="292102"/>
                    <a:pt x="174179" y="291278"/>
                  </a:cubicBezTo>
                  <a:cubicBezTo>
                    <a:pt x="178256" y="285574"/>
                    <a:pt x="182404" y="279894"/>
                    <a:pt x="186434" y="274120"/>
                  </a:cubicBezTo>
                  <a:cubicBezTo>
                    <a:pt x="191996" y="266154"/>
                    <a:pt x="197888" y="257740"/>
                    <a:pt x="195532" y="247653"/>
                  </a:cubicBezTo>
                  <a:cubicBezTo>
                    <a:pt x="193693" y="239805"/>
                    <a:pt x="197323" y="236576"/>
                    <a:pt x="203144" y="235279"/>
                  </a:cubicBezTo>
                  <a:cubicBezTo>
                    <a:pt x="214669" y="232687"/>
                    <a:pt x="226335" y="230283"/>
                    <a:pt x="238072" y="229317"/>
                  </a:cubicBezTo>
                  <a:cubicBezTo>
                    <a:pt x="256856" y="227761"/>
                    <a:pt x="274768" y="230849"/>
                    <a:pt x="288721" y="245131"/>
                  </a:cubicBezTo>
                  <a:cubicBezTo>
                    <a:pt x="307575" y="264457"/>
                    <a:pt x="321881" y="286894"/>
                    <a:pt x="332251" y="311782"/>
                  </a:cubicBezTo>
                  <a:cubicBezTo>
                    <a:pt x="333241" y="314162"/>
                    <a:pt x="333217" y="317038"/>
                    <a:pt x="333264" y="319701"/>
                  </a:cubicBezTo>
                  <a:cubicBezTo>
                    <a:pt x="333359" y="327596"/>
                    <a:pt x="332958" y="335492"/>
                    <a:pt x="333288" y="343387"/>
                  </a:cubicBezTo>
                  <a:cubicBezTo>
                    <a:pt x="333547" y="349326"/>
                    <a:pt x="334631" y="355218"/>
                    <a:pt x="335339" y="361110"/>
                  </a:cubicBezTo>
                  <a:cubicBezTo>
                    <a:pt x="336211" y="361322"/>
                    <a:pt x="337083" y="361535"/>
                    <a:pt x="337955" y="361747"/>
                  </a:cubicBezTo>
                  <a:cubicBezTo>
                    <a:pt x="341490" y="357222"/>
                    <a:pt x="344907" y="352602"/>
                    <a:pt x="348607" y="348219"/>
                  </a:cubicBezTo>
                  <a:cubicBezTo>
                    <a:pt x="353250" y="342727"/>
                    <a:pt x="356668" y="342491"/>
                    <a:pt x="361429" y="347841"/>
                  </a:cubicBezTo>
                  <a:cubicBezTo>
                    <a:pt x="364516" y="351306"/>
                    <a:pt x="367132" y="355313"/>
                    <a:pt x="369324" y="359413"/>
                  </a:cubicBezTo>
                  <a:cubicBezTo>
                    <a:pt x="376913" y="373531"/>
                    <a:pt x="384007" y="387931"/>
                    <a:pt x="391761" y="401978"/>
                  </a:cubicBezTo>
                  <a:cubicBezTo>
                    <a:pt x="394236" y="406432"/>
                    <a:pt x="397653" y="410698"/>
                    <a:pt x="401589" y="413856"/>
                  </a:cubicBezTo>
                  <a:cubicBezTo>
                    <a:pt x="403734" y="415577"/>
                    <a:pt x="408212" y="415789"/>
                    <a:pt x="410969" y="414822"/>
                  </a:cubicBezTo>
                  <a:cubicBezTo>
                    <a:pt x="412619" y="414233"/>
                    <a:pt x="414009" y="409967"/>
                    <a:pt x="413774" y="407516"/>
                  </a:cubicBezTo>
                  <a:cubicBezTo>
                    <a:pt x="413349" y="403180"/>
                    <a:pt x="412100" y="398749"/>
                    <a:pt x="410309" y="394766"/>
                  </a:cubicBezTo>
                  <a:cubicBezTo>
                    <a:pt x="390347" y="350269"/>
                    <a:pt x="368829" y="306621"/>
                    <a:pt x="336918" y="269100"/>
                  </a:cubicBezTo>
                  <a:cubicBezTo>
                    <a:pt x="319619" y="248761"/>
                    <a:pt x="300175" y="231061"/>
                    <a:pt x="275687" y="219465"/>
                  </a:cubicBezTo>
                  <a:cubicBezTo>
                    <a:pt x="258058" y="211122"/>
                    <a:pt x="239510" y="210439"/>
                    <a:pt x="220608" y="210839"/>
                  </a:cubicBezTo>
                  <a:cubicBezTo>
                    <a:pt x="215682" y="210934"/>
                    <a:pt x="210757" y="209896"/>
                    <a:pt x="205831" y="209354"/>
                  </a:cubicBezTo>
                  <a:cubicBezTo>
                    <a:pt x="205666" y="208600"/>
                    <a:pt x="205501" y="207846"/>
                    <a:pt x="205312" y="207092"/>
                  </a:cubicBezTo>
                  <a:cubicBezTo>
                    <a:pt x="207245" y="205395"/>
                    <a:pt x="209036" y="203486"/>
                    <a:pt x="211134" y="202025"/>
                  </a:cubicBezTo>
                  <a:cubicBezTo>
                    <a:pt x="220396" y="195543"/>
                    <a:pt x="231143" y="192904"/>
                    <a:pt x="242008" y="193304"/>
                  </a:cubicBezTo>
                  <a:cubicBezTo>
                    <a:pt x="263950" y="194106"/>
                    <a:pt x="286010" y="194954"/>
                    <a:pt x="307669" y="198089"/>
                  </a:cubicBezTo>
                  <a:cubicBezTo>
                    <a:pt x="321598" y="200116"/>
                    <a:pt x="335079" y="205796"/>
                    <a:pt x="348442" y="210721"/>
                  </a:cubicBezTo>
                  <a:cubicBezTo>
                    <a:pt x="354311" y="212890"/>
                    <a:pt x="359237" y="217344"/>
                    <a:pt x="358836" y="226536"/>
                  </a:cubicBezTo>
                  <a:cubicBezTo>
                    <a:pt x="349385" y="224556"/>
                    <a:pt x="340806" y="222765"/>
                    <a:pt x="332251" y="220974"/>
                  </a:cubicBezTo>
                  <a:cubicBezTo>
                    <a:pt x="331685" y="221704"/>
                    <a:pt x="331096" y="222411"/>
                    <a:pt x="330531" y="223142"/>
                  </a:cubicBezTo>
                  <a:cubicBezTo>
                    <a:pt x="333547" y="228633"/>
                    <a:pt x="336211" y="234337"/>
                    <a:pt x="339604" y="239569"/>
                  </a:cubicBezTo>
                  <a:cubicBezTo>
                    <a:pt x="356574" y="265682"/>
                    <a:pt x="374839" y="291018"/>
                    <a:pt x="390559" y="317863"/>
                  </a:cubicBezTo>
                  <a:cubicBezTo>
                    <a:pt x="411653" y="353875"/>
                    <a:pt x="430861" y="390971"/>
                    <a:pt x="438591" y="432758"/>
                  </a:cubicBezTo>
                  <a:cubicBezTo>
                    <a:pt x="445379" y="469524"/>
                    <a:pt x="450587" y="506456"/>
                    <a:pt x="450847" y="543906"/>
                  </a:cubicBezTo>
                  <a:cubicBezTo>
                    <a:pt x="450894" y="551754"/>
                    <a:pt x="449456" y="559626"/>
                    <a:pt x="448325" y="567427"/>
                  </a:cubicBezTo>
                  <a:cubicBezTo>
                    <a:pt x="448089" y="569077"/>
                    <a:pt x="446204" y="570491"/>
                    <a:pt x="445096" y="572022"/>
                  </a:cubicBezTo>
                  <a:cubicBezTo>
                    <a:pt x="443423" y="570797"/>
                    <a:pt x="440971" y="569901"/>
                    <a:pt x="440194" y="568252"/>
                  </a:cubicBezTo>
                  <a:cubicBezTo>
                    <a:pt x="438025" y="563609"/>
                    <a:pt x="436046" y="558730"/>
                    <a:pt x="434844" y="553757"/>
                  </a:cubicBezTo>
                  <a:cubicBezTo>
                    <a:pt x="429187" y="530236"/>
                    <a:pt x="429093" y="506220"/>
                    <a:pt x="428598" y="482180"/>
                  </a:cubicBezTo>
                  <a:cubicBezTo>
                    <a:pt x="428339" y="469406"/>
                    <a:pt x="426359" y="456609"/>
                    <a:pt x="424167" y="443976"/>
                  </a:cubicBezTo>
                  <a:cubicBezTo>
                    <a:pt x="422824" y="436222"/>
                    <a:pt x="417827" y="431367"/>
                    <a:pt x="409296" y="429482"/>
                  </a:cubicBezTo>
                  <a:cubicBezTo>
                    <a:pt x="403121" y="428115"/>
                    <a:pt x="396168" y="425357"/>
                    <a:pt x="391997" y="420926"/>
                  </a:cubicBezTo>
                  <a:cubicBezTo>
                    <a:pt x="385374" y="413880"/>
                    <a:pt x="380260" y="405207"/>
                    <a:pt x="375452" y="396698"/>
                  </a:cubicBezTo>
                  <a:cubicBezTo>
                    <a:pt x="370384" y="387695"/>
                    <a:pt x="366590" y="377985"/>
                    <a:pt x="361806" y="368794"/>
                  </a:cubicBezTo>
                  <a:cubicBezTo>
                    <a:pt x="360721" y="366720"/>
                    <a:pt x="357846" y="365588"/>
                    <a:pt x="355819" y="364009"/>
                  </a:cubicBezTo>
                  <a:cubicBezTo>
                    <a:pt x="354759" y="366272"/>
                    <a:pt x="352685" y="368558"/>
                    <a:pt x="352779" y="370750"/>
                  </a:cubicBezTo>
                  <a:cubicBezTo>
                    <a:pt x="353321" y="382298"/>
                    <a:pt x="354170" y="393870"/>
                    <a:pt x="355395" y="405372"/>
                  </a:cubicBezTo>
                  <a:cubicBezTo>
                    <a:pt x="358954" y="438532"/>
                    <a:pt x="362678" y="471645"/>
                    <a:pt x="366496" y="504782"/>
                  </a:cubicBezTo>
                  <a:cubicBezTo>
                    <a:pt x="367179" y="510651"/>
                    <a:pt x="368028" y="516614"/>
                    <a:pt x="369890" y="522152"/>
                  </a:cubicBezTo>
                  <a:cubicBezTo>
                    <a:pt x="370809" y="524886"/>
                    <a:pt x="374250" y="526795"/>
                    <a:pt x="376536" y="529081"/>
                  </a:cubicBezTo>
                  <a:cubicBezTo>
                    <a:pt x="378657" y="526889"/>
                    <a:pt x="382192" y="524980"/>
                    <a:pt x="382664" y="522482"/>
                  </a:cubicBezTo>
                  <a:cubicBezTo>
                    <a:pt x="384408" y="513361"/>
                    <a:pt x="385916" y="504052"/>
                    <a:pt x="386034" y="494789"/>
                  </a:cubicBezTo>
                  <a:cubicBezTo>
                    <a:pt x="386199" y="483689"/>
                    <a:pt x="384643" y="472565"/>
                    <a:pt x="384290" y="461464"/>
                  </a:cubicBezTo>
                  <a:cubicBezTo>
                    <a:pt x="384196" y="458400"/>
                    <a:pt x="385704" y="455265"/>
                    <a:pt x="386482" y="452178"/>
                  </a:cubicBezTo>
                  <a:cubicBezTo>
                    <a:pt x="387354" y="452060"/>
                    <a:pt x="388226" y="451942"/>
                    <a:pt x="389121" y="451824"/>
                  </a:cubicBezTo>
                  <a:cubicBezTo>
                    <a:pt x="390983" y="454771"/>
                    <a:pt x="393741" y="457504"/>
                    <a:pt x="394518" y="460733"/>
                  </a:cubicBezTo>
                  <a:cubicBezTo>
                    <a:pt x="396969" y="470797"/>
                    <a:pt x="399798" y="480955"/>
                    <a:pt x="400434" y="491207"/>
                  </a:cubicBezTo>
                  <a:cubicBezTo>
                    <a:pt x="402720" y="528256"/>
                    <a:pt x="405336" y="565353"/>
                    <a:pt x="405572" y="602426"/>
                  </a:cubicBezTo>
                  <a:cubicBezTo>
                    <a:pt x="405737" y="629553"/>
                    <a:pt x="402979" y="656750"/>
                    <a:pt x="400340" y="683783"/>
                  </a:cubicBezTo>
                  <a:cubicBezTo>
                    <a:pt x="399326" y="694177"/>
                    <a:pt x="394872" y="704217"/>
                    <a:pt x="392374" y="714516"/>
                  </a:cubicBezTo>
                  <a:cubicBezTo>
                    <a:pt x="391808" y="716849"/>
                    <a:pt x="392845" y="719560"/>
                    <a:pt x="393128" y="722105"/>
                  </a:cubicBezTo>
                  <a:cubicBezTo>
                    <a:pt x="395461" y="721704"/>
                    <a:pt x="397936" y="721657"/>
                    <a:pt x="400104" y="720809"/>
                  </a:cubicBezTo>
                  <a:cubicBezTo>
                    <a:pt x="404252" y="719159"/>
                    <a:pt x="408212" y="717062"/>
                    <a:pt x="412242" y="715129"/>
                  </a:cubicBezTo>
                  <a:cubicBezTo>
                    <a:pt x="411488" y="721516"/>
                    <a:pt x="408919" y="726277"/>
                    <a:pt x="407811" y="731367"/>
                  </a:cubicBezTo>
                  <a:cubicBezTo>
                    <a:pt x="407316" y="733724"/>
                    <a:pt x="409036" y="738108"/>
                    <a:pt x="410945" y="739004"/>
                  </a:cubicBezTo>
                  <a:cubicBezTo>
                    <a:pt x="412878" y="739899"/>
                    <a:pt x="417380" y="738438"/>
                    <a:pt x="418794" y="736529"/>
                  </a:cubicBezTo>
                  <a:cubicBezTo>
                    <a:pt x="421386" y="733112"/>
                    <a:pt x="423602" y="728704"/>
                    <a:pt x="424097" y="724485"/>
                  </a:cubicBezTo>
                  <a:cubicBezTo>
                    <a:pt x="425699" y="711028"/>
                    <a:pt x="426336" y="697453"/>
                    <a:pt x="427537" y="683925"/>
                  </a:cubicBezTo>
                  <a:cubicBezTo>
                    <a:pt x="429399" y="662784"/>
                    <a:pt x="430743" y="641572"/>
                    <a:pt x="433571" y="620550"/>
                  </a:cubicBezTo>
                  <a:cubicBezTo>
                    <a:pt x="435174" y="608600"/>
                    <a:pt x="442503" y="599857"/>
                    <a:pt x="454712" y="596180"/>
                  </a:cubicBezTo>
                  <a:cubicBezTo>
                    <a:pt x="457776" y="595261"/>
                    <a:pt x="460792" y="594177"/>
                    <a:pt x="463809" y="593069"/>
                  </a:cubicBezTo>
                  <a:cubicBezTo>
                    <a:pt x="472317" y="589958"/>
                    <a:pt x="477526" y="583877"/>
                    <a:pt x="477761" y="574851"/>
                  </a:cubicBezTo>
                  <a:cubicBezTo>
                    <a:pt x="478068" y="563019"/>
                    <a:pt x="478139" y="551094"/>
                    <a:pt x="476960" y="539333"/>
                  </a:cubicBezTo>
                  <a:cubicBezTo>
                    <a:pt x="474839" y="518193"/>
                    <a:pt x="471940" y="497123"/>
                    <a:pt x="468923" y="476076"/>
                  </a:cubicBezTo>
                  <a:cubicBezTo>
                    <a:pt x="464186" y="443081"/>
                    <a:pt x="459802" y="409802"/>
                    <a:pt x="447759" y="378574"/>
                  </a:cubicBezTo>
                  <a:cubicBezTo>
                    <a:pt x="438992" y="355831"/>
                    <a:pt x="427090" y="334313"/>
                    <a:pt x="416720" y="312183"/>
                  </a:cubicBezTo>
                  <a:cubicBezTo>
                    <a:pt x="407339" y="292150"/>
                    <a:pt x="398101" y="272046"/>
                    <a:pt x="388815" y="251966"/>
                  </a:cubicBezTo>
                  <a:cubicBezTo>
                    <a:pt x="389357" y="251636"/>
                    <a:pt x="389875" y="251282"/>
                    <a:pt x="390418" y="250952"/>
                  </a:cubicBezTo>
                  <a:cubicBezTo>
                    <a:pt x="401188" y="265305"/>
                    <a:pt x="412925" y="279022"/>
                    <a:pt x="422494" y="294129"/>
                  </a:cubicBezTo>
                  <a:cubicBezTo>
                    <a:pt x="440005" y="321775"/>
                    <a:pt x="452096" y="352131"/>
                    <a:pt x="462984" y="382887"/>
                  </a:cubicBezTo>
                  <a:cubicBezTo>
                    <a:pt x="480707" y="433017"/>
                    <a:pt x="497252" y="483453"/>
                    <a:pt x="497488" y="537542"/>
                  </a:cubicBezTo>
                  <a:cubicBezTo>
                    <a:pt x="497512" y="543010"/>
                    <a:pt x="499609" y="548714"/>
                    <a:pt x="501825" y="553828"/>
                  </a:cubicBezTo>
                  <a:cubicBezTo>
                    <a:pt x="502744" y="555925"/>
                    <a:pt x="506868" y="558400"/>
                    <a:pt x="508942" y="557952"/>
                  </a:cubicBezTo>
                  <a:cubicBezTo>
                    <a:pt x="522305" y="555030"/>
                    <a:pt x="526147" y="556538"/>
                    <a:pt x="529824" y="569666"/>
                  </a:cubicBezTo>
                  <a:cubicBezTo>
                    <a:pt x="532652" y="579824"/>
                    <a:pt x="534679" y="590288"/>
                    <a:pt x="536187" y="600752"/>
                  </a:cubicBezTo>
                  <a:cubicBezTo>
                    <a:pt x="542951" y="647370"/>
                    <a:pt x="540901" y="693493"/>
                    <a:pt x="526901" y="738674"/>
                  </a:cubicBezTo>
                  <a:cubicBezTo>
                    <a:pt x="524238" y="747229"/>
                    <a:pt x="519477" y="755242"/>
                    <a:pt x="514881" y="763020"/>
                  </a:cubicBezTo>
                  <a:cubicBezTo>
                    <a:pt x="513609" y="765164"/>
                    <a:pt x="509154" y="767050"/>
                    <a:pt x="506774" y="766460"/>
                  </a:cubicBezTo>
                  <a:cubicBezTo>
                    <a:pt x="504511" y="765918"/>
                    <a:pt x="501707" y="762077"/>
                    <a:pt x="501542" y="759531"/>
                  </a:cubicBezTo>
                  <a:cubicBezTo>
                    <a:pt x="501165" y="753757"/>
                    <a:pt x="502084" y="747865"/>
                    <a:pt x="502791" y="742067"/>
                  </a:cubicBezTo>
                  <a:cubicBezTo>
                    <a:pt x="503545" y="735963"/>
                    <a:pt x="505666" y="729859"/>
                    <a:pt x="505266" y="723873"/>
                  </a:cubicBezTo>
                  <a:cubicBezTo>
                    <a:pt x="505030" y="720290"/>
                    <a:pt x="501306" y="714351"/>
                    <a:pt x="498714" y="714092"/>
                  </a:cubicBezTo>
                  <a:cubicBezTo>
                    <a:pt x="494566" y="713691"/>
                    <a:pt x="489711" y="716637"/>
                    <a:pt x="485845" y="719206"/>
                  </a:cubicBezTo>
                  <a:cubicBezTo>
                    <a:pt x="484031" y="720408"/>
                    <a:pt x="483583" y="723967"/>
                    <a:pt x="482970" y="726583"/>
                  </a:cubicBezTo>
                  <a:cubicBezTo>
                    <a:pt x="481037" y="734785"/>
                    <a:pt x="476724" y="738249"/>
                    <a:pt x="468546" y="740300"/>
                  </a:cubicBezTo>
                  <a:cubicBezTo>
                    <a:pt x="462772" y="741761"/>
                    <a:pt x="455914" y="743576"/>
                    <a:pt x="452237" y="747653"/>
                  </a:cubicBezTo>
                  <a:cubicBezTo>
                    <a:pt x="440854" y="760239"/>
                    <a:pt x="430814" y="774026"/>
                    <a:pt x="420161" y="787271"/>
                  </a:cubicBezTo>
                  <a:cubicBezTo>
                    <a:pt x="413208" y="795897"/>
                    <a:pt x="406232" y="804523"/>
                    <a:pt x="398855" y="812796"/>
                  </a:cubicBezTo>
                  <a:cubicBezTo>
                    <a:pt x="397394" y="814446"/>
                    <a:pt x="394141" y="814493"/>
                    <a:pt x="391737" y="815270"/>
                  </a:cubicBezTo>
                  <a:cubicBezTo>
                    <a:pt x="391266" y="812725"/>
                    <a:pt x="389781" y="809873"/>
                    <a:pt x="390488" y="807728"/>
                  </a:cubicBezTo>
                  <a:cubicBezTo>
                    <a:pt x="392869" y="800493"/>
                    <a:pt x="395768" y="793399"/>
                    <a:pt x="398973" y="786470"/>
                  </a:cubicBezTo>
                  <a:cubicBezTo>
                    <a:pt x="406138" y="771056"/>
                    <a:pt x="403757" y="756562"/>
                    <a:pt x="394848" y="742869"/>
                  </a:cubicBezTo>
                  <a:cubicBezTo>
                    <a:pt x="390865" y="736717"/>
                    <a:pt x="385657" y="731415"/>
                    <a:pt x="377266" y="732805"/>
                  </a:cubicBezTo>
                  <a:cubicBezTo>
                    <a:pt x="369112" y="734172"/>
                    <a:pt x="365200" y="740606"/>
                    <a:pt x="363243" y="747512"/>
                  </a:cubicBezTo>
                  <a:cubicBezTo>
                    <a:pt x="362088" y="751565"/>
                    <a:pt x="362819" y="756845"/>
                    <a:pt x="364681" y="760639"/>
                  </a:cubicBezTo>
                  <a:cubicBezTo>
                    <a:pt x="365294" y="761912"/>
                    <a:pt x="371964" y="760286"/>
                    <a:pt x="375829" y="759885"/>
                  </a:cubicBezTo>
                  <a:cubicBezTo>
                    <a:pt x="376536" y="759814"/>
                    <a:pt x="377196" y="759037"/>
                    <a:pt x="377856" y="759037"/>
                  </a:cubicBezTo>
                  <a:cubicBezTo>
                    <a:pt x="380637" y="759107"/>
                    <a:pt x="384290" y="758377"/>
                    <a:pt x="385987" y="759814"/>
                  </a:cubicBezTo>
                  <a:cubicBezTo>
                    <a:pt x="387731" y="761299"/>
                    <a:pt x="388579" y="765164"/>
                    <a:pt x="388155" y="767710"/>
                  </a:cubicBezTo>
                  <a:cubicBezTo>
                    <a:pt x="386717" y="776430"/>
                    <a:pt x="381744" y="783170"/>
                    <a:pt x="374203" y="787743"/>
                  </a:cubicBezTo>
                  <a:cubicBezTo>
                    <a:pt x="368358" y="791278"/>
                    <a:pt x="363408" y="788945"/>
                    <a:pt x="361994" y="782416"/>
                  </a:cubicBezTo>
                  <a:cubicBezTo>
                    <a:pt x="359661" y="771551"/>
                    <a:pt x="357446" y="770632"/>
                    <a:pt x="347995" y="776760"/>
                  </a:cubicBezTo>
                  <a:cubicBezTo>
                    <a:pt x="345709" y="778245"/>
                    <a:pt x="343517" y="779894"/>
                    <a:pt x="341537" y="781733"/>
                  </a:cubicBezTo>
                  <a:cubicBezTo>
                    <a:pt x="316484" y="805136"/>
                    <a:pt x="286599" y="807493"/>
                    <a:pt x="254806" y="801789"/>
                  </a:cubicBezTo>
                  <a:cubicBezTo>
                    <a:pt x="230389" y="797406"/>
                    <a:pt x="208471" y="786706"/>
                    <a:pt x="186788" y="775322"/>
                  </a:cubicBezTo>
                  <a:cubicBezTo>
                    <a:pt x="183017" y="773343"/>
                    <a:pt x="179057" y="771763"/>
                    <a:pt x="174603" y="769713"/>
                  </a:cubicBezTo>
                  <a:cubicBezTo>
                    <a:pt x="174886" y="771433"/>
                    <a:pt x="174815" y="772023"/>
                    <a:pt x="175074" y="772353"/>
                  </a:cubicBezTo>
                  <a:cubicBezTo>
                    <a:pt x="176253" y="773932"/>
                    <a:pt x="177549" y="775440"/>
                    <a:pt x="178775" y="776996"/>
                  </a:cubicBezTo>
                  <a:cubicBezTo>
                    <a:pt x="193599" y="795567"/>
                    <a:pt x="213726" y="806574"/>
                    <a:pt x="234820" y="816072"/>
                  </a:cubicBezTo>
                  <a:cubicBezTo>
                    <a:pt x="256927" y="826017"/>
                    <a:pt x="279435" y="834832"/>
                    <a:pt x="303828" y="837448"/>
                  </a:cubicBezTo>
                  <a:cubicBezTo>
                    <a:pt x="310710" y="838179"/>
                    <a:pt x="316767" y="837684"/>
                    <a:pt x="321009" y="830448"/>
                  </a:cubicBezTo>
                  <a:cubicBezTo>
                    <a:pt x="322871" y="827267"/>
                    <a:pt x="327396" y="824721"/>
                    <a:pt x="331190" y="823708"/>
                  </a:cubicBezTo>
                  <a:cubicBezTo>
                    <a:pt x="346345" y="819678"/>
                    <a:pt x="361240" y="820927"/>
                    <a:pt x="374792" y="829199"/>
                  </a:cubicBezTo>
                  <a:cubicBezTo>
                    <a:pt x="378798" y="831627"/>
                    <a:pt x="381792" y="835987"/>
                    <a:pt x="384667" y="839876"/>
                  </a:cubicBezTo>
                  <a:cubicBezTo>
                    <a:pt x="385680" y="841266"/>
                    <a:pt x="385657" y="844283"/>
                    <a:pt x="384808" y="845862"/>
                  </a:cubicBezTo>
                  <a:cubicBezTo>
                    <a:pt x="384266" y="846852"/>
                    <a:pt x="381202" y="847040"/>
                    <a:pt x="379458" y="846663"/>
                  </a:cubicBezTo>
                  <a:cubicBezTo>
                    <a:pt x="375852" y="845909"/>
                    <a:pt x="372388" y="844495"/>
                    <a:pt x="368829" y="843458"/>
                  </a:cubicBezTo>
                  <a:cubicBezTo>
                    <a:pt x="353792" y="839051"/>
                    <a:pt x="339699" y="840536"/>
                    <a:pt x="326288" y="849279"/>
                  </a:cubicBezTo>
                  <a:cubicBezTo>
                    <a:pt x="321645" y="852320"/>
                    <a:pt x="316154" y="854912"/>
                    <a:pt x="310733" y="855808"/>
                  </a:cubicBezTo>
                  <a:cubicBezTo>
                    <a:pt x="282546" y="860498"/>
                    <a:pt x="255042" y="857340"/>
                    <a:pt x="228551" y="846640"/>
                  </a:cubicBezTo>
                  <a:cubicBezTo>
                    <a:pt x="220420" y="843364"/>
                    <a:pt x="213114" y="838815"/>
                    <a:pt x="212548" y="828280"/>
                  </a:cubicBezTo>
                  <a:cubicBezTo>
                    <a:pt x="212336" y="824226"/>
                    <a:pt x="209955" y="822152"/>
                    <a:pt x="205265" y="824603"/>
                  </a:cubicBezTo>
                  <a:cubicBezTo>
                    <a:pt x="203286" y="825640"/>
                    <a:pt x="199986" y="825711"/>
                    <a:pt x="197936" y="824792"/>
                  </a:cubicBezTo>
                  <a:cubicBezTo>
                    <a:pt x="193717" y="822859"/>
                    <a:pt x="189475" y="820479"/>
                    <a:pt x="186010" y="817415"/>
                  </a:cubicBezTo>
                  <a:cubicBezTo>
                    <a:pt x="153722" y="788780"/>
                    <a:pt x="120467" y="761535"/>
                    <a:pt x="101871" y="720290"/>
                  </a:cubicBezTo>
                  <a:cubicBezTo>
                    <a:pt x="90794" y="695732"/>
                    <a:pt x="71138" y="676124"/>
                    <a:pt x="51530" y="657410"/>
                  </a:cubicBezTo>
                  <a:cubicBezTo>
                    <a:pt x="48489" y="654511"/>
                    <a:pt x="44483" y="652626"/>
                    <a:pt x="40924" y="650269"/>
                  </a:cubicBezTo>
                  <a:cubicBezTo>
                    <a:pt x="40358" y="650693"/>
                    <a:pt x="39793" y="651141"/>
                    <a:pt x="39203" y="651565"/>
                  </a:cubicBezTo>
                  <a:cubicBezTo>
                    <a:pt x="39604" y="654629"/>
                    <a:pt x="39368" y="657952"/>
                    <a:pt x="40523" y="660710"/>
                  </a:cubicBezTo>
                  <a:cubicBezTo>
                    <a:pt x="43564" y="667992"/>
                    <a:pt x="46722" y="675275"/>
                    <a:pt x="50658" y="682110"/>
                  </a:cubicBezTo>
                  <a:cubicBezTo>
                    <a:pt x="75286" y="724957"/>
                    <a:pt x="106891" y="762289"/>
                    <a:pt x="142244" y="796534"/>
                  </a:cubicBezTo>
                  <a:cubicBezTo>
                    <a:pt x="164681" y="818264"/>
                    <a:pt x="188249" y="838697"/>
                    <a:pt x="214999" y="855077"/>
                  </a:cubicBezTo>
                  <a:cubicBezTo>
                    <a:pt x="228362" y="863255"/>
                    <a:pt x="242268" y="870467"/>
                    <a:pt x="258294" y="871033"/>
                  </a:cubicBezTo>
                  <a:cubicBezTo>
                    <a:pt x="282004" y="871881"/>
                    <a:pt x="305737" y="872918"/>
                    <a:pt x="329423" y="872235"/>
                  </a:cubicBezTo>
                  <a:cubicBezTo>
                    <a:pt x="355442" y="871504"/>
                    <a:pt x="379105" y="863208"/>
                    <a:pt x="396852" y="842987"/>
                  </a:cubicBezTo>
                  <a:cubicBezTo>
                    <a:pt x="410380" y="827549"/>
                    <a:pt x="422989" y="811287"/>
                    <a:pt x="436258" y="795638"/>
                  </a:cubicBezTo>
                  <a:cubicBezTo>
                    <a:pt x="443611" y="786965"/>
                    <a:pt x="451365" y="778622"/>
                    <a:pt x="459284" y="770467"/>
                  </a:cubicBezTo>
                  <a:cubicBezTo>
                    <a:pt x="460839" y="768864"/>
                    <a:pt x="464328" y="767969"/>
                    <a:pt x="466449" y="768534"/>
                  </a:cubicBezTo>
                  <a:cubicBezTo>
                    <a:pt x="467816" y="768912"/>
                    <a:pt x="469277" y="772730"/>
                    <a:pt x="468947" y="774733"/>
                  </a:cubicBezTo>
                  <a:cubicBezTo>
                    <a:pt x="467792" y="781921"/>
                    <a:pt x="467179" y="789652"/>
                    <a:pt x="464045" y="796039"/>
                  </a:cubicBezTo>
                  <a:cubicBezTo>
                    <a:pt x="446557" y="831627"/>
                    <a:pt x="419807" y="859649"/>
                    <a:pt x="389239" y="884160"/>
                  </a:cubicBezTo>
                  <a:cubicBezTo>
                    <a:pt x="378987" y="892386"/>
                    <a:pt x="366425" y="896439"/>
                    <a:pt x="353321" y="896227"/>
                  </a:cubicBezTo>
                  <a:cubicBezTo>
                    <a:pt x="327632" y="895779"/>
                    <a:pt x="301872" y="895426"/>
                    <a:pt x="276300" y="893211"/>
                  </a:cubicBezTo>
                  <a:cubicBezTo>
                    <a:pt x="239392" y="890005"/>
                    <a:pt x="204912" y="878363"/>
                    <a:pt x="173448" y="858447"/>
                  </a:cubicBezTo>
                  <a:cubicBezTo>
                    <a:pt x="138049" y="836034"/>
                    <a:pt x="110592" y="805725"/>
                    <a:pt x="87990" y="770891"/>
                  </a:cubicBezTo>
                  <a:cubicBezTo>
                    <a:pt x="71704" y="745815"/>
                    <a:pt x="56620" y="719960"/>
                    <a:pt x="40382" y="694860"/>
                  </a:cubicBezTo>
                  <a:cubicBezTo>
                    <a:pt x="35338" y="687083"/>
                    <a:pt x="29423" y="678716"/>
                    <a:pt x="21787" y="674120"/>
                  </a:cubicBezTo>
                  <a:cubicBezTo>
                    <a:pt x="14716" y="669854"/>
                    <a:pt x="13443" y="666720"/>
                    <a:pt x="17026" y="660521"/>
                  </a:cubicBezTo>
                  <a:cubicBezTo>
                    <a:pt x="25227" y="646286"/>
                    <a:pt x="12383" y="617934"/>
                    <a:pt x="599" y="608954"/>
                  </a:cubicBezTo>
                  <a:cubicBezTo>
                    <a:pt x="363" y="611216"/>
                    <a:pt x="-132" y="613102"/>
                    <a:pt x="33" y="614917"/>
                  </a:cubicBezTo>
                  <a:cubicBezTo>
                    <a:pt x="2013" y="636647"/>
                    <a:pt x="5831" y="658023"/>
                    <a:pt x="13703" y="678433"/>
                  </a:cubicBezTo>
                  <a:cubicBezTo>
                    <a:pt x="49738" y="771669"/>
                    <a:pt x="111794" y="842916"/>
                    <a:pt x="197276" y="893918"/>
                  </a:cubicBezTo>
                  <a:cubicBezTo>
                    <a:pt x="248277" y="924344"/>
                    <a:pt x="303286" y="929859"/>
                    <a:pt x="360439" y="916991"/>
                  </a:cubicBezTo>
                  <a:cubicBezTo>
                    <a:pt x="395249" y="909143"/>
                    <a:pt x="425346" y="893423"/>
                    <a:pt x="444954" y="861794"/>
                  </a:cubicBezTo>
                  <a:cubicBezTo>
                    <a:pt x="457493" y="841572"/>
                    <a:pt x="472411" y="825499"/>
                    <a:pt x="499044" y="824556"/>
                  </a:cubicBezTo>
                  <a:cubicBezTo>
                    <a:pt x="513727" y="824038"/>
                    <a:pt x="524262" y="808907"/>
                    <a:pt x="522588" y="794083"/>
                  </a:cubicBezTo>
                  <a:cubicBezTo>
                    <a:pt x="519595" y="795850"/>
                    <a:pt x="516790" y="797194"/>
                    <a:pt x="514339" y="799008"/>
                  </a:cubicBezTo>
                  <a:cubicBezTo>
                    <a:pt x="507575" y="804005"/>
                    <a:pt x="501094" y="809425"/>
                    <a:pt x="494188" y="814210"/>
                  </a:cubicBezTo>
                  <a:cubicBezTo>
                    <a:pt x="487236" y="819041"/>
                    <a:pt x="484596" y="817863"/>
                    <a:pt x="483559" y="809661"/>
                  </a:cubicBezTo>
                  <a:cubicBezTo>
                    <a:pt x="483017" y="805277"/>
                    <a:pt x="482829" y="800729"/>
                    <a:pt x="483371" y="796369"/>
                  </a:cubicBezTo>
                  <a:cubicBezTo>
                    <a:pt x="484690" y="785621"/>
                    <a:pt x="489663" y="781827"/>
                    <a:pt x="500411" y="783005"/>
                  </a:cubicBezTo>
                  <a:cubicBezTo>
                    <a:pt x="505053" y="783524"/>
                    <a:pt x="509696" y="784278"/>
                    <a:pt x="514292" y="785244"/>
                  </a:cubicBezTo>
                  <a:cubicBezTo>
                    <a:pt x="529894" y="788520"/>
                    <a:pt x="535622" y="784867"/>
                    <a:pt x="536706" y="768864"/>
                  </a:cubicBezTo>
                  <a:cubicBezTo>
                    <a:pt x="537955" y="750175"/>
                    <a:pt x="545426" y="734526"/>
                    <a:pt x="557823" y="721045"/>
                  </a:cubicBezTo>
                  <a:cubicBezTo>
                    <a:pt x="570173" y="707611"/>
                    <a:pt x="575381" y="691608"/>
                    <a:pt x="576135" y="673743"/>
                  </a:cubicBezTo>
                  <a:cubicBezTo>
                    <a:pt x="577314" y="645225"/>
                    <a:pt x="568806" y="619112"/>
                    <a:pt x="555961" y="594247"/>
                  </a:cubicBezTo>
                  <a:cubicBezTo>
                    <a:pt x="544365" y="571763"/>
                    <a:pt x="534160" y="548784"/>
                    <a:pt x="529447" y="523825"/>
                  </a:cubicBezTo>
                  <a:cubicBezTo>
                    <a:pt x="527679" y="514445"/>
                    <a:pt x="527443" y="504735"/>
                    <a:pt x="527137" y="495143"/>
                  </a:cubicBezTo>
                  <a:cubicBezTo>
                    <a:pt x="527066" y="493092"/>
                    <a:pt x="529447" y="489651"/>
                    <a:pt x="531309" y="489180"/>
                  </a:cubicBezTo>
                  <a:cubicBezTo>
                    <a:pt x="533241" y="488685"/>
                    <a:pt x="536329" y="490524"/>
                    <a:pt x="538073" y="492220"/>
                  </a:cubicBezTo>
                  <a:cubicBezTo>
                    <a:pt x="539934" y="494035"/>
                    <a:pt x="541254" y="496722"/>
                    <a:pt x="541985" y="499267"/>
                  </a:cubicBezTo>
                  <a:cubicBezTo>
                    <a:pt x="546039" y="513220"/>
                    <a:pt x="550470" y="527078"/>
                    <a:pt x="553604" y="541242"/>
                  </a:cubicBezTo>
                  <a:cubicBezTo>
                    <a:pt x="558223" y="562195"/>
                    <a:pt x="561429" y="583524"/>
                    <a:pt x="571705" y="602756"/>
                  </a:cubicBezTo>
                  <a:cubicBezTo>
                    <a:pt x="573637" y="606385"/>
                    <a:pt x="576300" y="609850"/>
                    <a:pt x="579341" y="612583"/>
                  </a:cubicBezTo>
                  <a:cubicBezTo>
                    <a:pt x="581038" y="614115"/>
                    <a:pt x="584997" y="615270"/>
                    <a:pt x="586458" y="614328"/>
                  </a:cubicBezTo>
                  <a:cubicBezTo>
                    <a:pt x="588155" y="613243"/>
                    <a:pt x="588933" y="609637"/>
                    <a:pt x="588886" y="607116"/>
                  </a:cubicBezTo>
                  <a:cubicBezTo>
                    <a:pt x="588839" y="603463"/>
                    <a:pt x="587825" y="599810"/>
                    <a:pt x="587047" y="596204"/>
                  </a:cubicBezTo>
                  <a:cubicBezTo>
                    <a:pt x="580778" y="567026"/>
                    <a:pt x="574533" y="537825"/>
                    <a:pt x="568169" y="508671"/>
                  </a:cubicBezTo>
                  <a:cubicBezTo>
                    <a:pt x="562890" y="484561"/>
                    <a:pt x="557752" y="460356"/>
                    <a:pt x="544695" y="438885"/>
                  </a:cubicBezTo>
                  <a:cubicBezTo>
                    <a:pt x="541796" y="434125"/>
                    <a:pt x="538568" y="427973"/>
                    <a:pt x="531709" y="430448"/>
                  </a:cubicBezTo>
                  <a:cubicBezTo>
                    <a:pt x="524238" y="433135"/>
                    <a:pt x="526948" y="440323"/>
                    <a:pt x="527184" y="446003"/>
                  </a:cubicBezTo>
                  <a:cubicBezTo>
                    <a:pt x="527278" y="448148"/>
                    <a:pt x="528339" y="450269"/>
                    <a:pt x="528928" y="452414"/>
                  </a:cubicBezTo>
                  <a:cubicBezTo>
                    <a:pt x="529329" y="453828"/>
                    <a:pt x="530177" y="455407"/>
                    <a:pt x="529894" y="456703"/>
                  </a:cubicBezTo>
                  <a:cubicBezTo>
                    <a:pt x="528952" y="460969"/>
                    <a:pt x="528857" y="466979"/>
                    <a:pt x="526076" y="468935"/>
                  </a:cubicBezTo>
                  <a:cubicBezTo>
                    <a:pt x="521410" y="472211"/>
                    <a:pt x="517262" y="467403"/>
                    <a:pt x="514716" y="463514"/>
                  </a:cubicBezTo>
                  <a:cubicBezTo>
                    <a:pt x="511346" y="458400"/>
                    <a:pt x="508117" y="452979"/>
                    <a:pt x="506091" y="447229"/>
                  </a:cubicBezTo>
                  <a:cubicBezTo>
                    <a:pt x="499326" y="428162"/>
                    <a:pt x="493623" y="408742"/>
                    <a:pt x="486647" y="389769"/>
                  </a:cubicBezTo>
                  <a:cubicBezTo>
                    <a:pt x="470950" y="347017"/>
                    <a:pt x="452591" y="305489"/>
                    <a:pt x="426406" y="267922"/>
                  </a:cubicBezTo>
                  <a:cubicBezTo>
                    <a:pt x="418864" y="257104"/>
                    <a:pt x="410309" y="247653"/>
                    <a:pt x="397276" y="242515"/>
                  </a:cubicBezTo>
                  <a:cubicBezTo>
                    <a:pt x="384950" y="237683"/>
                    <a:pt x="380448" y="220314"/>
                    <a:pt x="387212" y="208836"/>
                  </a:cubicBezTo>
                  <a:cubicBezTo>
                    <a:pt x="392986" y="199031"/>
                    <a:pt x="402555" y="197759"/>
                    <a:pt x="410262" y="205866"/>
                  </a:cubicBezTo>
                  <a:cubicBezTo>
                    <a:pt x="412972" y="208742"/>
                    <a:pt x="415565" y="211758"/>
                    <a:pt x="417874" y="214964"/>
                  </a:cubicBezTo>
                  <a:cubicBezTo>
                    <a:pt x="444530" y="252013"/>
                    <a:pt x="466755" y="291631"/>
                    <a:pt x="485539" y="333158"/>
                  </a:cubicBezTo>
                  <a:cubicBezTo>
                    <a:pt x="490064" y="343175"/>
                    <a:pt x="494212" y="353804"/>
                    <a:pt x="495956" y="364575"/>
                  </a:cubicBezTo>
                  <a:cubicBezTo>
                    <a:pt x="499185" y="384443"/>
                    <a:pt x="509932" y="398466"/>
                    <a:pt x="525746" y="409496"/>
                  </a:cubicBezTo>
                  <a:cubicBezTo>
                    <a:pt x="527514" y="410745"/>
                    <a:pt x="529800" y="411264"/>
                    <a:pt x="533548" y="412866"/>
                  </a:cubicBezTo>
                  <a:cubicBezTo>
                    <a:pt x="532181" y="407634"/>
                    <a:pt x="531521" y="404311"/>
                    <a:pt x="530436" y="401153"/>
                  </a:cubicBezTo>
                  <a:cubicBezTo>
                    <a:pt x="513043" y="350033"/>
                    <a:pt x="490606" y="301176"/>
                    <a:pt x="463927" y="254323"/>
                  </a:cubicBezTo>
                  <a:cubicBezTo>
                    <a:pt x="456008" y="240394"/>
                    <a:pt x="448089" y="225781"/>
                    <a:pt x="437177" y="214398"/>
                  </a:cubicBezTo>
                  <a:cubicBezTo>
                    <a:pt x="407528" y="183476"/>
                    <a:pt x="376324" y="154016"/>
                    <a:pt x="341513" y="128798"/>
                  </a:cubicBezTo>
                  <a:cubicBezTo>
                    <a:pt x="328080" y="119064"/>
                    <a:pt x="313444" y="111876"/>
                    <a:pt x="296192" y="113149"/>
                  </a:cubicBezTo>
                  <a:cubicBezTo>
                    <a:pt x="283371" y="114092"/>
                    <a:pt x="270620" y="116637"/>
                    <a:pt x="257799" y="116755"/>
                  </a:cubicBezTo>
                  <a:cubicBezTo>
                    <a:pt x="242268" y="116896"/>
                    <a:pt x="229682" y="123071"/>
                    <a:pt x="217709" y="131886"/>
                  </a:cubicBezTo>
                  <a:cubicBezTo>
                    <a:pt x="188909" y="153073"/>
                    <a:pt x="162135" y="176571"/>
                    <a:pt x="137837" y="202802"/>
                  </a:cubicBezTo>
                  <a:cubicBezTo>
                    <a:pt x="133830" y="207139"/>
                    <a:pt x="130200" y="211923"/>
                    <a:pt x="127042" y="216920"/>
                  </a:cubicBezTo>
                  <a:cubicBezTo>
                    <a:pt x="125675" y="219088"/>
                    <a:pt x="125746" y="222270"/>
                    <a:pt x="125463" y="225027"/>
                  </a:cubicBezTo>
                  <a:cubicBezTo>
                    <a:pt x="125086" y="228822"/>
                    <a:pt x="126005" y="233088"/>
                    <a:pt x="124568" y="236340"/>
                  </a:cubicBezTo>
                  <a:cubicBezTo>
                    <a:pt x="121999" y="242138"/>
                    <a:pt x="117992" y="247323"/>
                    <a:pt x="114740" y="252838"/>
                  </a:cubicBezTo>
                  <a:cubicBezTo>
                    <a:pt x="112218" y="257104"/>
                    <a:pt x="107363" y="261629"/>
                    <a:pt x="111699" y="266272"/>
                  </a:cubicBezTo>
                  <a:cubicBezTo>
                    <a:pt x="112713" y="267356"/>
                    <a:pt x="121409" y="263679"/>
                    <a:pt x="124143" y="260238"/>
                  </a:cubicBezTo>
                  <a:cubicBezTo>
                    <a:pt x="133641" y="248266"/>
                    <a:pt x="142503" y="235727"/>
                    <a:pt x="150846" y="222906"/>
                  </a:cubicBezTo>
                  <a:cubicBezTo>
                    <a:pt x="161169" y="206998"/>
                    <a:pt x="172859" y="192432"/>
                    <a:pt x="187542" y="180365"/>
                  </a:cubicBezTo>
                  <a:cubicBezTo>
                    <a:pt x="215093" y="157716"/>
                    <a:pt x="247240" y="145767"/>
                    <a:pt x="282098" y="141171"/>
                  </a:cubicBezTo>
                  <a:cubicBezTo>
                    <a:pt x="295414" y="139404"/>
                    <a:pt x="309366" y="138697"/>
                    <a:pt x="322565" y="140606"/>
                  </a:cubicBezTo>
                  <a:cubicBezTo>
                    <a:pt x="341537" y="143340"/>
                    <a:pt x="353840" y="157716"/>
                    <a:pt x="365742" y="171410"/>
                  </a:cubicBezTo>
                  <a:cubicBezTo>
                    <a:pt x="370714" y="177113"/>
                    <a:pt x="374957" y="183641"/>
                    <a:pt x="378445" y="190382"/>
                  </a:cubicBezTo>
                  <a:cubicBezTo>
                    <a:pt x="381579" y="196415"/>
                    <a:pt x="378728" y="200163"/>
                    <a:pt x="371964" y="199361"/>
                  </a:cubicBezTo>
                  <a:cubicBezTo>
                    <a:pt x="366920" y="198749"/>
                    <a:pt x="361688" y="197405"/>
                    <a:pt x="357163" y="195119"/>
                  </a:cubicBezTo>
                  <a:cubicBezTo>
                    <a:pt x="346368" y="189698"/>
                    <a:pt x="335881" y="183594"/>
                    <a:pt x="325346" y="177679"/>
                  </a:cubicBezTo>
                  <a:cubicBezTo>
                    <a:pt x="304417" y="165895"/>
                    <a:pt x="281980" y="162548"/>
                    <a:pt x="258695" y="167049"/>
                  </a:cubicBezTo>
                  <a:cubicBezTo>
                    <a:pt x="214127" y="175699"/>
                    <a:pt x="186953" y="205230"/>
                    <a:pt x="168711" y="244589"/>
                  </a:cubicBezTo>
                  <a:cubicBezTo>
                    <a:pt x="167014" y="248242"/>
                    <a:pt x="168334" y="253191"/>
                    <a:pt x="167415" y="257339"/>
                  </a:cubicBezTo>
                  <a:cubicBezTo>
                    <a:pt x="166543" y="261252"/>
                    <a:pt x="165671" y="266696"/>
                    <a:pt x="162913" y="268393"/>
                  </a:cubicBezTo>
                  <a:cubicBezTo>
                    <a:pt x="155348" y="273012"/>
                    <a:pt x="150611" y="279564"/>
                    <a:pt x="148372" y="287389"/>
                  </a:cubicBezTo>
                  <a:cubicBezTo>
                    <a:pt x="144153" y="302048"/>
                    <a:pt x="140406" y="316920"/>
                    <a:pt x="137954" y="331956"/>
                  </a:cubicBezTo>
                  <a:cubicBezTo>
                    <a:pt x="136658" y="339781"/>
                    <a:pt x="137695" y="348289"/>
                    <a:pt x="139180" y="356185"/>
                  </a:cubicBezTo>
                  <a:cubicBezTo>
                    <a:pt x="140476" y="363043"/>
                    <a:pt x="146203" y="364575"/>
                    <a:pt x="150469" y="359131"/>
                  </a:cubicBezTo>
                  <a:cubicBezTo>
                    <a:pt x="154217" y="354323"/>
                    <a:pt x="156668" y="348077"/>
                    <a:pt x="158247" y="342091"/>
                  </a:cubicBezTo>
                  <a:cubicBezTo>
                    <a:pt x="160368" y="334054"/>
                    <a:pt x="160627" y="325522"/>
                    <a:pt x="162583" y="317415"/>
                  </a:cubicBezTo>
                  <a:cubicBezTo>
                    <a:pt x="163809" y="312277"/>
                    <a:pt x="166849" y="307328"/>
                    <a:pt x="173472" y="308695"/>
                  </a:cubicBezTo>
                  <a:cubicBezTo>
                    <a:pt x="179835" y="310014"/>
                    <a:pt x="180542" y="315482"/>
                    <a:pt x="180754" y="320903"/>
                  </a:cubicBezTo>
                  <a:cubicBezTo>
                    <a:pt x="181202" y="333535"/>
                    <a:pt x="176159" y="344471"/>
                    <a:pt x="170267" y="355171"/>
                  </a:cubicBezTo>
                  <a:cubicBezTo>
                    <a:pt x="162866" y="368605"/>
                    <a:pt x="163667" y="373696"/>
                    <a:pt x="174957" y="384184"/>
                  </a:cubicBezTo>
                  <a:cubicBezTo>
                    <a:pt x="180377" y="389227"/>
                    <a:pt x="182286" y="395072"/>
                    <a:pt x="179552" y="402237"/>
                  </a:cubicBezTo>
                  <a:cubicBezTo>
                    <a:pt x="177879" y="406621"/>
                    <a:pt x="173684" y="411923"/>
                    <a:pt x="180142" y="415152"/>
                  </a:cubicBezTo>
                  <a:cubicBezTo>
                    <a:pt x="186835" y="418499"/>
                    <a:pt x="188815" y="411782"/>
                    <a:pt x="191596" y="407705"/>
                  </a:cubicBezTo>
                  <a:cubicBezTo>
                    <a:pt x="192680" y="406102"/>
                    <a:pt x="193505" y="404217"/>
                    <a:pt x="194023" y="402331"/>
                  </a:cubicBezTo>
                  <a:cubicBezTo>
                    <a:pt x="197559" y="389510"/>
                    <a:pt x="200929" y="376665"/>
                    <a:pt x="204464" y="363844"/>
                  </a:cubicBezTo>
                  <a:cubicBezTo>
                    <a:pt x="208306" y="349845"/>
                    <a:pt x="211864" y="335751"/>
                    <a:pt x="216319" y="321963"/>
                  </a:cubicBezTo>
                  <a:cubicBezTo>
                    <a:pt x="218581" y="314940"/>
                    <a:pt x="222235" y="308459"/>
                    <a:pt x="231190" y="307045"/>
                  </a:cubicBezTo>
                  <a:cubicBezTo>
                    <a:pt x="232934" y="306762"/>
                    <a:pt x="234679" y="301883"/>
                    <a:pt x="235056" y="298937"/>
                  </a:cubicBezTo>
                  <a:cubicBezTo>
                    <a:pt x="235315" y="296840"/>
                    <a:pt x="233264" y="294459"/>
                    <a:pt x="232322" y="292173"/>
                  </a:cubicBezTo>
                  <a:cubicBezTo>
                    <a:pt x="228999" y="283971"/>
                    <a:pt x="231261" y="280837"/>
                    <a:pt x="239769" y="281897"/>
                  </a:cubicBezTo>
                  <a:cubicBezTo>
                    <a:pt x="255489" y="283877"/>
                    <a:pt x="266048" y="293988"/>
                    <a:pt x="275357" y="305442"/>
                  </a:cubicBezTo>
                  <a:cubicBezTo>
                    <a:pt x="292963" y="327078"/>
                    <a:pt x="303498" y="352343"/>
                    <a:pt x="310851" y="378951"/>
                  </a:cubicBezTo>
                  <a:cubicBezTo>
                    <a:pt x="321528" y="417533"/>
                    <a:pt x="324921" y="456515"/>
                    <a:pt x="317639" y="496321"/>
                  </a:cubicBezTo>
                  <a:cubicBezTo>
                    <a:pt x="312831" y="522529"/>
                    <a:pt x="308966" y="548949"/>
                    <a:pt x="305831" y="575416"/>
                  </a:cubicBezTo>
                  <a:cubicBezTo>
                    <a:pt x="304016" y="590783"/>
                    <a:pt x="300740" y="597948"/>
                    <a:pt x="285751" y="601719"/>
                  </a:cubicBezTo>
                  <a:cubicBezTo>
                    <a:pt x="252850" y="610038"/>
                    <a:pt x="222140" y="607233"/>
                    <a:pt x="196474" y="581662"/>
                  </a:cubicBezTo>
                  <a:cubicBezTo>
                    <a:pt x="186458" y="571693"/>
                    <a:pt x="174391" y="567167"/>
                    <a:pt x="159920" y="571669"/>
                  </a:cubicBezTo>
                  <a:cubicBezTo>
                    <a:pt x="156785" y="572659"/>
                    <a:pt x="151553" y="572847"/>
                    <a:pt x="149880" y="571009"/>
                  </a:cubicBezTo>
                  <a:cubicBezTo>
                    <a:pt x="148136" y="569100"/>
                    <a:pt x="149385" y="564316"/>
                    <a:pt x="149550" y="560804"/>
                  </a:cubicBezTo>
                  <a:cubicBezTo>
                    <a:pt x="149880" y="553569"/>
                    <a:pt x="151553" y="546168"/>
                    <a:pt x="150446" y="539192"/>
                  </a:cubicBezTo>
                  <a:cubicBezTo>
                    <a:pt x="149456" y="532970"/>
                    <a:pt x="144648" y="528068"/>
                    <a:pt x="137177" y="528681"/>
                  </a:cubicBezTo>
                  <a:cubicBezTo>
                    <a:pt x="129894" y="529270"/>
                    <a:pt x="125652" y="534360"/>
                    <a:pt x="125322" y="540865"/>
                  </a:cubicBezTo>
                  <a:cubicBezTo>
                    <a:pt x="124968" y="547582"/>
                    <a:pt x="125840" y="554794"/>
                    <a:pt x="128079" y="561110"/>
                  </a:cubicBezTo>
                  <a:cubicBezTo>
                    <a:pt x="138402" y="590052"/>
                    <a:pt x="155018" y="615082"/>
                    <a:pt x="178185" y="635280"/>
                  </a:cubicBezTo>
                  <a:cubicBezTo>
                    <a:pt x="185327" y="641502"/>
                    <a:pt x="194212" y="645838"/>
                    <a:pt x="202649" y="650387"/>
                  </a:cubicBezTo>
                  <a:cubicBezTo>
                    <a:pt x="205242" y="651777"/>
                    <a:pt x="209036" y="650976"/>
                    <a:pt x="212289" y="651188"/>
                  </a:cubicBezTo>
                  <a:cubicBezTo>
                    <a:pt x="211181" y="647959"/>
                    <a:pt x="210992" y="643717"/>
                    <a:pt x="208777" y="641643"/>
                  </a:cubicBezTo>
                  <a:cubicBezTo>
                    <a:pt x="200717" y="634054"/>
                    <a:pt x="191666" y="627502"/>
                    <a:pt x="183606" y="619913"/>
                  </a:cubicBezTo>
                  <a:cubicBezTo>
                    <a:pt x="175781" y="612536"/>
                    <a:pt x="168287" y="604665"/>
                    <a:pt x="161570" y="596274"/>
                  </a:cubicBezTo>
                  <a:cubicBezTo>
                    <a:pt x="159684" y="593941"/>
                    <a:pt x="161028" y="589039"/>
                    <a:pt x="160886" y="585291"/>
                  </a:cubicBezTo>
                  <a:cubicBezTo>
                    <a:pt x="164304" y="585786"/>
                    <a:pt x="168357" y="585268"/>
                    <a:pt x="170997" y="586965"/>
                  </a:cubicBezTo>
                  <a:cubicBezTo>
                    <a:pt x="178233" y="591631"/>
                    <a:pt x="184455" y="597995"/>
                    <a:pt x="191879" y="602308"/>
                  </a:cubicBezTo>
                  <a:cubicBezTo>
                    <a:pt x="202225" y="608294"/>
                    <a:pt x="212854" y="614445"/>
                    <a:pt x="224167" y="617863"/>
                  </a:cubicBezTo>
                  <a:cubicBezTo>
                    <a:pt x="234891" y="621115"/>
                    <a:pt x="238968" y="625075"/>
                    <a:pt x="236163" y="636081"/>
                  </a:cubicBezTo>
                  <a:cubicBezTo>
                    <a:pt x="234702" y="641785"/>
                    <a:pt x="233052" y="647535"/>
                    <a:pt x="232605" y="653357"/>
                  </a:cubicBezTo>
                  <a:cubicBezTo>
                    <a:pt x="231827" y="663302"/>
                    <a:pt x="237530" y="668275"/>
                    <a:pt x="246887" y="664716"/>
                  </a:cubicBezTo>
                  <a:cubicBezTo>
                    <a:pt x="256432" y="661063"/>
                    <a:pt x="266095" y="656468"/>
                    <a:pt x="274014" y="650128"/>
                  </a:cubicBezTo>
                  <a:cubicBezTo>
                    <a:pt x="285963" y="640583"/>
                    <a:pt x="296215" y="628963"/>
                    <a:pt x="307575" y="618641"/>
                  </a:cubicBezTo>
                  <a:cubicBezTo>
                    <a:pt x="315282" y="611641"/>
                    <a:pt x="322470" y="603675"/>
                    <a:pt x="334113" y="600116"/>
                  </a:cubicBezTo>
                  <a:cubicBezTo>
                    <a:pt x="334113" y="603486"/>
                    <a:pt x="334467" y="605867"/>
                    <a:pt x="334066" y="608105"/>
                  </a:cubicBezTo>
                  <a:cubicBezTo>
                    <a:pt x="329140" y="635515"/>
                    <a:pt x="317026" y="659555"/>
                    <a:pt x="298761" y="680366"/>
                  </a:cubicBezTo>
                  <a:cubicBezTo>
                    <a:pt x="295815" y="683736"/>
                    <a:pt x="290582" y="686305"/>
                    <a:pt x="286104" y="686894"/>
                  </a:cubicBezTo>
                  <a:cubicBezTo>
                    <a:pt x="265034" y="689699"/>
                    <a:pt x="243894" y="692103"/>
                    <a:pt x="222706" y="693823"/>
                  </a:cubicBezTo>
                  <a:cubicBezTo>
                    <a:pt x="209767" y="694860"/>
                    <a:pt x="197111" y="692008"/>
                    <a:pt x="187778" y="682393"/>
                  </a:cubicBezTo>
                  <a:cubicBezTo>
                    <a:pt x="175404" y="669642"/>
                    <a:pt x="162913" y="656750"/>
                    <a:pt x="152472" y="642468"/>
                  </a:cubicBezTo>
                  <a:cubicBezTo>
                    <a:pt x="129800" y="611476"/>
                    <a:pt x="105006" y="581615"/>
                    <a:pt x="94777" y="543128"/>
                  </a:cubicBezTo>
                  <a:cubicBezTo>
                    <a:pt x="92303" y="533748"/>
                    <a:pt x="85986" y="525475"/>
                    <a:pt x="82357" y="516307"/>
                  </a:cubicBezTo>
                  <a:cubicBezTo>
                    <a:pt x="69559" y="484160"/>
                    <a:pt x="65953" y="450128"/>
                    <a:pt x="65105" y="416071"/>
                  </a:cubicBezTo>
                  <a:cubicBezTo>
                    <a:pt x="64351" y="386187"/>
                    <a:pt x="65906" y="356185"/>
                    <a:pt x="67792" y="326324"/>
                  </a:cubicBezTo>
                  <a:cubicBezTo>
                    <a:pt x="70149" y="288897"/>
                    <a:pt x="79882" y="253356"/>
                    <a:pt x="99043" y="220761"/>
                  </a:cubicBezTo>
                  <a:cubicBezTo>
                    <a:pt x="136870" y="156420"/>
                    <a:pt x="188697" y="110438"/>
                    <a:pt x="264304" y="96957"/>
                  </a:cubicBezTo>
                  <a:cubicBezTo>
                    <a:pt x="303168" y="90028"/>
                    <a:pt x="339840" y="95001"/>
                    <a:pt x="372364" y="120502"/>
                  </a:cubicBezTo>
                  <a:cubicBezTo>
                    <a:pt x="419666" y="157575"/>
                    <a:pt x="458223" y="202143"/>
                    <a:pt x="485586" y="255407"/>
                  </a:cubicBezTo>
                  <a:cubicBezTo>
                    <a:pt x="521716" y="325711"/>
                    <a:pt x="551577" y="398867"/>
                    <a:pt x="576866" y="473790"/>
                  </a:cubicBezTo>
                  <a:cubicBezTo>
                    <a:pt x="583795" y="494318"/>
                    <a:pt x="590300" y="514964"/>
                    <a:pt x="591502" y="537047"/>
                  </a:cubicBezTo>
                  <a:cubicBezTo>
                    <a:pt x="592162" y="549303"/>
                    <a:pt x="596145" y="561110"/>
                    <a:pt x="603498" y="571622"/>
                  </a:cubicBezTo>
                  <a:cubicBezTo>
                    <a:pt x="607952" y="578009"/>
                    <a:pt x="612218" y="584985"/>
                    <a:pt x="614528" y="592338"/>
                  </a:cubicBezTo>
                  <a:cubicBezTo>
                    <a:pt x="626265" y="629741"/>
                    <a:pt x="629659" y="668346"/>
                    <a:pt x="628858" y="707328"/>
                  </a:cubicBezTo>
                  <a:cubicBezTo>
                    <a:pt x="628693" y="715883"/>
                    <a:pt x="626925" y="724509"/>
                    <a:pt x="624851" y="732852"/>
                  </a:cubicBezTo>
                  <a:cubicBezTo>
                    <a:pt x="624144" y="735657"/>
                    <a:pt x="619053" y="740088"/>
                    <a:pt x="617945" y="739569"/>
                  </a:cubicBezTo>
                  <a:cubicBezTo>
                    <a:pt x="614387" y="737872"/>
                    <a:pt x="610380" y="734738"/>
                    <a:pt x="609178" y="731226"/>
                  </a:cubicBezTo>
                  <a:cubicBezTo>
                    <a:pt x="607858" y="727384"/>
                    <a:pt x="609272" y="722506"/>
                    <a:pt x="609862" y="718122"/>
                  </a:cubicBezTo>
                  <a:cubicBezTo>
                    <a:pt x="610828" y="711052"/>
                    <a:pt x="612996" y="704028"/>
                    <a:pt x="612925" y="697005"/>
                  </a:cubicBezTo>
                  <a:cubicBezTo>
                    <a:pt x="612878" y="693493"/>
                    <a:pt x="609461" y="687648"/>
                    <a:pt x="606798" y="687153"/>
                  </a:cubicBezTo>
                  <a:cubicBezTo>
                    <a:pt x="603757" y="686588"/>
                    <a:pt x="598077" y="690052"/>
                    <a:pt x="596640" y="693163"/>
                  </a:cubicBezTo>
                  <a:cubicBezTo>
                    <a:pt x="593647" y="699739"/>
                    <a:pt x="591903" y="707139"/>
                    <a:pt x="591054" y="714375"/>
                  </a:cubicBezTo>
                  <a:cubicBezTo>
                    <a:pt x="587896" y="741360"/>
                    <a:pt x="585256" y="768417"/>
                    <a:pt x="582522" y="795473"/>
                  </a:cubicBezTo>
                  <a:cubicBezTo>
                    <a:pt x="581132" y="809213"/>
                    <a:pt x="579458" y="822977"/>
                    <a:pt x="579011" y="836741"/>
                  </a:cubicBezTo>
                  <a:cubicBezTo>
                    <a:pt x="578775" y="844189"/>
                    <a:pt x="581910" y="845508"/>
                    <a:pt x="588414" y="842586"/>
                  </a:cubicBezTo>
                  <a:cubicBezTo>
                    <a:pt x="599232" y="837731"/>
                    <a:pt x="601353" y="839051"/>
                    <a:pt x="601542" y="850788"/>
                  </a:cubicBezTo>
                  <a:cubicBezTo>
                    <a:pt x="601565" y="852273"/>
                    <a:pt x="601542" y="853757"/>
                    <a:pt x="601448" y="855242"/>
                  </a:cubicBezTo>
                  <a:cubicBezTo>
                    <a:pt x="599091" y="895025"/>
                    <a:pt x="587542" y="932357"/>
                    <a:pt x="570668" y="968134"/>
                  </a:cubicBezTo>
                  <a:cubicBezTo>
                    <a:pt x="561594" y="987366"/>
                    <a:pt x="551931" y="1006385"/>
                    <a:pt x="533877" y="1019395"/>
                  </a:cubicBezTo>
                  <a:cubicBezTo>
                    <a:pt x="529211" y="1022742"/>
                    <a:pt x="527420" y="1027927"/>
                    <a:pt x="529517" y="1033960"/>
                  </a:cubicBezTo>
                  <a:cubicBezTo>
                    <a:pt x="531803" y="1040536"/>
                    <a:pt x="536446" y="1044307"/>
                    <a:pt x="543140" y="1044754"/>
                  </a:cubicBezTo>
                  <a:cubicBezTo>
                    <a:pt x="547523" y="1045061"/>
                    <a:pt x="551978" y="1043977"/>
                    <a:pt x="557281" y="1043435"/>
                  </a:cubicBezTo>
                  <a:cubicBezTo>
                    <a:pt x="555230" y="1045956"/>
                    <a:pt x="553934" y="1048078"/>
                    <a:pt x="552143" y="1049680"/>
                  </a:cubicBezTo>
                  <a:cubicBezTo>
                    <a:pt x="535409" y="1064764"/>
                    <a:pt x="519029" y="1080248"/>
                    <a:pt x="501683" y="1094578"/>
                  </a:cubicBezTo>
                  <a:cubicBezTo>
                    <a:pt x="492044" y="1102544"/>
                    <a:pt x="480825" y="1108648"/>
                    <a:pt x="470125" y="1115271"/>
                  </a:cubicBezTo>
                  <a:cubicBezTo>
                    <a:pt x="467745" y="1116732"/>
                    <a:pt x="464563" y="1116897"/>
                    <a:pt x="459590" y="1118264"/>
                  </a:cubicBezTo>
                  <a:cubicBezTo>
                    <a:pt x="461546" y="1114139"/>
                    <a:pt x="462018" y="1111830"/>
                    <a:pt x="463408" y="1110463"/>
                  </a:cubicBezTo>
                  <a:cubicBezTo>
                    <a:pt x="469183" y="1104712"/>
                    <a:pt x="475240" y="1099244"/>
                    <a:pt x="481155" y="1093635"/>
                  </a:cubicBezTo>
                  <a:cubicBezTo>
                    <a:pt x="493340" y="1082087"/>
                    <a:pt x="505878" y="1070868"/>
                    <a:pt x="517474" y="1058777"/>
                  </a:cubicBezTo>
                  <a:cubicBezTo>
                    <a:pt x="520538" y="1055596"/>
                    <a:pt x="520797" y="1049704"/>
                    <a:pt x="522353" y="1045061"/>
                  </a:cubicBezTo>
                  <a:cubicBezTo>
                    <a:pt x="517875" y="1046451"/>
                    <a:pt x="512595" y="1046758"/>
                    <a:pt x="509060" y="1049397"/>
                  </a:cubicBezTo>
                  <a:cubicBezTo>
                    <a:pt x="498596" y="1057269"/>
                    <a:pt x="488768" y="1065989"/>
                    <a:pt x="478775" y="1074497"/>
                  </a:cubicBezTo>
                  <a:cubicBezTo>
                    <a:pt x="465011" y="1086235"/>
                    <a:pt x="451153" y="1097830"/>
                    <a:pt x="433430" y="1103298"/>
                  </a:cubicBezTo>
                  <a:cubicBezTo>
                    <a:pt x="424851" y="1105938"/>
                    <a:pt x="419524" y="1104311"/>
                    <a:pt x="416743" y="1098514"/>
                  </a:cubicBezTo>
                  <a:cubicBezTo>
                    <a:pt x="413868" y="1092551"/>
                    <a:pt x="415824" y="1087908"/>
                    <a:pt x="423554" y="1082699"/>
                  </a:cubicBezTo>
                  <a:cubicBezTo>
                    <a:pt x="425393" y="1081474"/>
                    <a:pt x="427325" y="1080248"/>
                    <a:pt x="429376" y="1079470"/>
                  </a:cubicBezTo>
                  <a:cubicBezTo>
                    <a:pt x="437908" y="1076265"/>
                    <a:pt x="446722" y="1073743"/>
                    <a:pt x="455018" y="1070043"/>
                  </a:cubicBezTo>
                  <a:cubicBezTo>
                    <a:pt x="463291" y="1066366"/>
                    <a:pt x="471374" y="1062101"/>
                    <a:pt x="478916" y="1057104"/>
                  </a:cubicBezTo>
                  <a:cubicBezTo>
                    <a:pt x="483465" y="1054087"/>
                    <a:pt x="484101" y="1044896"/>
                    <a:pt x="480990" y="1040866"/>
                  </a:cubicBezTo>
                  <a:cubicBezTo>
                    <a:pt x="477361" y="1036199"/>
                    <a:pt x="473024" y="1039004"/>
                    <a:pt x="468947" y="1040276"/>
                  </a:cubicBezTo>
                  <a:cubicBezTo>
                    <a:pt x="467533" y="1040724"/>
                    <a:pt x="466072" y="1041125"/>
                    <a:pt x="464822" y="1041879"/>
                  </a:cubicBezTo>
                  <a:cubicBezTo>
                    <a:pt x="447217" y="1052367"/>
                    <a:pt x="429093" y="1062124"/>
                    <a:pt x="412195" y="1073649"/>
                  </a:cubicBezTo>
                  <a:cubicBezTo>
                    <a:pt x="394212" y="1085905"/>
                    <a:pt x="395414" y="1097759"/>
                    <a:pt x="414316" y="1109025"/>
                  </a:cubicBezTo>
                  <a:cubicBezTo>
                    <a:pt x="423130" y="1114281"/>
                    <a:pt x="432345" y="1118052"/>
                    <a:pt x="442928" y="1118028"/>
                  </a:cubicBezTo>
                  <a:cubicBezTo>
                    <a:pt x="445826" y="1118028"/>
                    <a:pt x="450092" y="1119136"/>
                    <a:pt x="451271" y="1121186"/>
                  </a:cubicBezTo>
                  <a:cubicBezTo>
                    <a:pt x="452308" y="1122977"/>
                    <a:pt x="450517" y="1127149"/>
                    <a:pt x="448914" y="1129576"/>
                  </a:cubicBezTo>
                  <a:cubicBezTo>
                    <a:pt x="445096" y="1135351"/>
                    <a:pt x="440594" y="1140654"/>
                    <a:pt x="436517" y="1146263"/>
                  </a:cubicBezTo>
                  <a:cubicBezTo>
                    <a:pt x="435079" y="1148243"/>
                    <a:pt x="434160" y="1150576"/>
                    <a:pt x="432157" y="1154323"/>
                  </a:cubicBezTo>
                  <a:cubicBezTo>
                    <a:pt x="436682" y="1153498"/>
                    <a:pt x="439487" y="1153522"/>
                    <a:pt x="441820" y="1152485"/>
                  </a:cubicBezTo>
                  <a:cubicBezTo>
                    <a:pt x="453321" y="1147465"/>
                    <a:pt x="465223" y="1143058"/>
                    <a:pt x="476065" y="1136835"/>
                  </a:cubicBezTo>
                  <a:cubicBezTo>
                    <a:pt x="513727" y="1115247"/>
                    <a:pt x="548867" y="1090076"/>
                    <a:pt x="581415" y="1061229"/>
                  </a:cubicBezTo>
                  <a:cubicBezTo>
                    <a:pt x="591313" y="1052438"/>
                    <a:pt x="592327" y="1042727"/>
                    <a:pt x="588721" y="1031179"/>
                  </a:cubicBezTo>
                  <a:cubicBezTo>
                    <a:pt x="586364" y="1023684"/>
                    <a:pt x="580637" y="1017722"/>
                    <a:pt x="572152" y="1020903"/>
                  </a:cubicBezTo>
                  <a:cubicBezTo>
                    <a:pt x="570809" y="1021422"/>
                    <a:pt x="568994" y="1020715"/>
                    <a:pt x="566048" y="1020432"/>
                  </a:cubicBezTo>
                  <a:cubicBezTo>
                    <a:pt x="568216" y="1016378"/>
                    <a:pt x="569913" y="1013173"/>
                    <a:pt x="571634" y="1010015"/>
                  </a:cubicBezTo>
                  <a:cubicBezTo>
                    <a:pt x="575523" y="1002874"/>
                    <a:pt x="580142" y="996015"/>
                    <a:pt x="583206" y="988544"/>
                  </a:cubicBezTo>
                  <a:cubicBezTo>
                    <a:pt x="603310" y="939546"/>
                    <a:pt x="617498" y="888756"/>
                    <a:pt x="627821" y="836859"/>
                  </a:cubicBezTo>
                  <a:cubicBezTo>
                    <a:pt x="630625" y="822812"/>
                    <a:pt x="633359" y="808553"/>
                    <a:pt x="629329" y="794271"/>
                  </a:cubicBezTo>
                  <a:cubicBezTo>
                    <a:pt x="627326" y="787177"/>
                    <a:pt x="624191" y="781096"/>
                    <a:pt x="615306" y="780059"/>
                  </a:cubicBezTo>
                  <a:cubicBezTo>
                    <a:pt x="608518" y="779258"/>
                    <a:pt x="603687" y="772400"/>
                    <a:pt x="604323" y="766296"/>
                  </a:cubicBezTo>
                  <a:cubicBezTo>
                    <a:pt x="604936" y="760356"/>
                    <a:pt x="610168" y="756043"/>
                    <a:pt x="617922" y="756633"/>
                  </a:cubicBezTo>
                  <a:cubicBezTo>
                    <a:pt x="625134" y="757175"/>
                    <a:pt x="628386" y="753687"/>
                    <a:pt x="630319" y="747700"/>
                  </a:cubicBezTo>
                  <a:cubicBezTo>
                    <a:pt x="631144" y="745131"/>
                    <a:pt x="632086" y="742539"/>
                    <a:pt x="632558" y="739899"/>
                  </a:cubicBezTo>
                  <a:cubicBezTo>
                    <a:pt x="641679" y="688285"/>
                    <a:pt x="639463" y="636977"/>
                    <a:pt x="628127" y="585951"/>
                  </a:cubicBezTo>
                  <a:cubicBezTo>
                    <a:pt x="625770" y="575322"/>
                    <a:pt x="621457" y="565871"/>
                    <a:pt x="611629" y="559744"/>
                  </a:cubicBezTo>
                  <a:cubicBezTo>
                    <a:pt x="609249" y="558259"/>
                    <a:pt x="607175" y="555548"/>
                    <a:pt x="606114" y="552956"/>
                  </a:cubicBezTo>
                  <a:cubicBezTo>
                    <a:pt x="605219" y="550740"/>
                    <a:pt x="605030" y="547134"/>
                    <a:pt x="606303" y="545485"/>
                  </a:cubicBezTo>
                  <a:cubicBezTo>
                    <a:pt x="607505" y="543906"/>
                    <a:pt x="611441" y="542916"/>
                    <a:pt x="613350" y="543693"/>
                  </a:cubicBezTo>
                  <a:cubicBezTo>
                    <a:pt x="618982" y="545980"/>
                    <a:pt x="624709" y="548596"/>
                    <a:pt x="629541" y="552249"/>
                  </a:cubicBezTo>
                  <a:cubicBezTo>
                    <a:pt x="649857" y="567615"/>
                    <a:pt x="657045" y="589793"/>
                    <a:pt x="659096" y="613785"/>
                  </a:cubicBezTo>
                  <a:cubicBezTo>
                    <a:pt x="660910" y="634973"/>
                    <a:pt x="660816" y="656326"/>
                    <a:pt x="662466" y="677538"/>
                  </a:cubicBezTo>
                  <a:cubicBezTo>
                    <a:pt x="662961" y="683830"/>
                    <a:pt x="665341" y="690618"/>
                    <a:pt x="668806" y="695897"/>
                  </a:cubicBezTo>
                  <a:cubicBezTo>
                    <a:pt x="672765" y="701931"/>
                    <a:pt x="678634" y="700469"/>
                    <a:pt x="680778" y="693493"/>
                  </a:cubicBezTo>
                  <a:cubicBezTo>
                    <a:pt x="682145" y="689062"/>
                    <a:pt x="683229" y="684207"/>
                    <a:pt x="682876" y="679659"/>
                  </a:cubicBezTo>
                  <a:cubicBezTo>
                    <a:pt x="681203" y="658000"/>
                    <a:pt x="680142" y="636199"/>
                    <a:pt x="676654" y="614799"/>
                  </a:cubicBezTo>
                  <a:cubicBezTo>
                    <a:pt x="671870" y="585456"/>
                    <a:pt x="659143" y="559861"/>
                    <a:pt x="635009" y="540983"/>
                  </a:cubicBezTo>
                  <a:cubicBezTo>
                    <a:pt x="630743" y="537660"/>
                    <a:pt x="626925" y="533630"/>
                    <a:pt x="623460" y="529435"/>
                  </a:cubicBezTo>
                  <a:cubicBezTo>
                    <a:pt x="614457" y="518523"/>
                    <a:pt x="606421" y="507281"/>
                    <a:pt x="604040" y="492574"/>
                  </a:cubicBezTo>
                  <a:cubicBezTo>
                    <a:pt x="601778" y="478527"/>
                    <a:pt x="599350" y="464174"/>
                    <a:pt x="594330" y="451000"/>
                  </a:cubicBezTo>
                  <a:cubicBezTo>
                    <a:pt x="587212" y="432357"/>
                    <a:pt x="577455" y="414752"/>
                    <a:pt x="569112" y="396581"/>
                  </a:cubicBezTo>
                  <a:cubicBezTo>
                    <a:pt x="556055" y="368087"/>
                    <a:pt x="542833" y="339593"/>
                    <a:pt x="535268" y="309001"/>
                  </a:cubicBezTo>
                  <a:cubicBezTo>
                    <a:pt x="532086" y="296156"/>
                    <a:pt x="529989" y="282864"/>
                    <a:pt x="536399" y="270561"/>
                  </a:cubicBezTo>
                  <a:cubicBezTo>
                    <a:pt x="539298" y="264999"/>
                    <a:pt x="544436" y="258188"/>
                    <a:pt x="549645" y="257104"/>
                  </a:cubicBezTo>
                  <a:cubicBezTo>
                    <a:pt x="553345" y="256326"/>
                    <a:pt x="560085" y="263373"/>
                    <a:pt x="563338" y="268322"/>
                  </a:cubicBezTo>
                  <a:cubicBezTo>
                    <a:pt x="579341" y="292668"/>
                    <a:pt x="589993" y="319442"/>
                    <a:pt x="596899" y="347700"/>
                  </a:cubicBezTo>
                  <a:cubicBezTo>
                    <a:pt x="597653" y="350787"/>
                    <a:pt x="597936" y="353993"/>
                    <a:pt x="598431" y="357151"/>
                  </a:cubicBezTo>
                  <a:cubicBezTo>
                    <a:pt x="597512" y="357575"/>
                    <a:pt x="596593" y="357999"/>
                    <a:pt x="595673" y="358447"/>
                  </a:cubicBezTo>
                  <a:cubicBezTo>
                    <a:pt x="577879" y="333535"/>
                    <a:pt x="560062" y="308647"/>
                    <a:pt x="542268" y="283736"/>
                  </a:cubicBezTo>
                  <a:cubicBezTo>
                    <a:pt x="542126" y="286753"/>
                    <a:pt x="542881" y="289274"/>
                    <a:pt x="543941" y="291655"/>
                  </a:cubicBezTo>
                  <a:cubicBezTo>
                    <a:pt x="561641" y="330802"/>
                    <a:pt x="579694" y="369783"/>
                    <a:pt x="596993" y="409095"/>
                  </a:cubicBezTo>
                  <a:cubicBezTo>
                    <a:pt x="606515" y="430731"/>
                    <a:pt x="615188" y="452649"/>
                    <a:pt x="618440" y="476524"/>
                  </a:cubicBezTo>
                  <a:cubicBezTo>
                    <a:pt x="620891" y="494389"/>
                    <a:pt x="631733" y="507658"/>
                    <a:pt x="647194" y="516779"/>
                  </a:cubicBezTo>
                  <a:cubicBezTo>
                    <a:pt x="649621" y="518216"/>
                    <a:pt x="653675" y="518782"/>
                    <a:pt x="656055" y="517674"/>
                  </a:cubicBezTo>
                  <a:cubicBezTo>
                    <a:pt x="657540" y="516991"/>
                    <a:pt x="658059" y="512324"/>
                    <a:pt x="657611" y="509708"/>
                  </a:cubicBezTo>
                  <a:cubicBezTo>
                    <a:pt x="656126" y="500917"/>
                    <a:pt x="650493" y="494766"/>
                    <a:pt x="643588" y="489534"/>
                  </a:cubicBezTo>
                  <a:cubicBezTo>
                    <a:pt x="635810" y="483618"/>
                    <a:pt x="632605" y="475982"/>
                    <a:pt x="634679" y="466107"/>
                  </a:cubicBezTo>
                  <a:cubicBezTo>
                    <a:pt x="635480" y="462289"/>
                    <a:pt x="635763" y="458117"/>
                    <a:pt x="635103" y="454323"/>
                  </a:cubicBezTo>
                  <a:cubicBezTo>
                    <a:pt x="632133" y="437047"/>
                    <a:pt x="629682" y="419607"/>
                    <a:pt x="625346" y="402661"/>
                  </a:cubicBezTo>
                  <a:cubicBezTo>
                    <a:pt x="614481" y="360120"/>
                    <a:pt x="602932" y="317768"/>
                    <a:pt x="591101" y="275487"/>
                  </a:cubicBezTo>
                  <a:cubicBezTo>
                    <a:pt x="588744" y="267097"/>
                    <a:pt x="585351" y="258353"/>
                    <a:pt x="580118" y="251518"/>
                  </a:cubicBezTo>
                  <a:cubicBezTo>
                    <a:pt x="562560" y="228539"/>
                    <a:pt x="543588" y="206620"/>
                    <a:pt x="525864" y="183759"/>
                  </a:cubicBezTo>
                  <a:cubicBezTo>
                    <a:pt x="515188" y="169972"/>
                    <a:pt x="505902" y="155124"/>
                    <a:pt x="495720" y="140936"/>
                  </a:cubicBezTo>
                  <a:cubicBezTo>
                    <a:pt x="493976" y="138485"/>
                    <a:pt x="491195" y="136010"/>
                    <a:pt x="488414" y="135256"/>
                  </a:cubicBezTo>
                  <a:cubicBezTo>
                    <a:pt x="482263" y="133583"/>
                    <a:pt x="475805" y="133205"/>
                    <a:pt x="469536" y="131933"/>
                  </a:cubicBezTo>
                  <a:cubicBezTo>
                    <a:pt x="464681" y="130966"/>
                    <a:pt x="458671" y="129859"/>
                    <a:pt x="460698" y="122953"/>
                  </a:cubicBezTo>
                  <a:cubicBezTo>
                    <a:pt x="462324" y="117344"/>
                    <a:pt x="460250" y="113385"/>
                    <a:pt x="456833" y="110344"/>
                  </a:cubicBezTo>
                  <a:cubicBezTo>
                    <a:pt x="448160" y="102661"/>
                    <a:pt x="439133" y="95402"/>
                    <a:pt x="429942" y="88355"/>
                  </a:cubicBezTo>
                  <a:cubicBezTo>
                    <a:pt x="420726" y="81308"/>
                    <a:pt x="410804" y="75133"/>
                    <a:pt x="401942" y="67709"/>
                  </a:cubicBezTo>
                  <a:cubicBezTo>
                    <a:pt x="398596" y="64905"/>
                    <a:pt x="397370" y="59602"/>
                    <a:pt x="395178" y="55430"/>
                  </a:cubicBezTo>
                  <a:cubicBezTo>
                    <a:pt x="400057" y="55077"/>
                    <a:pt x="405289" y="53427"/>
                    <a:pt x="409767" y="54582"/>
                  </a:cubicBezTo>
                  <a:cubicBezTo>
                    <a:pt x="428032" y="59272"/>
                    <a:pt x="443941" y="68652"/>
                    <a:pt x="457941" y="81261"/>
                  </a:cubicBezTo>
                  <a:cubicBezTo>
                    <a:pt x="501801" y="120785"/>
                    <a:pt x="538167" y="166790"/>
                    <a:pt x="572223" y="214681"/>
                  </a:cubicBezTo>
                  <a:cubicBezTo>
                    <a:pt x="591030" y="241101"/>
                    <a:pt x="608117" y="268416"/>
                    <a:pt x="616649" y="300422"/>
                  </a:cubicBezTo>
                  <a:cubicBezTo>
                    <a:pt x="619124" y="309684"/>
                    <a:pt x="624238" y="318947"/>
                    <a:pt x="630366" y="326347"/>
                  </a:cubicBezTo>
                  <a:cubicBezTo>
                    <a:pt x="636187" y="333370"/>
                    <a:pt x="640100" y="340582"/>
                    <a:pt x="641349" y="349232"/>
                  </a:cubicBezTo>
                  <a:cubicBezTo>
                    <a:pt x="642833" y="359484"/>
                    <a:pt x="643305" y="369878"/>
                    <a:pt x="644601" y="380153"/>
                  </a:cubicBezTo>
                  <a:cubicBezTo>
                    <a:pt x="646251" y="393092"/>
                    <a:pt x="647901" y="406055"/>
                    <a:pt x="650375" y="418829"/>
                  </a:cubicBezTo>
                  <a:cubicBezTo>
                    <a:pt x="651436" y="424368"/>
                    <a:pt x="654405" y="429058"/>
                    <a:pt x="661594" y="429906"/>
                  </a:cubicBezTo>
                  <a:cubicBezTo>
                    <a:pt x="666520" y="430472"/>
                    <a:pt x="669041" y="434148"/>
                    <a:pt x="666920" y="439852"/>
                  </a:cubicBezTo>
                  <a:cubicBezTo>
                    <a:pt x="665765" y="443010"/>
                    <a:pt x="664846" y="446687"/>
                    <a:pt x="665294" y="449915"/>
                  </a:cubicBezTo>
                  <a:cubicBezTo>
                    <a:pt x="668971" y="476524"/>
                    <a:pt x="671799" y="503368"/>
                    <a:pt x="677243" y="529623"/>
                  </a:cubicBezTo>
                  <a:cubicBezTo>
                    <a:pt x="683371" y="559272"/>
                    <a:pt x="691879" y="588450"/>
                    <a:pt x="699609" y="617769"/>
                  </a:cubicBezTo>
                  <a:cubicBezTo>
                    <a:pt x="700529" y="621233"/>
                    <a:pt x="702980" y="624273"/>
                    <a:pt x="704724" y="627526"/>
                  </a:cubicBezTo>
                  <a:cubicBezTo>
                    <a:pt x="707151" y="624792"/>
                    <a:pt x="708000" y="622765"/>
                    <a:pt x="708353" y="620644"/>
                  </a:cubicBezTo>
                  <a:cubicBezTo>
                    <a:pt x="711676" y="600092"/>
                    <a:pt x="710097" y="579635"/>
                    <a:pt x="705973" y="559437"/>
                  </a:cubicBezTo>
                  <a:cubicBezTo>
                    <a:pt x="702673" y="543269"/>
                    <a:pt x="697960" y="527408"/>
                    <a:pt x="694731" y="511216"/>
                  </a:cubicBezTo>
                  <a:cubicBezTo>
                    <a:pt x="693906" y="507021"/>
                    <a:pt x="696239" y="502213"/>
                    <a:pt x="697135" y="497665"/>
                  </a:cubicBezTo>
                  <a:cubicBezTo>
                    <a:pt x="700387" y="500658"/>
                    <a:pt x="705172" y="503038"/>
                    <a:pt x="706586" y="506738"/>
                  </a:cubicBezTo>
                  <a:cubicBezTo>
                    <a:pt x="712006" y="520714"/>
                    <a:pt x="717168" y="534903"/>
                    <a:pt x="720939" y="549373"/>
                  </a:cubicBezTo>
                  <a:cubicBezTo>
                    <a:pt x="731002" y="588143"/>
                    <a:pt x="738662" y="627266"/>
                    <a:pt x="740029" y="667592"/>
                  </a:cubicBezTo>
                  <a:cubicBezTo>
                    <a:pt x="740760" y="689487"/>
                    <a:pt x="743871" y="711382"/>
                    <a:pt x="747288" y="733064"/>
                  </a:cubicBezTo>
                  <a:cubicBezTo>
                    <a:pt x="748584" y="741243"/>
                    <a:pt x="751907" y="750717"/>
                    <a:pt x="757587" y="756208"/>
                  </a:cubicBezTo>
                  <a:cubicBezTo>
                    <a:pt x="765129" y="763491"/>
                    <a:pt x="767604" y="771598"/>
                    <a:pt x="767510" y="780578"/>
                  </a:cubicBezTo>
                  <a:cubicBezTo>
                    <a:pt x="767297" y="800587"/>
                    <a:pt x="766732" y="820667"/>
                    <a:pt x="764728" y="840559"/>
                  </a:cubicBezTo>
                  <a:cubicBezTo>
                    <a:pt x="760580" y="881733"/>
                    <a:pt x="751153" y="921775"/>
                    <a:pt x="735622" y="960262"/>
                  </a:cubicBezTo>
                  <a:cubicBezTo>
                    <a:pt x="732181" y="968794"/>
                    <a:pt x="729117" y="977491"/>
                    <a:pt x="725888" y="986117"/>
                  </a:cubicBezTo>
                  <a:cubicBezTo>
                    <a:pt x="735645" y="978221"/>
                    <a:pt x="744248" y="969713"/>
                    <a:pt x="752732" y="961087"/>
                  </a:cubicBezTo>
                  <a:cubicBezTo>
                    <a:pt x="761971" y="951707"/>
                    <a:pt x="768806" y="940701"/>
                    <a:pt x="771021" y="927738"/>
                  </a:cubicBezTo>
                  <a:cubicBezTo>
                    <a:pt x="774910" y="904900"/>
                    <a:pt x="778445" y="881968"/>
                    <a:pt x="780943" y="858942"/>
                  </a:cubicBezTo>
                  <a:cubicBezTo>
                    <a:pt x="783112" y="839027"/>
                    <a:pt x="784102" y="818947"/>
                    <a:pt x="784761" y="798914"/>
                  </a:cubicBezTo>
                  <a:cubicBezTo>
                    <a:pt x="785846" y="766484"/>
                    <a:pt x="786317" y="734031"/>
                    <a:pt x="786883" y="701577"/>
                  </a:cubicBezTo>
                  <a:cubicBezTo>
                    <a:pt x="786953" y="697901"/>
                    <a:pt x="785893" y="694224"/>
                    <a:pt x="785351" y="690547"/>
                  </a:cubicBezTo>
                  <a:cubicBezTo>
                    <a:pt x="777880" y="704193"/>
                    <a:pt x="778210" y="720149"/>
                    <a:pt x="769701" y="733583"/>
                  </a:cubicBezTo>
                  <a:cubicBezTo>
                    <a:pt x="762183" y="721775"/>
                    <a:pt x="753180" y="607233"/>
                    <a:pt x="759378" y="596298"/>
                  </a:cubicBezTo>
                  <a:cubicBezTo>
                    <a:pt x="769254" y="611429"/>
                    <a:pt x="778728" y="625923"/>
                    <a:pt x="788202" y="640418"/>
                  </a:cubicBezTo>
                  <a:cubicBezTo>
                    <a:pt x="789381" y="639970"/>
                    <a:pt x="790559" y="639546"/>
                    <a:pt x="791738" y="639098"/>
                  </a:cubicBezTo>
                  <a:cubicBezTo>
                    <a:pt x="788603" y="607941"/>
                    <a:pt x="785445" y="576807"/>
                    <a:pt x="782310" y="545650"/>
                  </a:cubicBezTo>
                  <a:cubicBezTo>
                    <a:pt x="783135" y="545438"/>
                    <a:pt x="783937" y="545225"/>
                    <a:pt x="784761" y="545013"/>
                  </a:cubicBezTo>
                  <a:cubicBezTo>
                    <a:pt x="785987" y="547512"/>
                    <a:pt x="787354" y="549939"/>
                    <a:pt x="788438" y="552508"/>
                  </a:cubicBezTo>
                  <a:cubicBezTo>
                    <a:pt x="792115" y="561134"/>
                    <a:pt x="795037" y="570161"/>
                    <a:pt x="799492" y="578362"/>
                  </a:cubicBezTo>
                  <a:cubicBezTo>
                    <a:pt x="804040" y="586753"/>
                    <a:pt x="809579" y="594742"/>
                    <a:pt x="815589" y="602190"/>
                  </a:cubicBezTo>
                  <a:cubicBezTo>
                    <a:pt x="819666" y="607233"/>
                    <a:pt x="825228" y="609897"/>
                    <a:pt x="832723" y="608270"/>
                  </a:cubicBezTo>
                  <a:cubicBezTo>
                    <a:pt x="835928" y="607587"/>
                    <a:pt x="841113" y="610038"/>
                    <a:pt x="843494" y="612748"/>
                  </a:cubicBezTo>
                  <a:cubicBezTo>
                    <a:pt x="852261" y="622694"/>
                    <a:pt x="845473" y="642350"/>
                    <a:pt x="832487" y="644896"/>
                  </a:cubicBezTo>
                  <a:cubicBezTo>
                    <a:pt x="826336" y="646121"/>
                    <a:pt x="822518" y="649232"/>
                    <a:pt x="820915" y="654888"/>
                  </a:cubicBezTo>
                  <a:cubicBezTo>
                    <a:pt x="817851" y="665801"/>
                    <a:pt x="814222" y="676642"/>
                    <a:pt x="812525" y="687790"/>
                  </a:cubicBezTo>
                  <a:cubicBezTo>
                    <a:pt x="807034" y="723896"/>
                    <a:pt x="805808" y="760333"/>
                    <a:pt x="809697" y="796628"/>
                  </a:cubicBezTo>
                  <a:cubicBezTo>
                    <a:pt x="811394" y="812466"/>
                    <a:pt x="809932" y="830495"/>
                    <a:pt x="828009" y="841549"/>
                  </a:cubicBezTo>
                  <a:cubicBezTo>
                    <a:pt x="822659" y="841148"/>
                    <a:pt x="818723" y="840606"/>
                    <a:pt x="814787" y="840630"/>
                  </a:cubicBezTo>
                  <a:cubicBezTo>
                    <a:pt x="810144" y="840653"/>
                    <a:pt x="805289" y="840418"/>
                    <a:pt x="800953" y="841690"/>
                  </a:cubicBezTo>
                  <a:cubicBezTo>
                    <a:pt x="798054" y="842539"/>
                    <a:pt x="794236" y="845626"/>
                    <a:pt x="793835" y="848172"/>
                  </a:cubicBezTo>
                  <a:cubicBezTo>
                    <a:pt x="793364" y="851165"/>
                    <a:pt x="795626" y="855101"/>
                    <a:pt x="797724" y="857811"/>
                  </a:cubicBezTo>
                  <a:cubicBezTo>
                    <a:pt x="799185" y="859696"/>
                    <a:pt x="802320" y="860592"/>
                    <a:pt x="804889" y="861252"/>
                  </a:cubicBezTo>
                  <a:cubicBezTo>
                    <a:pt x="818935" y="864881"/>
                    <a:pt x="826194" y="889251"/>
                    <a:pt x="815777" y="901436"/>
                  </a:cubicBezTo>
                  <a:cubicBezTo>
                    <a:pt x="809084" y="893211"/>
                    <a:pt x="802461" y="885127"/>
                    <a:pt x="795862" y="877043"/>
                  </a:cubicBezTo>
                  <a:cubicBezTo>
                    <a:pt x="795367" y="881049"/>
                    <a:pt x="796121" y="884349"/>
                    <a:pt x="797300" y="887483"/>
                  </a:cubicBezTo>
                  <a:cubicBezTo>
                    <a:pt x="802414" y="901059"/>
                    <a:pt x="801354" y="914587"/>
                    <a:pt x="794660" y="926913"/>
                  </a:cubicBezTo>
                  <a:cubicBezTo>
                    <a:pt x="786317" y="942256"/>
                    <a:pt x="776395" y="956751"/>
                    <a:pt x="767392" y="971764"/>
                  </a:cubicBezTo>
                  <a:cubicBezTo>
                    <a:pt x="761830" y="981049"/>
                    <a:pt x="755961" y="990241"/>
                    <a:pt x="751554" y="1000092"/>
                  </a:cubicBezTo>
                  <a:cubicBezTo>
                    <a:pt x="747854" y="1008341"/>
                    <a:pt x="750045" y="1011924"/>
                    <a:pt x="757776" y="1016567"/>
                  </a:cubicBezTo>
                  <a:cubicBezTo>
                    <a:pt x="760958" y="1018476"/>
                    <a:pt x="763856" y="1020833"/>
                    <a:pt x="767910" y="1023708"/>
                  </a:cubicBezTo>
                  <a:cubicBezTo>
                    <a:pt x="764021" y="1026395"/>
                    <a:pt x="761806" y="1028351"/>
                    <a:pt x="759261" y="1029624"/>
                  </a:cubicBezTo>
                  <a:cubicBezTo>
                    <a:pt x="746934" y="1035775"/>
                    <a:pt x="740312" y="1045414"/>
                    <a:pt x="739228" y="1059343"/>
                  </a:cubicBezTo>
                  <a:cubicBezTo>
                    <a:pt x="738379" y="1070420"/>
                    <a:pt x="729235" y="1077962"/>
                    <a:pt x="717757" y="1077514"/>
                  </a:cubicBezTo>
                  <a:cubicBezTo>
                    <a:pt x="711276" y="1077255"/>
                    <a:pt x="702343" y="1078151"/>
                    <a:pt x="700694" y="1070585"/>
                  </a:cubicBezTo>
                  <a:cubicBezTo>
                    <a:pt x="699727" y="1066107"/>
                    <a:pt x="704370" y="1059225"/>
                    <a:pt x="708306" y="1055171"/>
                  </a:cubicBezTo>
                  <a:cubicBezTo>
                    <a:pt x="715494" y="1047771"/>
                    <a:pt x="724168" y="1041785"/>
                    <a:pt x="731992" y="1034974"/>
                  </a:cubicBezTo>
                  <a:cubicBezTo>
                    <a:pt x="740712" y="1027408"/>
                    <a:pt x="741137" y="1022482"/>
                    <a:pt x="733713" y="1013597"/>
                  </a:cubicBezTo>
                  <a:cubicBezTo>
                    <a:pt x="728952" y="1007894"/>
                    <a:pt x="723908" y="1002402"/>
                    <a:pt x="718558" y="997241"/>
                  </a:cubicBezTo>
                  <a:cubicBezTo>
                    <a:pt x="706185" y="985315"/>
                    <a:pt x="704394" y="972023"/>
                    <a:pt x="712148" y="956915"/>
                  </a:cubicBezTo>
                  <a:cubicBezTo>
                    <a:pt x="724144" y="933559"/>
                    <a:pt x="733359" y="909213"/>
                    <a:pt x="738898" y="883430"/>
                  </a:cubicBezTo>
                  <a:cubicBezTo>
                    <a:pt x="745662" y="851966"/>
                    <a:pt x="751460" y="820385"/>
                    <a:pt x="751200" y="788049"/>
                  </a:cubicBezTo>
                  <a:cubicBezTo>
                    <a:pt x="751153" y="782463"/>
                    <a:pt x="750163" y="776689"/>
                    <a:pt x="748490" y="771339"/>
                  </a:cubicBezTo>
                  <a:cubicBezTo>
                    <a:pt x="746817" y="765966"/>
                    <a:pt x="743140" y="765612"/>
                    <a:pt x="740053" y="770349"/>
                  </a:cubicBezTo>
                  <a:cubicBezTo>
                    <a:pt x="737813" y="773790"/>
                    <a:pt x="735810" y="777820"/>
                    <a:pt x="735150" y="781827"/>
                  </a:cubicBezTo>
                  <a:cubicBezTo>
                    <a:pt x="733218" y="793493"/>
                    <a:pt x="731332" y="805230"/>
                    <a:pt x="730649" y="817014"/>
                  </a:cubicBezTo>
                  <a:cubicBezTo>
                    <a:pt x="728952" y="846757"/>
                    <a:pt x="725487" y="876289"/>
                    <a:pt x="714552" y="904099"/>
                  </a:cubicBezTo>
                  <a:cubicBezTo>
                    <a:pt x="701000" y="938532"/>
                    <a:pt x="685846" y="972329"/>
                    <a:pt x="671492" y="1006432"/>
                  </a:cubicBezTo>
                  <a:cubicBezTo>
                    <a:pt x="667910" y="1014941"/>
                    <a:pt x="664776" y="1023614"/>
                    <a:pt x="661452" y="1032216"/>
                  </a:cubicBezTo>
                  <a:cubicBezTo>
                    <a:pt x="662136" y="1032640"/>
                    <a:pt x="662819" y="1033064"/>
                    <a:pt x="663526" y="1033489"/>
                  </a:cubicBezTo>
                  <a:cubicBezTo>
                    <a:pt x="666449" y="1030283"/>
                    <a:pt x="669206" y="1026937"/>
                    <a:pt x="672341" y="1023944"/>
                  </a:cubicBezTo>
                  <a:cubicBezTo>
                    <a:pt x="680331" y="1016307"/>
                    <a:pt x="688179" y="1008483"/>
                    <a:pt x="696734" y="1001507"/>
                  </a:cubicBezTo>
                  <a:cubicBezTo>
                    <a:pt x="698926" y="999715"/>
                    <a:pt x="704606" y="999362"/>
                    <a:pt x="706656" y="1000964"/>
                  </a:cubicBezTo>
                  <a:cubicBezTo>
                    <a:pt x="708683" y="1002567"/>
                    <a:pt x="709037" y="1007564"/>
                    <a:pt x="708518" y="1010816"/>
                  </a:cubicBezTo>
                  <a:cubicBezTo>
                    <a:pt x="707882" y="1014823"/>
                    <a:pt x="706232" y="1019018"/>
                    <a:pt x="703922" y="1022388"/>
                  </a:cubicBezTo>
                  <a:cubicBezTo>
                    <a:pt x="698596" y="1030118"/>
                    <a:pt x="692374" y="1037212"/>
                    <a:pt x="686953" y="1044849"/>
                  </a:cubicBezTo>
                  <a:cubicBezTo>
                    <a:pt x="678964" y="1056114"/>
                    <a:pt x="671186" y="1067545"/>
                    <a:pt x="663762" y="1079188"/>
                  </a:cubicBezTo>
                  <a:cubicBezTo>
                    <a:pt x="662419" y="1081309"/>
                    <a:pt x="663149" y="1084773"/>
                    <a:pt x="662914" y="1087601"/>
                  </a:cubicBezTo>
                  <a:cubicBezTo>
                    <a:pt x="665671" y="1087814"/>
                    <a:pt x="668546" y="1088662"/>
                    <a:pt x="671162" y="1088120"/>
                  </a:cubicBezTo>
                  <a:cubicBezTo>
                    <a:pt x="676465" y="1087036"/>
                    <a:pt x="681509" y="1084726"/>
                    <a:pt x="686835" y="1083831"/>
                  </a:cubicBezTo>
                  <a:cubicBezTo>
                    <a:pt x="689970" y="1083312"/>
                    <a:pt x="695367" y="1083501"/>
                    <a:pt x="696263" y="1085198"/>
                  </a:cubicBezTo>
                  <a:cubicBezTo>
                    <a:pt x="697583" y="1087743"/>
                    <a:pt x="696899" y="1092574"/>
                    <a:pt x="695202" y="1095214"/>
                  </a:cubicBezTo>
                  <a:cubicBezTo>
                    <a:pt x="688744" y="1105136"/>
                    <a:pt x="681674" y="1114681"/>
                    <a:pt x="674533" y="1124132"/>
                  </a:cubicBezTo>
                  <a:cubicBezTo>
                    <a:pt x="669607" y="1130684"/>
                    <a:pt x="664186" y="1136859"/>
                    <a:pt x="659001" y="1143223"/>
                  </a:cubicBezTo>
                  <a:cubicBezTo>
                    <a:pt x="662089" y="1142963"/>
                    <a:pt x="664139" y="1141785"/>
                    <a:pt x="666072" y="1140394"/>
                  </a:cubicBezTo>
                  <a:cubicBezTo>
                    <a:pt x="724662" y="1098160"/>
                    <a:pt x="775994" y="1048078"/>
                    <a:pt x="823319" y="993800"/>
                  </a:cubicBezTo>
                  <a:cubicBezTo>
                    <a:pt x="832369" y="983430"/>
                    <a:pt x="839888" y="971646"/>
                    <a:pt x="847571" y="960168"/>
                  </a:cubicBezTo>
                  <a:cubicBezTo>
                    <a:pt x="849173" y="957764"/>
                    <a:pt x="848396" y="953781"/>
                    <a:pt x="848702" y="950529"/>
                  </a:cubicBezTo>
                  <a:cubicBezTo>
                    <a:pt x="844955" y="950269"/>
                    <a:pt x="839817" y="948313"/>
                    <a:pt x="837743" y="950034"/>
                  </a:cubicBezTo>
                  <a:cubicBezTo>
                    <a:pt x="832511" y="954441"/>
                    <a:pt x="827349" y="959909"/>
                    <a:pt x="824498" y="966036"/>
                  </a:cubicBezTo>
                  <a:cubicBezTo>
                    <a:pt x="818299" y="979258"/>
                    <a:pt x="811040" y="991443"/>
                    <a:pt x="799303" y="1000352"/>
                  </a:cubicBezTo>
                  <a:cubicBezTo>
                    <a:pt x="792044" y="1005867"/>
                    <a:pt x="784149" y="1010415"/>
                    <a:pt x="773001" y="1008954"/>
                  </a:cubicBezTo>
                  <a:cubicBezTo>
                    <a:pt x="775028" y="1004170"/>
                    <a:pt x="776230" y="999833"/>
                    <a:pt x="778539" y="996227"/>
                  </a:cubicBezTo>
                  <a:cubicBezTo>
                    <a:pt x="786128" y="984349"/>
                    <a:pt x="794094" y="972730"/>
                    <a:pt x="801966" y="961040"/>
                  </a:cubicBezTo>
                  <a:cubicBezTo>
                    <a:pt x="817922" y="937354"/>
                    <a:pt x="832888" y="913456"/>
                    <a:pt x="834302" y="883500"/>
                  </a:cubicBezTo>
                  <a:cubicBezTo>
                    <a:pt x="834891" y="871056"/>
                    <a:pt x="840194" y="867592"/>
                    <a:pt x="852968" y="867922"/>
                  </a:cubicBezTo>
                  <a:cubicBezTo>
                    <a:pt x="856904" y="868016"/>
                    <a:pt x="860816" y="868935"/>
                    <a:pt x="864752" y="869030"/>
                  </a:cubicBezTo>
                  <a:cubicBezTo>
                    <a:pt x="873826" y="869289"/>
                    <a:pt x="882970" y="869949"/>
                    <a:pt x="891950" y="869030"/>
                  </a:cubicBezTo>
                  <a:cubicBezTo>
                    <a:pt x="895202" y="868700"/>
                    <a:pt x="900576" y="864222"/>
                    <a:pt x="900505" y="861794"/>
                  </a:cubicBezTo>
                  <a:cubicBezTo>
                    <a:pt x="900317" y="857623"/>
                    <a:pt x="897771" y="851542"/>
                    <a:pt x="894354" y="849656"/>
                  </a:cubicBezTo>
                  <a:close/>
                  <a:moveTo>
                    <a:pt x="443917" y="128492"/>
                  </a:moveTo>
                  <a:cubicBezTo>
                    <a:pt x="470644" y="147676"/>
                    <a:pt x="494566" y="169595"/>
                    <a:pt x="510403" y="199055"/>
                  </a:cubicBezTo>
                  <a:cubicBezTo>
                    <a:pt x="515023" y="207634"/>
                    <a:pt x="516578" y="216448"/>
                    <a:pt x="513255" y="226111"/>
                  </a:cubicBezTo>
                  <a:cubicBezTo>
                    <a:pt x="510710" y="233441"/>
                    <a:pt x="512878" y="235892"/>
                    <a:pt x="520750" y="234714"/>
                  </a:cubicBezTo>
                  <a:cubicBezTo>
                    <a:pt x="526783" y="233818"/>
                    <a:pt x="532605" y="231556"/>
                    <a:pt x="538544" y="230047"/>
                  </a:cubicBezTo>
                  <a:cubicBezTo>
                    <a:pt x="541325" y="229340"/>
                    <a:pt x="544177" y="228963"/>
                    <a:pt x="547005" y="228445"/>
                  </a:cubicBezTo>
                  <a:cubicBezTo>
                    <a:pt x="547264" y="229057"/>
                    <a:pt x="547547" y="229670"/>
                    <a:pt x="547806" y="230259"/>
                  </a:cubicBezTo>
                  <a:cubicBezTo>
                    <a:pt x="538332" y="240865"/>
                    <a:pt x="528999" y="251636"/>
                    <a:pt x="519171" y="261888"/>
                  </a:cubicBezTo>
                  <a:cubicBezTo>
                    <a:pt x="517898" y="263208"/>
                    <a:pt x="513255" y="263019"/>
                    <a:pt x="511440" y="261723"/>
                  </a:cubicBezTo>
                  <a:cubicBezTo>
                    <a:pt x="508589" y="259673"/>
                    <a:pt x="506043" y="256444"/>
                    <a:pt x="504700" y="253168"/>
                  </a:cubicBezTo>
                  <a:cubicBezTo>
                    <a:pt x="490653" y="219041"/>
                    <a:pt x="468806" y="189675"/>
                    <a:pt x="448207" y="159531"/>
                  </a:cubicBezTo>
                  <a:cubicBezTo>
                    <a:pt x="443093" y="152036"/>
                    <a:pt x="438945" y="143835"/>
                    <a:pt x="434797" y="135727"/>
                  </a:cubicBezTo>
                  <a:cubicBezTo>
                    <a:pt x="433430" y="133088"/>
                    <a:pt x="433453" y="129741"/>
                    <a:pt x="432345" y="124320"/>
                  </a:cubicBezTo>
                  <a:cubicBezTo>
                    <a:pt x="437554" y="126111"/>
                    <a:pt x="441254" y="126559"/>
                    <a:pt x="443917" y="128492"/>
                  </a:cubicBezTo>
                  <a:close/>
                  <a:moveTo>
                    <a:pt x="457634" y="61511"/>
                  </a:moveTo>
                  <a:cubicBezTo>
                    <a:pt x="445921" y="53993"/>
                    <a:pt x="435598" y="44235"/>
                    <a:pt x="425086" y="34997"/>
                  </a:cubicBezTo>
                  <a:cubicBezTo>
                    <a:pt x="423107" y="33252"/>
                    <a:pt x="422918" y="29458"/>
                    <a:pt x="421928" y="26606"/>
                  </a:cubicBezTo>
                  <a:cubicBezTo>
                    <a:pt x="425157" y="26465"/>
                    <a:pt x="428904" y="25216"/>
                    <a:pt x="431497" y="26441"/>
                  </a:cubicBezTo>
                  <a:cubicBezTo>
                    <a:pt x="437200" y="29081"/>
                    <a:pt x="443658" y="31909"/>
                    <a:pt x="447382" y="36576"/>
                  </a:cubicBezTo>
                  <a:cubicBezTo>
                    <a:pt x="456691" y="48336"/>
                    <a:pt x="468240" y="49703"/>
                    <a:pt x="481815" y="47959"/>
                  </a:cubicBezTo>
                  <a:cubicBezTo>
                    <a:pt x="490700" y="46828"/>
                    <a:pt x="499845" y="46969"/>
                    <a:pt x="508801" y="47653"/>
                  </a:cubicBezTo>
                  <a:cubicBezTo>
                    <a:pt x="511912" y="47888"/>
                    <a:pt x="515494" y="50929"/>
                    <a:pt x="517568" y="53686"/>
                  </a:cubicBezTo>
                  <a:cubicBezTo>
                    <a:pt x="523319" y="61299"/>
                    <a:pt x="521975" y="64080"/>
                    <a:pt x="512855" y="66389"/>
                  </a:cubicBezTo>
                  <a:cubicBezTo>
                    <a:pt x="504771" y="68440"/>
                    <a:pt x="496781" y="70844"/>
                    <a:pt x="486552" y="73719"/>
                  </a:cubicBezTo>
                  <a:cubicBezTo>
                    <a:pt x="477738" y="70137"/>
                    <a:pt x="466708" y="67332"/>
                    <a:pt x="457634" y="61511"/>
                  </a:cubicBezTo>
                  <a:close/>
                  <a:moveTo>
                    <a:pt x="867415" y="745720"/>
                  </a:moveTo>
                  <a:cubicBezTo>
                    <a:pt x="866991" y="749821"/>
                    <a:pt x="866261" y="754158"/>
                    <a:pt x="864469" y="757787"/>
                  </a:cubicBezTo>
                  <a:cubicBezTo>
                    <a:pt x="857493" y="771952"/>
                    <a:pt x="857587" y="786800"/>
                    <a:pt x="858954" y="801954"/>
                  </a:cubicBezTo>
                  <a:cubicBezTo>
                    <a:pt x="859520" y="808082"/>
                    <a:pt x="859049" y="814281"/>
                    <a:pt x="859049" y="820455"/>
                  </a:cubicBezTo>
                  <a:cubicBezTo>
                    <a:pt x="857540" y="820785"/>
                    <a:pt x="856032" y="821092"/>
                    <a:pt x="854500" y="821422"/>
                  </a:cubicBezTo>
                  <a:cubicBezTo>
                    <a:pt x="838945" y="797901"/>
                    <a:pt x="832959" y="770255"/>
                    <a:pt x="821269" y="745061"/>
                  </a:cubicBezTo>
                  <a:cubicBezTo>
                    <a:pt x="822023" y="744377"/>
                    <a:pt x="822801" y="743694"/>
                    <a:pt x="823555" y="742987"/>
                  </a:cubicBezTo>
                  <a:cubicBezTo>
                    <a:pt x="826124" y="743788"/>
                    <a:pt x="828811" y="744330"/>
                    <a:pt x="831238" y="745438"/>
                  </a:cubicBezTo>
                  <a:cubicBezTo>
                    <a:pt x="840359" y="749538"/>
                    <a:pt x="848961" y="748007"/>
                    <a:pt x="853039" y="741313"/>
                  </a:cubicBezTo>
                  <a:cubicBezTo>
                    <a:pt x="857399" y="734172"/>
                    <a:pt x="855749" y="725782"/>
                    <a:pt x="847241" y="720149"/>
                  </a:cubicBezTo>
                  <a:cubicBezTo>
                    <a:pt x="831804" y="709897"/>
                    <a:pt x="830979" y="675888"/>
                    <a:pt x="839723" y="665141"/>
                  </a:cubicBezTo>
                  <a:cubicBezTo>
                    <a:pt x="841962" y="662407"/>
                    <a:pt x="846015" y="660074"/>
                    <a:pt x="849480" y="659626"/>
                  </a:cubicBezTo>
                  <a:cubicBezTo>
                    <a:pt x="857517" y="658589"/>
                    <a:pt x="857470" y="661252"/>
                    <a:pt x="856527" y="669077"/>
                  </a:cubicBezTo>
                  <a:cubicBezTo>
                    <a:pt x="855396" y="678551"/>
                    <a:pt x="856315" y="688732"/>
                    <a:pt x="858577" y="698066"/>
                  </a:cubicBezTo>
                  <a:cubicBezTo>
                    <a:pt x="862490" y="713809"/>
                    <a:pt x="869159" y="728987"/>
                    <a:pt x="867415" y="74572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70" name="Google Shape;1170;p44"/>
            <p:cNvSpPr/>
            <p:nvPr/>
          </p:nvSpPr>
          <p:spPr>
            <a:xfrm>
              <a:off x="342903" y="2442120"/>
              <a:ext cx="1122602" cy="585900"/>
            </a:xfrm>
            <a:custGeom>
              <a:rect b="b" l="l" r="r" t="t"/>
              <a:pathLst>
                <a:path extrusionOk="0" h="585900" w="1122602">
                  <a:moveTo>
                    <a:pt x="1037851" y="440319"/>
                  </a:moveTo>
                  <a:cubicBezTo>
                    <a:pt x="1032172" y="434356"/>
                    <a:pt x="1025313" y="429313"/>
                    <a:pt x="1020600" y="422690"/>
                  </a:cubicBezTo>
                  <a:cubicBezTo>
                    <a:pt x="1014896" y="414701"/>
                    <a:pt x="1010984" y="405462"/>
                    <a:pt x="1006105" y="396883"/>
                  </a:cubicBezTo>
                  <a:cubicBezTo>
                    <a:pt x="1003300" y="391957"/>
                    <a:pt x="1000543" y="386890"/>
                    <a:pt x="996913" y="382577"/>
                  </a:cubicBezTo>
                  <a:cubicBezTo>
                    <a:pt x="994981" y="380291"/>
                    <a:pt x="991304" y="379466"/>
                    <a:pt x="988405" y="378005"/>
                  </a:cubicBezTo>
                  <a:cubicBezTo>
                    <a:pt x="986897" y="380951"/>
                    <a:pt x="984422" y="383779"/>
                    <a:pt x="984069" y="386843"/>
                  </a:cubicBezTo>
                  <a:cubicBezTo>
                    <a:pt x="982867" y="397637"/>
                    <a:pt x="986755" y="407088"/>
                    <a:pt x="992600" y="416091"/>
                  </a:cubicBezTo>
                  <a:cubicBezTo>
                    <a:pt x="996183" y="421583"/>
                    <a:pt x="999129" y="427616"/>
                    <a:pt x="1001439" y="433744"/>
                  </a:cubicBezTo>
                  <a:cubicBezTo>
                    <a:pt x="1002287" y="436006"/>
                    <a:pt x="1001439" y="440366"/>
                    <a:pt x="999718" y="441710"/>
                  </a:cubicBezTo>
                  <a:cubicBezTo>
                    <a:pt x="998233" y="442888"/>
                    <a:pt x="994227" y="441663"/>
                    <a:pt x="991752" y="440579"/>
                  </a:cubicBezTo>
                  <a:cubicBezTo>
                    <a:pt x="988641" y="439212"/>
                    <a:pt x="985601" y="437232"/>
                    <a:pt x="983079" y="434922"/>
                  </a:cubicBezTo>
                  <a:cubicBezTo>
                    <a:pt x="965544" y="418896"/>
                    <a:pt x="948316" y="402563"/>
                    <a:pt x="930687" y="386631"/>
                  </a:cubicBezTo>
                  <a:cubicBezTo>
                    <a:pt x="919515" y="376544"/>
                    <a:pt x="908273" y="366409"/>
                    <a:pt x="896277" y="357359"/>
                  </a:cubicBezTo>
                  <a:cubicBezTo>
                    <a:pt x="885318" y="349110"/>
                    <a:pt x="872756" y="346824"/>
                    <a:pt x="859086" y="351090"/>
                  </a:cubicBezTo>
                  <a:cubicBezTo>
                    <a:pt x="853571" y="352810"/>
                    <a:pt x="847279" y="353447"/>
                    <a:pt x="841575" y="352693"/>
                  </a:cubicBezTo>
                  <a:cubicBezTo>
                    <a:pt x="838346" y="352268"/>
                    <a:pt x="834905" y="348497"/>
                    <a:pt x="832808" y="345410"/>
                  </a:cubicBezTo>
                  <a:cubicBezTo>
                    <a:pt x="829697" y="340791"/>
                    <a:pt x="828660" y="334592"/>
                    <a:pt x="825077" y="330538"/>
                  </a:cubicBezTo>
                  <a:cubicBezTo>
                    <a:pt x="812633" y="316468"/>
                    <a:pt x="799341" y="303129"/>
                    <a:pt x="786614" y="289318"/>
                  </a:cubicBezTo>
                  <a:cubicBezTo>
                    <a:pt x="776574" y="278429"/>
                    <a:pt x="766628" y="267399"/>
                    <a:pt x="757106" y="256039"/>
                  </a:cubicBezTo>
                  <a:cubicBezTo>
                    <a:pt x="754349" y="252763"/>
                    <a:pt x="753194" y="248120"/>
                    <a:pt x="751309" y="244114"/>
                  </a:cubicBezTo>
                  <a:cubicBezTo>
                    <a:pt x="752063" y="243407"/>
                    <a:pt x="752841" y="242676"/>
                    <a:pt x="753595" y="241969"/>
                  </a:cubicBezTo>
                  <a:cubicBezTo>
                    <a:pt x="758780" y="244891"/>
                    <a:pt x="764507" y="247154"/>
                    <a:pt x="769032" y="250901"/>
                  </a:cubicBezTo>
                  <a:cubicBezTo>
                    <a:pt x="781995" y="261625"/>
                    <a:pt x="794062" y="273456"/>
                    <a:pt x="807236" y="283897"/>
                  </a:cubicBezTo>
                  <a:cubicBezTo>
                    <a:pt x="818808" y="293065"/>
                    <a:pt x="831087" y="301432"/>
                    <a:pt x="843626" y="309256"/>
                  </a:cubicBezTo>
                  <a:cubicBezTo>
                    <a:pt x="850861" y="313781"/>
                    <a:pt x="859228" y="314088"/>
                    <a:pt x="867948" y="312132"/>
                  </a:cubicBezTo>
                  <a:cubicBezTo>
                    <a:pt x="881759" y="309021"/>
                    <a:pt x="893614" y="312603"/>
                    <a:pt x="903041" y="324057"/>
                  </a:cubicBezTo>
                  <a:cubicBezTo>
                    <a:pt x="919562" y="344137"/>
                    <a:pt x="936343" y="363982"/>
                    <a:pt x="953524" y="383496"/>
                  </a:cubicBezTo>
                  <a:cubicBezTo>
                    <a:pt x="956258" y="386607"/>
                    <a:pt x="961608" y="387409"/>
                    <a:pt x="965733" y="389270"/>
                  </a:cubicBezTo>
                  <a:cubicBezTo>
                    <a:pt x="965591" y="384368"/>
                    <a:pt x="965615" y="379443"/>
                    <a:pt x="965167" y="374540"/>
                  </a:cubicBezTo>
                  <a:cubicBezTo>
                    <a:pt x="965026" y="372985"/>
                    <a:pt x="963682" y="371429"/>
                    <a:pt x="962645" y="370062"/>
                  </a:cubicBezTo>
                  <a:cubicBezTo>
                    <a:pt x="955575" y="360847"/>
                    <a:pt x="948976" y="351208"/>
                    <a:pt x="941245" y="342558"/>
                  </a:cubicBezTo>
                  <a:cubicBezTo>
                    <a:pt x="896371" y="292429"/>
                    <a:pt x="846949" y="247036"/>
                    <a:pt x="795075" y="204330"/>
                  </a:cubicBezTo>
                  <a:cubicBezTo>
                    <a:pt x="770635" y="184203"/>
                    <a:pt x="745817" y="164477"/>
                    <a:pt x="717135" y="150430"/>
                  </a:cubicBezTo>
                  <a:cubicBezTo>
                    <a:pt x="670328" y="127522"/>
                    <a:pt x="620906" y="112249"/>
                    <a:pt x="570352" y="100418"/>
                  </a:cubicBezTo>
                  <a:cubicBezTo>
                    <a:pt x="546548" y="94856"/>
                    <a:pt x="522579" y="89482"/>
                    <a:pt x="497856" y="91415"/>
                  </a:cubicBezTo>
                  <a:cubicBezTo>
                    <a:pt x="494273" y="91698"/>
                    <a:pt x="490927" y="94880"/>
                    <a:pt x="487486" y="96741"/>
                  </a:cubicBezTo>
                  <a:cubicBezTo>
                    <a:pt x="489748" y="99758"/>
                    <a:pt x="491422" y="104425"/>
                    <a:pt x="494415" y="105509"/>
                  </a:cubicBezTo>
                  <a:cubicBezTo>
                    <a:pt x="503818" y="108973"/>
                    <a:pt x="513623" y="112815"/>
                    <a:pt x="523451" y="113404"/>
                  </a:cubicBezTo>
                  <a:cubicBezTo>
                    <a:pt x="557601" y="115455"/>
                    <a:pt x="591327" y="119603"/>
                    <a:pt x="623969" y="130208"/>
                  </a:cubicBezTo>
                  <a:cubicBezTo>
                    <a:pt x="653830" y="139895"/>
                    <a:pt x="683574" y="149746"/>
                    <a:pt x="707566" y="171641"/>
                  </a:cubicBezTo>
                  <a:cubicBezTo>
                    <a:pt x="712822" y="176426"/>
                    <a:pt x="720411" y="178782"/>
                    <a:pt x="727128" y="181823"/>
                  </a:cubicBezTo>
                  <a:cubicBezTo>
                    <a:pt x="733774" y="184840"/>
                    <a:pt x="741363" y="186301"/>
                    <a:pt x="747373" y="190213"/>
                  </a:cubicBezTo>
                  <a:cubicBezTo>
                    <a:pt x="779614" y="211236"/>
                    <a:pt x="808768" y="236195"/>
                    <a:pt x="836626" y="262638"/>
                  </a:cubicBezTo>
                  <a:cubicBezTo>
                    <a:pt x="846289" y="271830"/>
                    <a:pt x="855197" y="281823"/>
                    <a:pt x="864177" y="291722"/>
                  </a:cubicBezTo>
                  <a:cubicBezTo>
                    <a:pt x="866180" y="293937"/>
                    <a:pt x="867029" y="297213"/>
                    <a:pt x="868419" y="299994"/>
                  </a:cubicBezTo>
                  <a:cubicBezTo>
                    <a:pt x="867618" y="300701"/>
                    <a:pt x="866817" y="301432"/>
                    <a:pt x="866015" y="302139"/>
                  </a:cubicBezTo>
                  <a:cubicBezTo>
                    <a:pt x="856847" y="296553"/>
                    <a:pt x="847137" y="291651"/>
                    <a:pt x="838582" y="285217"/>
                  </a:cubicBezTo>
                  <a:cubicBezTo>
                    <a:pt x="807542" y="261837"/>
                    <a:pt x="777139" y="237656"/>
                    <a:pt x="745982" y="214441"/>
                  </a:cubicBezTo>
                  <a:cubicBezTo>
                    <a:pt x="736178" y="207135"/>
                    <a:pt x="724912" y="201762"/>
                    <a:pt x="714118" y="195869"/>
                  </a:cubicBezTo>
                  <a:cubicBezTo>
                    <a:pt x="705162" y="190967"/>
                    <a:pt x="695711" y="186961"/>
                    <a:pt x="686849" y="181870"/>
                  </a:cubicBezTo>
                  <a:cubicBezTo>
                    <a:pt x="680038" y="177958"/>
                    <a:pt x="674240" y="172207"/>
                    <a:pt x="667288" y="168648"/>
                  </a:cubicBezTo>
                  <a:cubicBezTo>
                    <a:pt x="645935" y="157783"/>
                    <a:pt x="622862" y="152551"/>
                    <a:pt x="599270" y="149393"/>
                  </a:cubicBezTo>
                  <a:cubicBezTo>
                    <a:pt x="590502" y="148214"/>
                    <a:pt x="581735" y="147130"/>
                    <a:pt x="572944" y="145999"/>
                  </a:cubicBezTo>
                  <a:cubicBezTo>
                    <a:pt x="572756" y="146848"/>
                    <a:pt x="572543" y="147672"/>
                    <a:pt x="572355" y="148521"/>
                  </a:cubicBezTo>
                  <a:cubicBezTo>
                    <a:pt x="583974" y="153729"/>
                    <a:pt x="595570" y="158962"/>
                    <a:pt x="607189" y="164147"/>
                  </a:cubicBezTo>
                  <a:cubicBezTo>
                    <a:pt x="647349" y="182082"/>
                    <a:pt x="687651" y="199711"/>
                    <a:pt x="724158" y="224670"/>
                  </a:cubicBezTo>
                  <a:cubicBezTo>
                    <a:pt x="728612" y="227710"/>
                    <a:pt x="732690" y="231481"/>
                    <a:pt x="736249" y="235535"/>
                  </a:cubicBezTo>
                  <a:cubicBezTo>
                    <a:pt x="737663" y="237137"/>
                    <a:pt x="737168" y="240390"/>
                    <a:pt x="737568" y="242888"/>
                  </a:cubicBezTo>
                  <a:cubicBezTo>
                    <a:pt x="734882" y="243242"/>
                    <a:pt x="732030" y="244326"/>
                    <a:pt x="729532" y="243784"/>
                  </a:cubicBezTo>
                  <a:cubicBezTo>
                    <a:pt x="727033" y="243242"/>
                    <a:pt x="724889" y="241097"/>
                    <a:pt x="722555" y="239683"/>
                  </a:cubicBezTo>
                  <a:cubicBezTo>
                    <a:pt x="717088" y="236313"/>
                    <a:pt x="711879" y="232400"/>
                    <a:pt x="706105" y="229713"/>
                  </a:cubicBezTo>
                  <a:cubicBezTo>
                    <a:pt x="652770" y="204778"/>
                    <a:pt x="597573" y="185052"/>
                    <a:pt x="540396" y="170981"/>
                  </a:cubicBezTo>
                  <a:cubicBezTo>
                    <a:pt x="533915" y="169379"/>
                    <a:pt x="526727" y="169497"/>
                    <a:pt x="520033" y="170251"/>
                  </a:cubicBezTo>
                  <a:cubicBezTo>
                    <a:pt x="514872" y="170840"/>
                    <a:pt x="512444" y="175318"/>
                    <a:pt x="515037" y="180338"/>
                  </a:cubicBezTo>
                  <a:cubicBezTo>
                    <a:pt x="518831" y="187644"/>
                    <a:pt x="515296" y="191014"/>
                    <a:pt x="508980" y="192947"/>
                  </a:cubicBezTo>
                  <a:cubicBezTo>
                    <a:pt x="495357" y="197142"/>
                    <a:pt x="481641" y="197024"/>
                    <a:pt x="468230" y="192216"/>
                  </a:cubicBezTo>
                  <a:cubicBezTo>
                    <a:pt x="462032" y="190001"/>
                    <a:pt x="458355" y="185806"/>
                    <a:pt x="458025" y="178311"/>
                  </a:cubicBezTo>
                  <a:cubicBezTo>
                    <a:pt x="457884" y="175059"/>
                    <a:pt x="454396" y="170722"/>
                    <a:pt x="451285" y="169143"/>
                  </a:cubicBezTo>
                  <a:cubicBezTo>
                    <a:pt x="446830" y="166904"/>
                    <a:pt x="441363" y="166008"/>
                    <a:pt x="436272" y="165867"/>
                  </a:cubicBezTo>
                  <a:cubicBezTo>
                    <a:pt x="422154" y="165466"/>
                    <a:pt x="408037" y="165844"/>
                    <a:pt x="393920" y="165679"/>
                  </a:cubicBezTo>
                  <a:cubicBezTo>
                    <a:pt x="389937" y="165631"/>
                    <a:pt x="385954" y="164712"/>
                    <a:pt x="381146" y="164076"/>
                  </a:cubicBezTo>
                  <a:cubicBezTo>
                    <a:pt x="396701" y="148662"/>
                    <a:pt x="396041" y="148969"/>
                    <a:pt x="387509" y="129431"/>
                  </a:cubicBezTo>
                  <a:cubicBezTo>
                    <a:pt x="383173" y="119485"/>
                    <a:pt x="381004" y="108384"/>
                    <a:pt x="379213" y="97566"/>
                  </a:cubicBezTo>
                  <a:cubicBezTo>
                    <a:pt x="378270" y="91910"/>
                    <a:pt x="380816" y="86395"/>
                    <a:pt x="388263" y="85429"/>
                  </a:cubicBezTo>
                  <a:cubicBezTo>
                    <a:pt x="406859" y="83001"/>
                    <a:pt x="425383" y="79796"/>
                    <a:pt x="444026" y="77887"/>
                  </a:cubicBezTo>
                  <a:cubicBezTo>
                    <a:pt x="489442" y="73244"/>
                    <a:pt x="534740" y="71783"/>
                    <a:pt x="579638" y="83425"/>
                  </a:cubicBezTo>
                  <a:cubicBezTo>
                    <a:pt x="595193" y="87456"/>
                    <a:pt x="610135" y="86206"/>
                    <a:pt x="620246" y="70369"/>
                  </a:cubicBezTo>
                  <a:cubicBezTo>
                    <a:pt x="623993" y="64500"/>
                    <a:pt x="631087" y="62945"/>
                    <a:pt x="637568" y="64288"/>
                  </a:cubicBezTo>
                  <a:cubicBezTo>
                    <a:pt x="650554" y="66998"/>
                    <a:pt x="663328" y="70675"/>
                    <a:pt x="676197" y="73951"/>
                  </a:cubicBezTo>
                  <a:cubicBezTo>
                    <a:pt x="683574" y="75836"/>
                    <a:pt x="690903" y="78028"/>
                    <a:pt x="698351" y="79560"/>
                  </a:cubicBezTo>
                  <a:cubicBezTo>
                    <a:pt x="702876" y="80503"/>
                    <a:pt x="704973" y="77651"/>
                    <a:pt x="704031" y="73385"/>
                  </a:cubicBezTo>
                  <a:cubicBezTo>
                    <a:pt x="701344" y="61177"/>
                    <a:pt x="697361" y="49676"/>
                    <a:pt x="687156" y="41262"/>
                  </a:cubicBezTo>
                  <a:cubicBezTo>
                    <a:pt x="672968" y="29548"/>
                    <a:pt x="656659" y="22030"/>
                    <a:pt x="639194" y="17151"/>
                  </a:cubicBezTo>
                  <a:cubicBezTo>
                    <a:pt x="619727" y="11707"/>
                    <a:pt x="600048" y="8243"/>
                    <a:pt x="580792" y="18424"/>
                  </a:cubicBezTo>
                  <a:cubicBezTo>
                    <a:pt x="580156" y="18754"/>
                    <a:pt x="579048" y="18165"/>
                    <a:pt x="577894" y="17953"/>
                  </a:cubicBezTo>
                  <a:cubicBezTo>
                    <a:pt x="578223" y="16609"/>
                    <a:pt x="578365" y="15643"/>
                    <a:pt x="578718" y="14747"/>
                  </a:cubicBezTo>
                  <a:cubicBezTo>
                    <a:pt x="582419" y="5650"/>
                    <a:pt x="581287" y="2115"/>
                    <a:pt x="571813" y="677"/>
                  </a:cubicBezTo>
                  <a:cubicBezTo>
                    <a:pt x="563682" y="-548"/>
                    <a:pt x="555150" y="112"/>
                    <a:pt x="546901" y="913"/>
                  </a:cubicBezTo>
                  <a:cubicBezTo>
                    <a:pt x="543743" y="1219"/>
                    <a:pt x="538629" y="3977"/>
                    <a:pt x="538393" y="6098"/>
                  </a:cubicBezTo>
                  <a:cubicBezTo>
                    <a:pt x="538016" y="9185"/>
                    <a:pt x="540373" y="13923"/>
                    <a:pt x="543060" y="15808"/>
                  </a:cubicBezTo>
                  <a:cubicBezTo>
                    <a:pt x="551544" y="21724"/>
                    <a:pt x="560736" y="26555"/>
                    <a:pt x="569597" y="31929"/>
                  </a:cubicBezTo>
                  <a:cubicBezTo>
                    <a:pt x="572261" y="33555"/>
                    <a:pt x="574688" y="35582"/>
                    <a:pt x="577210" y="37420"/>
                  </a:cubicBezTo>
                  <a:cubicBezTo>
                    <a:pt x="576904" y="38104"/>
                    <a:pt x="576597" y="38764"/>
                    <a:pt x="576291" y="39447"/>
                  </a:cubicBezTo>
                  <a:cubicBezTo>
                    <a:pt x="571153" y="39801"/>
                    <a:pt x="565992" y="40720"/>
                    <a:pt x="560901" y="40413"/>
                  </a:cubicBezTo>
                  <a:cubicBezTo>
                    <a:pt x="537945" y="39070"/>
                    <a:pt x="515013" y="36855"/>
                    <a:pt x="492034" y="35959"/>
                  </a:cubicBezTo>
                  <a:cubicBezTo>
                    <a:pt x="475277" y="35299"/>
                    <a:pt x="458450" y="35770"/>
                    <a:pt x="441693" y="36595"/>
                  </a:cubicBezTo>
                  <a:cubicBezTo>
                    <a:pt x="434669" y="36949"/>
                    <a:pt x="428188" y="39636"/>
                    <a:pt x="427740" y="48921"/>
                  </a:cubicBezTo>
                  <a:cubicBezTo>
                    <a:pt x="427481" y="54342"/>
                    <a:pt x="423569" y="57524"/>
                    <a:pt x="418148" y="57123"/>
                  </a:cubicBezTo>
                  <a:cubicBezTo>
                    <a:pt x="413057" y="56723"/>
                    <a:pt x="408037" y="55285"/>
                    <a:pt x="403017" y="54177"/>
                  </a:cubicBezTo>
                  <a:cubicBezTo>
                    <a:pt x="398893" y="53258"/>
                    <a:pt x="394839" y="52174"/>
                    <a:pt x="390738" y="51160"/>
                  </a:cubicBezTo>
                  <a:cubicBezTo>
                    <a:pt x="395805" y="60022"/>
                    <a:pt x="391751" y="65608"/>
                    <a:pt x="385836" y="69308"/>
                  </a:cubicBezTo>
                  <a:cubicBezTo>
                    <a:pt x="374782" y="76213"/>
                    <a:pt x="363116" y="82106"/>
                    <a:pt x="351709" y="88493"/>
                  </a:cubicBezTo>
                  <a:cubicBezTo>
                    <a:pt x="347372" y="90920"/>
                    <a:pt x="343130" y="93489"/>
                    <a:pt x="338864" y="95987"/>
                  </a:cubicBezTo>
                  <a:cubicBezTo>
                    <a:pt x="339053" y="96789"/>
                    <a:pt x="339241" y="97590"/>
                    <a:pt x="339430" y="98391"/>
                  </a:cubicBezTo>
                  <a:cubicBezTo>
                    <a:pt x="350248" y="99829"/>
                    <a:pt x="361042" y="101267"/>
                    <a:pt x="371860" y="102704"/>
                  </a:cubicBezTo>
                  <a:cubicBezTo>
                    <a:pt x="372001" y="103671"/>
                    <a:pt x="372166" y="104660"/>
                    <a:pt x="372308" y="105627"/>
                  </a:cubicBezTo>
                  <a:cubicBezTo>
                    <a:pt x="363870" y="112179"/>
                    <a:pt x="355433" y="118731"/>
                    <a:pt x="345699" y="126272"/>
                  </a:cubicBezTo>
                  <a:cubicBezTo>
                    <a:pt x="352982" y="127309"/>
                    <a:pt x="357719" y="127993"/>
                    <a:pt x="364954" y="129030"/>
                  </a:cubicBezTo>
                  <a:cubicBezTo>
                    <a:pt x="358591" y="134804"/>
                    <a:pt x="354419" y="139824"/>
                    <a:pt x="349187" y="143100"/>
                  </a:cubicBezTo>
                  <a:cubicBezTo>
                    <a:pt x="317818" y="162827"/>
                    <a:pt x="286566" y="182789"/>
                    <a:pt x="254537" y="201384"/>
                  </a:cubicBezTo>
                  <a:cubicBezTo>
                    <a:pt x="239053" y="210388"/>
                    <a:pt x="222013" y="216704"/>
                    <a:pt x="205539" y="223963"/>
                  </a:cubicBezTo>
                  <a:cubicBezTo>
                    <a:pt x="203300" y="224953"/>
                    <a:pt x="200377" y="224387"/>
                    <a:pt x="197761" y="224528"/>
                  </a:cubicBezTo>
                  <a:cubicBezTo>
                    <a:pt x="197525" y="223798"/>
                    <a:pt x="197266" y="223067"/>
                    <a:pt x="197031" y="222360"/>
                  </a:cubicBezTo>
                  <a:cubicBezTo>
                    <a:pt x="209592" y="203859"/>
                    <a:pt x="229131" y="192405"/>
                    <a:pt x="244426" y="176473"/>
                  </a:cubicBezTo>
                  <a:cubicBezTo>
                    <a:pt x="241221" y="177604"/>
                    <a:pt x="238251" y="179183"/>
                    <a:pt x="235400" y="180904"/>
                  </a:cubicBezTo>
                  <a:cubicBezTo>
                    <a:pt x="219279" y="190567"/>
                    <a:pt x="203323" y="200489"/>
                    <a:pt x="187038" y="209893"/>
                  </a:cubicBezTo>
                  <a:cubicBezTo>
                    <a:pt x="168419" y="220640"/>
                    <a:pt x="149446" y="230774"/>
                    <a:pt x="130780" y="241403"/>
                  </a:cubicBezTo>
                  <a:cubicBezTo>
                    <a:pt x="119915" y="247602"/>
                    <a:pt x="108485" y="254696"/>
                    <a:pt x="105586" y="267328"/>
                  </a:cubicBezTo>
                  <a:cubicBezTo>
                    <a:pt x="101202" y="286395"/>
                    <a:pt x="91233" y="302068"/>
                    <a:pt x="79496" y="316633"/>
                  </a:cubicBezTo>
                  <a:cubicBezTo>
                    <a:pt x="57672" y="343689"/>
                    <a:pt x="37615" y="371429"/>
                    <a:pt x="26090" y="404849"/>
                  </a:cubicBezTo>
                  <a:cubicBezTo>
                    <a:pt x="19679" y="423421"/>
                    <a:pt x="10181" y="440932"/>
                    <a:pt x="2616" y="459150"/>
                  </a:cubicBezTo>
                  <a:cubicBezTo>
                    <a:pt x="683" y="463817"/>
                    <a:pt x="825" y="469332"/>
                    <a:pt x="0" y="474470"/>
                  </a:cubicBezTo>
                  <a:cubicBezTo>
                    <a:pt x="1084" y="474965"/>
                    <a:pt x="2145" y="475460"/>
                    <a:pt x="3229" y="475954"/>
                  </a:cubicBezTo>
                  <a:cubicBezTo>
                    <a:pt x="5586" y="473668"/>
                    <a:pt x="8485" y="471712"/>
                    <a:pt x="10229" y="469025"/>
                  </a:cubicBezTo>
                  <a:cubicBezTo>
                    <a:pt x="14942" y="461790"/>
                    <a:pt x="19844" y="454578"/>
                    <a:pt x="23450" y="446777"/>
                  </a:cubicBezTo>
                  <a:cubicBezTo>
                    <a:pt x="45510" y="398981"/>
                    <a:pt x="73038" y="354460"/>
                    <a:pt x="104572" y="312438"/>
                  </a:cubicBezTo>
                  <a:cubicBezTo>
                    <a:pt x="122249" y="288870"/>
                    <a:pt x="140231" y="265467"/>
                    <a:pt x="163281" y="246635"/>
                  </a:cubicBezTo>
                  <a:cubicBezTo>
                    <a:pt x="169927" y="241215"/>
                    <a:pt x="177163" y="237114"/>
                    <a:pt x="186071" y="237161"/>
                  </a:cubicBezTo>
                  <a:cubicBezTo>
                    <a:pt x="191233" y="237185"/>
                    <a:pt x="193236" y="239589"/>
                    <a:pt x="190054" y="244114"/>
                  </a:cubicBezTo>
                  <a:cubicBezTo>
                    <a:pt x="186071" y="249770"/>
                    <a:pt x="181947" y="255356"/>
                    <a:pt x="177280" y="260446"/>
                  </a:cubicBezTo>
                  <a:cubicBezTo>
                    <a:pt x="160900" y="278358"/>
                    <a:pt x="143578" y="295469"/>
                    <a:pt x="127952" y="313994"/>
                  </a:cubicBezTo>
                  <a:cubicBezTo>
                    <a:pt x="117346" y="326555"/>
                    <a:pt x="108579" y="340743"/>
                    <a:pt x="99906" y="354790"/>
                  </a:cubicBezTo>
                  <a:cubicBezTo>
                    <a:pt x="97950" y="357972"/>
                    <a:pt x="98185" y="365961"/>
                    <a:pt x="100330" y="367423"/>
                  </a:cubicBezTo>
                  <a:cubicBezTo>
                    <a:pt x="104148" y="370015"/>
                    <a:pt x="110464" y="370557"/>
                    <a:pt x="115272" y="369638"/>
                  </a:cubicBezTo>
                  <a:cubicBezTo>
                    <a:pt x="119491" y="368837"/>
                    <a:pt x="123993" y="365584"/>
                    <a:pt x="126774" y="362120"/>
                  </a:cubicBezTo>
                  <a:cubicBezTo>
                    <a:pt x="131204" y="356652"/>
                    <a:pt x="134410" y="350171"/>
                    <a:pt x="137992" y="344019"/>
                  </a:cubicBezTo>
                  <a:cubicBezTo>
                    <a:pt x="145652" y="330868"/>
                    <a:pt x="152298" y="316963"/>
                    <a:pt x="161136" y="304660"/>
                  </a:cubicBezTo>
                  <a:cubicBezTo>
                    <a:pt x="169644" y="292782"/>
                    <a:pt x="180910" y="283096"/>
                    <a:pt x="195074" y="277887"/>
                  </a:cubicBezTo>
                  <a:cubicBezTo>
                    <a:pt x="203040" y="274965"/>
                    <a:pt x="208202" y="276756"/>
                    <a:pt x="210818" y="282671"/>
                  </a:cubicBezTo>
                  <a:cubicBezTo>
                    <a:pt x="214165" y="290190"/>
                    <a:pt x="211973" y="297213"/>
                    <a:pt x="204337" y="300654"/>
                  </a:cubicBezTo>
                  <a:cubicBezTo>
                    <a:pt x="200165" y="302539"/>
                    <a:pt x="195263" y="302657"/>
                    <a:pt x="190832" y="304048"/>
                  </a:cubicBezTo>
                  <a:cubicBezTo>
                    <a:pt x="185553" y="305721"/>
                    <a:pt x="179944" y="307135"/>
                    <a:pt x="175395" y="310058"/>
                  </a:cubicBezTo>
                  <a:cubicBezTo>
                    <a:pt x="171035" y="312862"/>
                    <a:pt x="170634" y="323185"/>
                    <a:pt x="173981" y="327050"/>
                  </a:cubicBezTo>
                  <a:cubicBezTo>
                    <a:pt x="178176" y="331858"/>
                    <a:pt x="183125" y="329666"/>
                    <a:pt x="187485" y="327380"/>
                  </a:cubicBezTo>
                  <a:cubicBezTo>
                    <a:pt x="191610" y="325212"/>
                    <a:pt x="195711" y="322667"/>
                    <a:pt x="199175" y="319556"/>
                  </a:cubicBezTo>
                  <a:cubicBezTo>
                    <a:pt x="210370" y="309445"/>
                    <a:pt x="221117" y="298792"/>
                    <a:pt x="232336" y="288705"/>
                  </a:cubicBezTo>
                  <a:cubicBezTo>
                    <a:pt x="244285" y="277958"/>
                    <a:pt x="256022" y="266881"/>
                    <a:pt x="268867" y="257265"/>
                  </a:cubicBezTo>
                  <a:cubicBezTo>
                    <a:pt x="295923" y="236972"/>
                    <a:pt x="326467" y="226037"/>
                    <a:pt x="360641" y="226602"/>
                  </a:cubicBezTo>
                  <a:cubicBezTo>
                    <a:pt x="363305" y="226650"/>
                    <a:pt x="365944" y="227451"/>
                    <a:pt x="368607" y="227899"/>
                  </a:cubicBezTo>
                  <a:cubicBezTo>
                    <a:pt x="368796" y="228676"/>
                    <a:pt x="369008" y="229431"/>
                    <a:pt x="369197" y="230208"/>
                  </a:cubicBezTo>
                  <a:cubicBezTo>
                    <a:pt x="366133" y="232400"/>
                    <a:pt x="363328" y="235087"/>
                    <a:pt x="359958" y="236666"/>
                  </a:cubicBezTo>
                  <a:cubicBezTo>
                    <a:pt x="352581" y="240083"/>
                    <a:pt x="345110" y="243454"/>
                    <a:pt x="337403" y="245928"/>
                  </a:cubicBezTo>
                  <a:cubicBezTo>
                    <a:pt x="314448" y="253258"/>
                    <a:pt x="294155" y="265184"/>
                    <a:pt x="275466" y="280149"/>
                  </a:cubicBezTo>
                  <a:cubicBezTo>
                    <a:pt x="239618" y="308856"/>
                    <a:pt x="209640" y="343053"/>
                    <a:pt x="183149" y="380338"/>
                  </a:cubicBezTo>
                  <a:cubicBezTo>
                    <a:pt x="145840" y="432848"/>
                    <a:pt x="114919" y="488540"/>
                    <a:pt x="100283" y="552033"/>
                  </a:cubicBezTo>
                  <a:cubicBezTo>
                    <a:pt x="98256" y="560824"/>
                    <a:pt x="97101" y="569827"/>
                    <a:pt x="95546" y="578736"/>
                  </a:cubicBezTo>
                  <a:cubicBezTo>
                    <a:pt x="96253" y="578901"/>
                    <a:pt x="96960" y="579042"/>
                    <a:pt x="97667" y="579207"/>
                  </a:cubicBezTo>
                  <a:cubicBezTo>
                    <a:pt x="99104" y="576685"/>
                    <a:pt x="100778" y="574258"/>
                    <a:pt x="101909" y="571618"/>
                  </a:cubicBezTo>
                  <a:cubicBezTo>
                    <a:pt x="110040" y="552551"/>
                    <a:pt x="118030" y="533437"/>
                    <a:pt x="126137" y="514371"/>
                  </a:cubicBezTo>
                  <a:cubicBezTo>
                    <a:pt x="129885" y="505533"/>
                    <a:pt x="133161" y="496412"/>
                    <a:pt x="137709" y="487998"/>
                  </a:cubicBezTo>
                  <a:cubicBezTo>
                    <a:pt x="144756" y="474941"/>
                    <a:pt x="153476" y="471382"/>
                    <a:pt x="167994" y="474399"/>
                  </a:cubicBezTo>
                  <a:cubicBezTo>
                    <a:pt x="179614" y="476827"/>
                    <a:pt x="189724" y="474069"/>
                    <a:pt x="197573" y="465160"/>
                  </a:cubicBezTo>
                  <a:cubicBezTo>
                    <a:pt x="201956" y="460187"/>
                    <a:pt x="205798" y="454649"/>
                    <a:pt x="209310" y="449016"/>
                  </a:cubicBezTo>
                  <a:cubicBezTo>
                    <a:pt x="217417" y="436006"/>
                    <a:pt x="224511" y="422360"/>
                    <a:pt x="233161" y="409728"/>
                  </a:cubicBezTo>
                  <a:cubicBezTo>
                    <a:pt x="266675" y="360847"/>
                    <a:pt x="309828" y="323256"/>
                    <a:pt x="364907" y="300371"/>
                  </a:cubicBezTo>
                  <a:cubicBezTo>
                    <a:pt x="407636" y="282601"/>
                    <a:pt x="451261" y="277581"/>
                    <a:pt x="496701" y="290095"/>
                  </a:cubicBezTo>
                  <a:cubicBezTo>
                    <a:pt x="509734" y="293701"/>
                    <a:pt x="524087" y="293136"/>
                    <a:pt x="537828" y="293348"/>
                  </a:cubicBezTo>
                  <a:cubicBezTo>
                    <a:pt x="542565" y="293418"/>
                    <a:pt x="547844" y="290732"/>
                    <a:pt x="551992" y="287974"/>
                  </a:cubicBezTo>
                  <a:cubicBezTo>
                    <a:pt x="558120" y="283873"/>
                    <a:pt x="557507" y="278995"/>
                    <a:pt x="551191" y="275318"/>
                  </a:cubicBezTo>
                  <a:cubicBezTo>
                    <a:pt x="549305" y="274210"/>
                    <a:pt x="547184" y="273150"/>
                    <a:pt x="545063" y="272820"/>
                  </a:cubicBezTo>
                  <a:cubicBezTo>
                    <a:pt x="527505" y="270251"/>
                    <a:pt x="509946" y="265914"/>
                    <a:pt x="492364" y="265844"/>
                  </a:cubicBezTo>
                  <a:cubicBezTo>
                    <a:pt x="463234" y="265749"/>
                    <a:pt x="433986" y="267258"/>
                    <a:pt x="404997" y="270274"/>
                  </a:cubicBezTo>
                  <a:cubicBezTo>
                    <a:pt x="376079" y="273268"/>
                    <a:pt x="348504" y="281469"/>
                    <a:pt x="324158" y="298792"/>
                  </a:cubicBezTo>
                  <a:cubicBezTo>
                    <a:pt x="282324" y="328535"/>
                    <a:pt x="244992" y="363110"/>
                    <a:pt x="212232" y="402539"/>
                  </a:cubicBezTo>
                  <a:cubicBezTo>
                    <a:pt x="199505" y="417859"/>
                    <a:pt x="186189" y="433225"/>
                    <a:pt x="184209" y="454531"/>
                  </a:cubicBezTo>
                  <a:cubicBezTo>
                    <a:pt x="184092" y="455709"/>
                    <a:pt x="183408" y="456864"/>
                    <a:pt x="182842" y="457948"/>
                  </a:cubicBezTo>
                  <a:cubicBezTo>
                    <a:pt x="178883" y="465490"/>
                    <a:pt x="171247" y="468012"/>
                    <a:pt x="163234" y="464170"/>
                  </a:cubicBezTo>
                  <a:cubicBezTo>
                    <a:pt x="155056" y="460234"/>
                    <a:pt x="158921" y="454319"/>
                    <a:pt x="161325" y="449087"/>
                  </a:cubicBezTo>
                  <a:cubicBezTo>
                    <a:pt x="174688" y="419886"/>
                    <a:pt x="192883" y="393890"/>
                    <a:pt x="212892" y="368813"/>
                  </a:cubicBezTo>
                  <a:cubicBezTo>
                    <a:pt x="235023" y="341073"/>
                    <a:pt x="256635" y="313381"/>
                    <a:pt x="287839" y="294715"/>
                  </a:cubicBezTo>
                  <a:cubicBezTo>
                    <a:pt x="318690" y="276261"/>
                    <a:pt x="349564" y="258349"/>
                    <a:pt x="385577" y="251868"/>
                  </a:cubicBezTo>
                  <a:cubicBezTo>
                    <a:pt x="389418" y="251184"/>
                    <a:pt x="393236" y="249864"/>
                    <a:pt x="396842" y="248332"/>
                  </a:cubicBezTo>
                  <a:cubicBezTo>
                    <a:pt x="404620" y="245009"/>
                    <a:pt x="405892" y="241238"/>
                    <a:pt x="400519" y="234804"/>
                  </a:cubicBezTo>
                  <a:cubicBezTo>
                    <a:pt x="388570" y="220522"/>
                    <a:pt x="374099" y="210340"/>
                    <a:pt x="354773" y="208832"/>
                  </a:cubicBezTo>
                  <a:cubicBezTo>
                    <a:pt x="352817" y="208691"/>
                    <a:pt x="350884" y="207913"/>
                    <a:pt x="348645" y="207371"/>
                  </a:cubicBezTo>
                  <a:cubicBezTo>
                    <a:pt x="357035" y="193301"/>
                    <a:pt x="374735" y="187338"/>
                    <a:pt x="388475" y="194974"/>
                  </a:cubicBezTo>
                  <a:cubicBezTo>
                    <a:pt x="398963" y="200795"/>
                    <a:pt x="408037" y="209091"/>
                    <a:pt x="417794" y="216256"/>
                  </a:cubicBezTo>
                  <a:cubicBezTo>
                    <a:pt x="420788" y="218448"/>
                    <a:pt x="423875" y="220522"/>
                    <a:pt x="426915" y="222643"/>
                  </a:cubicBezTo>
                  <a:cubicBezTo>
                    <a:pt x="427457" y="222195"/>
                    <a:pt x="427999" y="221771"/>
                    <a:pt x="428518" y="221323"/>
                  </a:cubicBezTo>
                  <a:cubicBezTo>
                    <a:pt x="427339" y="217411"/>
                    <a:pt x="425878" y="213546"/>
                    <a:pt x="425077" y="209539"/>
                  </a:cubicBezTo>
                  <a:cubicBezTo>
                    <a:pt x="423757" y="203058"/>
                    <a:pt x="421990" y="196506"/>
                    <a:pt x="421990" y="190001"/>
                  </a:cubicBezTo>
                  <a:cubicBezTo>
                    <a:pt x="421990" y="182860"/>
                    <a:pt x="427882" y="179961"/>
                    <a:pt x="433915" y="183850"/>
                  </a:cubicBezTo>
                  <a:cubicBezTo>
                    <a:pt x="436838" y="185735"/>
                    <a:pt x="440302" y="189058"/>
                    <a:pt x="440679" y="192099"/>
                  </a:cubicBezTo>
                  <a:cubicBezTo>
                    <a:pt x="441645" y="199852"/>
                    <a:pt x="446713" y="202963"/>
                    <a:pt x="452840" y="204213"/>
                  </a:cubicBezTo>
                  <a:cubicBezTo>
                    <a:pt x="463187" y="206334"/>
                    <a:pt x="473745" y="207441"/>
                    <a:pt x="484210" y="208903"/>
                  </a:cubicBezTo>
                  <a:cubicBezTo>
                    <a:pt x="505680" y="211896"/>
                    <a:pt x="527363" y="213852"/>
                    <a:pt x="548551" y="218212"/>
                  </a:cubicBezTo>
                  <a:cubicBezTo>
                    <a:pt x="560170" y="220593"/>
                    <a:pt x="570823" y="227357"/>
                    <a:pt x="582183" y="231481"/>
                  </a:cubicBezTo>
                  <a:cubicBezTo>
                    <a:pt x="592718" y="235299"/>
                    <a:pt x="596088" y="233579"/>
                    <a:pt x="600873" y="223609"/>
                  </a:cubicBezTo>
                  <a:cubicBezTo>
                    <a:pt x="604431" y="216209"/>
                    <a:pt x="610158" y="211401"/>
                    <a:pt x="618077" y="209704"/>
                  </a:cubicBezTo>
                  <a:cubicBezTo>
                    <a:pt x="620387" y="209209"/>
                    <a:pt x="624040" y="209845"/>
                    <a:pt x="625336" y="211401"/>
                  </a:cubicBezTo>
                  <a:cubicBezTo>
                    <a:pt x="626444" y="212697"/>
                    <a:pt x="625713" y="216492"/>
                    <a:pt x="624606" y="218542"/>
                  </a:cubicBezTo>
                  <a:cubicBezTo>
                    <a:pt x="615155" y="236100"/>
                    <a:pt x="594674" y="245999"/>
                    <a:pt x="575136" y="242558"/>
                  </a:cubicBezTo>
                  <a:cubicBezTo>
                    <a:pt x="569550" y="241568"/>
                    <a:pt x="564059" y="240178"/>
                    <a:pt x="558544" y="238834"/>
                  </a:cubicBezTo>
                  <a:cubicBezTo>
                    <a:pt x="538747" y="233979"/>
                    <a:pt x="518808" y="230821"/>
                    <a:pt x="498374" y="234144"/>
                  </a:cubicBezTo>
                  <a:cubicBezTo>
                    <a:pt x="491681" y="235228"/>
                    <a:pt x="484846" y="236195"/>
                    <a:pt x="479284" y="243053"/>
                  </a:cubicBezTo>
                  <a:cubicBezTo>
                    <a:pt x="483715" y="244774"/>
                    <a:pt x="487179" y="246730"/>
                    <a:pt x="490903" y="247460"/>
                  </a:cubicBezTo>
                  <a:cubicBezTo>
                    <a:pt x="504950" y="250194"/>
                    <a:pt x="519067" y="252551"/>
                    <a:pt x="533161" y="254979"/>
                  </a:cubicBezTo>
                  <a:cubicBezTo>
                    <a:pt x="568560" y="261036"/>
                    <a:pt x="603465" y="268507"/>
                    <a:pt x="634222" y="288610"/>
                  </a:cubicBezTo>
                  <a:cubicBezTo>
                    <a:pt x="637686" y="290873"/>
                    <a:pt x="641669" y="292523"/>
                    <a:pt x="645582" y="293937"/>
                  </a:cubicBezTo>
                  <a:cubicBezTo>
                    <a:pt x="654113" y="296977"/>
                    <a:pt x="655739" y="295964"/>
                    <a:pt x="657507" y="287267"/>
                  </a:cubicBezTo>
                  <a:cubicBezTo>
                    <a:pt x="659228" y="278783"/>
                    <a:pt x="662833" y="276119"/>
                    <a:pt x="671130" y="278688"/>
                  </a:cubicBezTo>
                  <a:cubicBezTo>
                    <a:pt x="677422" y="280644"/>
                    <a:pt x="683951" y="283119"/>
                    <a:pt x="689183" y="286961"/>
                  </a:cubicBezTo>
                  <a:cubicBezTo>
                    <a:pt x="712115" y="303788"/>
                    <a:pt x="735047" y="320640"/>
                    <a:pt x="757059" y="338599"/>
                  </a:cubicBezTo>
                  <a:cubicBezTo>
                    <a:pt x="768466" y="347908"/>
                    <a:pt x="778082" y="359457"/>
                    <a:pt x="788146" y="370345"/>
                  </a:cubicBezTo>
                  <a:cubicBezTo>
                    <a:pt x="789819" y="372136"/>
                    <a:pt x="789583" y="375695"/>
                    <a:pt x="790220" y="378429"/>
                  </a:cubicBezTo>
                  <a:cubicBezTo>
                    <a:pt x="787439" y="378759"/>
                    <a:pt x="784516" y="379772"/>
                    <a:pt x="781900" y="379254"/>
                  </a:cubicBezTo>
                  <a:cubicBezTo>
                    <a:pt x="777092" y="378288"/>
                    <a:pt x="772497" y="376355"/>
                    <a:pt x="767759" y="374941"/>
                  </a:cubicBezTo>
                  <a:cubicBezTo>
                    <a:pt x="758898" y="372278"/>
                    <a:pt x="755905" y="374729"/>
                    <a:pt x="757931" y="383779"/>
                  </a:cubicBezTo>
                  <a:cubicBezTo>
                    <a:pt x="759416" y="390496"/>
                    <a:pt x="762126" y="396930"/>
                    <a:pt x="764083" y="403553"/>
                  </a:cubicBezTo>
                  <a:cubicBezTo>
                    <a:pt x="764766" y="405886"/>
                    <a:pt x="764837" y="408384"/>
                    <a:pt x="765473" y="412839"/>
                  </a:cubicBezTo>
                  <a:cubicBezTo>
                    <a:pt x="760406" y="409421"/>
                    <a:pt x="757130" y="407324"/>
                    <a:pt x="753972" y="405061"/>
                  </a:cubicBezTo>
                  <a:cubicBezTo>
                    <a:pt x="746124" y="399476"/>
                    <a:pt x="738488" y="393513"/>
                    <a:pt x="730404" y="388304"/>
                  </a:cubicBezTo>
                  <a:cubicBezTo>
                    <a:pt x="727458" y="386419"/>
                    <a:pt x="723427" y="386230"/>
                    <a:pt x="717653" y="384628"/>
                  </a:cubicBezTo>
                  <a:cubicBezTo>
                    <a:pt x="719515" y="390732"/>
                    <a:pt x="720034" y="394715"/>
                    <a:pt x="721872" y="397967"/>
                  </a:cubicBezTo>
                  <a:cubicBezTo>
                    <a:pt x="726114" y="405485"/>
                    <a:pt x="730498" y="413004"/>
                    <a:pt x="735659" y="419909"/>
                  </a:cubicBezTo>
                  <a:cubicBezTo>
                    <a:pt x="748457" y="436973"/>
                    <a:pt x="761844" y="453659"/>
                    <a:pt x="781028" y="464147"/>
                  </a:cubicBezTo>
                  <a:cubicBezTo>
                    <a:pt x="789819" y="468955"/>
                    <a:pt x="799529" y="473221"/>
                    <a:pt x="808839" y="466244"/>
                  </a:cubicBezTo>
                  <a:cubicBezTo>
                    <a:pt x="818125" y="459268"/>
                    <a:pt x="816711" y="448615"/>
                    <a:pt x="814778" y="438882"/>
                  </a:cubicBezTo>
                  <a:cubicBezTo>
                    <a:pt x="811172" y="420522"/>
                    <a:pt x="804620" y="402445"/>
                    <a:pt x="803536" y="383991"/>
                  </a:cubicBezTo>
                  <a:cubicBezTo>
                    <a:pt x="802711" y="369850"/>
                    <a:pt x="796913" y="360069"/>
                    <a:pt x="788523" y="350689"/>
                  </a:cubicBezTo>
                  <a:cubicBezTo>
                    <a:pt x="761961" y="320993"/>
                    <a:pt x="731629" y="295681"/>
                    <a:pt x="698445" y="273715"/>
                  </a:cubicBezTo>
                  <a:cubicBezTo>
                    <a:pt x="685718" y="265278"/>
                    <a:pt x="672143" y="260164"/>
                    <a:pt x="656635" y="261201"/>
                  </a:cubicBezTo>
                  <a:cubicBezTo>
                    <a:pt x="648975" y="261719"/>
                    <a:pt x="641316" y="262238"/>
                    <a:pt x="633656" y="262379"/>
                  </a:cubicBezTo>
                  <a:cubicBezTo>
                    <a:pt x="625855" y="262520"/>
                    <a:pt x="622909" y="259174"/>
                    <a:pt x="623427" y="251420"/>
                  </a:cubicBezTo>
                  <a:cubicBezTo>
                    <a:pt x="624394" y="236454"/>
                    <a:pt x="635306" y="226650"/>
                    <a:pt x="650130" y="227781"/>
                  </a:cubicBezTo>
                  <a:cubicBezTo>
                    <a:pt x="655009" y="228158"/>
                    <a:pt x="660312" y="228488"/>
                    <a:pt x="664554" y="230585"/>
                  </a:cubicBezTo>
                  <a:cubicBezTo>
                    <a:pt x="680604" y="238622"/>
                    <a:pt x="697290" y="245976"/>
                    <a:pt x="711973" y="256133"/>
                  </a:cubicBezTo>
                  <a:cubicBezTo>
                    <a:pt x="758521" y="288351"/>
                    <a:pt x="796560" y="329855"/>
                    <a:pt x="835235" y="370746"/>
                  </a:cubicBezTo>
                  <a:cubicBezTo>
                    <a:pt x="854585" y="391203"/>
                    <a:pt x="875890" y="409798"/>
                    <a:pt x="896513" y="428983"/>
                  </a:cubicBezTo>
                  <a:cubicBezTo>
                    <a:pt x="899600" y="431835"/>
                    <a:pt x="903913" y="433367"/>
                    <a:pt x="907660" y="435511"/>
                  </a:cubicBezTo>
                  <a:cubicBezTo>
                    <a:pt x="908462" y="435087"/>
                    <a:pt x="909263" y="434663"/>
                    <a:pt x="910064" y="434215"/>
                  </a:cubicBezTo>
                  <a:cubicBezTo>
                    <a:pt x="909381" y="430114"/>
                    <a:pt x="909805" y="425330"/>
                    <a:pt x="907778" y="422077"/>
                  </a:cubicBezTo>
                  <a:cubicBezTo>
                    <a:pt x="900260" y="409940"/>
                    <a:pt x="892482" y="397920"/>
                    <a:pt x="883786" y="386631"/>
                  </a:cubicBezTo>
                  <a:cubicBezTo>
                    <a:pt x="875608" y="376002"/>
                    <a:pt x="866157" y="366339"/>
                    <a:pt x="857248" y="356228"/>
                  </a:cubicBezTo>
                  <a:cubicBezTo>
                    <a:pt x="861255" y="358019"/>
                    <a:pt x="864366" y="360682"/>
                    <a:pt x="867594" y="363204"/>
                  </a:cubicBezTo>
                  <a:cubicBezTo>
                    <a:pt x="915037" y="400277"/>
                    <a:pt x="957602" y="442252"/>
                    <a:pt x="994769" y="489671"/>
                  </a:cubicBezTo>
                  <a:cubicBezTo>
                    <a:pt x="1015367" y="515973"/>
                    <a:pt x="1035872" y="542346"/>
                    <a:pt x="1056777" y="568413"/>
                  </a:cubicBezTo>
                  <a:cubicBezTo>
                    <a:pt x="1061538" y="574328"/>
                    <a:pt x="1067453" y="579490"/>
                    <a:pt x="1073534" y="584086"/>
                  </a:cubicBezTo>
                  <a:cubicBezTo>
                    <a:pt x="1075985" y="585947"/>
                    <a:pt x="1080251" y="585382"/>
                    <a:pt x="1083692" y="585900"/>
                  </a:cubicBezTo>
                  <a:cubicBezTo>
                    <a:pt x="1083220" y="582954"/>
                    <a:pt x="1083645" y="579466"/>
                    <a:pt x="1082160" y="577157"/>
                  </a:cubicBezTo>
                  <a:cubicBezTo>
                    <a:pt x="1073817" y="564029"/>
                    <a:pt x="1065214" y="551019"/>
                    <a:pt x="1056353" y="538245"/>
                  </a:cubicBezTo>
                  <a:cubicBezTo>
                    <a:pt x="1041434" y="516704"/>
                    <a:pt x="1025949" y="495563"/>
                    <a:pt x="1011361" y="473810"/>
                  </a:cubicBezTo>
                  <a:cubicBezTo>
                    <a:pt x="1007778" y="468483"/>
                    <a:pt x="1005775" y="461672"/>
                    <a:pt x="1004597" y="455238"/>
                  </a:cubicBezTo>
                  <a:cubicBezTo>
                    <a:pt x="1002994" y="446447"/>
                    <a:pt x="1007802" y="442700"/>
                    <a:pt x="1015132" y="447248"/>
                  </a:cubicBezTo>
                  <a:cubicBezTo>
                    <a:pt x="1022344" y="451703"/>
                    <a:pt x="1029155" y="457501"/>
                    <a:pt x="1034528" y="464052"/>
                  </a:cubicBezTo>
                  <a:cubicBezTo>
                    <a:pt x="1044262" y="475884"/>
                    <a:pt x="1051969" y="489388"/>
                    <a:pt x="1061985" y="500937"/>
                  </a:cubicBezTo>
                  <a:cubicBezTo>
                    <a:pt x="1078153" y="519603"/>
                    <a:pt x="1095429" y="537326"/>
                    <a:pt x="1112445" y="555214"/>
                  </a:cubicBezTo>
                  <a:cubicBezTo>
                    <a:pt x="1114708" y="557595"/>
                    <a:pt x="1118290" y="558726"/>
                    <a:pt x="1122603" y="561201"/>
                  </a:cubicBezTo>
                  <a:cubicBezTo>
                    <a:pt x="1122037" y="557595"/>
                    <a:pt x="1122108" y="556016"/>
                    <a:pt x="1121542" y="554743"/>
                  </a:cubicBezTo>
                  <a:cubicBezTo>
                    <a:pt x="1119586" y="550477"/>
                    <a:pt x="1117866" y="545999"/>
                    <a:pt x="1115226" y="542205"/>
                  </a:cubicBezTo>
                  <a:cubicBezTo>
                    <a:pt x="1097738" y="517034"/>
                    <a:pt x="1080416" y="491745"/>
                    <a:pt x="1062245" y="467069"/>
                  </a:cubicBezTo>
                  <a:cubicBezTo>
                    <a:pt x="1055316" y="457312"/>
                    <a:pt x="1046218" y="449063"/>
                    <a:pt x="1037851" y="440319"/>
                  </a:cubicBezTo>
                  <a:close/>
                  <a:moveTo>
                    <a:pt x="503418" y="55780"/>
                  </a:moveTo>
                  <a:cubicBezTo>
                    <a:pt x="488617" y="59999"/>
                    <a:pt x="475254" y="59598"/>
                    <a:pt x="460736" y="55945"/>
                  </a:cubicBezTo>
                  <a:cubicBezTo>
                    <a:pt x="470187" y="47390"/>
                    <a:pt x="493331" y="47272"/>
                    <a:pt x="503418" y="55780"/>
                  </a:cubicBezTo>
                  <a:close/>
                  <a:moveTo>
                    <a:pt x="341999" y="187126"/>
                  </a:moveTo>
                  <a:cubicBezTo>
                    <a:pt x="311926" y="208266"/>
                    <a:pt x="281782" y="229313"/>
                    <a:pt x="251214" y="249699"/>
                  </a:cubicBezTo>
                  <a:cubicBezTo>
                    <a:pt x="243342" y="254955"/>
                    <a:pt x="234056" y="258372"/>
                    <a:pt x="225006" y="261436"/>
                  </a:cubicBezTo>
                  <a:cubicBezTo>
                    <a:pt x="214801" y="264877"/>
                    <a:pt x="210040" y="259951"/>
                    <a:pt x="212986" y="249676"/>
                  </a:cubicBezTo>
                  <a:cubicBezTo>
                    <a:pt x="214636" y="243949"/>
                    <a:pt x="217417" y="239235"/>
                    <a:pt x="223757" y="236572"/>
                  </a:cubicBezTo>
                  <a:cubicBezTo>
                    <a:pt x="240703" y="229454"/>
                    <a:pt x="257766" y="222337"/>
                    <a:pt x="273981" y="213711"/>
                  </a:cubicBezTo>
                  <a:cubicBezTo>
                    <a:pt x="296842" y="201573"/>
                    <a:pt x="318878" y="187927"/>
                    <a:pt x="341457" y="175247"/>
                  </a:cubicBezTo>
                  <a:cubicBezTo>
                    <a:pt x="346642" y="172325"/>
                    <a:pt x="352581" y="170699"/>
                    <a:pt x="358167" y="168483"/>
                  </a:cubicBezTo>
                  <a:cubicBezTo>
                    <a:pt x="358756" y="169402"/>
                    <a:pt x="359369" y="170321"/>
                    <a:pt x="359958" y="171241"/>
                  </a:cubicBezTo>
                  <a:cubicBezTo>
                    <a:pt x="353972" y="176567"/>
                    <a:pt x="348480" y="182553"/>
                    <a:pt x="341999" y="18712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71" name="Google Shape;1171;p44"/>
            <p:cNvSpPr/>
            <p:nvPr/>
          </p:nvSpPr>
          <p:spPr>
            <a:xfrm>
              <a:off x="190581" y="2180046"/>
              <a:ext cx="1006655" cy="452263"/>
            </a:xfrm>
            <a:custGeom>
              <a:rect b="b" l="l" r="r" t="t"/>
              <a:pathLst>
                <a:path extrusionOk="0" h="452263" w="1006655">
                  <a:moveTo>
                    <a:pt x="12020" y="446890"/>
                  </a:moveTo>
                  <a:cubicBezTo>
                    <a:pt x="21777" y="438900"/>
                    <a:pt x="31794" y="431099"/>
                    <a:pt x="40726" y="422238"/>
                  </a:cubicBezTo>
                  <a:cubicBezTo>
                    <a:pt x="69031" y="394144"/>
                    <a:pt x="96465" y="365155"/>
                    <a:pt x="125077" y="337368"/>
                  </a:cubicBezTo>
                  <a:cubicBezTo>
                    <a:pt x="141362" y="321554"/>
                    <a:pt x="158709" y="306659"/>
                    <a:pt x="176668" y="292777"/>
                  </a:cubicBezTo>
                  <a:cubicBezTo>
                    <a:pt x="188900" y="283326"/>
                    <a:pt x="195334" y="285518"/>
                    <a:pt x="204313" y="297986"/>
                  </a:cubicBezTo>
                  <a:cubicBezTo>
                    <a:pt x="211172" y="307507"/>
                    <a:pt x="216734" y="309039"/>
                    <a:pt x="226114" y="302252"/>
                  </a:cubicBezTo>
                  <a:cubicBezTo>
                    <a:pt x="235305" y="295605"/>
                    <a:pt x="243649" y="287781"/>
                    <a:pt x="252416" y="280545"/>
                  </a:cubicBezTo>
                  <a:cubicBezTo>
                    <a:pt x="264719" y="270364"/>
                    <a:pt x="278223" y="262303"/>
                    <a:pt x="293590" y="257661"/>
                  </a:cubicBezTo>
                  <a:cubicBezTo>
                    <a:pt x="303677" y="254620"/>
                    <a:pt x="313717" y="254997"/>
                    <a:pt x="324888" y="258061"/>
                  </a:cubicBezTo>
                  <a:cubicBezTo>
                    <a:pt x="314330" y="272344"/>
                    <a:pt x="296088" y="277811"/>
                    <a:pt x="288499" y="294828"/>
                  </a:cubicBezTo>
                  <a:cubicBezTo>
                    <a:pt x="291280" y="295228"/>
                    <a:pt x="292223" y="295440"/>
                    <a:pt x="293165" y="295488"/>
                  </a:cubicBezTo>
                  <a:cubicBezTo>
                    <a:pt x="294155" y="295535"/>
                    <a:pt x="295239" y="295676"/>
                    <a:pt x="296111" y="295346"/>
                  </a:cubicBezTo>
                  <a:cubicBezTo>
                    <a:pt x="313246" y="289077"/>
                    <a:pt x="325407" y="277387"/>
                    <a:pt x="332972" y="260937"/>
                  </a:cubicBezTo>
                  <a:cubicBezTo>
                    <a:pt x="333561" y="259664"/>
                    <a:pt x="332666" y="256317"/>
                    <a:pt x="331700" y="255940"/>
                  </a:cubicBezTo>
                  <a:cubicBezTo>
                    <a:pt x="325878" y="253725"/>
                    <a:pt x="328259" y="249977"/>
                    <a:pt x="330050" y="247031"/>
                  </a:cubicBezTo>
                  <a:cubicBezTo>
                    <a:pt x="334033" y="240503"/>
                    <a:pt x="338676" y="234399"/>
                    <a:pt x="342753" y="227917"/>
                  </a:cubicBezTo>
                  <a:cubicBezTo>
                    <a:pt x="344709" y="224806"/>
                    <a:pt x="346005" y="221248"/>
                    <a:pt x="348598" y="215827"/>
                  </a:cubicBezTo>
                  <a:cubicBezTo>
                    <a:pt x="342659" y="216746"/>
                    <a:pt x="338746" y="216487"/>
                    <a:pt x="335659" y="217948"/>
                  </a:cubicBezTo>
                  <a:cubicBezTo>
                    <a:pt x="320293" y="225231"/>
                    <a:pt x="304950" y="232584"/>
                    <a:pt x="289984" y="240668"/>
                  </a:cubicBezTo>
                  <a:cubicBezTo>
                    <a:pt x="268914" y="252028"/>
                    <a:pt x="248315" y="264307"/>
                    <a:pt x="227198" y="275620"/>
                  </a:cubicBezTo>
                  <a:cubicBezTo>
                    <a:pt x="221424" y="278707"/>
                    <a:pt x="214542" y="279744"/>
                    <a:pt x="208178" y="281724"/>
                  </a:cubicBezTo>
                  <a:cubicBezTo>
                    <a:pt x="207707" y="281017"/>
                    <a:pt x="207236" y="280333"/>
                    <a:pt x="206764" y="279626"/>
                  </a:cubicBezTo>
                  <a:cubicBezTo>
                    <a:pt x="207471" y="277151"/>
                    <a:pt x="207636" y="274347"/>
                    <a:pt x="208980" y="272273"/>
                  </a:cubicBezTo>
                  <a:cubicBezTo>
                    <a:pt x="219303" y="256459"/>
                    <a:pt x="232029" y="243920"/>
                    <a:pt x="252062" y="241563"/>
                  </a:cubicBezTo>
                  <a:cubicBezTo>
                    <a:pt x="255409" y="241163"/>
                    <a:pt x="258897" y="239961"/>
                    <a:pt x="261820" y="238264"/>
                  </a:cubicBezTo>
                  <a:cubicBezTo>
                    <a:pt x="274405" y="230981"/>
                    <a:pt x="286826" y="223392"/>
                    <a:pt x="299270" y="215874"/>
                  </a:cubicBezTo>
                  <a:cubicBezTo>
                    <a:pt x="309404" y="209746"/>
                    <a:pt x="319208" y="203006"/>
                    <a:pt x="329673" y="197561"/>
                  </a:cubicBezTo>
                  <a:cubicBezTo>
                    <a:pt x="337050" y="193720"/>
                    <a:pt x="344992" y="191410"/>
                    <a:pt x="353759" y="195582"/>
                  </a:cubicBezTo>
                  <a:cubicBezTo>
                    <a:pt x="359864" y="198504"/>
                    <a:pt x="363446" y="195700"/>
                    <a:pt x="364672" y="188888"/>
                  </a:cubicBezTo>
                  <a:cubicBezTo>
                    <a:pt x="366086" y="181087"/>
                    <a:pt x="370870" y="176350"/>
                    <a:pt x="378836" y="175054"/>
                  </a:cubicBezTo>
                  <a:cubicBezTo>
                    <a:pt x="382489" y="174465"/>
                    <a:pt x="386260" y="174323"/>
                    <a:pt x="389866" y="173545"/>
                  </a:cubicBezTo>
                  <a:cubicBezTo>
                    <a:pt x="398751" y="171636"/>
                    <a:pt x="406953" y="168195"/>
                    <a:pt x="411949" y="160064"/>
                  </a:cubicBezTo>
                  <a:cubicBezTo>
                    <a:pt x="413151" y="158108"/>
                    <a:pt x="413693" y="154337"/>
                    <a:pt x="412586" y="152711"/>
                  </a:cubicBezTo>
                  <a:cubicBezTo>
                    <a:pt x="411431" y="150991"/>
                    <a:pt x="407896" y="150001"/>
                    <a:pt x="405492" y="150142"/>
                  </a:cubicBezTo>
                  <a:cubicBezTo>
                    <a:pt x="390290" y="151038"/>
                    <a:pt x="388334" y="149317"/>
                    <a:pt x="388570" y="134069"/>
                  </a:cubicBezTo>
                  <a:cubicBezTo>
                    <a:pt x="388711" y="125231"/>
                    <a:pt x="386378" y="123581"/>
                    <a:pt x="378553" y="127045"/>
                  </a:cubicBezTo>
                  <a:cubicBezTo>
                    <a:pt x="373887" y="129096"/>
                    <a:pt x="368749" y="131618"/>
                    <a:pt x="365614" y="125584"/>
                  </a:cubicBezTo>
                  <a:cubicBezTo>
                    <a:pt x="362503" y="119598"/>
                    <a:pt x="365897" y="115026"/>
                    <a:pt x="371200" y="112150"/>
                  </a:cubicBezTo>
                  <a:cubicBezTo>
                    <a:pt x="382913" y="105787"/>
                    <a:pt x="395263" y="104844"/>
                    <a:pt x="407660" y="109628"/>
                  </a:cubicBezTo>
                  <a:cubicBezTo>
                    <a:pt x="410182" y="110618"/>
                    <a:pt x="413741" y="114955"/>
                    <a:pt x="413246" y="116722"/>
                  </a:cubicBezTo>
                  <a:cubicBezTo>
                    <a:pt x="411195" y="123958"/>
                    <a:pt x="415603" y="124712"/>
                    <a:pt x="420269" y="124524"/>
                  </a:cubicBezTo>
                  <a:cubicBezTo>
                    <a:pt x="430356" y="124123"/>
                    <a:pt x="440443" y="123180"/>
                    <a:pt x="450531" y="122261"/>
                  </a:cubicBezTo>
                  <a:cubicBezTo>
                    <a:pt x="456918" y="121672"/>
                    <a:pt x="463281" y="120729"/>
                    <a:pt x="469645" y="119928"/>
                  </a:cubicBezTo>
                  <a:cubicBezTo>
                    <a:pt x="470375" y="121177"/>
                    <a:pt x="471106" y="122450"/>
                    <a:pt x="471836" y="123699"/>
                  </a:cubicBezTo>
                  <a:cubicBezTo>
                    <a:pt x="469173" y="125396"/>
                    <a:pt x="466345" y="126880"/>
                    <a:pt x="463870" y="128837"/>
                  </a:cubicBezTo>
                  <a:cubicBezTo>
                    <a:pt x="458049" y="133432"/>
                    <a:pt x="452228" y="138099"/>
                    <a:pt x="446736" y="143072"/>
                  </a:cubicBezTo>
                  <a:cubicBezTo>
                    <a:pt x="445134" y="144533"/>
                    <a:pt x="443389" y="147620"/>
                    <a:pt x="443955" y="149152"/>
                  </a:cubicBezTo>
                  <a:cubicBezTo>
                    <a:pt x="444544" y="150802"/>
                    <a:pt x="447679" y="152263"/>
                    <a:pt x="449847" y="152523"/>
                  </a:cubicBezTo>
                  <a:cubicBezTo>
                    <a:pt x="456965" y="153347"/>
                    <a:pt x="464177" y="154196"/>
                    <a:pt x="471294" y="153960"/>
                  </a:cubicBezTo>
                  <a:cubicBezTo>
                    <a:pt x="506175" y="152758"/>
                    <a:pt x="541033" y="150708"/>
                    <a:pt x="575937" y="149907"/>
                  </a:cubicBezTo>
                  <a:cubicBezTo>
                    <a:pt x="634410" y="148563"/>
                    <a:pt x="692647" y="152051"/>
                    <a:pt x="750649" y="159923"/>
                  </a:cubicBezTo>
                  <a:cubicBezTo>
                    <a:pt x="804267" y="167206"/>
                    <a:pt x="857177" y="177576"/>
                    <a:pt x="909169" y="192683"/>
                  </a:cubicBezTo>
                  <a:cubicBezTo>
                    <a:pt x="916027" y="194686"/>
                    <a:pt x="922909" y="196784"/>
                    <a:pt x="929909" y="198056"/>
                  </a:cubicBezTo>
                  <a:cubicBezTo>
                    <a:pt x="933208" y="198669"/>
                    <a:pt x="936838" y="197420"/>
                    <a:pt x="940326" y="197019"/>
                  </a:cubicBezTo>
                  <a:cubicBezTo>
                    <a:pt x="939053" y="193531"/>
                    <a:pt x="938676" y="189218"/>
                    <a:pt x="936343" y="186767"/>
                  </a:cubicBezTo>
                  <a:cubicBezTo>
                    <a:pt x="932855" y="183138"/>
                    <a:pt x="928330" y="179791"/>
                    <a:pt x="923616" y="178283"/>
                  </a:cubicBezTo>
                  <a:cubicBezTo>
                    <a:pt x="916428" y="175973"/>
                    <a:pt x="908721" y="175360"/>
                    <a:pt x="901226" y="173993"/>
                  </a:cubicBezTo>
                  <a:cubicBezTo>
                    <a:pt x="892577" y="172438"/>
                    <a:pt x="891563" y="169704"/>
                    <a:pt x="897055" y="162893"/>
                  </a:cubicBezTo>
                  <a:cubicBezTo>
                    <a:pt x="905799" y="151981"/>
                    <a:pt x="917253" y="150849"/>
                    <a:pt x="929178" y="155327"/>
                  </a:cubicBezTo>
                  <a:cubicBezTo>
                    <a:pt x="943225" y="160630"/>
                    <a:pt x="956565" y="167818"/>
                    <a:pt x="970682" y="172956"/>
                  </a:cubicBezTo>
                  <a:cubicBezTo>
                    <a:pt x="979049" y="175997"/>
                    <a:pt x="988240" y="177175"/>
                    <a:pt x="997173" y="178236"/>
                  </a:cubicBezTo>
                  <a:cubicBezTo>
                    <a:pt x="1002405" y="178848"/>
                    <a:pt x="1006435" y="175384"/>
                    <a:pt x="1006647" y="169892"/>
                  </a:cubicBezTo>
                  <a:cubicBezTo>
                    <a:pt x="1006883" y="163906"/>
                    <a:pt x="1002051" y="162068"/>
                    <a:pt x="997149" y="161596"/>
                  </a:cubicBezTo>
                  <a:cubicBezTo>
                    <a:pt x="974618" y="159428"/>
                    <a:pt x="953972" y="151108"/>
                    <a:pt x="934010" y="141375"/>
                  </a:cubicBezTo>
                  <a:cubicBezTo>
                    <a:pt x="898398" y="123981"/>
                    <a:pt x="861632" y="109958"/>
                    <a:pt x="823380" y="99800"/>
                  </a:cubicBezTo>
                  <a:cubicBezTo>
                    <a:pt x="770941" y="85872"/>
                    <a:pt x="718101" y="74842"/>
                    <a:pt x="663305" y="78306"/>
                  </a:cubicBezTo>
                  <a:cubicBezTo>
                    <a:pt x="661584" y="78424"/>
                    <a:pt x="659840" y="78047"/>
                    <a:pt x="656046" y="77741"/>
                  </a:cubicBezTo>
                  <a:cubicBezTo>
                    <a:pt x="664035" y="74465"/>
                    <a:pt x="670045" y="72296"/>
                    <a:pt x="675796" y="69586"/>
                  </a:cubicBezTo>
                  <a:cubicBezTo>
                    <a:pt x="704644" y="55963"/>
                    <a:pt x="734599" y="54219"/>
                    <a:pt x="765544" y="60300"/>
                  </a:cubicBezTo>
                  <a:cubicBezTo>
                    <a:pt x="799812" y="67041"/>
                    <a:pt x="832548" y="78613"/>
                    <a:pt x="865025" y="91080"/>
                  </a:cubicBezTo>
                  <a:cubicBezTo>
                    <a:pt x="899529" y="104326"/>
                    <a:pt x="933585" y="118938"/>
                    <a:pt x="969951" y="126668"/>
                  </a:cubicBezTo>
                  <a:cubicBezTo>
                    <a:pt x="977635" y="128294"/>
                    <a:pt x="985601" y="130793"/>
                    <a:pt x="994934" y="126975"/>
                  </a:cubicBezTo>
                  <a:cubicBezTo>
                    <a:pt x="992270" y="124076"/>
                    <a:pt x="990691" y="121577"/>
                    <a:pt x="988429" y="120022"/>
                  </a:cubicBezTo>
                  <a:cubicBezTo>
                    <a:pt x="983126" y="116416"/>
                    <a:pt x="977729" y="112857"/>
                    <a:pt x="972025" y="109982"/>
                  </a:cubicBezTo>
                  <a:cubicBezTo>
                    <a:pt x="924559" y="85919"/>
                    <a:pt x="875466" y="65980"/>
                    <a:pt x="823687" y="53371"/>
                  </a:cubicBezTo>
                  <a:cubicBezTo>
                    <a:pt x="775325" y="41587"/>
                    <a:pt x="726727" y="30698"/>
                    <a:pt x="678153" y="19810"/>
                  </a:cubicBezTo>
                  <a:cubicBezTo>
                    <a:pt x="671059" y="18207"/>
                    <a:pt x="663470" y="18796"/>
                    <a:pt x="656117" y="18372"/>
                  </a:cubicBezTo>
                  <a:cubicBezTo>
                    <a:pt x="655975" y="19173"/>
                    <a:pt x="655834" y="19998"/>
                    <a:pt x="655692" y="20800"/>
                  </a:cubicBezTo>
                  <a:cubicBezTo>
                    <a:pt x="658850" y="23463"/>
                    <a:pt x="662244" y="25914"/>
                    <a:pt x="665120" y="28860"/>
                  </a:cubicBezTo>
                  <a:cubicBezTo>
                    <a:pt x="668254" y="32065"/>
                    <a:pt x="671365" y="35742"/>
                    <a:pt x="667971" y="40573"/>
                  </a:cubicBezTo>
                  <a:cubicBezTo>
                    <a:pt x="664389" y="45688"/>
                    <a:pt x="658945" y="47856"/>
                    <a:pt x="653783" y="44627"/>
                  </a:cubicBezTo>
                  <a:cubicBezTo>
                    <a:pt x="649447" y="41917"/>
                    <a:pt x="646359" y="37085"/>
                    <a:pt x="643060" y="32914"/>
                  </a:cubicBezTo>
                  <a:cubicBezTo>
                    <a:pt x="639289" y="28106"/>
                    <a:pt x="636390" y="22544"/>
                    <a:pt x="632218" y="18136"/>
                  </a:cubicBezTo>
                  <a:cubicBezTo>
                    <a:pt x="627575" y="13234"/>
                    <a:pt x="621118" y="10359"/>
                    <a:pt x="614778" y="14153"/>
                  </a:cubicBezTo>
                  <a:cubicBezTo>
                    <a:pt x="608297" y="18042"/>
                    <a:pt x="609970" y="24759"/>
                    <a:pt x="611596" y="30934"/>
                  </a:cubicBezTo>
                  <a:cubicBezTo>
                    <a:pt x="612350" y="33786"/>
                    <a:pt x="613269" y="36755"/>
                    <a:pt x="613128" y="39607"/>
                  </a:cubicBezTo>
                  <a:cubicBezTo>
                    <a:pt x="613010" y="41823"/>
                    <a:pt x="611902" y="44556"/>
                    <a:pt x="610300" y="46065"/>
                  </a:cubicBezTo>
                  <a:cubicBezTo>
                    <a:pt x="603041" y="52923"/>
                    <a:pt x="581523" y="49176"/>
                    <a:pt x="577139" y="40243"/>
                  </a:cubicBezTo>
                  <a:cubicBezTo>
                    <a:pt x="575937" y="37792"/>
                    <a:pt x="575631" y="34469"/>
                    <a:pt x="576032" y="31688"/>
                  </a:cubicBezTo>
                  <a:cubicBezTo>
                    <a:pt x="577493" y="21625"/>
                    <a:pt x="575160" y="17807"/>
                    <a:pt x="565025" y="17524"/>
                  </a:cubicBezTo>
                  <a:cubicBezTo>
                    <a:pt x="556446" y="17288"/>
                    <a:pt x="547679" y="17665"/>
                    <a:pt x="539242" y="19173"/>
                  </a:cubicBezTo>
                  <a:cubicBezTo>
                    <a:pt x="522791" y="22096"/>
                    <a:pt x="507189" y="27587"/>
                    <a:pt x="494674" y="39348"/>
                  </a:cubicBezTo>
                  <a:cubicBezTo>
                    <a:pt x="492058" y="41799"/>
                    <a:pt x="490361" y="45264"/>
                    <a:pt x="488263" y="48280"/>
                  </a:cubicBezTo>
                  <a:cubicBezTo>
                    <a:pt x="488735" y="49176"/>
                    <a:pt x="489230" y="50071"/>
                    <a:pt x="489701" y="50967"/>
                  </a:cubicBezTo>
                  <a:cubicBezTo>
                    <a:pt x="503559" y="49647"/>
                    <a:pt x="517441" y="48351"/>
                    <a:pt x="531299" y="47031"/>
                  </a:cubicBezTo>
                  <a:cubicBezTo>
                    <a:pt x="526114" y="50519"/>
                    <a:pt x="520646" y="52711"/>
                    <a:pt x="515697" y="55799"/>
                  </a:cubicBezTo>
                  <a:cubicBezTo>
                    <a:pt x="509734" y="59522"/>
                    <a:pt x="510017" y="64118"/>
                    <a:pt x="516592" y="66475"/>
                  </a:cubicBezTo>
                  <a:cubicBezTo>
                    <a:pt x="522791" y="68690"/>
                    <a:pt x="529508" y="70647"/>
                    <a:pt x="535989" y="70694"/>
                  </a:cubicBezTo>
                  <a:cubicBezTo>
                    <a:pt x="559699" y="70835"/>
                    <a:pt x="583432" y="70317"/>
                    <a:pt x="607165" y="69680"/>
                  </a:cubicBezTo>
                  <a:cubicBezTo>
                    <a:pt x="620411" y="69327"/>
                    <a:pt x="633632" y="68313"/>
                    <a:pt x="646854" y="67583"/>
                  </a:cubicBezTo>
                  <a:cubicBezTo>
                    <a:pt x="635494" y="71872"/>
                    <a:pt x="623946" y="74959"/>
                    <a:pt x="612350" y="77835"/>
                  </a:cubicBezTo>
                  <a:cubicBezTo>
                    <a:pt x="578648" y="86154"/>
                    <a:pt x="544851" y="92942"/>
                    <a:pt x="509875" y="85895"/>
                  </a:cubicBezTo>
                  <a:cubicBezTo>
                    <a:pt x="505115" y="84929"/>
                    <a:pt x="499812" y="84952"/>
                    <a:pt x="495145" y="86060"/>
                  </a:cubicBezTo>
                  <a:cubicBezTo>
                    <a:pt x="491869" y="86838"/>
                    <a:pt x="487580" y="89690"/>
                    <a:pt x="486614" y="92589"/>
                  </a:cubicBezTo>
                  <a:cubicBezTo>
                    <a:pt x="484233" y="99683"/>
                    <a:pt x="479331" y="103430"/>
                    <a:pt x="472921" y="104773"/>
                  </a:cubicBezTo>
                  <a:cubicBezTo>
                    <a:pt x="466227" y="106187"/>
                    <a:pt x="459227" y="106541"/>
                    <a:pt x="452345" y="106494"/>
                  </a:cubicBezTo>
                  <a:cubicBezTo>
                    <a:pt x="440656" y="106447"/>
                    <a:pt x="437050" y="101686"/>
                    <a:pt x="440019" y="90467"/>
                  </a:cubicBezTo>
                  <a:cubicBezTo>
                    <a:pt x="448150" y="59829"/>
                    <a:pt x="463022" y="33338"/>
                    <a:pt x="487981" y="13022"/>
                  </a:cubicBezTo>
                  <a:cubicBezTo>
                    <a:pt x="491327" y="10288"/>
                    <a:pt x="493731" y="6399"/>
                    <a:pt x="497431" y="2039"/>
                  </a:cubicBezTo>
                  <a:cubicBezTo>
                    <a:pt x="493401" y="955"/>
                    <a:pt x="491469" y="-129"/>
                    <a:pt x="489654" y="12"/>
                  </a:cubicBezTo>
                  <a:cubicBezTo>
                    <a:pt x="470658" y="1544"/>
                    <a:pt x="451780" y="4090"/>
                    <a:pt x="434999" y="13941"/>
                  </a:cubicBezTo>
                  <a:cubicBezTo>
                    <a:pt x="427316" y="18466"/>
                    <a:pt x="425454" y="25136"/>
                    <a:pt x="427599" y="33856"/>
                  </a:cubicBezTo>
                  <a:cubicBezTo>
                    <a:pt x="428353" y="36944"/>
                    <a:pt x="429366" y="40149"/>
                    <a:pt x="429296" y="43260"/>
                  </a:cubicBezTo>
                  <a:cubicBezTo>
                    <a:pt x="429107" y="51179"/>
                    <a:pt x="422862" y="55469"/>
                    <a:pt x="416192" y="51462"/>
                  </a:cubicBezTo>
                  <a:cubicBezTo>
                    <a:pt x="410960" y="48351"/>
                    <a:pt x="406293" y="43519"/>
                    <a:pt x="402852" y="38429"/>
                  </a:cubicBezTo>
                  <a:cubicBezTo>
                    <a:pt x="399623" y="33644"/>
                    <a:pt x="396677" y="29520"/>
                    <a:pt x="390667" y="28789"/>
                  </a:cubicBezTo>
                  <a:cubicBezTo>
                    <a:pt x="370257" y="26291"/>
                    <a:pt x="351355" y="30510"/>
                    <a:pt x="334834" y="42860"/>
                  </a:cubicBezTo>
                  <a:cubicBezTo>
                    <a:pt x="332359" y="44721"/>
                    <a:pt x="330969" y="50307"/>
                    <a:pt x="331652" y="53654"/>
                  </a:cubicBezTo>
                  <a:cubicBezTo>
                    <a:pt x="332878" y="59734"/>
                    <a:pt x="330545" y="62775"/>
                    <a:pt x="325619" y="64519"/>
                  </a:cubicBezTo>
                  <a:cubicBezTo>
                    <a:pt x="322414" y="65650"/>
                    <a:pt x="318878" y="65886"/>
                    <a:pt x="315461" y="66357"/>
                  </a:cubicBezTo>
                  <a:cubicBezTo>
                    <a:pt x="308862" y="67253"/>
                    <a:pt x="302145" y="67535"/>
                    <a:pt x="295687" y="68973"/>
                  </a:cubicBezTo>
                  <a:cubicBezTo>
                    <a:pt x="253264" y="78495"/>
                    <a:pt x="213411" y="94851"/>
                    <a:pt x="175018" y="115026"/>
                  </a:cubicBezTo>
                  <a:cubicBezTo>
                    <a:pt x="162668" y="121507"/>
                    <a:pt x="151473" y="129284"/>
                    <a:pt x="143154" y="141021"/>
                  </a:cubicBezTo>
                  <a:cubicBezTo>
                    <a:pt x="138534" y="147526"/>
                    <a:pt x="132100" y="151863"/>
                    <a:pt x="122885" y="150873"/>
                  </a:cubicBezTo>
                  <a:cubicBezTo>
                    <a:pt x="116074" y="150142"/>
                    <a:pt x="112633" y="155233"/>
                    <a:pt x="109804" y="163505"/>
                  </a:cubicBezTo>
                  <a:cubicBezTo>
                    <a:pt x="117276" y="161832"/>
                    <a:pt x="123380" y="161337"/>
                    <a:pt x="128824" y="159122"/>
                  </a:cubicBezTo>
                  <a:cubicBezTo>
                    <a:pt x="159651" y="146560"/>
                    <a:pt x="190290" y="133527"/>
                    <a:pt x="221070" y="120776"/>
                  </a:cubicBezTo>
                  <a:cubicBezTo>
                    <a:pt x="251355" y="108238"/>
                    <a:pt x="281381" y="95040"/>
                    <a:pt x="313717" y="88040"/>
                  </a:cubicBezTo>
                  <a:cubicBezTo>
                    <a:pt x="331016" y="84293"/>
                    <a:pt x="346053" y="75855"/>
                    <a:pt x="355739" y="59970"/>
                  </a:cubicBezTo>
                  <a:cubicBezTo>
                    <a:pt x="357035" y="57825"/>
                    <a:pt x="359133" y="56176"/>
                    <a:pt x="361113" y="53984"/>
                  </a:cubicBezTo>
                  <a:cubicBezTo>
                    <a:pt x="370328" y="73098"/>
                    <a:pt x="359793" y="94922"/>
                    <a:pt x="339053" y="102110"/>
                  </a:cubicBezTo>
                  <a:cubicBezTo>
                    <a:pt x="310630" y="111962"/>
                    <a:pt x="281853" y="120988"/>
                    <a:pt x="253995" y="132254"/>
                  </a:cubicBezTo>
                  <a:cubicBezTo>
                    <a:pt x="218784" y="146466"/>
                    <a:pt x="184280" y="162421"/>
                    <a:pt x="149635" y="178000"/>
                  </a:cubicBezTo>
                  <a:cubicBezTo>
                    <a:pt x="143012" y="180969"/>
                    <a:pt x="136625" y="184623"/>
                    <a:pt x="133561" y="192471"/>
                  </a:cubicBezTo>
                  <a:cubicBezTo>
                    <a:pt x="132477" y="195275"/>
                    <a:pt x="128093" y="197609"/>
                    <a:pt x="124747" y="198528"/>
                  </a:cubicBezTo>
                  <a:cubicBezTo>
                    <a:pt x="118619" y="200225"/>
                    <a:pt x="111973" y="200060"/>
                    <a:pt x="105869" y="201827"/>
                  </a:cubicBezTo>
                  <a:cubicBezTo>
                    <a:pt x="96536" y="204514"/>
                    <a:pt x="87203" y="207578"/>
                    <a:pt x="78412" y="211679"/>
                  </a:cubicBezTo>
                  <a:cubicBezTo>
                    <a:pt x="73392" y="214012"/>
                    <a:pt x="70846" y="219409"/>
                    <a:pt x="70493" y="226598"/>
                  </a:cubicBezTo>
                  <a:cubicBezTo>
                    <a:pt x="74617" y="224759"/>
                    <a:pt x="77587" y="222803"/>
                    <a:pt x="80816" y="222120"/>
                  </a:cubicBezTo>
                  <a:cubicBezTo>
                    <a:pt x="84586" y="221342"/>
                    <a:pt x="88569" y="221719"/>
                    <a:pt x="92458" y="221578"/>
                  </a:cubicBezTo>
                  <a:cubicBezTo>
                    <a:pt x="92364" y="225961"/>
                    <a:pt x="93000" y="230510"/>
                    <a:pt x="91916" y="234634"/>
                  </a:cubicBezTo>
                  <a:cubicBezTo>
                    <a:pt x="91186" y="237439"/>
                    <a:pt x="88475" y="240220"/>
                    <a:pt x="85930" y="241964"/>
                  </a:cubicBezTo>
                  <a:cubicBezTo>
                    <a:pt x="77822" y="247526"/>
                    <a:pt x="69762" y="253418"/>
                    <a:pt x="60947" y="257590"/>
                  </a:cubicBezTo>
                  <a:cubicBezTo>
                    <a:pt x="51756" y="261950"/>
                    <a:pt x="41692" y="264425"/>
                    <a:pt x="30827" y="255964"/>
                  </a:cubicBezTo>
                  <a:cubicBezTo>
                    <a:pt x="33231" y="271754"/>
                    <a:pt x="38605" y="284246"/>
                    <a:pt x="47372" y="296100"/>
                  </a:cubicBezTo>
                  <a:cubicBezTo>
                    <a:pt x="50931" y="293437"/>
                    <a:pt x="54042" y="291410"/>
                    <a:pt x="56776" y="288983"/>
                  </a:cubicBezTo>
                  <a:cubicBezTo>
                    <a:pt x="76008" y="271849"/>
                    <a:pt x="94980" y="254432"/>
                    <a:pt x="114353" y="237463"/>
                  </a:cubicBezTo>
                  <a:cubicBezTo>
                    <a:pt x="174193" y="185070"/>
                    <a:pt x="241740" y="146772"/>
                    <a:pt x="318973" y="126433"/>
                  </a:cubicBezTo>
                  <a:cubicBezTo>
                    <a:pt x="323026" y="125372"/>
                    <a:pt x="327269" y="124948"/>
                    <a:pt x="331440" y="124241"/>
                  </a:cubicBezTo>
                  <a:cubicBezTo>
                    <a:pt x="331770" y="124995"/>
                    <a:pt x="332124" y="125749"/>
                    <a:pt x="332454" y="126527"/>
                  </a:cubicBezTo>
                  <a:cubicBezTo>
                    <a:pt x="329178" y="129261"/>
                    <a:pt x="326232" y="132607"/>
                    <a:pt x="322555" y="134658"/>
                  </a:cubicBezTo>
                  <a:cubicBezTo>
                    <a:pt x="303135" y="145452"/>
                    <a:pt x="283903" y="156671"/>
                    <a:pt x="263894" y="166286"/>
                  </a:cubicBezTo>
                  <a:cubicBezTo>
                    <a:pt x="243743" y="175973"/>
                    <a:pt x="223568" y="185966"/>
                    <a:pt x="200778" y="189053"/>
                  </a:cubicBezTo>
                  <a:cubicBezTo>
                    <a:pt x="196583" y="189619"/>
                    <a:pt x="192741" y="195275"/>
                    <a:pt x="189394" y="199164"/>
                  </a:cubicBezTo>
                  <a:cubicBezTo>
                    <a:pt x="185836" y="203265"/>
                    <a:pt x="183903" y="209228"/>
                    <a:pt x="179731" y="212268"/>
                  </a:cubicBezTo>
                  <a:cubicBezTo>
                    <a:pt x="173674" y="216699"/>
                    <a:pt x="166085" y="218985"/>
                    <a:pt x="159416" y="222638"/>
                  </a:cubicBezTo>
                  <a:cubicBezTo>
                    <a:pt x="154278" y="225443"/>
                    <a:pt x="148975" y="228365"/>
                    <a:pt x="144827" y="232372"/>
                  </a:cubicBezTo>
                  <a:cubicBezTo>
                    <a:pt x="142753" y="234399"/>
                    <a:pt x="141928" y="239207"/>
                    <a:pt x="142611" y="242294"/>
                  </a:cubicBezTo>
                  <a:cubicBezTo>
                    <a:pt x="144379" y="250519"/>
                    <a:pt x="142682" y="253371"/>
                    <a:pt x="134693" y="255304"/>
                  </a:cubicBezTo>
                  <a:cubicBezTo>
                    <a:pt x="129083" y="256671"/>
                    <a:pt x="123026" y="258344"/>
                    <a:pt x="118501" y="261714"/>
                  </a:cubicBezTo>
                  <a:cubicBezTo>
                    <a:pt x="82347" y="288676"/>
                    <a:pt x="51143" y="320706"/>
                    <a:pt x="23757" y="356482"/>
                  </a:cubicBezTo>
                  <a:cubicBezTo>
                    <a:pt x="20646" y="360536"/>
                    <a:pt x="18784" y="365556"/>
                    <a:pt x="16333" y="370128"/>
                  </a:cubicBezTo>
                  <a:cubicBezTo>
                    <a:pt x="17040" y="370741"/>
                    <a:pt x="17770" y="371377"/>
                    <a:pt x="18478" y="371990"/>
                  </a:cubicBezTo>
                  <a:cubicBezTo>
                    <a:pt x="22225" y="369515"/>
                    <a:pt x="26302" y="367418"/>
                    <a:pt x="29696" y="364542"/>
                  </a:cubicBezTo>
                  <a:cubicBezTo>
                    <a:pt x="58308" y="340126"/>
                    <a:pt x="86731" y="315450"/>
                    <a:pt x="115367" y="291057"/>
                  </a:cubicBezTo>
                  <a:cubicBezTo>
                    <a:pt x="138346" y="271495"/>
                    <a:pt x="161537" y="252122"/>
                    <a:pt x="184775" y="232843"/>
                  </a:cubicBezTo>
                  <a:cubicBezTo>
                    <a:pt x="189701" y="228742"/>
                    <a:pt x="196041" y="225348"/>
                    <a:pt x="201273" y="231288"/>
                  </a:cubicBezTo>
                  <a:cubicBezTo>
                    <a:pt x="205892" y="236520"/>
                    <a:pt x="201815" y="242506"/>
                    <a:pt x="198185" y="246560"/>
                  </a:cubicBezTo>
                  <a:cubicBezTo>
                    <a:pt x="188452" y="257378"/>
                    <a:pt x="178977" y="268761"/>
                    <a:pt x="167688" y="277788"/>
                  </a:cubicBezTo>
                  <a:cubicBezTo>
                    <a:pt x="128188" y="309416"/>
                    <a:pt x="89984" y="342459"/>
                    <a:pt x="55503" y="379508"/>
                  </a:cubicBezTo>
                  <a:cubicBezTo>
                    <a:pt x="38346" y="397962"/>
                    <a:pt x="22626" y="417760"/>
                    <a:pt x="6599" y="437251"/>
                  </a:cubicBezTo>
                  <a:cubicBezTo>
                    <a:pt x="3559" y="440951"/>
                    <a:pt x="2168" y="446018"/>
                    <a:pt x="0" y="450472"/>
                  </a:cubicBezTo>
                  <a:cubicBezTo>
                    <a:pt x="660" y="451062"/>
                    <a:pt x="1343" y="451674"/>
                    <a:pt x="2003" y="452263"/>
                  </a:cubicBezTo>
                  <a:cubicBezTo>
                    <a:pt x="5468" y="450590"/>
                    <a:pt x="9144" y="449247"/>
                    <a:pt x="12020" y="446890"/>
                  </a:cubicBezTo>
                  <a:close/>
                  <a:moveTo>
                    <a:pt x="522508" y="114248"/>
                  </a:moveTo>
                  <a:cubicBezTo>
                    <a:pt x="571342" y="111042"/>
                    <a:pt x="620198" y="107366"/>
                    <a:pt x="669103" y="105905"/>
                  </a:cubicBezTo>
                  <a:cubicBezTo>
                    <a:pt x="702428" y="104915"/>
                    <a:pt x="735966" y="106022"/>
                    <a:pt x="769197" y="108662"/>
                  </a:cubicBezTo>
                  <a:cubicBezTo>
                    <a:pt x="788429" y="110194"/>
                    <a:pt x="807354" y="116204"/>
                    <a:pt x="826232" y="120988"/>
                  </a:cubicBezTo>
                  <a:cubicBezTo>
                    <a:pt x="842447" y="125089"/>
                    <a:pt x="858403" y="130180"/>
                    <a:pt x="874406" y="135035"/>
                  </a:cubicBezTo>
                  <a:cubicBezTo>
                    <a:pt x="877187" y="135883"/>
                    <a:pt x="879803" y="137486"/>
                    <a:pt x="882325" y="138994"/>
                  </a:cubicBezTo>
                  <a:cubicBezTo>
                    <a:pt x="892435" y="145004"/>
                    <a:pt x="893449" y="150944"/>
                    <a:pt x="886166" y="160088"/>
                  </a:cubicBezTo>
                  <a:cubicBezTo>
                    <a:pt x="879190" y="168879"/>
                    <a:pt x="865733" y="172343"/>
                    <a:pt x="856918" y="161879"/>
                  </a:cubicBezTo>
                  <a:cubicBezTo>
                    <a:pt x="848622" y="152051"/>
                    <a:pt x="835165" y="150236"/>
                    <a:pt x="823145" y="148540"/>
                  </a:cubicBezTo>
                  <a:cubicBezTo>
                    <a:pt x="786520" y="143355"/>
                    <a:pt x="749824" y="137392"/>
                    <a:pt x="712963" y="135294"/>
                  </a:cubicBezTo>
                  <a:cubicBezTo>
                    <a:pt x="656659" y="132089"/>
                    <a:pt x="600189" y="131971"/>
                    <a:pt x="543790" y="130251"/>
                  </a:cubicBezTo>
                  <a:cubicBezTo>
                    <a:pt x="531959" y="129897"/>
                    <a:pt x="520128" y="128530"/>
                    <a:pt x="508344" y="127281"/>
                  </a:cubicBezTo>
                  <a:cubicBezTo>
                    <a:pt x="505091" y="126927"/>
                    <a:pt x="501980" y="125348"/>
                    <a:pt x="497243" y="123840"/>
                  </a:cubicBezTo>
                  <a:cubicBezTo>
                    <a:pt x="505233" y="115450"/>
                    <a:pt x="514212" y="114790"/>
                    <a:pt x="522508" y="114248"/>
                  </a:cubicBezTo>
                  <a:close/>
                  <a:moveTo>
                    <a:pt x="214188" y="222379"/>
                  </a:moveTo>
                  <a:cubicBezTo>
                    <a:pt x="222956" y="215615"/>
                    <a:pt x="231652" y="208544"/>
                    <a:pt x="241150" y="202959"/>
                  </a:cubicBezTo>
                  <a:cubicBezTo>
                    <a:pt x="275631" y="182690"/>
                    <a:pt x="311242" y="164707"/>
                    <a:pt x="349847" y="153489"/>
                  </a:cubicBezTo>
                  <a:cubicBezTo>
                    <a:pt x="356281" y="151627"/>
                    <a:pt x="363210" y="151415"/>
                    <a:pt x="369927" y="150449"/>
                  </a:cubicBezTo>
                  <a:cubicBezTo>
                    <a:pt x="370399" y="151344"/>
                    <a:pt x="370870" y="152216"/>
                    <a:pt x="371365" y="153112"/>
                  </a:cubicBezTo>
                  <a:cubicBezTo>
                    <a:pt x="367806" y="156435"/>
                    <a:pt x="364648" y="160465"/>
                    <a:pt x="360571" y="162963"/>
                  </a:cubicBezTo>
                  <a:cubicBezTo>
                    <a:pt x="344803" y="172626"/>
                    <a:pt x="329083" y="182431"/>
                    <a:pt x="312751" y="191033"/>
                  </a:cubicBezTo>
                  <a:cubicBezTo>
                    <a:pt x="283550" y="206447"/>
                    <a:pt x="253854" y="220894"/>
                    <a:pt x="222036" y="230345"/>
                  </a:cubicBezTo>
                  <a:cubicBezTo>
                    <a:pt x="218407" y="231429"/>
                    <a:pt x="214518" y="231618"/>
                    <a:pt x="210747" y="232207"/>
                  </a:cubicBezTo>
                  <a:cubicBezTo>
                    <a:pt x="210205" y="231382"/>
                    <a:pt x="209640" y="230581"/>
                    <a:pt x="209098" y="229756"/>
                  </a:cubicBezTo>
                  <a:cubicBezTo>
                    <a:pt x="210771" y="227234"/>
                    <a:pt x="211949" y="224123"/>
                    <a:pt x="214188" y="22237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72" name="Google Shape;1172;p44"/>
            <p:cNvSpPr/>
            <p:nvPr/>
          </p:nvSpPr>
          <p:spPr>
            <a:xfrm>
              <a:off x="169229" y="2355877"/>
              <a:ext cx="1154991" cy="545553"/>
            </a:xfrm>
            <a:custGeom>
              <a:rect b="b" l="l" r="r" t="t"/>
              <a:pathLst>
                <a:path extrusionOk="0" h="545553" w="1154991">
                  <a:moveTo>
                    <a:pt x="21541" y="418383"/>
                  </a:moveTo>
                  <a:cubicBezTo>
                    <a:pt x="22083" y="410606"/>
                    <a:pt x="27032" y="407024"/>
                    <a:pt x="33584" y="405138"/>
                  </a:cubicBezTo>
                  <a:cubicBezTo>
                    <a:pt x="37331" y="404077"/>
                    <a:pt x="41338" y="403960"/>
                    <a:pt x="45227" y="403488"/>
                  </a:cubicBezTo>
                  <a:cubicBezTo>
                    <a:pt x="55832" y="402192"/>
                    <a:pt x="58778" y="397950"/>
                    <a:pt x="59415" y="387627"/>
                  </a:cubicBezTo>
                  <a:cubicBezTo>
                    <a:pt x="59792" y="381263"/>
                    <a:pt x="61748" y="374429"/>
                    <a:pt x="64906" y="368890"/>
                  </a:cubicBezTo>
                  <a:cubicBezTo>
                    <a:pt x="75818" y="349729"/>
                    <a:pt x="90831" y="333986"/>
                    <a:pt x="108625" y="320999"/>
                  </a:cubicBezTo>
                  <a:cubicBezTo>
                    <a:pt x="111760" y="318713"/>
                    <a:pt x="115389" y="316686"/>
                    <a:pt x="119090" y="315697"/>
                  </a:cubicBezTo>
                  <a:cubicBezTo>
                    <a:pt x="121729" y="314990"/>
                    <a:pt x="126207" y="315202"/>
                    <a:pt x="127456" y="316851"/>
                  </a:cubicBezTo>
                  <a:cubicBezTo>
                    <a:pt x="128776" y="318619"/>
                    <a:pt x="128399" y="323545"/>
                    <a:pt x="126796" y="325289"/>
                  </a:cubicBezTo>
                  <a:cubicBezTo>
                    <a:pt x="122342" y="330120"/>
                    <a:pt x="117133" y="334433"/>
                    <a:pt x="111713" y="338204"/>
                  </a:cubicBezTo>
                  <a:cubicBezTo>
                    <a:pt x="100824" y="345793"/>
                    <a:pt x="91043" y="354513"/>
                    <a:pt x="89441" y="368254"/>
                  </a:cubicBezTo>
                  <a:cubicBezTo>
                    <a:pt x="87673" y="383502"/>
                    <a:pt x="80791" y="395781"/>
                    <a:pt x="71387" y="407259"/>
                  </a:cubicBezTo>
                  <a:cubicBezTo>
                    <a:pt x="44496" y="440090"/>
                    <a:pt x="23921" y="476456"/>
                    <a:pt x="11147" y="516993"/>
                  </a:cubicBezTo>
                  <a:cubicBezTo>
                    <a:pt x="9403" y="522532"/>
                    <a:pt x="8366" y="528706"/>
                    <a:pt x="8884" y="534410"/>
                  </a:cubicBezTo>
                  <a:cubicBezTo>
                    <a:pt x="9262" y="538487"/>
                    <a:pt x="12373" y="545086"/>
                    <a:pt x="15036" y="545487"/>
                  </a:cubicBezTo>
                  <a:cubicBezTo>
                    <a:pt x="18760" y="546053"/>
                    <a:pt x="24581" y="542918"/>
                    <a:pt x="27008" y="539548"/>
                  </a:cubicBezTo>
                  <a:cubicBezTo>
                    <a:pt x="30779" y="534316"/>
                    <a:pt x="34150" y="527717"/>
                    <a:pt x="34668" y="521447"/>
                  </a:cubicBezTo>
                  <a:cubicBezTo>
                    <a:pt x="35823" y="507424"/>
                    <a:pt x="41149" y="495098"/>
                    <a:pt x="47395" y="483055"/>
                  </a:cubicBezTo>
                  <a:cubicBezTo>
                    <a:pt x="70586" y="438275"/>
                    <a:pt x="99881" y="397526"/>
                    <a:pt x="130827" y="357931"/>
                  </a:cubicBezTo>
                  <a:cubicBezTo>
                    <a:pt x="155102" y="326868"/>
                    <a:pt x="180037" y="296253"/>
                    <a:pt x="210723" y="271223"/>
                  </a:cubicBezTo>
                  <a:cubicBezTo>
                    <a:pt x="269596" y="223215"/>
                    <a:pt x="333773" y="183267"/>
                    <a:pt x="401296" y="148668"/>
                  </a:cubicBezTo>
                  <a:cubicBezTo>
                    <a:pt x="413716" y="142305"/>
                    <a:pt x="427268" y="138039"/>
                    <a:pt x="440631" y="133797"/>
                  </a:cubicBezTo>
                  <a:cubicBezTo>
                    <a:pt x="443766" y="132807"/>
                    <a:pt x="449634" y="134740"/>
                    <a:pt x="451614" y="137332"/>
                  </a:cubicBezTo>
                  <a:cubicBezTo>
                    <a:pt x="453523" y="139830"/>
                    <a:pt x="453122" y="145322"/>
                    <a:pt x="451850" y="148810"/>
                  </a:cubicBezTo>
                  <a:cubicBezTo>
                    <a:pt x="449516" y="155173"/>
                    <a:pt x="444049" y="158308"/>
                    <a:pt x="437355" y="160170"/>
                  </a:cubicBezTo>
                  <a:cubicBezTo>
                    <a:pt x="426726" y="163116"/>
                    <a:pt x="416120" y="166439"/>
                    <a:pt x="405986" y="170752"/>
                  </a:cubicBezTo>
                  <a:cubicBezTo>
                    <a:pt x="396252" y="174900"/>
                    <a:pt x="386684" y="179826"/>
                    <a:pt x="377893" y="185671"/>
                  </a:cubicBezTo>
                  <a:cubicBezTo>
                    <a:pt x="349469" y="204502"/>
                    <a:pt x="321447" y="223969"/>
                    <a:pt x="293188" y="243059"/>
                  </a:cubicBezTo>
                  <a:cubicBezTo>
                    <a:pt x="289370" y="245652"/>
                    <a:pt x="284115" y="250177"/>
                    <a:pt x="281145" y="249140"/>
                  </a:cubicBezTo>
                  <a:cubicBezTo>
                    <a:pt x="274758" y="246948"/>
                    <a:pt x="272024" y="250554"/>
                    <a:pt x="268654" y="253618"/>
                  </a:cubicBezTo>
                  <a:cubicBezTo>
                    <a:pt x="213410" y="303488"/>
                    <a:pt x="161913" y="357035"/>
                    <a:pt x="112679" y="412751"/>
                  </a:cubicBezTo>
                  <a:cubicBezTo>
                    <a:pt x="102898" y="423828"/>
                    <a:pt x="94531" y="436177"/>
                    <a:pt x="85882" y="448197"/>
                  </a:cubicBezTo>
                  <a:cubicBezTo>
                    <a:pt x="84232" y="450483"/>
                    <a:pt x="84044" y="453971"/>
                    <a:pt x="83714" y="456965"/>
                  </a:cubicBezTo>
                  <a:cubicBezTo>
                    <a:pt x="83360" y="459934"/>
                    <a:pt x="84704" y="463493"/>
                    <a:pt x="83478" y="465873"/>
                  </a:cubicBezTo>
                  <a:cubicBezTo>
                    <a:pt x="80768" y="471106"/>
                    <a:pt x="76525" y="475513"/>
                    <a:pt x="73674" y="480674"/>
                  </a:cubicBezTo>
                  <a:cubicBezTo>
                    <a:pt x="70492" y="486449"/>
                    <a:pt x="67452" y="492482"/>
                    <a:pt x="65778" y="498798"/>
                  </a:cubicBezTo>
                  <a:cubicBezTo>
                    <a:pt x="65024" y="501650"/>
                    <a:pt x="66815" y="506529"/>
                    <a:pt x="69125" y="508438"/>
                  </a:cubicBezTo>
                  <a:cubicBezTo>
                    <a:pt x="71034" y="509993"/>
                    <a:pt x="76266" y="509734"/>
                    <a:pt x="78576" y="508155"/>
                  </a:cubicBezTo>
                  <a:cubicBezTo>
                    <a:pt x="83124" y="505020"/>
                    <a:pt x="87225" y="500825"/>
                    <a:pt x="90548" y="496347"/>
                  </a:cubicBezTo>
                  <a:cubicBezTo>
                    <a:pt x="101296" y="481876"/>
                    <a:pt x="103393" y="481711"/>
                    <a:pt x="114635" y="496017"/>
                  </a:cubicBezTo>
                  <a:cubicBezTo>
                    <a:pt x="114942" y="496418"/>
                    <a:pt x="115224" y="496819"/>
                    <a:pt x="115554" y="497196"/>
                  </a:cubicBezTo>
                  <a:cubicBezTo>
                    <a:pt x="120386" y="502781"/>
                    <a:pt x="124227" y="502993"/>
                    <a:pt x="129035" y="497573"/>
                  </a:cubicBezTo>
                  <a:cubicBezTo>
                    <a:pt x="131157" y="495192"/>
                    <a:pt x="133231" y="492553"/>
                    <a:pt x="134503" y="489677"/>
                  </a:cubicBezTo>
                  <a:cubicBezTo>
                    <a:pt x="141126" y="474547"/>
                    <a:pt x="147607" y="459345"/>
                    <a:pt x="153829" y="444049"/>
                  </a:cubicBezTo>
                  <a:cubicBezTo>
                    <a:pt x="155102" y="440938"/>
                    <a:pt x="155055" y="437262"/>
                    <a:pt x="155620" y="433844"/>
                  </a:cubicBezTo>
                  <a:cubicBezTo>
                    <a:pt x="139570" y="445652"/>
                    <a:pt x="135658" y="466651"/>
                    <a:pt x="118335" y="477398"/>
                  </a:cubicBezTo>
                  <a:cubicBezTo>
                    <a:pt x="117133" y="473533"/>
                    <a:pt x="116285" y="469762"/>
                    <a:pt x="117275" y="466533"/>
                  </a:cubicBezTo>
                  <a:cubicBezTo>
                    <a:pt x="122177" y="450295"/>
                    <a:pt x="125830" y="433373"/>
                    <a:pt x="133160" y="418266"/>
                  </a:cubicBezTo>
                  <a:cubicBezTo>
                    <a:pt x="144496" y="394909"/>
                    <a:pt x="163092" y="376479"/>
                    <a:pt x="181357" y="358355"/>
                  </a:cubicBezTo>
                  <a:cubicBezTo>
                    <a:pt x="239288" y="300943"/>
                    <a:pt x="303464" y="251402"/>
                    <a:pt x="372920" y="208815"/>
                  </a:cubicBezTo>
                  <a:cubicBezTo>
                    <a:pt x="400518" y="191893"/>
                    <a:pt x="428989" y="176479"/>
                    <a:pt x="460523" y="167759"/>
                  </a:cubicBezTo>
                  <a:cubicBezTo>
                    <a:pt x="467876" y="165732"/>
                    <a:pt x="475300" y="163729"/>
                    <a:pt x="482300" y="160759"/>
                  </a:cubicBezTo>
                  <a:cubicBezTo>
                    <a:pt x="489182" y="157860"/>
                    <a:pt x="489253" y="153971"/>
                    <a:pt x="483290" y="149234"/>
                  </a:cubicBezTo>
                  <a:cubicBezTo>
                    <a:pt x="479613" y="146312"/>
                    <a:pt x="475607" y="143766"/>
                    <a:pt x="472166" y="140608"/>
                  </a:cubicBezTo>
                  <a:cubicBezTo>
                    <a:pt x="467923" y="136696"/>
                    <a:pt x="466509" y="131652"/>
                    <a:pt x="469927" y="126585"/>
                  </a:cubicBezTo>
                  <a:cubicBezTo>
                    <a:pt x="478411" y="114000"/>
                    <a:pt x="488828" y="107306"/>
                    <a:pt x="502451" y="121306"/>
                  </a:cubicBezTo>
                  <a:cubicBezTo>
                    <a:pt x="506080" y="125030"/>
                    <a:pt x="509191" y="129295"/>
                    <a:pt x="513104" y="132689"/>
                  </a:cubicBezTo>
                  <a:cubicBezTo>
                    <a:pt x="517912" y="136884"/>
                    <a:pt x="522908" y="141150"/>
                    <a:pt x="528494" y="144096"/>
                  </a:cubicBezTo>
                  <a:cubicBezTo>
                    <a:pt x="538180" y="149234"/>
                    <a:pt x="546052" y="145063"/>
                    <a:pt x="546641" y="133962"/>
                  </a:cubicBezTo>
                  <a:cubicBezTo>
                    <a:pt x="547348" y="120222"/>
                    <a:pt x="554914" y="113128"/>
                    <a:pt x="567146" y="110582"/>
                  </a:cubicBezTo>
                  <a:cubicBezTo>
                    <a:pt x="581357" y="107636"/>
                    <a:pt x="595757" y="104478"/>
                    <a:pt x="610181" y="103912"/>
                  </a:cubicBezTo>
                  <a:cubicBezTo>
                    <a:pt x="629908" y="103135"/>
                    <a:pt x="649729" y="104502"/>
                    <a:pt x="669503" y="105374"/>
                  </a:cubicBezTo>
                  <a:cubicBezTo>
                    <a:pt x="680038" y="105845"/>
                    <a:pt x="689583" y="103465"/>
                    <a:pt x="695970" y="95051"/>
                  </a:cubicBezTo>
                  <a:cubicBezTo>
                    <a:pt x="699057" y="90950"/>
                    <a:pt x="699363" y="84751"/>
                    <a:pt x="700919" y="79496"/>
                  </a:cubicBezTo>
                  <a:cubicBezTo>
                    <a:pt x="696323" y="78341"/>
                    <a:pt x="691586" y="75795"/>
                    <a:pt x="687179" y="76290"/>
                  </a:cubicBezTo>
                  <a:cubicBezTo>
                    <a:pt x="671247" y="78058"/>
                    <a:pt x="655432" y="80792"/>
                    <a:pt x="639594" y="83219"/>
                  </a:cubicBezTo>
                  <a:cubicBezTo>
                    <a:pt x="622036" y="85906"/>
                    <a:pt x="604525" y="88805"/>
                    <a:pt x="586943" y="91327"/>
                  </a:cubicBezTo>
                  <a:cubicBezTo>
                    <a:pt x="582182" y="92010"/>
                    <a:pt x="577115" y="91657"/>
                    <a:pt x="575489" y="85741"/>
                  </a:cubicBezTo>
                  <a:cubicBezTo>
                    <a:pt x="573768" y="79496"/>
                    <a:pt x="574758" y="73486"/>
                    <a:pt x="580886" y="70280"/>
                  </a:cubicBezTo>
                  <a:cubicBezTo>
                    <a:pt x="585128" y="68089"/>
                    <a:pt x="590078" y="66627"/>
                    <a:pt x="594838" y="66227"/>
                  </a:cubicBezTo>
                  <a:cubicBezTo>
                    <a:pt x="607565" y="65119"/>
                    <a:pt x="611713" y="62055"/>
                    <a:pt x="615413" y="49540"/>
                  </a:cubicBezTo>
                  <a:cubicBezTo>
                    <a:pt x="617134" y="43719"/>
                    <a:pt x="621093" y="43059"/>
                    <a:pt x="626490" y="44497"/>
                  </a:cubicBezTo>
                  <a:cubicBezTo>
                    <a:pt x="641456" y="48433"/>
                    <a:pt x="656328" y="53029"/>
                    <a:pt x="671553" y="55527"/>
                  </a:cubicBezTo>
                  <a:cubicBezTo>
                    <a:pt x="695663" y="59510"/>
                    <a:pt x="720127" y="61348"/>
                    <a:pt x="744261" y="65284"/>
                  </a:cubicBezTo>
                  <a:cubicBezTo>
                    <a:pt x="798680" y="74146"/>
                    <a:pt x="851614" y="88970"/>
                    <a:pt x="903417" y="107801"/>
                  </a:cubicBezTo>
                  <a:cubicBezTo>
                    <a:pt x="969597" y="131841"/>
                    <a:pt x="1033161" y="161018"/>
                    <a:pt x="1090361" y="202875"/>
                  </a:cubicBezTo>
                  <a:cubicBezTo>
                    <a:pt x="1098044" y="208485"/>
                    <a:pt x="1106859" y="212774"/>
                    <a:pt x="1115626" y="216592"/>
                  </a:cubicBezTo>
                  <a:cubicBezTo>
                    <a:pt x="1124323" y="220363"/>
                    <a:pt x="1132996" y="218501"/>
                    <a:pt x="1139171" y="211124"/>
                  </a:cubicBezTo>
                  <a:cubicBezTo>
                    <a:pt x="1144356" y="204926"/>
                    <a:pt x="1148645" y="197926"/>
                    <a:pt x="1152793" y="190950"/>
                  </a:cubicBezTo>
                  <a:cubicBezTo>
                    <a:pt x="1156116" y="185341"/>
                    <a:pt x="1155692" y="179142"/>
                    <a:pt x="1151379" y="174287"/>
                  </a:cubicBezTo>
                  <a:cubicBezTo>
                    <a:pt x="1141575" y="163210"/>
                    <a:pt x="1131817" y="151992"/>
                    <a:pt x="1121070" y="141881"/>
                  </a:cubicBezTo>
                  <a:cubicBezTo>
                    <a:pt x="1110818" y="132241"/>
                    <a:pt x="1099529" y="123615"/>
                    <a:pt x="1085341" y="120151"/>
                  </a:cubicBezTo>
                  <a:cubicBezTo>
                    <a:pt x="1078459" y="118454"/>
                    <a:pt x="1077021" y="115673"/>
                    <a:pt x="1079732" y="109074"/>
                  </a:cubicBezTo>
                  <a:cubicBezTo>
                    <a:pt x="1083691" y="99505"/>
                    <a:pt x="1091893" y="96701"/>
                    <a:pt x="1102357" y="100306"/>
                  </a:cubicBezTo>
                  <a:cubicBezTo>
                    <a:pt x="1105444" y="101367"/>
                    <a:pt x="1110629" y="101202"/>
                    <a:pt x="1112751" y="99269"/>
                  </a:cubicBezTo>
                  <a:cubicBezTo>
                    <a:pt x="1116498" y="95852"/>
                    <a:pt x="1114188" y="91539"/>
                    <a:pt x="1110771" y="88381"/>
                  </a:cubicBezTo>
                  <a:cubicBezTo>
                    <a:pt x="1107872" y="85694"/>
                    <a:pt x="1105067" y="82842"/>
                    <a:pt x="1101862" y="80556"/>
                  </a:cubicBezTo>
                  <a:cubicBezTo>
                    <a:pt x="1068489" y="56469"/>
                    <a:pt x="1031582" y="39524"/>
                    <a:pt x="992670" y="26774"/>
                  </a:cubicBezTo>
                  <a:cubicBezTo>
                    <a:pt x="988876" y="25524"/>
                    <a:pt x="984634" y="25666"/>
                    <a:pt x="980603" y="25171"/>
                  </a:cubicBezTo>
                  <a:cubicBezTo>
                    <a:pt x="980179" y="25925"/>
                    <a:pt x="979731" y="26679"/>
                    <a:pt x="979307" y="27433"/>
                  </a:cubicBezTo>
                  <a:cubicBezTo>
                    <a:pt x="982560" y="30474"/>
                    <a:pt x="985388" y="34292"/>
                    <a:pt x="989159" y="36413"/>
                  </a:cubicBezTo>
                  <a:cubicBezTo>
                    <a:pt x="1006387" y="46076"/>
                    <a:pt x="1024040" y="54938"/>
                    <a:pt x="1041197" y="64695"/>
                  </a:cubicBezTo>
                  <a:cubicBezTo>
                    <a:pt x="1051874" y="70775"/>
                    <a:pt x="1062197" y="77610"/>
                    <a:pt x="1072143" y="84822"/>
                  </a:cubicBezTo>
                  <a:cubicBezTo>
                    <a:pt x="1074829" y="86778"/>
                    <a:pt x="1075536" y="91421"/>
                    <a:pt x="1077163" y="94839"/>
                  </a:cubicBezTo>
                  <a:cubicBezTo>
                    <a:pt x="1073627" y="96182"/>
                    <a:pt x="1069715" y="99246"/>
                    <a:pt x="1066604" y="98562"/>
                  </a:cubicBezTo>
                  <a:cubicBezTo>
                    <a:pt x="1054184" y="95899"/>
                    <a:pt x="1041504" y="93283"/>
                    <a:pt x="1029837" y="88428"/>
                  </a:cubicBezTo>
                  <a:cubicBezTo>
                    <a:pt x="1008461" y="79566"/>
                    <a:pt x="988216" y="67947"/>
                    <a:pt x="964577" y="65402"/>
                  </a:cubicBezTo>
                  <a:cubicBezTo>
                    <a:pt x="959086" y="64813"/>
                    <a:pt x="953665" y="62008"/>
                    <a:pt x="952793" y="55715"/>
                  </a:cubicBezTo>
                  <a:cubicBezTo>
                    <a:pt x="951614" y="47207"/>
                    <a:pt x="945652" y="44285"/>
                    <a:pt x="938746" y="42517"/>
                  </a:cubicBezTo>
                  <a:cubicBezTo>
                    <a:pt x="932548" y="40938"/>
                    <a:pt x="926114" y="40302"/>
                    <a:pt x="919821" y="39005"/>
                  </a:cubicBezTo>
                  <a:cubicBezTo>
                    <a:pt x="858944" y="26467"/>
                    <a:pt x="798822" y="10181"/>
                    <a:pt x="736955" y="2852"/>
                  </a:cubicBezTo>
                  <a:cubicBezTo>
                    <a:pt x="723898" y="1320"/>
                    <a:pt x="710700" y="919"/>
                    <a:pt x="697572" y="0"/>
                  </a:cubicBezTo>
                  <a:cubicBezTo>
                    <a:pt x="697337" y="1013"/>
                    <a:pt x="697101" y="2027"/>
                    <a:pt x="696865" y="3040"/>
                  </a:cubicBezTo>
                  <a:cubicBezTo>
                    <a:pt x="702357" y="5209"/>
                    <a:pt x="707683" y="7990"/>
                    <a:pt x="713339" y="9427"/>
                  </a:cubicBezTo>
                  <a:cubicBezTo>
                    <a:pt x="744402" y="17323"/>
                    <a:pt x="775725" y="24205"/>
                    <a:pt x="806599" y="32736"/>
                  </a:cubicBezTo>
                  <a:cubicBezTo>
                    <a:pt x="897007" y="57719"/>
                    <a:pt x="983927" y="92010"/>
                    <a:pt x="1068112" y="133161"/>
                  </a:cubicBezTo>
                  <a:cubicBezTo>
                    <a:pt x="1088240" y="142989"/>
                    <a:pt x="1107471" y="154891"/>
                    <a:pt x="1126232" y="167170"/>
                  </a:cubicBezTo>
                  <a:cubicBezTo>
                    <a:pt x="1132571" y="171318"/>
                    <a:pt x="1137144" y="179095"/>
                    <a:pt x="1140820" y="186095"/>
                  </a:cubicBezTo>
                  <a:cubicBezTo>
                    <a:pt x="1144143" y="192411"/>
                    <a:pt x="1140891" y="196111"/>
                    <a:pt x="1133773" y="195569"/>
                  </a:cubicBezTo>
                  <a:cubicBezTo>
                    <a:pt x="1129908" y="195263"/>
                    <a:pt x="1125737" y="194650"/>
                    <a:pt x="1122343" y="192906"/>
                  </a:cubicBezTo>
                  <a:cubicBezTo>
                    <a:pt x="1103512" y="183172"/>
                    <a:pt x="1084351" y="173886"/>
                    <a:pt x="1066250" y="162880"/>
                  </a:cubicBezTo>
                  <a:cubicBezTo>
                    <a:pt x="1029696" y="140702"/>
                    <a:pt x="993967" y="116804"/>
                    <a:pt x="954348" y="100495"/>
                  </a:cubicBezTo>
                  <a:cubicBezTo>
                    <a:pt x="906316" y="80698"/>
                    <a:pt x="855739" y="68843"/>
                    <a:pt x="804902" y="58873"/>
                  </a:cubicBezTo>
                  <a:cubicBezTo>
                    <a:pt x="760853" y="50224"/>
                    <a:pt x="716498" y="43153"/>
                    <a:pt x="672142" y="36248"/>
                  </a:cubicBezTo>
                  <a:cubicBezTo>
                    <a:pt x="634457" y="30379"/>
                    <a:pt x="596465" y="27292"/>
                    <a:pt x="558237" y="29060"/>
                  </a:cubicBezTo>
                  <a:cubicBezTo>
                    <a:pt x="550671" y="29413"/>
                    <a:pt x="542917" y="30639"/>
                    <a:pt x="535753" y="33019"/>
                  </a:cubicBezTo>
                  <a:cubicBezTo>
                    <a:pt x="532359" y="34150"/>
                    <a:pt x="530167" y="38935"/>
                    <a:pt x="527433" y="42069"/>
                  </a:cubicBezTo>
                  <a:cubicBezTo>
                    <a:pt x="530921" y="43625"/>
                    <a:pt x="534527" y="46759"/>
                    <a:pt x="537874" y="46477"/>
                  </a:cubicBezTo>
                  <a:cubicBezTo>
                    <a:pt x="550884" y="45416"/>
                    <a:pt x="563775" y="42941"/>
                    <a:pt x="576785" y="41716"/>
                  </a:cubicBezTo>
                  <a:cubicBezTo>
                    <a:pt x="584563" y="40985"/>
                    <a:pt x="592481" y="41574"/>
                    <a:pt x="600330" y="41574"/>
                  </a:cubicBezTo>
                  <a:cubicBezTo>
                    <a:pt x="599269" y="44709"/>
                    <a:pt x="597879" y="46594"/>
                    <a:pt x="596040" y="47301"/>
                  </a:cubicBezTo>
                  <a:cubicBezTo>
                    <a:pt x="587108" y="50766"/>
                    <a:pt x="578246" y="54773"/>
                    <a:pt x="568984" y="57059"/>
                  </a:cubicBezTo>
                  <a:cubicBezTo>
                    <a:pt x="543153" y="63469"/>
                    <a:pt x="516875" y="68207"/>
                    <a:pt x="491256" y="75348"/>
                  </a:cubicBezTo>
                  <a:cubicBezTo>
                    <a:pt x="470681" y="81098"/>
                    <a:pt x="450718" y="89182"/>
                    <a:pt x="430662" y="96701"/>
                  </a:cubicBezTo>
                  <a:cubicBezTo>
                    <a:pt x="424676" y="98939"/>
                    <a:pt x="419231" y="102215"/>
                    <a:pt x="420150" y="110724"/>
                  </a:cubicBezTo>
                  <a:cubicBezTo>
                    <a:pt x="420433" y="113340"/>
                    <a:pt x="417322" y="117016"/>
                    <a:pt x="414824" y="119090"/>
                  </a:cubicBezTo>
                  <a:cubicBezTo>
                    <a:pt x="409333" y="123639"/>
                    <a:pt x="403535" y="128023"/>
                    <a:pt x="397336" y="131511"/>
                  </a:cubicBezTo>
                  <a:cubicBezTo>
                    <a:pt x="367499" y="148244"/>
                    <a:pt x="336130" y="159911"/>
                    <a:pt x="301414" y="161513"/>
                  </a:cubicBezTo>
                  <a:cubicBezTo>
                    <a:pt x="291774" y="161961"/>
                    <a:pt x="282465" y="165261"/>
                    <a:pt x="277845" y="175536"/>
                  </a:cubicBezTo>
                  <a:cubicBezTo>
                    <a:pt x="275159" y="181523"/>
                    <a:pt x="272825" y="187980"/>
                    <a:pt x="268842" y="193047"/>
                  </a:cubicBezTo>
                  <a:cubicBezTo>
                    <a:pt x="242870" y="225949"/>
                    <a:pt x="210912" y="252628"/>
                    <a:pt x="178081" y="278270"/>
                  </a:cubicBezTo>
                  <a:cubicBezTo>
                    <a:pt x="167405" y="286613"/>
                    <a:pt x="155668" y="293637"/>
                    <a:pt x="144001" y="300589"/>
                  </a:cubicBezTo>
                  <a:cubicBezTo>
                    <a:pt x="140914" y="302428"/>
                    <a:pt x="136342" y="301744"/>
                    <a:pt x="132429" y="302239"/>
                  </a:cubicBezTo>
                  <a:cubicBezTo>
                    <a:pt x="133160" y="298162"/>
                    <a:pt x="132688" y="293165"/>
                    <a:pt x="134904" y="290172"/>
                  </a:cubicBezTo>
                  <a:cubicBezTo>
                    <a:pt x="140277" y="282866"/>
                    <a:pt x="146335" y="275843"/>
                    <a:pt x="153099" y="269833"/>
                  </a:cubicBezTo>
                  <a:cubicBezTo>
                    <a:pt x="175465" y="249894"/>
                    <a:pt x="199057" y="231299"/>
                    <a:pt x="220645" y="210559"/>
                  </a:cubicBezTo>
                  <a:cubicBezTo>
                    <a:pt x="243271" y="188805"/>
                    <a:pt x="264223" y="165284"/>
                    <a:pt x="285599" y="142258"/>
                  </a:cubicBezTo>
                  <a:cubicBezTo>
                    <a:pt x="288404" y="139241"/>
                    <a:pt x="290148" y="134645"/>
                    <a:pt x="290949" y="130521"/>
                  </a:cubicBezTo>
                  <a:cubicBezTo>
                    <a:pt x="291468" y="127834"/>
                    <a:pt x="290266" y="123285"/>
                    <a:pt x="288263" y="122060"/>
                  </a:cubicBezTo>
                  <a:cubicBezTo>
                    <a:pt x="286377" y="120882"/>
                    <a:pt x="281899" y="122107"/>
                    <a:pt x="279613" y="123757"/>
                  </a:cubicBezTo>
                  <a:cubicBezTo>
                    <a:pt x="273415" y="128211"/>
                    <a:pt x="267782" y="133491"/>
                    <a:pt x="261913" y="138393"/>
                  </a:cubicBezTo>
                  <a:cubicBezTo>
                    <a:pt x="256045" y="143295"/>
                    <a:pt x="250435" y="148598"/>
                    <a:pt x="244166" y="152934"/>
                  </a:cubicBezTo>
                  <a:cubicBezTo>
                    <a:pt x="238557" y="156823"/>
                    <a:pt x="231439" y="157978"/>
                    <a:pt x="226160" y="153194"/>
                  </a:cubicBezTo>
                  <a:cubicBezTo>
                    <a:pt x="216214" y="144190"/>
                    <a:pt x="206740" y="146736"/>
                    <a:pt x="198161" y="153759"/>
                  </a:cubicBezTo>
                  <a:cubicBezTo>
                    <a:pt x="177727" y="170516"/>
                    <a:pt x="157317" y="187415"/>
                    <a:pt x="137921" y="205350"/>
                  </a:cubicBezTo>
                  <a:cubicBezTo>
                    <a:pt x="101555" y="238982"/>
                    <a:pt x="66108" y="273580"/>
                    <a:pt x="29860" y="307353"/>
                  </a:cubicBezTo>
                  <a:cubicBezTo>
                    <a:pt x="22342" y="314377"/>
                    <a:pt x="13056" y="319491"/>
                    <a:pt x="4642" y="325548"/>
                  </a:cubicBezTo>
                  <a:cubicBezTo>
                    <a:pt x="-1768" y="330168"/>
                    <a:pt x="-1509" y="332901"/>
                    <a:pt x="5231" y="336790"/>
                  </a:cubicBezTo>
                  <a:cubicBezTo>
                    <a:pt x="11595" y="340443"/>
                    <a:pt x="17982" y="340962"/>
                    <a:pt x="24157" y="336932"/>
                  </a:cubicBezTo>
                  <a:cubicBezTo>
                    <a:pt x="32641" y="331417"/>
                    <a:pt x="41833" y="326514"/>
                    <a:pt x="49021" y="319585"/>
                  </a:cubicBezTo>
                  <a:cubicBezTo>
                    <a:pt x="73249" y="296206"/>
                    <a:pt x="96323" y="271648"/>
                    <a:pt x="120598" y="248339"/>
                  </a:cubicBezTo>
                  <a:cubicBezTo>
                    <a:pt x="141809" y="227976"/>
                    <a:pt x="163893" y="208508"/>
                    <a:pt x="185929" y="189017"/>
                  </a:cubicBezTo>
                  <a:cubicBezTo>
                    <a:pt x="191727" y="183879"/>
                    <a:pt x="198727" y="180226"/>
                    <a:pt x="207070" y="185765"/>
                  </a:cubicBezTo>
                  <a:cubicBezTo>
                    <a:pt x="207565" y="185176"/>
                    <a:pt x="208036" y="184610"/>
                    <a:pt x="208531" y="184021"/>
                  </a:cubicBezTo>
                  <a:cubicBezTo>
                    <a:pt x="206740" y="179849"/>
                    <a:pt x="204949" y="175678"/>
                    <a:pt x="203134" y="171530"/>
                  </a:cubicBezTo>
                  <a:cubicBezTo>
                    <a:pt x="201249" y="167287"/>
                    <a:pt x="201696" y="162597"/>
                    <a:pt x="206151" y="161702"/>
                  </a:cubicBezTo>
                  <a:cubicBezTo>
                    <a:pt x="210794" y="160783"/>
                    <a:pt x="216238" y="161914"/>
                    <a:pt x="220739" y="163705"/>
                  </a:cubicBezTo>
                  <a:cubicBezTo>
                    <a:pt x="221753" y="164106"/>
                    <a:pt x="220787" y="171035"/>
                    <a:pt x="219726" y="174664"/>
                  </a:cubicBezTo>
                  <a:cubicBezTo>
                    <a:pt x="218925" y="177351"/>
                    <a:pt x="216780" y="179826"/>
                    <a:pt x="214777" y="181970"/>
                  </a:cubicBezTo>
                  <a:cubicBezTo>
                    <a:pt x="199269" y="198633"/>
                    <a:pt x="184232" y="215814"/>
                    <a:pt x="167923" y="231699"/>
                  </a:cubicBezTo>
                  <a:cubicBezTo>
                    <a:pt x="123002" y="275442"/>
                    <a:pt x="77916" y="318996"/>
                    <a:pt x="39028" y="368372"/>
                  </a:cubicBezTo>
                  <a:cubicBezTo>
                    <a:pt x="26702" y="384021"/>
                    <a:pt x="16143" y="401131"/>
                    <a:pt x="5420" y="417983"/>
                  </a:cubicBezTo>
                  <a:cubicBezTo>
                    <a:pt x="3558" y="420929"/>
                    <a:pt x="4878" y="425902"/>
                    <a:pt x="4736" y="429932"/>
                  </a:cubicBezTo>
                  <a:cubicBezTo>
                    <a:pt x="9379" y="428306"/>
                    <a:pt x="14258" y="427127"/>
                    <a:pt x="18571" y="424841"/>
                  </a:cubicBezTo>
                  <a:cubicBezTo>
                    <a:pt x="20197" y="423946"/>
                    <a:pt x="21376" y="420670"/>
                    <a:pt x="21541" y="418383"/>
                  </a:cubicBezTo>
                  <a:close/>
                  <a:moveTo>
                    <a:pt x="498161" y="87203"/>
                  </a:moveTo>
                  <a:cubicBezTo>
                    <a:pt x="508319" y="78694"/>
                    <a:pt x="545015" y="76691"/>
                    <a:pt x="557954" y="84304"/>
                  </a:cubicBezTo>
                  <a:cubicBezTo>
                    <a:pt x="546712" y="95828"/>
                    <a:pt x="533632" y="102192"/>
                    <a:pt x="518831" y="104784"/>
                  </a:cubicBezTo>
                  <a:cubicBezTo>
                    <a:pt x="513410" y="105727"/>
                    <a:pt x="507329" y="105680"/>
                    <a:pt x="502144" y="104101"/>
                  </a:cubicBezTo>
                  <a:cubicBezTo>
                    <a:pt x="498916" y="103111"/>
                    <a:pt x="495922" y="98704"/>
                    <a:pt x="494650" y="95192"/>
                  </a:cubicBezTo>
                  <a:cubicBezTo>
                    <a:pt x="493895" y="93142"/>
                    <a:pt x="496064" y="88947"/>
                    <a:pt x="498161" y="8720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73" name="Google Shape;1173;p44"/>
            <p:cNvSpPr/>
            <p:nvPr/>
          </p:nvSpPr>
          <p:spPr>
            <a:xfrm>
              <a:off x="437812" y="2880888"/>
              <a:ext cx="459214" cy="631201"/>
            </a:xfrm>
            <a:custGeom>
              <a:rect b="b" l="l" r="r" t="t"/>
              <a:pathLst>
                <a:path extrusionOk="0" h="631201" w="459214">
                  <a:moveTo>
                    <a:pt x="119444" y="78172"/>
                  </a:moveTo>
                  <a:cubicBezTo>
                    <a:pt x="124488" y="60284"/>
                    <a:pt x="132595" y="43762"/>
                    <a:pt x="147066" y="30776"/>
                  </a:cubicBezTo>
                  <a:cubicBezTo>
                    <a:pt x="151874" y="26463"/>
                    <a:pt x="154844" y="19298"/>
                    <a:pt x="156706" y="12888"/>
                  </a:cubicBezTo>
                  <a:cubicBezTo>
                    <a:pt x="157625" y="9753"/>
                    <a:pt x="155103" y="4144"/>
                    <a:pt x="152322" y="1787"/>
                  </a:cubicBezTo>
                  <a:cubicBezTo>
                    <a:pt x="148339" y="-1583"/>
                    <a:pt x="143460" y="67"/>
                    <a:pt x="140231" y="4615"/>
                  </a:cubicBezTo>
                  <a:cubicBezTo>
                    <a:pt x="137804" y="8033"/>
                    <a:pt x="134811" y="11191"/>
                    <a:pt x="132972" y="14915"/>
                  </a:cubicBezTo>
                  <a:cubicBezTo>
                    <a:pt x="119256" y="42513"/>
                    <a:pt x="105068" y="69947"/>
                    <a:pt x="92388" y="98016"/>
                  </a:cubicBezTo>
                  <a:cubicBezTo>
                    <a:pt x="83267" y="118191"/>
                    <a:pt x="75183" y="138907"/>
                    <a:pt x="72190" y="161274"/>
                  </a:cubicBezTo>
                  <a:cubicBezTo>
                    <a:pt x="71695" y="165044"/>
                    <a:pt x="66793" y="169499"/>
                    <a:pt x="62880" y="171196"/>
                  </a:cubicBezTo>
                  <a:cubicBezTo>
                    <a:pt x="58992" y="172893"/>
                    <a:pt x="53689" y="172068"/>
                    <a:pt x="49164" y="171408"/>
                  </a:cubicBezTo>
                  <a:cubicBezTo>
                    <a:pt x="33255" y="169004"/>
                    <a:pt x="28282" y="171266"/>
                    <a:pt x="23639" y="187081"/>
                  </a:cubicBezTo>
                  <a:cubicBezTo>
                    <a:pt x="18077" y="205982"/>
                    <a:pt x="13434" y="225167"/>
                    <a:pt x="9192" y="244422"/>
                  </a:cubicBezTo>
                  <a:cubicBezTo>
                    <a:pt x="5586" y="260779"/>
                    <a:pt x="2758" y="277347"/>
                    <a:pt x="283" y="293939"/>
                  </a:cubicBezTo>
                  <a:cubicBezTo>
                    <a:pt x="-660" y="300350"/>
                    <a:pt x="472" y="307279"/>
                    <a:pt x="7990" y="309777"/>
                  </a:cubicBezTo>
                  <a:cubicBezTo>
                    <a:pt x="13151" y="311497"/>
                    <a:pt x="18737" y="306383"/>
                    <a:pt x="20505" y="296862"/>
                  </a:cubicBezTo>
                  <a:cubicBezTo>
                    <a:pt x="22461" y="286232"/>
                    <a:pt x="22249" y="275202"/>
                    <a:pt x="23969" y="264502"/>
                  </a:cubicBezTo>
                  <a:cubicBezTo>
                    <a:pt x="26585" y="248240"/>
                    <a:pt x="29084" y="231860"/>
                    <a:pt x="33538" y="216046"/>
                  </a:cubicBezTo>
                  <a:cubicBezTo>
                    <a:pt x="35777" y="208104"/>
                    <a:pt x="41245" y="200538"/>
                    <a:pt x="46878" y="194222"/>
                  </a:cubicBezTo>
                  <a:cubicBezTo>
                    <a:pt x="53948" y="186303"/>
                    <a:pt x="67830" y="187741"/>
                    <a:pt x="73816" y="195660"/>
                  </a:cubicBezTo>
                  <a:cubicBezTo>
                    <a:pt x="79590" y="203319"/>
                    <a:pt x="76809" y="211332"/>
                    <a:pt x="66204" y="218002"/>
                  </a:cubicBezTo>
                  <a:cubicBezTo>
                    <a:pt x="64153" y="219299"/>
                    <a:pt x="61985" y="220854"/>
                    <a:pt x="60712" y="222834"/>
                  </a:cubicBezTo>
                  <a:cubicBezTo>
                    <a:pt x="48692" y="241806"/>
                    <a:pt x="42235" y="262570"/>
                    <a:pt x="41858" y="285054"/>
                  </a:cubicBezTo>
                  <a:cubicBezTo>
                    <a:pt x="41740" y="291653"/>
                    <a:pt x="45628" y="296107"/>
                    <a:pt x="52251" y="296320"/>
                  </a:cubicBezTo>
                  <a:cubicBezTo>
                    <a:pt x="64624" y="296744"/>
                    <a:pt x="73840" y="302919"/>
                    <a:pt x="79779" y="312700"/>
                  </a:cubicBezTo>
                  <a:cubicBezTo>
                    <a:pt x="86119" y="323117"/>
                    <a:pt x="91280" y="334477"/>
                    <a:pt x="95546" y="345931"/>
                  </a:cubicBezTo>
                  <a:cubicBezTo>
                    <a:pt x="100990" y="360543"/>
                    <a:pt x="104384" y="375815"/>
                    <a:pt x="102664" y="391677"/>
                  </a:cubicBezTo>
                  <a:cubicBezTo>
                    <a:pt x="101980" y="398064"/>
                    <a:pt x="99270" y="403437"/>
                    <a:pt x="92529" y="404733"/>
                  </a:cubicBezTo>
                  <a:cubicBezTo>
                    <a:pt x="85412" y="406100"/>
                    <a:pt x="81664" y="401128"/>
                    <a:pt x="79095" y="395424"/>
                  </a:cubicBezTo>
                  <a:cubicBezTo>
                    <a:pt x="78011" y="393020"/>
                    <a:pt x="77799" y="390192"/>
                    <a:pt x="77210" y="387576"/>
                  </a:cubicBezTo>
                  <a:cubicBezTo>
                    <a:pt x="75890" y="381849"/>
                    <a:pt x="75207" y="375862"/>
                    <a:pt x="72968" y="370536"/>
                  </a:cubicBezTo>
                  <a:cubicBezTo>
                    <a:pt x="71907" y="368014"/>
                    <a:pt x="67735" y="365139"/>
                    <a:pt x="65237" y="365375"/>
                  </a:cubicBezTo>
                  <a:cubicBezTo>
                    <a:pt x="63116" y="365563"/>
                    <a:pt x="60288" y="369782"/>
                    <a:pt x="59722" y="372610"/>
                  </a:cubicBezTo>
                  <a:cubicBezTo>
                    <a:pt x="56753" y="387387"/>
                    <a:pt x="60170" y="401528"/>
                    <a:pt x="65237" y="415339"/>
                  </a:cubicBezTo>
                  <a:cubicBezTo>
                    <a:pt x="72614" y="435396"/>
                    <a:pt x="85624" y="436268"/>
                    <a:pt x="95617" y="420218"/>
                  </a:cubicBezTo>
                  <a:cubicBezTo>
                    <a:pt x="98963" y="414868"/>
                    <a:pt x="103064" y="414467"/>
                    <a:pt x="107047" y="418615"/>
                  </a:cubicBezTo>
                  <a:cubicBezTo>
                    <a:pt x="113364" y="425167"/>
                    <a:pt x="120081" y="431648"/>
                    <a:pt x="124936" y="439237"/>
                  </a:cubicBezTo>
                  <a:cubicBezTo>
                    <a:pt x="136649" y="457550"/>
                    <a:pt x="147160" y="476617"/>
                    <a:pt x="158520" y="495165"/>
                  </a:cubicBezTo>
                  <a:cubicBezTo>
                    <a:pt x="182041" y="533581"/>
                    <a:pt x="210795" y="567331"/>
                    <a:pt x="252558" y="586280"/>
                  </a:cubicBezTo>
                  <a:cubicBezTo>
                    <a:pt x="287533" y="602141"/>
                    <a:pt x="323616" y="615716"/>
                    <a:pt x="359746" y="628867"/>
                  </a:cubicBezTo>
                  <a:cubicBezTo>
                    <a:pt x="379237" y="635962"/>
                    <a:pt x="402263" y="626181"/>
                    <a:pt x="412704" y="609070"/>
                  </a:cubicBezTo>
                  <a:cubicBezTo>
                    <a:pt x="406741" y="606548"/>
                    <a:pt x="408650" y="602612"/>
                    <a:pt x="411384" y="599101"/>
                  </a:cubicBezTo>
                  <a:cubicBezTo>
                    <a:pt x="420175" y="587788"/>
                    <a:pt x="429720" y="577017"/>
                    <a:pt x="437969" y="565327"/>
                  </a:cubicBezTo>
                  <a:cubicBezTo>
                    <a:pt x="445605" y="554510"/>
                    <a:pt x="452228" y="542938"/>
                    <a:pt x="458709" y="531366"/>
                  </a:cubicBezTo>
                  <a:cubicBezTo>
                    <a:pt x="459982" y="529103"/>
                    <a:pt x="458473" y="525309"/>
                    <a:pt x="458261" y="522245"/>
                  </a:cubicBezTo>
                  <a:cubicBezTo>
                    <a:pt x="455315" y="522763"/>
                    <a:pt x="451639" y="522363"/>
                    <a:pt x="449518" y="523965"/>
                  </a:cubicBezTo>
                  <a:cubicBezTo>
                    <a:pt x="440467" y="530824"/>
                    <a:pt x="431299" y="537682"/>
                    <a:pt x="423263" y="545624"/>
                  </a:cubicBezTo>
                  <a:cubicBezTo>
                    <a:pt x="409734" y="559011"/>
                    <a:pt x="396277" y="572846"/>
                    <a:pt x="389159" y="590946"/>
                  </a:cubicBezTo>
                  <a:cubicBezTo>
                    <a:pt x="386873" y="596791"/>
                    <a:pt x="383998" y="598464"/>
                    <a:pt x="378436" y="598417"/>
                  </a:cubicBezTo>
                  <a:cubicBezTo>
                    <a:pt x="340491" y="598111"/>
                    <a:pt x="304502" y="589956"/>
                    <a:pt x="271082" y="571597"/>
                  </a:cubicBezTo>
                  <a:cubicBezTo>
                    <a:pt x="223592" y="545530"/>
                    <a:pt x="187934" y="507373"/>
                    <a:pt x="159982" y="461651"/>
                  </a:cubicBezTo>
                  <a:cubicBezTo>
                    <a:pt x="124818" y="404121"/>
                    <a:pt x="105280" y="341500"/>
                    <a:pt x="101108" y="274213"/>
                  </a:cubicBezTo>
                  <a:cubicBezTo>
                    <a:pt x="99953" y="255452"/>
                    <a:pt x="100802" y="236574"/>
                    <a:pt x="99435" y="217837"/>
                  </a:cubicBezTo>
                  <a:cubicBezTo>
                    <a:pt x="98492" y="204828"/>
                    <a:pt x="98327" y="190145"/>
                    <a:pt x="78412" y="186986"/>
                  </a:cubicBezTo>
                  <a:cubicBezTo>
                    <a:pt x="81829" y="183428"/>
                    <a:pt x="83880" y="180835"/>
                    <a:pt x="86378" y="178785"/>
                  </a:cubicBezTo>
                  <a:cubicBezTo>
                    <a:pt x="91539" y="174542"/>
                    <a:pt x="97243" y="170937"/>
                    <a:pt x="102074" y="166388"/>
                  </a:cubicBezTo>
                  <a:cubicBezTo>
                    <a:pt x="104031" y="164549"/>
                    <a:pt x="105044" y="160944"/>
                    <a:pt x="105138" y="158115"/>
                  </a:cubicBezTo>
                  <a:cubicBezTo>
                    <a:pt x="105280" y="153520"/>
                    <a:pt x="103111" y="148641"/>
                    <a:pt x="104031" y="144304"/>
                  </a:cubicBezTo>
                  <a:cubicBezTo>
                    <a:pt x="108744" y="122150"/>
                    <a:pt x="113293" y="99949"/>
                    <a:pt x="119444" y="78172"/>
                  </a:cubicBezTo>
                  <a:close/>
                  <a:moveTo>
                    <a:pt x="68631" y="277583"/>
                  </a:moveTo>
                  <a:cubicBezTo>
                    <a:pt x="63917" y="263253"/>
                    <a:pt x="64719" y="249678"/>
                    <a:pt x="68230" y="235113"/>
                  </a:cubicBezTo>
                  <a:cubicBezTo>
                    <a:pt x="77116" y="244422"/>
                    <a:pt x="77210" y="267873"/>
                    <a:pt x="68631" y="27758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74" name="Google Shape;1174;p44"/>
            <p:cNvSpPr/>
            <p:nvPr/>
          </p:nvSpPr>
          <p:spPr>
            <a:xfrm>
              <a:off x="406776" y="3394388"/>
              <a:ext cx="471525" cy="358476"/>
            </a:xfrm>
            <a:custGeom>
              <a:rect b="b" l="l" r="r" t="t"/>
              <a:pathLst>
                <a:path extrusionOk="0" h="358476" w="471525">
                  <a:moveTo>
                    <a:pt x="200798" y="236672"/>
                  </a:moveTo>
                  <a:cubicBezTo>
                    <a:pt x="196296" y="236272"/>
                    <a:pt x="190781" y="237497"/>
                    <a:pt x="187458" y="235329"/>
                  </a:cubicBezTo>
                  <a:cubicBezTo>
                    <a:pt x="177206" y="228659"/>
                    <a:pt x="167355" y="221164"/>
                    <a:pt x="158234" y="213010"/>
                  </a:cubicBezTo>
                  <a:cubicBezTo>
                    <a:pt x="154015" y="209239"/>
                    <a:pt x="151399" y="203418"/>
                    <a:pt x="148877" y="198138"/>
                  </a:cubicBezTo>
                  <a:cubicBezTo>
                    <a:pt x="146143" y="192435"/>
                    <a:pt x="145106" y="185836"/>
                    <a:pt x="141995" y="180415"/>
                  </a:cubicBezTo>
                  <a:cubicBezTo>
                    <a:pt x="135467" y="169079"/>
                    <a:pt x="127736" y="158449"/>
                    <a:pt x="121067" y="147184"/>
                  </a:cubicBezTo>
                  <a:cubicBezTo>
                    <a:pt x="111404" y="130875"/>
                    <a:pt x="101316" y="114707"/>
                    <a:pt x="93138" y="97667"/>
                  </a:cubicBezTo>
                  <a:cubicBezTo>
                    <a:pt x="85714" y="82159"/>
                    <a:pt x="81236" y="65284"/>
                    <a:pt x="74284" y="49517"/>
                  </a:cubicBezTo>
                  <a:cubicBezTo>
                    <a:pt x="67425" y="33985"/>
                    <a:pt x="59200" y="19020"/>
                    <a:pt x="51281" y="3959"/>
                  </a:cubicBezTo>
                  <a:cubicBezTo>
                    <a:pt x="50338" y="2168"/>
                    <a:pt x="47628" y="1296"/>
                    <a:pt x="45742" y="0"/>
                  </a:cubicBezTo>
                  <a:cubicBezTo>
                    <a:pt x="44375" y="2121"/>
                    <a:pt x="42136" y="4148"/>
                    <a:pt x="41830" y="6411"/>
                  </a:cubicBezTo>
                  <a:cubicBezTo>
                    <a:pt x="41359" y="9993"/>
                    <a:pt x="41806" y="13835"/>
                    <a:pt x="42514" y="17417"/>
                  </a:cubicBezTo>
                  <a:cubicBezTo>
                    <a:pt x="47604" y="43625"/>
                    <a:pt x="58116" y="68018"/>
                    <a:pt x="70819" y="91115"/>
                  </a:cubicBezTo>
                  <a:cubicBezTo>
                    <a:pt x="91394" y="128541"/>
                    <a:pt x="114114" y="164766"/>
                    <a:pt x="135349" y="201838"/>
                  </a:cubicBezTo>
                  <a:cubicBezTo>
                    <a:pt x="143291" y="215697"/>
                    <a:pt x="149608" y="230497"/>
                    <a:pt x="156584" y="244898"/>
                  </a:cubicBezTo>
                  <a:cubicBezTo>
                    <a:pt x="159035" y="249965"/>
                    <a:pt x="156702" y="254136"/>
                    <a:pt x="152247" y="255810"/>
                  </a:cubicBezTo>
                  <a:cubicBezTo>
                    <a:pt x="150032" y="256635"/>
                    <a:pt x="146355" y="254443"/>
                    <a:pt x="143716" y="252934"/>
                  </a:cubicBezTo>
                  <a:cubicBezTo>
                    <a:pt x="141901" y="251897"/>
                    <a:pt x="140581" y="249800"/>
                    <a:pt x="139308" y="248009"/>
                  </a:cubicBezTo>
                  <a:cubicBezTo>
                    <a:pt x="125780" y="228801"/>
                    <a:pt x="111946" y="209781"/>
                    <a:pt x="98912" y="190243"/>
                  </a:cubicBezTo>
                  <a:cubicBezTo>
                    <a:pt x="72186" y="150153"/>
                    <a:pt x="45625" y="109970"/>
                    <a:pt x="31154" y="63257"/>
                  </a:cubicBezTo>
                  <a:cubicBezTo>
                    <a:pt x="28962" y="56187"/>
                    <a:pt x="24295" y="49611"/>
                    <a:pt x="19699" y="43625"/>
                  </a:cubicBezTo>
                  <a:cubicBezTo>
                    <a:pt x="15410" y="38039"/>
                    <a:pt x="8952" y="39453"/>
                    <a:pt x="3343" y="41975"/>
                  </a:cubicBezTo>
                  <a:cubicBezTo>
                    <a:pt x="-2973" y="44803"/>
                    <a:pt x="1552" y="49682"/>
                    <a:pt x="1811" y="53641"/>
                  </a:cubicBezTo>
                  <a:cubicBezTo>
                    <a:pt x="1929" y="55527"/>
                    <a:pt x="3060" y="57365"/>
                    <a:pt x="3744" y="59227"/>
                  </a:cubicBezTo>
                  <a:cubicBezTo>
                    <a:pt x="16848" y="94579"/>
                    <a:pt x="34430" y="127716"/>
                    <a:pt x="54486" y="159510"/>
                  </a:cubicBezTo>
                  <a:cubicBezTo>
                    <a:pt x="63843" y="174334"/>
                    <a:pt x="74307" y="188475"/>
                    <a:pt x="84041" y="203088"/>
                  </a:cubicBezTo>
                  <a:cubicBezTo>
                    <a:pt x="85903" y="205869"/>
                    <a:pt x="88566" y="210182"/>
                    <a:pt x="87623" y="212397"/>
                  </a:cubicBezTo>
                  <a:cubicBezTo>
                    <a:pt x="84182" y="220410"/>
                    <a:pt x="89791" y="224299"/>
                    <a:pt x="93845" y="228659"/>
                  </a:cubicBezTo>
                  <a:cubicBezTo>
                    <a:pt x="102448" y="237898"/>
                    <a:pt x="111663" y="246547"/>
                    <a:pt x="120289" y="255763"/>
                  </a:cubicBezTo>
                  <a:cubicBezTo>
                    <a:pt x="126369" y="262244"/>
                    <a:pt x="132497" y="268819"/>
                    <a:pt x="137541" y="276078"/>
                  </a:cubicBezTo>
                  <a:cubicBezTo>
                    <a:pt x="144093" y="285459"/>
                    <a:pt x="142867" y="290125"/>
                    <a:pt x="133911" y="297290"/>
                  </a:cubicBezTo>
                  <a:cubicBezTo>
                    <a:pt x="127289" y="302593"/>
                    <a:pt x="126228" y="307448"/>
                    <a:pt x="131932" y="313599"/>
                  </a:cubicBezTo>
                  <a:cubicBezTo>
                    <a:pt x="137423" y="319538"/>
                    <a:pt x="143763" y="324865"/>
                    <a:pt x="150315" y="329625"/>
                  </a:cubicBezTo>
                  <a:cubicBezTo>
                    <a:pt x="156937" y="334433"/>
                    <a:pt x="161415" y="332760"/>
                    <a:pt x="161934" y="324676"/>
                  </a:cubicBezTo>
                  <a:cubicBezTo>
                    <a:pt x="162994" y="308178"/>
                    <a:pt x="162664" y="291586"/>
                    <a:pt x="162994" y="275041"/>
                  </a:cubicBezTo>
                  <a:cubicBezTo>
                    <a:pt x="163042" y="272213"/>
                    <a:pt x="163489" y="269385"/>
                    <a:pt x="163725" y="266557"/>
                  </a:cubicBezTo>
                  <a:cubicBezTo>
                    <a:pt x="167025" y="266958"/>
                    <a:pt x="170937" y="266345"/>
                    <a:pt x="173506" y="267924"/>
                  </a:cubicBezTo>
                  <a:cubicBezTo>
                    <a:pt x="182745" y="273604"/>
                    <a:pt x="191960" y="279496"/>
                    <a:pt x="200421" y="286236"/>
                  </a:cubicBezTo>
                  <a:cubicBezTo>
                    <a:pt x="225403" y="306199"/>
                    <a:pt x="251281" y="324818"/>
                    <a:pt x="279752" y="339501"/>
                  </a:cubicBezTo>
                  <a:cubicBezTo>
                    <a:pt x="296579" y="348174"/>
                    <a:pt x="314326" y="354325"/>
                    <a:pt x="333487" y="354301"/>
                  </a:cubicBezTo>
                  <a:cubicBezTo>
                    <a:pt x="338083" y="354301"/>
                    <a:pt x="342679" y="351167"/>
                    <a:pt x="347275" y="349446"/>
                  </a:cubicBezTo>
                  <a:cubicBezTo>
                    <a:pt x="344517" y="345628"/>
                    <a:pt x="342184" y="341386"/>
                    <a:pt x="338884" y="338086"/>
                  </a:cubicBezTo>
                  <a:cubicBezTo>
                    <a:pt x="335208" y="334410"/>
                    <a:pt x="330706" y="331582"/>
                    <a:pt x="326535" y="328376"/>
                  </a:cubicBezTo>
                  <a:cubicBezTo>
                    <a:pt x="326794" y="327434"/>
                    <a:pt x="327053" y="326491"/>
                    <a:pt x="327312" y="325548"/>
                  </a:cubicBezTo>
                  <a:cubicBezTo>
                    <a:pt x="332992" y="324959"/>
                    <a:pt x="338672" y="323781"/>
                    <a:pt x="344352" y="323898"/>
                  </a:cubicBezTo>
                  <a:cubicBezTo>
                    <a:pt x="358941" y="324181"/>
                    <a:pt x="373742" y="324087"/>
                    <a:pt x="382957" y="338935"/>
                  </a:cubicBezTo>
                  <a:cubicBezTo>
                    <a:pt x="384748" y="341810"/>
                    <a:pt x="388684" y="343625"/>
                    <a:pt x="391960" y="345204"/>
                  </a:cubicBezTo>
                  <a:cubicBezTo>
                    <a:pt x="408151" y="353052"/>
                    <a:pt x="425474" y="356941"/>
                    <a:pt x="443268" y="358284"/>
                  </a:cubicBezTo>
                  <a:cubicBezTo>
                    <a:pt x="450574" y="358827"/>
                    <a:pt x="458069" y="358143"/>
                    <a:pt x="465351" y="357177"/>
                  </a:cubicBezTo>
                  <a:cubicBezTo>
                    <a:pt x="467732" y="356870"/>
                    <a:pt x="471244" y="354066"/>
                    <a:pt x="471503" y="352039"/>
                  </a:cubicBezTo>
                  <a:cubicBezTo>
                    <a:pt x="471786" y="349894"/>
                    <a:pt x="469358" y="346406"/>
                    <a:pt x="467166" y="345133"/>
                  </a:cubicBezTo>
                  <a:cubicBezTo>
                    <a:pt x="462783" y="342541"/>
                    <a:pt x="457880" y="339948"/>
                    <a:pt x="452931" y="339312"/>
                  </a:cubicBezTo>
                  <a:cubicBezTo>
                    <a:pt x="437282" y="337285"/>
                    <a:pt x="421491" y="336225"/>
                    <a:pt x="405771" y="334645"/>
                  </a:cubicBezTo>
                  <a:cubicBezTo>
                    <a:pt x="402872" y="334363"/>
                    <a:pt x="400044" y="333467"/>
                    <a:pt x="397192" y="332854"/>
                  </a:cubicBezTo>
                  <a:cubicBezTo>
                    <a:pt x="397145" y="332147"/>
                    <a:pt x="397098" y="331440"/>
                    <a:pt x="397027" y="330733"/>
                  </a:cubicBezTo>
                  <a:cubicBezTo>
                    <a:pt x="407020" y="325595"/>
                    <a:pt x="417037" y="320457"/>
                    <a:pt x="427030" y="315320"/>
                  </a:cubicBezTo>
                  <a:cubicBezTo>
                    <a:pt x="426817" y="314565"/>
                    <a:pt x="426629" y="313835"/>
                    <a:pt x="426417" y="313081"/>
                  </a:cubicBezTo>
                  <a:cubicBezTo>
                    <a:pt x="423636" y="312350"/>
                    <a:pt x="420878" y="311195"/>
                    <a:pt x="418074" y="310959"/>
                  </a:cubicBezTo>
                  <a:cubicBezTo>
                    <a:pt x="403791" y="309757"/>
                    <a:pt x="389462" y="308980"/>
                    <a:pt x="375179" y="307707"/>
                  </a:cubicBezTo>
                  <a:cubicBezTo>
                    <a:pt x="364621" y="306764"/>
                    <a:pt x="353992" y="305751"/>
                    <a:pt x="343574" y="303889"/>
                  </a:cubicBezTo>
                  <a:cubicBezTo>
                    <a:pt x="333959" y="302169"/>
                    <a:pt x="329976" y="297549"/>
                    <a:pt x="330188" y="290691"/>
                  </a:cubicBezTo>
                  <a:cubicBezTo>
                    <a:pt x="330353" y="285199"/>
                    <a:pt x="335349" y="281381"/>
                    <a:pt x="344729" y="280839"/>
                  </a:cubicBezTo>
                  <a:cubicBezTo>
                    <a:pt x="351611" y="280439"/>
                    <a:pt x="358540" y="281381"/>
                    <a:pt x="365446" y="281405"/>
                  </a:cubicBezTo>
                  <a:cubicBezTo>
                    <a:pt x="368887" y="281428"/>
                    <a:pt x="372328" y="280721"/>
                    <a:pt x="376476" y="280250"/>
                  </a:cubicBezTo>
                  <a:cubicBezTo>
                    <a:pt x="375533" y="277634"/>
                    <a:pt x="375486" y="277092"/>
                    <a:pt x="375203" y="276738"/>
                  </a:cubicBezTo>
                  <a:cubicBezTo>
                    <a:pt x="364857" y="263823"/>
                    <a:pt x="330989" y="255503"/>
                    <a:pt x="316141" y="262645"/>
                  </a:cubicBezTo>
                  <a:cubicBezTo>
                    <a:pt x="313713" y="263823"/>
                    <a:pt x="311286" y="267028"/>
                    <a:pt x="310697" y="269691"/>
                  </a:cubicBezTo>
                  <a:cubicBezTo>
                    <a:pt x="308175" y="281098"/>
                    <a:pt x="303603" y="284280"/>
                    <a:pt x="292337" y="281476"/>
                  </a:cubicBezTo>
                  <a:cubicBezTo>
                    <a:pt x="276334" y="277516"/>
                    <a:pt x="263513" y="267830"/>
                    <a:pt x="250197" y="258803"/>
                  </a:cubicBezTo>
                  <a:cubicBezTo>
                    <a:pt x="239214" y="251355"/>
                    <a:pt x="227736" y="244521"/>
                    <a:pt x="215929" y="238440"/>
                  </a:cubicBezTo>
                  <a:cubicBezTo>
                    <a:pt x="211710" y="236295"/>
                    <a:pt x="205912" y="237144"/>
                    <a:pt x="200798" y="236672"/>
                  </a:cubicBezTo>
                  <a:close/>
                  <a:moveTo>
                    <a:pt x="306831" y="306717"/>
                  </a:moveTo>
                  <a:cubicBezTo>
                    <a:pt x="307868" y="307401"/>
                    <a:pt x="308811" y="308202"/>
                    <a:pt x="309777" y="308980"/>
                  </a:cubicBezTo>
                  <a:cubicBezTo>
                    <a:pt x="320454" y="317488"/>
                    <a:pt x="319676" y="328070"/>
                    <a:pt x="307374" y="334551"/>
                  </a:cubicBezTo>
                  <a:cubicBezTo>
                    <a:pt x="305111" y="335753"/>
                    <a:pt x="300421" y="334975"/>
                    <a:pt x="298347" y="333279"/>
                  </a:cubicBezTo>
                  <a:cubicBezTo>
                    <a:pt x="294623" y="330238"/>
                    <a:pt x="292031" y="325807"/>
                    <a:pt x="289014" y="321919"/>
                  </a:cubicBezTo>
                  <a:cubicBezTo>
                    <a:pt x="285314" y="317134"/>
                    <a:pt x="280529" y="313269"/>
                    <a:pt x="274496" y="315272"/>
                  </a:cubicBezTo>
                  <a:cubicBezTo>
                    <a:pt x="266200" y="318030"/>
                    <a:pt x="259436" y="315107"/>
                    <a:pt x="254109" y="310158"/>
                  </a:cubicBezTo>
                  <a:cubicBezTo>
                    <a:pt x="240039" y="297125"/>
                    <a:pt x="226629" y="283361"/>
                    <a:pt x="213218" y="269621"/>
                  </a:cubicBezTo>
                  <a:cubicBezTo>
                    <a:pt x="210272" y="266604"/>
                    <a:pt x="208387" y="262550"/>
                    <a:pt x="206030" y="258991"/>
                  </a:cubicBezTo>
                  <a:cubicBezTo>
                    <a:pt x="206643" y="258449"/>
                    <a:pt x="207232" y="257907"/>
                    <a:pt x="207845" y="257389"/>
                  </a:cubicBezTo>
                  <a:cubicBezTo>
                    <a:pt x="241241" y="272991"/>
                    <a:pt x="275721" y="286425"/>
                    <a:pt x="306831" y="30671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75" name="Google Shape;1175;p44"/>
            <p:cNvSpPr/>
            <p:nvPr/>
          </p:nvSpPr>
          <p:spPr>
            <a:xfrm>
              <a:off x="425960" y="3624014"/>
              <a:ext cx="499682" cy="282108"/>
            </a:xfrm>
            <a:custGeom>
              <a:rect b="b" l="l" r="r" t="t"/>
              <a:pathLst>
                <a:path extrusionOk="0" h="282108" w="499682">
                  <a:moveTo>
                    <a:pt x="481968" y="218619"/>
                  </a:moveTo>
                  <a:cubicBezTo>
                    <a:pt x="483618" y="222602"/>
                    <a:pt x="485362" y="226302"/>
                    <a:pt x="486658" y="230168"/>
                  </a:cubicBezTo>
                  <a:cubicBezTo>
                    <a:pt x="488921" y="236932"/>
                    <a:pt x="484843" y="245558"/>
                    <a:pt x="477466" y="250201"/>
                  </a:cubicBezTo>
                  <a:cubicBezTo>
                    <a:pt x="469571" y="255173"/>
                    <a:pt x="461888" y="255221"/>
                    <a:pt x="456561" y="248975"/>
                  </a:cubicBezTo>
                  <a:cubicBezTo>
                    <a:pt x="437259" y="226350"/>
                    <a:pt x="411051" y="215579"/>
                    <a:pt x="384113" y="206128"/>
                  </a:cubicBezTo>
                  <a:cubicBezTo>
                    <a:pt x="348407" y="193613"/>
                    <a:pt x="310839" y="190620"/>
                    <a:pt x="273743" y="185411"/>
                  </a:cubicBezTo>
                  <a:cubicBezTo>
                    <a:pt x="256868" y="183055"/>
                    <a:pt x="240983" y="178907"/>
                    <a:pt x="226441" y="169668"/>
                  </a:cubicBezTo>
                  <a:cubicBezTo>
                    <a:pt x="200775" y="153382"/>
                    <a:pt x="175133" y="137026"/>
                    <a:pt x="149019" y="121494"/>
                  </a:cubicBezTo>
                  <a:cubicBezTo>
                    <a:pt x="107351" y="96724"/>
                    <a:pt x="70325" y="66910"/>
                    <a:pt x="40511" y="28235"/>
                  </a:cubicBezTo>
                  <a:cubicBezTo>
                    <a:pt x="32521" y="17865"/>
                    <a:pt x="21209" y="9969"/>
                    <a:pt x="10909" y="1556"/>
                  </a:cubicBezTo>
                  <a:cubicBezTo>
                    <a:pt x="8576" y="-330"/>
                    <a:pt x="4075" y="448"/>
                    <a:pt x="563" y="0"/>
                  </a:cubicBezTo>
                  <a:cubicBezTo>
                    <a:pt x="516" y="3370"/>
                    <a:pt x="-710" y="7283"/>
                    <a:pt x="610" y="9969"/>
                  </a:cubicBezTo>
                  <a:cubicBezTo>
                    <a:pt x="5371" y="19680"/>
                    <a:pt x="10132" y="29602"/>
                    <a:pt x="16448" y="38322"/>
                  </a:cubicBezTo>
                  <a:cubicBezTo>
                    <a:pt x="37400" y="67311"/>
                    <a:pt x="63914" y="90644"/>
                    <a:pt x="92738" y="111549"/>
                  </a:cubicBezTo>
                  <a:cubicBezTo>
                    <a:pt x="99102" y="116168"/>
                    <a:pt x="105230" y="121400"/>
                    <a:pt x="110297" y="127363"/>
                  </a:cubicBezTo>
                  <a:cubicBezTo>
                    <a:pt x="112913" y="130450"/>
                    <a:pt x="112960" y="135730"/>
                    <a:pt x="114162" y="140019"/>
                  </a:cubicBezTo>
                  <a:cubicBezTo>
                    <a:pt x="110014" y="139571"/>
                    <a:pt x="105017" y="140467"/>
                    <a:pt x="101836" y="138463"/>
                  </a:cubicBezTo>
                  <a:cubicBezTo>
                    <a:pt x="88472" y="130073"/>
                    <a:pt x="75463" y="121094"/>
                    <a:pt x="62689" y="111831"/>
                  </a:cubicBezTo>
                  <a:cubicBezTo>
                    <a:pt x="48289" y="101391"/>
                    <a:pt x="34407" y="90243"/>
                    <a:pt x="20030" y="79802"/>
                  </a:cubicBezTo>
                  <a:cubicBezTo>
                    <a:pt x="16943" y="77563"/>
                    <a:pt x="12630" y="77068"/>
                    <a:pt x="8859" y="75772"/>
                  </a:cubicBezTo>
                  <a:cubicBezTo>
                    <a:pt x="8340" y="76432"/>
                    <a:pt x="7846" y="77068"/>
                    <a:pt x="7327" y="77728"/>
                  </a:cubicBezTo>
                  <a:cubicBezTo>
                    <a:pt x="9425" y="81452"/>
                    <a:pt x="10980" y="85671"/>
                    <a:pt x="13738" y="88805"/>
                  </a:cubicBezTo>
                  <a:cubicBezTo>
                    <a:pt x="19936" y="95876"/>
                    <a:pt x="26134" y="103111"/>
                    <a:pt x="33370" y="109027"/>
                  </a:cubicBezTo>
                  <a:cubicBezTo>
                    <a:pt x="70349" y="139241"/>
                    <a:pt x="107421" y="169362"/>
                    <a:pt x="144966" y="198845"/>
                  </a:cubicBezTo>
                  <a:cubicBezTo>
                    <a:pt x="157480" y="208673"/>
                    <a:pt x="172046" y="214447"/>
                    <a:pt x="188590" y="215390"/>
                  </a:cubicBezTo>
                  <a:cubicBezTo>
                    <a:pt x="200304" y="216050"/>
                    <a:pt x="211145" y="220269"/>
                    <a:pt x="218711" y="230568"/>
                  </a:cubicBezTo>
                  <a:cubicBezTo>
                    <a:pt x="223354" y="236884"/>
                    <a:pt x="229646" y="241598"/>
                    <a:pt x="237942" y="241645"/>
                  </a:cubicBezTo>
                  <a:cubicBezTo>
                    <a:pt x="241077" y="241669"/>
                    <a:pt x="244211" y="239878"/>
                    <a:pt x="247346" y="238911"/>
                  </a:cubicBezTo>
                  <a:cubicBezTo>
                    <a:pt x="246215" y="235871"/>
                    <a:pt x="245979" y="231817"/>
                    <a:pt x="243811" y="229979"/>
                  </a:cubicBezTo>
                  <a:cubicBezTo>
                    <a:pt x="233511" y="221188"/>
                    <a:pt x="223306" y="212020"/>
                    <a:pt x="211923" y="204832"/>
                  </a:cubicBezTo>
                  <a:cubicBezTo>
                    <a:pt x="191065" y="191633"/>
                    <a:pt x="169241" y="179991"/>
                    <a:pt x="148147" y="167146"/>
                  </a:cubicBezTo>
                  <a:cubicBezTo>
                    <a:pt x="141925" y="163351"/>
                    <a:pt x="136717" y="157789"/>
                    <a:pt x="131320" y="152722"/>
                  </a:cubicBezTo>
                  <a:cubicBezTo>
                    <a:pt x="130188" y="151662"/>
                    <a:pt x="129411" y="148692"/>
                    <a:pt x="130070" y="147584"/>
                  </a:cubicBezTo>
                  <a:cubicBezTo>
                    <a:pt x="130825" y="146359"/>
                    <a:pt x="133535" y="145557"/>
                    <a:pt x="135185" y="145817"/>
                  </a:cubicBezTo>
                  <a:cubicBezTo>
                    <a:pt x="139545" y="146524"/>
                    <a:pt x="143929" y="147490"/>
                    <a:pt x="148029" y="149069"/>
                  </a:cubicBezTo>
                  <a:cubicBezTo>
                    <a:pt x="184065" y="162833"/>
                    <a:pt x="216802" y="182583"/>
                    <a:pt x="247982" y="205020"/>
                  </a:cubicBezTo>
                  <a:cubicBezTo>
                    <a:pt x="258447" y="212538"/>
                    <a:pt x="267898" y="221023"/>
                    <a:pt x="273672" y="233208"/>
                  </a:cubicBezTo>
                  <a:cubicBezTo>
                    <a:pt x="275722" y="237521"/>
                    <a:pt x="280530" y="241056"/>
                    <a:pt x="284843" y="243696"/>
                  </a:cubicBezTo>
                  <a:cubicBezTo>
                    <a:pt x="298206" y="251921"/>
                    <a:pt x="313007" y="254113"/>
                    <a:pt x="328374" y="251921"/>
                  </a:cubicBezTo>
                  <a:cubicBezTo>
                    <a:pt x="339168" y="250389"/>
                    <a:pt x="343245" y="245723"/>
                    <a:pt x="345084" y="234528"/>
                  </a:cubicBezTo>
                  <a:cubicBezTo>
                    <a:pt x="345956" y="229296"/>
                    <a:pt x="348147" y="224794"/>
                    <a:pt x="353898" y="223969"/>
                  </a:cubicBezTo>
                  <a:cubicBezTo>
                    <a:pt x="369194" y="221706"/>
                    <a:pt x="382722" y="227669"/>
                    <a:pt x="396510" y="232359"/>
                  </a:cubicBezTo>
                  <a:cubicBezTo>
                    <a:pt x="396674" y="233231"/>
                    <a:pt x="396839" y="234080"/>
                    <a:pt x="397004" y="234952"/>
                  </a:cubicBezTo>
                  <a:cubicBezTo>
                    <a:pt x="387082" y="240066"/>
                    <a:pt x="377160" y="245204"/>
                    <a:pt x="367238" y="250318"/>
                  </a:cubicBezTo>
                  <a:cubicBezTo>
                    <a:pt x="367450" y="251049"/>
                    <a:pt x="367686" y="251780"/>
                    <a:pt x="367898" y="252487"/>
                  </a:cubicBezTo>
                  <a:cubicBezTo>
                    <a:pt x="371244" y="252487"/>
                    <a:pt x="374591" y="252628"/>
                    <a:pt x="377914" y="252463"/>
                  </a:cubicBezTo>
                  <a:cubicBezTo>
                    <a:pt x="389274" y="251874"/>
                    <a:pt x="400610" y="250978"/>
                    <a:pt x="411970" y="250601"/>
                  </a:cubicBezTo>
                  <a:cubicBezTo>
                    <a:pt x="429976" y="249988"/>
                    <a:pt x="445696" y="252958"/>
                    <a:pt x="453450" y="272826"/>
                  </a:cubicBezTo>
                  <a:cubicBezTo>
                    <a:pt x="456986" y="281900"/>
                    <a:pt x="466177" y="284587"/>
                    <a:pt x="473059" y="279708"/>
                  </a:cubicBezTo>
                  <a:cubicBezTo>
                    <a:pt x="488473" y="268796"/>
                    <a:pt x="497877" y="253618"/>
                    <a:pt x="499621" y="234645"/>
                  </a:cubicBezTo>
                  <a:cubicBezTo>
                    <a:pt x="500493" y="225548"/>
                    <a:pt x="492079" y="218430"/>
                    <a:pt x="481968" y="218619"/>
                  </a:cubicBezTo>
                  <a:close/>
                  <a:moveTo>
                    <a:pt x="327879" y="234645"/>
                  </a:moveTo>
                  <a:cubicBezTo>
                    <a:pt x="325711" y="234363"/>
                    <a:pt x="324414" y="234433"/>
                    <a:pt x="323283" y="234033"/>
                  </a:cubicBezTo>
                  <a:cubicBezTo>
                    <a:pt x="308953" y="228730"/>
                    <a:pt x="296274" y="220905"/>
                    <a:pt x="286163" y="209333"/>
                  </a:cubicBezTo>
                  <a:cubicBezTo>
                    <a:pt x="284937" y="207943"/>
                    <a:pt x="284985" y="205444"/>
                    <a:pt x="284442" y="203465"/>
                  </a:cubicBezTo>
                  <a:cubicBezTo>
                    <a:pt x="286257" y="203040"/>
                    <a:pt x="288284" y="201886"/>
                    <a:pt x="289863" y="202310"/>
                  </a:cubicBezTo>
                  <a:cubicBezTo>
                    <a:pt x="305135" y="206364"/>
                    <a:pt x="318946" y="213151"/>
                    <a:pt x="329458" y="225312"/>
                  </a:cubicBezTo>
                  <a:cubicBezTo>
                    <a:pt x="330966" y="227033"/>
                    <a:pt x="331155" y="230191"/>
                    <a:pt x="331202" y="232689"/>
                  </a:cubicBezTo>
                  <a:cubicBezTo>
                    <a:pt x="331225" y="233444"/>
                    <a:pt x="328633" y="234245"/>
                    <a:pt x="327879" y="23464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76" name="Google Shape;1176;p44"/>
            <p:cNvSpPr/>
            <p:nvPr/>
          </p:nvSpPr>
          <p:spPr>
            <a:xfrm>
              <a:off x="1023012" y="2543575"/>
              <a:ext cx="418240" cy="362550"/>
            </a:xfrm>
            <a:custGeom>
              <a:rect b="b" l="l" r="r" t="t"/>
              <a:pathLst>
                <a:path extrusionOk="0" h="362550" w="418240">
                  <a:moveTo>
                    <a:pt x="272001" y="124794"/>
                  </a:moveTo>
                  <a:cubicBezTo>
                    <a:pt x="255103" y="112043"/>
                    <a:pt x="237427" y="100047"/>
                    <a:pt x="216757" y="93613"/>
                  </a:cubicBezTo>
                  <a:cubicBezTo>
                    <a:pt x="209569" y="91374"/>
                    <a:pt x="203865" y="92647"/>
                    <a:pt x="197502" y="97101"/>
                  </a:cubicBezTo>
                  <a:cubicBezTo>
                    <a:pt x="190856" y="101744"/>
                    <a:pt x="182772" y="104431"/>
                    <a:pt x="175088" y="107377"/>
                  </a:cubicBezTo>
                  <a:cubicBezTo>
                    <a:pt x="173415" y="108013"/>
                    <a:pt x="170186" y="106599"/>
                    <a:pt x="168819" y="105091"/>
                  </a:cubicBezTo>
                  <a:cubicBezTo>
                    <a:pt x="168089" y="104289"/>
                    <a:pt x="169173" y="100778"/>
                    <a:pt x="170422" y="99364"/>
                  </a:cubicBezTo>
                  <a:cubicBezTo>
                    <a:pt x="174240" y="95074"/>
                    <a:pt x="172402" y="91610"/>
                    <a:pt x="169385" y="88310"/>
                  </a:cubicBezTo>
                  <a:cubicBezTo>
                    <a:pt x="167570" y="86307"/>
                    <a:pt x="165473" y="84469"/>
                    <a:pt x="163187" y="83007"/>
                  </a:cubicBezTo>
                  <a:cubicBezTo>
                    <a:pt x="115343" y="52156"/>
                    <a:pt x="65072" y="25807"/>
                    <a:pt x="12915" y="3064"/>
                  </a:cubicBezTo>
                  <a:cubicBezTo>
                    <a:pt x="9262" y="1461"/>
                    <a:pt x="5114" y="990"/>
                    <a:pt x="1202" y="0"/>
                  </a:cubicBezTo>
                  <a:cubicBezTo>
                    <a:pt x="801" y="660"/>
                    <a:pt x="401" y="1296"/>
                    <a:pt x="0" y="1956"/>
                  </a:cubicBezTo>
                  <a:cubicBezTo>
                    <a:pt x="2687" y="4643"/>
                    <a:pt x="5020" y="7778"/>
                    <a:pt x="8084" y="9922"/>
                  </a:cubicBezTo>
                  <a:cubicBezTo>
                    <a:pt x="26326" y="22649"/>
                    <a:pt x="44332" y="35777"/>
                    <a:pt x="63163" y="47608"/>
                  </a:cubicBezTo>
                  <a:cubicBezTo>
                    <a:pt x="116026" y="80839"/>
                    <a:pt x="167570" y="115885"/>
                    <a:pt x="214282" y="157459"/>
                  </a:cubicBezTo>
                  <a:cubicBezTo>
                    <a:pt x="251662" y="190714"/>
                    <a:pt x="288593" y="224487"/>
                    <a:pt x="324888" y="258921"/>
                  </a:cubicBezTo>
                  <a:cubicBezTo>
                    <a:pt x="344638" y="277634"/>
                    <a:pt x="366698" y="293849"/>
                    <a:pt x="379779" y="319656"/>
                  </a:cubicBezTo>
                  <a:cubicBezTo>
                    <a:pt x="388004" y="335895"/>
                    <a:pt x="403630" y="348386"/>
                    <a:pt x="415933" y="362550"/>
                  </a:cubicBezTo>
                  <a:cubicBezTo>
                    <a:pt x="416687" y="362197"/>
                    <a:pt x="417417" y="361867"/>
                    <a:pt x="418171" y="361513"/>
                  </a:cubicBezTo>
                  <a:cubicBezTo>
                    <a:pt x="418195" y="344591"/>
                    <a:pt x="419067" y="327599"/>
                    <a:pt x="413858" y="311101"/>
                  </a:cubicBezTo>
                  <a:cubicBezTo>
                    <a:pt x="413057" y="308532"/>
                    <a:pt x="411242" y="305680"/>
                    <a:pt x="409050" y="304313"/>
                  </a:cubicBezTo>
                  <a:cubicBezTo>
                    <a:pt x="404195" y="301296"/>
                    <a:pt x="398091" y="300047"/>
                    <a:pt x="393802" y="296489"/>
                  </a:cubicBezTo>
                  <a:cubicBezTo>
                    <a:pt x="383526" y="287980"/>
                    <a:pt x="373839" y="278718"/>
                    <a:pt x="364200" y="269456"/>
                  </a:cubicBezTo>
                  <a:cubicBezTo>
                    <a:pt x="337427" y="243672"/>
                    <a:pt x="314235" y="214636"/>
                    <a:pt x="282630" y="193330"/>
                  </a:cubicBezTo>
                  <a:cubicBezTo>
                    <a:pt x="253500" y="173698"/>
                    <a:pt x="231157" y="145628"/>
                    <a:pt x="210370" y="117087"/>
                  </a:cubicBezTo>
                  <a:cubicBezTo>
                    <a:pt x="207471" y="113104"/>
                    <a:pt x="206694" y="107565"/>
                    <a:pt x="204949" y="102758"/>
                  </a:cubicBezTo>
                  <a:cubicBezTo>
                    <a:pt x="209946" y="104242"/>
                    <a:pt x="215720" y="104619"/>
                    <a:pt x="219797" y="107424"/>
                  </a:cubicBezTo>
                  <a:cubicBezTo>
                    <a:pt x="233632" y="116946"/>
                    <a:pt x="247679" y="126396"/>
                    <a:pt x="260170" y="137544"/>
                  </a:cubicBezTo>
                  <a:cubicBezTo>
                    <a:pt x="296182" y="169715"/>
                    <a:pt x="331464" y="202710"/>
                    <a:pt x="367075" y="235329"/>
                  </a:cubicBezTo>
                  <a:cubicBezTo>
                    <a:pt x="376102" y="243601"/>
                    <a:pt x="385317" y="251685"/>
                    <a:pt x="395711" y="260995"/>
                  </a:cubicBezTo>
                  <a:cubicBezTo>
                    <a:pt x="395711" y="254843"/>
                    <a:pt x="395947" y="250460"/>
                    <a:pt x="395664" y="246123"/>
                  </a:cubicBezTo>
                  <a:cubicBezTo>
                    <a:pt x="395027" y="236036"/>
                    <a:pt x="394910" y="225831"/>
                    <a:pt x="393118" y="215956"/>
                  </a:cubicBezTo>
                  <a:cubicBezTo>
                    <a:pt x="391657" y="207872"/>
                    <a:pt x="388758" y="207047"/>
                    <a:pt x="381122" y="209451"/>
                  </a:cubicBezTo>
                  <a:cubicBezTo>
                    <a:pt x="375772" y="211124"/>
                    <a:pt x="371223" y="210724"/>
                    <a:pt x="367264" y="205751"/>
                  </a:cubicBezTo>
                  <a:cubicBezTo>
                    <a:pt x="362220" y="199411"/>
                    <a:pt x="357106" y="192835"/>
                    <a:pt x="350884" y="187745"/>
                  </a:cubicBezTo>
                  <a:cubicBezTo>
                    <a:pt x="324888" y="166368"/>
                    <a:pt x="298845" y="145015"/>
                    <a:pt x="272001" y="1247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77" name="Google Shape;1177;p44"/>
            <p:cNvSpPr/>
            <p:nvPr/>
          </p:nvSpPr>
          <p:spPr>
            <a:xfrm>
              <a:off x="700050" y="3045042"/>
              <a:ext cx="117417" cy="253593"/>
            </a:xfrm>
            <a:custGeom>
              <a:rect b="b" l="l" r="r" t="t"/>
              <a:pathLst>
                <a:path extrusionOk="0" h="253593" w="117417">
                  <a:moveTo>
                    <a:pt x="2858" y="188210"/>
                  </a:moveTo>
                  <a:cubicBezTo>
                    <a:pt x="76" y="190920"/>
                    <a:pt x="-324" y="197308"/>
                    <a:pt x="194" y="201785"/>
                  </a:cubicBezTo>
                  <a:cubicBezTo>
                    <a:pt x="736" y="206476"/>
                    <a:pt x="3187" y="211213"/>
                    <a:pt x="5686" y="215384"/>
                  </a:cubicBezTo>
                  <a:cubicBezTo>
                    <a:pt x="14924" y="230822"/>
                    <a:pt x="25412" y="245292"/>
                    <a:pt x="42641" y="252599"/>
                  </a:cubicBezTo>
                  <a:cubicBezTo>
                    <a:pt x="45846" y="253966"/>
                    <a:pt x="52492" y="253612"/>
                    <a:pt x="53859" y="251562"/>
                  </a:cubicBezTo>
                  <a:cubicBezTo>
                    <a:pt x="56193" y="248074"/>
                    <a:pt x="56546" y="242488"/>
                    <a:pt x="55933" y="238033"/>
                  </a:cubicBezTo>
                  <a:cubicBezTo>
                    <a:pt x="55533" y="235135"/>
                    <a:pt x="52374" y="232094"/>
                    <a:pt x="49688" y="230138"/>
                  </a:cubicBezTo>
                  <a:cubicBezTo>
                    <a:pt x="45139" y="226815"/>
                    <a:pt x="40072" y="224199"/>
                    <a:pt x="35099" y="221512"/>
                  </a:cubicBezTo>
                  <a:cubicBezTo>
                    <a:pt x="27227" y="217246"/>
                    <a:pt x="20934" y="211613"/>
                    <a:pt x="18083" y="202822"/>
                  </a:cubicBezTo>
                  <a:cubicBezTo>
                    <a:pt x="15066" y="193489"/>
                    <a:pt x="19803" y="186537"/>
                    <a:pt x="29419" y="187173"/>
                  </a:cubicBezTo>
                  <a:cubicBezTo>
                    <a:pt x="33920" y="187456"/>
                    <a:pt x="38776" y="188894"/>
                    <a:pt x="42641" y="191203"/>
                  </a:cubicBezTo>
                  <a:cubicBezTo>
                    <a:pt x="57206" y="199900"/>
                    <a:pt x="68637" y="211920"/>
                    <a:pt x="75589" y="227404"/>
                  </a:cubicBezTo>
                  <a:cubicBezTo>
                    <a:pt x="77592" y="231835"/>
                    <a:pt x="76343" y="237727"/>
                    <a:pt x="76626" y="242936"/>
                  </a:cubicBezTo>
                  <a:cubicBezTo>
                    <a:pt x="76791" y="246094"/>
                    <a:pt x="75943" y="250972"/>
                    <a:pt x="77545" y="252033"/>
                  </a:cubicBezTo>
                  <a:cubicBezTo>
                    <a:pt x="80067" y="253683"/>
                    <a:pt x="85488" y="254248"/>
                    <a:pt x="87538" y="252622"/>
                  </a:cubicBezTo>
                  <a:cubicBezTo>
                    <a:pt x="92558" y="248592"/>
                    <a:pt x="97555" y="243666"/>
                    <a:pt x="100430" y="238010"/>
                  </a:cubicBezTo>
                  <a:cubicBezTo>
                    <a:pt x="109999" y="219273"/>
                    <a:pt x="113157" y="198651"/>
                    <a:pt x="115255" y="177982"/>
                  </a:cubicBezTo>
                  <a:cubicBezTo>
                    <a:pt x="118413" y="146872"/>
                    <a:pt x="118248" y="115738"/>
                    <a:pt x="113864" y="84698"/>
                  </a:cubicBezTo>
                  <a:cubicBezTo>
                    <a:pt x="109975" y="57053"/>
                    <a:pt x="100006" y="31764"/>
                    <a:pt x="83791" y="9068"/>
                  </a:cubicBezTo>
                  <a:cubicBezTo>
                    <a:pt x="75141" y="-3046"/>
                    <a:pt x="66657" y="-3046"/>
                    <a:pt x="58054" y="9209"/>
                  </a:cubicBezTo>
                  <a:cubicBezTo>
                    <a:pt x="52115" y="17670"/>
                    <a:pt x="46577" y="26579"/>
                    <a:pt x="42217" y="35912"/>
                  </a:cubicBezTo>
                  <a:cubicBezTo>
                    <a:pt x="34392" y="52646"/>
                    <a:pt x="31304" y="70322"/>
                    <a:pt x="37008" y="88469"/>
                  </a:cubicBezTo>
                  <a:cubicBezTo>
                    <a:pt x="40685" y="100183"/>
                    <a:pt x="48415" y="103035"/>
                    <a:pt x="59445" y="97802"/>
                  </a:cubicBezTo>
                  <a:cubicBezTo>
                    <a:pt x="62155" y="96506"/>
                    <a:pt x="65031" y="95563"/>
                    <a:pt x="69344" y="93866"/>
                  </a:cubicBezTo>
                  <a:cubicBezTo>
                    <a:pt x="64983" y="106546"/>
                    <a:pt x="60482" y="111943"/>
                    <a:pt x="50159" y="114371"/>
                  </a:cubicBezTo>
                  <a:cubicBezTo>
                    <a:pt x="43112" y="116044"/>
                    <a:pt x="35547" y="115691"/>
                    <a:pt x="28193" y="115856"/>
                  </a:cubicBezTo>
                  <a:cubicBezTo>
                    <a:pt x="19214" y="116044"/>
                    <a:pt x="15042" y="118613"/>
                    <a:pt x="14335" y="127569"/>
                  </a:cubicBezTo>
                  <a:cubicBezTo>
                    <a:pt x="13510" y="137586"/>
                    <a:pt x="14618" y="147744"/>
                    <a:pt x="14241" y="157831"/>
                  </a:cubicBezTo>
                  <a:cubicBezTo>
                    <a:pt x="13817" y="169096"/>
                    <a:pt x="11648" y="179608"/>
                    <a:pt x="2858" y="188210"/>
                  </a:cubicBezTo>
                  <a:close/>
                  <a:moveTo>
                    <a:pt x="28688" y="124552"/>
                  </a:moveTo>
                  <a:cubicBezTo>
                    <a:pt x="34203" y="127711"/>
                    <a:pt x="39341" y="131599"/>
                    <a:pt x="44455" y="135417"/>
                  </a:cubicBezTo>
                  <a:cubicBezTo>
                    <a:pt x="50560" y="139990"/>
                    <a:pt x="56051" y="145552"/>
                    <a:pt x="62579" y="149393"/>
                  </a:cubicBezTo>
                  <a:cubicBezTo>
                    <a:pt x="69862" y="153683"/>
                    <a:pt x="76414" y="151279"/>
                    <a:pt x="79337" y="143265"/>
                  </a:cubicBezTo>
                  <a:cubicBezTo>
                    <a:pt x="85700" y="125896"/>
                    <a:pt x="86030" y="107890"/>
                    <a:pt x="82118" y="89954"/>
                  </a:cubicBezTo>
                  <a:cubicBezTo>
                    <a:pt x="80751" y="83685"/>
                    <a:pt x="75801" y="80668"/>
                    <a:pt x="68990" y="82530"/>
                  </a:cubicBezTo>
                  <a:cubicBezTo>
                    <a:pt x="64724" y="83685"/>
                    <a:pt x="60529" y="85311"/>
                    <a:pt x="56193" y="86113"/>
                  </a:cubicBezTo>
                  <a:cubicBezTo>
                    <a:pt x="49829" y="87267"/>
                    <a:pt x="46883" y="84793"/>
                    <a:pt x="47873" y="78547"/>
                  </a:cubicBezTo>
                  <a:cubicBezTo>
                    <a:pt x="50583" y="61342"/>
                    <a:pt x="55768" y="44868"/>
                    <a:pt x="64913" y="29973"/>
                  </a:cubicBezTo>
                  <a:cubicBezTo>
                    <a:pt x="70333" y="21158"/>
                    <a:pt x="76791" y="21323"/>
                    <a:pt x="80373" y="30869"/>
                  </a:cubicBezTo>
                  <a:cubicBezTo>
                    <a:pt x="84498" y="41851"/>
                    <a:pt x="87845" y="53400"/>
                    <a:pt x="89518" y="65019"/>
                  </a:cubicBezTo>
                  <a:cubicBezTo>
                    <a:pt x="93289" y="90920"/>
                    <a:pt x="95811" y="116987"/>
                    <a:pt x="98521" y="140319"/>
                  </a:cubicBezTo>
                  <a:cubicBezTo>
                    <a:pt x="97531" y="149558"/>
                    <a:pt x="97932" y="156299"/>
                    <a:pt x="95811" y="162144"/>
                  </a:cubicBezTo>
                  <a:cubicBezTo>
                    <a:pt x="94373" y="166127"/>
                    <a:pt x="89801" y="170958"/>
                    <a:pt x="85936" y="171689"/>
                  </a:cubicBezTo>
                  <a:cubicBezTo>
                    <a:pt x="69414" y="174753"/>
                    <a:pt x="52940" y="174376"/>
                    <a:pt x="37856" y="165184"/>
                  </a:cubicBezTo>
                  <a:cubicBezTo>
                    <a:pt x="24493" y="157029"/>
                    <a:pt x="20769" y="144043"/>
                    <a:pt x="20322" y="129667"/>
                  </a:cubicBezTo>
                  <a:cubicBezTo>
                    <a:pt x="20157" y="124269"/>
                    <a:pt x="23645" y="121653"/>
                    <a:pt x="28688" y="12455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78" name="Google Shape;1178;p44"/>
            <p:cNvSpPr/>
            <p:nvPr/>
          </p:nvSpPr>
          <p:spPr>
            <a:xfrm>
              <a:off x="858634" y="3448973"/>
              <a:ext cx="234682" cy="295687"/>
            </a:xfrm>
            <a:custGeom>
              <a:rect b="b" l="l" r="r" t="t"/>
              <a:pathLst>
                <a:path extrusionOk="0" h="295687" w="234682">
                  <a:moveTo>
                    <a:pt x="136921" y="122248"/>
                  </a:moveTo>
                  <a:cubicBezTo>
                    <a:pt x="124524" y="118336"/>
                    <a:pt x="116864" y="124346"/>
                    <a:pt x="115686" y="137497"/>
                  </a:cubicBezTo>
                  <a:cubicBezTo>
                    <a:pt x="114673" y="148692"/>
                    <a:pt x="111373" y="158567"/>
                    <a:pt x="104090" y="167287"/>
                  </a:cubicBezTo>
                  <a:cubicBezTo>
                    <a:pt x="82361" y="193307"/>
                    <a:pt x="55563" y="209545"/>
                    <a:pt x="21060" y="211737"/>
                  </a:cubicBezTo>
                  <a:cubicBezTo>
                    <a:pt x="7555" y="212585"/>
                    <a:pt x="2087" y="217111"/>
                    <a:pt x="437" y="229484"/>
                  </a:cubicBezTo>
                  <a:cubicBezTo>
                    <a:pt x="-482" y="236437"/>
                    <a:pt x="178" y="243790"/>
                    <a:pt x="1215" y="250790"/>
                  </a:cubicBezTo>
                  <a:cubicBezTo>
                    <a:pt x="2771" y="261254"/>
                    <a:pt x="8121" y="268042"/>
                    <a:pt x="19810" y="269385"/>
                  </a:cubicBezTo>
                  <a:cubicBezTo>
                    <a:pt x="29803" y="270540"/>
                    <a:pt x="32891" y="275230"/>
                    <a:pt x="34258" y="285129"/>
                  </a:cubicBezTo>
                  <a:cubicBezTo>
                    <a:pt x="34753" y="288758"/>
                    <a:pt x="36850" y="292175"/>
                    <a:pt x="38217" y="295687"/>
                  </a:cubicBezTo>
                  <a:cubicBezTo>
                    <a:pt x="38948" y="295522"/>
                    <a:pt x="39702" y="295334"/>
                    <a:pt x="40433" y="295169"/>
                  </a:cubicBezTo>
                  <a:cubicBezTo>
                    <a:pt x="40951" y="294155"/>
                    <a:pt x="41705" y="293189"/>
                    <a:pt x="41941" y="292105"/>
                  </a:cubicBezTo>
                  <a:cubicBezTo>
                    <a:pt x="45193" y="276950"/>
                    <a:pt x="44557" y="262079"/>
                    <a:pt x="37628" y="248032"/>
                  </a:cubicBezTo>
                  <a:cubicBezTo>
                    <a:pt x="36261" y="245298"/>
                    <a:pt x="32891" y="242588"/>
                    <a:pt x="29945" y="241787"/>
                  </a:cubicBezTo>
                  <a:cubicBezTo>
                    <a:pt x="24807" y="240443"/>
                    <a:pt x="23676" y="236814"/>
                    <a:pt x="25420" y="233538"/>
                  </a:cubicBezTo>
                  <a:cubicBezTo>
                    <a:pt x="28154" y="228353"/>
                    <a:pt x="32419" y="223969"/>
                    <a:pt x="36049" y="219232"/>
                  </a:cubicBezTo>
                  <a:cubicBezTo>
                    <a:pt x="39749" y="222131"/>
                    <a:pt x="43473" y="224982"/>
                    <a:pt x="47150" y="227928"/>
                  </a:cubicBezTo>
                  <a:cubicBezTo>
                    <a:pt x="47715" y="228376"/>
                    <a:pt x="48045" y="229107"/>
                    <a:pt x="48493" y="229696"/>
                  </a:cubicBezTo>
                  <a:cubicBezTo>
                    <a:pt x="53607" y="236224"/>
                    <a:pt x="58533" y="237851"/>
                    <a:pt x="65910" y="233797"/>
                  </a:cubicBezTo>
                  <a:cubicBezTo>
                    <a:pt x="72108" y="230380"/>
                    <a:pt x="77529" y="225525"/>
                    <a:pt x="83398" y="221447"/>
                  </a:cubicBezTo>
                  <a:cubicBezTo>
                    <a:pt x="94074" y="213976"/>
                    <a:pt x="104468" y="206010"/>
                    <a:pt x="115686" y="199458"/>
                  </a:cubicBezTo>
                  <a:cubicBezTo>
                    <a:pt x="120447" y="196653"/>
                    <a:pt x="127399" y="194886"/>
                    <a:pt x="132608" y="196041"/>
                  </a:cubicBezTo>
                  <a:cubicBezTo>
                    <a:pt x="146773" y="199175"/>
                    <a:pt x="157166" y="195923"/>
                    <a:pt x="165038" y="183432"/>
                  </a:cubicBezTo>
                  <a:cubicBezTo>
                    <a:pt x="169398" y="176502"/>
                    <a:pt x="173805" y="176785"/>
                    <a:pt x="179132" y="183149"/>
                  </a:cubicBezTo>
                  <a:cubicBezTo>
                    <a:pt x="184882" y="190031"/>
                    <a:pt x="186839" y="190172"/>
                    <a:pt x="190185" y="181381"/>
                  </a:cubicBezTo>
                  <a:cubicBezTo>
                    <a:pt x="195347" y="167829"/>
                    <a:pt x="200108" y="154018"/>
                    <a:pt x="203525" y="139948"/>
                  </a:cubicBezTo>
                  <a:cubicBezTo>
                    <a:pt x="214201" y="95876"/>
                    <a:pt x="224171" y="51638"/>
                    <a:pt x="234352" y="7448"/>
                  </a:cubicBezTo>
                  <a:cubicBezTo>
                    <a:pt x="234800" y="5468"/>
                    <a:pt x="234588" y="3323"/>
                    <a:pt x="234682" y="1249"/>
                  </a:cubicBezTo>
                  <a:cubicBezTo>
                    <a:pt x="233904" y="825"/>
                    <a:pt x="233150" y="424"/>
                    <a:pt x="232373" y="0"/>
                  </a:cubicBezTo>
                  <a:cubicBezTo>
                    <a:pt x="227871" y="5916"/>
                    <a:pt x="222545" y="11407"/>
                    <a:pt x="219009" y="17865"/>
                  </a:cubicBezTo>
                  <a:cubicBezTo>
                    <a:pt x="205740" y="42022"/>
                    <a:pt x="197044" y="67994"/>
                    <a:pt x="191835" y="94980"/>
                  </a:cubicBezTo>
                  <a:cubicBezTo>
                    <a:pt x="189573" y="106693"/>
                    <a:pt x="189243" y="118831"/>
                    <a:pt x="188842" y="130827"/>
                  </a:cubicBezTo>
                  <a:cubicBezTo>
                    <a:pt x="188724" y="134575"/>
                    <a:pt x="191222" y="138416"/>
                    <a:pt x="193343" y="144615"/>
                  </a:cubicBezTo>
                  <a:cubicBezTo>
                    <a:pt x="187286" y="142258"/>
                    <a:pt x="183303" y="140773"/>
                    <a:pt x="179391" y="139170"/>
                  </a:cubicBezTo>
                  <a:cubicBezTo>
                    <a:pt x="165227" y="133443"/>
                    <a:pt x="151416" y="126797"/>
                    <a:pt x="136921" y="122248"/>
                  </a:cubicBezTo>
                  <a:close/>
                  <a:moveTo>
                    <a:pt x="135248" y="182041"/>
                  </a:moveTo>
                  <a:cubicBezTo>
                    <a:pt x="131170" y="182677"/>
                    <a:pt x="128601" y="181169"/>
                    <a:pt x="129120" y="177021"/>
                  </a:cubicBezTo>
                  <a:cubicBezTo>
                    <a:pt x="130840" y="163045"/>
                    <a:pt x="137251" y="151237"/>
                    <a:pt x="147362" y="141669"/>
                  </a:cubicBezTo>
                  <a:cubicBezTo>
                    <a:pt x="149129" y="139995"/>
                    <a:pt x="154149" y="139406"/>
                    <a:pt x="156011" y="140702"/>
                  </a:cubicBezTo>
                  <a:cubicBezTo>
                    <a:pt x="159099" y="142847"/>
                    <a:pt x="160819" y="146948"/>
                    <a:pt x="161880" y="148433"/>
                  </a:cubicBezTo>
                  <a:cubicBezTo>
                    <a:pt x="161903" y="162079"/>
                    <a:pt x="146207" y="180297"/>
                    <a:pt x="135248" y="1820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79" name="Google Shape;1179;p44"/>
            <p:cNvSpPr/>
            <p:nvPr/>
          </p:nvSpPr>
          <p:spPr>
            <a:xfrm>
              <a:off x="719618" y="2154563"/>
              <a:ext cx="409209" cy="90285"/>
            </a:xfrm>
            <a:custGeom>
              <a:rect b="b" l="l" r="r" t="t"/>
              <a:pathLst>
                <a:path extrusionOk="0" h="90285" w="409209">
                  <a:moveTo>
                    <a:pt x="20080" y="18990"/>
                  </a:moveTo>
                  <a:cubicBezTo>
                    <a:pt x="45086" y="19108"/>
                    <a:pt x="70116" y="18000"/>
                    <a:pt x="95098" y="18731"/>
                  </a:cubicBezTo>
                  <a:cubicBezTo>
                    <a:pt x="121188" y="19485"/>
                    <a:pt x="147749" y="15502"/>
                    <a:pt x="172944" y="27687"/>
                  </a:cubicBezTo>
                  <a:cubicBezTo>
                    <a:pt x="179779" y="30986"/>
                    <a:pt x="189394" y="28936"/>
                    <a:pt x="197714" y="28653"/>
                  </a:cubicBezTo>
                  <a:cubicBezTo>
                    <a:pt x="207071" y="28347"/>
                    <a:pt x="216404" y="26791"/>
                    <a:pt x="225737" y="26673"/>
                  </a:cubicBezTo>
                  <a:cubicBezTo>
                    <a:pt x="231652" y="26603"/>
                    <a:pt x="238228" y="27899"/>
                    <a:pt x="239878" y="34993"/>
                  </a:cubicBezTo>
                  <a:cubicBezTo>
                    <a:pt x="241362" y="41427"/>
                    <a:pt x="245463" y="45080"/>
                    <a:pt x="250978" y="46754"/>
                  </a:cubicBezTo>
                  <a:cubicBezTo>
                    <a:pt x="258473" y="49016"/>
                    <a:pt x="266274" y="51255"/>
                    <a:pt x="274028" y="51585"/>
                  </a:cubicBezTo>
                  <a:cubicBezTo>
                    <a:pt x="299647" y="52646"/>
                    <a:pt x="323616" y="59292"/>
                    <a:pt x="346430" y="70722"/>
                  </a:cubicBezTo>
                  <a:cubicBezTo>
                    <a:pt x="356140" y="75577"/>
                    <a:pt x="365709" y="80857"/>
                    <a:pt x="375796" y="84769"/>
                  </a:cubicBezTo>
                  <a:cubicBezTo>
                    <a:pt x="383267" y="87668"/>
                    <a:pt x="391374" y="89553"/>
                    <a:pt x="399340" y="90237"/>
                  </a:cubicBezTo>
                  <a:cubicBezTo>
                    <a:pt x="406859" y="90873"/>
                    <a:pt x="410936" y="85240"/>
                    <a:pt x="408509" y="77981"/>
                  </a:cubicBezTo>
                  <a:cubicBezTo>
                    <a:pt x="406293" y="71312"/>
                    <a:pt x="402805" y="64948"/>
                    <a:pt x="399034" y="58985"/>
                  </a:cubicBezTo>
                  <a:cubicBezTo>
                    <a:pt x="397596" y="56699"/>
                    <a:pt x="393920" y="55073"/>
                    <a:pt x="391021" y="54602"/>
                  </a:cubicBezTo>
                  <a:cubicBezTo>
                    <a:pt x="382748" y="53282"/>
                    <a:pt x="374217" y="53376"/>
                    <a:pt x="366015" y="51703"/>
                  </a:cubicBezTo>
                  <a:cubicBezTo>
                    <a:pt x="344309" y="47248"/>
                    <a:pt x="322532" y="42912"/>
                    <a:pt x="301202" y="37043"/>
                  </a:cubicBezTo>
                  <a:cubicBezTo>
                    <a:pt x="288145" y="33461"/>
                    <a:pt x="287179" y="28017"/>
                    <a:pt x="294815" y="17010"/>
                  </a:cubicBezTo>
                  <a:cubicBezTo>
                    <a:pt x="300377" y="8997"/>
                    <a:pt x="299458" y="5344"/>
                    <a:pt x="289795" y="4001"/>
                  </a:cubicBezTo>
                  <a:cubicBezTo>
                    <a:pt x="274664" y="1880"/>
                    <a:pt x="259345" y="65"/>
                    <a:pt x="244120" y="18"/>
                  </a:cubicBezTo>
                  <a:cubicBezTo>
                    <a:pt x="200307" y="-53"/>
                    <a:pt x="156446" y="18"/>
                    <a:pt x="112656" y="1597"/>
                  </a:cubicBezTo>
                  <a:cubicBezTo>
                    <a:pt x="81310" y="2704"/>
                    <a:pt x="50035" y="6145"/>
                    <a:pt x="18784" y="8950"/>
                  </a:cubicBezTo>
                  <a:cubicBezTo>
                    <a:pt x="12444" y="9516"/>
                    <a:pt x="6246" y="11849"/>
                    <a:pt x="0" y="13357"/>
                  </a:cubicBezTo>
                  <a:cubicBezTo>
                    <a:pt x="71" y="14441"/>
                    <a:pt x="118" y="15526"/>
                    <a:pt x="189" y="16586"/>
                  </a:cubicBezTo>
                  <a:cubicBezTo>
                    <a:pt x="6835" y="17411"/>
                    <a:pt x="13457" y="18943"/>
                    <a:pt x="20080" y="1899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80" name="Google Shape;1180;p44"/>
            <p:cNvSpPr/>
            <p:nvPr/>
          </p:nvSpPr>
          <p:spPr>
            <a:xfrm>
              <a:off x="288460" y="2544271"/>
              <a:ext cx="355244" cy="424215"/>
            </a:xfrm>
            <a:custGeom>
              <a:rect b="b" l="l" r="r" t="t"/>
              <a:pathLst>
                <a:path extrusionOk="0" h="424215" w="355244">
                  <a:moveTo>
                    <a:pt x="64978" y="294991"/>
                  </a:moveTo>
                  <a:cubicBezTo>
                    <a:pt x="80226" y="264517"/>
                    <a:pt x="96536" y="234562"/>
                    <a:pt x="113151" y="204795"/>
                  </a:cubicBezTo>
                  <a:cubicBezTo>
                    <a:pt x="137474" y="161265"/>
                    <a:pt x="172496" y="127209"/>
                    <a:pt x="210747" y="96004"/>
                  </a:cubicBezTo>
                  <a:cubicBezTo>
                    <a:pt x="239995" y="72153"/>
                    <a:pt x="270705" y="50918"/>
                    <a:pt x="305115" y="34986"/>
                  </a:cubicBezTo>
                  <a:cubicBezTo>
                    <a:pt x="319138" y="28505"/>
                    <a:pt x="331935" y="19266"/>
                    <a:pt x="345039" y="10876"/>
                  </a:cubicBezTo>
                  <a:cubicBezTo>
                    <a:pt x="348480" y="8684"/>
                    <a:pt x="350978" y="5031"/>
                    <a:pt x="355244" y="694"/>
                  </a:cubicBezTo>
                  <a:cubicBezTo>
                    <a:pt x="344144" y="-1710"/>
                    <a:pt x="336955" y="2627"/>
                    <a:pt x="329932" y="6092"/>
                  </a:cubicBezTo>
                  <a:cubicBezTo>
                    <a:pt x="284563" y="28387"/>
                    <a:pt x="242588" y="56292"/>
                    <a:pt x="200377" y="83937"/>
                  </a:cubicBezTo>
                  <a:cubicBezTo>
                    <a:pt x="132171" y="128623"/>
                    <a:pt x="89253" y="191550"/>
                    <a:pt x="62692" y="267251"/>
                  </a:cubicBezTo>
                  <a:cubicBezTo>
                    <a:pt x="60641" y="273073"/>
                    <a:pt x="56116" y="278116"/>
                    <a:pt x="52345" y="283231"/>
                  </a:cubicBezTo>
                  <a:cubicBezTo>
                    <a:pt x="47655" y="289570"/>
                    <a:pt x="41810" y="295133"/>
                    <a:pt x="37780" y="301826"/>
                  </a:cubicBezTo>
                  <a:cubicBezTo>
                    <a:pt x="22272" y="327445"/>
                    <a:pt x="12915" y="355491"/>
                    <a:pt x="6882" y="384668"/>
                  </a:cubicBezTo>
                  <a:cubicBezTo>
                    <a:pt x="4219" y="397607"/>
                    <a:pt x="2263" y="410688"/>
                    <a:pt x="0" y="423697"/>
                  </a:cubicBezTo>
                  <a:cubicBezTo>
                    <a:pt x="848" y="423862"/>
                    <a:pt x="1673" y="424051"/>
                    <a:pt x="2522" y="424216"/>
                  </a:cubicBezTo>
                  <a:cubicBezTo>
                    <a:pt x="3983" y="421411"/>
                    <a:pt x="5515" y="418630"/>
                    <a:pt x="6882" y="415778"/>
                  </a:cubicBezTo>
                  <a:cubicBezTo>
                    <a:pt x="26184" y="375500"/>
                    <a:pt x="44992" y="334939"/>
                    <a:pt x="64978" y="2949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81" name="Google Shape;1181;p44"/>
            <p:cNvSpPr/>
            <p:nvPr/>
          </p:nvSpPr>
          <p:spPr>
            <a:xfrm>
              <a:off x="1133971" y="2516189"/>
              <a:ext cx="242198" cy="173723"/>
            </a:xfrm>
            <a:custGeom>
              <a:rect b="b" l="l" r="r" t="t"/>
              <a:pathLst>
                <a:path extrusionOk="0" h="173723" w="242198">
                  <a:moveTo>
                    <a:pt x="186142" y="76927"/>
                  </a:moveTo>
                  <a:cubicBezTo>
                    <a:pt x="190832" y="81310"/>
                    <a:pt x="196324" y="84869"/>
                    <a:pt x="200778" y="89465"/>
                  </a:cubicBezTo>
                  <a:cubicBezTo>
                    <a:pt x="204832" y="93637"/>
                    <a:pt x="208791" y="98280"/>
                    <a:pt x="211337" y="103441"/>
                  </a:cubicBezTo>
                  <a:cubicBezTo>
                    <a:pt x="213976" y="108791"/>
                    <a:pt x="209569" y="113293"/>
                    <a:pt x="203700" y="111973"/>
                  </a:cubicBezTo>
                  <a:cubicBezTo>
                    <a:pt x="200354" y="111219"/>
                    <a:pt x="196842" y="110394"/>
                    <a:pt x="193896" y="108744"/>
                  </a:cubicBezTo>
                  <a:cubicBezTo>
                    <a:pt x="166981" y="93684"/>
                    <a:pt x="139995" y="78765"/>
                    <a:pt x="113410" y="63139"/>
                  </a:cubicBezTo>
                  <a:cubicBezTo>
                    <a:pt x="82300" y="44874"/>
                    <a:pt x="51685" y="25831"/>
                    <a:pt x="20622" y="7495"/>
                  </a:cubicBezTo>
                  <a:cubicBezTo>
                    <a:pt x="14872" y="4101"/>
                    <a:pt x="8084" y="2451"/>
                    <a:pt x="1791" y="0"/>
                  </a:cubicBezTo>
                  <a:cubicBezTo>
                    <a:pt x="1202" y="943"/>
                    <a:pt x="589" y="1862"/>
                    <a:pt x="0" y="2805"/>
                  </a:cubicBezTo>
                  <a:cubicBezTo>
                    <a:pt x="3111" y="6151"/>
                    <a:pt x="5868" y="9922"/>
                    <a:pt x="9404" y="12750"/>
                  </a:cubicBezTo>
                  <a:cubicBezTo>
                    <a:pt x="22508" y="23285"/>
                    <a:pt x="35517" y="34033"/>
                    <a:pt x="49211" y="43743"/>
                  </a:cubicBezTo>
                  <a:cubicBezTo>
                    <a:pt x="104902" y="83196"/>
                    <a:pt x="160830" y="122343"/>
                    <a:pt x="216710" y="161513"/>
                  </a:cubicBezTo>
                  <a:cubicBezTo>
                    <a:pt x="222555" y="165614"/>
                    <a:pt x="228706" y="169361"/>
                    <a:pt x="234952" y="172849"/>
                  </a:cubicBezTo>
                  <a:cubicBezTo>
                    <a:pt x="236649" y="173792"/>
                    <a:pt x="239760" y="174099"/>
                    <a:pt x="241103" y="173132"/>
                  </a:cubicBezTo>
                  <a:cubicBezTo>
                    <a:pt x="242258" y="172307"/>
                    <a:pt x="242376" y="169149"/>
                    <a:pt x="242022" y="167193"/>
                  </a:cubicBezTo>
                  <a:cubicBezTo>
                    <a:pt x="241245" y="163092"/>
                    <a:pt x="240160" y="158991"/>
                    <a:pt x="238629" y="155126"/>
                  </a:cubicBezTo>
                  <a:cubicBezTo>
                    <a:pt x="228494" y="129272"/>
                    <a:pt x="221306" y="102710"/>
                    <a:pt x="218289" y="75041"/>
                  </a:cubicBezTo>
                  <a:cubicBezTo>
                    <a:pt x="216993" y="63257"/>
                    <a:pt x="211784" y="59510"/>
                    <a:pt x="200377" y="62055"/>
                  </a:cubicBezTo>
                  <a:cubicBezTo>
                    <a:pt x="195899" y="63045"/>
                    <a:pt x="191610" y="65308"/>
                    <a:pt x="187438" y="67382"/>
                  </a:cubicBezTo>
                  <a:cubicBezTo>
                    <a:pt x="182630" y="69786"/>
                    <a:pt x="182489" y="73509"/>
                    <a:pt x="186142" y="7692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82" name="Google Shape;1182;p44"/>
            <p:cNvSpPr/>
            <p:nvPr/>
          </p:nvSpPr>
          <p:spPr>
            <a:xfrm>
              <a:off x="434135" y="2112369"/>
              <a:ext cx="278034" cy="117825"/>
            </a:xfrm>
            <a:custGeom>
              <a:rect b="b" l="l" r="r" t="t"/>
              <a:pathLst>
                <a:path extrusionOk="0" h="117825" w="278034">
                  <a:moveTo>
                    <a:pt x="19397" y="115391"/>
                  </a:moveTo>
                  <a:cubicBezTo>
                    <a:pt x="83785" y="94251"/>
                    <a:pt x="148197" y="73157"/>
                    <a:pt x="212421" y="51474"/>
                  </a:cubicBezTo>
                  <a:cubicBezTo>
                    <a:pt x="232006" y="44875"/>
                    <a:pt x="251238" y="37051"/>
                    <a:pt x="270116" y="28684"/>
                  </a:cubicBezTo>
                  <a:cubicBezTo>
                    <a:pt x="279991" y="24300"/>
                    <a:pt x="280179" y="19516"/>
                    <a:pt x="273180" y="11479"/>
                  </a:cubicBezTo>
                  <a:cubicBezTo>
                    <a:pt x="270917" y="8887"/>
                    <a:pt x="268466" y="6388"/>
                    <a:pt x="265779" y="4244"/>
                  </a:cubicBezTo>
                  <a:cubicBezTo>
                    <a:pt x="257719" y="-2214"/>
                    <a:pt x="253217" y="-1177"/>
                    <a:pt x="246288" y="6506"/>
                  </a:cubicBezTo>
                  <a:cubicBezTo>
                    <a:pt x="241763" y="11526"/>
                    <a:pt x="236555" y="16923"/>
                    <a:pt x="230521" y="19351"/>
                  </a:cubicBezTo>
                  <a:cubicBezTo>
                    <a:pt x="210417" y="27411"/>
                    <a:pt x="190078" y="35071"/>
                    <a:pt x="169361" y="41269"/>
                  </a:cubicBezTo>
                  <a:cubicBezTo>
                    <a:pt x="140750" y="49825"/>
                    <a:pt x="111643" y="56777"/>
                    <a:pt x="81664" y="58309"/>
                  </a:cubicBezTo>
                  <a:cubicBezTo>
                    <a:pt x="73297" y="58733"/>
                    <a:pt x="64836" y="57154"/>
                    <a:pt x="56022" y="56471"/>
                  </a:cubicBezTo>
                  <a:cubicBezTo>
                    <a:pt x="56257" y="57390"/>
                    <a:pt x="56422" y="58781"/>
                    <a:pt x="56941" y="60030"/>
                  </a:cubicBezTo>
                  <a:cubicBezTo>
                    <a:pt x="62385" y="72945"/>
                    <a:pt x="61065" y="78436"/>
                    <a:pt x="48951" y="85790"/>
                  </a:cubicBezTo>
                  <a:cubicBezTo>
                    <a:pt x="41622" y="90244"/>
                    <a:pt x="33278" y="92978"/>
                    <a:pt x="25689" y="97079"/>
                  </a:cubicBezTo>
                  <a:cubicBezTo>
                    <a:pt x="17676" y="101392"/>
                    <a:pt x="9993" y="106271"/>
                    <a:pt x="2310" y="111173"/>
                  </a:cubicBezTo>
                  <a:cubicBezTo>
                    <a:pt x="1108" y="111950"/>
                    <a:pt x="754" y="114048"/>
                    <a:pt x="0" y="115509"/>
                  </a:cubicBezTo>
                  <a:cubicBezTo>
                    <a:pt x="1626" y="116334"/>
                    <a:pt x="3323" y="117937"/>
                    <a:pt x="4879" y="117819"/>
                  </a:cubicBezTo>
                  <a:cubicBezTo>
                    <a:pt x="9781" y="117371"/>
                    <a:pt x="14777" y="116900"/>
                    <a:pt x="19397" y="1153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83" name="Google Shape;1183;p44"/>
            <p:cNvSpPr/>
            <p:nvPr/>
          </p:nvSpPr>
          <p:spPr>
            <a:xfrm>
              <a:off x="1170871" y="3380907"/>
              <a:ext cx="64372" cy="255206"/>
            </a:xfrm>
            <a:custGeom>
              <a:rect b="b" l="l" r="r" t="t"/>
              <a:pathLst>
                <a:path extrusionOk="0" h="255206" w="64372">
                  <a:moveTo>
                    <a:pt x="38730" y="250413"/>
                  </a:moveTo>
                  <a:cubicBezTo>
                    <a:pt x="42030" y="243696"/>
                    <a:pt x="44693" y="236319"/>
                    <a:pt x="45753" y="228942"/>
                  </a:cubicBezTo>
                  <a:cubicBezTo>
                    <a:pt x="48110" y="212821"/>
                    <a:pt x="48110" y="196300"/>
                    <a:pt x="51221" y="180344"/>
                  </a:cubicBezTo>
                  <a:cubicBezTo>
                    <a:pt x="59282" y="138935"/>
                    <a:pt x="62605" y="97148"/>
                    <a:pt x="64372" y="55008"/>
                  </a:cubicBezTo>
                  <a:cubicBezTo>
                    <a:pt x="63170" y="39500"/>
                    <a:pt x="62181" y="23945"/>
                    <a:pt x="60601" y="8485"/>
                  </a:cubicBezTo>
                  <a:cubicBezTo>
                    <a:pt x="60295" y="5538"/>
                    <a:pt x="57655" y="2828"/>
                    <a:pt x="56076" y="0"/>
                  </a:cubicBezTo>
                  <a:cubicBezTo>
                    <a:pt x="53649" y="2498"/>
                    <a:pt x="51103" y="4879"/>
                    <a:pt x="48888" y="7542"/>
                  </a:cubicBezTo>
                  <a:cubicBezTo>
                    <a:pt x="48016" y="8602"/>
                    <a:pt x="47710" y="10276"/>
                    <a:pt x="47521" y="11713"/>
                  </a:cubicBezTo>
                  <a:cubicBezTo>
                    <a:pt x="46461" y="19279"/>
                    <a:pt x="45895" y="26915"/>
                    <a:pt x="44410" y="34386"/>
                  </a:cubicBezTo>
                  <a:cubicBezTo>
                    <a:pt x="42619" y="43318"/>
                    <a:pt x="38377" y="51308"/>
                    <a:pt x="28690" y="53029"/>
                  </a:cubicBezTo>
                  <a:cubicBezTo>
                    <a:pt x="21596" y="54278"/>
                    <a:pt x="17448" y="58143"/>
                    <a:pt x="14738" y="63799"/>
                  </a:cubicBezTo>
                  <a:cubicBezTo>
                    <a:pt x="2529" y="89300"/>
                    <a:pt x="-2726" y="116121"/>
                    <a:pt x="1374" y="144332"/>
                  </a:cubicBezTo>
                  <a:cubicBezTo>
                    <a:pt x="2105" y="149352"/>
                    <a:pt x="3307" y="155951"/>
                    <a:pt x="9529" y="155645"/>
                  </a:cubicBezTo>
                  <a:cubicBezTo>
                    <a:pt x="11933" y="155527"/>
                    <a:pt x="15374" y="148786"/>
                    <a:pt x="15987" y="144709"/>
                  </a:cubicBezTo>
                  <a:cubicBezTo>
                    <a:pt x="17707" y="132996"/>
                    <a:pt x="17377" y="120952"/>
                    <a:pt x="19451" y="109333"/>
                  </a:cubicBezTo>
                  <a:cubicBezTo>
                    <a:pt x="21313" y="98798"/>
                    <a:pt x="24966" y="88522"/>
                    <a:pt x="28549" y="78364"/>
                  </a:cubicBezTo>
                  <a:cubicBezTo>
                    <a:pt x="29397" y="75937"/>
                    <a:pt x="33121" y="74546"/>
                    <a:pt x="35525" y="72661"/>
                  </a:cubicBezTo>
                  <a:cubicBezTo>
                    <a:pt x="36986" y="75371"/>
                    <a:pt x="39319" y="77964"/>
                    <a:pt x="39720" y="80815"/>
                  </a:cubicBezTo>
                  <a:cubicBezTo>
                    <a:pt x="40757" y="88145"/>
                    <a:pt x="41629" y="95616"/>
                    <a:pt x="41370" y="102993"/>
                  </a:cubicBezTo>
                  <a:cubicBezTo>
                    <a:pt x="39956" y="143318"/>
                    <a:pt x="35572" y="183267"/>
                    <a:pt x="25673" y="222508"/>
                  </a:cubicBezTo>
                  <a:cubicBezTo>
                    <a:pt x="23764" y="230073"/>
                    <a:pt x="22515" y="238039"/>
                    <a:pt x="22562" y="245793"/>
                  </a:cubicBezTo>
                  <a:cubicBezTo>
                    <a:pt x="22586" y="249046"/>
                    <a:pt x="26192" y="253853"/>
                    <a:pt x="29279" y="255032"/>
                  </a:cubicBezTo>
                  <a:cubicBezTo>
                    <a:pt x="31613" y="255951"/>
                    <a:pt x="37410" y="253076"/>
                    <a:pt x="38730" y="25041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84" name="Google Shape;1184;p44"/>
            <p:cNvSpPr/>
            <p:nvPr/>
          </p:nvSpPr>
          <p:spPr>
            <a:xfrm>
              <a:off x="383276" y="2786340"/>
              <a:ext cx="130642" cy="246511"/>
            </a:xfrm>
            <a:custGeom>
              <a:rect b="b" l="l" r="r" t="t"/>
              <a:pathLst>
                <a:path extrusionOk="0" h="246511" w="130642">
                  <a:moveTo>
                    <a:pt x="14611" y="120233"/>
                  </a:moveTo>
                  <a:cubicBezTo>
                    <a:pt x="20291" y="111913"/>
                    <a:pt x="24250" y="102438"/>
                    <a:pt x="29742" y="93954"/>
                  </a:cubicBezTo>
                  <a:cubicBezTo>
                    <a:pt x="35068" y="85705"/>
                    <a:pt x="40866" y="77598"/>
                    <a:pt x="47630" y="70527"/>
                  </a:cubicBezTo>
                  <a:cubicBezTo>
                    <a:pt x="49869" y="68194"/>
                    <a:pt x="55997" y="68288"/>
                    <a:pt x="59768" y="69349"/>
                  </a:cubicBezTo>
                  <a:cubicBezTo>
                    <a:pt x="61394" y="69797"/>
                    <a:pt x="62266" y="75547"/>
                    <a:pt x="62148" y="78847"/>
                  </a:cubicBezTo>
                  <a:cubicBezTo>
                    <a:pt x="62030" y="82170"/>
                    <a:pt x="60569" y="85564"/>
                    <a:pt x="59131" y="88675"/>
                  </a:cubicBezTo>
                  <a:cubicBezTo>
                    <a:pt x="53616" y="100529"/>
                    <a:pt x="48219" y="112479"/>
                    <a:pt x="42115" y="124027"/>
                  </a:cubicBezTo>
                  <a:cubicBezTo>
                    <a:pt x="25782" y="154925"/>
                    <a:pt x="17958" y="187614"/>
                    <a:pt x="20574" y="222542"/>
                  </a:cubicBezTo>
                  <a:cubicBezTo>
                    <a:pt x="21139" y="230178"/>
                    <a:pt x="22648" y="237744"/>
                    <a:pt x="23897" y="246511"/>
                  </a:cubicBezTo>
                  <a:cubicBezTo>
                    <a:pt x="26536" y="244720"/>
                    <a:pt x="27762" y="244343"/>
                    <a:pt x="28045" y="243612"/>
                  </a:cubicBezTo>
                  <a:cubicBezTo>
                    <a:pt x="31556" y="234727"/>
                    <a:pt x="35846" y="226030"/>
                    <a:pt x="38203" y="216815"/>
                  </a:cubicBezTo>
                  <a:cubicBezTo>
                    <a:pt x="44637" y="191527"/>
                    <a:pt x="48313" y="165366"/>
                    <a:pt x="56610" y="140760"/>
                  </a:cubicBezTo>
                  <a:cubicBezTo>
                    <a:pt x="70138" y="100624"/>
                    <a:pt x="87036" y="61854"/>
                    <a:pt x="119584" y="32347"/>
                  </a:cubicBezTo>
                  <a:cubicBezTo>
                    <a:pt x="125971" y="26572"/>
                    <a:pt x="130826" y="19078"/>
                    <a:pt x="130637" y="9627"/>
                  </a:cubicBezTo>
                  <a:cubicBezTo>
                    <a:pt x="130496" y="1849"/>
                    <a:pt x="123402" y="-2487"/>
                    <a:pt x="116779" y="1519"/>
                  </a:cubicBezTo>
                  <a:cubicBezTo>
                    <a:pt x="113456" y="3523"/>
                    <a:pt x="110157" y="6162"/>
                    <a:pt x="107918" y="9273"/>
                  </a:cubicBezTo>
                  <a:cubicBezTo>
                    <a:pt x="101295" y="18488"/>
                    <a:pt x="95426" y="28246"/>
                    <a:pt x="88851" y="37484"/>
                  </a:cubicBezTo>
                  <a:cubicBezTo>
                    <a:pt x="84444" y="43683"/>
                    <a:pt x="80013" y="50141"/>
                    <a:pt x="74309" y="54972"/>
                  </a:cubicBezTo>
                  <a:cubicBezTo>
                    <a:pt x="71599" y="57282"/>
                    <a:pt x="64623" y="57989"/>
                    <a:pt x="61842" y="56103"/>
                  </a:cubicBezTo>
                  <a:cubicBezTo>
                    <a:pt x="53993" y="50824"/>
                    <a:pt x="46829" y="52002"/>
                    <a:pt x="40701" y="57093"/>
                  </a:cubicBezTo>
                  <a:cubicBezTo>
                    <a:pt x="31816" y="64447"/>
                    <a:pt x="22695" y="72177"/>
                    <a:pt x="16096" y="81463"/>
                  </a:cubicBezTo>
                  <a:cubicBezTo>
                    <a:pt x="9214" y="91102"/>
                    <a:pt x="4477" y="102533"/>
                    <a:pt x="352" y="113728"/>
                  </a:cubicBezTo>
                  <a:cubicBezTo>
                    <a:pt x="-1062" y="117593"/>
                    <a:pt x="2167" y="123155"/>
                    <a:pt x="3275" y="127939"/>
                  </a:cubicBezTo>
                  <a:cubicBezTo>
                    <a:pt x="7093" y="125441"/>
                    <a:pt x="12207" y="123744"/>
                    <a:pt x="14611" y="12023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85" name="Google Shape;1185;p44"/>
            <p:cNvSpPr/>
            <p:nvPr/>
          </p:nvSpPr>
          <p:spPr>
            <a:xfrm>
              <a:off x="395541" y="3043174"/>
              <a:ext cx="61705" cy="337316"/>
            </a:xfrm>
            <a:custGeom>
              <a:rect b="b" l="l" r="r" t="t"/>
              <a:pathLst>
                <a:path extrusionOk="0" h="337316" w="61705">
                  <a:moveTo>
                    <a:pt x="11044" y="214848"/>
                  </a:moveTo>
                  <a:cubicBezTo>
                    <a:pt x="17784" y="221824"/>
                    <a:pt x="18491" y="230733"/>
                    <a:pt x="20047" y="239359"/>
                  </a:cubicBezTo>
                  <a:cubicBezTo>
                    <a:pt x="25326" y="268725"/>
                    <a:pt x="30275" y="298138"/>
                    <a:pt x="35719" y="327481"/>
                  </a:cubicBezTo>
                  <a:cubicBezTo>
                    <a:pt x="37251" y="335800"/>
                    <a:pt x="52217" y="340443"/>
                    <a:pt x="58722" y="334905"/>
                  </a:cubicBezTo>
                  <a:cubicBezTo>
                    <a:pt x="60254" y="333609"/>
                    <a:pt x="61597" y="331205"/>
                    <a:pt x="61668" y="329296"/>
                  </a:cubicBezTo>
                  <a:cubicBezTo>
                    <a:pt x="61786" y="325430"/>
                    <a:pt x="61692" y="321259"/>
                    <a:pt x="60419" y="317676"/>
                  </a:cubicBezTo>
                  <a:cubicBezTo>
                    <a:pt x="47032" y="280698"/>
                    <a:pt x="36945" y="242847"/>
                    <a:pt x="31336" y="203960"/>
                  </a:cubicBezTo>
                  <a:cubicBezTo>
                    <a:pt x="27282" y="175866"/>
                    <a:pt x="24218" y="147608"/>
                    <a:pt x="21767" y="119350"/>
                  </a:cubicBezTo>
                  <a:cubicBezTo>
                    <a:pt x="19080" y="88569"/>
                    <a:pt x="17902" y="57671"/>
                    <a:pt x="15357" y="26868"/>
                  </a:cubicBezTo>
                  <a:cubicBezTo>
                    <a:pt x="14602" y="17818"/>
                    <a:pt x="11491" y="8956"/>
                    <a:pt x="9464" y="0"/>
                  </a:cubicBezTo>
                  <a:cubicBezTo>
                    <a:pt x="7933" y="71"/>
                    <a:pt x="6424" y="141"/>
                    <a:pt x="4892" y="189"/>
                  </a:cubicBezTo>
                  <a:cubicBezTo>
                    <a:pt x="3549" y="9993"/>
                    <a:pt x="1381" y="19750"/>
                    <a:pt x="956" y="29602"/>
                  </a:cubicBezTo>
                  <a:cubicBezTo>
                    <a:pt x="-1542" y="88546"/>
                    <a:pt x="838" y="147302"/>
                    <a:pt x="8286" y="205845"/>
                  </a:cubicBezTo>
                  <a:cubicBezTo>
                    <a:pt x="8663" y="208956"/>
                    <a:pt x="9087" y="212821"/>
                    <a:pt x="11044" y="21484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86" name="Google Shape;1186;p44"/>
            <p:cNvSpPr/>
            <p:nvPr/>
          </p:nvSpPr>
          <p:spPr>
            <a:xfrm>
              <a:off x="946077" y="3590547"/>
              <a:ext cx="147414" cy="163626"/>
            </a:xfrm>
            <a:custGeom>
              <a:rect b="b" l="l" r="r" t="t"/>
              <a:pathLst>
                <a:path extrusionOk="0" h="163626" w="147414">
                  <a:moveTo>
                    <a:pt x="6230" y="163516"/>
                  </a:moveTo>
                  <a:cubicBezTo>
                    <a:pt x="9836" y="163022"/>
                    <a:pt x="13489" y="161890"/>
                    <a:pt x="16788" y="160335"/>
                  </a:cubicBezTo>
                  <a:cubicBezTo>
                    <a:pt x="25697" y="156116"/>
                    <a:pt x="34252" y="151190"/>
                    <a:pt x="43255" y="147184"/>
                  </a:cubicBezTo>
                  <a:cubicBezTo>
                    <a:pt x="49265" y="144520"/>
                    <a:pt x="52565" y="146712"/>
                    <a:pt x="53908" y="153005"/>
                  </a:cubicBezTo>
                  <a:cubicBezTo>
                    <a:pt x="55817" y="161937"/>
                    <a:pt x="58386" y="163069"/>
                    <a:pt x="66494" y="158426"/>
                  </a:cubicBezTo>
                  <a:cubicBezTo>
                    <a:pt x="68850" y="157082"/>
                    <a:pt x="71184" y="155621"/>
                    <a:pt x="73211" y="153830"/>
                  </a:cubicBezTo>
                  <a:cubicBezTo>
                    <a:pt x="105334" y="125902"/>
                    <a:pt x="130670" y="93377"/>
                    <a:pt x="141983" y="51473"/>
                  </a:cubicBezTo>
                  <a:cubicBezTo>
                    <a:pt x="146484" y="34763"/>
                    <a:pt x="149784" y="17935"/>
                    <a:pt x="145235" y="707"/>
                  </a:cubicBezTo>
                  <a:cubicBezTo>
                    <a:pt x="144504" y="471"/>
                    <a:pt x="143774" y="236"/>
                    <a:pt x="143067" y="0"/>
                  </a:cubicBezTo>
                  <a:cubicBezTo>
                    <a:pt x="141040" y="4902"/>
                    <a:pt x="138895" y="9781"/>
                    <a:pt x="136963" y="14754"/>
                  </a:cubicBezTo>
                  <a:cubicBezTo>
                    <a:pt x="131801" y="28046"/>
                    <a:pt x="127488" y="41763"/>
                    <a:pt x="121361" y="54608"/>
                  </a:cubicBezTo>
                  <a:cubicBezTo>
                    <a:pt x="115539" y="66816"/>
                    <a:pt x="107549" y="69338"/>
                    <a:pt x="94304" y="66227"/>
                  </a:cubicBezTo>
                  <a:cubicBezTo>
                    <a:pt x="89543" y="65119"/>
                    <a:pt x="84618" y="64294"/>
                    <a:pt x="79739" y="64082"/>
                  </a:cubicBezTo>
                  <a:cubicBezTo>
                    <a:pt x="73046" y="63799"/>
                    <a:pt x="70005" y="67594"/>
                    <a:pt x="68238" y="74098"/>
                  </a:cubicBezTo>
                  <a:cubicBezTo>
                    <a:pt x="66140" y="81805"/>
                    <a:pt x="64113" y="90549"/>
                    <a:pt x="59070" y="96182"/>
                  </a:cubicBezTo>
                  <a:cubicBezTo>
                    <a:pt x="45471" y="111431"/>
                    <a:pt x="30222" y="125194"/>
                    <a:pt x="15822" y="139760"/>
                  </a:cubicBezTo>
                  <a:cubicBezTo>
                    <a:pt x="10637" y="144992"/>
                    <a:pt x="5523" y="150460"/>
                    <a:pt x="1375" y="156493"/>
                  </a:cubicBezTo>
                  <a:cubicBezTo>
                    <a:pt x="-1736" y="161065"/>
                    <a:pt x="667" y="164271"/>
                    <a:pt x="6230" y="163516"/>
                  </a:cubicBezTo>
                  <a:close/>
                  <a:moveTo>
                    <a:pt x="69935" y="124440"/>
                  </a:moveTo>
                  <a:cubicBezTo>
                    <a:pt x="77688" y="107730"/>
                    <a:pt x="92112" y="97337"/>
                    <a:pt x="106654" y="87250"/>
                  </a:cubicBezTo>
                  <a:cubicBezTo>
                    <a:pt x="107220" y="87721"/>
                    <a:pt x="107809" y="88192"/>
                    <a:pt x="108374" y="88664"/>
                  </a:cubicBezTo>
                  <a:cubicBezTo>
                    <a:pt x="95907" y="105963"/>
                    <a:pt x="83439" y="123238"/>
                    <a:pt x="70972" y="140537"/>
                  </a:cubicBezTo>
                  <a:cubicBezTo>
                    <a:pt x="69982" y="140207"/>
                    <a:pt x="68992" y="139901"/>
                    <a:pt x="68002" y="139571"/>
                  </a:cubicBezTo>
                  <a:cubicBezTo>
                    <a:pt x="68568" y="134504"/>
                    <a:pt x="67884" y="128848"/>
                    <a:pt x="69935" y="12444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87" name="Google Shape;1187;p44"/>
            <p:cNvSpPr/>
            <p:nvPr/>
          </p:nvSpPr>
          <p:spPr>
            <a:xfrm>
              <a:off x="910894" y="3764127"/>
              <a:ext cx="266277" cy="168717"/>
            </a:xfrm>
            <a:custGeom>
              <a:rect b="b" l="l" r="r" t="t"/>
              <a:pathLst>
                <a:path extrusionOk="0" h="168717" w="266277">
                  <a:moveTo>
                    <a:pt x="181950" y="80651"/>
                  </a:moveTo>
                  <a:cubicBezTo>
                    <a:pt x="188950" y="76668"/>
                    <a:pt x="197458" y="74994"/>
                    <a:pt x="203774" y="70257"/>
                  </a:cubicBezTo>
                  <a:cubicBezTo>
                    <a:pt x="224279" y="54867"/>
                    <a:pt x="241295" y="35824"/>
                    <a:pt x="256803" y="15484"/>
                  </a:cubicBezTo>
                  <a:cubicBezTo>
                    <a:pt x="260008" y="11289"/>
                    <a:pt x="262365" y="6458"/>
                    <a:pt x="266277" y="0"/>
                  </a:cubicBezTo>
                  <a:cubicBezTo>
                    <a:pt x="260927" y="448"/>
                    <a:pt x="258146" y="212"/>
                    <a:pt x="255648" y="966"/>
                  </a:cubicBezTo>
                  <a:cubicBezTo>
                    <a:pt x="238325" y="6269"/>
                    <a:pt x="221780" y="13316"/>
                    <a:pt x="207050" y="24016"/>
                  </a:cubicBezTo>
                  <a:cubicBezTo>
                    <a:pt x="203704" y="26444"/>
                    <a:pt x="200875" y="29649"/>
                    <a:pt x="198118" y="32760"/>
                  </a:cubicBezTo>
                  <a:cubicBezTo>
                    <a:pt x="194913" y="36413"/>
                    <a:pt x="192579" y="40985"/>
                    <a:pt x="188926" y="44073"/>
                  </a:cubicBezTo>
                  <a:cubicBezTo>
                    <a:pt x="155695" y="72048"/>
                    <a:pt x="119023" y="94956"/>
                    <a:pt x="81455" y="116498"/>
                  </a:cubicBezTo>
                  <a:cubicBezTo>
                    <a:pt x="73560" y="121023"/>
                    <a:pt x="65405" y="126043"/>
                    <a:pt x="56732" y="128023"/>
                  </a:cubicBezTo>
                  <a:cubicBezTo>
                    <a:pt x="37147" y="132454"/>
                    <a:pt x="21521" y="143083"/>
                    <a:pt x="6767" y="155715"/>
                  </a:cubicBezTo>
                  <a:cubicBezTo>
                    <a:pt x="4740" y="157459"/>
                    <a:pt x="2996" y="159675"/>
                    <a:pt x="1511" y="161914"/>
                  </a:cubicBezTo>
                  <a:cubicBezTo>
                    <a:pt x="-1482" y="166486"/>
                    <a:pt x="50" y="168937"/>
                    <a:pt x="5400" y="168702"/>
                  </a:cubicBezTo>
                  <a:cubicBezTo>
                    <a:pt x="15134" y="168277"/>
                    <a:pt x="22864" y="163870"/>
                    <a:pt x="28615" y="156069"/>
                  </a:cubicBezTo>
                  <a:cubicBezTo>
                    <a:pt x="32645" y="150601"/>
                    <a:pt x="37618" y="145652"/>
                    <a:pt x="44641" y="147820"/>
                  </a:cubicBezTo>
                  <a:cubicBezTo>
                    <a:pt x="52089" y="150130"/>
                    <a:pt x="58405" y="147914"/>
                    <a:pt x="64557" y="145204"/>
                  </a:cubicBezTo>
                  <a:cubicBezTo>
                    <a:pt x="76506" y="139925"/>
                    <a:pt x="88408" y="134386"/>
                    <a:pt x="99768" y="127976"/>
                  </a:cubicBezTo>
                  <a:cubicBezTo>
                    <a:pt x="127319" y="112515"/>
                    <a:pt x="154470" y="96300"/>
                    <a:pt x="181950" y="8065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88" name="Google Shape;1188;p44"/>
            <p:cNvSpPr/>
            <p:nvPr/>
          </p:nvSpPr>
          <p:spPr>
            <a:xfrm>
              <a:off x="537211" y="2345150"/>
              <a:ext cx="282335" cy="124380"/>
            </a:xfrm>
            <a:custGeom>
              <a:rect b="b" l="l" r="r" t="t"/>
              <a:pathLst>
                <a:path extrusionOk="0" h="124380" w="282335">
                  <a:moveTo>
                    <a:pt x="40950" y="87206"/>
                  </a:moveTo>
                  <a:cubicBezTo>
                    <a:pt x="60794" y="84614"/>
                    <a:pt x="80356" y="80536"/>
                    <a:pt x="98668" y="72122"/>
                  </a:cubicBezTo>
                  <a:cubicBezTo>
                    <a:pt x="109486" y="67150"/>
                    <a:pt x="122072" y="61776"/>
                    <a:pt x="124263" y="49238"/>
                  </a:cubicBezTo>
                  <a:cubicBezTo>
                    <a:pt x="126880" y="34272"/>
                    <a:pt x="136330" y="28498"/>
                    <a:pt x="148327" y="24373"/>
                  </a:cubicBezTo>
                  <a:cubicBezTo>
                    <a:pt x="178965" y="13791"/>
                    <a:pt x="210523" y="11529"/>
                    <a:pt x="242600" y="15299"/>
                  </a:cubicBezTo>
                  <a:cubicBezTo>
                    <a:pt x="252875" y="16501"/>
                    <a:pt x="263151" y="18033"/>
                    <a:pt x="273474" y="18623"/>
                  </a:cubicBezTo>
                  <a:cubicBezTo>
                    <a:pt x="276349" y="18788"/>
                    <a:pt x="279390" y="16148"/>
                    <a:pt x="282336" y="14804"/>
                  </a:cubicBezTo>
                  <a:cubicBezTo>
                    <a:pt x="280639" y="11693"/>
                    <a:pt x="279696" y="7522"/>
                    <a:pt x="277080" y="5754"/>
                  </a:cubicBezTo>
                  <a:cubicBezTo>
                    <a:pt x="273356" y="3232"/>
                    <a:pt x="268501" y="1276"/>
                    <a:pt x="264047" y="1135"/>
                  </a:cubicBezTo>
                  <a:cubicBezTo>
                    <a:pt x="243613" y="428"/>
                    <a:pt x="223085" y="-586"/>
                    <a:pt x="202699" y="428"/>
                  </a:cubicBezTo>
                  <a:cubicBezTo>
                    <a:pt x="180026" y="1536"/>
                    <a:pt x="157495" y="5047"/>
                    <a:pt x="134846" y="6862"/>
                  </a:cubicBezTo>
                  <a:cubicBezTo>
                    <a:pt x="116745" y="8300"/>
                    <a:pt x="116910" y="7923"/>
                    <a:pt x="111678" y="25269"/>
                  </a:cubicBezTo>
                  <a:cubicBezTo>
                    <a:pt x="108921" y="34437"/>
                    <a:pt x="105833" y="43581"/>
                    <a:pt x="101897" y="52302"/>
                  </a:cubicBezTo>
                  <a:cubicBezTo>
                    <a:pt x="99069" y="58547"/>
                    <a:pt x="94143" y="62459"/>
                    <a:pt x="86342" y="58359"/>
                  </a:cubicBezTo>
                  <a:cubicBezTo>
                    <a:pt x="83891" y="57062"/>
                    <a:pt x="80568" y="57416"/>
                    <a:pt x="77669" y="57015"/>
                  </a:cubicBezTo>
                  <a:cubicBezTo>
                    <a:pt x="46748" y="62766"/>
                    <a:pt x="20492" y="75540"/>
                    <a:pt x="4584" y="104222"/>
                  </a:cubicBezTo>
                  <a:cubicBezTo>
                    <a:pt x="2463" y="108040"/>
                    <a:pt x="931" y="112353"/>
                    <a:pt x="82" y="116619"/>
                  </a:cubicBezTo>
                  <a:cubicBezTo>
                    <a:pt x="-365" y="118882"/>
                    <a:pt x="1119" y="123619"/>
                    <a:pt x="1968" y="123690"/>
                  </a:cubicBezTo>
                  <a:cubicBezTo>
                    <a:pt x="8567" y="124161"/>
                    <a:pt x="15708" y="125198"/>
                    <a:pt x="21718" y="123195"/>
                  </a:cubicBezTo>
                  <a:cubicBezTo>
                    <a:pt x="27233" y="121357"/>
                    <a:pt x="27657" y="115158"/>
                    <a:pt x="25890" y="109148"/>
                  </a:cubicBezTo>
                  <a:cubicBezTo>
                    <a:pt x="21742" y="94960"/>
                    <a:pt x="26172" y="89139"/>
                    <a:pt x="40950" y="8720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89" name="Google Shape;1189;p44"/>
            <p:cNvSpPr/>
            <p:nvPr/>
          </p:nvSpPr>
          <p:spPr>
            <a:xfrm>
              <a:off x="313772" y="2934986"/>
              <a:ext cx="76125" cy="241349"/>
            </a:xfrm>
            <a:custGeom>
              <a:rect b="b" l="l" r="r" t="t"/>
              <a:pathLst>
                <a:path extrusionOk="0" h="241349" w="76125">
                  <a:moveTo>
                    <a:pt x="73745" y="94778"/>
                  </a:moveTo>
                  <a:cubicBezTo>
                    <a:pt x="66038" y="97182"/>
                    <a:pt x="58379" y="99775"/>
                    <a:pt x="50577" y="101919"/>
                  </a:cubicBezTo>
                  <a:cubicBezTo>
                    <a:pt x="44073" y="103711"/>
                    <a:pt x="41150" y="101425"/>
                    <a:pt x="40962" y="94755"/>
                  </a:cubicBezTo>
                  <a:cubicBezTo>
                    <a:pt x="40891" y="92327"/>
                    <a:pt x="41103" y="89758"/>
                    <a:pt x="41763" y="87425"/>
                  </a:cubicBezTo>
                  <a:cubicBezTo>
                    <a:pt x="47514" y="66779"/>
                    <a:pt x="53382" y="46181"/>
                    <a:pt x="59203" y="25535"/>
                  </a:cubicBezTo>
                  <a:cubicBezTo>
                    <a:pt x="60476" y="21033"/>
                    <a:pt x="62173" y="16555"/>
                    <a:pt x="62715" y="11960"/>
                  </a:cubicBezTo>
                  <a:cubicBezTo>
                    <a:pt x="63540" y="4983"/>
                    <a:pt x="59533" y="199"/>
                    <a:pt x="53641" y="10"/>
                  </a:cubicBezTo>
                  <a:cubicBezTo>
                    <a:pt x="45722" y="-249"/>
                    <a:pt x="40655" y="4347"/>
                    <a:pt x="40938" y="11724"/>
                  </a:cubicBezTo>
                  <a:cubicBezTo>
                    <a:pt x="41127" y="16414"/>
                    <a:pt x="42022" y="21104"/>
                    <a:pt x="41857" y="25747"/>
                  </a:cubicBezTo>
                  <a:cubicBezTo>
                    <a:pt x="41197" y="44177"/>
                    <a:pt x="33726" y="52026"/>
                    <a:pt x="15531" y="53935"/>
                  </a:cubicBezTo>
                  <a:cubicBezTo>
                    <a:pt x="10535" y="54453"/>
                    <a:pt x="5562" y="55089"/>
                    <a:pt x="589" y="55655"/>
                  </a:cubicBezTo>
                  <a:cubicBezTo>
                    <a:pt x="401" y="56315"/>
                    <a:pt x="189" y="56975"/>
                    <a:pt x="0" y="57635"/>
                  </a:cubicBezTo>
                  <a:cubicBezTo>
                    <a:pt x="2522" y="59732"/>
                    <a:pt x="5350" y="61547"/>
                    <a:pt x="7495" y="63975"/>
                  </a:cubicBezTo>
                  <a:cubicBezTo>
                    <a:pt x="12774" y="69985"/>
                    <a:pt x="19420" y="75570"/>
                    <a:pt x="22437" y="82664"/>
                  </a:cubicBezTo>
                  <a:cubicBezTo>
                    <a:pt x="26609" y="92492"/>
                    <a:pt x="29083" y="103381"/>
                    <a:pt x="30332" y="114057"/>
                  </a:cubicBezTo>
                  <a:cubicBezTo>
                    <a:pt x="33019" y="137130"/>
                    <a:pt x="34127" y="160369"/>
                    <a:pt x="36554" y="183466"/>
                  </a:cubicBezTo>
                  <a:cubicBezTo>
                    <a:pt x="38487" y="201731"/>
                    <a:pt x="42564" y="219549"/>
                    <a:pt x="53029" y="235174"/>
                  </a:cubicBezTo>
                  <a:cubicBezTo>
                    <a:pt x="54537" y="237413"/>
                    <a:pt x="56587" y="239299"/>
                    <a:pt x="58402" y="241349"/>
                  </a:cubicBezTo>
                  <a:cubicBezTo>
                    <a:pt x="59109" y="241114"/>
                    <a:pt x="59793" y="240878"/>
                    <a:pt x="60500" y="240619"/>
                  </a:cubicBezTo>
                  <a:cubicBezTo>
                    <a:pt x="60500" y="236306"/>
                    <a:pt x="60877" y="231946"/>
                    <a:pt x="60429" y="227680"/>
                  </a:cubicBezTo>
                  <a:cubicBezTo>
                    <a:pt x="59038" y="214175"/>
                    <a:pt x="56799" y="200718"/>
                    <a:pt x="55904" y="187189"/>
                  </a:cubicBezTo>
                  <a:cubicBezTo>
                    <a:pt x="54042" y="159544"/>
                    <a:pt x="58143" y="132982"/>
                    <a:pt x="72284" y="108519"/>
                  </a:cubicBezTo>
                  <a:cubicBezTo>
                    <a:pt x="74334" y="104960"/>
                    <a:pt x="74876" y="100529"/>
                    <a:pt x="76125" y="96499"/>
                  </a:cubicBezTo>
                  <a:cubicBezTo>
                    <a:pt x="75301" y="95957"/>
                    <a:pt x="74523" y="95368"/>
                    <a:pt x="73745" y="947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90" name="Google Shape;1190;p44"/>
            <p:cNvSpPr/>
            <p:nvPr/>
          </p:nvSpPr>
          <p:spPr>
            <a:xfrm>
              <a:off x="609188" y="3002390"/>
              <a:ext cx="50132" cy="228685"/>
            </a:xfrm>
            <a:custGeom>
              <a:rect b="b" l="l" r="r" t="t"/>
              <a:pathLst>
                <a:path extrusionOk="0" h="228685" w="50132">
                  <a:moveTo>
                    <a:pt x="23251" y="28104"/>
                  </a:moveTo>
                  <a:cubicBezTo>
                    <a:pt x="23062" y="20798"/>
                    <a:pt x="21483" y="13374"/>
                    <a:pt x="19409" y="6351"/>
                  </a:cubicBezTo>
                  <a:cubicBezTo>
                    <a:pt x="17170" y="-1285"/>
                    <a:pt x="11349" y="-2251"/>
                    <a:pt x="7437" y="4631"/>
                  </a:cubicBezTo>
                  <a:cubicBezTo>
                    <a:pt x="4137" y="10405"/>
                    <a:pt x="1497" y="17452"/>
                    <a:pt x="1356" y="23980"/>
                  </a:cubicBezTo>
                  <a:cubicBezTo>
                    <a:pt x="413" y="61854"/>
                    <a:pt x="-459" y="99776"/>
                    <a:pt x="272" y="137650"/>
                  </a:cubicBezTo>
                  <a:cubicBezTo>
                    <a:pt x="625" y="155279"/>
                    <a:pt x="4349" y="172884"/>
                    <a:pt x="7272" y="190372"/>
                  </a:cubicBezTo>
                  <a:cubicBezTo>
                    <a:pt x="7884" y="193978"/>
                    <a:pt x="11019" y="197937"/>
                    <a:pt x="14083" y="200200"/>
                  </a:cubicBezTo>
                  <a:cubicBezTo>
                    <a:pt x="21365" y="205550"/>
                    <a:pt x="22732" y="207977"/>
                    <a:pt x="19621" y="216768"/>
                  </a:cubicBezTo>
                  <a:cubicBezTo>
                    <a:pt x="17500" y="222802"/>
                    <a:pt x="19621" y="227044"/>
                    <a:pt x="25419" y="227963"/>
                  </a:cubicBezTo>
                  <a:cubicBezTo>
                    <a:pt x="31900" y="228977"/>
                    <a:pt x="38664" y="228765"/>
                    <a:pt x="45240" y="228293"/>
                  </a:cubicBezTo>
                  <a:cubicBezTo>
                    <a:pt x="49341" y="227987"/>
                    <a:pt x="51273" y="224923"/>
                    <a:pt x="49435" y="220775"/>
                  </a:cubicBezTo>
                  <a:cubicBezTo>
                    <a:pt x="47620" y="216721"/>
                    <a:pt x="45735" y="212667"/>
                    <a:pt x="43425" y="208920"/>
                  </a:cubicBezTo>
                  <a:cubicBezTo>
                    <a:pt x="35483" y="196028"/>
                    <a:pt x="28954" y="182641"/>
                    <a:pt x="26338" y="167487"/>
                  </a:cubicBezTo>
                  <a:cubicBezTo>
                    <a:pt x="21742" y="140973"/>
                    <a:pt x="21248" y="114317"/>
                    <a:pt x="23439" y="85917"/>
                  </a:cubicBezTo>
                  <a:cubicBezTo>
                    <a:pt x="23439" y="67723"/>
                    <a:pt x="23769" y="47902"/>
                    <a:pt x="23251" y="2810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91" name="Google Shape;1191;p44"/>
            <p:cNvSpPr/>
            <p:nvPr/>
          </p:nvSpPr>
          <p:spPr>
            <a:xfrm>
              <a:off x="357150" y="3447786"/>
              <a:ext cx="154218" cy="225815"/>
            </a:xfrm>
            <a:custGeom>
              <a:rect b="b" l="l" r="r" t="t"/>
              <a:pathLst>
                <a:path extrusionOk="0" h="225815" w="154218">
                  <a:moveTo>
                    <a:pt x="139111" y="216223"/>
                  </a:moveTo>
                  <a:cubicBezTo>
                    <a:pt x="142363" y="220159"/>
                    <a:pt x="147384" y="222657"/>
                    <a:pt x="151579" y="225815"/>
                  </a:cubicBezTo>
                  <a:cubicBezTo>
                    <a:pt x="152451" y="225108"/>
                    <a:pt x="153346" y="224401"/>
                    <a:pt x="154218" y="223694"/>
                  </a:cubicBezTo>
                  <a:cubicBezTo>
                    <a:pt x="153111" y="220607"/>
                    <a:pt x="152333" y="217354"/>
                    <a:pt x="150824" y="214456"/>
                  </a:cubicBezTo>
                  <a:cubicBezTo>
                    <a:pt x="132724" y="179622"/>
                    <a:pt x="110570" y="147427"/>
                    <a:pt x="84857" y="117873"/>
                  </a:cubicBezTo>
                  <a:cubicBezTo>
                    <a:pt x="74298" y="105759"/>
                    <a:pt x="65767" y="92749"/>
                    <a:pt x="58602" y="78585"/>
                  </a:cubicBezTo>
                  <a:cubicBezTo>
                    <a:pt x="53935" y="69322"/>
                    <a:pt x="49976" y="59659"/>
                    <a:pt x="44791" y="50703"/>
                  </a:cubicBezTo>
                  <a:cubicBezTo>
                    <a:pt x="35882" y="35360"/>
                    <a:pt x="26431" y="20324"/>
                    <a:pt x="16745" y="5452"/>
                  </a:cubicBezTo>
                  <a:cubicBezTo>
                    <a:pt x="14011" y="1281"/>
                    <a:pt x="9415" y="-1830"/>
                    <a:pt x="3947" y="1234"/>
                  </a:cubicBezTo>
                  <a:cubicBezTo>
                    <a:pt x="-1379" y="4227"/>
                    <a:pt x="-342" y="9553"/>
                    <a:pt x="1449" y="13772"/>
                  </a:cubicBezTo>
                  <a:cubicBezTo>
                    <a:pt x="5998" y="24401"/>
                    <a:pt x="10051" y="35525"/>
                    <a:pt x="16438" y="45023"/>
                  </a:cubicBezTo>
                  <a:cubicBezTo>
                    <a:pt x="44296" y="86480"/>
                    <a:pt x="72601" y="127630"/>
                    <a:pt x="101402" y="168450"/>
                  </a:cubicBezTo>
                  <a:cubicBezTo>
                    <a:pt x="113092" y="185042"/>
                    <a:pt x="126196" y="200597"/>
                    <a:pt x="139111" y="216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92" name="Google Shape;1192;p44"/>
            <p:cNvSpPr/>
            <p:nvPr/>
          </p:nvSpPr>
          <p:spPr>
            <a:xfrm>
              <a:off x="478628" y="3355901"/>
              <a:ext cx="122887" cy="213703"/>
            </a:xfrm>
            <a:custGeom>
              <a:rect b="b" l="l" r="r" t="t"/>
              <a:pathLst>
                <a:path extrusionOk="0" h="213703" w="122887">
                  <a:moveTo>
                    <a:pt x="115489" y="197950"/>
                  </a:moveTo>
                  <a:cubicBezTo>
                    <a:pt x="107664" y="188405"/>
                    <a:pt x="97931" y="180085"/>
                    <a:pt x="91709" y="169644"/>
                  </a:cubicBezTo>
                  <a:cubicBezTo>
                    <a:pt x="77308" y="145534"/>
                    <a:pt x="63969" y="120740"/>
                    <a:pt x="51218" y="95711"/>
                  </a:cubicBezTo>
                  <a:cubicBezTo>
                    <a:pt x="37455" y="68701"/>
                    <a:pt x="24916" y="41056"/>
                    <a:pt x="11577" y="13811"/>
                  </a:cubicBezTo>
                  <a:cubicBezTo>
                    <a:pt x="9385" y="9333"/>
                    <a:pt x="5802" y="5539"/>
                    <a:pt x="1819" y="0"/>
                  </a:cubicBezTo>
                  <a:cubicBezTo>
                    <a:pt x="688" y="3606"/>
                    <a:pt x="-66" y="4808"/>
                    <a:pt x="5" y="5916"/>
                  </a:cubicBezTo>
                  <a:cubicBezTo>
                    <a:pt x="971" y="19609"/>
                    <a:pt x="3304" y="33019"/>
                    <a:pt x="11765" y="44285"/>
                  </a:cubicBezTo>
                  <a:cubicBezTo>
                    <a:pt x="17940" y="52487"/>
                    <a:pt x="20815" y="61537"/>
                    <a:pt x="22135" y="71553"/>
                  </a:cubicBezTo>
                  <a:cubicBezTo>
                    <a:pt x="23149" y="79331"/>
                    <a:pt x="24351" y="87320"/>
                    <a:pt x="27155" y="94579"/>
                  </a:cubicBezTo>
                  <a:cubicBezTo>
                    <a:pt x="38209" y="123333"/>
                    <a:pt x="53198" y="150083"/>
                    <a:pt x="72171" y="174264"/>
                  </a:cubicBezTo>
                  <a:cubicBezTo>
                    <a:pt x="82022" y="186826"/>
                    <a:pt x="93830" y="197879"/>
                    <a:pt x="105308" y="209050"/>
                  </a:cubicBezTo>
                  <a:cubicBezTo>
                    <a:pt x="109644" y="213269"/>
                    <a:pt x="117139" y="215956"/>
                    <a:pt x="121381" y="211124"/>
                  </a:cubicBezTo>
                  <a:cubicBezTo>
                    <a:pt x="126048" y="205798"/>
                    <a:pt x="118671" y="201815"/>
                    <a:pt x="115489" y="1979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93" name="Google Shape;1193;p44"/>
            <p:cNvSpPr/>
            <p:nvPr/>
          </p:nvSpPr>
          <p:spPr>
            <a:xfrm>
              <a:off x="460579" y="3776288"/>
              <a:ext cx="175526" cy="116078"/>
            </a:xfrm>
            <a:custGeom>
              <a:rect b="b" l="l" r="r" t="t"/>
              <a:pathLst>
                <a:path extrusionOk="0" h="116078" w="175526">
                  <a:moveTo>
                    <a:pt x="169833" y="99199"/>
                  </a:moveTo>
                  <a:cubicBezTo>
                    <a:pt x="160735" y="93307"/>
                    <a:pt x="151685" y="87203"/>
                    <a:pt x="142046" y="82300"/>
                  </a:cubicBezTo>
                  <a:cubicBezTo>
                    <a:pt x="118925" y="70563"/>
                    <a:pt x="95711" y="59227"/>
                    <a:pt x="74735" y="43530"/>
                  </a:cubicBezTo>
                  <a:cubicBezTo>
                    <a:pt x="57389" y="30544"/>
                    <a:pt x="38817" y="19184"/>
                    <a:pt x="20434" y="7660"/>
                  </a:cubicBezTo>
                  <a:cubicBezTo>
                    <a:pt x="14824" y="4148"/>
                    <a:pt x="8060" y="2498"/>
                    <a:pt x="1815" y="0"/>
                  </a:cubicBezTo>
                  <a:cubicBezTo>
                    <a:pt x="1202" y="660"/>
                    <a:pt x="589" y="1343"/>
                    <a:pt x="0" y="2003"/>
                  </a:cubicBezTo>
                  <a:cubicBezTo>
                    <a:pt x="1626" y="5303"/>
                    <a:pt x="2757" y="8979"/>
                    <a:pt x="4926" y="11878"/>
                  </a:cubicBezTo>
                  <a:cubicBezTo>
                    <a:pt x="19844" y="31817"/>
                    <a:pt x="39218" y="46783"/>
                    <a:pt x="60311" y="59463"/>
                  </a:cubicBezTo>
                  <a:cubicBezTo>
                    <a:pt x="69550" y="65025"/>
                    <a:pt x="79991" y="68536"/>
                    <a:pt x="89654" y="73462"/>
                  </a:cubicBezTo>
                  <a:cubicBezTo>
                    <a:pt x="100943" y="79213"/>
                    <a:pt x="102993" y="84162"/>
                    <a:pt x="98727" y="97643"/>
                  </a:cubicBezTo>
                  <a:cubicBezTo>
                    <a:pt x="104266" y="96818"/>
                    <a:pt x="108485" y="96653"/>
                    <a:pt x="112444" y="95522"/>
                  </a:cubicBezTo>
                  <a:cubicBezTo>
                    <a:pt x="125171" y="91845"/>
                    <a:pt x="135706" y="93967"/>
                    <a:pt x="143790" y="105374"/>
                  </a:cubicBezTo>
                  <a:cubicBezTo>
                    <a:pt x="148409" y="111878"/>
                    <a:pt x="155079" y="116238"/>
                    <a:pt x="163163" y="116074"/>
                  </a:cubicBezTo>
                  <a:cubicBezTo>
                    <a:pt x="167028" y="116003"/>
                    <a:pt x="172237" y="113976"/>
                    <a:pt x="174311" y="111030"/>
                  </a:cubicBezTo>
                  <a:cubicBezTo>
                    <a:pt x="177445" y="106505"/>
                    <a:pt x="174004" y="101909"/>
                    <a:pt x="169833" y="9919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94" name="Google Shape;1194;p44"/>
            <p:cNvSpPr/>
            <p:nvPr/>
          </p:nvSpPr>
          <p:spPr>
            <a:xfrm>
              <a:off x="986991" y="3827031"/>
              <a:ext cx="170354" cy="118103"/>
            </a:xfrm>
            <a:custGeom>
              <a:rect b="b" l="l" r="r" t="t"/>
              <a:pathLst>
                <a:path extrusionOk="0" h="118103" w="170354">
                  <a:moveTo>
                    <a:pt x="170313" y="12350"/>
                  </a:moveTo>
                  <a:cubicBezTo>
                    <a:pt x="169393" y="71"/>
                    <a:pt x="162771" y="-3370"/>
                    <a:pt x="152495" y="3464"/>
                  </a:cubicBezTo>
                  <a:cubicBezTo>
                    <a:pt x="147593" y="6740"/>
                    <a:pt x="142691" y="10370"/>
                    <a:pt x="138778" y="14730"/>
                  </a:cubicBezTo>
                  <a:cubicBezTo>
                    <a:pt x="116506" y="39547"/>
                    <a:pt x="88271" y="55668"/>
                    <a:pt x="59070" y="70540"/>
                  </a:cubicBezTo>
                  <a:cubicBezTo>
                    <a:pt x="45448" y="77492"/>
                    <a:pt x="31849" y="84563"/>
                    <a:pt x="18557" y="92105"/>
                  </a:cubicBezTo>
                  <a:cubicBezTo>
                    <a:pt x="13018" y="95239"/>
                    <a:pt x="8116" y="99552"/>
                    <a:pt x="3214" y="103676"/>
                  </a:cubicBezTo>
                  <a:cubicBezTo>
                    <a:pt x="-1123" y="107330"/>
                    <a:pt x="-628" y="112680"/>
                    <a:pt x="2082" y="116356"/>
                  </a:cubicBezTo>
                  <a:cubicBezTo>
                    <a:pt x="3473" y="118242"/>
                    <a:pt x="8776" y="118477"/>
                    <a:pt x="11816" y="117652"/>
                  </a:cubicBezTo>
                  <a:cubicBezTo>
                    <a:pt x="16977" y="116262"/>
                    <a:pt x="22092" y="113952"/>
                    <a:pt x="26640" y="111101"/>
                  </a:cubicBezTo>
                  <a:cubicBezTo>
                    <a:pt x="50327" y="96300"/>
                    <a:pt x="73400" y="80485"/>
                    <a:pt x="97510" y="66439"/>
                  </a:cubicBezTo>
                  <a:cubicBezTo>
                    <a:pt x="115116" y="56210"/>
                    <a:pt x="133546" y="46971"/>
                    <a:pt x="152495" y="39594"/>
                  </a:cubicBezTo>
                  <a:cubicBezTo>
                    <a:pt x="165293" y="34622"/>
                    <a:pt x="170643" y="30639"/>
                    <a:pt x="170313" y="16804"/>
                  </a:cubicBezTo>
                  <a:cubicBezTo>
                    <a:pt x="170313" y="15319"/>
                    <a:pt x="170407" y="13811"/>
                    <a:pt x="170313" y="123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95" name="Google Shape;1195;p44"/>
            <p:cNvSpPr/>
            <p:nvPr/>
          </p:nvSpPr>
          <p:spPr>
            <a:xfrm>
              <a:off x="1126948" y="3562437"/>
              <a:ext cx="48156" cy="187816"/>
            </a:xfrm>
            <a:custGeom>
              <a:rect b="b" l="l" r="r" t="t"/>
              <a:pathLst>
                <a:path extrusionOk="0" h="187816" w="48156">
                  <a:moveTo>
                    <a:pt x="38416" y="3175"/>
                  </a:moveTo>
                  <a:cubicBezTo>
                    <a:pt x="35305" y="7865"/>
                    <a:pt x="32430" y="12814"/>
                    <a:pt x="30356" y="18023"/>
                  </a:cubicBezTo>
                  <a:cubicBezTo>
                    <a:pt x="23757" y="34544"/>
                    <a:pt x="22767" y="52103"/>
                    <a:pt x="21424" y="69614"/>
                  </a:cubicBezTo>
                  <a:cubicBezTo>
                    <a:pt x="20410" y="83001"/>
                    <a:pt x="18124" y="96529"/>
                    <a:pt x="9639" y="107229"/>
                  </a:cubicBezTo>
                  <a:cubicBezTo>
                    <a:pt x="1956" y="116915"/>
                    <a:pt x="306" y="127615"/>
                    <a:pt x="0" y="136972"/>
                  </a:cubicBezTo>
                  <a:cubicBezTo>
                    <a:pt x="283" y="142746"/>
                    <a:pt x="-141" y="146611"/>
                    <a:pt x="754" y="150123"/>
                  </a:cubicBezTo>
                  <a:cubicBezTo>
                    <a:pt x="3417" y="160587"/>
                    <a:pt x="5892" y="171193"/>
                    <a:pt x="9828" y="181209"/>
                  </a:cubicBezTo>
                  <a:cubicBezTo>
                    <a:pt x="12963" y="189175"/>
                    <a:pt x="18525" y="189670"/>
                    <a:pt x="25171" y="184132"/>
                  </a:cubicBezTo>
                  <a:cubicBezTo>
                    <a:pt x="37780" y="173597"/>
                    <a:pt x="37521" y="166503"/>
                    <a:pt x="24228" y="156769"/>
                  </a:cubicBezTo>
                  <a:cubicBezTo>
                    <a:pt x="15225" y="150170"/>
                    <a:pt x="13269" y="144490"/>
                    <a:pt x="16568" y="133625"/>
                  </a:cubicBezTo>
                  <a:cubicBezTo>
                    <a:pt x="17723" y="129854"/>
                    <a:pt x="18855" y="125989"/>
                    <a:pt x="20669" y="122548"/>
                  </a:cubicBezTo>
                  <a:cubicBezTo>
                    <a:pt x="34716" y="95845"/>
                    <a:pt x="44379" y="67752"/>
                    <a:pt x="47396" y="37655"/>
                  </a:cubicBezTo>
                  <a:cubicBezTo>
                    <a:pt x="48456" y="27120"/>
                    <a:pt x="48150" y="16444"/>
                    <a:pt x="47985" y="5838"/>
                  </a:cubicBezTo>
                  <a:cubicBezTo>
                    <a:pt x="47961" y="3788"/>
                    <a:pt x="46052" y="606"/>
                    <a:pt x="44355" y="87"/>
                  </a:cubicBezTo>
                  <a:cubicBezTo>
                    <a:pt x="42776" y="-431"/>
                    <a:pt x="39548" y="1454"/>
                    <a:pt x="38416" y="317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96" name="Google Shape;1196;p44"/>
            <p:cNvSpPr/>
            <p:nvPr/>
          </p:nvSpPr>
          <p:spPr>
            <a:xfrm>
              <a:off x="772286" y="3765846"/>
              <a:ext cx="146553" cy="39818"/>
            </a:xfrm>
            <a:custGeom>
              <a:rect b="b" l="l" r="r" t="t"/>
              <a:pathLst>
                <a:path extrusionOk="0" h="39818" w="146553">
                  <a:moveTo>
                    <a:pt x="146554" y="2688"/>
                  </a:moveTo>
                  <a:cubicBezTo>
                    <a:pt x="142689" y="1533"/>
                    <a:pt x="140756" y="543"/>
                    <a:pt x="138800" y="449"/>
                  </a:cubicBezTo>
                  <a:cubicBezTo>
                    <a:pt x="132884" y="142"/>
                    <a:pt x="126921" y="-235"/>
                    <a:pt x="121029" y="190"/>
                  </a:cubicBezTo>
                  <a:cubicBezTo>
                    <a:pt x="94209" y="2146"/>
                    <a:pt x="67364" y="4055"/>
                    <a:pt x="40615" y="6624"/>
                  </a:cubicBezTo>
                  <a:cubicBezTo>
                    <a:pt x="29632" y="7684"/>
                    <a:pt x="18672" y="9829"/>
                    <a:pt x="7925" y="12398"/>
                  </a:cubicBezTo>
                  <a:cubicBezTo>
                    <a:pt x="-653" y="14472"/>
                    <a:pt x="-1643" y="18667"/>
                    <a:pt x="1986" y="26845"/>
                  </a:cubicBezTo>
                  <a:cubicBezTo>
                    <a:pt x="7313" y="38889"/>
                    <a:pt x="17824" y="40444"/>
                    <a:pt x="28618" y="39643"/>
                  </a:cubicBezTo>
                  <a:cubicBezTo>
                    <a:pt x="67200" y="36815"/>
                    <a:pt x="103047" y="23829"/>
                    <a:pt x="138164" y="8556"/>
                  </a:cubicBezTo>
                  <a:cubicBezTo>
                    <a:pt x="140615" y="7472"/>
                    <a:pt x="142689" y="5422"/>
                    <a:pt x="146554" y="268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97" name="Google Shape;1197;p44"/>
            <p:cNvSpPr/>
            <p:nvPr/>
          </p:nvSpPr>
          <p:spPr>
            <a:xfrm>
              <a:off x="339584" y="3336599"/>
              <a:ext cx="79558" cy="92570"/>
            </a:xfrm>
            <a:custGeom>
              <a:rect b="b" l="l" r="r" t="t"/>
              <a:pathLst>
                <a:path extrusionOk="0" h="92570" w="79558">
                  <a:moveTo>
                    <a:pt x="24011" y="91539"/>
                  </a:moveTo>
                  <a:cubicBezTo>
                    <a:pt x="30611" y="89489"/>
                    <a:pt x="35159" y="84633"/>
                    <a:pt x="35324" y="77445"/>
                  </a:cubicBezTo>
                  <a:cubicBezTo>
                    <a:pt x="35395" y="74216"/>
                    <a:pt x="33109" y="71011"/>
                    <a:pt x="32166" y="67712"/>
                  </a:cubicBezTo>
                  <a:cubicBezTo>
                    <a:pt x="30351" y="61419"/>
                    <a:pt x="33038" y="56281"/>
                    <a:pt x="37681" y="52675"/>
                  </a:cubicBezTo>
                  <a:cubicBezTo>
                    <a:pt x="40274" y="50672"/>
                    <a:pt x="46189" y="48692"/>
                    <a:pt x="47273" y="49823"/>
                  </a:cubicBezTo>
                  <a:cubicBezTo>
                    <a:pt x="50361" y="53099"/>
                    <a:pt x="52128" y="57836"/>
                    <a:pt x="53637" y="62267"/>
                  </a:cubicBezTo>
                  <a:cubicBezTo>
                    <a:pt x="55216" y="66863"/>
                    <a:pt x="55169" y="72095"/>
                    <a:pt x="57101" y="76479"/>
                  </a:cubicBezTo>
                  <a:cubicBezTo>
                    <a:pt x="60354" y="83832"/>
                    <a:pt x="67330" y="86142"/>
                    <a:pt x="74471" y="82819"/>
                  </a:cubicBezTo>
                  <a:cubicBezTo>
                    <a:pt x="81117" y="79731"/>
                    <a:pt x="79868" y="73580"/>
                    <a:pt x="78360" y="68560"/>
                  </a:cubicBezTo>
                  <a:cubicBezTo>
                    <a:pt x="71148" y="44237"/>
                    <a:pt x="56512" y="23615"/>
                    <a:pt x="44445" y="0"/>
                  </a:cubicBezTo>
                  <a:cubicBezTo>
                    <a:pt x="40156" y="15131"/>
                    <a:pt x="36668" y="28635"/>
                    <a:pt x="32402" y="41904"/>
                  </a:cubicBezTo>
                  <a:cubicBezTo>
                    <a:pt x="30964" y="46359"/>
                    <a:pt x="27523" y="50153"/>
                    <a:pt x="25001" y="54254"/>
                  </a:cubicBezTo>
                  <a:cubicBezTo>
                    <a:pt x="21443" y="51143"/>
                    <a:pt x="17577" y="48315"/>
                    <a:pt x="14372" y="44850"/>
                  </a:cubicBezTo>
                  <a:cubicBezTo>
                    <a:pt x="10743" y="40938"/>
                    <a:pt x="7726" y="36460"/>
                    <a:pt x="4426" y="32218"/>
                  </a:cubicBezTo>
                  <a:cubicBezTo>
                    <a:pt x="3507" y="32548"/>
                    <a:pt x="2588" y="32854"/>
                    <a:pt x="1669" y="33184"/>
                  </a:cubicBezTo>
                  <a:cubicBezTo>
                    <a:pt x="-924" y="51426"/>
                    <a:pt x="-1513" y="69644"/>
                    <a:pt x="7537" y="86731"/>
                  </a:cubicBezTo>
                  <a:cubicBezTo>
                    <a:pt x="10931" y="93165"/>
                    <a:pt x="17837" y="93448"/>
                    <a:pt x="24011" y="9153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98" name="Google Shape;1198;p44"/>
            <p:cNvSpPr/>
            <p:nvPr/>
          </p:nvSpPr>
          <p:spPr>
            <a:xfrm>
              <a:off x="1072081" y="2529929"/>
              <a:ext cx="157417" cy="93493"/>
            </a:xfrm>
            <a:custGeom>
              <a:rect b="b" l="l" r="r" t="t"/>
              <a:pathLst>
                <a:path extrusionOk="0" h="93493" w="157417">
                  <a:moveTo>
                    <a:pt x="1391" y="0"/>
                  </a:moveTo>
                  <a:cubicBezTo>
                    <a:pt x="919" y="801"/>
                    <a:pt x="471" y="1603"/>
                    <a:pt x="0" y="2404"/>
                  </a:cubicBezTo>
                  <a:cubicBezTo>
                    <a:pt x="5020" y="6576"/>
                    <a:pt x="9663" y="11289"/>
                    <a:pt x="15084" y="14824"/>
                  </a:cubicBezTo>
                  <a:cubicBezTo>
                    <a:pt x="46712" y="35517"/>
                    <a:pt x="78388" y="56163"/>
                    <a:pt x="110394" y="76290"/>
                  </a:cubicBezTo>
                  <a:cubicBezTo>
                    <a:pt x="119727" y="82159"/>
                    <a:pt x="129955" y="86755"/>
                    <a:pt x="140137" y="91068"/>
                  </a:cubicBezTo>
                  <a:cubicBezTo>
                    <a:pt x="145345" y="93260"/>
                    <a:pt x="152369" y="95946"/>
                    <a:pt x="156116" y="89206"/>
                  </a:cubicBezTo>
                  <a:cubicBezTo>
                    <a:pt x="160311" y="81688"/>
                    <a:pt x="153453" y="78129"/>
                    <a:pt x="148456" y="74735"/>
                  </a:cubicBezTo>
                  <a:cubicBezTo>
                    <a:pt x="106034" y="45864"/>
                    <a:pt x="60853" y="22178"/>
                    <a:pt x="13293" y="3064"/>
                  </a:cubicBezTo>
                  <a:cubicBezTo>
                    <a:pt x="9545" y="1556"/>
                    <a:pt x="5374" y="990"/>
                    <a:pt x="1391"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199" name="Google Shape;1199;p44"/>
            <p:cNvSpPr/>
            <p:nvPr/>
          </p:nvSpPr>
          <p:spPr>
            <a:xfrm>
              <a:off x="965293" y="3326492"/>
              <a:ext cx="40370" cy="117107"/>
            </a:xfrm>
            <a:custGeom>
              <a:rect b="b" l="l" r="r" t="t"/>
              <a:pathLst>
                <a:path extrusionOk="0" h="117107" w="40370">
                  <a:moveTo>
                    <a:pt x="36931" y="34193"/>
                  </a:moveTo>
                  <a:cubicBezTo>
                    <a:pt x="38086" y="26651"/>
                    <a:pt x="39571" y="19157"/>
                    <a:pt x="40302" y="11591"/>
                  </a:cubicBezTo>
                  <a:cubicBezTo>
                    <a:pt x="40773" y="6618"/>
                    <a:pt x="38841" y="2518"/>
                    <a:pt x="33443" y="679"/>
                  </a:cubicBezTo>
                  <a:cubicBezTo>
                    <a:pt x="27622" y="-1324"/>
                    <a:pt x="23828" y="1316"/>
                    <a:pt x="20976" y="5817"/>
                  </a:cubicBezTo>
                  <a:cubicBezTo>
                    <a:pt x="18737" y="9329"/>
                    <a:pt x="16663" y="13029"/>
                    <a:pt x="15060" y="16871"/>
                  </a:cubicBezTo>
                  <a:cubicBezTo>
                    <a:pt x="5421" y="39920"/>
                    <a:pt x="1673" y="64172"/>
                    <a:pt x="0" y="91983"/>
                  </a:cubicBezTo>
                  <a:cubicBezTo>
                    <a:pt x="825" y="96107"/>
                    <a:pt x="1532" y="103295"/>
                    <a:pt x="3818" y="109965"/>
                  </a:cubicBezTo>
                  <a:cubicBezTo>
                    <a:pt x="6293" y="117154"/>
                    <a:pt x="12750" y="118874"/>
                    <a:pt x="19562" y="115315"/>
                  </a:cubicBezTo>
                  <a:cubicBezTo>
                    <a:pt x="28895" y="110484"/>
                    <a:pt x="33349" y="100491"/>
                    <a:pt x="31228" y="89626"/>
                  </a:cubicBezTo>
                  <a:cubicBezTo>
                    <a:pt x="30568" y="86256"/>
                    <a:pt x="29672" y="82720"/>
                    <a:pt x="30120" y="79421"/>
                  </a:cubicBezTo>
                  <a:cubicBezTo>
                    <a:pt x="32147" y="64314"/>
                    <a:pt x="34622" y="49277"/>
                    <a:pt x="36931" y="3419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00" name="Google Shape;1200;p44"/>
            <p:cNvSpPr/>
            <p:nvPr/>
          </p:nvSpPr>
          <p:spPr>
            <a:xfrm>
              <a:off x="1259118" y="3717485"/>
              <a:ext cx="134786" cy="117228"/>
            </a:xfrm>
            <a:custGeom>
              <a:rect b="b" l="l" r="r" t="t"/>
              <a:pathLst>
                <a:path extrusionOk="0" h="117228" w="134786">
                  <a:moveTo>
                    <a:pt x="121801" y="4596"/>
                  </a:moveTo>
                  <a:cubicBezTo>
                    <a:pt x="100141" y="18077"/>
                    <a:pt x="82253" y="35706"/>
                    <a:pt x="67122" y="56140"/>
                  </a:cubicBezTo>
                  <a:cubicBezTo>
                    <a:pt x="64577" y="59580"/>
                    <a:pt x="62574" y="63941"/>
                    <a:pt x="61914" y="68112"/>
                  </a:cubicBezTo>
                  <a:cubicBezTo>
                    <a:pt x="60547" y="76950"/>
                    <a:pt x="58143" y="80627"/>
                    <a:pt x="49258" y="81193"/>
                  </a:cubicBezTo>
                  <a:cubicBezTo>
                    <a:pt x="31204" y="82347"/>
                    <a:pt x="18642" y="92317"/>
                    <a:pt x="7990" y="105633"/>
                  </a:cubicBezTo>
                  <a:cubicBezTo>
                    <a:pt x="5491" y="108767"/>
                    <a:pt x="3394" y="112256"/>
                    <a:pt x="0" y="117228"/>
                  </a:cubicBezTo>
                  <a:cubicBezTo>
                    <a:pt x="13717" y="116427"/>
                    <a:pt x="23639" y="111902"/>
                    <a:pt x="32501" y="105185"/>
                  </a:cubicBezTo>
                  <a:cubicBezTo>
                    <a:pt x="66934" y="79095"/>
                    <a:pt x="97738" y="49187"/>
                    <a:pt x="125595" y="16215"/>
                  </a:cubicBezTo>
                  <a:cubicBezTo>
                    <a:pt x="129225" y="11926"/>
                    <a:pt x="131747" y="6740"/>
                    <a:pt x="134787" y="1980"/>
                  </a:cubicBezTo>
                  <a:cubicBezTo>
                    <a:pt x="134174" y="1320"/>
                    <a:pt x="133538" y="660"/>
                    <a:pt x="132925" y="0"/>
                  </a:cubicBezTo>
                  <a:cubicBezTo>
                    <a:pt x="129225" y="1508"/>
                    <a:pt x="125171" y="2498"/>
                    <a:pt x="121801" y="459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01" name="Google Shape;1201;p44"/>
            <p:cNvSpPr/>
            <p:nvPr/>
          </p:nvSpPr>
          <p:spPr>
            <a:xfrm>
              <a:off x="362760" y="3205159"/>
              <a:ext cx="26916" cy="122436"/>
            </a:xfrm>
            <a:custGeom>
              <a:rect b="b" l="l" r="r" t="t"/>
              <a:pathLst>
                <a:path extrusionOk="0" h="122436" w="26916">
                  <a:moveTo>
                    <a:pt x="13940" y="0"/>
                  </a:moveTo>
                  <a:cubicBezTo>
                    <a:pt x="12502" y="1131"/>
                    <a:pt x="11748" y="1438"/>
                    <a:pt x="11512" y="1980"/>
                  </a:cubicBezTo>
                  <a:cubicBezTo>
                    <a:pt x="10782" y="3535"/>
                    <a:pt x="10098" y="5138"/>
                    <a:pt x="9627" y="6788"/>
                  </a:cubicBezTo>
                  <a:cubicBezTo>
                    <a:pt x="2250" y="32642"/>
                    <a:pt x="-1097" y="59133"/>
                    <a:pt x="317" y="85859"/>
                  </a:cubicBezTo>
                  <a:cubicBezTo>
                    <a:pt x="883" y="96300"/>
                    <a:pt x="4795" y="107023"/>
                    <a:pt x="9297" y="116616"/>
                  </a:cubicBezTo>
                  <a:cubicBezTo>
                    <a:pt x="13256" y="125077"/>
                    <a:pt x="21482" y="124110"/>
                    <a:pt x="24074" y="115037"/>
                  </a:cubicBezTo>
                  <a:cubicBezTo>
                    <a:pt x="26384" y="106953"/>
                    <a:pt x="27492" y="97973"/>
                    <a:pt x="26620" y="89654"/>
                  </a:cubicBezTo>
                  <a:cubicBezTo>
                    <a:pt x="24734" y="71530"/>
                    <a:pt x="21152" y="53594"/>
                    <a:pt x="18489" y="35564"/>
                  </a:cubicBezTo>
                  <a:cubicBezTo>
                    <a:pt x="16768" y="23992"/>
                    <a:pt x="15495" y="12373"/>
                    <a:pt x="1394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02" name="Google Shape;1202;p44"/>
            <p:cNvSpPr/>
            <p:nvPr/>
          </p:nvSpPr>
          <p:spPr>
            <a:xfrm>
              <a:off x="286268" y="3354335"/>
              <a:ext cx="34646" cy="106563"/>
            </a:xfrm>
            <a:custGeom>
              <a:rect b="b" l="l" r="r" t="t"/>
              <a:pathLst>
                <a:path extrusionOk="0" h="106563" w="34646">
                  <a:moveTo>
                    <a:pt x="34386" y="100129"/>
                  </a:moveTo>
                  <a:cubicBezTo>
                    <a:pt x="34481" y="91079"/>
                    <a:pt x="35070" y="81934"/>
                    <a:pt x="34080" y="72978"/>
                  </a:cubicBezTo>
                  <a:cubicBezTo>
                    <a:pt x="31558" y="50424"/>
                    <a:pt x="27080" y="28222"/>
                    <a:pt x="17724" y="7364"/>
                  </a:cubicBezTo>
                  <a:cubicBezTo>
                    <a:pt x="16286" y="4136"/>
                    <a:pt x="10889" y="-578"/>
                    <a:pt x="9475" y="58"/>
                  </a:cubicBezTo>
                  <a:cubicBezTo>
                    <a:pt x="5845" y="1732"/>
                    <a:pt x="3206" y="5880"/>
                    <a:pt x="613" y="9368"/>
                  </a:cubicBezTo>
                  <a:cubicBezTo>
                    <a:pt x="-259" y="10546"/>
                    <a:pt x="48" y="12714"/>
                    <a:pt x="71" y="14435"/>
                  </a:cubicBezTo>
                  <a:cubicBezTo>
                    <a:pt x="495" y="45309"/>
                    <a:pt x="10795" y="73214"/>
                    <a:pt x="25690" y="99752"/>
                  </a:cubicBezTo>
                  <a:cubicBezTo>
                    <a:pt x="27010" y="102085"/>
                    <a:pt x="28565" y="104301"/>
                    <a:pt x="30003" y="106563"/>
                  </a:cubicBezTo>
                  <a:cubicBezTo>
                    <a:pt x="30922" y="105974"/>
                    <a:pt x="31841" y="105408"/>
                    <a:pt x="32760" y="104819"/>
                  </a:cubicBezTo>
                  <a:cubicBezTo>
                    <a:pt x="33326" y="103264"/>
                    <a:pt x="34363" y="101708"/>
                    <a:pt x="34386" y="1001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03" name="Google Shape;1203;p44"/>
            <p:cNvSpPr/>
            <p:nvPr/>
          </p:nvSpPr>
          <p:spPr>
            <a:xfrm>
              <a:off x="513513" y="2105197"/>
              <a:ext cx="137143" cy="31235"/>
            </a:xfrm>
            <a:custGeom>
              <a:rect b="b" l="l" r="r" t="t"/>
              <a:pathLst>
                <a:path extrusionOk="0" h="31235" w="137143">
                  <a:moveTo>
                    <a:pt x="109545" y="21455"/>
                  </a:moveTo>
                  <a:cubicBezTo>
                    <a:pt x="117252" y="20677"/>
                    <a:pt x="124912" y="18038"/>
                    <a:pt x="132194" y="15186"/>
                  </a:cubicBezTo>
                  <a:cubicBezTo>
                    <a:pt x="134645" y="14220"/>
                    <a:pt x="137120" y="10001"/>
                    <a:pt x="137144" y="7244"/>
                  </a:cubicBezTo>
                  <a:cubicBezTo>
                    <a:pt x="137167" y="5287"/>
                    <a:pt x="133255" y="1870"/>
                    <a:pt x="130804" y="1587"/>
                  </a:cubicBezTo>
                  <a:cubicBezTo>
                    <a:pt x="122531" y="621"/>
                    <a:pt x="113740" y="-982"/>
                    <a:pt x="105845" y="809"/>
                  </a:cubicBezTo>
                  <a:cubicBezTo>
                    <a:pt x="70422" y="8823"/>
                    <a:pt x="35258" y="17920"/>
                    <a:pt x="0" y="26640"/>
                  </a:cubicBezTo>
                  <a:cubicBezTo>
                    <a:pt x="189" y="28172"/>
                    <a:pt x="354" y="29704"/>
                    <a:pt x="542" y="31236"/>
                  </a:cubicBezTo>
                  <a:cubicBezTo>
                    <a:pt x="36884" y="28031"/>
                    <a:pt x="73250" y="25061"/>
                    <a:pt x="109545" y="2145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04" name="Google Shape;1204;p44"/>
            <p:cNvSpPr/>
            <p:nvPr/>
          </p:nvSpPr>
          <p:spPr>
            <a:xfrm>
              <a:off x="228856" y="2983641"/>
              <a:ext cx="20797" cy="133891"/>
            </a:xfrm>
            <a:custGeom>
              <a:rect b="b" l="l" r="r" t="t"/>
              <a:pathLst>
                <a:path extrusionOk="0" h="133891" w="20797">
                  <a:moveTo>
                    <a:pt x="7259" y="133891"/>
                  </a:moveTo>
                  <a:cubicBezTo>
                    <a:pt x="17441" y="116309"/>
                    <a:pt x="25619" y="12680"/>
                    <a:pt x="17488" y="0"/>
                  </a:cubicBezTo>
                  <a:cubicBezTo>
                    <a:pt x="519" y="15791"/>
                    <a:pt x="-6434" y="110606"/>
                    <a:pt x="7259" y="1338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05" name="Google Shape;1205;p44"/>
            <p:cNvSpPr/>
            <p:nvPr/>
          </p:nvSpPr>
          <p:spPr>
            <a:xfrm>
              <a:off x="664239" y="3758117"/>
              <a:ext cx="86818" cy="39365"/>
            </a:xfrm>
            <a:custGeom>
              <a:rect b="b" l="l" r="r" t="t"/>
              <a:pathLst>
                <a:path extrusionOk="0" h="39365" w="86818">
                  <a:moveTo>
                    <a:pt x="80314" y="25642"/>
                  </a:moveTo>
                  <a:cubicBezTo>
                    <a:pt x="62284" y="9545"/>
                    <a:pt x="40719" y="2286"/>
                    <a:pt x="17292" y="0"/>
                  </a:cubicBezTo>
                  <a:cubicBezTo>
                    <a:pt x="13851" y="189"/>
                    <a:pt x="10481" y="-165"/>
                    <a:pt x="7512" y="707"/>
                  </a:cubicBezTo>
                  <a:cubicBezTo>
                    <a:pt x="4707" y="1532"/>
                    <a:pt x="912" y="3205"/>
                    <a:pt x="111" y="5421"/>
                  </a:cubicBezTo>
                  <a:cubicBezTo>
                    <a:pt x="-549" y="7259"/>
                    <a:pt x="1855" y="11431"/>
                    <a:pt x="4047" y="12892"/>
                  </a:cubicBezTo>
                  <a:cubicBezTo>
                    <a:pt x="26319" y="27740"/>
                    <a:pt x="50877" y="36625"/>
                    <a:pt x="77509" y="39335"/>
                  </a:cubicBezTo>
                  <a:cubicBezTo>
                    <a:pt x="80479" y="39642"/>
                    <a:pt x="83708" y="37521"/>
                    <a:pt x="86819" y="36531"/>
                  </a:cubicBezTo>
                  <a:cubicBezTo>
                    <a:pt x="85381" y="33561"/>
                    <a:pt x="84038" y="30568"/>
                    <a:pt x="82482" y="27669"/>
                  </a:cubicBezTo>
                  <a:cubicBezTo>
                    <a:pt x="82034" y="26821"/>
                    <a:pt x="81044" y="26302"/>
                    <a:pt x="80314" y="2564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06" name="Google Shape;1206;p44"/>
            <p:cNvSpPr/>
            <p:nvPr/>
          </p:nvSpPr>
          <p:spPr>
            <a:xfrm>
              <a:off x="920278" y="3664283"/>
              <a:ext cx="75865" cy="61617"/>
            </a:xfrm>
            <a:custGeom>
              <a:rect b="b" l="l" r="r" t="t"/>
              <a:pathLst>
                <a:path extrusionOk="0" h="61617" w="75865">
                  <a:moveTo>
                    <a:pt x="75866" y="8635"/>
                  </a:moveTo>
                  <a:cubicBezTo>
                    <a:pt x="75253" y="8305"/>
                    <a:pt x="74664" y="7951"/>
                    <a:pt x="74051" y="7621"/>
                  </a:cubicBezTo>
                  <a:cubicBezTo>
                    <a:pt x="74051" y="127"/>
                    <a:pt x="70445" y="-2254"/>
                    <a:pt x="63492" y="2342"/>
                  </a:cubicBezTo>
                  <a:cubicBezTo>
                    <a:pt x="49728" y="11487"/>
                    <a:pt x="36224" y="21126"/>
                    <a:pt x="23450" y="31543"/>
                  </a:cubicBezTo>
                  <a:cubicBezTo>
                    <a:pt x="15272" y="38213"/>
                    <a:pt x="8437" y="46556"/>
                    <a:pt x="1296" y="54404"/>
                  </a:cubicBezTo>
                  <a:cubicBezTo>
                    <a:pt x="117" y="55701"/>
                    <a:pt x="-331" y="58576"/>
                    <a:pt x="259" y="60249"/>
                  </a:cubicBezTo>
                  <a:cubicBezTo>
                    <a:pt x="612" y="61239"/>
                    <a:pt x="3652" y="61640"/>
                    <a:pt x="5467" y="61616"/>
                  </a:cubicBezTo>
                  <a:cubicBezTo>
                    <a:pt x="7376" y="61593"/>
                    <a:pt x="9332" y="60933"/>
                    <a:pt x="11171" y="60273"/>
                  </a:cubicBezTo>
                  <a:cubicBezTo>
                    <a:pt x="31769" y="53037"/>
                    <a:pt x="50105" y="41913"/>
                    <a:pt x="65495" y="26547"/>
                  </a:cubicBezTo>
                  <a:cubicBezTo>
                    <a:pt x="70233" y="21857"/>
                    <a:pt x="72495" y="14668"/>
                    <a:pt x="75866" y="863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07" name="Google Shape;1207;p44"/>
            <p:cNvSpPr/>
            <p:nvPr/>
          </p:nvSpPr>
          <p:spPr>
            <a:xfrm>
              <a:off x="623675" y="3585848"/>
              <a:ext cx="74872" cy="64444"/>
            </a:xfrm>
            <a:custGeom>
              <a:rect b="b" l="l" r="r" t="t"/>
              <a:pathLst>
                <a:path extrusionOk="0" h="64444" w="74872">
                  <a:moveTo>
                    <a:pt x="10862" y="31944"/>
                  </a:moveTo>
                  <a:cubicBezTo>
                    <a:pt x="14939" y="30719"/>
                    <a:pt x="20336" y="30907"/>
                    <a:pt x="24154" y="32628"/>
                  </a:cubicBezTo>
                  <a:cubicBezTo>
                    <a:pt x="29386" y="35008"/>
                    <a:pt x="33723" y="39392"/>
                    <a:pt x="38389" y="42998"/>
                  </a:cubicBezTo>
                  <a:cubicBezTo>
                    <a:pt x="46756" y="49432"/>
                    <a:pt x="54887" y="56172"/>
                    <a:pt x="63513" y="62182"/>
                  </a:cubicBezTo>
                  <a:cubicBezTo>
                    <a:pt x="66082" y="63973"/>
                    <a:pt x="70065" y="63738"/>
                    <a:pt x="73412" y="64445"/>
                  </a:cubicBezTo>
                  <a:cubicBezTo>
                    <a:pt x="73907" y="63549"/>
                    <a:pt x="74402" y="62653"/>
                    <a:pt x="74873" y="61758"/>
                  </a:cubicBezTo>
                  <a:cubicBezTo>
                    <a:pt x="72469" y="58105"/>
                    <a:pt x="70678" y="53792"/>
                    <a:pt x="67543" y="50940"/>
                  </a:cubicBezTo>
                  <a:cubicBezTo>
                    <a:pt x="50975" y="35762"/>
                    <a:pt x="34147" y="20867"/>
                    <a:pt x="17225" y="6090"/>
                  </a:cubicBezTo>
                  <a:cubicBezTo>
                    <a:pt x="14303" y="3521"/>
                    <a:pt x="10767" y="1258"/>
                    <a:pt x="7138" y="103"/>
                  </a:cubicBezTo>
                  <a:cubicBezTo>
                    <a:pt x="5299" y="-486"/>
                    <a:pt x="609" y="1588"/>
                    <a:pt x="539" y="2672"/>
                  </a:cubicBezTo>
                  <a:cubicBezTo>
                    <a:pt x="20" y="10733"/>
                    <a:pt x="-404" y="18934"/>
                    <a:pt x="657" y="26900"/>
                  </a:cubicBezTo>
                  <a:cubicBezTo>
                    <a:pt x="1293" y="31543"/>
                    <a:pt x="5064" y="33665"/>
                    <a:pt x="10862" y="3194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08" name="Google Shape;1208;p44"/>
            <p:cNvSpPr/>
            <p:nvPr/>
          </p:nvSpPr>
          <p:spPr>
            <a:xfrm>
              <a:off x="470006" y="2948303"/>
              <a:ext cx="44197" cy="79717"/>
            </a:xfrm>
            <a:custGeom>
              <a:rect b="b" l="l" r="r" t="t"/>
              <a:pathLst>
                <a:path extrusionOk="0" h="79717" w="44197">
                  <a:moveTo>
                    <a:pt x="14683" y="71728"/>
                  </a:moveTo>
                  <a:cubicBezTo>
                    <a:pt x="24087" y="52025"/>
                    <a:pt x="33538" y="32345"/>
                    <a:pt x="42611" y="12477"/>
                  </a:cubicBezTo>
                  <a:cubicBezTo>
                    <a:pt x="44261" y="8895"/>
                    <a:pt x="45817" y="4205"/>
                    <a:pt x="40726" y="1400"/>
                  </a:cubicBezTo>
                  <a:cubicBezTo>
                    <a:pt x="35470" y="-1499"/>
                    <a:pt x="31087" y="340"/>
                    <a:pt x="27763" y="4747"/>
                  </a:cubicBezTo>
                  <a:cubicBezTo>
                    <a:pt x="12868" y="24403"/>
                    <a:pt x="4855" y="46910"/>
                    <a:pt x="0" y="71916"/>
                  </a:cubicBezTo>
                  <a:cubicBezTo>
                    <a:pt x="943" y="74132"/>
                    <a:pt x="2145" y="76936"/>
                    <a:pt x="3323" y="79717"/>
                  </a:cubicBezTo>
                  <a:cubicBezTo>
                    <a:pt x="6033" y="78398"/>
                    <a:pt x="8885" y="77290"/>
                    <a:pt x="11431" y="75687"/>
                  </a:cubicBezTo>
                  <a:cubicBezTo>
                    <a:pt x="12798" y="74815"/>
                    <a:pt x="13952" y="73236"/>
                    <a:pt x="14683" y="717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09" name="Google Shape;1209;p44"/>
            <p:cNvSpPr/>
            <p:nvPr/>
          </p:nvSpPr>
          <p:spPr>
            <a:xfrm>
              <a:off x="316044" y="3208741"/>
              <a:ext cx="20637" cy="104784"/>
            </a:xfrm>
            <a:custGeom>
              <a:rect b="b" l="l" r="r" t="t"/>
              <a:pathLst>
                <a:path extrusionOk="0" h="104784" w="20637">
                  <a:moveTo>
                    <a:pt x="18680" y="72567"/>
                  </a:moveTo>
                  <a:cubicBezTo>
                    <a:pt x="21532" y="54089"/>
                    <a:pt x="21697" y="35659"/>
                    <a:pt x="16276" y="17535"/>
                  </a:cubicBezTo>
                  <a:cubicBezTo>
                    <a:pt x="13966" y="9828"/>
                    <a:pt x="10525" y="2805"/>
                    <a:pt x="2064" y="0"/>
                  </a:cubicBezTo>
                  <a:cubicBezTo>
                    <a:pt x="-3875" y="7683"/>
                    <a:pt x="3997" y="86001"/>
                    <a:pt x="13047" y="104784"/>
                  </a:cubicBezTo>
                  <a:cubicBezTo>
                    <a:pt x="15098" y="93118"/>
                    <a:pt x="17077" y="82866"/>
                    <a:pt x="18680" y="725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10" name="Google Shape;1210;p44"/>
            <p:cNvSpPr/>
            <p:nvPr/>
          </p:nvSpPr>
          <p:spPr>
            <a:xfrm>
              <a:off x="797812" y="3933889"/>
              <a:ext cx="62342" cy="39731"/>
            </a:xfrm>
            <a:custGeom>
              <a:rect b="b" l="l" r="r" t="t"/>
              <a:pathLst>
                <a:path extrusionOk="0" h="39731" w="62342">
                  <a:moveTo>
                    <a:pt x="58973" y="10299"/>
                  </a:moveTo>
                  <a:cubicBezTo>
                    <a:pt x="60811" y="8367"/>
                    <a:pt x="61259" y="5138"/>
                    <a:pt x="62343" y="2522"/>
                  </a:cubicBezTo>
                  <a:cubicBezTo>
                    <a:pt x="59774" y="1532"/>
                    <a:pt x="57181" y="566"/>
                    <a:pt x="55697" y="0"/>
                  </a:cubicBezTo>
                  <a:cubicBezTo>
                    <a:pt x="36913" y="2215"/>
                    <a:pt x="20226" y="6222"/>
                    <a:pt x="6580" y="17983"/>
                  </a:cubicBezTo>
                  <a:cubicBezTo>
                    <a:pt x="-231" y="23851"/>
                    <a:pt x="-1810" y="30002"/>
                    <a:pt x="2102" y="35564"/>
                  </a:cubicBezTo>
                  <a:cubicBezTo>
                    <a:pt x="6439" y="41716"/>
                    <a:pt x="12779" y="39783"/>
                    <a:pt x="18270" y="37780"/>
                  </a:cubicBezTo>
                  <a:cubicBezTo>
                    <a:pt x="34037" y="32006"/>
                    <a:pt x="47471" y="22437"/>
                    <a:pt x="58973" y="1029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11" name="Google Shape;1211;p44"/>
            <p:cNvSpPr/>
            <p:nvPr/>
          </p:nvSpPr>
          <p:spPr>
            <a:xfrm>
              <a:off x="652354" y="3096920"/>
              <a:ext cx="30903" cy="53823"/>
            </a:xfrm>
            <a:custGeom>
              <a:rect b="b" l="l" r="r" t="t"/>
              <a:pathLst>
                <a:path extrusionOk="0" h="53823" w="30903">
                  <a:moveTo>
                    <a:pt x="17464" y="956"/>
                  </a:moveTo>
                  <a:cubicBezTo>
                    <a:pt x="11501" y="-1212"/>
                    <a:pt x="6434" y="202"/>
                    <a:pt x="4101" y="6283"/>
                  </a:cubicBezTo>
                  <a:cubicBezTo>
                    <a:pt x="2192" y="11232"/>
                    <a:pt x="1485" y="16653"/>
                    <a:pt x="0" y="22827"/>
                  </a:cubicBezTo>
                  <a:cubicBezTo>
                    <a:pt x="1862" y="30676"/>
                    <a:pt x="3205" y="39184"/>
                    <a:pt x="5939" y="47221"/>
                  </a:cubicBezTo>
                  <a:cubicBezTo>
                    <a:pt x="8626" y="55069"/>
                    <a:pt x="14471" y="55964"/>
                    <a:pt x="19915" y="49672"/>
                  </a:cubicBezTo>
                  <a:cubicBezTo>
                    <a:pt x="27056" y="41423"/>
                    <a:pt x="30686" y="31571"/>
                    <a:pt x="30898" y="20588"/>
                  </a:cubicBezTo>
                  <a:cubicBezTo>
                    <a:pt x="31087" y="10548"/>
                    <a:pt x="26844" y="4350"/>
                    <a:pt x="17464" y="95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12" name="Google Shape;1212;p44"/>
            <p:cNvSpPr/>
            <p:nvPr/>
          </p:nvSpPr>
          <p:spPr>
            <a:xfrm>
              <a:off x="756478" y="2572234"/>
              <a:ext cx="108823" cy="22766"/>
            </a:xfrm>
            <a:custGeom>
              <a:rect b="b" l="l" r="r" t="t"/>
              <a:pathLst>
                <a:path extrusionOk="0" h="22766" w="108823">
                  <a:moveTo>
                    <a:pt x="0" y="2687"/>
                  </a:moveTo>
                  <a:cubicBezTo>
                    <a:pt x="35376" y="9357"/>
                    <a:pt x="70775" y="16003"/>
                    <a:pt x="106646" y="22767"/>
                  </a:cubicBezTo>
                  <a:cubicBezTo>
                    <a:pt x="110794" y="10134"/>
                    <a:pt x="109616" y="7683"/>
                    <a:pt x="97832" y="4337"/>
                  </a:cubicBezTo>
                  <a:cubicBezTo>
                    <a:pt x="95946" y="3794"/>
                    <a:pt x="94037" y="3017"/>
                    <a:pt x="92128" y="2946"/>
                  </a:cubicBezTo>
                  <a:cubicBezTo>
                    <a:pt x="61490" y="1909"/>
                    <a:pt x="30827" y="966"/>
                    <a:pt x="189" y="0"/>
                  </a:cubicBezTo>
                  <a:cubicBezTo>
                    <a:pt x="118" y="896"/>
                    <a:pt x="71" y="1791"/>
                    <a:pt x="0" y="268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13" name="Google Shape;1213;p44"/>
            <p:cNvSpPr/>
            <p:nvPr/>
          </p:nvSpPr>
          <p:spPr>
            <a:xfrm>
              <a:off x="1138920" y="2923280"/>
              <a:ext cx="36297" cy="52054"/>
            </a:xfrm>
            <a:custGeom>
              <a:rect b="b" l="l" r="r" t="t"/>
              <a:pathLst>
                <a:path extrusionOk="0" h="52054" w="36297">
                  <a:moveTo>
                    <a:pt x="6010" y="215"/>
                  </a:moveTo>
                  <a:cubicBezTo>
                    <a:pt x="2828" y="1205"/>
                    <a:pt x="1249" y="7474"/>
                    <a:pt x="0" y="9643"/>
                  </a:cubicBezTo>
                  <a:cubicBezTo>
                    <a:pt x="1862" y="26235"/>
                    <a:pt x="6293" y="38749"/>
                    <a:pt x="16946" y="48342"/>
                  </a:cubicBezTo>
                  <a:cubicBezTo>
                    <a:pt x="21141" y="52136"/>
                    <a:pt x="26043" y="53362"/>
                    <a:pt x="31204" y="50416"/>
                  </a:cubicBezTo>
                  <a:cubicBezTo>
                    <a:pt x="36366" y="47470"/>
                    <a:pt x="37426" y="42355"/>
                    <a:pt x="35187" y="37571"/>
                  </a:cubicBezTo>
                  <a:cubicBezTo>
                    <a:pt x="30026" y="26541"/>
                    <a:pt x="24676" y="15488"/>
                    <a:pt x="18148" y="5259"/>
                  </a:cubicBezTo>
                  <a:cubicBezTo>
                    <a:pt x="16097" y="2054"/>
                    <a:pt x="9357" y="-822"/>
                    <a:pt x="6010" y="21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14" name="Google Shape;1214;p44"/>
            <p:cNvSpPr/>
            <p:nvPr/>
          </p:nvSpPr>
          <p:spPr>
            <a:xfrm>
              <a:off x="206183" y="3138543"/>
              <a:ext cx="41622" cy="60471"/>
            </a:xfrm>
            <a:custGeom>
              <a:rect b="b" l="l" r="r" t="t"/>
              <a:pathLst>
                <a:path extrusionOk="0" h="60471" w="41622">
                  <a:moveTo>
                    <a:pt x="22461" y="1450"/>
                  </a:moveTo>
                  <a:cubicBezTo>
                    <a:pt x="12043" y="5739"/>
                    <a:pt x="5656" y="14389"/>
                    <a:pt x="0" y="24122"/>
                  </a:cubicBezTo>
                  <a:cubicBezTo>
                    <a:pt x="5421" y="21436"/>
                    <a:pt x="10724" y="18513"/>
                    <a:pt x="16286" y="16156"/>
                  </a:cubicBezTo>
                  <a:cubicBezTo>
                    <a:pt x="18360" y="15261"/>
                    <a:pt x="20976" y="15638"/>
                    <a:pt x="23333" y="15449"/>
                  </a:cubicBezTo>
                  <a:cubicBezTo>
                    <a:pt x="23498" y="17735"/>
                    <a:pt x="24157" y="20139"/>
                    <a:pt x="23686" y="22331"/>
                  </a:cubicBezTo>
                  <a:cubicBezTo>
                    <a:pt x="22720" y="26903"/>
                    <a:pt x="20457" y="31287"/>
                    <a:pt x="20057" y="35859"/>
                  </a:cubicBezTo>
                  <a:cubicBezTo>
                    <a:pt x="19491" y="42129"/>
                    <a:pt x="19185" y="48751"/>
                    <a:pt x="20552" y="54808"/>
                  </a:cubicBezTo>
                  <a:cubicBezTo>
                    <a:pt x="22060" y="61525"/>
                    <a:pt x="27481" y="62421"/>
                    <a:pt x="31016" y="56670"/>
                  </a:cubicBezTo>
                  <a:cubicBezTo>
                    <a:pt x="39830" y="42388"/>
                    <a:pt x="44120" y="26809"/>
                    <a:pt x="40113" y="10052"/>
                  </a:cubicBezTo>
                  <a:cubicBezTo>
                    <a:pt x="37945" y="931"/>
                    <a:pt x="31087" y="-2109"/>
                    <a:pt x="22461" y="14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15" name="Google Shape;1215;p44"/>
            <p:cNvSpPr/>
            <p:nvPr/>
          </p:nvSpPr>
          <p:spPr>
            <a:xfrm>
              <a:off x="273948" y="3156773"/>
              <a:ext cx="20357" cy="72849"/>
            </a:xfrm>
            <a:custGeom>
              <a:rect b="b" l="l" r="r" t="t"/>
              <a:pathLst>
                <a:path extrusionOk="0" h="72849" w="20357">
                  <a:moveTo>
                    <a:pt x="3576" y="71223"/>
                  </a:moveTo>
                  <a:cubicBezTo>
                    <a:pt x="4731" y="71765"/>
                    <a:pt x="5909" y="72307"/>
                    <a:pt x="7064" y="72849"/>
                  </a:cubicBezTo>
                  <a:cubicBezTo>
                    <a:pt x="8054" y="70846"/>
                    <a:pt x="8926" y="68772"/>
                    <a:pt x="10057" y="66863"/>
                  </a:cubicBezTo>
                  <a:cubicBezTo>
                    <a:pt x="20852" y="48433"/>
                    <a:pt x="23232" y="28918"/>
                    <a:pt x="16869" y="8626"/>
                  </a:cubicBezTo>
                  <a:cubicBezTo>
                    <a:pt x="15808" y="5209"/>
                    <a:pt x="11424" y="2852"/>
                    <a:pt x="8596" y="0"/>
                  </a:cubicBezTo>
                  <a:cubicBezTo>
                    <a:pt x="6004" y="3300"/>
                    <a:pt x="1431" y="6458"/>
                    <a:pt x="1196" y="9899"/>
                  </a:cubicBezTo>
                  <a:cubicBezTo>
                    <a:pt x="88" y="26019"/>
                    <a:pt x="-101" y="42234"/>
                    <a:pt x="41" y="58402"/>
                  </a:cubicBezTo>
                  <a:cubicBezTo>
                    <a:pt x="64" y="62668"/>
                    <a:pt x="2327" y="66934"/>
                    <a:pt x="3576" y="71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16" name="Google Shape;1216;p44"/>
            <p:cNvSpPr/>
            <p:nvPr/>
          </p:nvSpPr>
          <p:spPr>
            <a:xfrm>
              <a:off x="245628" y="2882038"/>
              <a:ext cx="39110" cy="60416"/>
            </a:xfrm>
            <a:custGeom>
              <a:rect b="b" l="l" r="r" t="t"/>
              <a:pathLst>
                <a:path extrusionOk="0" h="60416" w="39110">
                  <a:moveTo>
                    <a:pt x="37789" y="0"/>
                  </a:moveTo>
                  <a:cubicBezTo>
                    <a:pt x="34631" y="1673"/>
                    <a:pt x="33075" y="2074"/>
                    <a:pt x="32156" y="3064"/>
                  </a:cubicBezTo>
                  <a:cubicBezTo>
                    <a:pt x="18604" y="17653"/>
                    <a:pt x="6797" y="33420"/>
                    <a:pt x="457" y="52581"/>
                  </a:cubicBezTo>
                  <a:cubicBezTo>
                    <a:pt x="-274" y="54773"/>
                    <a:pt x="-180" y="58873"/>
                    <a:pt x="1117" y="59722"/>
                  </a:cubicBezTo>
                  <a:cubicBezTo>
                    <a:pt x="2861" y="60877"/>
                    <a:pt x="6372" y="60429"/>
                    <a:pt x="8682" y="59557"/>
                  </a:cubicBezTo>
                  <a:cubicBezTo>
                    <a:pt x="23789" y="53853"/>
                    <a:pt x="38944" y="31699"/>
                    <a:pt x="39109" y="15154"/>
                  </a:cubicBezTo>
                  <a:cubicBezTo>
                    <a:pt x="39156" y="10606"/>
                    <a:pt x="38354" y="6033"/>
                    <a:pt x="37789"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17" name="Google Shape;1217;p44"/>
            <p:cNvSpPr/>
            <p:nvPr/>
          </p:nvSpPr>
          <p:spPr>
            <a:xfrm>
              <a:off x="183763" y="2948213"/>
              <a:ext cx="43408" cy="40419"/>
            </a:xfrm>
            <a:custGeom>
              <a:rect b="b" l="l" r="r" t="t"/>
              <a:pathLst>
                <a:path extrusionOk="0" h="40419" w="43408">
                  <a:moveTo>
                    <a:pt x="7" y="30973"/>
                  </a:moveTo>
                  <a:cubicBezTo>
                    <a:pt x="-205" y="39741"/>
                    <a:pt x="4367" y="42734"/>
                    <a:pt x="12239" y="38562"/>
                  </a:cubicBezTo>
                  <a:cubicBezTo>
                    <a:pt x="24754" y="31940"/>
                    <a:pt x="34040" y="21805"/>
                    <a:pt x="41558" y="10045"/>
                  </a:cubicBezTo>
                  <a:cubicBezTo>
                    <a:pt x="45117" y="4483"/>
                    <a:pt x="43514" y="1560"/>
                    <a:pt x="37009" y="405"/>
                  </a:cubicBezTo>
                  <a:cubicBezTo>
                    <a:pt x="19215" y="-2729"/>
                    <a:pt x="455" y="12779"/>
                    <a:pt x="7" y="3097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18" name="Google Shape;1218;p44"/>
            <p:cNvSpPr/>
            <p:nvPr/>
          </p:nvSpPr>
          <p:spPr>
            <a:xfrm>
              <a:off x="725180" y="3917369"/>
              <a:ext cx="85599" cy="16684"/>
            </a:xfrm>
            <a:custGeom>
              <a:rect b="b" l="l" r="r" t="t"/>
              <a:pathLst>
                <a:path extrusionOk="0" h="16684" w="85599">
                  <a:moveTo>
                    <a:pt x="0" y="4194"/>
                  </a:moveTo>
                  <a:cubicBezTo>
                    <a:pt x="10818" y="16308"/>
                    <a:pt x="74099" y="21352"/>
                    <a:pt x="85600" y="11382"/>
                  </a:cubicBezTo>
                  <a:cubicBezTo>
                    <a:pt x="72897" y="1154"/>
                    <a:pt x="10464" y="-4314"/>
                    <a:pt x="0" y="41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19" name="Google Shape;1219;p44"/>
            <p:cNvSpPr/>
            <p:nvPr/>
          </p:nvSpPr>
          <p:spPr>
            <a:xfrm>
              <a:off x="302847" y="3044918"/>
              <a:ext cx="21216" cy="73438"/>
            </a:xfrm>
            <a:custGeom>
              <a:rect b="b" l="l" r="r" t="t"/>
              <a:pathLst>
                <a:path extrusionOk="0" h="73438" w="21216">
                  <a:moveTo>
                    <a:pt x="15238" y="73439"/>
                  </a:moveTo>
                  <a:cubicBezTo>
                    <a:pt x="16959" y="70021"/>
                    <a:pt x="18349" y="68254"/>
                    <a:pt x="18773" y="66274"/>
                  </a:cubicBezTo>
                  <a:cubicBezTo>
                    <a:pt x="23204" y="45652"/>
                    <a:pt x="21861" y="25477"/>
                    <a:pt x="12669" y="6340"/>
                  </a:cubicBezTo>
                  <a:cubicBezTo>
                    <a:pt x="11349" y="3582"/>
                    <a:pt x="7343" y="2098"/>
                    <a:pt x="4585" y="0"/>
                  </a:cubicBezTo>
                  <a:cubicBezTo>
                    <a:pt x="3006" y="3252"/>
                    <a:pt x="131" y="6481"/>
                    <a:pt x="37" y="9781"/>
                  </a:cubicBezTo>
                  <a:cubicBezTo>
                    <a:pt x="-482" y="29295"/>
                    <a:pt x="4585" y="47844"/>
                    <a:pt x="11019" y="66038"/>
                  </a:cubicBezTo>
                  <a:cubicBezTo>
                    <a:pt x="11774" y="68183"/>
                    <a:pt x="13282" y="70045"/>
                    <a:pt x="15238" y="7343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20" name="Google Shape;1220;p44"/>
            <p:cNvSpPr/>
            <p:nvPr/>
          </p:nvSpPr>
          <p:spPr>
            <a:xfrm>
              <a:off x="650280" y="3887752"/>
              <a:ext cx="53236" cy="30841"/>
            </a:xfrm>
            <a:custGeom>
              <a:rect b="b" l="l" r="r" t="t"/>
              <a:pathLst>
                <a:path extrusionOk="0" h="30841" w="53236">
                  <a:moveTo>
                    <a:pt x="47961" y="12223"/>
                  </a:moveTo>
                  <a:cubicBezTo>
                    <a:pt x="36601" y="3620"/>
                    <a:pt x="23663" y="-669"/>
                    <a:pt x="9404" y="85"/>
                  </a:cubicBezTo>
                  <a:cubicBezTo>
                    <a:pt x="6198" y="250"/>
                    <a:pt x="3135" y="2890"/>
                    <a:pt x="0" y="4398"/>
                  </a:cubicBezTo>
                  <a:cubicBezTo>
                    <a:pt x="1650" y="7721"/>
                    <a:pt x="2451" y="12223"/>
                    <a:pt x="5114" y="14202"/>
                  </a:cubicBezTo>
                  <a:cubicBezTo>
                    <a:pt x="18666" y="24313"/>
                    <a:pt x="35258" y="26199"/>
                    <a:pt x="50813" y="30841"/>
                  </a:cubicBezTo>
                  <a:cubicBezTo>
                    <a:pt x="54537" y="23182"/>
                    <a:pt x="54254" y="16983"/>
                    <a:pt x="47961" y="12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21" name="Google Shape;1221;p44"/>
            <p:cNvSpPr/>
            <p:nvPr/>
          </p:nvSpPr>
          <p:spPr>
            <a:xfrm>
              <a:off x="273793" y="2995072"/>
              <a:ext cx="15487" cy="74664"/>
            </a:xfrm>
            <a:custGeom>
              <a:rect b="b" l="l" r="r" t="t"/>
              <a:pathLst>
                <a:path extrusionOk="0" h="74664" w="15487">
                  <a:moveTo>
                    <a:pt x="5122" y="74664"/>
                  </a:moveTo>
                  <a:cubicBezTo>
                    <a:pt x="6843" y="71412"/>
                    <a:pt x="9199" y="68324"/>
                    <a:pt x="10142" y="64836"/>
                  </a:cubicBezTo>
                  <a:cubicBezTo>
                    <a:pt x="14809" y="47561"/>
                    <a:pt x="17000" y="29979"/>
                    <a:pt x="14337" y="12114"/>
                  </a:cubicBezTo>
                  <a:cubicBezTo>
                    <a:pt x="13607" y="7212"/>
                    <a:pt x="14361" y="71"/>
                    <a:pt x="7856" y="0"/>
                  </a:cubicBezTo>
                  <a:cubicBezTo>
                    <a:pt x="5381" y="-24"/>
                    <a:pt x="880" y="7471"/>
                    <a:pt x="668" y="11713"/>
                  </a:cubicBezTo>
                  <a:cubicBezTo>
                    <a:pt x="-252" y="29154"/>
                    <a:pt x="8" y="46665"/>
                    <a:pt x="126" y="64129"/>
                  </a:cubicBezTo>
                  <a:cubicBezTo>
                    <a:pt x="149" y="67405"/>
                    <a:pt x="1540" y="70681"/>
                    <a:pt x="2294" y="73957"/>
                  </a:cubicBezTo>
                  <a:cubicBezTo>
                    <a:pt x="3213" y="74216"/>
                    <a:pt x="4179" y="74429"/>
                    <a:pt x="5122" y="7466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22" name="Google Shape;1222;p44"/>
            <p:cNvSpPr/>
            <p:nvPr/>
          </p:nvSpPr>
          <p:spPr>
            <a:xfrm>
              <a:off x="844279" y="3812063"/>
              <a:ext cx="47590" cy="27176"/>
            </a:xfrm>
            <a:custGeom>
              <a:rect b="b" l="l" r="r" t="t"/>
              <a:pathLst>
                <a:path extrusionOk="0" h="27176" w="47590">
                  <a:moveTo>
                    <a:pt x="8004" y="2029"/>
                  </a:moveTo>
                  <a:cubicBezTo>
                    <a:pt x="-1187" y="4857"/>
                    <a:pt x="-2649" y="11527"/>
                    <a:pt x="4587" y="17726"/>
                  </a:cubicBezTo>
                  <a:cubicBezTo>
                    <a:pt x="11492" y="23641"/>
                    <a:pt x="19623" y="26870"/>
                    <a:pt x="30983" y="27176"/>
                  </a:cubicBezTo>
                  <a:cubicBezTo>
                    <a:pt x="32774" y="26634"/>
                    <a:pt x="37158" y="26352"/>
                    <a:pt x="40010" y="24160"/>
                  </a:cubicBezTo>
                  <a:cubicBezTo>
                    <a:pt x="43404" y="21544"/>
                    <a:pt x="47151" y="17443"/>
                    <a:pt x="47575" y="13625"/>
                  </a:cubicBezTo>
                  <a:cubicBezTo>
                    <a:pt x="47882" y="10891"/>
                    <a:pt x="43545" y="6436"/>
                    <a:pt x="40269" y="4740"/>
                  </a:cubicBezTo>
                  <a:cubicBezTo>
                    <a:pt x="30064" y="-563"/>
                    <a:pt x="19034" y="-1341"/>
                    <a:pt x="8004" y="20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23" name="Google Shape;1223;p44"/>
            <p:cNvSpPr/>
            <p:nvPr/>
          </p:nvSpPr>
          <p:spPr>
            <a:xfrm>
              <a:off x="272219" y="3249109"/>
              <a:ext cx="24684" cy="63238"/>
            </a:xfrm>
            <a:custGeom>
              <a:rect b="b" l="l" r="r" t="t"/>
              <a:pathLst>
                <a:path extrusionOk="0" h="63238" w="24684">
                  <a:moveTo>
                    <a:pt x="19753" y="63026"/>
                  </a:moveTo>
                  <a:cubicBezTo>
                    <a:pt x="21167" y="57417"/>
                    <a:pt x="23170" y="51855"/>
                    <a:pt x="23901" y="46151"/>
                  </a:cubicBezTo>
                  <a:cubicBezTo>
                    <a:pt x="26022" y="29418"/>
                    <a:pt x="24608" y="13509"/>
                    <a:pt x="9925" y="2102"/>
                  </a:cubicBezTo>
                  <a:cubicBezTo>
                    <a:pt x="8039" y="641"/>
                    <a:pt x="4858" y="-396"/>
                    <a:pt x="2713" y="146"/>
                  </a:cubicBezTo>
                  <a:cubicBezTo>
                    <a:pt x="1346" y="476"/>
                    <a:pt x="-68" y="4105"/>
                    <a:pt x="3" y="6203"/>
                  </a:cubicBezTo>
                  <a:cubicBezTo>
                    <a:pt x="497" y="26849"/>
                    <a:pt x="8958" y="45044"/>
                    <a:pt x="17255" y="63238"/>
                  </a:cubicBezTo>
                  <a:cubicBezTo>
                    <a:pt x="18056" y="63191"/>
                    <a:pt x="18904" y="63120"/>
                    <a:pt x="19753" y="6302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24" name="Google Shape;1224;p44"/>
            <p:cNvSpPr/>
            <p:nvPr/>
          </p:nvSpPr>
          <p:spPr>
            <a:xfrm>
              <a:off x="353673" y="2233375"/>
              <a:ext cx="66415" cy="25761"/>
            </a:xfrm>
            <a:custGeom>
              <a:rect b="b" l="l" r="r" t="t"/>
              <a:pathLst>
                <a:path extrusionOk="0" h="25761" w="66415">
                  <a:moveTo>
                    <a:pt x="66415" y="2140"/>
                  </a:moveTo>
                  <a:cubicBezTo>
                    <a:pt x="52816" y="-5685"/>
                    <a:pt x="7966" y="9352"/>
                    <a:pt x="0" y="24600"/>
                  </a:cubicBezTo>
                  <a:cubicBezTo>
                    <a:pt x="19208" y="29502"/>
                    <a:pt x="52887" y="18284"/>
                    <a:pt x="66415" y="214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25" name="Google Shape;1225;p44"/>
            <p:cNvSpPr/>
            <p:nvPr/>
          </p:nvSpPr>
          <p:spPr>
            <a:xfrm>
              <a:off x="744105" y="2539634"/>
              <a:ext cx="66910" cy="16852"/>
            </a:xfrm>
            <a:custGeom>
              <a:rect b="b" l="l" r="r" t="t"/>
              <a:pathLst>
                <a:path extrusionOk="0" h="16852" w="66910">
                  <a:moveTo>
                    <a:pt x="19090" y="4224"/>
                  </a:moveTo>
                  <a:cubicBezTo>
                    <a:pt x="12562" y="5285"/>
                    <a:pt x="6340" y="8372"/>
                    <a:pt x="0" y="10540"/>
                  </a:cubicBezTo>
                  <a:cubicBezTo>
                    <a:pt x="118" y="11931"/>
                    <a:pt x="212" y="13298"/>
                    <a:pt x="330" y="14688"/>
                  </a:cubicBezTo>
                  <a:cubicBezTo>
                    <a:pt x="12468" y="15490"/>
                    <a:pt x="24605" y="17045"/>
                    <a:pt x="36719" y="16833"/>
                  </a:cubicBezTo>
                  <a:cubicBezTo>
                    <a:pt x="44662" y="16715"/>
                    <a:pt x="52722" y="14547"/>
                    <a:pt x="60429" y="12285"/>
                  </a:cubicBezTo>
                  <a:cubicBezTo>
                    <a:pt x="63045" y="11530"/>
                    <a:pt x="64789" y="7736"/>
                    <a:pt x="66910" y="5308"/>
                  </a:cubicBezTo>
                  <a:cubicBezTo>
                    <a:pt x="64059" y="3446"/>
                    <a:pt x="61112" y="-160"/>
                    <a:pt x="58402" y="5"/>
                  </a:cubicBezTo>
                  <a:cubicBezTo>
                    <a:pt x="45251" y="807"/>
                    <a:pt x="32100" y="2127"/>
                    <a:pt x="19090" y="422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26" name="Google Shape;1226;p44"/>
            <p:cNvSpPr/>
            <p:nvPr/>
          </p:nvSpPr>
          <p:spPr>
            <a:xfrm>
              <a:off x="1155324" y="3913500"/>
              <a:ext cx="33592" cy="33118"/>
            </a:xfrm>
            <a:custGeom>
              <a:rect b="b" l="l" r="r" t="t"/>
              <a:pathLst>
                <a:path extrusionOk="0" h="33118" w="33592">
                  <a:moveTo>
                    <a:pt x="22248" y="3"/>
                  </a:moveTo>
                  <a:cubicBezTo>
                    <a:pt x="12091" y="-186"/>
                    <a:pt x="-23" y="9053"/>
                    <a:pt x="0" y="16925"/>
                  </a:cubicBezTo>
                  <a:cubicBezTo>
                    <a:pt x="24" y="24137"/>
                    <a:pt x="10182" y="32975"/>
                    <a:pt x="18525" y="33116"/>
                  </a:cubicBezTo>
                  <a:cubicBezTo>
                    <a:pt x="27528" y="33258"/>
                    <a:pt x="33326" y="26258"/>
                    <a:pt x="33585" y="14992"/>
                  </a:cubicBezTo>
                  <a:cubicBezTo>
                    <a:pt x="33797" y="5518"/>
                    <a:pt x="29720" y="144"/>
                    <a:pt x="22248" y="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27" name="Google Shape;1227;p44"/>
            <p:cNvSpPr/>
            <p:nvPr/>
          </p:nvSpPr>
          <p:spPr>
            <a:xfrm>
              <a:off x="614610" y="2571373"/>
              <a:ext cx="41969" cy="39442"/>
            </a:xfrm>
            <a:custGeom>
              <a:rect b="b" l="l" r="r" t="t"/>
              <a:pathLst>
                <a:path extrusionOk="0" h="39442" w="41969">
                  <a:moveTo>
                    <a:pt x="670" y="31900"/>
                  </a:moveTo>
                  <a:cubicBezTo>
                    <a:pt x="-861" y="35718"/>
                    <a:pt x="-37" y="39419"/>
                    <a:pt x="5973" y="39442"/>
                  </a:cubicBezTo>
                  <a:cubicBezTo>
                    <a:pt x="6704" y="39230"/>
                    <a:pt x="7906" y="39018"/>
                    <a:pt x="9037" y="38547"/>
                  </a:cubicBezTo>
                  <a:cubicBezTo>
                    <a:pt x="23320" y="32749"/>
                    <a:pt x="33831" y="22591"/>
                    <a:pt x="41279" y="9346"/>
                  </a:cubicBezTo>
                  <a:cubicBezTo>
                    <a:pt x="42575" y="7036"/>
                    <a:pt x="41632" y="3453"/>
                    <a:pt x="41726" y="460"/>
                  </a:cubicBezTo>
                  <a:cubicBezTo>
                    <a:pt x="38686" y="460"/>
                    <a:pt x="34821" y="-718"/>
                    <a:pt x="32770" y="696"/>
                  </a:cubicBezTo>
                  <a:cubicBezTo>
                    <a:pt x="24121" y="6635"/>
                    <a:pt x="15683" y="12999"/>
                    <a:pt x="7859" y="19998"/>
                  </a:cubicBezTo>
                  <a:cubicBezTo>
                    <a:pt x="4536" y="22968"/>
                    <a:pt x="2367" y="27635"/>
                    <a:pt x="670" y="3190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28" name="Google Shape;1228;p44"/>
            <p:cNvSpPr/>
            <p:nvPr/>
          </p:nvSpPr>
          <p:spPr>
            <a:xfrm>
              <a:off x="601629" y="3717698"/>
              <a:ext cx="41788" cy="33354"/>
            </a:xfrm>
            <a:custGeom>
              <a:rect b="b" l="l" r="r" t="t"/>
              <a:pathLst>
                <a:path extrusionOk="0" h="33354" w="41788">
                  <a:moveTo>
                    <a:pt x="6" y="6552"/>
                  </a:moveTo>
                  <a:cubicBezTo>
                    <a:pt x="760" y="17983"/>
                    <a:pt x="20298" y="34622"/>
                    <a:pt x="31729" y="33278"/>
                  </a:cubicBezTo>
                  <a:cubicBezTo>
                    <a:pt x="35146" y="32878"/>
                    <a:pt x="39082" y="30285"/>
                    <a:pt x="41156" y="27504"/>
                  </a:cubicBezTo>
                  <a:cubicBezTo>
                    <a:pt x="42429" y="25784"/>
                    <a:pt x="41651" y="20787"/>
                    <a:pt x="39977" y="18949"/>
                  </a:cubicBezTo>
                  <a:cubicBezTo>
                    <a:pt x="30739" y="8815"/>
                    <a:pt x="18648" y="3630"/>
                    <a:pt x="3706" y="0"/>
                  </a:cubicBezTo>
                  <a:cubicBezTo>
                    <a:pt x="2410" y="2145"/>
                    <a:pt x="-136" y="4454"/>
                    <a:pt x="6" y="655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29" name="Google Shape;1229;p44"/>
            <p:cNvSpPr/>
            <p:nvPr/>
          </p:nvSpPr>
          <p:spPr>
            <a:xfrm>
              <a:off x="205446" y="2886289"/>
              <a:ext cx="39182" cy="41739"/>
            </a:xfrm>
            <a:custGeom>
              <a:rect b="b" l="l" r="r" t="t"/>
              <a:pathLst>
                <a:path extrusionOk="0" h="41739" w="39182">
                  <a:moveTo>
                    <a:pt x="37857" y="10692"/>
                  </a:moveTo>
                  <a:cubicBezTo>
                    <a:pt x="38564" y="9137"/>
                    <a:pt x="38918" y="7440"/>
                    <a:pt x="39177" y="6615"/>
                  </a:cubicBezTo>
                  <a:cubicBezTo>
                    <a:pt x="39319" y="416"/>
                    <a:pt x="36443" y="-1493"/>
                    <a:pt x="30716" y="1171"/>
                  </a:cubicBezTo>
                  <a:cubicBezTo>
                    <a:pt x="16764" y="7699"/>
                    <a:pt x="6983" y="18587"/>
                    <a:pt x="643" y="32446"/>
                  </a:cubicBezTo>
                  <a:cubicBezTo>
                    <a:pt x="-535" y="34991"/>
                    <a:pt x="290" y="38455"/>
                    <a:pt x="172" y="41496"/>
                  </a:cubicBezTo>
                  <a:cubicBezTo>
                    <a:pt x="3377" y="41402"/>
                    <a:pt x="7195" y="42368"/>
                    <a:pt x="9717" y="41001"/>
                  </a:cubicBezTo>
                  <a:cubicBezTo>
                    <a:pt x="22491" y="34190"/>
                    <a:pt x="31871" y="23914"/>
                    <a:pt x="37857" y="1069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30" name="Google Shape;1230;p44"/>
            <p:cNvSpPr/>
            <p:nvPr/>
          </p:nvSpPr>
          <p:spPr>
            <a:xfrm>
              <a:off x="456519" y="3259342"/>
              <a:ext cx="27537" cy="63021"/>
            </a:xfrm>
            <a:custGeom>
              <a:rect b="b" l="l" r="r" t="t"/>
              <a:pathLst>
                <a:path extrusionOk="0" h="63021" w="27537">
                  <a:moveTo>
                    <a:pt x="1916" y="0"/>
                  </a:moveTo>
                  <a:cubicBezTo>
                    <a:pt x="1279" y="4337"/>
                    <a:pt x="-606" y="8909"/>
                    <a:pt x="195" y="12939"/>
                  </a:cubicBezTo>
                  <a:cubicBezTo>
                    <a:pt x="3518" y="29366"/>
                    <a:pt x="11178" y="44049"/>
                    <a:pt x="20346" y="57931"/>
                  </a:cubicBezTo>
                  <a:cubicBezTo>
                    <a:pt x="21595" y="59816"/>
                    <a:pt x="23433" y="61348"/>
                    <a:pt x="24989" y="63021"/>
                  </a:cubicBezTo>
                  <a:cubicBezTo>
                    <a:pt x="25625" y="62691"/>
                    <a:pt x="26238" y="62338"/>
                    <a:pt x="26874" y="62008"/>
                  </a:cubicBezTo>
                  <a:cubicBezTo>
                    <a:pt x="27110" y="60123"/>
                    <a:pt x="27581" y="58237"/>
                    <a:pt x="27534" y="56352"/>
                  </a:cubicBezTo>
                  <a:cubicBezTo>
                    <a:pt x="27134" y="38558"/>
                    <a:pt x="20652" y="22626"/>
                    <a:pt x="11720" y="7660"/>
                  </a:cubicBezTo>
                  <a:cubicBezTo>
                    <a:pt x="9764" y="4337"/>
                    <a:pt x="5262" y="2522"/>
                    <a:pt x="1916"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31" name="Google Shape;1231;p44"/>
            <p:cNvSpPr/>
            <p:nvPr/>
          </p:nvSpPr>
          <p:spPr>
            <a:xfrm>
              <a:off x="1059613" y="2484313"/>
              <a:ext cx="49611" cy="25818"/>
            </a:xfrm>
            <a:custGeom>
              <a:rect b="b" l="l" r="r" t="t"/>
              <a:pathLst>
                <a:path extrusionOk="0" h="25818" w="49611">
                  <a:moveTo>
                    <a:pt x="43413" y="10688"/>
                  </a:moveTo>
                  <a:cubicBezTo>
                    <a:pt x="33773" y="3334"/>
                    <a:pt x="22555" y="-719"/>
                    <a:pt x="10323" y="106"/>
                  </a:cubicBezTo>
                  <a:cubicBezTo>
                    <a:pt x="6764" y="341"/>
                    <a:pt x="3441" y="3712"/>
                    <a:pt x="0" y="5644"/>
                  </a:cubicBezTo>
                  <a:cubicBezTo>
                    <a:pt x="2239" y="8684"/>
                    <a:pt x="3818" y="13233"/>
                    <a:pt x="6811" y="14506"/>
                  </a:cubicBezTo>
                  <a:cubicBezTo>
                    <a:pt x="17087" y="18913"/>
                    <a:pt x="27858" y="22165"/>
                    <a:pt x="38346" y="25819"/>
                  </a:cubicBezTo>
                  <a:cubicBezTo>
                    <a:pt x="42988" y="23674"/>
                    <a:pt x="46288" y="22142"/>
                    <a:pt x="49611" y="20610"/>
                  </a:cubicBezTo>
                  <a:cubicBezTo>
                    <a:pt x="47584" y="17240"/>
                    <a:pt x="46312" y="12880"/>
                    <a:pt x="43413" y="1068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32" name="Google Shape;1232;p44"/>
            <p:cNvSpPr/>
            <p:nvPr/>
          </p:nvSpPr>
          <p:spPr>
            <a:xfrm>
              <a:off x="1216188" y="3885281"/>
              <a:ext cx="33982" cy="29824"/>
            </a:xfrm>
            <a:custGeom>
              <a:rect b="b" l="l" r="r" t="t"/>
              <a:pathLst>
                <a:path extrusionOk="0" h="29824" w="33982">
                  <a:moveTo>
                    <a:pt x="18867" y="270"/>
                  </a:moveTo>
                  <a:cubicBezTo>
                    <a:pt x="10170" y="1849"/>
                    <a:pt x="4208" y="7246"/>
                    <a:pt x="1144" y="15448"/>
                  </a:cubicBezTo>
                  <a:cubicBezTo>
                    <a:pt x="-2014" y="23862"/>
                    <a:pt x="1379" y="28340"/>
                    <a:pt x="11184" y="29825"/>
                  </a:cubicBezTo>
                  <a:cubicBezTo>
                    <a:pt x="17217" y="26808"/>
                    <a:pt x="23604" y="24333"/>
                    <a:pt x="29143" y="20562"/>
                  </a:cubicBezTo>
                  <a:cubicBezTo>
                    <a:pt x="33762" y="17404"/>
                    <a:pt x="35365" y="11936"/>
                    <a:pt x="32678" y="6657"/>
                  </a:cubicBezTo>
                  <a:cubicBezTo>
                    <a:pt x="29921" y="1260"/>
                    <a:pt x="24688" y="-791"/>
                    <a:pt x="18867" y="27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33" name="Google Shape;1233;p44"/>
            <p:cNvSpPr/>
            <p:nvPr/>
          </p:nvSpPr>
          <p:spPr>
            <a:xfrm>
              <a:off x="177611" y="3034557"/>
              <a:ext cx="27300" cy="35124"/>
            </a:xfrm>
            <a:custGeom>
              <a:rect b="b" l="l" r="r" t="t"/>
              <a:pathLst>
                <a:path extrusionOk="0" h="35124" w="27300">
                  <a:moveTo>
                    <a:pt x="10590" y="4021"/>
                  </a:moveTo>
                  <a:cubicBezTo>
                    <a:pt x="6772" y="7627"/>
                    <a:pt x="3567" y="12270"/>
                    <a:pt x="1304" y="17031"/>
                  </a:cubicBezTo>
                  <a:cubicBezTo>
                    <a:pt x="-1925" y="23819"/>
                    <a:pt x="1116" y="30866"/>
                    <a:pt x="7408" y="33812"/>
                  </a:cubicBezTo>
                  <a:cubicBezTo>
                    <a:pt x="13984" y="36875"/>
                    <a:pt x="20347" y="34542"/>
                    <a:pt x="23741" y="27189"/>
                  </a:cubicBezTo>
                  <a:cubicBezTo>
                    <a:pt x="25556" y="23253"/>
                    <a:pt x="26310" y="18822"/>
                    <a:pt x="27300" y="15452"/>
                  </a:cubicBezTo>
                  <a:cubicBezTo>
                    <a:pt x="26782" y="12482"/>
                    <a:pt x="26593" y="10503"/>
                    <a:pt x="26098" y="8641"/>
                  </a:cubicBezTo>
                  <a:cubicBezTo>
                    <a:pt x="23529" y="-787"/>
                    <a:pt x="17731" y="-2766"/>
                    <a:pt x="10590" y="402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34" name="Google Shape;1234;p44"/>
            <p:cNvSpPr/>
            <p:nvPr/>
          </p:nvSpPr>
          <p:spPr>
            <a:xfrm>
              <a:off x="703551" y="3938976"/>
              <a:ext cx="27543" cy="34163"/>
            </a:xfrm>
            <a:custGeom>
              <a:rect b="b" l="l" r="r" t="t"/>
              <a:pathLst>
                <a:path extrusionOk="0" h="34163" w="27543">
                  <a:moveTo>
                    <a:pt x="11895" y="970"/>
                  </a:moveTo>
                  <a:cubicBezTo>
                    <a:pt x="7370" y="-1387"/>
                    <a:pt x="4329" y="829"/>
                    <a:pt x="2161" y="4623"/>
                  </a:cubicBezTo>
                  <a:cubicBezTo>
                    <a:pt x="-2058" y="11953"/>
                    <a:pt x="87" y="27037"/>
                    <a:pt x="6969" y="31892"/>
                  </a:cubicBezTo>
                  <a:cubicBezTo>
                    <a:pt x="9962" y="33989"/>
                    <a:pt x="15618" y="34885"/>
                    <a:pt x="18824" y="33494"/>
                  </a:cubicBezTo>
                  <a:cubicBezTo>
                    <a:pt x="22713" y="31821"/>
                    <a:pt x="25305" y="27131"/>
                    <a:pt x="27544" y="24727"/>
                  </a:cubicBezTo>
                  <a:cubicBezTo>
                    <a:pt x="25211" y="13014"/>
                    <a:pt x="20591" y="5519"/>
                    <a:pt x="11895" y="97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35" name="Google Shape;1235;p44"/>
            <p:cNvSpPr/>
            <p:nvPr/>
          </p:nvSpPr>
          <p:spPr>
            <a:xfrm>
              <a:off x="392632" y="3641995"/>
              <a:ext cx="27649" cy="35120"/>
            </a:xfrm>
            <a:custGeom>
              <a:rect b="b" l="l" r="r" t="t"/>
              <a:pathLst>
                <a:path extrusionOk="0" h="35120" w="27649">
                  <a:moveTo>
                    <a:pt x="14023" y="2029"/>
                  </a:moveTo>
                  <a:cubicBezTo>
                    <a:pt x="9993" y="-2001"/>
                    <a:pt x="4431" y="332"/>
                    <a:pt x="2310" y="5870"/>
                  </a:cubicBezTo>
                  <a:cubicBezTo>
                    <a:pt x="1273" y="8581"/>
                    <a:pt x="919" y="11574"/>
                    <a:pt x="0" y="15580"/>
                  </a:cubicBezTo>
                  <a:cubicBezTo>
                    <a:pt x="1461" y="19681"/>
                    <a:pt x="2640" y="24796"/>
                    <a:pt x="5020" y="29227"/>
                  </a:cubicBezTo>
                  <a:cubicBezTo>
                    <a:pt x="7943" y="34647"/>
                    <a:pt x="13033" y="36391"/>
                    <a:pt x="18996" y="34199"/>
                  </a:cubicBezTo>
                  <a:cubicBezTo>
                    <a:pt x="24912" y="32031"/>
                    <a:pt x="29460" y="25503"/>
                    <a:pt x="26939" y="20200"/>
                  </a:cubicBezTo>
                  <a:cubicBezTo>
                    <a:pt x="23804" y="13577"/>
                    <a:pt x="19255" y="7237"/>
                    <a:pt x="14023" y="20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36" name="Google Shape;1236;p44"/>
            <p:cNvSpPr/>
            <p:nvPr/>
          </p:nvSpPr>
          <p:spPr>
            <a:xfrm>
              <a:off x="487847" y="3196528"/>
              <a:ext cx="26544" cy="35131"/>
            </a:xfrm>
            <a:custGeom>
              <a:rect b="b" l="l" r="r" t="t"/>
              <a:pathLst>
                <a:path extrusionOk="0" h="35131" w="26544">
                  <a:moveTo>
                    <a:pt x="17959" y="34321"/>
                  </a:moveTo>
                  <a:cubicBezTo>
                    <a:pt x="24370" y="32035"/>
                    <a:pt x="28423" y="25930"/>
                    <a:pt x="25666" y="19213"/>
                  </a:cubicBezTo>
                  <a:cubicBezTo>
                    <a:pt x="23120" y="12944"/>
                    <a:pt x="18666" y="7005"/>
                    <a:pt x="13740" y="2315"/>
                  </a:cubicBezTo>
                  <a:cubicBezTo>
                    <a:pt x="8838" y="-2351"/>
                    <a:pt x="2687" y="430"/>
                    <a:pt x="943" y="7147"/>
                  </a:cubicBezTo>
                  <a:cubicBezTo>
                    <a:pt x="330" y="9503"/>
                    <a:pt x="424" y="12025"/>
                    <a:pt x="0" y="16220"/>
                  </a:cubicBezTo>
                  <a:cubicBezTo>
                    <a:pt x="707" y="18860"/>
                    <a:pt x="1296" y="23291"/>
                    <a:pt x="3040" y="27227"/>
                  </a:cubicBezTo>
                  <a:cubicBezTo>
                    <a:pt x="6222" y="34226"/>
                    <a:pt x="11690" y="36536"/>
                    <a:pt x="17959" y="3432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37" name="Google Shape;1237;p44"/>
            <p:cNvSpPr/>
            <p:nvPr/>
          </p:nvSpPr>
          <p:spPr>
            <a:xfrm>
              <a:off x="1054659" y="3920419"/>
              <a:ext cx="34603" cy="26311"/>
            </a:xfrm>
            <a:custGeom>
              <a:rect b="b" l="l" r="r" t="t"/>
              <a:pathLst>
                <a:path extrusionOk="0" h="26311" w="34603">
                  <a:moveTo>
                    <a:pt x="27981" y="1167"/>
                  </a:moveTo>
                  <a:cubicBezTo>
                    <a:pt x="20462" y="-836"/>
                    <a:pt x="12756" y="-482"/>
                    <a:pt x="5874" y="3972"/>
                  </a:cubicBezTo>
                  <a:cubicBezTo>
                    <a:pt x="-2352" y="9299"/>
                    <a:pt x="-1833" y="20493"/>
                    <a:pt x="6769" y="25160"/>
                  </a:cubicBezTo>
                  <a:cubicBezTo>
                    <a:pt x="15631" y="29968"/>
                    <a:pt x="34368" y="18938"/>
                    <a:pt x="34603" y="6635"/>
                  </a:cubicBezTo>
                  <a:cubicBezTo>
                    <a:pt x="33119" y="5339"/>
                    <a:pt x="30903" y="1922"/>
                    <a:pt x="27981" y="11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38" name="Google Shape;1238;p44"/>
            <p:cNvSpPr/>
            <p:nvPr/>
          </p:nvSpPr>
          <p:spPr>
            <a:xfrm>
              <a:off x="1017722" y="3345274"/>
              <a:ext cx="18939" cy="46993"/>
            </a:xfrm>
            <a:custGeom>
              <a:rect b="b" l="l" r="r" t="t"/>
              <a:pathLst>
                <a:path extrusionOk="0" h="46993" w="18939">
                  <a:moveTo>
                    <a:pt x="14034" y="46994"/>
                  </a:moveTo>
                  <a:cubicBezTo>
                    <a:pt x="14693" y="46051"/>
                    <a:pt x="15919" y="45132"/>
                    <a:pt x="15990" y="44118"/>
                  </a:cubicBezTo>
                  <a:cubicBezTo>
                    <a:pt x="17145" y="30873"/>
                    <a:pt x="18582" y="17651"/>
                    <a:pt x="18936" y="4382"/>
                  </a:cubicBezTo>
                  <a:cubicBezTo>
                    <a:pt x="19077" y="-1180"/>
                    <a:pt x="14788" y="-732"/>
                    <a:pt x="11040" y="1790"/>
                  </a:cubicBezTo>
                  <a:cubicBezTo>
                    <a:pt x="-4868" y="12513"/>
                    <a:pt x="-3336" y="37519"/>
                    <a:pt x="14034" y="469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39" name="Google Shape;1239;p44"/>
            <p:cNvSpPr/>
            <p:nvPr/>
          </p:nvSpPr>
          <p:spPr>
            <a:xfrm>
              <a:off x="663655" y="3166531"/>
              <a:ext cx="22848" cy="48833"/>
            </a:xfrm>
            <a:custGeom>
              <a:rect b="b" l="l" r="r" t="t"/>
              <a:pathLst>
                <a:path extrusionOk="0" h="48833" w="22848">
                  <a:moveTo>
                    <a:pt x="271" y="754"/>
                  </a:moveTo>
                  <a:cubicBezTo>
                    <a:pt x="271" y="7283"/>
                    <a:pt x="-437" y="13905"/>
                    <a:pt x="436" y="20316"/>
                  </a:cubicBezTo>
                  <a:cubicBezTo>
                    <a:pt x="1802" y="30309"/>
                    <a:pt x="3711" y="40420"/>
                    <a:pt x="13209" y="46665"/>
                  </a:cubicBezTo>
                  <a:cubicBezTo>
                    <a:pt x="19149" y="50577"/>
                    <a:pt x="22849" y="49234"/>
                    <a:pt x="22849" y="42329"/>
                  </a:cubicBezTo>
                  <a:cubicBezTo>
                    <a:pt x="22872" y="25336"/>
                    <a:pt x="12974" y="12845"/>
                    <a:pt x="4065" y="0"/>
                  </a:cubicBezTo>
                  <a:cubicBezTo>
                    <a:pt x="2816" y="259"/>
                    <a:pt x="1543" y="519"/>
                    <a:pt x="271" y="75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40" name="Google Shape;1240;p44"/>
            <p:cNvSpPr/>
            <p:nvPr/>
          </p:nvSpPr>
          <p:spPr>
            <a:xfrm>
              <a:off x="1365507" y="3612300"/>
              <a:ext cx="34833" cy="38957"/>
            </a:xfrm>
            <a:custGeom>
              <a:rect b="b" l="l" r="r" t="t"/>
              <a:pathLst>
                <a:path extrusionOk="0" h="38957" w="34833">
                  <a:moveTo>
                    <a:pt x="988" y="29837"/>
                  </a:moveTo>
                  <a:cubicBezTo>
                    <a:pt x="-285" y="31487"/>
                    <a:pt x="-332" y="35635"/>
                    <a:pt x="870" y="37214"/>
                  </a:cubicBezTo>
                  <a:cubicBezTo>
                    <a:pt x="2025" y="38723"/>
                    <a:pt x="5819" y="39312"/>
                    <a:pt x="8035" y="38746"/>
                  </a:cubicBezTo>
                  <a:cubicBezTo>
                    <a:pt x="21728" y="35235"/>
                    <a:pt x="34997" y="16616"/>
                    <a:pt x="34832" y="0"/>
                  </a:cubicBezTo>
                  <a:cubicBezTo>
                    <a:pt x="21209" y="8555"/>
                    <a:pt x="10062" y="18077"/>
                    <a:pt x="988" y="2983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41" name="Google Shape;1241;p44"/>
            <p:cNvSpPr/>
            <p:nvPr/>
          </p:nvSpPr>
          <p:spPr>
            <a:xfrm>
              <a:off x="852306" y="3967506"/>
              <a:ext cx="34710" cy="20637"/>
            </a:xfrm>
            <a:custGeom>
              <a:rect b="b" l="l" r="r" t="t"/>
              <a:pathLst>
                <a:path extrusionOk="0" h="20637" w="34710">
                  <a:moveTo>
                    <a:pt x="1321" y="8806"/>
                  </a:moveTo>
                  <a:cubicBezTo>
                    <a:pt x="-1012" y="13072"/>
                    <a:pt x="-470" y="16536"/>
                    <a:pt x="4691" y="17880"/>
                  </a:cubicBezTo>
                  <a:cubicBezTo>
                    <a:pt x="9193" y="19035"/>
                    <a:pt x="13788" y="19742"/>
                    <a:pt x="18314" y="20637"/>
                  </a:cubicBezTo>
                  <a:cubicBezTo>
                    <a:pt x="21637" y="20072"/>
                    <a:pt x="24889" y="19907"/>
                    <a:pt x="27859" y="18940"/>
                  </a:cubicBezTo>
                  <a:cubicBezTo>
                    <a:pt x="35518" y="16466"/>
                    <a:pt x="36933" y="9749"/>
                    <a:pt x="31205" y="4257"/>
                  </a:cubicBezTo>
                  <a:cubicBezTo>
                    <a:pt x="23522" y="-3096"/>
                    <a:pt x="6412" y="-503"/>
                    <a:pt x="1321" y="880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42" name="Google Shape;1242;p44"/>
            <p:cNvSpPr/>
            <p:nvPr/>
          </p:nvSpPr>
          <p:spPr>
            <a:xfrm>
              <a:off x="802710" y="3663838"/>
              <a:ext cx="31291" cy="26580"/>
            </a:xfrm>
            <a:custGeom>
              <a:rect b="b" l="l" r="r" t="t"/>
              <a:pathLst>
                <a:path extrusionOk="0" h="26580" w="31291">
                  <a:moveTo>
                    <a:pt x="22777" y="26567"/>
                  </a:moveTo>
                  <a:cubicBezTo>
                    <a:pt x="30318" y="26874"/>
                    <a:pt x="33476" y="21830"/>
                    <a:pt x="29682" y="14924"/>
                  </a:cubicBezTo>
                  <a:cubicBezTo>
                    <a:pt x="25133" y="6676"/>
                    <a:pt x="17827" y="1821"/>
                    <a:pt x="8612" y="171"/>
                  </a:cubicBezTo>
                  <a:cubicBezTo>
                    <a:pt x="2084" y="-984"/>
                    <a:pt x="-1593" y="3871"/>
                    <a:pt x="670" y="10187"/>
                  </a:cubicBezTo>
                  <a:cubicBezTo>
                    <a:pt x="3521" y="18153"/>
                    <a:pt x="14433" y="26214"/>
                    <a:pt x="22777" y="265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43" name="Google Shape;1243;p44"/>
            <p:cNvSpPr/>
            <p:nvPr/>
          </p:nvSpPr>
          <p:spPr>
            <a:xfrm>
              <a:off x="770993" y="2664950"/>
              <a:ext cx="26730" cy="26539"/>
            </a:xfrm>
            <a:custGeom>
              <a:rect b="b" l="l" r="r" t="t"/>
              <a:pathLst>
                <a:path extrusionOk="0" h="26539" w="26730">
                  <a:moveTo>
                    <a:pt x="13390" y="1"/>
                  </a:moveTo>
                  <a:cubicBezTo>
                    <a:pt x="6461" y="95"/>
                    <a:pt x="145" y="6317"/>
                    <a:pt x="3" y="13176"/>
                  </a:cubicBezTo>
                  <a:cubicBezTo>
                    <a:pt x="-162" y="20553"/>
                    <a:pt x="6037" y="26586"/>
                    <a:pt x="13673" y="26539"/>
                  </a:cubicBezTo>
                  <a:cubicBezTo>
                    <a:pt x="21262" y="26492"/>
                    <a:pt x="26659" y="21165"/>
                    <a:pt x="26730" y="13647"/>
                  </a:cubicBezTo>
                  <a:cubicBezTo>
                    <a:pt x="26800" y="5987"/>
                    <a:pt x="20861" y="-93"/>
                    <a:pt x="13390" y="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44" name="Google Shape;1244;p44"/>
            <p:cNvSpPr/>
            <p:nvPr/>
          </p:nvSpPr>
          <p:spPr>
            <a:xfrm>
              <a:off x="317727" y="2940566"/>
              <a:ext cx="21710" cy="34107"/>
            </a:xfrm>
            <a:custGeom>
              <a:rect b="b" l="l" r="r" t="t"/>
              <a:pathLst>
                <a:path extrusionOk="0" h="34107" w="21710">
                  <a:moveTo>
                    <a:pt x="52" y="13450"/>
                  </a:moveTo>
                  <a:cubicBezTo>
                    <a:pt x="-585" y="21675"/>
                    <a:pt x="4765" y="27119"/>
                    <a:pt x="10280" y="32069"/>
                  </a:cubicBezTo>
                  <a:cubicBezTo>
                    <a:pt x="14145" y="35533"/>
                    <a:pt x="17728" y="34520"/>
                    <a:pt x="19142" y="29500"/>
                  </a:cubicBezTo>
                  <a:cubicBezTo>
                    <a:pt x="20509" y="24598"/>
                    <a:pt x="21075" y="19460"/>
                    <a:pt x="21711" y="15948"/>
                  </a:cubicBezTo>
                  <a:cubicBezTo>
                    <a:pt x="21711" y="5672"/>
                    <a:pt x="18600" y="370"/>
                    <a:pt x="13344" y="16"/>
                  </a:cubicBezTo>
                  <a:cubicBezTo>
                    <a:pt x="7287" y="-361"/>
                    <a:pt x="641" y="5979"/>
                    <a:pt x="52" y="134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45" name="Google Shape;1245;p44"/>
            <p:cNvSpPr/>
            <p:nvPr/>
          </p:nvSpPr>
          <p:spPr>
            <a:xfrm>
              <a:off x="1176150" y="3654684"/>
              <a:ext cx="26138" cy="31666"/>
            </a:xfrm>
            <a:custGeom>
              <a:rect b="b" l="l" r="r" t="t"/>
              <a:pathLst>
                <a:path extrusionOk="0" h="31666" w="26138">
                  <a:moveTo>
                    <a:pt x="15116" y="1477"/>
                  </a:moveTo>
                  <a:cubicBezTo>
                    <a:pt x="6843" y="5884"/>
                    <a:pt x="1564" y="12790"/>
                    <a:pt x="173" y="22241"/>
                  </a:cubicBezTo>
                  <a:cubicBezTo>
                    <a:pt x="-981" y="30018"/>
                    <a:pt x="3756" y="33883"/>
                    <a:pt x="10755" y="30348"/>
                  </a:cubicBezTo>
                  <a:cubicBezTo>
                    <a:pt x="19617" y="25894"/>
                    <a:pt x="24944" y="18446"/>
                    <a:pt x="26122" y="9443"/>
                  </a:cubicBezTo>
                  <a:cubicBezTo>
                    <a:pt x="26452" y="935"/>
                    <a:pt x="21856" y="-2105"/>
                    <a:pt x="15116" y="147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46" name="Google Shape;1246;p44"/>
            <p:cNvSpPr/>
            <p:nvPr/>
          </p:nvSpPr>
          <p:spPr>
            <a:xfrm>
              <a:off x="839036" y="3893445"/>
              <a:ext cx="26399" cy="26403"/>
            </a:xfrm>
            <a:custGeom>
              <a:rect b="b" l="l" r="r" t="t"/>
              <a:pathLst>
                <a:path extrusionOk="0" h="26403" w="26399">
                  <a:moveTo>
                    <a:pt x="26399" y="13223"/>
                  </a:moveTo>
                  <a:cubicBezTo>
                    <a:pt x="26304" y="6011"/>
                    <a:pt x="20365" y="96"/>
                    <a:pt x="13106" y="1"/>
                  </a:cubicBezTo>
                  <a:cubicBezTo>
                    <a:pt x="5588" y="-93"/>
                    <a:pt x="120" y="5328"/>
                    <a:pt x="2" y="12940"/>
                  </a:cubicBezTo>
                  <a:cubicBezTo>
                    <a:pt x="-116" y="20977"/>
                    <a:pt x="4716" y="26185"/>
                    <a:pt x="12446" y="26398"/>
                  </a:cubicBezTo>
                  <a:cubicBezTo>
                    <a:pt x="20106" y="26610"/>
                    <a:pt x="26469" y="20576"/>
                    <a:pt x="26399" y="13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47" name="Google Shape;1247;p44"/>
            <p:cNvSpPr/>
            <p:nvPr/>
          </p:nvSpPr>
          <p:spPr>
            <a:xfrm>
              <a:off x="318149" y="3481100"/>
              <a:ext cx="22938" cy="32891"/>
            </a:xfrm>
            <a:custGeom>
              <a:rect b="b" l="l" r="r" t="t"/>
              <a:pathLst>
                <a:path extrusionOk="0" h="32891" w="22938">
                  <a:moveTo>
                    <a:pt x="13606" y="161"/>
                  </a:moveTo>
                  <a:cubicBezTo>
                    <a:pt x="10895" y="-923"/>
                    <a:pt x="4273" y="3696"/>
                    <a:pt x="1704" y="7349"/>
                  </a:cubicBezTo>
                  <a:cubicBezTo>
                    <a:pt x="-3387" y="14608"/>
                    <a:pt x="3731" y="30800"/>
                    <a:pt x="12498" y="32850"/>
                  </a:cubicBezTo>
                  <a:cubicBezTo>
                    <a:pt x="14218" y="33251"/>
                    <a:pt x="18037" y="30635"/>
                    <a:pt x="18673" y="28702"/>
                  </a:cubicBezTo>
                  <a:cubicBezTo>
                    <a:pt x="20275" y="23870"/>
                    <a:pt x="20605" y="18615"/>
                    <a:pt x="21454" y="13524"/>
                  </a:cubicBezTo>
                  <a:cubicBezTo>
                    <a:pt x="21949" y="13100"/>
                    <a:pt x="22444" y="12699"/>
                    <a:pt x="22939" y="12275"/>
                  </a:cubicBezTo>
                  <a:cubicBezTo>
                    <a:pt x="19922" y="8009"/>
                    <a:pt x="17683" y="1787"/>
                    <a:pt x="13606" y="16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48" name="Google Shape;1248;p44"/>
            <p:cNvSpPr/>
            <p:nvPr/>
          </p:nvSpPr>
          <p:spPr>
            <a:xfrm>
              <a:off x="447145" y="3206317"/>
              <a:ext cx="21267" cy="32733"/>
            </a:xfrm>
            <a:custGeom>
              <a:rect b="b" l="l" r="r" t="t"/>
              <a:pathLst>
                <a:path extrusionOk="0" h="32733" w="21267">
                  <a:moveTo>
                    <a:pt x="9144" y="67"/>
                  </a:moveTo>
                  <a:cubicBezTo>
                    <a:pt x="7424" y="-428"/>
                    <a:pt x="3441" y="1906"/>
                    <a:pt x="2734" y="3768"/>
                  </a:cubicBezTo>
                  <a:cubicBezTo>
                    <a:pt x="1037" y="8293"/>
                    <a:pt x="660" y="13313"/>
                    <a:pt x="0" y="16848"/>
                  </a:cubicBezTo>
                  <a:cubicBezTo>
                    <a:pt x="236" y="19723"/>
                    <a:pt x="-71" y="21420"/>
                    <a:pt x="589" y="22622"/>
                  </a:cubicBezTo>
                  <a:cubicBezTo>
                    <a:pt x="2569" y="26299"/>
                    <a:pt x="5020" y="32804"/>
                    <a:pt x="7070" y="32733"/>
                  </a:cubicBezTo>
                  <a:cubicBezTo>
                    <a:pt x="11218" y="32568"/>
                    <a:pt x="16404" y="29716"/>
                    <a:pt x="19020" y="26322"/>
                  </a:cubicBezTo>
                  <a:cubicBezTo>
                    <a:pt x="24817" y="18757"/>
                    <a:pt x="18642" y="2825"/>
                    <a:pt x="9144" y="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49" name="Google Shape;1249;p44"/>
            <p:cNvSpPr/>
            <p:nvPr/>
          </p:nvSpPr>
          <p:spPr>
            <a:xfrm>
              <a:off x="1418322" y="3503319"/>
              <a:ext cx="21332" cy="32965"/>
            </a:xfrm>
            <a:custGeom>
              <a:rect b="b" l="l" r="r" t="t"/>
              <a:pathLst>
                <a:path extrusionOk="0" h="32965" w="21332">
                  <a:moveTo>
                    <a:pt x="9121" y="49"/>
                  </a:moveTo>
                  <a:cubicBezTo>
                    <a:pt x="7283" y="-375"/>
                    <a:pt x="3464" y="2052"/>
                    <a:pt x="2663" y="4008"/>
                  </a:cubicBezTo>
                  <a:cubicBezTo>
                    <a:pt x="1013" y="7991"/>
                    <a:pt x="801" y="12587"/>
                    <a:pt x="0" y="16924"/>
                  </a:cubicBezTo>
                  <a:cubicBezTo>
                    <a:pt x="236" y="16971"/>
                    <a:pt x="448" y="16994"/>
                    <a:pt x="683" y="17042"/>
                  </a:cubicBezTo>
                  <a:cubicBezTo>
                    <a:pt x="683" y="19257"/>
                    <a:pt x="0" y="21802"/>
                    <a:pt x="825" y="23641"/>
                  </a:cubicBezTo>
                  <a:cubicBezTo>
                    <a:pt x="2333" y="27034"/>
                    <a:pt x="4148" y="31748"/>
                    <a:pt x="6929" y="32738"/>
                  </a:cubicBezTo>
                  <a:cubicBezTo>
                    <a:pt x="9639" y="33681"/>
                    <a:pt x="14589" y="31536"/>
                    <a:pt x="17111" y="29179"/>
                  </a:cubicBezTo>
                  <a:cubicBezTo>
                    <a:pt x="25595" y="21260"/>
                    <a:pt x="20457" y="2618"/>
                    <a:pt x="9121" y="4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50" name="Google Shape;1250;p44"/>
            <p:cNvSpPr/>
            <p:nvPr/>
          </p:nvSpPr>
          <p:spPr>
            <a:xfrm>
              <a:off x="1431953" y="3262303"/>
              <a:ext cx="26036" cy="32364"/>
            </a:xfrm>
            <a:custGeom>
              <a:rect b="b" l="l" r="r" t="t"/>
              <a:pathLst>
                <a:path extrusionOk="0" h="32364" w="26036">
                  <a:moveTo>
                    <a:pt x="5907" y="32"/>
                  </a:moveTo>
                  <a:cubicBezTo>
                    <a:pt x="4281" y="-227"/>
                    <a:pt x="1335" y="1117"/>
                    <a:pt x="745" y="2483"/>
                  </a:cubicBezTo>
                  <a:cubicBezTo>
                    <a:pt x="-2884" y="11133"/>
                    <a:pt x="7439" y="29988"/>
                    <a:pt x="16630" y="32085"/>
                  </a:cubicBezTo>
                  <a:cubicBezTo>
                    <a:pt x="22122" y="33334"/>
                    <a:pt x="26152" y="30294"/>
                    <a:pt x="26034" y="24944"/>
                  </a:cubicBezTo>
                  <a:cubicBezTo>
                    <a:pt x="25893" y="17355"/>
                    <a:pt x="13095" y="1140"/>
                    <a:pt x="5907" y="3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51" name="Google Shape;1251;p44"/>
            <p:cNvSpPr/>
            <p:nvPr/>
          </p:nvSpPr>
          <p:spPr>
            <a:xfrm>
              <a:off x="354326" y="3574809"/>
              <a:ext cx="18359" cy="48497"/>
            </a:xfrm>
            <a:custGeom>
              <a:rect b="b" l="l" r="r" t="t"/>
              <a:pathLst>
                <a:path extrusionOk="0" h="48497" w="18359">
                  <a:moveTo>
                    <a:pt x="3118" y="41"/>
                  </a:moveTo>
                  <a:cubicBezTo>
                    <a:pt x="1892" y="348"/>
                    <a:pt x="643" y="2869"/>
                    <a:pt x="408" y="4566"/>
                  </a:cubicBezTo>
                  <a:cubicBezTo>
                    <a:pt x="-1643" y="19862"/>
                    <a:pt x="4296" y="32895"/>
                    <a:pt x="12498" y="45174"/>
                  </a:cubicBezTo>
                  <a:cubicBezTo>
                    <a:pt x="13300" y="46353"/>
                    <a:pt x="15161" y="46824"/>
                    <a:pt x="18013" y="48497"/>
                  </a:cubicBezTo>
                  <a:cubicBezTo>
                    <a:pt x="19569" y="30868"/>
                    <a:pt x="15845" y="16209"/>
                    <a:pt x="7785" y="2563"/>
                  </a:cubicBezTo>
                  <a:cubicBezTo>
                    <a:pt x="6960" y="1196"/>
                    <a:pt x="4414" y="-265"/>
                    <a:pt x="3118" y="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52" name="Google Shape;1252;p44"/>
            <p:cNvSpPr/>
            <p:nvPr/>
          </p:nvSpPr>
          <p:spPr>
            <a:xfrm>
              <a:off x="393407" y="3572107"/>
              <a:ext cx="24734" cy="31189"/>
            </a:xfrm>
            <a:custGeom>
              <a:rect b="b" l="l" r="r" t="t"/>
              <a:pathLst>
                <a:path extrusionOk="0" h="31189" w="24734">
                  <a:moveTo>
                    <a:pt x="8134" y="1871"/>
                  </a:moveTo>
                  <a:cubicBezTo>
                    <a:pt x="3538" y="-2112"/>
                    <a:pt x="-115" y="480"/>
                    <a:pt x="3" y="7598"/>
                  </a:cubicBezTo>
                  <a:cubicBezTo>
                    <a:pt x="1228" y="15564"/>
                    <a:pt x="3184" y="24567"/>
                    <a:pt x="11033" y="29823"/>
                  </a:cubicBezTo>
                  <a:cubicBezTo>
                    <a:pt x="14238" y="31968"/>
                    <a:pt x="19612" y="30836"/>
                    <a:pt x="23972" y="31190"/>
                  </a:cubicBezTo>
                  <a:cubicBezTo>
                    <a:pt x="24066" y="27348"/>
                    <a:pt x="25669" y="22517"/>
                    <a:pt x="23925" y="19901"/>
                  </a:cubicBezTo>
                  <a:cubicBezTo>
                    <a:pt x="19517" y="13278"/>
                    <a:pt x="14144" y="7080"/>
                    <a:pt x="8134" y="187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53" name="Google Shape;1253;p44"/>
            <p:cNvSpPr/>
            <p:nvPr/>
          </p:nvSpPr>
          <p:spPr>
            <a:xfrm>
              <a:off x="357392" y="3513644"/>
              <a:ext cx="21384" cy="27248"/>
            </a:xfrm>
            <a:custGeom>
              <a:rect b="b" l="l" r="r" t="t"/>
              <a:pathLst>
                <a:path extrusionOk="0" h="27248" w="21384">
                  <a:moveTo>
                    <a:pt x="9574" y="0"/>
                  </a:moveTo>
                  <a:cubicBezTo>
                    <a:pt x="1938" y="1791"/>
                    <a:pt x="-1974" y="6717"/>
                    <a:pt x="995" y="12043"/>
                  </a:cubicBezTo>
                  <a:cubicBezTo>
                    <a:pt x="4012" y="17464"/>
                    <a:pt x="8514" y="22154"/>
                    <a:pt x="12897" y="26656"/>
                  </a:cubicBezTo>
                  <a:cubicBezTo>
                    <a:pt x="13934" y="27716"/>
                    <a:pt x="18884" y="27127"/>
                    <a:pt x="18978" y="26632"/>
                  </a:cubicBezTo>
                  <a:cubicBezTo>
                    <a:pt x="20109" y="21353"/>
                    <a:pt x="22442" y="15296"/>
                    <a:pt x="20840" y="10747"/>
                  </a:cubicBezTo>
                  <a:cubicBezTo>
                    <a:pt x="19308" y="6387"/>
                    <a:pt x="13510" y="3512"/>
                    <a:pt x="9574"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54" name="Google Shape;1254;p44"/>
            <p:cNvSpPr/>
            <p:nvPr/>
          </p:nvSpPr>
          <p:spPr>
            <a:xfrm>
              <a:off x="424681" y="3070160"/>
              <a:ext cx="22181" cy="26364"/>
            </a:xfrm>
            <a:custGeom>
              <a:rect b="b" l="l" r="r" t="t"/>
              <a:pathLst>
                <a:path extrusionOk="0" h="26364" w="22181">
                  <a:moveTo>
                    <a:pt x="946" y="9428"/>
                  </a:moveTo>
                  <a:cubicBezTo>
                    <a:pt x="3397" y="14377"/>
                    <a:pt x="6814" y="19114"/>
                    <a:pt x="10703" y="23050"/>
                  </a:cubicBezTo>
                  <a:cubicBezTo>
                    <a:pt x="16147" y="28565"/>
                    <a:pt x="19989" y="27080"/>
                    <a:pt x="21780" y="19468"/>
                  </a:cubicBezTo>
                  <a:cubicBezTo>
                    <a:pt x="22181" y="17818"/>
                    <a:pt x="22134" y="16050"/>
                    <a:pt x="22181" y="15555"/>
                  </a:cubicBezTo>
                  <a:cubicBezTo>
                    <a:pt x="22275" y="4950"/>
                    <a:pt x="15794" y="-1013"/>
                    <a:pt x="6673" y="142"/>
                  </a:cubicBezTo>
                  <a:cubicBezTo>
                    <a:pt x="1016" y="873"/>
                    <a:pt x="-1529" y="4431"/>
                    <a:pt x="946" y="94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55" name="Google Shape;1255;p44"/>
            <p:cNvSpPr/>
            <p:nvPr/>
          </p:nvSpPr>
          <p:spPr>
            <a:xfrm>
              <a:off x="1205100" y="2369792"/>
              <a:ext cx="32759" cy="10679"/>
            </a:xfrm>
            <a:custGeom>
              <a:rect b="b" l="l" r="r" t="t"/>
              <a:pathLst>
                <a:path extrusionOk="0" h="10679" w="32759">
                  <a:moveTo>
                    <a:pt x="32760" y="6684"/>
                  </a:moveTo>
                  <a:cubicBezTo>
                    <a:pt x="23804" y="-1989"/>
                    <a:pt x="6599" y="-2366"/>
                    <a:pt x="0" y="6401"/>
                  </a:cubicBezTo>
                  <a:cubicBezTo>
                    <a:pt x="8838" y="12057"/>
                    <a:pt x="25737" y="12057"/>
                    <a:pt x="32760" y="668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56" name="Google Shape;1256;p44"/>
            <p:cNvSpPr/>
            <p:nvPr/>
          </p:nvSpPr>
          <p:spPr>
            <a:xfrm>
              <a:off x="232642" y="3261935"/>
              <a:ext cx="10529" cy="32217"/>
            </a:xfrm>
            <a:custGeom>
              <a:rect b="b" l="l" r="r" t="t"/>
              <a:pathLst>
                <a:path extrusionOk="0" h="32217" w="10529">
                  <a:moveTo>
                    <a:pt x="4793" y="0"/>
                  </a:moveTo>
                  <a:cubicBezTo>
                    <a:pt x="3638" y="1367"/>
                    <a:pt x="1823" y="2569"/>
                    <a:pt x="1470" y="4124"/>
                  </a:cubicBezTo>
                  <a:cubicBezTo>
                    <a:pt x="-769" y="13575"/>
                    <a:pt x="-699" y="22979"/>
                    <a:pt x="3426" y="32218"/>
                  </a:cubicBezTo>
                  <a:cubicBezTo>
                    <a:pt x="10261" y="23545"/>
                    <a:pt x="12405" y="14117"/>
                    <a:pt x="8799" y="3842"/>
                  </a:cubicBezTo>
                  <a:cubicBezTo>
                    <a:pt x="8234" y="2286"/>
                    <a:pt x="6160" y="1273"/>
                    <a:pt x="4793"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57" name="Google Shape;1257;p44"/>
            <p:cNvSpPr/>
            <p:nvPr/>
          </p:nvSpPr>
          <p:spPr>
            <a:xfrm>
              <a:off x="340633" y="3166837"/>
              <a:ext cx="10070" cy="34056"/>
            </a:xfrm>
            <a:custGeom>
              <a:rect b="b" l="l" r="r" t="t"/>
              <a:pathLst>
                <a:path extrusionOk="0" h="34056" w="10070">
                  <a:moveTo>
                    <a:pt x="3047" y="0"/>
                  </a:moveTo>
                  <a:cubicBezTo>
                    <a:pt x="-1667" y="10983"/>
                    <a:pt x="-40" y="21754"/>
                    <a:pt x="2128" y="34056"/>
                  </a:cubicBezTo>
                  <a:cubicBezTo>
                    <a:pt x="12451" y="23780"/>
                    <a:pt x="12663" y="5020"/>
                    <a:pt x="304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58" name="Google Shape;1258;p44"/>
            <p:cNvSpPr/>
            <p:nvPr/>
          </p:nvSpPr>
          <p:spPr>
            <a:xfrm>
              <a:off x="1406508" y="3639982"/>
              <a:ext cx="10152" cy="33383"/>
            </a:xfrm>
            <a:custGeom>
              <a:rect b="b" l="l" r="r" t="t"/>
              <a:pathLst>
                <a:path extrusionOk="0" h="33383" w="10152">
                  <a:moveTo>
                    <a:pt x="4225" y="11"/>
                  </a:moveTo>
                  <a:cubicBezTo>
                    <a:pt x="3565" y="-177"/>
                    <a:pt x="1396" y="2062"/>
                    <a:pt x="1161" y="3381"/>
                  </a:cubicBezTo>
                  <a:cubicBezTo>
                    <a:pt x="-442" y="13044"/>
                    <a:pt x="-701" y="22707"/>
                    <a:pt x="2433" y="33384"/>
                  </a:cubicBezTo>
                  <a:cubicBezTo>
                    <a:pt x="9527" y="25559"/>
                    <a:pt x="12238" y="10475"/>
                    <a:pt x="8420" y="3405"/>
                  </a:cubicBezTo>
                  <a:cubicBezTo>
                    <a:pt x="7618" y="1897"/>
                    <a:pt x="5851" y="483"/>
                    <a:pt x="4225" y="1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grpSp>
      <p:grpSp>
        <p:nvGrpSpPr>
          <p:cNvPr id="1259" name="Google Shape;1259;p44"/>
          <p:cNvGrpSpPr/>
          <p:nvPr/>
        </p:nvGrpSpPr>
        <p:grpSpPr>
          <a:xfrm>
            <a:off x="0" y="0"/>
            <a:ext cx="227000" cy="253951"/>
            <a:chOff x="1582614" y="2839915"/>
            <a:chExt cx="589086" cy="589086"/>
          </a:xfrm>
        </p:grpSpPr>
        <p:sp>
          <p:nvSpPr>
            <p:cNvPr id="1260" name="Google Shape;1260;p44"/>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61" name="Google Shape;1261;p44"/>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grpSp>
      <p:grpSp>
        <p:nvGrpSpPr>
          <p:cNvPr id="1262" name="Google Shape;1262;p44"/>
          <p:cNvGrpSpPr/>
          <p:nvPr/>
        </p:nvGrpSpPr>
        <p:grpSpPr>
          <a:xfrm rot="5400000">
            <a:off x="833427" y="13476"/>
            <a:ext cx="253951" cy="227000"/>
            <a:chOff x="1582614" y="2839915"/>
            <a:chExt cx="589086" cy="589086"/>
          </a:xfrm>
        </p:grpSpPr>
        <p:sp>
          <p:nvSpPr>
            <p:cNvPr id="1263" name="Google Shape;1263;p44"/>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64" name="Google Shape;1264;p44"/>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grpSp>
      <p:grpSp>
        <p:nvGrpSpPr>
          <p:cNvPr id="1265" name="Google Shape;1265;p44"/>
          <p:cNvGrpSpPr/>
          <p:nvPr/>
        </p:nvGrpSpPr>
        <p:grpSpPr>
          <a:xfrm flipH="1" rot="10800000">
            <a:off x="0" y="1006216"/>
            <a:ext cx="227000" cy="253951"/>
            <a:chOff x="1582614" y="2839915"/>
            <a:chExt cx="589086" cy="589086"/>
          </a:xfrm>
        </p:grpSpPr>
        <p:sp>
          <p:nvSpPr>
            <p:cNvPr id="1266" name="Google Shape;1266;p44"/>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67" name="Google Shape;1267;p44"/>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grpSp>
      <p:grpSp>
        <p:nvGrpSpPr>
          <p:cNvPr id="1268" name="Google Shape;1268;p44"/>
          <p:cNvGrpSpPr/>
          <p:nvPr/>
        </p:nvGrpSpPr>
        <p:grpSpPr>
          <a:xfrm flipH="1" rot="5400000">
            <a:off x="847071" y="1019692"/>
            <a:ext cx="253953" cy="227003"/>
            <a:chOff x="1582614" y="2839909"/>
            <a:chExt cx="589091" cy="589092"/>
          </a:xfrm>
        </p:grpSpPr>
        <p:sp>
          <p:nvSpPr>
            <p:cNvPr id="1269" name="Google Shape;1269;p44"/>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270" name="Google Shape;1270;p44"/>
            <p:cNvSpPr/>
            <p:nvPr/>
          </p:nvSpPr>
          <p:spPr>
            <a:xfrm rot="5400000">
              <a:off x="1808581" y="2613946"/>
              <a:ext cx="137161" cy="58908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grpSp>
      <p:grpSp>
        <p:nvGrpSpPr>
          <p:cNvPr id="1271" name="Google Shape;1271;p44"/>
          <p:cNvGrpSpPr/>
          <p:nvPr/>
        </p:nvGrpSpPr>
        <p:grpSpPr>
          <a:xfrm>
            <a:off x="11068207" y="5954871"/>
            <a:ext cx="1123793" cy="933759"/>
            <a:chOff x="7350231" y="1734252"/>
            <a:chExt cx="4870814" cy="5345793"/>
          </a:xfrm>
        </p:grpSpPr>
        <p:grpSp>
          <p:nvGrpSpPr>
            <p:cNvPr id="1272" name="Google Shape;1272;p44"/>
            <p:cNvGrpSpPr/>
            <p:nvPr/>
          </p:nvGrpSpPr>
          <p:grpSpPr>
            <a:xfrm>
              <a:off x="7496004" y="1839383"/>
              <a:ext cx="3874490" cy="3979118"/>
              <a:chOff x="7496004" y="1839383"/>
              <a:chExt cx="3874490" cy="3979118"/>
            </a:xfrm>
          </p:grpSpPr>
          <p:sp>
            <p:nvSpPr>
              <p:cNvPr id="1273" name="Google Shape;1273;p44"/>
              <p:cNvSpPr/>
              <p:nvPr/>
            </p:nvSpPr>
            <p:spPr>
              <a:xfrm rot="8201235">
                <a:off x="10839502" y="4413955"/>
                <a:ext cx="427534" cy="471394"/>
              </a:xfrm>
              <a:custGeom>
                <a:rect b="b" l="l" r="r" t="t"/>
                <a:pathLst>
                  <a:path extrusionOk="0" h="4725490" w="4285801">
                    <a:moveTo>
                      <a:pt x="1428251" y="4622752"/>
                    </a:moveTo>
                    <a:cubicBezTo>
                      <a:pt x="1313180" y="4505074"/>
                      <a:pt x="1240588" y="4345285"/>
                      <a:pt x="1235771" y="4167715"/>
                    </a:cubicBezTo>
                    <a:cubicBezTo>
                      <a:pt x="1227835" y="3875156"/>
                      <a:pt x="1406218" y="3620819"/>
                      <a:pt x="1664050" y="3520754"/>
                    </a:cubicBezTo>
                    <a:lnTo>
                      <a:pt x="1635892" y="2482688"/>
                    </a:lnTo>
                    <a:lnTo>
                      <a:pt x="1044642" y="2469039"/>
                    </a:lnTo>
                    <a:lnTo>
                      <a:pt x="1044642" y="2667331"/>
                    </a:lnTo>
                    <a:cubicBezTo>
                      <a:pt x="1044642" y="2727000"/>
                      <a:pt x="996271" y="2775371"/>
                      <a:pt x="936601" y="2775372"/>
                    </a:cubicBezTo>
                    <a:lnTo>
                      <a:pt x="657382" y="2775371"/>
                    </a:lnTo>
                    <a:cubicBezTo>
                      <a:pt x="637755" y="2823613"/>
                      <a:pt x="630101" y="2874237"/>
                      <a:pt x="622448" y="2945800"/>
                    </a:cubicBezTo>
                    <a:lnTo>
                      <a:pt x="252030" y="2945800"/>
                    </a:lnTo>
                    <a:cubicBezTo>
                      <a:pt x="256275" y="2883407"/>
                      <a:pt x="252593" y="2828938"/>
                      <a:pt x="235967" y="2775370"/>
                    </a:cubicBezTo>
                    <a:lnTo>
                      <a:pt x="7267" y="2775370"/>
                    </a:lnTo>
                    <a:cubicBezTo>
                      <a:pt x="1003" y="2679903"/>
                      <a:pt x="-1109" y="2594661"/>
                      <a:pt x="535" y="2514852"/>
                    </a:cubicBezTo>
                    <a:cubicBezTo>
                      <a:pt x="5466" y="2275424"/>
                      <a:pt x="44187" y="2084887"/>
                      <a:pt x="105917" y="1813823"/>
                    </a:cubicBezTo>
                    <a:cubicBezTo>
                      <a:pt x="258635" y="1288584"/>
                      <a:pt x="488046" y="911620"/>
                      <a:pt x="870837" y="570445"/>
                    </a:cubicBezTo>
                    <a:cubicBezTo>
                      <a:pt x="674179" y="1284154"/>
                      <a:pt x="622718" y="1497188"/>
                      <a:pt x="741752" y="1669956"/>
                    </a:cubicBezTo>
                    <a:cubicBezTo>
                      <a:pt x="882751" y="1699943"/>
                      <a:pt x="788174" y="1674807"/>
                      <a:pt x="936601" y="1710419"/>
                    </a:cubicBezTo>
                    <a:cubicBezTo>
                      <a:pt x="1001384" y="1730870"/>
                      <a:pt x="1044642" y="1758791"/>
                      <a:pt x="1044642" y="1818460"/>
                    </a:cubicBezTo>
                    <a:lnTo>
                      <a:pt x="1044642" y="1970448"/>
                    </a:lnTo>
                    <a:lnTo>
                      <a:pt x="1621635" y="1957128"/>
                    </a:lnTo>
                    <a:lnTo>
                      <a:pt x="1601569" y="1217379"/>
                    </a:lnTo>
                    <a:cubicBezTo>
                      <a:pt x="1338692" y="1131438"/>
                      <a:pt x="1146783" y="887145"/>
                      <a:pt x="1138847" y="594588"/>
                    </a:cubicBezTo>
                    <a:cubicBezTo>
                      <a:pt x="1132425" y="357828"/>
                      <a:pt x="1248029" y="146099"/>
                      <a:pt x="1428910" y="20243"/>
                    </a:cubicBezTo>
                    <a:lnTo>
                      <a:pt x="1447318" y="698863"/>
                    </a:lnTo>
                    <a:lnTo>
                      <a:pt x="2193594" y="678620"/>
                    </a:lnTo>
                    <a:lnTo>
                      <a:pt x="2175185" y="0"/>
                    </a:lnTo>
                    <a:cubicBezTo>
                      <a:pt x="2362624" y="115865"/>
                      <a:pt x="2489536" y="321015"/>
                      <a:pt x="2495958" y="557775"/>
                    </a:cubicBezTo>
                    <a:cubicBezTo>
                      <a:pt x="2503894" y="850332"/>
                      <a:pt x="2325511" y="1104670"/>
                      <a:pt x="2067679" y="1204735"/>
                    </a:cubicBezTo>
                    <a:lnTo>
                      <a:pt x="2087796" y="1946367"/>
                    </a:lnTo>
                    <a:lnTo>
                      <a:pt x="4285801" y="1895627"/>
                    </a:lnTo>
                    <a:lnTo>
                      <a:pt x="4285801" y="2543859"/>
                    </a:lnTo>
                    <a:lnTo>
                      <a:pt x="2102637" y="2493462"/>
                    </a:lnTo>
                    <a:lnTo>
                      <a:pt x="2130160" y="3508110"/>
                    </a:lnTo>
                    <a:cubicBezTo>
                      <a:pt x="2393037" y="3594051"/>
                      <a:pt x="2584946" y="3838344"/>
                      <a:pt x="2592882" y="4130902"/>
                    </a:cubicBezTo>
                    <a:cubicBezTo>
                      <a:pt x="2599304" y="4367662"/>
                      <a:pt x="2483700" y="4579391"/>
                      <a:pt x="2302820" y="4705247"/>
                    </a:cubicBezTo>
                    <a:lnTo>
                      <a:pt x="2284411" y="4026626"/>
                    </a:lnTo>
                    <a:lnTo>
                      <a:pt x="1538135" y="4046869"/>
                    </a:lnTo>
                    <a:lnTo>
                      <a:pt x="1556544" y="4725490"/>
                    </a:lnTo>
                    <a:cubicBezTo>
                      <a:pt x="1509684" y="4696524"/>
                      <a:pt x="1466607" y="4661977"/>
                      <a:pt x="1428251" y="4622752"/>
                    </a:cubicBezTo>
                    <a:close/>
                    <a:moveTo>
                      <a:pt x="44807" y="3562389"/>
                    </a:moveTo>
                    <a:cubicBezTo>
                      <a:pt x="25255" y="3542837"/>
                      <a:pt x="13162" y="3515827"/>
                      <a:pt x="13162" y="3485992"/>
                    </a:cubicBezTo>
                    <a:lnTo>
                      <a:pt x="13162" y="3053842"/>
                    </a:lnTo>
                    <a:cubicBezTo>
                      <a:pt x="13162" y="2994173"/>
                      <a:pt x="61534" y="2945801"/>
                      <a:pt x="121203" y="2945801"/>
                    </a:cubicBezTo>
                    <a:lnTo>
                      <a:pt x="757287" y="2945801"/>
                    </a:lnTo>
                    <a:cubicBezTo>
                      <a:pt x="816956" y="2945801"/>
                      <a:pt x="865328" y="2994173"/>
                      <a:pt x="865328" y="3053842"/>
                    </a:cubicBezTo>
                    <a:lnTo>
                      <a:pt x="865328" y="3485992"/>
                    </a:lnTo>
                    <a:cubicBezTo>
                      <a:pt x="865328" y="3545662"/>
                      <a:pt x="816956" y="3594033"/>
                      <a:pt x="757287" y="3594033"/>
                    </a:cubicBezTo>
                    <a:lnTo>
                      <a:pt x="121203" y="3594033"/>
                    </a:lnTo>
                    <a:cubicBezTo>
                      <a:pt x="91368" y="3594033"/>
                      <a:pt x="64358" y="3581940"/>
                      <a:pt x="44807" y="356238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274" name="Google Shape;1274;p44"/>
              <p:cNvSpPr/>
              <p:nvPr/>
            </p:nvSpPr>
            <p:spPr>
              <a:xfrm rot="-900000">
                <a:off x="7608221" y="2961416"/>
                <a:ext cx="392828" cy="319096"/>
              </a:xfrm>
              <a:custGeom>
                <a:rect b="b" l="l" r="r" t="t"/>
                <a:pathLst>
                  <a:path extrusionOk="0" h="3321003" w="4088377">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275" name="Google Shape;1275;p44"/>
              <p:cNvSpPr/>
              <p:nvPr/>
            </p:nvSpPr>
            <p:spPr>
              <a:xfrm flipH="1" rot="5400000">
                <a:off x="10824557" y="2917080"/>
                <a:ext cx="392828" cy="392828"/>
              </a:xfrm>
              <a:custGeom>
                <a:rect b="b" l="l" r="r" t="t"/>
                <a:pathLst>
                  <a:path extrusionOk="0" h="3786923" w="3287892">
                    <a:moveTo>
                      <a:pt x="2574092" y="3411971"/>
                    </a:moveTo>
                    <a:cubicBezTo>
                      <a:pt x="2577477" y="3551838"/>
                      <a:pt x="2489596" y="3681234"/>
                      <a:pt x="2347458" y="3745664"/>
                    </a:cubicBezTo>
                    <a:cubicBezTo>
                      <a:pt x="2228355" y="3799653"/>
                      <a:pt x="2086904" y="3800713"/>
                      <a:pt x="1966757" y="3748519"/>
                    </a:cubicBezTo>
                    <a:cubicBezTo>
                      <a:pt x="1823914" y="3686464"/>
                      <a:pt x="1733597" y="3559106"/>
                      <a:pt x="1733597" y="3419734"/>
                    </a:cubicBezTo>
                    <a:cubicBezTo>
                      <a:pt x="2013762" y="3417146"/>
                      <a:pt x="2293927" y="3414559"/>
                      <a:pt x="2574092" y="3411971"/>
                    </a:cubicBezTo>
                    <a:close/>
                    <a:moveTo>
                      <a:pt x="2574187" y="367189"/>
                    </a:moveTo>
                    <a:cubicBezTo>
                      <a:pt x="2294022" y="369777"/>
                      <a:pt x="2013857" y="372364"/>
                      <a:pt x="1733692" y="374952"/>
                    </a:cubicBezTo>
                    <a:cubicBezTo>
                      <a:pt x="1730307" y="235085"/>
                      <a:pt x="1818188" y="105689"/>
                      <a:pt x="1960326" y="41259"/>
                    </a:cubicBezTo>
                    <a:cubicBezTo>
                      <a:pt x="2079429" y="-12730"/>
                      <a:pt x="2220880" y="-13790"/>
                      <a:pt x="2341027" y="38404"/>
                    </a:cubicBezTo>
                    <a:cubicBezTo>
                      <a:pt x="2483870" y="100459"/>
                      <a:pt x="2574187" y="227817"/>
                      <a:pt x="2574187" y="367189"/>
                    </a:cubicBezTo>
                    <a:close/>
                    <a:moveTo>
                      <a:pt x="2688290" y="635445"/>
                    </a:moveTo>
                    <a:lnTo>
                      <a:pt x="2688290" y="1612884"/>
                    </a:lnTo>
                    <a:lnTo>
                      <a:pt x="1619492" y="1612884"/>
                    </a:lnTo>
                    <a:lnTo>
                      <a:pt x="1619492" y="1396859"/>
                    </a:lnTo>
                    <a:lnTo>
                      <a:pt x="201708" y="1396859"/>
                    </a:lnTo>
                    <a:cubicBezTo>
                      <a:pt x="90308" y="1396859"/>
                      <a:pt x="0" y="1306551"/>
                      <a:pt x="0" y="1195151"/>
                    </a:cubicBezTo>
                    <a:lnTo>
                      <a:pt x="0" y="907003"/>
                    </a:lnTo>
                    <a:cubicBezTo>
                      <a:pt x="0" y="795603"/>
                      <a:pt x="90308" y="705295"/>
                      <a:pt x="201708" y="705295"/>
                    </a:cubicBezTo>
                    <a:lnTo>
                      <a:pt x="1619492" y="705295"/>
                    </a:lnTo>
                    <a:lnTo>
                      <a:pt x="1619492" y="635445"/>
                    </a:lnTo>
                    <a:cubicBezTo>
                      <a:pt x="1619492" y="537063"/>
                      <a:pt x="1699247" y="457308"/>
                      <a:pt x="1797629" y="457308"/>
                    </a:cubicBezTo>
                    <a:lnTo>
                      <a:pt x="2510153" y="457308"/>
                    </a:lnTo>
                    <a:cubicBezTo>
                      <a:pt x="2608535" y="457308"/>
                      <a:pt x="2688290" y="537063"/>
                      <a:pt x="2688290" y="635445"/>
                    </a:cubicBezTo>
                    <a:close/>
                    <a:moveTo>
                      <a:pt x="3177333" y="2901044"/>
                    </a:moveTo>
                    <a:lnTo>
                      <a:pt x="1130451" y="2901044"/>
                    </a:lnTo>
                    <a:cubicBezTo>
                      <a:pt x="1350134" y="2526253"/>
                      <a:pt x="1481437" y="2165059"/>
                      <a:pt x="1605942" y="1684892"/>
                    </a:cubicBezTo>
                    <a:lnTo>
                      <a:pt x="2701842" y="1684892"/>
                    </a:lnTo>
                    <a:cubicBezTo>
                      <a:pt x="2809350" y="2117470"/>
                      <a:pt x="2933855" y="2516056"/>
                      <a:pt x="3177333" y="2901044"/>
                    </a:cubicBezTo>
                    <a:close/>
                    <a:moveTo>
                      <a:pt x="3287892" y="3137537"/>
                    </a:moveTo>
                    <a:lnTo>
                      <a:pt x="3287892" y="3248909"/>
                    </a:lnTo>
                    <a:cubicBezTo>
                      <a:pt x="3287892" y="3295849"/>
                      <a:pt x="3249839" y="3333902"/>
                      <a:pt x="3202899" y="3333902"/>
                    </a:cubicBezTo>
                    <a:lnTo>
                      <a:pt x="1104885" y="3333902"/>
                    </a:lnTo>
                    <a:cubicBezTo>
                      <a:pt x="1057945" y="3333902"/>
                      <a:pt x="1019892" y="3295849"/>
                      <a:pt x="1019892" y="3248909"/>
                    </a:cubicBezTo>
                    <a:lnTo>
                      <a:pt x="1019892" y="3137537"/>
                    </a:lnTo>
                    <a:cubicBezTo>
                      <a:pt x="1019892" y="3090597"/>
                      <a:pt x="1057945" y="3052544"/>
                      <a:pt x="1104885" y="3052544"/>
                    </a:cubicBezTo>
                    <a:lnTo>
                      <a:pt x="3202899" y="3052544"/>
                    </a:lnTo>
                    <a:cubicBezTo>
                      <a:pt x="3249839" y="3052544"/>
                      <a:pt x="3287892" y="3090597"/>
                      <a:pt x="3287892" y="313753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276" name="Google Shape;1276;p44"/>
              <p:cNvSpPr/>
              <p:nvPr/>
            </p:nvSpPr>
            <p:spPr>
              <a:xfrm>
                <a:off x="11062223" y="3784811"/>
                <a:ext cx="285020" cy="285020"/>
              </a:xfrm>
              <a:custGeom>
                <a:rect b="b" l="l" r="r" t="t"/>
                <a:pathLst>
                  <a:path extrusionOk="0" h="2964099" w="2801488">
                    <a:moveTo>
                      <a:pt x="1393788" y="2251706"/>
                    </a:moveTo>
                    <a:cubicBezTo>
                      <a:pt x="1338380" y="2251706"/>
                      <a:pt x="1293463" y="2296623"/>
                      <a:pt x="1293463" y="2352031"/>
                    </a:cubicBezTo>
                    <a:cubicBezTo>
                      <a:pt x="1293463" y="2407439"/>
                      <a:pt x="1338380" y="2452356"/>
                      <a:pt x="1393788" y="2452356"/>
                    </a:cubicBezTo>
                    <a:cubicBezTo>
                      <a:pt x="1449196" y="2452356"/>
                      <a:pt x="1494113" y="2407439"/>
                      <a:pt x="1494113" y="2352031"/>
                    </a:cubicBezTo>
                    <a:cubicBezTo>
                      <a:pt x="1494113" y="2296623"/>
                      <a:pt x="1449196" y="2251706"/>
                      <a:pt x="1393788" y="2251706"/>
                    </a:cubicBezTo>
                    <a:close/>
                    <a:moveTo>
                      <a:pt x="2189420" y="1936547"/>
                    </a:moveTo>
                    <a:cubicBezTo>
                      <a:pt x="1959955" y="1936547"/>
                      <a:pt x="1773936" y="2122566"/>
                      <a:pt x="1773936" y="2352031"/>
                    </a:cubicBezTo>
                    <a:cubicBezTo>
                      <a:pt x="1773936" y="2581496"/>
                      <a:pt x="1959955" y="2767515"/>
                      <a:pt x="2189420" y="2767515"/>
                    </a:cubicBezTo>
                    <a:cubicBezTo>
                      <a:pt x="2418885" y="2767515"/>
                      <a:pt x="2604904" y="2581496"/>
                      <a:pt x="2604904" y="2352031"/>
                    </a:cubicBezTo>
                    <a:cubicBezTo>
                      <a:pt x="2604904" y="2122566"/>
                      <a:pt x="2418885" y="1936547"/>
                      <a:pt x="2189420" y="1936547"/>
                    </a:cubicBezTo>
                    <a:close/>
                    <a:moveTo>
                      <a:pt x="612068" y="1936547"/>
                    </a:moveTo>
                    <a:cubicBezTo>
                      <a:pt x="382603" y="1936547"/>
                      <a:pt x="196584" y="2122566"/>
                      <a:pt x="196584" y="2352031"/>
                    </a:cubicBezTo>
                    <a:cubicBezTo>
                      <a:pt x="196584" y="2581496"/>
                      <a:pt x="382603" y="2767515"/>
                      <a:pt x="612068" y="2767515"/>
                    </a:cubicBezTo>
                    <a:cubicBezTo>
                      <a:pt x="841533" y="2767515"/>
                      <a:pt x="1027552" y="2581496"/>
                      <a:pt x="1027552" y="2352031"/>
                    </a:cubicBezTo>
                    <a:cubicBezTo>
                      <a:pt x="1027552" y="2122566"/>
                      <a:pt x="841533" y="1936547"/>
                      <a:pt x="612068" y="1936547"/>
                    </a:cubicBezTo>
                    <a:close/>
                    <a:moveTo>
                      <a:pt x="845776" y="315"/>
                    </a:moveTo>
                    <a:cubicBezTo>
                      <a:pt x="1032101" y="7965"/>
                      <a:pt x="1181399" y="153129"/>
                      <a:pt x="1195696" y="335717"/>
                    </a:cubicBezTo>
                    <a:lnTo>
                      <a:pt x="1198885" y="335806"/>
                    </a:lnTo>
                    <a:lnTo>
                      <a:pt x="1198706" y="366401"/>
                    </a:lnTo>
                    <a:cubicBezTo>
                      <a:pt x="1198883" y="367005"/>
                      <a:pt x="1198884" y="367612"/>
                      <a:pt x="1198884" y="368218"/>
                    </a:cubicBezTo>
                    <a:lnTo>
                      <a:pt x="1198695" y="368210"/>
                    </a:lnTo>
                    <a:lnTo>
                      <a:pt x="1197421" y="585651"/>
                    </a:lnTo>
                    <a:cubicBezTo>
                      <a:pt x="1245519" y="531733"/>
                      <a:pt x="1316597" y="499778"/>
                      <a:pt x="1394104" y="502960"/>
                    </a:cubicBezTo>
                    <a:cubicBezTo>
                      <a:pt x="1472998" y="506199"/>
                      <a:pt x="1542269" y="545176"/>
                      <a:pt x="1585751" y="604519"/>
                    </a:cubicBezTo>
                    <a:cubicBezTo>
                      <a:pt x="1585226" y="514948"/>
                      <a:pt x="1584701" y="425377"/>
                      <a:pt x="1584176" y="335806"/>
                    </a:cubicBezTo>
                    <a:lnTo>
                      <a:pt x="1585829" y="335760"/>
                    </a:lnTo>
                    <a:cubicBezTo>
                      <a:pt x="1602915" y="140060"/>
                      <a:pt x="1770945" y="-7755"/>
                      <a:pt x="1967493" y="315"/>
                    </a:cubicBezTo>
                    <a:cubicBezTo>
                      <a:pt x="2146853" y="7679"/>
                      <a:pt x="2291902" y="142468"/>
                      <a:pt x="2315427" y="315465"/>
                    </a:cubicBezTo>
                    <a:lnTo>
                      <a:pt x="2320109" y="315335"/>
                    </a:lnTo>
                    <a:lnTo>
                      <a:pt x="2729306" y="2069418"/>
                    </a:lnTo>
                    <a:cubicBezTo>
                      <a:pt x="2776307" y="2152970"/>
                      <a:pt x="2801488" y="2249560"/>
                      <a:pt x="2801488" y="2352031"/>
                    </a:cubicBezTo>
                    <a:cubicBezTo>
                      <a:pt x="2801488" y="2690067"/>
                      <a:pt x="2527456" y="2964099"/>
                      <a:pt x="2189420" y="2964099"/>
                    </a:cubicBezTo>
                    <a:cubicBezTo>
                      <a:pt x="1922036" y="2964099"/>
                      <a:pt x="1694697" y="2792645"/>
                      <a:pt x="1613824" y="2552817"/>
                    </a:cubicBezTo>
                    <a:cubicBezTo>
                      <a:pt x="1559905" y="2613347"/>
                      <a:pt x="1481232" y="2650901"/>
                      <a:pt x="1393788" y="2650901"/>
                    </a:cubicBezTo>
                    <a:cubicBezTo>
                      <a:pt x="1311973" y="2650901"/>
                      <a:pt x="1237837" y="2618027"/>
                      <a:pt x="1183996" y="2564635"/>
                    </a:cubicBezTo>
                    <a:cubicBezTo>
                      <a:pt x="1099341" y="2798210"/>
                      <a:pt x="875077" y="2964099"/>
                      <a:pt x="612068" y="2964099"/>
                    </a:cubicBezTo>
                    <a:cubicBezTo>
                      <a:pt x="274032" y="2964099"/>
                      <a:pt x="0" y="2690067"/>
                      <a:pt x="0" y="2352031"/>
                    </a:cubicBezTo>
                    <a:cubicBezTo>
                      <a:pt x="0" y="2288533"/>
                      <a:pt x="9669" y="2227293"/>
                      <a:pt x="30466" y="2170591"/>
                    </a:cubicBezTo>
                    <a:lnTo>
                      <a:pt x="30153" y="2170591"/>
                    </a:lnTo>
                    <a:lnTo>
                      <a:pt x="462952" y="315335"/>
                    </a:lnTo>
                    <a:lnTo>
                      <a:pt x="467801" y="315470"/>
                    </a:lnTo>
                    <a:cubicBezTo>
                      <a:pt x="493068" y="129842"/>
                      <a:pt x="656149" y="-7470"/>
                      <a:pt x="845776" y="3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277" name="Google Shape;1277;p44"/>
              <p:cNvSpPr/>
              <p:nvPr/>
            </p:nvSpPr>
            <p:spPr>
              <a:xfrm>
                <a:off x="8077159" y="2346892"/>
                <a:ext cx="392828" cy="303948"/>
              </a:xfrm>
              <a:custGeom>
                <a:rect b="b" l="l" r="r" t="t"/>
                <a:pathLst>
                  <a:path extrusionOk="0" h="3064028" w="3960000">
                    <a:moveTo>
                      <a:pt x="1955333" y="1285185"/>
                    </a:moveTo>
                    <a:cubicBezTo>
                      <a:pt x="2192176" y="1285185"/>
                      <a:pt x="2384176" y="1477185"/>
                      <a:pt x="2384176" y="1714028"/>
                    </a:cubicBezTo>
                    <a:cubicBezTo>
                      <a:pt x="2384176" y="1950871"/>
                      <a:pt x="2192176" y="2142871"/>
                      <a:pt x="1955333" y="2142871"/>
                    </a:cubicBezTo>
                    <a:cubicBezTo>
                      <a:pt x="1718490" y="2142871"/>
                      <a:pt x="1526490" y="1950871"/>
                      <a:pt x="1526490" y="1714028"/>
                    </a:cubicBezTo>
                    <a:cubicBezTo>
                      <a:pt x="1526490" y="1477185"/>
                      <a:pt x="1718490" y="1285185"/>
                      <a:pt x="1955333" y="1285185"/>
                    </a:cubicBezTo>
                    <a:close/>
                    <a:moveTo>
                      <a:pt x="1955333" y="1074136"/>
                    </a:moveTo>
                    <a:cubicBezTo>
                      <a:pt x="1601930" y="1074136"/>
                      <a:pt x="1315441" y="1360625"/>
                      <a:pt x="1315441" y="1714028"/>
                    </a:cubicBezTo>
                    <a:cubicBezTo>
                      <a:pt x="1315441" y="2067431"/>
                      <a:pt x="1601930" y="2353920"/>
                      <a:pt x="1955333" y="2353920"/>
                    </a:cubicBezTo>
                    <a:cubicBezTo>
                      <a:pt x="2308736" y="2353920"/>
                      <a:pt x="2595225" y="2067431"/>
                      <a:pt x="2595225" y="1714028"/>
                    </a:cubicBezTo>
                    <a:cubicBezTo>
                      <a:pt x="2595225" y="1360625"/>
                      <a:pt x="2308736" y="1074136"/>
                      <a:pt x="1955333" y="1074136"/>
                    </a:cubicBezTo>
                    <a:close/>
                    <a:moveTo>
                      <a:pt x="1955333" y="849503"/>
                    </a:moveTo>
                    <a:cubicBezTo>
                      <a:pt x="2432797" y="849503"/>
                      <a:pt x="2819858" y="1236564"/>
                      <a:pt x="2819858" y="1714028"/>
                    </a:cubicBezTo>
                    <a:cubicBezTo>
                      <a:pt x="2819858" y="2191492"/>
                      <a:pt x="2432797" y="2578553"/>
                      <a:pt x="1955333" y="2578553"/>
                    </a:cubicBezTo>
                    <a:cubicBezTo>
                      <a:pt x="1477869" y="2578553"/>
                      <a:pt x="1090808" y="2191492"/>
                      <a:pt x="1090808" y="1714028"/>
                    </a:cubicBezTo>
                    <a:cubicBezTo>
                      <a:pt x="1090808" y="1236564"/>
                      <a:pt x="1477869" y="849503"/>
                      <a:pt x="1955333" y="849503"/>
                    </a:cubicBezTo>
                    <a:close/>
                    <a:moveTo>
                      <a:pt x="3253503" y="756254"/>
                    </a:moveTo>
                    <a:cubicBezTo>
                      <a:pt x="3162525" y="756254"/>
                      <a:pt x="3088773" y="830006"/>
                      <a:pt x="3088773" y="920984"/>
                    </a:cubicBezTo>
                    <a:cubicBezTo>
                      <a:pt x="3088773" y="1011962"/>
                      <a:pt x="3162525" y="1085714"/>
                      <a:pt x="3253503" y="1085714"/>
                    </a:cubicBezTo>
                    <a:cubicBezTo>
                      <a:pt x="3344481" y="1085714"/>
                      <a:pt x="3418233" y="1011962"/>
                      <a:pt x="3418233" y="920984"/>
                    </a:cubicBezTo>
                    <a:cubicBezTo>
                      <a:pt x="3418233" y="830006"/>
                      <a:pt x="3344481" y="756254"/>
                      <a:pt x="3253503" y="756254"/>
                    </a:cubicBezTo>
                    <a:close/>
                    <a:moveTo>
                      <a:pt x="1955333" y="744677"/>
                    </a:moveTo>
                    <a:cubicBezTo>
                      <a:pt x="1419975" y="744677"/>
                      <a:pt x="985982" y="1178670"/>
                      <a:pt x="985982" y="1714028"/>
                    </a:cubicBezTo>
                    <a:cubicBezTo>
                      <a:pt x="985982" y="2249386"/>
                      <a:pt x="1419975" y="2683379"/>
                      <a:pt x="1955333" y="2683379"/>
                    </a:cubicBezTo>
                    <a:cubicBezTo>
                      <a:pt x="2490691" y="2683379"/>
                      <a:pt x="2924684" y="2249386"/>
                      <a:pt x="2924684" y="1714028"/>
                    </a:cubicBezTo>
                    <a:cubicBezTo>
                      <a:pt x="2924684" y="1178670"/>
                      <a:pt x="2490691" y="744677"/>
                      <a:pt x="1955333" y="744677"/>
                    </a:cubicBezTo>
                    <a:close/>
                    <a:moveTo>
                      <a:pt x="1333922" y="0"/>
                    </a:moveTo>
                    <a:lnTo>
                      <a:pt x="2626078" y="0"/>
                    </a:lnTo>
                    <a:lnTo>
                      <a:pt x="2717085" y="364028"/>
                    </a:lnTo>
                    <a:lnTo>
                      <a:pt x="3699990" y="364028"/>
                    </a:lnTo>
                    <a:cubicBezTo>
                      <a:pt x="3843590" y="364028"/>
                      <a:pt x="3960000" y="480438"/>
                      <a:pt x="3960000" y="624038"/>
                    </a:cubicBezTo>
                    <a:lnTo>
                      <a:pt x="3960000" y="2804018"/>
                    </a:lnTo>
                    <a:cubicBezTo>
                      <a:pt x="3960000" y="2947618"/>
                      <a:pt x="3843590" y="3064028"/>
                      <a:pt x="3699990" y="3064028"/>
                    </a:cubicBezTo>
                    <a:lnTo>
                      <a:pt x="260010" y="3064028"/>
                    </a:lnTo>
                    <a:cubicBezTo>
                      <a:pt x="116410" y="3064028"/>
                      <a:pt x="0" y="2947618"/>
                      <a:pt x="0" y="2804018"/>
                    </a:cubicBezTo>
                    <a:lnTo>
                      <a:pt x="0" y="624038"/>
                    </a:lnTo>
                    <a:cubicBezTo>
                      <a:pt x="0" y="480438"/>
                      <a:pt x="116410" y="364028"/>
                      <a:pt x="260010" y="364028"/>
                    </a:cubicBezTo>
                    <a:lnTo>
                      <a:pt x="443165" y="364028"/>
                    </a:lnTo>
                    <a:lnTo>
                      <a:pt x="443165" y="237982"/>
                    </a:lnTo>
                    <a:cubicBezTo>
                      <a:pt x="443165" y="195266"/>
                      <a:pt x="477794" y="160637"/>
                      <a:pt x="520510" y="160637"/>
                    </a:cubicBezTo>
                    <a:lnTo>
                      <a:pt x="1049896" y="160637"/>
                    </a:lnTo>
                    <a:cubicBezTo>
                      <a:pt x="1092612" y="160637"/>
                      <a:pt x="1127241" y="195266"/>
                      <a:pt x="1127241" y="237982"/>
                    </a:cubicBezTo>
                    <a:lnTo>
                      <a:pt x="1127241" y="364028"/>
                    </a:lnTo>
                    <a:lnTo>
                      <a:pt x="1242915" y="364028"/>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278" name="Google Shape;1278;p44"/>
              <p:cNvSpPr/>
              <p:nvPr/>
            </p:nvSpPr>
            <p:spPr>
              <a:xfrm>
                <a:off x="8560619" y="5355763"/>
                <a:ext cx="372889" cy="259826"/>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279" name="Google Shape;1279;p44"/>
              <p:cNvSpPr/>
              <p:nvPr/>
            </p:nvSpPr>
            <p:spPr>
              <a:xfrm rot="2498363">
                <a:off x="8831623" y="1920263"/>
                <a:ext cx="392828" cy="392828"/>
              </a:xfrm>
              <a:custGeom>
                <a:rect b="b" l="l" r="r" t="t"/>
                <a:pathLst>
                  <a:path extrusionOk="0" h="3938940" w="3860438">
                    <a:moveTo>
                      <a:pt x="1862067" y="2433815"/>
                    </a:moveTo>
                    <a:lnTo>
                      <a:pt x="1970067" y="2433815"/>
                    </a:lnTo>
                    <a:lnTo>
                      <a:pt x="1970067" y="3362873"/>
                    </a:lnTo>
                    <a:lnTo>
                      <a:pt x="2004792" y="3362873"/>
                    </a:lnTo>
                    <a:lnTo>
                      <a:pt x="2004792" y="3650907"/>
                    </a:lnTo>
                    <a:cubicBezTo>
                      <a:pt x="2004792" y="3808349"/>
                      <a:pt x="1878374" y="3936619"/>
                      <a:pt x="1720949" y="3938909"/>
                    </a:cubicBezTo>
                    <a:cubicBezTo>
                      <a:pt x="1564029" y="3941192"/>
                      <a:pt x="1434265" y="3817458"/>
                      <a:pt x="1429045" y="3660794"/>
                    </a:cubicBezTo>
                    <a:lnTo>
                      <a:pt x="1428727" y="3660794"/>
                    </a:lnTo>
                    <a:lnTo>
                      <a:pt x="1428727" y="3588794"/>
                    </a:lnTo>
                    <a:cubicBezTo>
                      <a:pt x="1428727" y="3549029"/>
                      <a:pt x="1460962" y="3516794"/>
                      <a:pt x="1500727" y="3516794"/>
                    </a:cubicBezTo>
                    <a:lnTo>
                      <a:pt x="1536727" y="3516794"/>
                    </a:lnTo>
                    <a:cubicBezTo>
                      <a:pt x="1576492" y="3516794"/>
                      <a:pt x="1608727" y="3549029"/>
                      <a:pt x="1608727" y="3588794"/>
                    </a:cubicBezTo>
                    <a:lnTo>
                      <a:pt x="1608727" y="3654789"/>
                    </a:lnTo>
                    <a:cubicBezTo>
                      <a:pt x="1610687" y="3713589"/>
                      <a:pt x="1659418" y="3760001"/>
                      <a:pt x="1718334" y="3759144"/>
                    </a:cubicBezTo>
                    <a:cubicBezTo>
                      <a:pt x="1777498" y="3758284"/>
                      <a:pt x="1825008" y="3710077"/>
                      <a:pt x="1825008" y="3650907"/>
                    </a:cubicBezTo>
                    <a:lnTo>
                      <a:pt x="1824792" y="3650907"/>
                    </a:lnTo>
                    <a:lnTo>
                      <a:pt x="1824792" y="3362873"/>
                    </a:lnTo>
                    <a:lnTo>
                      <a:pt x="1862067" y="3362873"/>
                    </a:lnTo>
                    <a:close/>
                    <a:moveTo>
                      <a:pt x="1963773" y="341826"/>
                    </a:moveTo>
                    <a:cubicBezTo>
                      <a:pt x="2603866" y="1105515"/>
                      <a:pt x="2803203" y="1464631"/>
                      <a:pt x="2867684" y="2396069"/>
                    </a:cubicBezTo>
                    <a:cubicBezTo>
                      <a:pt x="2523234" y="2107144"/>
                      <a:pt x="2324834" y="2107144"/>
                      <a:pt x="1967684" y="2396069"/>
                    </a:cubicBezTo>
                    <a:cubicBezTo>
                      <a:pt x="1966380" y="1713514"/>
                      <a:pt x="1965077" y="1024381"/>
                      <a:pt x="1963773" y="341826"/>
                    </a:cubicBezTo>
                    <a:close/>
                    <a:moveTo>
                      <a:pt x="1882676" y="341826"/>
                    </a:moveTo>
                    <a:cubicBezTo>
                      <a:pt x="1881372" y="1024381"/>
                      <a:pt x="1880069" y="1713514"/>
                      <a:pt x="1878765" y="2396069"/>
                    </a:cubicBezTo>
                    <a:cubicBezTo>
                      <a:pt x="1521615" y="2107144"/>
                      <a:pt x="1323215" y="2107144"/>
                      <a:pt x="978765" y="2396069"/>
                    </a:cubicBezTo>
                    <a:cubicBezTo>
                      <a:pt x="1043246" y="1464631"/>
                      <a:pt x="1242583" y="1105515"/>
                      <a:pt x="1882676" y="341826"/>
                    </a:cubicBezTo>
                    <a:close/>
                    <a:moveTo>
                      <a:pt x="2058573" y="335248"/>
                    </a:moveTo>
                    <a:cubicBezTo>
                      <a:pt x="3026489" y="598978"/>
                      <a:pt x="3714825" y="1273857"/>
                      <a:pt x="3860438" y="2396070"/>
                    </a:cubicBezTo>
                    <a:cubicBezTo>
                      <a:pt x="3515988" y="2107145"/>
                      <a:pt x="3317588" y="2107145"/>
                      <a:pt x="2960438" y="2396070"/>
                    </a:cubicBezTo>
                    <a:cubicBezTo>
                      <a:pt x="2910892" y="1313327"/>
                      <a:pt x="2647549" y="1036442"/>
                      <a:pt x="2058573" y="335248"/>
                    </a:cubicBezTo>
                    <a:close/>
                    <a:moveTo>
                      <a:pt x="1801865" y="335248"/>
                    </a:moveTo>
                    <a:cubicBezTo>
                      <a:pt x="1212889" y="1036442"/>
                      <a:pt x="949546" y="1313327"/>
                      <a:pt x="900000" y="2396070"/>
                    </a:cubicBezTo>
                    <a:cubicBezTo>
                      <a:pt x="542850" y="2107145"/>
                      <a:pt x="344450" y="2107145"/>
                      <a:pt x="0" y="2396070"/>
                    </a:cubicBezTo>
                    <a:cubicBezTo>
                      <a:pt x="145613" y="1273857"/>
                      <a:pt x="833949" y="598978"/>
                      <a:pt x="1801865" y="335248"/>
                    </a:cubicBezTo>
                    <a:close/>
                    <a:moveTo>
                      <a:pt x="1902679" y="0"/>
                    </a:moveTo>
                    <a:lnTo>
                      <a:pt x="1929455" y="0"/>
                    </a:lnTo>
                    <a:lnTo>
                      <a:pt x="1970067" y="288000"/>
                    </a:lnTo>
                    <a:lnTo>
                      <a:pt x="1862067" y="288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280" name="Google Shape;1280;p44"/>
              <p:cNvSpPr/>
              <p:nvPr/>
            </p:nvSpPr>
            <p:spPr>
              <a:xfrm rot="-2129845">
                <a:off x="10110329" y="1972655"/>
                <a:ext cx="132806" cy="502999"/>
              </a:xfrm>
              <a:custGeom>
                <a:rect b="b" l="l" r="r" t="t"/>
                <a:pathLst>
                  <a:path extrusionOk="0" h="5014044" w="1323851">
                    <a:moveTo>
                      <a:pt x="797140" y="4503940"/>
                    </a:moveTo>
                    <a:cubicBezTo>
                      <a:pt x="732770" y="4439570"/>
                      <a:pt x="628407" y="4439570"/>
                      <a:pt x="564037" y="4503940"/>
                    </a:cubicBezTo>
                    <a:cubicBezTo>
                      <a:pt x="499667" y="4568310"/>
                      <a:pt x="499667" y="4672672"/>
                      <a:pt x="564037" y="4737042"/>
                    </a:cubicBezTo>
                    <a:cubicBezTo>
                      <a:pt x="628407" y="4801412"/>
                      <a:pt x="732770" y="4801413"/>
                      <a:pt x="797140" y="4737043"/>
                    </a:cubicBezTo>
                    <a:cubicBezTo>
                      <a:pt x="861510" y="4672673"/>
                      <a:pt x="861510" y="4568310"/>
                      <a:pt x="797140" y="4503940"/>
                    </a:cubicBezTo>
                    <a:close/>
                    <a:moveTo>
                      <a:pt x="1019859" y="4396571"/>
                    </a:moveTo>
                    <a:lnTo>
                      <a:pt x="1019859" y="4844408"/>
                    </a:lnTo>
                    <a:lnTo>
                      <a:pt x="680589" y="5014044"/>
                    </a:lnTo>
                    <a:lnTo>
                      <a:pt x="341319" y="4844409"/>
                    </a:lnTo>
                    <a:lnTo>
                      <a:pt x="341319" y="4396572"/>
                    </a:lnTo>
                    <a:lnTo>
                      <a:pt x="680589" y="4226937"/>
                    </a:lnTo>
                    <a:close/>
                    <a:moveTo>
                      <a:pt x="800624" y="237293"/>
                    </a:moveTo>
                    <a:cubicBezTo>
                      <a:pt x="730322" y="166991"/>
                      <a:pt x="616339" y="166991"/>
                      <a:pt x="546037" y="237293"/>
                    </a:cubicBezTo>
                    <a:cubicBezTo>
                      <a:pt x="475735" y="307595"/>
                      <a:pt x="475735" y="421577"/>
                      <a:pt x="546037" y="491879"/>
                    </a:cubicBezTo>
                    <a:cubicBezTo>
                      <a:pt x="616339" y="562181"/>
                      <a:pt x="730322" y="562181"/>
                      <a:pt x="800624" y="491879"/>
                    </a:cubicBezTo>
                    <a:cubicBezTo>
                      <a:pt x="870926" y="421577"/>
                      <a:pt x="870926" y="307595"/>
                      <a:pt x="800624" y="237293"/>
                    </a:cubicBezTo>
                    <a:close/>
                    <a:moveTo>
                      <a:pt x="1079384" y="68015"/>
                    </a:moveTo>
                    <a:cubicBezTo>
                      <a:pt x="1121407" y="110039"/>
                      <a:pt x="1147399" y="168093"/>
                      <a:pt x="1147399" y="232219"/>
                    </a:cubicBezTo>
                    <a:cubicBezTo>
                      <a:pt x="1147399" y="1159793"/>
                      <a:pt x="1034554" y="2087367"/>
                      <a:pt x="1023948" y="3014957"/>
                    </a:cubicBezTo>
                    <a:cubicBezTo>
                      <a:pt x="1133082" y="3060182"/>
                      <a:pt x="1235152" y="3127360"/>
                      <a:pt x="1323851" y="3216059"/>
                    </a:cubicBezTo>
                    <a:cubicBezTo>
                      <a:pt x="1689423" y="3581630"/>
                      <a:pt x="1689423" y="4174338"/>
                      <a:pt x="1323851" y="4539910"/>
                    </a:cubicBezTo>
                    <a:cubicBezTo>
                      <a:pt x="1261218" y="4602543"/>
                      <a:pt x="1191917" y="4654446"/>
                      <a:pt x="1117803" y="4694845"/>
                    </a:cubicBezTo>
                    <a:lnTo>
                      <a:pt x="1117303" y="3872699"/>
                    </a:lnTo>
                    <a:lnTo>
                      <a:pt x="684319" y="3565900"/>
                    </a:lnTo>
                    <a:lnTo>
                      <a:pt x="251709" y="3873225"/>
                    </a:lnTo>
                    <a:lnTo>
                      <a:pt x="252223" y="4718882"/>
                    </a:lnTo>
                    <a:cubicBezTo>
                      <a:pt x="160837" y="4675423"/>
                      <a:pt x="75567" y="4615476"/>
                      <a:pt x="0" y="4539910"/>
                    </a:cubicBezTo>
                    <a:cubicBezTo>
                      <a:pt x="-365571" y="4174338"/>
                      <a:pt x="-365571" y="3581630"/>
                      <a:pt x="0" y="3216059"/>
                    </a:cubicBezTo>
                    <a:cubicBezTo>
                      <a:pt x="100968" y="3115091"/>
                      <a:pt x="219261" y="3042010"/>
                      <a:pt x="345675" y="2997831"/>
                    </a:cubicBezTo>
                    <a:lnTo>
                      <a:pt x="211295" y="232219"/>
                    </a:lnTo>
                    <a:cubicBezTo>
                      <a:pt x="211295" y="103968"/>
                      <a:pt x="315263" y="0"/>
                      <a:pt x="443514" y="0"/>
                    </a:cubicBezTo>
                    <a:lnTo>
                      <a:pt x="915180" y="0"/>
                    </a:lnTo>
                    <a:cubicBezTo>
                      <a:pt x="979305" y="0"/>
                      <a:pt x="1037360" y="25992"/>
                      <a:pt x="1079384" y="680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281" name="Google Shape;1281;p44"/>
              <p:cNvSpPr/>
              <p:nvPr/>
            </p:nvSpPr>
            <p:spPr>
              <a:xfrm rot="-8100000">
                <a:off x="9503918" y="5364438"/>
                <a:ext cx="71616" cy="502304"/>
              </a:xfrm>
              <a:custGeom>
                <a:rect b="b" l="l" r="r" t="t"/>
                <a:pathLst>
                  <a:path extrusionOk="0" h="460327" w="65631">
                    <a:moveTo>
                      <a:pt x="42919" y="215685"/>
                    </a:moveTo>
                    <a:lnTo>
                      <a:pt x="22708" y="215685"/>
                    </a:lnTo>
                    <a:lnTo>
                      <a:pt x="0" y="185855"/>
                    </a:lnTo>
                    <a:lnTo>
                      <a:pt x="3" y="185856"/>
                    </a:lnTo>
                    <a:lnTo>
                      <a:pt x="3" y="32814"/>
                    </a:lnTo>
                    <a:cubicBezTo>
                      <a:pt x="3" y="14690"/>
                      <a:pt x="14694" y="0"/>
                      <a:pt x="32817" y="0"/>
                    </a:cubicBezTo>
                    <a:cubicBezTo>
                      <a:pt x="50940" y="0"/>
                      <a:pt x="65631" y="14690"/>
                      <a:pt x="65631" y="32814"/>
                    </a:cubicBezTo>
                    <a:lnTo>
                      <a:pt x="65631" y="185856"/>
                    </a:lnTo>
                    <a:lnTo>
                      <a:pt x="65626" y="185856"/>
                    </a:lnTo>
                    <a:close/>
                    <a:moveTo>
                      <a:pt x="57234" y="460327"/>
                    </a:moveTo>
                    <a:lnTo>
                      <a:pt x="11300" y="460327"/>
                    </a:lnTo>
                    <a:lnTo>
                      <a:pt x="11300" y="366559"/>
                    </a:lnTo>
                    <a:cubicBezTo>
                      <a:pt x="13577" y="349655"/>
                      <a:pt x="25635" y="358815"/>
                      <a:pt x="25452" y="346112"/>
                    </a:cubicBezTo>
                    <a:cubicBezTo>
                      <a:pt x="25288" y="302926"/>
                      <a:pt x="25124" y="259739"/>
                      <a:pt x="24960" y="216553"/>
                    </a:cubicBezTo>
                    <a:lnTo>
                      <a:pt x="42858" y="216553"/>
                    </a:lnTo>
                    <a:cubicBezTo>
                      <a:pt x="42694" y="259576"/>
                      <a:pt x="42530" y="302598"/>
                      <a:pt x="42366" y="345621"/>
                    </a:cubicBezTo>
                    <a:cubicBezTo>
                      <a:pt x="39843" y="359799"/>
                      <a:pt x="54756" y="347441"/>
                      <a:pt x="57234" y="36655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282" name="Google Shape;1282;p44"/>
              <p:cNvSpPr/>
              <p:nvPr/>
            </p:nvSpPr>
            <p:spPr>
              <a:xfrm>
                <a:off x="10146073" y="5282722"/>
                <a:ext cx="141778" cy="392828"/>
              </a:xfrm>
              <a:custGeom>
                <a:rect b="b" l="l" r="r" t="t"/>
                <a:pathLst>
                  <a:path extrusionOk="0" h="3871427" w="1397263">
                    <a:moveTo>
                      <a:pt x="698631" y="1778701"/>
                    </a:moveTo>
                    <a:cubicBezTo>
                      <a:pt x="609151" y="1778701"/>
                      <a:pt x="536613" y="1851239"/>
                      <a:pt x="536613" y="1940719"/>
                    </a:cubicBezTo>
                    <a:cubicBezTo>
                      <a:pt x="536613" y="2030199"/>
                      <a:pt x="609151" y="2102737"/>
                      <a:pt x="698631" y="2102737"/>
                    </a:cubicBezTo>
                    <a:cubicBezTo>
                      <a:pt x="788111" y="2102737"/>
                      <a:pt x="860649" y="2030199"/>
                      <a:pt x="860649" y="1940719"/>
                    </a:cubicBezTo>
                    <a:cubicBezTo>
                      <a:pt x="860649" y="1851239"/>
                      <a:pt x="788111" y="1778701"/>
                      <a:pt x="698631" y="1778701"/>
                    </a:cubicBezTo>
                    <a:close/>
                    <a:moveTo>
                      <a:pt x="999594" y="0"/>
                    </a:moveTo>
                    <a:lnTo>
                      <a:pt x="1321063" y="0"/>
                    </a:lnTo>
                    <a:lnTo>
                      <a:pt x="1390119" y="95250"/>
                    </a:lnTo>
                    <a:cubicBezTo>
                      <a:pt x="1392500" y="284956"/>
                      <a:pt x="1394882" y="474663"/>
                      <a:pt x="1397263" y="664369"/>
                    </a:cubicBezTo>
                    <a:lnTo>
                      <a:pt x="1256769" y="833438"/>
                    </a:lnTo>
                    <a:lnTo>
                      <a:pt x="921013" y="978694"/>
                    </a:lnTo>
                    <a:lnTo>
                      <a:pt x="913199" y="978651"/>
                    </a:lnTo>
                    <a:lnTo>
                      <a:pt x="913199" y="1700779"/>
                    </a:lnTo>
                    <a:cubicBezTo>
                      <a:pt x="979823" y="1759212"/>
                      <a:pt x="1021211" y="1845132"/>
                      <a:pt x="1021211" y="1940719"/>
                    </a:cubicBezTo>
                    <a:cubicBezTo>
                      <a:pt x="1021211" y="2036306"/>
                      <a:pt x="979823" y="2122226"/>
                      <a:pt x="913199" y="2180659"/>
                    </a:cubicBezTo>
                    <a:lnTo>
                      <a:pt x="913199" y="2896482"/>
                    </a:lnTo>
                    <a:lnTo>
                      <a:pt x="1238250" y="3021320"/>
                    </a:lnTo>
                    <a:lnTo>
                      <a:pt x="1390650" y="3199914"/>
                    </a:lnTo>
                    <a:lnTo>
                      <a:pt x="1393032" y="3764270"/>
                    </a:lnTo>
                    <a:lnTo>
                      <a:pt x="1316832" y="3869045"/>
                    </a:lnTo>
                    <a:lnTo>
                      <a:pt x="997744" y="3869045"/>
                    </a:lnTo>
                    <a:lnTo>
                      <a:pt x="995363" y="3276114"/>
                    </a:lnTo>
                    <a:lnTo>
                      <a:pt x="700088" y="3111808"/>
                    </a:lnTo>
                    <a:lnTo>
                      <a:pt x="409575" y="3288020"/>
                    </a:lnTo>
                    <a:lnTo>
                      <a:pt x="397669" y="3871427"/>
                    </a:lnTo>
                    <a:lnTo>
                      <a:pt x="76200" y="3871427"/>
                    </a:lnTo>
                    <a:lnTo>
                      <a:pt x="7144" y="3776177"/>
                    </a:lnTo>
                    <a:cubicBezTo>
                      <a:pt x="4763" y="3586471"/>
                      <a:pt x="2381" y="3396764"/>
                      <a:pt x="0" y="3207058"/>
                    </a:cubicBezTo>
                    <a:lnTo>
                      <a:pt x="140494" y="3037989"/>
                    </a:lnTo>
                    <a:lnTo>
                      <a:pt x="476250" y="2892733"/>
                    </a:lnTo>
                    <a:lnTo>
                      <a:pt x="481151" y="2892760"/>
                    </a:lnTo>
                    <a:lnTo>
                      <a:pt x="481151" y="2180659"/>
                    </a:lnTo>
                    <a:cubicBezTo>
                      <a:pt x="414527" y="2122226"/>
                      <a:pt x="373139" y="2036306"/>
                      <a:pt x="373139" y="1940719"/>
                    </a:cubicBezTo>
                    <a:cubicBezTo>
                      <a:pt x="373139" y="1845132"/>
                      <a:pt x="414527" y="1759212"/>
                      <a:pt x="481151" y="1700779"/>
                    </a:cubicBezTo>
                    <a:lnTo>
                      <a:pt x="481151" y="973827"/>
                    </a:lnTo>
                    <a:lnTo>
                      <a:pt x="159013" y="850107"/>
                    </a:lnTo>
                    <a:lnTo>
                      <a:pt x="6613" y="671513"/>
                    </a:lnTo>
                    <a:lnTo>
                      <a:pt x="4231" y="107157"/>
                    </a:lnTo>
                    <a:lnTo>
                      <a:pt x="80431" y="2382"/>
                    </a:lnTo>
                    <a:lnTo>
                      <a:pt x="399519" y="2382"/>
                    </a:lnTo>
                    <a:cubicBezTo>
                      <a:pt x="400313" y="198438"/>
                      <a:pt x="401106" y="396875"/>
                      <a:pt x="401900" y="595313"/>
                    </a:cubicBezTo>
                    <a:lnTo>
                      <a:pt x="697175" y="759619"/>
                    </a:lnTo>
                    <a:lnTo>
                      <a:pt x="987688" y="583407"/>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283" name="Google Shape;1283;p44"/>
              <p:cNvSpPr/>
              <p:nvPr/>
            </p:nvSpPr>
            <p:spPr>
              <a:xfrm rot="10800000">
                <a:off x="9233259" y="1922064"/>
                <a:ext cx="351266" cy="351266"/>
              </a:xfrm>
              <a:custGeom>
                <a:rect b="b" l="l" r="r" t="t"/>
                <a:pathLst>
                  <a:path extrusionOk="0" h="3915008" w="3982665">
                    <a:moveTo>
                      <a:pt x="0" y="2664000"/>
                    </a:moveTo>
                    <a:lnTo>
                      <a:pt x="1911318" y="72000"/>
                    </a:lnTo>
                    <a:lnTo>
                      <a:pt x="1142725" y="2655962"/>
                    </a:lnTo>
                    <a:close/>
                    <a:moveTo>
                      <a:pt x="3982665" y="2664000"/>
                    </a:moveTo>
                    <a:lnTo>
                      <a:pt x="2839940" y="2655962"/>
                    </a:lnTo>
                    <a:lnTo>
                      <a:pt x="2071347" y="72000"/>
                    </a:lnTo>
                    <a:close/>
                    <a:moveTo>
                      <a:pt x="2621333" y="2664000"/>
                    </a:moveTo>
                    <a:lnTo>
                      <a:pt x="1361333" y="2664000"/>
                    </a:lnTo>
                    <a:lnTo>
                      <a:pt x="1991333" y="0"/>
                    </a:lnTo>
                    <a:close/>
                    <a:moveTo>
                      <a:pt x="1806654" y="3915007"/>
                    </a:moveTo>
                    <a:lnTo>
                      <a:pt x="726654" y="3915007"/>
                    </a:lnTo>
                    <a:lnTo>
                      <a:pt x="1266654" y="2835007"/>
                    </a:lnTo>
                    <a:close/>
                    <a:moveTo>
                      <a:pt x="555902" y="3915008"/>
                    </a:moveTo>
                    <a:lnTo>
                      <a:pt x="15902" y="2835008"/>
                    </a:lnTo>
                    <a:lnTo>
                      <a:pt x="1095902" y="2835008"/>
                    </a:lnTo>
                    <a:close/>
                    <a:moveTo>
                      <a:pt x="1977406" y="3915008"/>
                    </a:moveTo>
                    <a:lnTo>
                      <a:pt x="1437406" y="2835008"/>
                    </a:lnTo>
                    <a:lnTo>
                      <a:pt x="2517406" y="2835008"/>
                    </a:lnTo>
                    <a:close/>
                    <a:moveTo>
                      <a:pt x="3228158" y="3915008"/>
                    </a:moveTo>
                    <a:lnTo>
                      <a:pt x="2148158" y="3915008"/>
                    </a:lnTo>
                    <a:lnTo>
                      <a:pt x="2688158" y="2835008"/>
                    </a:lnTo>
                    <a:close/>
                    <a:moveTo>
                      <a:pt x="3398910" y="3915008"/>
                    </a:moveTo>
                    <a:lnTo>
                      <a:pt x="2858910" y="2835008"/>
                    </a:lnTo>
                    <a:lnTo>
                      <a:pt x="3938910" y="2835008"/>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284" name="Google Shape;1284;p44"/>
              <p:cNvSpPr/>
              <p:nvPr/>
            </p:nvSpPr>
            <p:spPr>
              <a:xfrm>
                <a:off x="8136976" y="5049647"/>
                <a:ext cx="351266" cy="351266"/>
              </a:xfrm>
              <a:custGeom>
                <a:rect b="b" l="l" r="r" t="t"/>
                <a:pathLst>
                  <a:path extrusionOk="0" h="3954781" w="3928707">
                    <a:moveTo>
                      <a:pt x="2773336" y="2238726"/>
                    </a:moveTo>
                    <a:cubicBezTo>
                      <a:pt x="2746826" y="2238726"/>
                      <a:pt x="2725335" y="2260217"/>
                      <a:pt x="2725335" y="2286727"/>
                    </a:cubicBezTo>
                    <a:lnTo>
                      <a:pt x="2725335" y="2478725"/>
                    </a:lnTo>
                    <a:cubicBezTo>
                      <a:pt x="2725335" y="2505235"/>
                      <a:pt x="2746826" y="2526726"/>
                      <a:pt x="2773336" y="2526726"/>
                    </a:cubicBezTo>
                    <a:lnTo>
                      <a:pt x="2965334" y="2526726"/>
                    </a:lnTo>
                    <a:cubicBezTo>
                      <a:pt x="2991844" y="2526726"/>
                      <a:pt x="3013335" y="2505235"/>
                      <a:pt x="3013335" y="2478725"/>
                    </a:cubicBezTo>
                    <a:lnTo>
                      <a:pt x="3013335" y="2286727"/>
                    </a:lnTo>
                    <a:cubicBezTo>
                      <a:pt x="3013335" y="2260217"/>
                      <a:pt x="2991844" y="2238726"/>
                      <a:pt x="2965334" y="2238726"/>
                    </a:cubicBezTo>
                    <a:close/>
                    <a:moveTo>
                      <a:pt x="2313922" y="2238726"/>
                    </a:moveTo>
                    <a:cubicBezTo>
                      <a:pt x="2287412" y="2238726"/>
                      <a:pt x="2265921" y="2260217"/>
                      <a:pt x="2265921" y="2286727"/>
                    </a:cubicBezTo>
                    <a:lnTo>
                      <a:pt x="2265921" y="2478725"/>
                    </a:lnTo>
                    <a:cubicBezTo>
                      <a:pt x="2265921" y="2505235"/>
                      <a:pt x="2287412" y="2526726"/>
                      <a:pt x="2313922" y="2526726"/>
                    </a:cubicBezTo>
                    <a:lnTo>
                      <a:pt x="2505920" y="2526726"/>
                    </a:lnTo>
                    <a:cubicBezTo>
                      <a:pt x="2532430" y="2526726"/>
                      <a:pt x="2553921" y="2505235"/>
                      <a:pt x="2553921" y="2478725"/>
                    </a:cubicBezTo>
                    <a:lnTo>
                      <a:pt x="2553921" y="2286727"/>
                    </a:lnTo>
                    <a:cubicBezTo>
                      <a:pt x="2553921" y="2260217"/>
                      <a:pt x="2532430" y="2238726"/>
                      <a:pt x="2505920" y="2238726"/>
                    </a:cubicBezTo>
                    <a:close/>
                    <a:moveTo>
                      <a:pt x="1854508" y="2238726"/>
                    </a:moveTo>
                    <a:cubicBezTo>
                      <a:pt x="1827998" y="2238726"/>
                      <a:pt x="1806507" y="2260217"/>
                      <a:pt x="1806507" y="2286727"/>
                    </a:cubicBezTo>
                    <a:lnTo>
                      <a:pt x="1806507" y="2478725"/>
                    </a:lnTo>
                    <a:cubicBezTo>
                      <a:pt x="1806507" y="2505235"/>
                      <a:pt x="1827998" y="2526726"/>
                      <a:pt x="1854508" y="2526726"/>
                    </a:cubicBezTo>
                    <a:lnTo>
                      <a:pt x="2046506" y="2526726"/>
                    </a:lnTo>
                    <a:cubicBezTo>
                      <a:pt x="2073016" y="2526726"/>
                      <a:pt x="2094507" y="2505235"/>
                      <a:pt x="2094507" y="2478725"/>
                    </a:cubicBezTo>
                    <a:lnTo>
                      <a:pt x="2094507" y="2286727"/>
                    </a:lnTo>
                    <a:cubicBezTo>
                      <a:pt x="2094507" y="2260217"/>
                      <a:pt x="2073016" y="2238726"/>
                      <a:pt x="2046506" y="2238726"/>
                    </a:cubicBezTo>
                    <a:close/>
                    <a:moveTo>
                      <a:pt x="879732" y="2133675"/>
                    </a:moveTo>
                    <a:cubicBezTo>
                      <a:pt x="767330" y="2133675"/>
                      <a:pt x="676210" y="2224795"/>
                      <a:pt x="676210" y="2337197"/>
                    </a:cubicBezTo>
                    <a:cubicBezTo>
                      <a:pt x="676210" y="2449599"/>
                      <a:pt x="767330" y="2540719"/>
                      <a:pt x="879732" y="2540719"/>
                    </a:cubicBezTo>
                    <a:cubicBezTo>
                      <a:pt x="956121" y="2540719"/>
                      <a:pt x="1022681" y="2498634"/>
                      <a:pt x="1054808" y="2434886"/>
                    </a:cubicBezTo>
                    <a:lnTo>
                      <a:pt x="1469273" y="2434887"/>
                    </a:lnTo>
                    <a:cubicBezTo>
                      <a:pt x="1529381" y="2434887"/>
                      <a:pt x="1578108" y="2386160"/>
                      <a:pt x="1578108" y="2326052"/>
                    </a:cubicBezTo>
                    <a:cubicBezTo>
                      <a:pt x="1578108" y="2265944"/>
                      <a:pt x="1529381" y="2217217"/>
                      <a:pt x="1469273" y="2217217"/>
                    </a:cubicBezTo>
                    <a:lnTo>
                      <a:pt x="1039779" y="2217217"/>
                    </a:lnTo>
                    <a:cubicBezTo>
                      <a:pt x="1005455" y="2165662"/>
                      <a:pt x="946329" y="2133675"/>
                      <a:pt x="879732" y="2133675"/>
                    </a:cubicBezTo>
                    <a:close/>
                    <a:moveTo>
                      <a:pt x="2773336" y="1699178"/>
                    </a:moveTo>
                    <a:cubicBezTo>
                      <a:pt x="2746826" y="1699178"/>
                      <a:pt x="2725335" y="1720669"/>
                      <a:pt x="2725335" y="1747179"/>
                    </a:cubicBezTo>
                    <a:lnTo>
                      <a:pt x="2725335" y="1939177"/>
                    </a:lnTo>
                    <a:cubicBezTo>
                      <a:pt x="2725335" y="1965687"/>
                      <a:pt x="2746826" y="1987178"/>
                      <a:pt x="2773336" y="1987178"/>
                    </a:cubicBezTo>
                    <a:lnTo>
                      <a:pt x="2965334" y="1987178"/>
                    </a:lnTo>
                    <a:cubicBezTo>
                      <a:pt x="2991844" y="1987178"/>
                      <a:pt x="3013335" y="1965687"/>
                      <a:pt x="3013335" y="1939177"/>
                    </a:cubicBezTo>
                    <a:lnTo>
                      <a:pt x="3013335" y="1747179"/>
                    </a:lnTo>
                    <a:cubicBezTo>
                      <a:pt x="3013335" y="1720669"/>
                      <a:pt x="2991844" y="1699178"/>
                      <a:pt x="2965334" y="1699178"/>
                    </a:cubicBezTo>
                    <a:close/>
                    <a:moveTo>
                      <a:pt x="2313922" y="1699178"/>
                    </a:moveTo>
                    <a:cubicBezTo>
                      <a:pt x="2287412" y="1699178"/>
                      <a:pt x="2265921" y="1720669"/>
                      <a:pt x="2265921" y="1747179"/>
                    </a:cubicBezTo>
                    <a:lnTo>
                      <a:pt x="2265921" y="1939177"/>
                    </a:lnTo>
                    <a:cubicBezTo>
                      <a:pt x="2265921" y="1965687"/>
                      <a:pt x="2287412" y="1987178"/>
                      <a:pt x="2313922" y="1987178"/>
                    </a:cubicBezTo>
                    <a:lnTo>
                      <a:pt x="2505920" y="1987178"/>
                    </a:lnTo>
                    <a:cubicBezTo>
                      <a:pt x="2532430" y="1987178"/>
                      <a:pt x="2553921" y="1965687"/>
                      <a:pt x="2553921" y="1939177"/>
                    </a:cubicBezTo>
                    <a:lnTo>
                      <a:pt x="2553921" y="1747179"/>
                    </a:lnTo>
                    <a:cubicBezTo>
                      <a:pt x="2553921" y="1720669"/>
                      <a:pt x="2532430" y="1699178"/>
                      <a:pt x="2505920" y="1699178"/>
                    </a:cubicBezTo>
                    <a:close/>
                    <a:moveTo>
                      <a:pt x="1854508" y="1699178"/>
                    </a:moveTo>
                    <a:cubicBezTo>
                      <a:pt x="1827998" y="1699178"/>
                      <a:pt x="1806507" y="1720669"/>
                      <a:pt x="1806507" y="1747179"/>
                    </a:cubicBezTo>
                    <a:lnTo>
                      <a:pt x="1806507" y="1939177"/>
                    </a:lnTo>
                    <a:cubicBezTo>
                      <a:pt x="1806507" y="1965687"/>
                      <a:pt x="1827998" y="1987178"/>
                      <a:pt x="1854508" y="1987178"/>
                    </a:cubicBezTo>
                    <a:lnTo>
                      <a:pt x="2046506" y="1987178"/>
                    </a:lnTo>
                    <a:cubicBezTo>
                      <a:pt x="2073016" y="1987178"/>
                      <a:pt x="2094507" y="1965687"/>
                      <a:pt x="2094507" y="1939177"/>
                    </a:cubicBezTo>
                    <a:lnTo>
                      <a:pt x="2094507" y="1747179"/>
                    </a:lnTo>
                    <a:cubicBezTo>
                      <a:pt x="2094507" y="1720669"/>
                      <a:pt x="2073016" y="1699178"/>
                      <a:pt x="2046506" y="1699178"/>
                    </a:cubicBezTo>
                    <a:close/>
                    <a:moveTo>
                      <a:pt x="1035948" y="1186216"/>
                    </a:moveTo>
                    <a:cubicBezTo>
                      <a:pt x="1165960" y="1186216"/>
                      <a:pt x="1271356" y="1291612"/>
                      <a:pt x="1271356" y="1421624"/>
                    </a:cubicBezTo>
                    <a:cubicBezTo>
                      <a:pt x="1271356" y="1551636"/>
                      <a:pt x="1165960" y="1657032"/>
                      <a:pt x="1035948" y="1657032"/>
                    </a:cubicBezTo>
                    <a:cubicBezTo>
                      <a:pt x="905936" y="1657032"/>
                      <a:pt x="800540" y="1551636"/>
                      <a:pt x="800540" y="1421624"/>
                    </a:cubicBezTo>
                    <a:cubicBezTo>
                      <a:pt x="800540" y="1291612"/>
                      <a:pt x="905936" y="1186216"/>
                      <a:pt x="1035948" y="1186216"/>
                    </a:cubicBezTo>
                    <a:close/>
                    <a:moveTo>
                      <a:pt x="2773336" y="1159631"/>
                    </a:moveTo>
                    <a:cubicBezTo>
                      <a:pt x="2746826" y="1159631"/>
                      <a:pt x="2725335" y="1181122"/>
                      <a:pt x="2725335" y="1207632"/>
                    </a:cubicBezTo>
                    <a:lnTo>
                      <a:pt x="2725335" y="1399630"/>
                    </a:lnTo>
                    <a:cubicBezTo>
                      <a:pt x="2725335" y="1426140"/>
                      <a:pt x="2746826" y="1447631"/>
                      <a:pt x="2773336" y="1447631"/>
                    </a:cubicBezTo>
                    <a:lnTo>
                      <a:pt x="2965334" y="1447631"/>
                    </a:lnTo>
                    <a:cubicBezTo>
                      <a:pt x="2991844" y="1447631"/>
                      <a:pt x="3013335" y="1426140"/>
                      <a:pt x="3013335" y="1399630"/>
                    </a:cubicBezTo>
                    <a:lnTo>
                      <a:pt x="3013335" y="1207632"/>
                    </a:lnTo>
                    <a:cubicBezTo>
                      <a:pt x="3013335" y="1181122"/>
                      <a:pt x="2991844" y="1159631"/>
                      <a:pt x="2965334" y="1159631"/>
                    </a:cubicBezTo>
                    <a:close/>
                    <a:moveTo>
                      <a:pt x="2313922" y="1159631"/>
                    </a:moveTo>
                    <a:cubicBezTo>
                      <a:pt x="2287412" y="1159631"/>
                      <a:pt x="2265921" y="1181122"/>
                      <a:pt x="2265921" y="1207632"/>
                    </a:cubicBezTo>
                    <a:lnTo>
                      <a:pt x="2265921" y="1399630"/>
                    </a:lnTo>
                    <a:cubicBezTo>
                      <a:pt x="2265921" y="1426140"/>
                      <a:pt x="2287412" y="1447631"/>
                      <a:pt x="2313922" y="1447631"/>
                    </a:cubicBezTo>
                    <a:lnTo>
                      <a:pt x="2505920" y="1447631"/>
                    </a:lnTo>
                    <a:cubicBezTo>
                      <a:pt x="2532430" y="1447631"/>
                      <a:pt x="2553921" y="1426140"/>
                      <a:pt x="2553921" y="1399630"/>
                    </a:cubicBezTo>
                    <a:lnTo>
                      <a:pt x="2553921" y="1207632"/>
                    </a:lnTo>
                    <a:cubicBezTo>
                      <a:pt x="2553921" y="1181122"/>
                      <a:pt x="2532430" y="1159631"/>
                      <a:pt x="2505920" y="1159631"/>
                    </a:cubicBezTo>
                    <a:close/>
                    <a:moveTo>
                      <a:pt x="1854508" y="1159631"/>
                    </a:moveTo>
                    <a:cubicBezTo>
                      <a:pt x="1827998" y="1159631"/>
                      <a:pt x="1806507" y="1181122"/>
                      <a:pt x="1806507" y="1207632"/>
                    </a:cubicBezTo>
                    <a:lnTo>
                      <a:pt x="1806507" y="1399630"/>
                    </a:lnTo>
                    <a:cubicBezTo>
                      <a:pt x="1806507" y="1426140"/>
                      <a:pt x="1827998" y="1447631"/>
                      <a:pt x="1854508" y="1447631"/>
                    </a:cubicBezTo>
                    <a:lnTo>
                      <a:pt x="2046506" y="1447631"/>
                    </a:lnTo>
                    <a:cubicBezTo>
                      <a:pt x="2073016" y="1447631"/>
                      <a:pt x="2094507" y="1426140"/>
                      <a:pt x="2094507" y="1399630"/>
                    </a:cubicBezTo>
                    <a:lnTo>
                      <a:pt x="2094507" y="1207632"/>
                    </a:lnTo>
                    <a:cubicBezTo>
                      <a:pt x="2094507" y="1181122"/>
                      <a:pt x="2073016" y="1159631"/>
                      <a:pt x="2046506" y="1159631"/>
                    </a:cubicBezTo>
                    <a:close/>
                    <a:moveTo>
                      <a:pt x="1035947" y="1097587"/>
                    </a:moveTo>
                    <a:cubicBezTo>
                      <a:pt x="856987" y="1097587"/>
                      <a:pt x="711911" y="1242663"/>
                      <a:pt x="711911" y="1421623"/>
                    </a:cubicBezTo>
                    <a:cubicBezTo>
                      <a:pt x="711911" y="1600583"/>
                      <a:pt x="856987" y="1745659"/>
                      <a:pt x="1035947" y="1745659"/>
                    </a:cubicBezTo>
                    <a:cubicBezTo>
                      <a:pt x="1214907" y="1745659"/>
                      <a:pt x="1359983" y="1600583"/>
                      <a:pt x="1359983" y="1421623"/>
                    </a:cubicBezTo>
                    <a:cubicBezTo>
                      <a:pt x="1359983" y="1242663"/>
                      <a:pt x="1214907" y="1097587"/>
                      <a:pt x="1035947" y="1097587"/>
                    </a:cubicBezTo>
                    <a:close/>
                    <a:moveTo>
                      <a:pt x="593124" y="376367"/>
                    </a:moveTo>
                    <a:lnTo>
                      <a:pt x="3225543" y="376367"/>
                    </a:lnTo>
                    <a:cubicBezTo>
                      <a:pt x="3328637" y="376367"/>
                      <a:pt x="3412211" y="459941"/>
                      <a:pt x="3412211" y="563035"/>
                    </a:cubicBezTo>
                    <a:lnTo>
                      <a:pt x="3412211" y="3074837"/>
                    </a:lnTo>
                    <a:cubicBezTo>
                      <a:pt x="3412211" y="3177931"/>
                      <a:pt x="3328637" y="3261505"/>
                      <a:pt x="3225543" y="3261505"/>
                    </a:cubicBezTo>
                    <a:lnTo>
                      <a:pt x="593124" y="3261505"/>
                    </a:lnTo>
                    <a:cubicBezTo>
                      <a:pt x="490030" y="3261505"/>
                      <a:pt x="406456" y="3177931"/>
                      <a:pt x="406456" y="3074837"/>
                    </a:cubicBezTo>
                    <a:lnTo>
                      <a:pt x="406456" y="563035"/>
                    </a:lnTo>
                    <a:cubicBezTo>
                      <a:pt x="406456" y="459941"/>
                      <a:pt x="490030" y="376367"/>
                      <a:pt x="593124" y="376367"/>
                    </a:cubicBezTo>
                    <a:close/>
                    <a:moveTo>
                      <a:pt x="466365" y="263607"/>
                    </a:moveTo>
                    <a:cubicBezTo>
                      <a:pt x="353740" y="263607"/>
                      <a:pt x="262440" y="354907"/>
                      <a:pt x="262440" y="467532"/>
                    </a:cubicBezTo>
                    <a:lnTo>
                      <a:pt x="262440" y="3211530"/>
                    </a:lnTo>
                    <a:cubicBezTo>
                      <a:pt x="262440" y="3324155"/>
                      <a:pt x="353740" y="3415455"/>
                      <a:pt x="466365" y="3415455"/>
                    </a:cubicBezTo>
                    <a:lnTo>
                      <a:pt x="3352302" y="3415455"/>
                    </a:lnTo>
                    <a:cubicBezTo>
                      <a:pt x="3464927" y="3415455"/>
                      <a:pt x="3556227" y="3324155"/>
                      <a:pt x="3556227" y="3211530"/>
                    </a:cubicBezTo>
                    <a:lnTo>
                      <a:pt x="3556227" y="2945906"/>
                    </a:lnTo>
                    <a:lnTo>
                      <a:pt x="3604113" y="2945906"/>
                    </a:lnTo>
                    <a:cubicBezTo>
                      <a:pt x="3647262" y="2945906"/>
                      <a:pt x="3682241" y="2910927"/>
                      <a:pt x="3682241" y="2867778"/>
                    </a:cubicBezTo>
                    <a:lnTo>
                      <a:pt x="3682241" y="2555278"/>
                    </a:lnTo>
                    <a:cubicBezTo>
                      <a:pt x="3682241" y="2512129"/>
                      <a:pt x="3647262" y="2477150"/>
                      <a:pt x="3604113" y="2477150"/>
                    </a:cubicBezTo>
                    <a:lnTo>
                      <a:pt x="3556227" y="2477150"/>
                    </a:lnTo>
                    <a:lnTo>
                      <a:pt x="3556227" y="1181006"/>
                    </a:lnTo>
                    <a:lnTo>
                      <a:pt x="3604113" y="1181006"/>
                    </a:lnTo>
                    <a:cubicBezTo>
                      <a:pt x="3647262" y="1181006"/>
                      <a:pt x="3682241" y="1146027"/>
                      <a:pt x="3682241" y="1102878"/>
                    </a:cubicBezTo>
                    <a:lnTo>
                      <a:pt x="3682241" y="790378"/>
                    </a:lnTo>
                    <a:cubicBezTo>
                      <a:pt x="3682241" y="747229"/>
                      <a:pt x="3647262" y="712250"/>
                      <a:pt x="3604113" y="712250"/>
                    </a:cubicBezTo>
                    <a:lnTo>
                      <a:pt x="3556227" y="712250"/>
                    </a:lnTo>
                    <a:lnTo>
                      <a:pt x="3556227" y="467532"/>
                    </a:lnTo>
                    <a:cubicBezTo>
                      <a:pt x="3556227" y="354907"/>
                      <a:pt x="3464927" y="263607"/>
                      <a:pt x="3352302" y="263607"/>
                    </a:cubicBezTo>
                    <a:close/>
                    <a:moveTo>
                      <a:pt x="235370" y="0"/>
                    </a:moveTo>
                    <a:lnTo>
                      <a:pt x="3693337" y="0"/>
                    </a:lnTo>
                    <a:cubicBezTo>
                      <a:pt x="3823328" y="0"/>
                      <a:pt x="3928707" y="105379"/>
                      <a:pt x="3928707" y="235370"/>
                    </a:cubicBezTo>
                    <a:lnTo>
                      <a:pt x="3928707" y="3402502"/>
                    </a:lnTo>
                    <a:cubicBezTo>
                      <a:pt x="3928707" y="3485210"/>
                      <a:pt x="3886047" y="3557954"/>
                      <a:pt x="3821334" y="3599629"/>
                    </a:cubicBezTo>
                    <a:lnTo>
                      <a:pt x="3732546" y="3954781"/>
                    </a:lnTo>
                    <a:lnTo>
                      <a:pt x="2998166" y="3954781"/>
                    </a:lnTo>
                    <a:lnTo>
                      <a:pt x="2918939" y="3637872"/>
                    </a:lnTo>
                    <a:lnTo>
                      <a:pt x="1025164" y="3637872"/>
                    </a:lnTo>
                    <a:lnTo>
                      <a:pt x="945937" y="3954781"/>
                    </a:lnTo>
                    <a:lnTo>
                      <a:pt x="211557" y="3954781"/>
                    </a:lnTo>
                    <a:lnTo>
                      <a:pt x="125186" y="3609298"/>
                    </a:lnTo>
                    <a:cubicBezTo>
                      <a:pt x="50483" y="3570656"/>
                      <a:pt x="0" y="3492475"/>
                      <a:pt x="0" y="3402502"/>
                    </a:cubicBezTo>
                    <a:lnTo>
                      <a:pt x="0" y="235370"/>
                    </a:lnTo>
                    <a:cubicBezTo>
                      <a:pt x="0" y="105379"/>
                      <a:pt x="105379" y="0"/>
                      <a:pt x="23537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285" name="Google Shape;1285;p44"/>
              <p:cNvSpPr/>
              <p:nvPr/>
            </p:nvSpPr>
            <p:spPr>
              <a:xfrm>
                <a:off x="9626515" y="1969444"/>
                <a:ext cx="330976" cy="339180"/>
              </a:xfrm>
              <a:custGeom>
                <a:rect b="b" l="l" r="r" t="t"/>
                <a:pathLst>
                  <a:path extrusionOk="0" h="3984815" w="3888432">
                    <a:moveTo>
                      <a:pt x="3131805" y="2156163"/>
                    </a:moveTo>
                    <a:lnTo>
                      <a:pt x="3132791" y="2156712"/>
                    </a:lnTo>
                    <a:lnTo>
                      <a:pt x="3132791" y="3458037"/>
                    </a:lnTo>
                    <a:lnTo>
                      <a:pt x="2592791" y="3458037"/>
                    </a:lnTo>
                    <a:lnTo>
                      <a:pt x="2592791" y="2392416"/>
                    </a:lnTo>
                    <a:lnTo>
                      <a:pt x="3131805" y="2392416"/>
                    </a:lnTo>
                    <a:close/>
                    <a:moveTo>
                      <a:pt x="1894806" y="1447696"/>
                    </a:moveTo>
                    <a:lnTo>
                      <a:pt x="2434806" y="1447696"/>
                    </a:lnTo>
                    <a:lnTo>
                      <a:pt x="2434806" y="3067696"/>
                    </a:lnTo>
                    <a:lnTo>
                      <a:pt x="2425859" y="3067696"/>
                    </a:lnTo>
                    <a:lnTo>
                      <a:pt x="2425859" y="3458037"/>
                    </a:lnTo>
                    <a:lnTo>
                      <a:pt x="1885859" y="3458037"/>
                    </a:lnTo>
                    <a:lnTo>
                      <a:pt x="1885859" y="1462222"/>
                    </a:lnTo>
                    <a:lnTo>
                      <a:pt x="1894806" y="1467205"/>
                    </a:lnTo>
                    <a:close/>
                    <a:moveTo>
                      <a:pt x="1178927" y="1068489"/>
                    </a:moveTo>
                    <a:lnTo>
                      <a:pt x="1179306" y="1068700"/>
                    </a:lnTo>
                    <a:lnTo>
                      <a:pt x="1179306" y="1992407"/>
                    </a:lnTo>
                    <a:lnTo>
                      <a:pt x="1718927" y="1992407"/>
                    </a:lnTo>
                    <a:lnTo>
                      <a:pt x="1718927" y="3458037"/>
                    </a:lnTo>
                    <a:lnTo>
                      <a:pt x="1178927" y="3458037"/>
                    </a:lnTo>
                    <a:close/>
                    <a:moveTo>
                      <a:pt x="471995" y="674757"/>
                    </a:moveTo>
                    <a:lnTo>
                      <a:pt x="482407" y="680556"/>
                    </a:lnTo>
                    <a:lnTo>
                      <a:pt x="1022307" y="680556"/>
                    </a:lnTo>
                    <a:lnTo>
                      <a:pt x="1022307" y="2085638"/>
                    </a:lnTo>
                    <a:lnTo>
                      <a:pt x="1011995" y="2085638"/>
                    </a:lnTo>
                    <a:lnTo>
                      <a:pt x="1011995" y="3458037"/>
                    </a:lnTo>
                    <a:lnTo>
                      <a:pt x="471995" y="3458037"/>
                    </a:lnTo>
                    <a:close/>
                    <a:moveTo>
                      <a:pt x="3301860" y="259154"/>
                    </a:moveTo>
                    <a:lnTo>
                      <a:pt x="3841860" y="259154"/>
                    </a:lnTo>
                    <a:lnTo>
                      <a:pt x="3841860" y="2548347"/>
                    </a:lnTo>
                    <a:lnTo>
                      <a:pt x="3835956" y="2548347"/>
                    </a:lnTo>
                    <a:lnTo>
                      <a:pt x="3839723" y="2550445"/>
                    </a:lnTo>
                    <a:lnTo>
                      <a:pt x="3839723" y="3458037"/>
                    </a:lnTo>
                    <a:lnTo>
                      <a:pt x="3299723" y="3458037"/>
                    </a:lnTo>
                    <a:lnTo>
                      <a:pt x="3299723" y="2249687"/>
                    </a:lnTo>
                    <a:lnTo>
                      <a:pt x="3301860" y="2250877"/>
                    </a:lnTo>
                    <a:close/>
                    <a:moveTo>
                      <a:pt x="0" y="0"/>
                    </a:moveTo>
                    <a:lnTo>
                      <a:pt x="360000" y="0"/>
                    </a:lnTo>
                    <a:lnTo>
                      <a:pt x="360000" y="3624815"/>
                    </a:lnTo>
                    <a:lnTo>
                      <a:pt x="3888432" y="3624815"/>
                    </a:lnTo>
                    <a:lnTo>
                      <a:pt x="3888432" y="3984815"/>
                    </a:lnTo>
                    <a:lnTo>
                      <a:pt x="0" y="3984815"/>
                    </a:lnTo>
                    <a:lnTo>
                      <a:pt x="0" y="3888432"/>
                    </a:lnTo>
                    <a:lnTo>
                      <a:pt x="0" y="362481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286" name="Google Shape;1286;p44"/>
              <p:cNvSpPr/>
              <p:nvPr/>
            </p:nvSpPr>
            <p:spPr>
              <a:xfrm>
                <a:off x="10765361" y="4863776"/>
                <a:ext cx="330939" cy="234666"/>
              </a:xfrm>
              <a:custGeom>
                <a:rect b="b" l="l" r="r" t="t"/>
                <a:pathLst>
                  <a:path extrusionOk="0" h="2808000" w="3960000">
                    <a:moveTo>
                      <a:pt x="2137982" y="2165237"/>
                    </a:moveTo>
                    <a:lnTo>
                      <a:pt x="2111402" y="2204211"/>
                    </a:lnTo>
                    <a:lnTo>
                      <a:pt x="2137982" y="2204211"/>
                    </a:lnTo>
                    <a:close/>
                    <a:moveTo>
                      <a:pt x="2635730" y="2101964"/>
                    </a:moveTo>
                    <a:cubicBezTo>
                      <a:pt x="2615812" y="2101964"/>
                      <a:pt x="2599666" y="2142287"/>
                      <a:pt x="2599666" y="2192028"/>
                    </a:cubicBezTo>
                    <a:cubicBezTo>
                      <a:pt x="2599666" y="2241769"/>
                      <a:pt x="2615812" y="2282092"/>
                      <a:pt x="2635730" y="2282092"/>
                    </a:cubicBezTo>
                    <a:cubicBezTo>
                      <a:pt x="2655648" y="2282092"/>
                      <a:pt x="2671794" y="2241769"/>
                      <a:pt x="2671794" y="2192028"/>
                    </a:cubicBezTo>
                    <a:cubicBezTo>
                      <a:pt x="2671794" y="2142287"/>
                      <a:pt x="2655648" y="2101964"/>
                      <a:pt x="2635730" y="2101964"/>
                    </a:cubicBezTo>
                    <a:close/>
                    <a:moveTo>
                      <a:pt x="1280012" y="2101964"/>
                    </a:moveTo>
                    <a:cubicBezTo>
                      <a:pt x="1260094" y="2101964"/>
                      <a:pt x="1243948" y="2142287"/>
                      <a:pt x="1243948" y="2192028"/>
                    </a:cubicBezTo>
                    <a:cubicBezTo>
                      <a:pt x="1243948" y="2241769"/>
                      <a:pt x="1260094" y="2282092"/>
                      <a:pt x="1280012" y="2282092"/>
                    </a:cubicBezTo>
                    <a:cubicBezTo>
                      <a:pt x="1299930" y="2282092"/>
                      <a:pt x="1316076" y="2241769"/>
                      <a:pt x="1316076" y="2192028"/>
                    </a:cubicBezTo>
                    <a:cubicBezTo>
                      <a:pt x="1316076" y="2142287"/>
                      <a:pt x="1299930" y="2101964"/>
                      <a:pt x="1280012" y="2101964"/>
                    </a:cubicBezTo>
                    <a:close/>
                    <a:moveTo>
                      <a:pt x="2138296" y="2025749"/>
                    </a:moveTo>
                    <a:lnTo>
                      <a:pt x="2139137" y="2026323"/>
                    </a:lnTo>
                    <a:lnTo>
                      <a:pt x="2216315" y="2026323"/>
                    </a:lnTo>
                    <a:lnTo>
                      <a:pt x="2216315" y="2204211"/>
                    </a:lnTo>
                    <a:lnTo>
                      <a:pt x="2256063" y="2204211"/>
                    </a:lnTo>
                    <a:lnTo>
                      <a:pt x="2256063" y="2282544"/>
                    </a:lnTo>
                    <a:lnTo>
                      <a:pt x="2216315" y="2282544"/>
                    </a:lnTo>
                    <a:lnTo>
                      <a:pt x="2216315" y="2357732"/>
                    </a:lnTo>
                    <a:lnTo>
                      <a:pt x="2137982" y="2357732"/>
                    </a:lnTo>
                    <a:lnTo>
                      <a:pt x="2137982" y="2282544"/>
                    </a:lnTo>
                    <a:lnTo>
                      <a:pt x="2015039" y="2282544"/>
                    </a:lnTo>
                    <a:lnTo>
                      <a:pt x="2015039" y="2208059"/>
                    </a:lnTo>
                    <a:lnTo>
                      <a:pt x="2014304" y="2207558"/>
                    </a:lnTo>
                    <a:lnTo>
                      <a:pt x="2015039" y="2206481"/>
                    </a:lnTo>
                    <a:lnTo>
                      <a:pt x="2015039" y="2204211"/>
                    </a:lnTo>
                    <a:lnTo>
                      <a:pt x="2016587" y="2204211"/>
                    </a:lnTo>
                    <a:close/>
                    <a:moveTo>
                      <a:pt x="1855876" y="2017651"/>
                    </a:moveTo>
                    <a:cubicBezTo>
                      <a:pt x="1914135" y="2017257"/>
                      <a:pt x="1961791" y="2063958"/>
                      <a:pt x="1962577" y="2122214"/>
                    </a:cubicBezTo>
                    <a:cubicBezTo>
                      <a:pt x="1962954" y="2150145"/>
                      <a:pt x="1952489" y="2175712"/>
                      <a:pt x="1934995" y="2194820"/>
                    </a:cubicBezTo>
                    <a:cubicBezTo>
                      <a:pt x="1952694" y="2214184"/>
                      <a:pt x="1963194" y="2240138"/>
                      <a:pt x="1962560" y="2268406"/>
                    </a:cubicBezTo>
                    <a:cubicBezTo>
                      <a:pt x="1961260" y="2326468"/>
                      <a:pt x="1913477" y="2372672"/>
                      <a:pt x="1855404" y="2372021"/>
                    </a:cubicBezTo>
                    <a:cubicBezTo>
                      <a:pt x="1797331" y="2371371"/>
                      <a:pt x="1750595" y="2324109"/>
                      <a:pt x="1750595" y="2266032"/>
                    </a:cubicBezTo>
                    <a:lnTo>
                      <a:pt x="1826499" y="2266032"/>
                    </a:lnTo>
                    <a:cubicBezTo>
                      <a:pt x="1826499" y="2282520"/>
                      <a:pt x="1839767" y="2295938"/>
                      <a:pt x="1856254" y="2296122"/>
                    </a:cubicBezTo>
                    <a:cubicBezTo>
                      <a:pt x="1872741" y="2296307"/>
                      <a:pt x="1886306" y="2283190"/>
                      <a:pt x="1886676" y="2266706"/>
                    </a:cubicBezTo>
                    <a:cubicBezTo>
                      <a:pt x="1887039" y="2250493"/>
                      <a:pt x="1874503" y="2236962"/>
                      <a:pt x="1858407" y="2236065"/>
                    </a:cubicBezTo>
                    <a:lnTo>
                      <a:pt x="1814193" y="2236065"/>
                    </a:lnTo>
                    <a:lnTo>
                      <a:pt x="1814193" y="2152552"/>
                    </a:lnTo>
                    <a:lnTo>
                      <a:pt x="1857384" y="2152552"/>
                    </a:lnTo>
                    <a:cubicBezTo>
                      <a:pt x="1873190" y="2152141"/>
                      <a:pt x="1885741" y="2139089"/>
                      <a:pt x="1885527" y="2123254"/>
                    </a:cubicBezTo>
                    <a:cubicBezTo>
                      <a:pt x="1885313" y="2107349"/>
                      <a:pt x="1872302" y="2094598"/>
                      <a:pt x="1856396" y="2094706"/>
                    </a:cubicBezTo>
                    <a:cubicBezTo>
                      <a:pt x="1840490" y="2094813"/>
                      <a:pt x="1827652" y="2107738"/>
                      <a:pt x="1827652" y="2123644"/>
                    </a:cubicBezTo>
                    <a:lnTo>
                      <a:pt x="1750595" y="2123644"/>
                    </a:lnTo>
                    <a:cubicBezTo>
                      <a:pt x="1750595" y="2065383"/>
                      <a:pt x="1797616" y="2018044"/>
                      <a:pt x="1855876" y="2017651"/>
                    </a:cubicBezTo>
                    <a:close/>
                    <a:moveTo>
                      <a:pt x="2930344" y="2012028"/>
                    </a:moveTo>
                    <a:cubicBezTo>
                      <a:pt x="2996416" y="2014229"/>
                      <a:pt x="3045968" y="2074602"/>
                      <a:pt x="3038901" y="2136479"/>
                    </a:cubicBezTo>
                    <a:cubicBezTo>
                      <a:pt x="3029916" y="2202312"/>
                      <a:pt x="2982346" y="2231435"/>
                      <a:pt x="2939412" y="2275597"/>
                    </a:cubicBezTo>
                    <a:lnTo>
                      <a:pt x="3031192" y="2275597"/>
                    </a:lnTo>
                    <a:lnTo>
                      <a:pt x="3031192" y="2357732"/>
                    </a:lnTo>
                    <a:lnTo>
                      <a:pt x="2819358" y="2357732"/>
                    </a:lnTo>
                    <a:cubicBezTo>
                      <a:pt x="2819409" y="2335416"/>
                      <a:pt x="2820521" y="2314113"/>
                      <a:pt x="2820571" y="2291797"/>
                    </a:cubicBezTo>
                    <a:cubicBezTo>
                      <a:pt x="2870625" y="2240158"/>
                      <a:pt x="2905662" y="2213324"/>
                      <a:pt x="2965770" y="2143601"/>
                    </a:cubicBezTo>
                    <a:cubicBezTo>
                      <a:pt x="2980233" y="2116927"/>
                      <a:pt x="2957264" y="2092452"/>
                      <a:pt x="2931831" y="2093607"/>
                    </a:cubicBezTo>
                    <a:cubicBezTo>
                      <a:pt x="2910102" y="2094595"/>
                      <a:pt x="2891536" y="2110969"/>
                      <a:pt x="2889885" y="2139461"/>
                    </a:cubicBezTo>
                    <a:lnTo>
                      <a:pt x="2818945" y="2139461"/>
                    </a:lnTo>
                    <a:cubicBezTo>
                      <a:pt x="2821421" y="2064364"/>
                      <a:pt x="2869776" y="2012037"/>
                      <a:pt x="2930344" y="2012028"/>
                    </a:cubicBezTo>
                    <a:close/>
                    <a:moveTo>
                      <a:pt x="2635730" y="2012028"/>
                    </a:moveTo>
                    <a:cubicBezTo>
                      <a:pt x="2705318" y="2012028"/>
                      <a:pt x="2761730" y="2092617"/>
                      <a:pt x="2761730" y="2192028"/>
                    </a:cubicBezTo>
                    <a:cubicBezTo>
                      <a:pt x="2761730" y="2291439"/>
                      <a:pt x="2705318" y="2372028"/>
                      <a:pt x="2635730" y="2372028"/>
                    </a:cubicBezTo>
                    <a:cubicBezTo>
                      <a:pt x="2566142" y="2372028"/>
                      <a:pt x="2509730" y="2291439"/>
                      <a:pt x="2509730" y="2192028"/>
                    </a:cubicBezTo>
                    <a:cubicBezTo>
                      <a:pt x="2509730" y="2092617"/>
                      <a:pt x="2566142" y="2012028"/>
                      <a:pt x="2635730" y="2012028"/>
                    </a:cubicBezTo>
                    <a:close/>
                    <a:moveTo>
                      <a:pt x="2436237" y="2012028"/>
                    </a:moveTo>
                    <a:lnTo>
                      <a:pt x="2436206" y="2012510"/>
                    </a:lnTo>
                    <a:lnTo>
                      <a:pt x="2452515" y="2012510"/>
                    </a:lnTo>
                    <a:lnTo>
                      <a:pt x="2452515" y="2372028"/>
                    </a:lnTo>
                    <a:lnTo>
                      <a:pt x="2364870" y="2372028"/>
                    </a:lnTo>
                    <a:lnTo>
                      <a:pt x="2364870" y="2101874"/>
                    </a:lnTo>
                    <a:cubicBezTo>
                      <a:pt x="2347394" y="2108434"/>
                      <a:pt x="2328091" y="2111607"/>
                      <a:pt x="2308515" y="2111039"/>
                    </a:cubicBezTo>
                    <a:lnTo>
                      <a:pt x="2311564" y="2043892"/>
                    </a:lnTo>
                    <a:cubicBezTo>
                      <a:pt x="2321741" y="2044066"/>
                      <a:pt x="2331771" y="2042373"/>
                      <a:pt x="2340372" y="2039030"/>
                    </a:cubicBezTo>
                    <a:cubicBezTo>
                      <a:pt x="2355279" y="2033236"/>
                      <a:pt x="2364268" y="2023137"/>
                      <a:pt x="2364156" y="2012310"/>
                    </a:cubicBezTo>
                    <a:cubicBezTo>
                      <a:pt x="2388183" y="2012216"/>
                      <a:pt x="2412210" y="2012122"/>
                      <a:pt x="2436237" y="2012028"/>
                    </a:cubicBezTo>
                    <a:close/>
                    <a:moveTo>
                      <a:pt x="1574625" y="2012028"/>
                    </a:moveTo>
                    <a:cubicBezTo>
                      <a:pt x="1640698" y="2014229"/>
                      <a:pt x="1690250" y="2074602"/>
                      <a:pt x="1683183" y="2136479"/>
                    </a:cubicBezTo>
                    <a:cubicBezTo>
                      <a:pt x="1674198" y="2202312"/>
                      <a:pt x="1626628" y="2231435"/>
                      <a:pt x="1583694" y="2275597"/>
                    </a:cubicBezTo>
                    <a:lnTo>
                      <a:pt x="1675474" y="2275597"/>
                    </a:lnTo>
                    <a:lnTo>
                      <a:pt x="1675474" y="2357732"/>
                    </a:lnTo>
                    <a:lnTo>
                      <a:pt x="1463640" y="2357732"/>
                    </a:lnTo>
                    <a:cubicBezTo>
                      <a:pt x="1463691" y="2335416"/>
                      <a:pt x="1464802" y="2314113"/>
                      <a:pt x="1464853" y="2291797"/>
                    </a:cubicBezTo>
                    <a:cubicBezTo>
                      <a:pt x="1514907" y="2240158"/>
                      <a:pt x="1549943" y="2213324"/>
                      <a:pt x="1610052" y="2143601"/>
                    </a:cubicBezTo>
                    <a:cubicBezTo>
                      <a:pt x="1624515" y="2116927"/>
                      <a:pt x="1601546" y="2092452"/>
                      <a:pt x="1576112" y="2093607"/>
                    </a:cubicBezTo>
                    <a:cubicBezTo>
                      <a:pt x="1554383" y="2094595"/>
                      <a:pt x="1535817" y="2110969"/>
                      <a:pt x="1534167" y="2139461"/>
                    </a:cubicBezTo>
                    <a:lnTo>
                      <a:pt x="1463227" y="2139461"/>
                    </a:lnTo>
                    <a:cubicBezTo>
                      <a:pt x="1465703" y="2064364"/>
                      <a:pt x="1514058" y="2012037"/>
                      <a:pt x="1574625" y="2012028"/>
                    </a:cubicBezTo>
                    <a:close/>
                    <a:moveTo>
                      <a:pt x="1280012" y="2012028"/>
                    </a:moveTo>
                    <a:cubicBezTo>
                      <a:pt x="1349600" y="2012028"/>
                      <a:pt x="1406012" y="2092617"/>
                      <a:pt x="1406012" y="2192028"/>
                    </a:cubicBezTo>
                    <a:cubicBezTo>
                      <a:pt x="1406012" y="2291439"/>
                      <a:pt x="1349600" y="2372028"/>
                      <a:pt x="1280012" y="2372028"/>
                    </a:cubicBezTo>
                    <a:cubicBezTo>
                      <a:pt x="1210424" y="2372028"/>
                      <a:pt x="1154012" y="2291439"/>
                      <a:pt x="1154012" y="2192028"/>
                    </a:cubicBezTo>
                    <a:cubicBezTo>
                      <a:pt x="1154012" y="2092617"/>
                      <a:pt x="1210424" y="2012028"/>
                      <a:pt x="1280012" y="2012028"/>
                    </a:cubicBezTo>
                    <a:close/>
                    <a:moveTo>
                      <a:pt x="1080519" y="2012028"/>
                    </a:moveTo>
                    <a:lnTo>
                      <a:pt x="1080488" y="2012510"/>
                    </a:lnTo>
                    <a:lnTo>
                      <a:pt x="1096797" y="2012510"/>
                    </a:lnTo>
                    <a:lnTo>
                      <a:pt x="1096797" y="2372028"/>
                    </a:lnTo>
                    <a:lnTo>
                      <a:pt x="1009152" y="2372028"/>
                    </a:lnTo>
                    <a:lnTo>
                      <a:pt x="1009152" y="2101874"/>
                    </a:lnTo>
                    <a:cubicBezTo>
                      <a:pt x="991676" y="2108434"/>
                      <a:pt x="972373" y="2111607"/>
                      <a:pt x="952797" y="2111039"/>
                    </a:cubicBezTo>
                    <a:lnTo>
                      <a:pt x="955846" y="2043892"/>
                    </a:lnTo>
                    <a:cubicBezTo>
                      <a:pt x="966023" y="2044066"/>
                      <a:pt x="976053" y="2042373"/>
                      <a:pt x="984654" y="2039030"/>
                    </a:cubicBezTo>
                    <a:cubicBezTo>
                      <a:pt x="999561" y="2033236"/>
                      <a:pt x="1008550" y="2023137"/>
                      <a:pt x="1008438" y="2012310"/>
                    </a:cubicBezTo>
                    <a:cubicBezTo>
                      <a:pt x="1032465" y="2012216"/>
                      <a:pt x="1056492" y="2012122"/>
                      <a:pt x="1080519" y="2012028"/>
                    </a:cubicBezTo>
                    <a:close/>
                    <a:moveTo>
                      <a:pt x="3373743" y="362438"/>
                    </a:moveTo>
                    <a:lnTo>
                      <a:pt x="3553743" y="362438"/>
                    </a:lnTo>
                    <a:lnTo>
                      <a:pt x="3553743" y="2414438"/>
                    </a:lnTo>
                    <a:lnTo>
                      <a:pt x="3373743" y="2414438"/>
                    </a:lnTo>
                    <a:close/>
                    <a:moveTo>
                      <a:pt x="3129580" y="362438"/>
                    </a:moveTo>
                    <a:lnTo>
                      <a:pt x="3273580" y="362438"/>
                    </a:lnTo>
                    <a:lnTo>
                      <a:pt x="3273580" y="2414438"/>
                    </a:lnTo>
                    <a:lnTo>
                      <a:pt x="3129580" y="2414438"/>
                    </a:lnTo>
                    <a:close/>
                    <a:moveTo>
                      <a:pt x="2939411" y="362438"/>
                    </a:moveTo>
                    <a:lnTo>
                      <a:pt x="3029411" y="362438"/>
                    </a:lnTo>
                    <a:lnTo>
                      <a:pt x="3029411" y="1957238"/>
                    </a:lnTo>
                    <a:lnTo>
                      <a:pt x="2939411" y="1957238"/>
                    </a:lnTo>
                    <a:close/>
                    <a:moveTo>
                      <a:pt x="2731242" y="362438"/>
                    </a:moveTo>
                    <a:lnTo>
                      <a:pt x="2839242" y="362438"/>
                    </a:lnTo>
                    <a:lnTo>
                      <a:pt x="2839242" y="1957238"/>
                    </a:lnTo>
                    <a:lnTo>
                      <a:pt x="2731242" y="1957238"/>
                    </a:lnTo>
                    <a:close/>
                    <a:moveTo>
                      <a:pt x="2487073" y="362438"/>
                    </a:moveTo>
                    <a:lnTo>
                      <a:pt x="2631073" y="362438"/>
                    </a:lnTo>
                    <a:lnTo>
                      <a:pt x="2631073" y="1957238"/>
                    </a:lnTo>
                    <a:lnTo>
                      <a:pt x="2487073" y="1957238"/>
                    </a:lnTo>
                    <a:close/>
                    <a:moveTo>
                      <a:pt x="2296904" y="362438"/>
                    </a:moveTo>
                    <a:lnTo>
                      <a:pt x="2386904" y="362438"/>
                    </a:lnTo>
                    <a:lnTo>
                      <a:pt x="2386904" y="1957238"/>
                    </a:lnTo>
                    <a:lnTo>
                      <a:pt x="2296904" y="1957238"/>
                    </a:lnTo>
                    <a:close/>
                    <a:moveTo>
                      <a:pt x="2016735" y="362438"/>
                    </a:moveTo>
                    <a:lnTo>
                      <a:pt x="2196735" y="362438"/>
                    </a:lnTo>
                    <a:lnTo>
                      <a:pt x="2196735" y="1957238"/>
                    </a:lnTo>
                    <a:lnTo>
                      <a:pt x="2016735" y="1957238"/>
                    </a:lnTo>
                    <a:close/>
                    <a:moveTo>
                      <a:pt x="1826566" y="362438"/>
                    </a:moveTo>
                    <a:lnTo>
                      <a:pt x="1916566" y="362438"/>
                    </a:lnTo>
                    <a:lnTo>
                      <a:pt x="1916566" y="1957238"/>
                    </a:lnTo>
                    <a:lnTo>
                      <a:pt x="1826566" y="1957238"/>
                    </a:lnTo>
                    <a:close/>
                    <a:moveTo>
                      <a:pt x="1582397" y="362438"/>
                    </a:moveTo>
                    <a:lnTo>
                      <a:pt x="1726397" y="362438"/>
                    </a:lnTo>
                    <a:lnTo>
                      <a:pt x="1726397" y="1957238"/>
                    </a:lnTo>
                    <a:lnTo>
                      <a:pt x="1582397" y="1957238"/>
                    </a:lnTo>
                    <a:close/>
                    <a:moveTo>
                      <a:pt x="1302228" y="362438"/>
                    </a:moveTo>
                    <a:lnTo>
                      <a:pt x="1482228" y="362438"/>
                    </a:lnTo>
                    <a:lnTo>
                      <a:pt x="1482228" y="1957238"/>
                    </a:lnTo>
                    <a:lnTo>
                      <a:pt x="1302228" y="1957238"/>
                    </a:lnTo>
                    <a:close/>
                    <a:moveTo>
                      <a:pt x="1094059" y="362438"/>
                    </a:moveTo>
                    <a:lnTo>
                      <a:pt x="1202059" y="362438"/>
                    </a:lnTo>
                    <a:lnTo>
                      <a:pt x="1202059" y="1957238"/>
                    </a:lnTo>
                    <a:lnTo>
                      <a:pt x="1094059" y="1957238"/>
                    </a:lnTo>
                    <a:close/>
                    <a:moveTo>
                      <a:pt x="903890" y="362438"/>
                    </a:moveTo>
                    <a:lnTo>
                      <a:pt x="993890" y="362438"/>
                    </a:lnTo>
                    <a:lnTo>
                      <a:pt x="993890" y="1957238"/>
                    </a:lnTo>
                    <a:lnTo>
                      <a:pt x="903890" y="1957238"/>
                    </a:lnTo>
                    <a:close/>
                    <a:moveTo>
                      <a:pt x="623721" y="362438"/>
                    </a:moveTo>
                    <a:lnTo>
                      <a:pt x="803721" y="362438"/>
                    </a:lnTo>
                    <a:lnTo>
                      <a:pt x="803721" y="2414438"/>
                    </a:lnTo>
                    <a:lnTo>
                      <a:pt x="623721" y="2414438"/>
                    </a:lnTo>
                    <a:close/>
                    <a:moveTo>
                      <a:pt x="433552" y="362438"/>
                    </a:moveTo>
                    <a:lnTo>
                      <a:pt x="523552" y="362438"/>
                    </a:lnTo>
                    <a:lnTo>
                      <a:pt x="523552" y="2414438"/>
                    </a:lnTo>
                    <a:lnTo>
                      <a:pt x="433552" y="2414438"/>
                    </a:lnTo>
                    <a:close/>
                    <a:moveTo>
                      <a:pt x="303674" y="216000"/>
                    </a:moveTo>
                    <a:cubicBezTo>
                      <a:pt x="255253" y="216000"/>
                      <a:pt x="216000" y="255253"/>
                      <a:pt x="216000" y="303674"/>
                    </a:cubicBezTo>
                    <a:lnTo>
                      <a:pt x="216000" y="2504326"/>
                    </a:lnTo>
                    <a:cubicBezTo>
                      <a:pt x="216000" y="2552747"/>
                      <a:pt x="255253" y="2592000"/>
                      <a:pt x="303674" y="2592000"/>
                    </a:cubicBezTo>
                    <a:lnTo>
                      <a:pt x="3656326" y="2592000"/>
                    </a:lnTo>
                    <a:cubicBezTo>
                      <a:pt x="3704747" y="2592000"/>
                      <a:pt x="3744000" y="2552747"/>
                      <a:pt x="3744000" y="2504326"/>
                    </a:cubicBezTo>
                    <a:lnTo>
                      <a:pt x="3744000" y="303674"/>
                    </a:lnTo>
                    <a:cubicBezTo>
                      <a:pt x="3744000" y="255253"/>
                      <a:pt x="3704747" y="216000"/>
                      <a:pt x="3656326" y="216000"/>
                    </a:cubicBezTo>
                    <a:close/>
                    <a:moveTo>
                      <a:pt x="149021" y="0"/>
                    </a:moveTo>
                    <a:lnTo>
                      <a:pt x="3810979" y="0"/>
                    </a:lnTo>
                    <a:cubicBezTo>
                      <a:pt x="3893281" y="0"/>
                      <a:pt x="3960000" y="66719"/>
                      <a:pt x="3960000" y="149021"/>
                    </a:cubicBezTo>
                    <a:lnTo>
                      <a:pt x="3960000" y="2658979"/>
                    </a:lnTo>
                    <a:cubicBezTo>
                      <a:pt x="3960000" y="2741281"/>
                      <a:pt x="3893281" y="2808000"/>
                      <a:pt x="3810979" y="2808000"/>
                    </a:cubicBezTo>
                    <a:lnTo>
                      <a:pt x="149021" y="2808000"/>
                    </a:lnTo>
                    <a:cubicBezTo>
                      <a:pt x="66719" y="2808000"/>
                      <a:pt x="0" y="2741281"/>
                      <a:pt x="0" y="2658979"/>
                    </a:cubicBezTo>
                    <a:lnTo>
                      <a:pt x="0" y="149021"/>
                    </a:lnTo>
                    <a:cubicBezTo>
                      <a:pt x="0" y="66719"/>
                      <a:pt x="66719" y="0"/>
                      <a:pt x="14902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287" name="Google Shape;1287;p44"/>
              <p:cNvSpPr/>
              <p:nvPr/>
            </p:nvSpPr>
            <p:spPr>
              <a:xfrm>
                <a:off x="7818475" y="4673961"/>
                <a:ext cx="330939" cy="330692"/>
              </a:xfrm>
              <a:custGeom>
                <a:rect b="b" l="l" r="r" t="t"/>
                <a:pathLst>
                  <a:path extrusionOk="0" h="3968213" w="3971162">
                    <a:moveTo>
                      <a:pt x="808855" y="2815607"/>
                    </a:moveTo>
                    <a:lnTo>
                      <a:pt x="1168895" y="2815607"/>
                    </a:lnTo>
                    <a:lnTo>
                      <a:pt x="1168895" y="3175607"/>
                    </a:lnTo>
                    <a:lnTo>
                      <a:pt x="808855" y="3175607"/>
                    </a:lnTo>
                    <a:close/>
                    <a:moveTo>
                      <a:pt x="697665" y="2704397"/>
                    </a:moveTo>
                    <a:lnTo>
                      <a:pt x="697665" y="3286817"/>
                    </a:lnTo>
                    <a:lnTo>
                      <a:pt x="1280085" y="3286817"/>
                    </a:lnTo>
                    <a:lnTo>
                      <a:pt x="1280085" y="2704397"/>
                    </a:lnTo>
                    <a:close/>
                    <a:moveTo>
                      <a:pt x="537750" y="2544482"/>
                    </a:moveTo>
                    <a:lnTo>
                      <a:pt x="1440000" y="2544482"/>
                    </a:lnTo>
                    <a:lnTo>
                      <a:pt x="1440000" y="3446732"/>
                    </a:lnTo>
                    <a:lnTo>
                      <a:pt x="537750" y="3446732"/>
                    </a:lnTo>
                    <a:close/>
                    <a:moveTo>
                      <a:pt x="0" y="2528213"/>
                    </a:moveTo>
                    <a:lnTo>
                      <a:pt x="360000" y="2528213"/>
                    </a:lnTo>
                    <a:lnTo>
                      <a:pt x="360000" y="3608213"/>
                    </a:lnTo>
                    <a:lnTo>
                      <a:pt x="1440000" y="3608213"/>
                    </a:lnTo>
                    <a:lnTo>
                      <a:pt x="1440000" y="3968213"/>
                    </a:lnTo>
                    <a:lnTo>
                      <a:pt x="360000" y="3968213"/>
                    </a:lnTo>
                    <a:lnTo>
                      <a:pt x="0" y="3968213"/>
                    </a:lnTo>
                    <a:lnTo>
                      <a:pt x="0" y="3608213"/>
                    </a:lnTo>
                    <a:close/>
                    <a:moveTo>
                      <a:pt x="3605829" y="2524046"/>
                    </a:moveTo>
                    <a:lnTo>
                      <a:pt x="3965829" y="2524046"/>
                    </a:lnTo>
                    <a:lnTo>
                      <a:pt x="3965829" y="3604046"/>
                    </a:lnTo>
                    <a:lnTo>
                      <a:pt x="3965829" y="3964046"/>
                    </a:lnTo>
                    <a:lnTo>
                      <a:pt x="3605829" y="3964046"/>
                    </a:lnTo>
                    <a:lnTo>
                      <a:pt x="2525829" y="3964046"/>
                    </a:lnTo>
                    <a:lnTo>
                      <a:pt x="2525829" y="3604046"/>
                    </a:lnTo>
                    <a:lnTo>
                      <a:pt x="3605829" y="3604046"/>
                    </a:lnTo>
                    <a:close/>
                    <a:moveTo>
                      <a:pt x="1542677" y="2468095"/>
                    </a:moveTo>
                    <a:lnTo>
                      <a:pt x="1758701" y="2468095"/>
                    </a:lnTo>
                    <a:lnTo>
                      <a:pt x="1758701" y="2835684"/>
                    </a:lnTo>
                    <a:lnTo>
                      <a:pt x="1542677" y="2835684"/>
                    </a:lnTo>
                    <a:close/>
                    <a:moveTo>
                      <a:pt x="3174101" y="2437460"/>
                    </a:moveTo>
                    <a:lnTo>
                      <a:pt x="3390125" y="2437460"/>
                    </a:lnTo>
                    <a:lnTo>
                      <a:pt x="3390125" y="2663201"/>
                    </a:lnTo>
                    <a:lnTo>
                      <a:pt x="3174101" y="2663201"/>
                    </a:lnTo>
                    <a:close/>
                    <a:moveTo>
                      <a:pt x="2809842" y="2295613"/>
                    </a:moveTo>
                    <a:lnTo>
                      <a:pt x="3025866" y="2295613"/>
                    </a:lnTo>
                    <a:lnTo>
                      <a:pt x="3025866" y="2663202"/>
                    </a:lnTo>
                    <a:lnTo>
                      <a:pt x="3389097" y="2663202"/>
                    </a:lnTo>
                    <a:lnTo>
                      <a:pt x="3389097" y="2873898"/>
                    </a:lnTo>
                    <a:lnTo>
                      <a:pt x="3389097" y="2873898"/>
                    </a:lnTo>
                    <a:lnTo>
                      <a:pt x="3389097" y="3446732"/>
                    </a:lnTo>
                    <a:lnTo>
                      <a:pt x="3173073" y="3446732"/>
                    </a:lnTo>
                    <a:lnTo>
                      <a:pt x="3173073" y="2879226"/>
                    </a:lnTo>
                    <a:lnTo>
                      <a:pt x="3021508" y="2879226"/>
                    </a:lnTo>
                    <a:lnTo>
                      <a:pt x="3021508" y="2663202"/>
                    </a:lnTo>
                    <a:lnTo>
                      <a:pt x="2809842" y="2663202"/>
                    </a:lnTo>
                    <a:close/>
                    <a:moveTo>
                      <a:pt x="2093780" y="2089306"/>
                    </a:moveTo>
                    <a:lnTo>
                      <a:pt x="2309804" y="2089306"/>
                    </a:lnTo>
                    <a:lnTo>
                      <a:pt x="2309804" y="2315047"/>
                    </a:lnTo>
                    <a:lnTo>
                      <a:pt x="2093780" y="2315047"/>
                    </a:lnTo>
                    <a:close/>
                    <a:moveTo>
                      <a:pt x="2656492" y="1853849"/>
                    </a:moveTo>
                    <a:lnTo>
                      <a:pt x="2872516" y="1853849"/>
                    </a:lnTo>
                    <a:lnTo>
                      <a:pt x="2872516" y="2038657"/>
                    </a:lnTo>
                    <a:lnTo>
                      <a:pt x="2989835" y="2038657"/>
                    </a:lnTo>
                    <a:lnTo>
                      <a:pt x="2989835" y="1887092"/>
                    </a:lnTo>
                    <a:lnTo>
                      <a:pt x="3205859" y="1887092"/>
                    </a:lnTo>
                    <a:lnTo>
                      <a:pt x="3205859" y="2028940"/>
                    </a:lnTo>
                    <a:lnTo>
                      <a:pt x="3390125" y="2028940"/>
                    </a:lnTo>
                    <a:lnTo>
                      <a:pt x="3390125" y="2254681"/>
                    </a:lnTo>
                    <a:lnTo>
                      <a:pt x="3205859" y="2254681"/>
                    </a:lnTo>
                    <a:lnTo>
                      <a:pt x="3174101" y="2254681"/>
                    </a:lnTo>
                    <a:lnTo>
                      <a:pt x="3005149" y="2254681"/>
                    </a:lnTo>
                    <a:lnTo>
                      <a:pt x="2989835" y="2254681"/>
                    </a:lnTo>
                    <a:lnTo>
                      <a:pt x="2688721" y="2254681"/>
                    </a:lnTo>
                    <a:lnTo>
                      <a:pt x="2688721" y="2447179"/>
                    </a:lnTo>
                    <a:lnTo>
                      <a:pt x="2488606" y="2447179"/>
                    </a:lnTo>
                    <a:lnTo>
                      <a:pt x="2488606" y="2663841"/>
                    </a:lnTo>
                    <a:lnTo>
                      <a:pt x="2486018" y="2663841"/>
                    </a:lnTo>
                    <a:lnTo>
                      <a:pt x="2486018" y="2846997"/>
                    </a:lnTo>
                    <a:lnTo>
                      <a:pt x="2840287" y="2846997"/>
                    </a:lnTo>
                    <a:lnTo>
                      <a:pt x="2840287" y="3046907"/>
                    </a:lnTo>
                    <a:lnTo>
                      <a:pt x="3045880" y="3046907"/>
                    </a:lnTo>
                    <a:lnTo>
                      <a:pt x="3045880" y="3272648"/>
                    </a:lnTo>
                    <a:lnTo>
                      <a:pt x="2829856" y="3272648"/>
                    </a:lnTo>
                    <a:lnTo>
                      <a:pt x="2829856" y="3063021"/>
                    </a:lnTo>
                    <a:lnTo>
                      <a:pt x="2472698" y="3063021"/>
                    </a:lnTo>
                    <a:lnTo>
                      <a:pt x="2472698" y="2847499"/>
                    </a:lnTo>
                    <a:lnTo>
                      <a:pt x="2093780" y="2847499"/>
                    </a:lnTo>
                    <a:lnTo>
                      <a:pt x="2088510" y="2847499"/>
                    </a:lnTo>
                    <a:lnTo>
                      <a:pt x="1910267" y="2847499"/>
                    </a:lnTo>
                    <a:lnTo>
                      <a:pt x="1910267" y="3028023"/>
                    </a:lnTo>
                    <a:lnTo>
                      <a:pt x="2277575" y="3028023"/>
                    </a:lnTo>
                    <a:lnTo>
                      <a:pt x="2277575" y="3241488"/>
                    </a:lnTo>
                    <a:lnTo>
                      <a:pt x="2829855" y="3241488"/>
                    </a:lnTo>
                    <a:lnTo>
                      <a:pt x="2829855" y="3457512"/>
                    </a:lnTo>
                    <a:lnTo>
                      <a:pt x="2269993" y="3457512"/>
                    </a:lnTo>
                    <a:lnTo>
                      <a:pt x="2269993" y="3244047"/>
                    </a:lnTo>
                    <a:lnTo>
                      <a:pt x="2111604" y="3244047"/>
                    </a:lnTo>
                    <a:lnTo>
                      <a:pt x="2111604" y="3446733"/>
                    </a:lnTo>
                    <a:lnTo>
                      <a:pt x="1744015" y="3446733"/>
                    </a:lnTo>
                    <a:lnTo>
                      <a:pt x="1744015" y="3230709"/>
                    </a:lnTo>
                    <a:lnTo>
                      <a:pt x="1909986" y="3230709"/>
                    </a:lnTo>
                    <a:lnTo>
                      <a:pt x="1909986" y="3051709"/>
                    </a:lnTo>
                    <a:lnTo>
                      <a:pt x="1542678" y="3051709"/>
                    </a:lnTo>
                    <a:lnTo>
                      <a:pt x="1542678" y="2835685"/>
                    </a:lnTo>
                    <a:lnTo>
                      <a:pt x="1877756" y="2835685"/>
                    </a:lnTo>
                    <a:lnTo>
                      <a:pt x="1877756" y="2315047"/>
                    </a:lnTo>
                    <a:lnTo>
                      <a:pt x="2093780" y="2315047"/>
                    </a:lnTo>
                    <a:lnTo>
                      <a:pt x="2093780" y="2631475"/>
                    </a:lnTo>
                    <a:lnTo>
                      <a:pt x="2272582" y="2631475"/>
                    </a:lnTo>
                    <a:lnTo>
                      <a:pt x="2272582" y="2438100"/>
                    </a:lnTo>
                    <a:lnTo>
                      <a:pt x="2472697" y="2438100"/>
                    </a:lnTo>
                    <a:lnTo>
                      <a:pt x="2472697" y="2254681"/>
                    </a:lnTo>
                    <a:lnTo>
                      <a:pt x="2472697" y="2221438"/>
                    </a:lnTo>
                    <a:lnTo>
                      <a:pt x="2472697" y="2038657"/>
                    </a:lnTo>
                    <a:lnTo>
                      <a:pt x="2656492" y="2038657"/>
                    </a:lnTo>
                    <a:close/>
                    <a:moveTo>
                      <a:pt x="2989836" y="1667759"/>
                    </a:moveTo>
                    <a:lnTo>
                      <a:pt x="3357425" y="1667759"/>
                    </a:lnTo>
                    <a:lnTo>
                      <a:pt x="3357425" y="1883783"/>
                    </a:lnTo>
                    <a:lnTo>
                      <a:pt x="2989836" y="1883783"/>
                    </a:lnTo>
                    <a:close/>
                    <a:moveTo>
                      <a:pt x="2309586" y="1554888"/>
                    </a:moveTo>
                    <a:lnTo>
                      <a:pt x="2829824" y="1554888"/>
                    </a:lnTo>
                    <a:lnTo>
                      <a:pt x="2829824" y="1770912"/>
                    </a:lnTo>
                    <a:lnTo>
                      <a:pt x="2525643" y="1770912"/>
                    </a:lnTo>
                    <a:lnTo>
                      <a:pt x="2525643" y="1927296"/>
                    </a:lnTo>
                    <a:lnTo>
                      <a:pt x="2309619" y="1927296"/>
                    </a:lnTo>
                    <a:lnTo>
                      <a:pt x="2309619" y="1770912"/>
                    </a:lnTo>
                    <a:lnTo>
                      <a:pt x="2309586" y="1770912"/>
                    </a:lnTo>
                    <a:close/>
                    <a:moveTo>
                      <a:pt x="616397" y="1550030"/>
                    </a:moveTo>
                    <a:lnTo>
                      <a:pt x="808855" y="1550030"/>
                    </a:lnTo>
                    <a:lnTo>
                      <a:pt x="832421" y="1550030"/>
                    </a:lnTo>
                    <a:lnTo>
                      <a:pt x="1024879" y="1550030"/>
                    </a:lnTo>
                    <a:lnTo>
                      <a:pt x="1024879" y="1775771"/>
                    </a:lnTo>
                    <a:lnTo>
                      <a:pt x="832421" y="1775771"/>
                    </a:lnTo>
                    <a:lnTo>
                      <a:pt x="832421" y="2079590"/>
                    </a:lnTo>
                    <a:lnTo>
                      <a:pt x="1028931" y="2079590"/>
                    </a:lnTo>
                    <a:lnTo>
                      <a:pt x="1192537" y="2079590"/>
                    </a:lnTo>
                    <a:lnTo>
                      <a:pt x="1244955" y="2079590"/>
                    </a:lnTo>
                    <a:lnTo>
                      <a:pt x="1244955" y="2231155"/>
                    </a:lnTo>
                    <a:lnTo>
                      <a:pt x="1468668" y="2231155"/>
                    </a:lnTo>
                    <a:lnTo>
                      <a:pt x="1468668" y="2447179"/>
                    </a:lnTo>
                    <a:lnTo>
                      <a:pt x="1244955" y="2447179"/>
                    </a:lnTo>
                    <a:lnTo>
                      <a:pt x="1244955" y="2447179"/>
                    </a:lnTo>
                    <a:lnTo>
                      <a:pt x="1028931" y="2447179"/>
                    </a:lnTo>
                    <a:lnTo>
                      <a:pt x="1028931" y="2295614"/>
                    </a:lnTo>
                    <a:lnTo>
                      <a:pt x="619703" y="2295614"/>
                    </a:lnTo>
                    <a:lnTo>
                      <a:pt x="619703" y="2082482"/>
                    </a:lnTo>
                    <a:lnTo>
                      <a:pt x="616397" y="2082482"/>
                    </a:lnTo>
                    <a:close/>
                    <a:moveTo>
                      <a:pt x="1747452" y="1324289"/>
                    </a:moveTo>
                    <a:lnTo>
                      <a:pt x="1963476" y="1324289"/>
                    </a:lnTo>
                    <a:lnTo>
                      <a:pt x="1963476" y="1528779"/>
                    </a:lnTo>
                    <a:lnTo>
                      <a:pt x="2151955" y="1528779"/>
                    </a:lnTo>
                    <a:lnTo>
                      <a:pt x="2151955" y="1754520"/>
                    </a:lnTo>
                    <a:lnTo>
                      <a:pt x="1935931" y="1754520"/>
                    </a:lnTo>
                    <a:lnTo>
                      <a:pt x="1935931" y="1550030"/>
                    </a:lnTo>
                    <a:lnTo>
                      <a:pt x="1758702" y="1550030"/>
                    </a:lnTo>
                    <a:lnTo>
                      <a:pt x="1758702" y="1863566"/>
                    </a:lnTo>
                    <a:lnTo>
                      <a:pt x="2119726" y="1863566"/>
                    </a:lnTo>
                    <a:lnTo>
                      <a:pt x="2119726" y="2079590"/>
                    </a:lnTo>
                    <a:lnTo>
                      <a:pt x="1761543" y="2079590"/>
                    </a:lnTo>
                    <a:lnTo>
                      <a:pt x="1761543" y="2259540"/>
                    </a:lnTo>
                    <a:lnTo>
                      <a:pt x="1545519" y="2259540"/>
                    </a:lnTo>
                    <a:lnTo>
                      <a:pt x="1545519" y="2082482"/>
                    </a:lnTo>
                    <a:lnTo>
                      <a:pt x="1542678" y="2082482"/>
                    </a:lnTo>
                    <a:lnTo>
                      <a:pt x="1542678" y="2079589"/>
                    </a:lnTo>
                    <a:lnTo>
                      <a:pt x="1030691" y="2079589"/>
                    </a:lnTo>
                    <a:lnTo>
                      <a:pt x="1030691" y="1863565"/>
                    </a:lnTo>
                    <a:lnTo>
                      <a:pt x="1192537" y="1863565"/>
                    </a:lnTo>
                    <a:lnTo>
                      <a:pt x="1192537" y="1662900"/>
                    </a:lnTo>
                    <a:lnTo>
                      <a:pt x="1440000" y="1662900"/>
                    </a:lnTo>
                    <a:lnTo>
                      <a:pt x="1440000" y="1863565"/>
                    </a:lnTo>
                    <a:lnTo>
                      <a:pt x="1542678" y="1863565"/>
                    </a:lnTo>
                    <a:lnTo>
                      <a:pt x="1542678" y="1550030"/>
                    </a:lnTo>
                    <a:lnTo>
                      <a:pt x="1747452" y="1550030"/>
                    </a:lnTo>
                    <a:close/>
                    <a:moveTo>
                      <a:pt x="2802267" y="814725"/>
                    </a:moveTo>
                    <a:lnTo>
                      <a:pt x="3162307" y="814725"/>
                    </a:lnTo>
                    <a:lnTo>
                      <a:pt x="3162307" y="1174725"/>
                    </a:lnTo>
                    <a:lnTo>
                      <a:pt x="2802267" y="1174725"/>
                    </a:lnTo>
                    <a:close/>
                    <a:moveTo>
                      <a:pt x="884915" y="814725"/>
                    </a:moveTo>
                    <a:lnTo>
                      <a:pt x="1244955" y="814725"/>
                    </a:lnTo>
                    <a:lnTo>
                      <a:pt x="1244955" y="1174725"/>
                    </a:lnTo>
                    <a:lnTo>
                      <a:pt x="884915" y="1174725"/>
                    </a:lnTo>
                    <a:close/>
                    <a:moveTo>
                      <a:pt x="2691077" y="703515"/>
                    </a:moveTo>
                    <a:lnTo>
                      <a:pt x="2691077" y="1285935"/>
                    </a:lnTo>
                    <a:lnTo>
                      <a:pt x="3273497" y="1285935"/>
                    </a:lnTo>
                    <a:lnTo>
                      <a:pt x="3273497" y="703515"/>
                    </a:lnTo>
                    <a:close/>
                    <a:moveTo>
                      <a:pt x="773725" y="703515"/>
                    </a:moveTo>
                    <a:lnTo>
                      <a:pt x="773725" y="1285935"/>
                    </a:lnTo>
                    <a:lnTo>
                      <a:pt x="1356145" y="1285935"/>
                    </a:lnTo>
                    <a:lnTo>
                      <a:pt x="1356145" y="703515"/>
                    </a:lnTo>
                    <a:close/>
                    <a:moveTo>
                      <a:pt x="2531162" y="543600"/>
                    </a:moveTo>
                    <a:lnTo>
                      <a:pt x="3433412" y="543600"/>
                    </a:lnTo>
                    <a:lnTo>
                      <a:pt x="3433412" y="1445850"/>
                    </a:lnTo>
                    <a:lnTo>
                      <a:pt x="2531162" y="1445850"/>
                    </a:lnTo>
                    <a:close/>
                    <a:moveTo>
                      <a:pt x="613810" y="543600"/>
                    </a:moveTo>
                    <a:lnTo>
                      <a:pt x="1516060" y="543600"/>
                    </a:lnTo>
                    <a:lnTo>
                      <a:pt x="1516060" y="1445850"/>
                    </a:lnTo>
                    <a:lnTo>
                      <a:pt x="613810" y="1445850"/>
                    </a:lnTo>
                    <a:close/>
                    <a:moveTo>
                      <a:pt x="2088509" y="543244"/>
                    </a:moveTo>
                    <a:lnTo>
                      <a:pt x="2283187" y="543244"/>
                    </a:lnTo>
                    <a:lnTo>
                      <a:pt x="2283187" y="759268"/>
                    </a:lnTo>
                    <a:lnTo>
                      <a:pt x="2088509" y="759268"/>
                    </a:lnTo>
                    <a:close/>
                    <a:moveTo>
                      <a:pt x="1751276" y="543243"/>
                    </a:moveTo>
                    <a:lnTo>
                      <a:pt x="1967300" y="543243"/>
                    </a:lnTo>
                    <a:lnTo>
                      <a:pt x="1967300" y="986389"/>
                    </a:lnTo>
                    <a:lnTo>
                      <a:pt x="2119726" y="986389"/>
                    </a:lnTo>
                    <a:lnTo>
                      <a:pt x="2119726" y="986388"/>
                    </a:lnTo>
                    <a:lnTo>
                      <a:pt x="2335750" y="986388"/>
                    </a:lnTo>
                    <a:lnTo>
                      <a:pt x="2335750" y="1491348"/>
                    </a:lnTo>
                    <a:lnTo>
                      <a:pt x="2119726" y="1491348"/>
                    </a:lnTo>
                    <a:lnTo>
                      <a:pt x="2119726" y="1202413"/>
                    </a:lnTo>
                    <a:lnTo>
                      <a:pt x="1747396" y="1202413"/>
                    </a:lnTo>
                    <a:lnTo>
                      <a:pt x="1747396" y="986389"/>
                    </a:lnTo>
                    <a:lnTo>
                      <a:pt x="1751276" y="986389"/>
                    </a:lnTo>
                    <a:close/>
                    <a:moveTo>
                      <a:pt x="4409" y="5850"/>
                    </a:moveTo>
                    <a:lnTo>
                      <a:pt x="364409" y="5850"/>
                    </a:lnTo>
                    <a:lnTo>
                      <a:pt x="1444409" y="5850"/>
                    </a:lnTo>
                    <a:lnTo>
                      <a:pt x="1444409" y="365850"/>
                    </a:lnTo>
                    <a:lnTo>
                      <a:pt x="364409" y="365850"/>
                    </a:lnTo>
                    <a:lnTo>
                      <a:pt x="364409" y="1445850"/>
                    </a:lnTo>
                    <a:lnTo>
                      <a:pt x="4409" y="1445850"/>
                    </a:lnTo>
                    <a:lnTo>
                      <a:pt x="4409" y="365850"/>
                    </a:lnTo>
                    <a:close/>
                    <a:moveTo>
                      <a:pt x="2531162" y="0"/>
                    </a:moveTo>
                    <a:lnTo>
                      <a:pt x="3611162" y="0"/>
                    </a:lnTo>
                    <a:lnTo>
                      <a:pt x="3971162" y="0"/>
                    </a:lnTo>
                    <a:lnTo>
                      <a:pt x="3971162" y="360000"/>
                    </a:lnTo>
                    <a:lnTo>
                      <a:pt x="3971162" y="1440000"/>
                    </a:lnTo>
                    <a:lnTo>
                      <a:pt x="3611162" y="1440000"/>
                    </a:lnTo>
                    <a:lnTo>
                      <a:pt x="3611162" y="360000"/>
                    </a:lnTo>
                    <a:lnTo>
                      <a:pt x="2531162" y="36000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288" name="Google Shape;1288;p44"/>
              <p:cNvSpPr/>
              <p:nvPr/>
            </p:nvSpPr>
            <p:spPr>
              <a:xfrm>
                <a:off x="10999746" y="4139499"/>
                <a:ext cx="330940" cy="232884"/>
              </a:xfrm>
              <a:custGeom>
                <a:rect b="b" l="l" r="r" t="t"/>
                <a:pathLst>
                  <a:path extrusionOk="0" h="2736304" w="3888432">
                    <a:moveTo>
                      <a:pt x="1324542" y="1693069"/>
                    </a:moveTo>
                    <a:lnTo>
                      <a:pt x="1371242" y="1693069"/>
                    </a:lnTo>
                    <a:cubicBezTo>
                      <a:pt x="1385857" y="1693069"/>
                      <a:pt x="1397704" y="1704917"/>
                      <a:pt x="1397704" y="1719531"/>
                    </a:cubicBezTo>
                    <a:lnTo>
                      <a:pt x="1397704" y="1766231"/>
                    </a:lnTo>
                    <a:cubicBezTo>
                      <a:pt x="1397704" y="1780846"/>
                      <a:pt x="1385857" y="1792693"/>
                      <a:pt x="1371242" y="1792693"/>
                    </a:cubicBezTo>
                    <a:lnTo>
                      <a:pt x="1324542" y="1792693"/>
                    </a:lnTo>
                    <a:cubicBezTo>
                      <a:pt x="1309928" y="1792693"/>
                      <a:pt x="1298080" y="1780846"/>
                      <a:pt x="1298080" y="1766231"/>
                    </a:cubicBezTo>
                    <a:lnTo>
                      <a:pt x="1298080" y="1719531"/>
                    </a:lnTo>
                    <a:cubicBezTo>
                      <a:pt x="1298080" y="1704917"/>
                      <a:pt x="1309928" y="1693069"/>
                      <a:pt x="1324542" y="1693069"/>
                    </a:cubicBezTo>
                    <a:close/>
                    <a:moveTo>
                      <a:pt x="1174792" y="1693069"/>
                    </a:moveTo>
                    <a:lnTo>
                      <a:pt x="1221492" y="1693069"/>
                    </a:lnTo>
                    <a:cubicBezTo>
                      <a:pt x="1236107" y="1693069"/>
                      <a:pt x="1247954" y="1704917"/>
                      <a:pt x="1247954" y="1719531"/>
                    </a:cubicBezTo>
                    <a:lnTo>
                      <a:pt x="1247954" y="1766231"/>
                    </a:lnTo>
                    <a:cubicBezTo>
                      <a:pt x="1247954" y="1780846"/>
                      <a:pt x="1236107" y="1792693"/>
                      <a:pt x="1221492" y="1792693"/>
                    </a:cubicBezTo>
                    <a:lnTo>
                      <a:pt x="1174792" y="1792693"/>
                    </a:lnTo>
                    <a:cubicBezTo>
                      <a:pt x="1160178" y="1792693"/>
                      <a:pt x="1148330" y="1780846"/>
                      <a:pt x="1148330" y="1766231"/>
                    </a:cubicBezTo>
                    <a:lnTo>
                      <a:pt x="1148330" y="1719531"/>
                    </a:lnTo>
                    <a:cubicBezTo>
                      <a:pt x="1148330" y="1704917"/>
                      <a:pt x="1160178" y="1693069"/>
                      <a:pt x="1174792" y="1693069"/>
                    </a:cubicBezTo>
                    <a:close/>
                    <a:moveTo>
                      <a:pt x="1025670" y="1693069"/>
                    </a:moveTo>
                    <a:lnTo>
                      <a:pt x="1072369" y="1693069"/>
                    </a:lnTo>
                    <a:cubicBezTo>
                      <a:pt x="1086984" y="1693069"/>
                      <a:pt x="1098832" y="1704917"/>
                      <a:pt x="1098832" y="1719531"/>
                    </a:cubicBezTo>
                    <a:lnTo>
                      <a:pt x="1098832" y="1766231"/>
                    </a:lnTo>
                    <a:cubicBezTo>
                      <a:pt x="1098832" y="1780846"/>
                      <a:pt x="1086984" y="1792693"/>
                      <a:pt x="1072369" y="1792693"/>
                    </a:cubicBezTo>
                    <a:lnTo>
                      <a:pt x="1025670" y="1792693"/>
                    </a:lnTo>
                    <a:cubicBezTo>
                      <a:pt x="1011055" y="1792693"/>
                      <a:pt x="999207" y="1780846"/>
                      <a:pt x="999207" y="1766231"/>
                    </a:cubicBezTo>
                    <a:lnTo>
                      <a:pt x="999207" y="1719531"/>
                    </a:lnTo>
                    <a:cubicBezTo>
                      <a:pt x="999207" y="1704917"/>
                      <a:pt x="1011055" y="1693069"/>
                      <a:pt x="1025670" y="1693069"/>
                    </a:cubicBezTo>
                    <a:close/>
                    <a:moveTo>
                      <a:pt x="2538530" y="1609316"/>
                    </a:moveTo>
                    <a:lnTo>
                      <a:pt x="2133002" y="1939195"/>
                    </a:lnTo>
                    <a:lnTo>
                      <a:pt x="3272021" y="1939195"/>
                    </a:lnTo>
                    <a:lnTo>
                      <a:pt x="2866494" y="1609316"/>
                    </a:lnTo>
                    <a:close/>
                    <a:moveTo>
                      <a:pt x="1324542" y="1547147"/>
                    </a:moveTo>
                    <a:lnTo>
                      <a:pt x="1371242" y="1547147"/>
                    </a:lnTo>
                    <a:cubicBezTo>
                      <a:pt x="1385857" y="1547147"/>
                      <a:pt x="1397704" y="1558995"/>
                      <a:pt x="1397704" y="1573609"/>
                    </a:cubicBezTo>
                    <a:lnTo>
                      <a:pt x="1397704" y="1620309"/>
                    </a:lnTo>
                    <a:cubicBezTo>
                      <a:pt x="1397704" y="1634924"/>
                      <a:pt x="1385857" y="1646771"/>
                      <a:pt x="1371242" y="1646771"/>
                    </a:cubicBezTo>
                    <a:lnTo>
                      <a:pt x="1324542" y="1646771"/>
                    </a:lnTo>
                    <a:cubicBezTo>
                      <a:pt x="1309928" y="1646771"/>
                      <a:pt x="1298080" y="1634924"/>
                      <a:pt x="1298080" y="1620309"/>
                    </a:cubicBezTo>
                    <a:lnTo>
                      <a:pt x="1298080" y="1573609"/>
                    </a:lnTo>
                    <a:cubicBezTo>
                      <a:pt x="1298080" y="1558995"/>
                      <a:pt x="1309928" y="1547147"/>
                      <a:pt x="1324542" y="1547147"/>
                    </a:cubicBezTo>
                    <a:close/>
                    <a:moveTo>
                      <a:pt x="1174792" y="1547147"/>
                    </a:moveTo>
                    <a:lnTo>
                      <a:pt x="1221492" y="1547147"/>
                    </a:lnTo>
                    <a:cubicBezTo>
                      <a:pt x="1236107" y="1547147"/>
                      <a:pt x="1247954" y="1558995"/>
                      <a:pt x="1247954" y="1573609"/>
                    </a:cubicBezTo>
                    <a:lnTo>
                      <a:pt x="1247954" y="1620309"/>
                    </a:lnTo>
                    <a:cubicBezTo>
                      <a:pt x="1247954" y="1634924"/>
                      <a:pt x="1236107" y="1646771"/>
                      <a:pt x="1221492" y="1646771"/>
                    </a:cubicBezTo>
                    <a:lnTo>
                      <a:pt x="1174792" y="1646771"/>
                    </a:lnTo>
                    <a:cubicBezTo>
                      <a:pt x="1160178" y="1646771"/>
                      <a:pt x="1148330" y="1634924"/>
                      <a:pt x="1148330" y="1620309"/>
                    </a:cubicBezTo>
                    <a:lnTo>
                      <a:pt x="1148330" y="1573609"/>
                    </a:lnTo>
                    <a:cubicBezTo>
                      <a:pt x="1148330" y="1558995"/>
                      <a:pt x="1160178" y="1547147"/>
                      <a:pt x="1174792" y="1547147"/>
                    </a:cubicBezTo>
                    <a:close/>
                    <a:moveTo>
                      <a:pt x="1025670" y="1547147"/>
                    </a:moveTo>
                    <a:lnTo>
                      <a:pt x="1072369" y="1547147"/>
                    </a:lnTo>
                    <a:cubicBezTo>
                      <a:pt x="1086984" y="1547147"/>
                      <a:pt x="1098832" y="1558995"/>
                      <a:pt x="1098832" y="1573609"/>
                    </a:cubicBezTo>
                    <a:lnTo>
                      <a:pt x="1098832" y="1620309"/>
                    </a:lnTo>
                    <a:cubicBezTo>
                      <a:pt x="1098832" y="1634924"/>
                      <a:pt x="1086984" y="1646771"/>
                      <a:pt x="1072369" y="1646771"/>
                    </a:cubicBezTo>
                    <a:lnTo>
                      <a:pt x="1025670" y="1646771"/>
                    </a:lnTo>
                    <a:cubicBezTo>
                      <a:pt x="1011055" y="1646771"/>
                      <a:pt x="999207" y="1634924"/>
                      <a:pt x="999207" y="1620309"/>
                    </a:cubicBezTo>
                    <a:lnTo>
                      <a:pt x="999207" y="1573609"/>
                    </a:lnTo>
                    <a:cubicBezTo>
                      <a:pt x="999207" y="1558995"/>
                      <a:pt x="1011055" y="1547147"/>
                      <a:pt x="1025670" y="1547147"/>
                    </a:cubicBezTo>
                    <a:close/>
                    <a:moveTo>
                      <a:pt x="2504665" y="1505875"/>
                    </a:moveTo>
                    <a:cubicBezTo>
                      <a:pt x="2501347" y="1505875"/>
                      <a:pt x="2498657" y="1508565"/>
                      <a:pt x="2498657" y="1511883"/>
                    </a:cubicBezTo>
                    <a:lnTo>
                      <a:pt x="2498657" y="1535912"/>
                    </a:lnTo>
                    <a:cubicBezTo>
                      <a:pt x="2498657" y="1539230"/>
                      <a:pt x="2501347" y="1541920"/>
                      <a:pt x="2504665" y="1541920"/>
                    </a:cubicBezTo>
                    <a:lnTo>
                      <a:pt x="2893211" y="1541920"/>
                    </a:lnTo>
                    <a:cubicBezTo>
                      <a:pt x="2896529" y="1541920"/>
                      <a:pt x="2899219" y="1539230"/>
                      <a:pt x="2899219" y="1535912"/>
                    </a:cubicBezTo>
                    <a:lnTo>
                      <a:pt x="2899219" y="1511883"/>
                    </a:lnTo>
                    <a:cubicBezTo>
                      <a:pt x="2899219" y="1508565"/>
                      <a:pt x="2896529" y="1505875"/>
                      <a:pt x="2893211" y="1505875"/>
                    </a:cubicBezTo>
                    <a:close/>
                    <a:moveTo>
                      <a:pt x="2504665" y="1422733"/>
                    </a:moveTo>
                    <a:cubicBezTo>
                      <a:pt x="2501347" y="1422733"/>
                      <a:pt x="2498657" y="1425422"/>
                      <a:pt x="2498657" y="1428740"/>
                    </a:cubicBezTo>
                    <a:lnTo>
                      <a:pt x="2498657" y="1452770"/>
                    </a:lnTo>
                    <a:cubicBezTo>
                      <a:pt x="2498657" y="1456088"/>
                      <a:pt x="2501347" y="1458777"/>
                      <a:pt x="2504665" y="1458777"/>
                    </a:cubicBezTo>
                    <a:lnTo>
                      <a:pt x="2893211" y="1458777"/>
                    </a:lnTo>
                    <a:cubicBezTo>
                      <a:pt x="2896529" y="1458777"/>
                      <a:pt x="2899219" y="1456088"/>
                      <a:pt x="2899219" y="1452770"/>
                    </a:cubicBezTo>
                    <a:lnTo>
                      <a:pt x="2899219" y="1428740"/>
                    </a:lnTo>
                    <a:cubicBezTo>
                      <a:pt x="2899219" y="1425422"/>
                      <a:pt x="2896529" y="1422733"/>
                      <a:pt x="2893211" y="1422733"/>
                    </a:cubicBezTo>
                    <a:close/>
                    <a:moveTo>
                      <a:pt x="1324542" y="1401225"/>
                    </a:moveTo>
                    <a:lnTo>
                      <a:pt x="1371242" y="1401225"/>
                    </a:lnTo>
                    <a:cubicBezTo>
                      <a:pt x="1385857" y="1401225"/>
                      <a:pt x="1397704" y="1413073"/>
                      <a:pt x="1397704" y="1427687"/>
                    </a:cubicBezTo>
                    <a:lnTo>
                      <a:pt x="1397704" y="1474387"/>
                    </a:lnTo>
                    <a:cubicBezTo>
                      <a:pt x="1397704" y="1489001"/>
                      <a:pt x="1385857" y="1500849"/>
                      <a:pt x="1371242" y="1500849"/>
                    </a:cubicBezTo>
                    <a:lnTo>
                      <a:pt x="1324542" y="1500849"/>
                    </a:lnTo>
                    <a:cubicBezTo>
                      <a:pt x="1309928" y="1500849"/>
                      <a:pt x="1298080" y="1489001"/>
                      <a:pt x="1298080" y="1474387"/>
                    </a:cubicBezTo>
                    <a:lnTo>
                      <a:pt x="1298080" y="1427687"/>
                    </a:lnTo>
                    <a:cubicBezTo>
                      <a:pt x="1298080" y="1413073"/>
                      <a:pt x="1309928" y="1401225"/>
                      <a:pt x="1324542" y="1401225"/>
                    </a:cubicBezTo>
                    <a:close/>
                    <a:moveTo>
                      <a:pt x="1174792" y="1401225"/>
                    </a:moveTo>
                    <a:lnTo>
                      <a:pt x="1221492" y="1401225"/>
                    </a:lnTo>
                    <a:cubicBezTo>
                      <a:pt x="1236107" y="1401225"/>
                      <a:pt x="1247954" y="1413073"/>
                      <a:pt x="1247954" y="1427687"/>
                    </a:cubicBezTo>
                    <a:lnTo>
                      <a:pt x="1247954" y="1474387"/>
                    </a:lnTo>
                    <a:cubicBezTo>
                      <a:pt x="1247954" y="1489001"/>
                      <a:pt x="1236107" y="1500849"/>
                      <a:pt x="1221492" y="1500849"/>
                    </a:cubicBezTo>
                    <a:lnTo>
                      <a:pt x="1174792" y="1500849"/>
                    </a:lnTo>
                    <a:cubicBezTo>
                      <a:pt x="1160178" y="1500849"/>
                      <a:pt x="1148330" y="1489001"/>
                      <a:pt x="1148330" y="1474387"/>
                    </a:cubicBezTo>
                    <a:lnTo>
                      <a:pt x="1148330" y="1427687"/>
                    </a:lnTo>
                    <a:cubicBezTo>
                      <a:pt x="1148330" y="1413073"/>
                      <a:pt x="1160178" y="1401225"/>
                      <a:pt x="1174792" y="1401225"/>
                    </a:cubicBezTo>
                    <a:close/>
                    <a:moveTo>
                      <a:pt x="1025670" y="1401225"/>
                    </a:moveTo>
                    <a:lnTo>
                      <a:pt x="1072369" y="1401225"/>
                    </a:lnTo>
                    <a:cubicBezTo>
                      <a:pt x="1086984" y="1401225"/>
                      <a:pt x="1098832" y="1413073"/>
                      <a:pt x="1098832" y="1427687"/>
                    </a:cubicBezTo>
                    <a:lnTo>
                      <a:pt x="1098832" y="1474387"/>
                    </a:lnTo>
                    <a:cubicBezTo>
                      <a:pt x="1098832" y="1489001"/>
                      <a:pt x="1086984" y="1500849"/>
                      <a:pt x="1072369" y="1500849"/>
                    </a:cubicBezTo>
                    <a:lnTo>
                      <a:pt x="1025670" y="1500849"/>
                    </a:lnTo>
                    <a:cubicBezTo>
                      <a:pt x="1011055" y="1500849"/>
                      <a:pt x="999207" y="1489001"/>
                      <a:pt x="999207" y="1474387"/>
                    </a:cubicBezTo>
                    <a:lnTo>
                      <a:pt x="999207" y="1427687"/>
                    </a:lnTo>
                    <a:cubicBezTo>
                      <a:pt x="999207" y="1413073"/>
                      <a:pt x="1011055" y="1401225"/>
                      <a:pt x="1025670" y="1401225"/>
                    </a:cubicBezTo>
                    <a:close/>
                    <a:moveTo>
                      <a:pt x="2504665" y="1339590"/>
                    </a:moveTo>
                    <a:cubicBezTo>
                      <a:pt x="2501347" y="1339590"/>
                      <a:pt x="2498657" y="1342280"/>
                      <a:pt x="2498657" y="1345598"/>
                    </a:cubicBezTo>
                    <a:lnTo>
                      <a:pt x="2498657" y="1369628"/>
                    </a:lnTo>
                    <a:cubicBezTo>
                      <a:pt x="2498657" y="1372945"/>
                      <a:pt x="2501347" y="1375635"/>
                      <a:pt x="2504665" y="1375635"/>
                    </a:cubicBezTo>
                    <a:lnTo>
                      <a:pt x="2893211" y="1375635"/>
                    </a:lnTo>
                    <a:cubicBezTo>
                      <a:pt x="2896529" y="1375635"/>
                      <a:pt x="2899219" y="1372945"/>
                      <a:pt x="2899219" y="1369628"/>
                    </a:cubicBezTo>
                    <a:lnTo>
                      <a:pt x="2899219" y="1345598"/>
                    </a:lnTo>
                    <a:cubicBezTo>
                      <a:pt x="2899219" y="1342280"/>
                      <a:pt x="2896529" y="1339590"/>
                      <a:pt x="2893211" y="1339590"/>
                    </a:cubicBezTo>
                    <a:close/>
                    <a:moveTo>
                      <a:pt x="2088232" y="1285358"/>
                    </a:moveTo>
                    <a:lnTo>
                      <a:pt x="2088232" y="1938513"/>
                    </a:lnTo>
                    <a:lnTo>
                      <a:pt x="2504773" y="1611936"/>
                    </a:lnTo>
                    <a:close/>
                    <a:moveTo>
                      <a:pt x="3314199" y="1280118"/>
                    </a:moveTo>
                    <a:lnTo>
                      <a:pt x="2897658" y="1608841"/>
                    </a:lnTo>
                    <a:lnTo>
                      <a:pt x="3314199" y="1937564"/>
                    </a:lnTo>
                    <a:close/>
                    <a:moveTo>
                      <a:pt x="1527230" y="1221901"/>
                    </a:moveTo>
                    <a:cubicBezTo>
                      <a:pt x="1521727" y="1221901"/>
                      <a:pt x="1517267" y="1226362"/>
                      <a:pt x="1517267" y="1231864"/>
                    </a:cubicBezTo>
                    <a:lnTo>
                      <a:pt x="1517267" y="1271713"/>
                    </a:lnTo>
                    <a:cubicBezTo>
                      <a:pt x="1517267" y="1277215"/>
                      <a:pt x="1521727" y="1281676"/>
                      <a:pt x="1527230" y="1281676"/>
                    </a:cubicBezTo>
                    <a:lnTo>
                      <a:pt x="1732319" y="1281676"/>
                    </a:lnTo>
                    <a:cubicBezTo>
                      <a:pt x="1737821" y="1281676"/>
                      <a:pt x="1742281" y="1277215"/>
                      <a:pt x="1742281" y="1271713"/>
                    </a:cubicBezTo>
                    <a:lnTo>
                      <a:pt x="1742281" y="1231864"/>
                    </a:lnTo>
                    <a:cubicBezTo>
                      <a:pt x="1742281" y="1226362"/>
                      <a:pt x="1737821" y="1221901"/>
                      <a:pt x="1732319" y="1221901"/>
                    </a:cubicBezTo>
                    <a:close/>
                    <a:moveTo>
                      <a:pt x="666834" y="1221901"/>
                    </a:moveTo>
                    <a:cubicBezTo>
                      <a:pt x="661332" y="1221901"/>
                      <a:pt x="656871" y="1226362"/>
                      <a:pt x="656871" y="1231864"/>
                    </a:cubicBezTo>
                    <a:lnTo>
                      <a:pt x="656871" y="1271713"/>
                    </a:lnTo>
                    <a:cubicBezTo>
                      <a:pt x="656871" y="1277215"/>
                      <a:pt x="661332" y="1281676"/>
                      <a:pt x="666834" y="1281676"/>
                    </a:cubicBezTo>
                    <a:lnTo>
                      <a:pt x="871923" y="1281676"/>
                    </a:lnTo>
                    <a:cubicBezTo>
                      <a:pt x="877425" y="1281676"/>
                      <a:pt x="881885" y="1277215"/>
                      <a:pt x="881885" y="1271713"/>
                    </a:cubicBezTo>
                    <a:lnTo>
                      <a:pt x="881885" y="1231864"/>
                    </a:lnTo>
                    <a:cubicBezTo>
                      <a:pt x="881885" y="1226362"/>
                      <a:pt x="877425" y="1221901"/>
                      <a:pt x="871923" y="1221901"/>
                    </a:cubicBezTo>
                    <a:close/>
                    <a:moveTo>
                      <a:pt x="1052149" y="1111644"/>
                    </a:moveTo>
                    <a:cubicBezTo>
                      <a:pt x="1044919" y="1111644"/>
                      <a:pt x="1039057" y="1117506"/>
                      <a:pt x="1039057" y="1124736"/>
                    </a:cubicBezTo>
                    <a:lnTo>
                      <a:pt x="1039057" y="1168203"/>
                    </a:lnTo>
                    <a:lnTo>
                      <a:pt x="1009466" y="1168203"/>
                    </a:lnTo>
                    <a:cubicBezTo>
                      <a:pt x="969193" y="1174775"/>
                      <a:pt x="956437" y="1243393"/>
                      <a:pt x="940007" y="1277093"/>
                    </a:cubicBezTo>
                    <a:cubicBezTo>
                      <a:pt x="776268" y="1309492"/>
                      <a:pt x="775043" y="1328679"/>
                      <a:pt x="736793" y="1421744"/>
                    </a:cubicBezTo>
                    <a:lnTo>
                      <a:pt x="648072" y="1812480"/>
                    </a:lnTo>
                    <a:cubicBezTo>
                      <a:pt x="648072" y="1882463"/>
                      <a:pt x="704805" y="1939195"/>
                      <a:pt x="774788" y="1939195"/>
                    </a:cubicBezTo>
                    <a:lnTo>
                      <a:pt x="1183772" y="1939195"/>
                    </a:lnTo>
                    <a:lnTo>
                      <a:pt x="1198456" y="1939195"/>
                    </a:lnTo>
                    <a:lnTo>
                      <a:pt x="1607440" y="1939195"/>
                    </a:lnTo>
                    <a:cubicBezTo>
                      <a:pt x="1677423" y="1939195"/>
                      <a:pt x="1734156" y="1882463"/>
                      <a:pt x="1734156" y="1812480"/>
                    </a:cubicBezTo>
                    <a:lnTo>
                      <a:pt x="1645435" y="1421744"/>
                    </a:lnTo>
                    <a:cubicBezTo>
                      <a:pt x="1607185" y="1328679"/>
                      <a:pt x="1605960" y="1309492"/>
                      <a:pt x="1442221" y="1277093"/>
                    </a:cubicBezTo>
                    <a:cubicBezTo>
                      <a:pt x="1425791" y="1243393"/>
                      <a:pt x="1413035" y="1174775"/>
                      <a:pt x="1372762" y="1168203"/>
                    </a:cubicBezTo>
                    <a:lnTo>
                      <a:pt x="1357854" y="1168203"/>
                    </a:lnTo>
                    <a:lnTo>
                      <a:pt x="1357854" y="1124736"/>
                    </a:lnTo>
                    <a:cubicBezTo>
                      <a:pt x="1357854" y="1117506"/>
                      <a:pt x="1351993" y="1111644"/>
                      <a:pt x="1344762" y="1111644"/>
                    </a:cubicBezTo>
                    <a:lnTo>
                      <a:pt x="1268702" y="1111644"/>
                    </a:lnTo>
                    <a:cubicBezTo>
                      <a:pt x="1261471" y="1111644"/>
                      <a:pt x="1255610" y="1117506"/>
                      <a:pt x="1255610" y="1124736"/>
                    </a:cubicBezTo>
                    <a:lnTo>
                      <a:pt x="1255610" y="1168203"/>
                    </a:lnTo>
                    <a:lnTo>
                      <a:pt x="1198456" y="1168203"/>
                    </a:lnTo>
                    <a:lnTo>
                      <a:pt x="1183772" y="1168203"/>
                    </a:lnTo>
                    <a:lnTo>
                      <a:pt x="1141302" y="1168203"/>
                    </a:lnTo>
                    <a:lnTo>
                      <a:pt x="1141302" y="1124736"/>
                    </a:lnTo>
                    <a:cubicBezTo>
                      <a:pt x="1141302" y="1117506"/>
                      <a:pt x="1135440" y="1111644"/>
                      <a:pt x="1128210" y="1111644"/>
                    </a:cubicBezTo>
                    <a:close/>
                    <a:moveTo>
                      <a:pt x="2705133" y="840243"/>
                    </a:moveTo>
                    <a:lnTo>
                      <a:pt x="2088233" y="1255464"/>
                    </a:lnTo>
                    <a:lnTo>
                      <a:pt x="2299068" y="1414858"/>
                    </a:lnTo>
                    <a:lnTo>
                      <a:pt x="2299068" y="1228076"/>
                    </a:lnTo>
                    <a:lnTo>
                      <a:pt x="3108494" y="1228076"/>
                    </a:lnTo>
                    <a:lnTo>
                      <a:pt x="3108494" y="1416902"/>
                    </a:lnTo>
                    <a:lnTo>
                      <a:pt x="3322033" y="1255464"/>
                    </a:lnTo>
                    <a:lnTo>
                      <a:pt x="3322033" y="1255464"/>
                    </a:lnTo>
                    <a:close/>
                    <a:moveTo>
                      <a:pt x="1195706" y="835207"/>
                    </a:moveTo>
                    <a:lnTo>
                      <a:pt x="1195706" y="835221"/>
                    </a:lnTo>
                    <a:cubicBezTo>
                      <a:pt x="866618" y="834160"/>
                      <a:pt x="692194" y="969423"/>
                      <a:pt x="665970" y="1132153"/>
                    </a:cubicBezTo>
                    <a:cubicBezTo>
                      <a:pt x="665970" y="1145595"/>
                      <a:pt x="659622" y="1181725"/>
                      <a:pt x="663418" y="1194550"/>
                    </a:cubicBezTo>
                    <a:lnTo>
                      <a:pt x="878440" y="1194550"/>
                    </a:lnTo>
                    <a:cubicBezTo>
                      <a:pt x="887485" y="1007425"/>
                      <a:pt x="1085027" y="1006045"/>
                      <a:pt x="1195706" y="1007712"/>
                    </a:cubicBezTo>
                    <a:lnTo>
                      <a:pt x="1195706" y="1007714"/>
                    </a:lnTo>
                    <a:cubicBezTo>
                      <a:pt x="1195809" y="1007712"/>
                      <a:pt x="1195911" y="1007710"/>
                      <a:pt x="1196014" y="1007712"/>
                    </a:cubicBezTo>
                    <a:lnTo>
                      <a:pt x="1196322" y="1007714"/>
                    </a:lnTo>
                    <a:lnTo>
                      <a:pt x="1196322" y="1007712"/>
                    </a:lnTo>
                    <a:cubicBezTo>
                      <a:pt x="1307001" y="1006045"/>
                      <a:pt x="1504542" y="1007425"/>
                      <a:pt x="1513587" y="1194550"/>
                    </a:cubicBezTo>
                    <a:lnTo>
                      <a:pt x="1728609" y="1194550"/>
                    </a:lnTo>
                    <a:cubicBezTo>
                      <a:pt x="1732405" y="1181725"/>
                      <a:pt x="1726057" y="1145595"/>
                      <a:pt x="1726057" y="1132153"/>
                    </a:cubicBezTo>
                    <a:cubicBezTo>
                      <a:pt x="1699834" y="969423"/>
                      <a:pt x="1525410" y="834160"/>
                      <a:pt x="1196322" y="835221"/>
                    </a:cubicBezTo>
                    <a:lnTo>
                      <a:pt x="1196322" y="835207"/>
                    </a:lnTo>
                    <a:cubicBezTo>
                      <a:pt x="1196219" y="835207"/>
                      <a:pt x="1196117" y="835206"/>
                      <a:pt x="1196014" y="835214"/>
                    </a:cubicBezTo>
                    <a:close/>
                    <a:moveTo>
                      <a:pt x="713043" y="263029"/>
                    </a:moveTo>
                    <a:lnTo>
                      <a:pt x="3158596" y="263029"/>
                    </a:lnTo>
                    <a:cubicBezTo>
                      <a:pt x="3365555" y="263029"/>
                      <a:pt x="3533328" y="430802"/>
                      <a:pt x="3533328" y="637761"/>
                    </a:cubicBezTo>
                    <a:lnTo>
                      <a:pt x="3533328" y="2136642"/>
                    </a:lnTo>
                    <a:cubicBezTo>
                      <a:pt x="3533328" y="2343601"/>
                      <a:pt x="3365555" y="2511374"/>
                      <a:pt x="3158596" y="2511374"/>
                    </a:cubicBezTo>
                    <a:lnTo>
                      <a:pt x="713043" y="2511374"/>
                    </a:lnTo>
                    <a:cubicBezTo>
                      <a:pt x="506084" y="2511374"/>
                      <a:pt x="338311" y="2343601"/>
                      <a:pt x="338311" y="2136642"/>
                    </a:cubicBezTo>
                    <a:lnTo>
                      <a:pt x="338311" y="637761"/>
                    </a:lnTo>
                    <a:cubicBezTo>
                      <a:pt x="338311" y="430802"/>
                      <a:pt x="506084" y="263029"/>
                      <a:pt x="713043" y="263029"/>
                    </a:cubicBezTo>
                    <a:close/>
                    <a:moveTo>
                      <a:pt x="593824" y="142875"/>
                    </a:moveTo>
                    <a:cubicBezTo>
                      <a:pt x="365814" y="142875"/>
                      <a:pt x="180975" y="327714"/>
                      <a:pt x="180975" y="555724"/>
                    </a:cubicBezTo>
                    <a:lnTo>
                      <a:pt x="180975" y="2207068"/>
                    </a:lnTo>
                    <a:cubicBezTo>
                      <a:pt x="180975" y="2435078"/>
                      <a:pt x="365814" y="2619917"/>
                      <a:pt x="593824" y="2619917"/>
                    </a:cubicBezTo>
                    <a:lnTo>
                      <a:pt x="3288134" y="2619917"/>
                    </a:lnTo>
                    <a:cubicBezTo>
                      <a:pt x="3516144" y="2619917"/>
                      <a:pt x="3700983" y="2435078"/>
                      <a:pt x="3700983" y="2207068"/>
                    </a:cubicBezTo>
                    <a:lnTo>
                      <a:pt x="3700983" y="555724"/>
                    </a:lnTo>
                    <a:cubicBezTo>
                      <a:pt x="3700983" y="327714"/>
                      <a:pt x="3516144" y="142875"/>
                      <a:pt x="3288134" y="142875"/>
                    </a:cubicBezTo>
                    <a:close/>
                    <a:moveTo>
                      <a:pt x="456060" y="0"/>
                    </a:moveTo>
                    <a:lnTo>
                      <a:pt x="3432372" y="0"/>
                    </a:lnTo>
                    <a:cubicBezTo>
                      <a:pt x="3684247" y="0"/>
                      <a:pt x="3888432" y="204185"/>
                      <a:pt x="3888432" y="456060"/>
                    </a:cubicBezTo>
                    <a:lnTo>
                      <a:pt x="3888432" y="2280244"/>
                    </a:lnTo>
                    <a:cubicBezTo>
                      <a:pt x="3888432" y="2532119"/>
                      <a:pt x="3684247" y="2736304"/>
                      <a:pt x="3432372" y="2736304"/>
                    </a:cubicBezTo>
                    <a:lnTo>
                      <a:pt x="456060" y="2736304"/>
                    </a:lnTo>
                    <a:cubicBezTo>
                      <a:pt x="204185" y="2736304"/>
                      <a:pt x="0" y="2532119"/>
                      <a:pt x="0" y="2280244"/>
                    </a:cubicBezTo>
                    <a:lnTo>
                      <a:pt x="0" y="456060"/>
                    </a:lnTo>
                    <a:cubicBezTo>
                      <a:pt x="0" y="204185"/>
                      <a:pt x="204185" y="0"/>
                      <a:pt x="456060"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289" name="Google Shape;1289;p44"/>
              <p:cNvSpPr/>
              <p:nvPr/>
            </p:nvSpPr>
            <p:spPr>
              <a:xfrm>
                <a:off x="9698244" y="5398653"/>
                <a:ext cx="300703" cy="366439"/>
              </a:xfrm>
              <a:custGeom>
                <a:rect b="b" l="l" r="r" t="t"/>
                <a:pathLst>
                  <a:path extrusionOk="0" h="3949460" w="3240944">
                    <a:moveTo>
                      <a:pt x="2411668" y="919204"/>
                    </a:moveTo>
                    <a:cubicBezTo>
                      <a:pt x="2652037" y="921566"/>
                      <a:pt x="2997179" y="1088232"/>
                      <a:pt x="3147060" y="1333480"/>
                    </a:cubicBezTo>
                    <a:cubicBezTo>
                      <a:pt x="2837519" y="1559133"/>
                      <a:pt x="2713715" y="1818123"/>
                      <a:pt x="2716116" y="2148550"/>
                    </a:cubicBezTo>
                    <a:cubicBezTo>
                      <a:pt x="2724370" y="2506677"/>
                      <a:pt x="2937416" y="2788602"/>
                      <a:pt x="3240944" y="2908604"/>
                    </a:cubicBezTo>
                    <a:cubicBezTo>
                      <a:pt x="3111039" y="3296832"/>
                      <a:pt x="2835874" y="3920800"/>
                      <a:pt x="2360688" y="3949460"/>
                    </a:cubicBezTo>
                    <a:cubicBezTo>
                      <a:pt x="2104982" y="3948826"/>
                      <a:pt x="1887379" y="3871989"/>
                      <a:pt x="1655487" y="3790391"/>
                    </a:cubicBezTo>
                    <a:cubicBezTo>
                      <a:pt x="1465920" y="3881513"/>
                      <a:pt x="1178719" y="3984543"/>
                      <a:pt x="936764" y="3932790"/>
                    </a:cubicBezTo>
                    <a:cubicBezTo>
                      <a:pt x="634032" y="3867349"/>
                      <a:pt x="33306" y="3304229"/>
                      <a:pt x="0" y="2002921"/>
                    </a:cubicBezTo>
                    <a:cubicBezTo>
                      <a:pt x="5122" y="1625861"/>
                      <a:pt x="224231" y="988116"/>
                      <a:pt x="1004287" y="951010"/>
                    </a:cubicBezTo>
                    <a:cubicBezTo>
                      <a:pt x="1237754" y="955627"/>
                      <a:pt x="1430737" y="1013358"/>
                      <a:pt x="1654678" y="1150601"/>
                    </a:cubicBezTo>
                    <a:cubicBezTo>
                      <a:pt x="1907007" y="1025844"/>
                      <a:pt x="2042657" y="934423"/>
                      <a:pt x="2411668" y="919204"/>
                    </a:cubicBezTo>
                    <a:close/>
                    <a:moveTo>
                      <a:pt x="2423572" y="0"/>
                    </a:moveTo>
                    <a:cubicBezTo>
                      <a:pt x="2449670" y="236641"/>
                      <a:pt x="2449574" y="370890"/>
                      <a:pt x="2275646" y="605149"/>
                    </a:cubicBezTo>
                    <a:cubicBezTo>
                      <a:pt x="2098536" y="787863"/>
                      <a:pt x="1909519" y="903902"/>
                      <a:pt x="1627634" y="908022"/>
                    </a:cubicBezTo>
                    <a:cubicBezTo>
                      <a:pt x="1601565" y="662380"/>
                      <a:pt x="1689794" y="371496"/>
                      <a:pt x="1823269" y="256823"/>
                    </a:cubicBezTo>
                    <a:cubicBezTo>
                      <a:pt x="1945582" y="131527"/>
                      <a:pt x="2156003" y="39571"/>
                      <a:pt x="2423572" y="0"/>
                    </a:cubicBez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290" name="Google Shape;1290;p44"/>
              <p:cNvSpPr/>
              <p:nvPr/>
            </p:nvSpPr>
            <p:spPr>
              <a:xfrm>
                <a:off x="7800500" y="2582839"/>
                <a:ext cx="300170" cy="347427"/>
              </a:xfrm>
              <a:custGeom>
                <a:rect b="b" l="l" r="r" t="t"/>
                <a:pathLst>
                  <a:path extrusionOk="0" h="3842533" w="3319870">
                    <a:moveTo>
                      <a:pt x="579936" y="1296382"/>
                    </a:moveTo>
                    <a:lnTo>
                      <a:pt x="2739936" y="1296382"/>
                    </a:lnTo>
                    <a:lnTo>
                      <a:pt x="2739936" y="2796543"/>
                    </a:lnTo>
                    <a:cubicBezTo>
                      <a:pt x="2739936" y="2962250"/>
                      <a:pt x="2605604" y="3096582"/>
                      <a:pt x="2439897" y="3096582"/>
                    </a:cubicBezTo>
                    <a:lnTo>
                      <a:pt x="2272003" y="3096582"/>
                    </a:lnTo>
                    <a:lnTo>
                      <a:pt x="2272003" y="3590505"/>
                    </a:lnTo>
                    <a:cubicBezTo>
                      <a:pt x="2272003" y="3729696"/>
                      <a:pt x="2159166" y="3842533"/>
                      <a:pt x="2019975" y="3842533"/>
                    </a:cubicBezTo>
                    <a:cubicBezTo>
                      <a:pt x="1880784" y="3842533"/>
                      <a:pt x="1767947" y="3729696"/>
                      <a:pt x="1767947" y="3590505"/>
                    </a:cubicBezTo>
                    <a:lnTo>
                      <a:pt x="1767947" y="3096582"/>
                    </a:lnTo>
                    <a:lnTo>
                      <a:pt x="1492066" y="3096582"/>
                    </a:lnTo>
                    <a:lnTo>
                      <a:pt x="1492066" y="3590505"/>
                    </a:lnTo>
                    <a:cubicBezTo>
                      <a:pt x="1492066" y="3729696"/>
                      <a:pt x="1379229" y="3842533"/>
                      <a:pt x="1240038" y="3842533"/>
                    </a:cubicBezTo>
                    <a:cubicBezTo>
                      <a:pt x="1100847" y="3842533"/>
                      <a:pt x="988010" y="3729696"/>
                      <a:pt x="988010" y="3590505"/>
                    </a:cubicBezTo>
                    <a:lnTo>
                      <a:pt x="988010" y="3096582"/>
                    </a:lnTo>
                    <a:lnTo>
                      <a:pt x="879975" y="3096582"/>
                    </a:lnTo>
                    <a:cubicBezTo>
                      <a:pt x="714268" y="3096582"/>
                      <a:pt x="579936" y="2962250"/>
                      <a:pt x="579936" y="2796543"/>
                    </a:cubicBezTo>
                    <a:close/>
                    <a:moveTo>
                      <a:pt x="3067842" y="1281925"/>
                    </a:moveTo>
                    <a:cubicBezTo>
                      <a:pt x="3207033" y="1281925"/>
                      <a:pt x="3319870" y="1394762"/>
                      <a:pt x="3319870" y="1533953"/>
                    </a:cubicBezTo>
                    <a:lnTo>
                      <a:pt x="3319870" y="2505897"/>
                    </a:lnTo>
                    <a:cubicBezTo>
                      <a:pt x="3319870" y="2645088"/>
                      <a:pt x="3207033" y="2757925"/>
                      <a:pt x="3067842" y="2757925"/>
                    </a:cubicBezTo>
                    <a:cubicBezTo>
                      <a:pt x="2928651" y="2757925"/>
                      <a:pt x="2815814" y="2645088"/>
                      <a:pt x="2815814" y="2505897"/>
                    </a:cubicBezTo>
                    <a:lnTo>
                      <a:pt x="2815814" y="1533953"/>
                    </a:lnTo>
                    <a:cubicBezTo>
                      <a:pt x="2815814" y="1394762"/>
                      <a:pt x="2928651" y="1281925"/>
                      <a:pt x="3067842" y="1281925"/>
                    </a:cubicBezTo>
                    <a:close/>
                    <a:moveTo>
                      <a:pt x="252028" y="1281925"/>
                    </a:moveTo>
                    <a:cubicBezTo>
                      <a:pt x="391219" y="1281925"/>
                      <a:pt x="504056" y="1394762"/>
                      <a:pt x="504056" y="1533953"/>
                    </a:cubicBezTo>
                    <a:lnTo>
                      <a:pt x="504056" y="2505897"/>
                    </a:lnTo>
                    <a:cubicBezTo>
                      <a:pt x="504056" y="2645088"/>
                      <a:pt x="391219" y="2757925"/>
                      <a:pt x="252028" y="2757925"/>
                    </a:cubicBezTo>
                    <a:cubicBezTo>
                      <a:pt x="112837" y="2757925"/>
                      <a:pt x="0" y="2645088"/>
                      <a:pt x="0" y="2505897"/>
                    </a:cubicBezTo>
                    <a:lnTo>
                      <a:pt x="0" y="1533953"/>
                    </a:lnTo>
                    <a:cubicBezTo>
                      <a:pt x="0" y="1394762"/>
                      <a:pt x="112837" y="1281925"/>
                      <a:pt x="252028" y="1281925"/>
                    </a:cubicBezTo>
                    <a:close/>
                    <a:moveTo>
                      <a:pt x="2134062" y="558521"/>
                    </a:moveTo>
                    <a:cubicBezTo>
                      <a:pt x="2073373" y="558521"/>
                      <a:pt x="2024174" y="607720"/>
                      <a:pt x="2024174" y="668409"/>
                    </a:cubicBezTo>
                    <a:cubicBezTo>
                      <a:pt x="2024174" y="729098"/>
                      <a:pt x="2073373" y="778297"/>
                      <a:pt x="2134062" y="778297"/>
                    </a:cubicBezTo>
                    <a:cubicBezTo>
                      <a:pt x="2194751" y="778297"/>
                      <a:pt x="2243950" y="729098"/>
                      <a:pt x="2243950" y="668409"/>
                    </a:cubicBezTo>
                    <a:cubicBezTo>
                      <a:pt x="2243950" y="607720"/>
                      <a:pt x="2194751" y="558521"/>
                      <a:pt x="2134062" y="558521"/>
                    </a:cubicBezTo>
                    <a:close/>
                    <a:moveTo>
                      <a:pt x="1177409" y="558521"/>
                    </a:moveTo>
                    <a:cubicBezTo>
                      <a:pt x="1116720" y="558521"/>
                      <a:pt x="1067521" y="607720"/>
                      <a:pt x="1067521" y="668409"/>
                    </a:cubicBezTo>
                    <a:cubicBezTo>
                      <a:pt x="1067521" y="729098"/>
                      <a:pt x="1116720" y="778297"/>
                      <a:pt x="1177409" y="778297"/>
                    </a:cubicBezTo>
                    <a:cubicBezTo>
                      <a:pt x="1238098" y="778297"/>
                      <a:pt x="1287297" y="729098"/>
                      <a:pt x="1287297" y="668409"/>
                    </a:cubicBezTo>
                    <a:cubicBezTo>
                      <a:pt x="1287297" y="607720"/>
                      <a:pt x="1238098" y="558521"/>
                      <a:pt x="1177409" y="558521"/>
                    </a:cubicBezTo>
                    <a:close/>
                    <a:moveTo>
                      <a:pt x="1041854" y="0"/>
                    </a:moveTo>
                    <a:lnTo>
                      <a:pt x="1215617" y="300965"/>
                    </a:lnTo>
                    <a:cubicBezTo>
                      <a:pt x="1350827" y="238508"/>
                      <a:pt x="1501239" y="204386"/>
                      <a:pt x="1659158" y="204272"/>
                    </a:cubicBezTo>
                    <a:cubicBezTo>
                      <a:pt x="1823689" y="204153"/>
                      <a:pt x="1980124" y="240963"/>
                      <a:pt x="2119837" y="308065"/>
                    </a:cubicBezTo>
                    <a:lnTo>
                      <a:pt x="2297698" y="0"/>
                    </a:lnTo>
                    <a:lnTo>
                      <a:pt x="2391229" y="54000"/>
                    </a:lnTo>
                    <a:lnTo>
                      <a:pt x="2215205" y="358882"/>
                    </a:lnTo>
                    <a:cubicBezTo>
                      <a:pt x="2507692" y="533629"/>
                      <a:pt x="2710924" y="843756"/>
                      <a:pt x="2737127" y="1206450"/>
                    </a:cubicBezTo>
                    <a:cubicBezTo>
                      <a:pt x="2018962" y="1206967"/>
                      <a:pt x="1300797" y="1207483"/>
                      <a:pt x="582632" y="1208000"/>
                    </a:cubicBezTo>
                    <a:cubicBezTo>
                      <a:pt x="608780" y="838665"/>
                      <a:pt x="818541" y="523565"/>
                      <a:pt x="1119462" y="350420"/>
                    </a:cubicBezTo>
                    <a:lnTo>
                      <a:pt x="948323" y="5400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291" name="Google Shape;1291;p44"/>
              <p:cNvSpPr/>
              <p:nvPr/>
            </p:nvSpPr>
            <p:spPr>
              <a:xfrm>
                <a:off x="10645011" y="2518278"/>
                <a:ext cx="340001" cy="338281"/>
              </a:xfrm>
              <a:custGeom>
                <a:rect b="b" l="l" r="r" t="t"/>
                <a:pathLst>
                  <a:path extrusionOk="0" h="2941055" w="2956013">
                    <a:moveTo>
                      <a:pt x="2169165" y="2259549"/>
                    </a:moveTo>
                    <a:cubicBezTo>
                      <a:pt x="2305163" y="2320579"/>
                      <a:pt x="2430502" y="2400997"/>
                      <a:pt x="2542352" y="2496872"/>
                    </a:cubicBezTo>
                    <a:cubicBezTo>
                      <a:pt x="2303978" y="2744099"/>
                      <a:pt x="1979593" y="2907447"/>
                      <a:pt x="1617206" y="2939204"/>
                    </a:cubicBezTo>
                    <a:lnTo>
                      <a:pt x="1588575" y="2925411"/>
                    </a:lnTo>
                    <a:cubicBezTo>
                      <a:pt x="1835671" y="2758142"/>
                      <a:pt x="2037335" y="2529257"/>
                      <a:pt x="2169165" y="2259549"/>
                    </a:cubicBezTo>
                    <a:close/>
                    <a:moveTo>
                      <a:pt x="797309" y="2254509"/>
                    </a:moveTo>
                    <a:cubicBezTo>
                      <a:pt x="928512" y="2525684"/>
                      <a:pt x="1129977" y="2756161"/>
                      <a:pt x="1376879" y="2925229"/>
                    </a:cubicBezTo>
                    <a:cubicBezTo>
                      <a:pt x="1367940" y="2931748"/>
                      <a:pt x="1358086" y="2936536"/>
                      <a:pt x="1348086" y="2941055"/>
                    </a:cubicBezTo>
                    <a:cubicBezTo>
                      <a:pt x="981929" y="2910776"/>
                      <a:pt x="654006" y="2746454"/>
                      <a:pt x="413461" y="2497054"/>
                    </a:cubicBezTo>
                    <a:cubicBezTo>
                      <a:pt x="528278" y="2398621"/>
                      <a:pt x="657289" y="2316447"/>
                      <a:pt x="797309" y="2254509"/>
                    </a:cubicBezTo>
                    <a:close/>
                    <a:moveTo>
                      <a:pt x="1426305" y="2108791"/>
                    </a:moveTo>
                    <a:lnTo>
                      <a:pt x="1426305" y="2824067"/>
                    </a:lnTo>
                    <a:cubicBezTo>
                      <a:pt x="1203050" y="2668305"/>
                      <a:pt x="1020431" y="2458508"/>
                      <a:pt x="899682" y="2212532"/>
                    </a:cubicBezTo>
                    <a:cubicBezTo>
                      <a:pt x="1063835" y="2148883"/>
                      <a:pt x="1241204" y="2112683"/>
                      <a:pt x="1426305" y="2108791"/>
                    </a:cubicBezTo>
                    <a:close/>
                    <a:moveTo>
                      <a:pt x="1527809" y="2108695"/>
                    </a:moveTo>
                    <a:cubicBezTo>
                      <a:pt x="1717707" y="2112557"/>
                      <a:pt x="1899494" y="2150291"/>
                      <a:pt x="2067336" y="2216559"/>
                    </a:cubicBezTo>
                    <a:cubicBezTo>
                      <a:pt x="1943936" y="2466549"/>
                      <a:pt x="1756622" y="2679032"/>
                      <a:pt x="1527809" y="2835300"/>
                    </a:cubicBezTo>
                    <a:close/>
                    <a:moveTo>
                      <a:pt x="2354776" y="1530125"/>
                    </a:moveTo>
                    <a:lnTo>
                      <a:pt x="2955077" y="1530125"/>
                    </a:lnTo>
                    <a:cubicBezTo>
                      <a:pt x="2942393" y="1866074"/>
                      <a:pt x="2817414" y="2173186"/>
                      <a:pt x="2615767" y="2414127"/>
                    </a:cubicBezTo>
                    <a:cubicBezTo>
                      <a:pt x="2496453" y="2311434"/>
                      <a:pt x="2362630" y="2225327"/>
                      <a:pt x="2217376" y="2159975"/>
                    </a:cubicBezTo>
                    <a:cubicBezTo>
                      <a:pt x="2300477" y="1965771"/>
                      <a:pt x="2348521" y="1753185"/>
                      <a:pt x="2354776" y="1530125"/>
                    </a:cubicBezTo>
                    <a:close/>
                    <a:moveTo>
                      <a:pt x="1527809" y="1530125"/>
                    </a:moveTo>
                    <a:lnTo>
                      <a:pt x="2244039" y="1530125"/>
                    </a:lnTo>
                    <a:cubicBezTo>
                      <a:pt x="2237819" y="1737690"/>
                      <a:pt x="2192963" y="1935525"/>
                      <a:pt x="2115825" y="2116496"/>
                    </a:cubicBezTo>
                    <a:cubicBezTo>
                      <a:pt x="1933189" y="2043464"/>
                      <a:pt x="1735000" y="2001899"/>
                      <a:pt x="1527809" y="1997958"/>
                    </a:cubicBezTo>
                    <a:close/>
                    <a:moveTo>
                      <a:pt x="725097" y="1530125"/>
                    </a:moveTo>
                    <a:lnTo>
                      <a:pt x="1426305" y="1530125"/>
                    </a:lnTo>
                    <a:lnTo>
                      <a:pt x="1426305" y="1998054"/>
                    </a:lnTo>
                    <a:cubicBezTo>
                      <a:pt x="1224105" y="2002029"/>
                      <a:pt x="1030504" y="2041966"/>
                      <a:pt x="851699" y="2112283"/>
                    </a:cubicBezTo>
                    <a:cubicBezTo>
                      <a:pt x="775482" y="1932518"/>
                      <a:pt x="731260" y="1736112"/>
                      <a:pt x="725097" y="1530125"/>
                    </a:cubicBezTo>
                    <a:close/>
                    <a:moveTo>
                      <a:pt x="934" y="1530125"/>
                    </a:moveTo>
                    <a:lnTo>
                      <a:pt x="614360" y="1530125"/>
                    </a:lnTo>
                    <a:cubicBezTo>
                      <a:pt x="620543" y="1751166"/>
                      <a:pt x="667772" y="1961919"/>
                      <a:pt x="749235" y="2154869"/>
                    </a:cubicBezTo>
                    <a:cubicBezTo>
                      <a:pt x="599936" y="2221117"/>
                      <a:pt x="462426" y="2308980"/>
                      <a:pt x="340129" y="2414234"/>
                    </a:cubicBezTo>
                    <a:cubicBezTo>
                      <a:pt x="138582" y="2173144"/>
                      <a:pt x="13619" y="1866051"/>
                      <a:pt x="934" y="1530125"/>
                    </a:cubicBezTo>
                    <a:close/>
                    <a:moveTo>
                      <a:pt x="883886" y="768586"/>
                    </a:moveTo>
                    <a:cubicBezTo>
                      <a:pt x="1053566" y="831753"/>
                      <a:pt x="1236128" y="867407"/>
                      <a:pt x="1426305" y="871035"/>
                    </a:cubicBezTo>
                    <a:lnTo>
                      <a:pt x="1426305" y="1428622"/>
                    </a:lnTo>
                    <a:lnTo>
                      <a:pt x="724559" y="1428622"/>
                    </a:lnTo>
                    <a:cubicBezTo>
                      <a:pt x="730221" y="1192426"/>
                      <a:pt x="785872" y="968634"/>
                      <a:pt x="883886" y="768586"/>
                    </a:cubicBezTo>
                    <a:close/>
                    <a:moveTo>
                      <a:pt x="2083288" y="764501"/>
                    </a:moveTo>
                    <a:cubicBezTo>
                      <a:pt x="2182501" y="965616"/>
                      <a:pt x="2238869" y="1190833"/>
                      <a:pt x="2244577" y="1428622"/>
                    </a:cubicBezTo>
                    <a:lnTo>
                      <a:pt x="1527809" y="1428622"/>
                    </a:lnTo>
                    <a:lnTo>
                      <a:pt x="1527809" y="871130"/>
                    </a:lnTo>
                    <a:cubicBezTo>
                      <a:pt x="1722835" y="867528"/>
                      <a:pt x="1909881" y="830382"/>
                      <a:pt x="2083288" y="764501"/>
                    </a:cubicBezTo>
                    <a:close/>
                    <a:moveTo>
                      <a:pt x="375750" y="484510"/>
                    </a:moveTo>
                    <a:cubicBezTo>
                      <a:pt x="497688" y="583858"/>
                      <a:pt x="633678" y="666438"/>
                      <a:pt x="780212" y="729142"/>
                    </a:cubicBezTo>
                    <a:cubicBezTo>
                      <a:pt x="677519" y="941475"/>
                      <a:pt x="619429" y="1178562"/>
                      <a:pt x="613822" y="1428622"/>
                    </a:cubicBezTo>
                    <a:lnTo>
                      <a:pt x="0" y="1428622"/>
                    </a:lnTo>
                    <a:cubicBezTo>
                      <a:pt x="9263" y="1065848"/>
                      <a:pt x="149371" y="735691"/>
                      <a:pt x="375750" y="484510"/>
                    </a:cubicBezTo>
                    <a:close/>
                    <a:moveTo>
                      <a:pt x="2580304" y="484479"/>
                    </a:moveTo>
                    <a:cubicBezTo>
                      <a:pt x="2806628" y="735651"/>
                      <a:pt x="2946750" y="1065827"/>
                      <a:pt x="2956013" y="1428622"/>
                    </a:cubicBezTo>
                    <a:lnTo>
                      <a:pt x="2355314" y="1428622"/>
                    </a:lnTo>
                    <a:cubicBezTo>
                      <a:pt x="2349636" y="1176504"/>
                      <a:pt x="2290630" y="937573"/>
                      <a:pt x="2186241" y="724113"/>
                    </a:cubicBezTo>
                    <a:cubicBezTo>
                      <a:pt x="2328935" y="662418"/>
                      <a:pt x="2461323" y="581449"/>
                      <a:pt x="2580304" y="484479"/>
                    </a:cubicBezTo>
                    <a:close/>
                    <a:moveTo>
                      <a:pt x="1426305" y="124032"/>
                    </a:moveTo>
                    <a:lnTo>
                      <a:pt x="1426305" y="760298"/>
                    </a:lnTo>
                    <a:cubicBezTo>
                      <a:pt x="1253727" y="756791"/>
                      <a:pt x="1087879" y="724966"/>
                      <a:pt x="933247" y="668842"/>
                    </a:cubicBezTo>
                    <a:cubicBezTo>
                      <a:pt x="1054039" y="451822"/>
                      <a:pt x="1223389" y="265609"/>
                      <a:pt x="1426305" y="124032"/>
                    </a:cubicBezTo>
                    <a:close/>
                    <a:moveTo>
                      <a:pt x="1527809" y="112799"/>
                    </a:moveTo>
                    <a:cubicBezTo>
                      <a:pt x="1736145" y="255085"/>
                      <a:pt x="1910079" y="443973"/>
                      <a:pt x="2033951" y="664748"/>
                    </a:cubicBezTo>
                    <a:cubicBezTo>
                      <a:pt x="1875578" y="723616"/>
                      <a:pt x="1705238" y="756901"/>
                      <a:pt x="1527809" y="760394"/>
                    </a:cubicBezTo>
                    <a:close/>
                    <a:moveTo>
                      <a:pt x="1632157" y="1693"/>
                    </a:moveTo>
                    <a:cubicBezTo>
                      <a:pt x="1969090" y="34839"/>
                      <a:pt x="2272411" y="181752"/>
                      <a:pt x="2502559" y="404493"/>
                    </a:cubicBezTo>
                    <a:cubicBezTo>
                      <a:pt x="2392455" y="493535"/>
                      <a:pt x="2270018" y="567692"/>
                      <a:pt x="2138287" y="624414"/>
                    </a:cubicBezTo>
                    <a:cubicBezTo>
                      <a:pt x="2004803" y="382989"/>
                      <a:pt x="1815448" y="176841"/>
                      <a:pt x="1587368" y="23269"/>
                    </a:cubicBezTo>
                    <a:close/>
                    <a:moveTo>
                      <a:pt x="1333466" y="0"/>
                    </a:moveTo>
                    <a:lnTo>
                      <a:pt x="1376468" y="23177"/>
                    </a:lnTo>
                    <a:cubicBezTo>
                      <a:pt x="1149236" y="178863"/>
                      <a:pt x="960516" y="386575"/>
                      <a:pt x="827965" y="629347"/>
                    </a:cubicBezTo>
                    <a:cubicBezTo>
                      <a:pt x="692459" y="571593"/>
                      <a:pt x="566467" y="495851"/>
                      <a:pt x="453430" y="404475"/>
                    </a:cubicBezTo>
                    <a:cubicBezTo>
                      <a:pt x="685742" y="179438"/>
                      <a:pt x="992667" y="31629"/>
                      <a:pt x="1333466"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292" name="Google Shape;1292;p44"/>
              <p:cNvSpPr/>
              <p:nvPr/>
            </p:nvSpPr>
            <p:spPr>
              <a:xfrm flipH="1">
                <a:off x="10345251" y="2251006"/>
                <a:ext cx="441966" cy="281210"/>
              </a:xfrm>
              <a:custGeom>
                <a:rect b="b" l="l" r="r" t="t"/>
                <a:pathLst>
                  <a:path extrusionOk="0" h="2532594" w="3980365">
                    <a:moveTo>
                      <a:pt x="1988360" y="58973"/>
                    </a:moveTo>
                    <a:cubicBezTo>
                      <a:pt x="1988306" y="58975"/>
                      <a:pt x="1988252" y="58977"/>
                      <a:pt x="1988199" y="58995"/>
                    </a:cubicBezTo>
                    <a:cubicBezTo>
                      <a:pt x="1988145" y="58977"/>
                      <a:pt x="1988091" y="58975"/>
                      <a:pt x="1988037" y="58973"/>
                    </a:cubicBezTo>
                    <a:lnTo>
                      <a:pt x="1988037" y="59017"/>
                    </a:lnTo>
                    <a:cubicBezTo>
                      <a:pt x="1574406" y="74019"/>
                      <a:pt x="1375335" y="406725"/>
                      <a:pt x="1370318" y="708381"/>
                    </a:cubicBezTo>
                    <a:cubicBezTo>
                      <a:pt x="1362506" y="1089140"/>
                      <a:pt x="1497435" y="1312904"/>
                      <a:pt x="1568575" y="1407072"/>
                    </a:cubicBezTo>
                    <a:cubicBezTo>
                      <a:pt x="1631785" y="1490670"/>
                      <a:pt x="1727890" y="1649476"/>
                      <a:pt x="1617443" y="1704159"/>
                    </a:cubicBezTo>
                    <a:cubicBezTo>
                      <a:pt x="1318592" y="1846636"/>
                      <a:pt x="1062028" y="1946829"/>
                      <a:pt x="927030" y="2049664"/>
                    </a:cubicBezTo>
                    <a:cubicBezTo>
                      <a:pt x="705669" y="2234426"/>
                      <a:pt x="740656" y="2445615"/>
                      <a:pt x="754501" y="2532594"/>
                    </a:cubicBezTo>
                    <a:lnTo>
                      <a:pt x="1988199" y="2531551"/>
                    </a:lnTo>
                    <a:lnTo>
                      <a:pt x="3221896" y="2532594"/>
                    </a:lnTo>
                    <a:cubicBezTo>
                      <a:pt x="3235741" y="2445615"/>
                      <a:pt x="3270728" y="2234426"/>
                      <a:pt x="3049367" y="2049664"/>
                    </a:cubicBezTo>
                    <a:cubicBezTo>
                      <a:pt x="2914369" y="1946829"/>
                      <a:pt x="2657805" y="1846636"/>
                      <a:pt x="2358954" y="1704159"/>
                    </a:cubicBezTo>
                    <a:cubicBezTo>
                      <a:pt x="2248507" y="1649476"/>
                      <a:pt x="2344612" y="1490670"/>
                      <a:pt x="2407822" y="1407072"/>
                    </a:cubicBezTo>
                    <a:cubicBezTo>
                      <a:pt x="2478962" y="1312904"/>
                      <a:pt x="2613891" y="1089140"/>
                      <a:pt x="2606079" y="708381"/>
                    </a:cubicBezTo>
                    <a:cubicBezTo>
                      <a:pt x="2601062" y="406725"/>
                      <a:pt x="2401991" y="74019"/>
                      <a:pt x="1988360" y="59017"/>
                    </a:cubicBezTo>
                    <a:close/>
                    <a:moveTo>
                      <a:pt x="1093515" y="0"/>
                    </a:moveTo>
                    <a:cubicBezTo>
                      <a:pt x="736613" y="12826"/>
                      <a:pt x="553627" y="327881"/>
                      <a:pt x="549299" y="588096"/>
                    </a:cubicBezTo>
                    <a:cubicBezTo>
                      <a:pt x="542562" y="916461"/>
                      <a:pt x="658924" y="1109434"/>
                      <a:pt x="720275" y="1190644"/>
                    </a:cubicBezTo>
                    <a:cubicBezTo>
                      <a:pt x="774787" y="1262738"/>
                      <a:pt x="857667" y="1399692"/>
                      <a:pt x="762418" y="1446850"/>
                    </a:cubicBezTo>
                    <a:cubicBezTo>
                      <a:pt x="504691" y="1569722"/>
                      <a:pt x="283431" y="1656128"/>
                      <a:pt x="167010" y="1744812"/>
                    </a:cubicBezTo>
                    <a:cubicBezTo>
                      <a:pt x="-23891" y="1904150"/>
                      <a:pt x="672" y="2013351"/>
                      <a:pt x="1392" y="2161289"/>
                    </a:cubicBezTo>
                    <a:cubicBezTo>
                      <a:pt x="356083" y="2160989"/>
                      <a:pt x="261990" y="2166300"/>
                      <a:pt x="616681" y="2166000"/>
                    </a:cubicBezTo>
                    <a:cubicBezTo>
                      <a:pt x="794788" y="1846239"/>
                      <a:pt x="1045824" y="1778915"/>
                      <a:pt x="1453932" y="1593789"/>
                    </a:cubicBezTo>
                    <a:cubicBezTo>
                      <a:pt x="1171572" y="1115084"/>
                      <a:pt x="1046285" y="714919"/>
                      <a:pt x="1414663" y="124017"/>
                    </a:cubicBezTo>
                    <a:cubicBezTo>
                      <a:pt x="1309485" y="41539"/>
                      <a:pt x="1305280" y="26381"/>
                      <a:pt x="1093515" y="0"/>
                    </a:cubicBezTo>
                    <a:close/>
                    <a:moveTo>
                      <a:pt x="2886850" y="0"/>
                    </a:moveTo>
                    <a:cubicBezTo>
                      <a:pt x="2675085" y="26381"/>
                      <a:pt x="2670880" y="41539"/>
                      <a:pt x="2565702" y="124017"/>
                    </a:cubicBezTo>
                    <a:cubicBezTo>
                      <a:pt x="2934080" y="714919"/>
                      <a:pt x="2808793" y="1115084"/>
                      <a:pt x="2526433" y="1593789"/>
                    </a:cubicBezTo>
                    <a:cubicBezTo>
                      <a:pt x="2934542" y="1778915"/>
                      <a:pt x="3185577" y="1846239"/>
                      <a:pt x="3363685" y="2166000"/>
                    </a:cubicBezTo>
                    <a:cubicBezTo>
                      <a:pt x="3718376" y="2166300"/>
                      <a:pt x="3624282" y="2160989"/>
                      <a:pt x="3978973" y="2161289"/>
                    </a:cubicBezTo>
                    <a:cubicBezTo>
                      <a:pt x="3979693" y="2013351"/>
                      <a:pt x="4004256" y="1904150"/>
                      <a:pt x="3813355" y="1744812"/>
                    </a:cubicBezTo>
                    <a:cubicBezTo>
                      <a:pt x="3696934" y="1656128"/>
                      <a:pt x="3475674" y="1569722"/>
                      <a:pt x="3217947" y="1446850"/>
                    </a:cubicBezTo>
                    <a:cubicBezTo>
                      <a:pt x="3122698" y="1399692"/>
                      <a:pt x="3205579" y="1262738"/>
                      <a:pt x="3260090" y="1190644"/>
                    </a:cubicBezTo>
                    <a:cubicBezTo>
                      <a:pt x="3321441" y="1109434"/>
                      <a:pt x="3437803" y="916461"/>
                      <a:pt x="3431066" y="588096"/>
                    </a:cubicBezTo>
                    <a:cubicBezTo>
                      <a:pt x="3426739" y="327881"/>
                      <a:pt x="3243752" y="12826"/>
                      <a:pt x="288685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293" name="Google Shape;1293;p44"/>
              <p:cNvSpPr/>
              <p:nvPr/>
            </p:nvSpPr>
            <p:spPr>
              <a:xfrm>
                <a:off x="11003273" y="3365017"/>
                <a:ext cx="357359" cy="364685"/>
              </a:xfrm>
              <a:custGeom>
                <a:rect b="b" l="l" r="r" t="t"/>
                <a:pathLst>
                  <a:path extrusionOk="0" h="3940019" w="3860876">
                    <a:moveTo>
                      <a:pt x="3248876" y="1942264"/>
                    </a:moveTo>
                    <a:lnTo>
                      <a:pt x="3860876" y="1942264"/>
                    </a:lnTo>
                    <a:lnTo>
                      <a:pt x="3860876" y="2090815"/>
                    </a:lnTo>
                    <a:lnTo>
                      <a:pt x="3859023" y="2090815"/>
                    </a:lnTo>
                    <a:cubicBezTo>
                      <a:pt x="3817225" y="2949620"/>
                      <a:pt x="3215273" y="3679864"/>
                      <a:pt x="2378197" y="3884304"/>
                    </a:cubicBezTo>
                    <a:cubicBezTo>
                      <a:pt x="2219818" y="3922985"/>
                      <a:pt x="2060231" y="3941082"/>
                      <a:pt x="1902626" y="3939971"/>
                    </a:cubicBezTo>
                    <a:cubicBezTo>
                      <a:pt x="1286982" y="3935631"/>
                      <a:pt x="701577" y="3638194"/>
                      <a:pt x="337583" y="3128887"/>
                    </a:cubicBezTo>
                    <a:lnTo>
                      <a:pt x="30667" y="3435803"/>
                    </a:lnTo>
                    <a:lnTo>
                      <a:pt x="30667" y="2342045"/>
                    </a:lnTo>
                    <a:lnTo>
                      <a:pt x="1124425" y="2342045"/>
                    </a:lnTo>
                    <a:lnTo>
                      <a:pt x="781340" y="2685130"/>
                    </a:lnTo>
                    <a:cubicBezTo>
                      <a:pt x="1079782" y="3180935"/>
                      <a:pt x="1667379" y="3425841"/>
                      <a:pt x="2232517" y="3287817"/>
                    </a:cubicBezTo>
                    <a:cubicBezTo>
                      <a:pt x="2810639" y="3146622"/>
                      <a:pt x="3224897" y="2638979"/>
                      <a:pt x="3247291" y="2044286"/>
                    </a:cubicBezTo>
                    <a:lnTo>
                      <a:pt x="3248876" y="2044345"/>
                    </a:lnTo>
                    <a:close/>
                    <a:moveTo>
                      <a:pt x="1958249" y="48"/>
                    </a:moveTo>
                    <a:cubicBezTo>
                      <a:pt x="2573893" y="4388"/>
                      <a:pt x="3159298" y="301825"/>
                      <a:pt x="3523293" y="811132"/>
                    </a:cubicBezTo>
                    <a:lnTo>
                      <a:pt x="3830209" y="504216"/>
                    </a:lnTo>
                    <a:lnTo>
                      <a:pt x="3830209" y="1597974"/>
                    </a:lnTo>
                    <a:lnTo>
                      <a:pt x="2736450" y="1597974"/>
                    </a:lnTo>
                    <a:lnTo>
                      <a:pt x="3079535" y="1254889"/>
                    </a:lnTo>
                    <a:cubicBezTo>
                      <a:pt x="2781093" y="759084"/>
                      <a:pt x="2193496" y="514178"/>
                      <a:pt x="1628358" y="652202"/>
                    </a:cubicBezTo>
                    <a:cubicBezTo>
                      <a:pt x="1050236" y="793397"/>
                      <a:pt x="635978" y="1301040"/>
                      <a:pt x="613584" y="1895733"/>
                    </a:cubicBezTo>
                    <a:lnTo>
                      <a:pt x="612000" y="1895674"/>
                    </a:lnTo>
                    <a:lnTo>
                      <a:pt x="612000" y="1985958"/>
                    </a:lnTo>
                    <a:lnTo>
                      <a:pt x="0" y="1985958"/>
                    </a:lnTo>
                    <a:lnTo>
                      <a:pt x="0" y="1837407"/>
                    </a:lnTo>
                    <a:lnTo>
                      <a:pt x="2787" y="1837407"/>
                    </a:lnTo>
                    <a:cubicBezTo>
                      <a:pt x="49183" y="983705"/>
                      <a:pt x="649445" y="259216"/>
                      <a:pt x="1482678" y="55715"/>
                    </a:cubicBezTo>
                    <a:cubicBezTo>
                      <a:pt x="1641057" y="17034"/>
                      <a:pt x="1800644" y="-1063"/>
                      <a:pt x="1958249" y="4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294" name="Google Shape;1294;p44"/>
              <p:cNvSpPr/>
              <p:nvPr/>
            </p:nvSpPr>
            <p:spPr>
              <a:xfrm>
                <a:off x="9028038" y="5418963"/>
                <a:ext cx="353455" cy="397548"/>
              </a:xfrm>
              <a:custGeom>
                <a:rect b="b" l="l" r="r" t="t"/>
                <a:pathLst>
                  <a:path extrusionOk="0" h="3110058" w="2765122">
                    <a:moveTo>
                      <a:pt x="1376433" y="2257187"/>
                    </a:moveTo>
                    <a:lnTo>
                      <a:pt x="1145400" y="2354829"/>
                    </a:lnTo>
                    <a:lnTo>
                      <a:pt x="1036105" y="2389775"/>
                    </a:lnTo>
                    <a:lnTo>
                      <a:pt x="1040146" y="2406930"/>
                    </a:lnTo>
                    <a:cubicBezTo>
                      <a:pt x="1121535" y="2704580"/>
                      <a:pt x="1244707" y="2894301"/>
                      <a:pt x="1382560" y="2894301"/>
                    </a:cubicBezTo>
                    <a:cubicBezTo>
                      <a:pt x="1520414" y="2894301"/>
                      <a:pt x="1643585" y="2704580"/>
                      <a:pt x="1724974" y="2406930"/>
                    </a:cubicBezTo>
                    <a:lnTo>
                      <a:pt x="1726723" y="2399874"/>
                    </a:lnTo>
                    <a:lnTo>
                      <a:pt x="1605728" y="2358846"/>
                    </a:lnTo>
                    <a:close/>
                    <a:moveTo>
                      <a:pt x="1795887" y="2033026"/>
                    </a:moveTo>
                    <a:lnTo>
                      <a:pt x="1694075" y="2094586"/>
                    </a:lnTo>
                    <a:lnTo>
                      <a:pt x="1578650" y="2155153"/>
                    </a:lnTo>
                    <a:lnTo>
                      <a:pt x="1618821" y="2173994"/>
                    </a:lnTo>
                    <a:lnTo>
                      <a:pt x="1763952" y="2229138"/>
                    </a:lnTo>
                    <a:lnTo>
                      <a:pt x="1791432" y="2076334"/>
                    </a:lnTo>
                    <a:close/>
                    <a:moveTo>
                      <a:pt x="969005" y="2030800"/>
                    </a:moveTo>
                    <a:lnTo>
                      <a:pt x="973688" y="2076334"/>
                    </a:lnTo>
                    <a:lnTo>
                      <a:pt x="997942" y="2219324"/>
                    </a:lnTo>
                    <a:lnTo>
                      <a:pt x="1135534" y="2169774"/>
                    </a:lnTo>
                    <a:lnTo>
                      <a:pt x="1176026" y="2151638"/>
                    </a:lnTo>
                    <a:lnTo>
                      <a:pt x="1061678" y="2089068"/>
                    </a:lnTo>
                    <a:close/>
                    <a:moveTo>
                      <a:pt x="2270995" y="1682607"/>
                    </a:moveTo>
                    <a:lnTo>
                      <a:pt x="2193789" y="1749541"/>
                    </a:lnTo>
                    <a:cubicBezTo>
                      <a:pt x="2157450" y="1779622"/>
                      <a:pt x="2119670" y="1809519"/>
                      <a:pt x="2080535" y="1839120"/>
                    </a:cubicBezTo>
                    <a:lnTo>
                      <a:pt x="1988274" y="1905861"/>
                    </a:lnTo>
                    <a:lnTo>
                      <a:pt x="1956628" y="2160317"/>
                    </a:lnTo>
                    <a:lnTo>
                      <a:pt x="1929983" y="2282840"/>
                    </a:lnTo>
                    <a:lnTo>
                      <a:pt x="2032699" y="2311732"/>
                    </a:lnTo>
                    <a:cubicBezTo>
                      <a:pt x="2281801" y="2367725"/>
                      <a:pt x="2467430" y="2349840"/>
                      <a:pt x="2530541" y="2244806"/>
                    </a:cubicBezTo>
                    <a:cubicBezTo>
                      <a:pt x="2601541" y="2126643"/>
                      <a:pt x="2502356" y="1923350"/>
                      <a:pt x="2289139" y="1700285"/>
                    </a:cubicBezTo>
                    <a:close/>
                    <a:moveTo>
                      <a:pt x="491768" y="1666932"/>
                    </a:moveTo>
                    <a:lnTo>
                      <a:pt x="473585" y="1684439"/>
                    </a:lnTo>
                    <a:cubicBezTo>
                      <a:pt x="256508" y="1903749"/>
                      <a:pt x="153790" y="2105280"/>
                      <a:pt x="222717" y="2224664"/>
                    </a:cubicBezTo>
                    <a:cubicBezTo>
                      <a:pt x="283985" y="2330784"/>
                      <a:pt x="469273" y="2351906"/>
                      <a:pt x="719315" y="2300269"/>
                    </a:cubicBezTo>
                    <a:lnTo>
                      <a:pt x="831176" y="2270901"/>
                    </a:lnTo>
                    <a:lnTo>
                      <a:pt x="808495" y="2160317"/>
                    </a:lnTo>
                    <a:lnTo>
                      <a:pt x="776012" y="1899134"/>
                    </a:lnTo>
                    <a:lnTo>
                      <a:pt x="679735" y="1826895"/>
                    </a:lnTo>
                    <a:cubicBezTo>
                      <a:pt x="616990" y="1777691"/>
                      <a:pt x="557836" y="1727770"/>
                      <a:pt x="502637" y="1677612"/>
                    </a:cubicBezTo>
                    <a:close/>
                    <a:moveTo>
                      <a:pt x="2001099" y="1443878"/>
                    </a:moveTo>
                    <a:lnTo>
                      <a:pt x="2005588" y="1555029"/>
                    </a:lnTo>
                    <a:lnTo>
                      <a:pt x="2000712" y="1675767"/>
                    </a:lnTo>
                    <a:lnTo>
                      <a:pt x="2038461" y="1648469"/>
                    </a:lnTo>
                    <a:cubicBezTo>
                      <a:pt x="2070345" y="1623579"/>
                      <a:pt x="2101053" y="1598643"/>
                      <a:pt x="2130505" y="1573751"/>
                    </a:cubicBezTo>
                    <a:lnTo>
                      <a:pt x="2143759" y="1562074"/>
                    </a:lnTo>
                    <a:lnTo>
                      <a:pt x="2039991" y="1473050"/>
                    </a:lnTo>
                    <a:close/>
                    <a:moveTo>
                      <a:pt x="764411" y="1434288"/>
                    </a:moveTo>
                    <a:lnTo>
                      <a:pt x="726661" y="1461587"/>
                    </a:lnTo>
                    <a:cubicBezTo>
                      <a:pt x="694778" y="1486477"/>
                      <a:pt x="664070" y="1511412"/>
                      <a:pt x="634617" y="1536305"/>
                    </a:cubicBezTo>
                    <a:lnTo>
                      <a:pt x="621360" y="1547985"/>
                    </a:lnTo>
                    <a:lnTo>
                      <a:pt x="725129" y="1637009"/>
                    </a:lnTo>
                    <a:lnTo>
                      <a:pt x="764024" y="1666183"/>
                    </a:lnTo>
                    <a:lnTo>
                      <a:pt x="759534" y="1555029"/>
                    </a:lnTo>
                    <a:close/>
                    <a:moveTo>
                      <a:pt x="1386966" y="1049980"/>
                    </a:moveTo>
                    <a:lnTo>
                      <a:pt x="1160689" y="1170734"/>
                    </a:lnTo>
                    <a:lnTo>
                      <a:pt x="947211" y="1303680"/>
                    </a:lnTo>
                    <a:lnTo>
                      <a:pt x="938816" y="1555028"/>
                    </a:lnTo>
                    <a:lnTo>
                      <a:pt x="947046" y="1801432"/>
                    </a:lnTo>
                    <a:lnTo>
                      <a:pt x="1154015" y="1935392"/>
                    </a:lnTo>
                    <a:lnTo>
                      <a:pt x="1378151" y="2060078"/>
                    </a:lnTo>
                    <a:lnTo>
                      <a:pt x="1604433" y="1939321"/>
                    </a:lnTo>
                    <a:lnTo>
                      <a:pt x="1817909" y="1806377"/>
                    </a:lnTo>
                    <a:lnTo>
                      <a:pt x="1826304" y="1555028"/>
                    </a:lnTo>
                    <a:lnTo>
                      <a:pt x="1818074" y="1308628"/>
                    </a:lnTo>
                    <a:lnTo>
                      <a:pt x="1611105" y="1174667"/>
                    </a:lnTo>
                    <a:close/>
                    <a:moveTo>
                      <a:pt x="1767179" y="890733"/>
                    </a:moveTo>
                    <a:lnTo>
                      <a:pt x="1629589" y="940281"/>
                    </a:lnTo>
                    <a:lnTo>
                      <a:pt x="1589093" y="958419"/>
                    </a:lnTo>
                    <a:lnTo>
                      <a:pt x="1703444" y="1020991"/>
                    </a:lnTo>
                    <a:lnTo>
                      <a:pt x="1796116" y="1079257"/>
                    </a:lnTo>
                    <a:lnTo>
                      <a:pt x="1791432" y="1033723"/>
                    </a:lnTo>
                    <a:close/>
                    <a:moveTo>
                      <a:pt x="1001168" y="880921"/>
                    </a:moveTo>
                    <a:lnTo>
                      <a:pt x="973688" y="1033723"/>
                    </a:lnTo>
                    <a:lnTo>
                      <a:pt x="969233" y="1077033"/>
                    </a:lnTo>
                    <a:lnTo>
                      <a:pt x="1071048" y="1015472"/>
                    </a:lnTo>
                    <a:lnTo>
                      <a:pt x="1186470" y="954907"/>
                    </a:lnTo>
                    <a:lnTo>
                      <a:pt x="1146299" y="936065"/>
                    </a:lnTo>
                    <a:close/>
                    <a:moveTo>
                      <a:pt x="2296662" y="783036"/>
                    </a:moveTo>
                    <a:cubicBezTo>
                      <a:pt x="2224233" y="781291"/>
                      <a:pt x="2139574" y="790423"/>
                      <a:pt x="2045808" y="809787"/>
                    </a:cubicBezTo>
                    <a:lnTo>
                      <a:pt x="1933945" y="839155"/>
                    </a:lnTo>
                    <a:lnTo>
                      <a:pt x="1956628" y="949742"/>
                    </a:lnTo>
                    <a:lnTo>
                      <a:pt x="1989111" y="1210925"/>
                    </a:lnTo>
                    <a:lnTo>
                      <a:pt x="2085387" y="1283163"/>
                    </a:lnTo>
                    <a:cubicBezTo>
                      <a:pt x="2148132" y="1332368"/>
                      <a:pt x="2207286" y="1382289"/>
                      <a:pt x="2262485" y="1432446"/>
                    </a:cubicBezTo>
                    <a:lnTo>
                      <a:pt x="2273353" y="1443125"/>
                    </a:lnTo>
                    <a:lnTo>
                      <a:pt x="2291537" y="1425616"/>
                    </a:lnTo>
                    <a:cubicBezTo>
                      <a:pt x="2508615" y="1206306"/>
                      <a:pt x="2611333" y="1004776"/>
                      <a:pt x="2542406" y="885391"/>
                    </a:cubicBezTo>
                    <a:cubicBezTo>
                      <a:pt x="2504113" y="819067"/>
                      <a:pt x="2417375" y="785944"/>
                      <a:pt x="2296662" y="783036"/>
                    </a:cubicBezTo>
                    <a:close/>
                    <a:moveTo>
                      <a:pt x="482072" y="767202"/>
                    </a:moveTo>
                    <a:cubicBezTo>
                      <a:pt x="361326" y="768003"/>
                      <a:pt x="274023" y="799606"/>
                      <a:pt x="234579" y="865253"/>
                    </a:cubicBezTo>
                    <a:cubicBezTo>
                      <a:pt x="163579" y="983417"/>
                      <a:pt x="262764" y="1186709"/>
                      <a:pt x="475981" y="1409774"/>
                    </a:cubicBezTo>
                    <a:lnTo>
                      <a:pt x="494126" y="1427453"/>
                    </a:lnTo>
                    <a:lnTo>
                      <a:pt x="571333" y="1360517"/>
                    </a:lnTo>
                    <a:cubicBezTo>
                      <a:pt x="607672" y="1330436"/>
                      <a:pt x="645452" y="1300540"/>
                      <a:pt x="684587" y="1270938"/>
                    </a:cubicBezTo>
                    <a:lnTo>
                      <a:pt x="776848" y="1204197"/>
                    </a:lnTo>
                    <a:lnTo>
                      <a:pt x="808495" y="949742"/>
                    </a:lnTo>
                    <a:lnTo>
                      <a:pt x="835139" y="827220"/>
                    </a:lnTo>
                    <a:lnTo>
                      <a:pt x="732420" y="798327"/>
                    </a:lnTo>
                    <a:cubicBezTo>
                      <a:pt x="639007" y="777329"/>
                      <a:pt x="554520" y="766721"/>
                      <a:pt x="482072" y="767202"/>
                    </a:cubicBezTo>
                    <a:close/>
                    <a:moveTo>
                      <a:pt x="1382560" y="215755"/>
                    </a:moveTo>
                    <a:cubicBezTo>
                      <a:pt x="1244707" y="215755"/>
                      <a:pt x="1121535" y="405476"/>
                      <a:pt x="1040146" y="703126"/>
                    </a:cubicBezTo>
                    <a:lnTo>
                      <a:pt x="1038397" y="710184"/>
                    </a:lnTo>
                    <a:lnTo>
                      <a:pt x="1159394" y="751212"/>
                    </a:lnTo>
                    <a:lnTo>
                      <a:pt x="1388689" y="852872"/>
                    </a:lnTo>
                    <a:lnTo>
                      <a:pt x="1619722" y="755229"/>
                    </a:lnTo>
                    <a:lnTo>
                      <a:pt x="1729016" y="720284"/>
                    </a:lnTo>
                    <a:lnTo>
                      <a:pt x="1724974" y="703126"/>
                    </a:lnTo>
                    <a:cubicBezTo>
                      <a:pt x="1643585" y="405476"/>
                      <a:pt x="1520414" y="215755"/>
                      <a:pt x="1382560" y="215755"/>
                    </a:cubicBezTo>
                    <a:close/>
                    <a:moveTo>
                      <a:pt x="1382561" y="0"/>
                    </a:moveTo>
                    <a:cubicBezTo>
                      <a:pt x="1576111" y="0"/>
                      <a:pt x="1749046" y="220285"/>
                      <a:pt x="1863319" y="565886"/>
                    </a:cubicBezTo>
                    <a:lnTo>
                      <a:pt x="1892754" y="669221"/>
                    </a:lnTo>
                    <a:lnTo>
                      <a:pt x="1998805" y="644109"/>
                    </a:lnTo>
                    <a:cubicBezTo>
                      <a:pt x="2355240" y="570272"/>
                      <a:pt x="2632481" y="609896"/>
                      <a:pt x="2729256" y="777515"/>
                    </a:cubicBezTo>
                    <a:cubicBezTo>
                      <a:pt x="2826030" y="945133"/>
                      <a:pt x="2721726" y="1205043"/>
                      <a:pt x="2479563" y="1476806"/>
                    </a:cubicBezTo>
                    <a:lnTo>
                      <a:pt x="2396868" y="1564493"/>
                    </a:lnTo>
                    <a:lnTo>
                      <a:pt x="2415853" y="1583149"/>
                    </a:lnTo>
                    <a:cubicBezTo>
                      <a:pt x="2697403" y="1884053"/>
                      <a:pt x="2823474" y="2176199"/>
                      <a:pt x="2715481" y="2355928"/>
                    </a:cubicBezTo>
                    <a:cubicBezTo>
                      <a:pt x="2615796" y="2521833"/>
                      <a:pt x="2337906" y="2556612"/>
                      <a:pt x="1982813" y="2476565"/>
                    </a:cubicBezTo>
                    <a:lnTo>
                      <a:pt x="1890625" y="2453030"/>
                    </a:lnTo>
                    <a:lnTo>
                      <a:pt x="1863319" y="2544172"/>
                    </a:lnTo>
                    <a:cubicBezTo>
                      <a:pt x="1749047" y="2889773"/>
                      <a:pt x="1576111" y="3110058"/>
                      <a:pt x="1382561" y="3110058"/>
                    </a:cubicBezTo>
                    <a:cubicBezTo>
                      <a:pt x="1189012" y="3110058"/>
                      <a:pt x="1016076" y="2889773"/>
                      <a:pt x="901803" y="2544172"/>
                    </a:cubicBezTo>
                    <a:lnTo>
                      <a:pt x="872368" y="2440837"/>
                    </a:lnTo>
                    <a:lnTo>
                      <a:pt x="766317" y="2465949"/>
                    </a:lnTo>
                    <a:cubicBezTo>
                      <a:pt x="409882" y="2539787"/>
                      <a:pt x="132641" y="2500163"/>
                      <a:pt x="35866" y="2332544"/>
                    </a:cubicBezTo>
                    <a:cubicBezTo>
                      <a:pt x="-60908" y="2164925"/>
                      <a:pt x="43396" y="1905015"/>
                      <a:pt x="285559" y="1633252"/>
                    </a:cubicBezTo>
                    <a:lnTo>
                      <a:pt x="368254" y="1545565"/>
                    </a:lnTo>
                    <a:lnTo>
                      <a:pt x="349269" y="1526910"/>
                    </a:lnTo>
                    <a:cubicBezTo>
                      <a:pt x="67719" y="1226005"/>
                      <a:pt x="-58351" y="933860"/>
                      <a:pt x="49641" y="754130"/>
                    </a:cubicBezTo>
                    <a:cubicBezTo>
                      <a:pt x="149326" y="588226"/>
                      <a:pt x="427216" y="553446"/>
                      <a:pt x="782309" y="633493"/>
                    </a:cubicBezTo>
                    <a:lnTo>
                      <a:pt x="874497" y="657029"/>
                    </a:lnTo>
                    <a:lnTo>
                      <a:pt x="901803" y="565886"/>
                    </a:lnTo>
                    <a:cubicBezTo>
                      <a:pt x="1016076" y="220285"/>
                      <a:pt x="1189012" y="0"/>
                      <a:pt x="138256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295" name="Google Shape;1295;p44"/>
              <p:cNvSpPr/>
              <p:nvPr/>
            </p:nvSpPr>
            <p:spPr>
              <a:xfrm>
                <a:off x="7496004" y="3682990"/>
                <a:ext cx="320490" cy="269438"/>
              </a:xfrm>
              <a:custGeom>
                <a:rect b="b" l="l" r="r" t="t"/>
                <a:pathLst>
                  <a:path extrusionOk="0" h="3350285" w="3985089">
                    <a:moveTo>
                      <a:pt x="1489879" y="1687056"/>
                    </a:moveTo>
                    <a:cubicBezTo>
                      <a:pt x="1413602" y="1687056"/>
                      <a:pt x="1351768" y="1748890"/>
                      <a:pt x="1351768" y="1825167"/>
                    </a:cubicBezTo>
                    <a:lnTo>
                      <a:pt x="1351768" y="1828965"/>
                    </a:lnTo>
                    <a:cubicBezTo>
                      <a:pt x="1351768" y="1905242"/>
                      <a:pt x="1413602" y="1967076"/>
                      <a:pt x="1489879" y="1967076"/>
                    </a:cubicBezTo>
                    <a:lnTo>
                      <a:pt x="1717713" y="1967076"/>
                    </a:lnTo>
                    <a:cubicBezTo>
                      <a:pt x="1793990" y="1967076"/>
                      <a:pt x="1855824" y="1905242"/>
                      <a:pt x="1855824" y="1828965"/>
                    </a:cubicBezTo>
                    <a:lnTo>
                      <a:pt x="1855824" y="1825167"/>
                    </a:lnTo>
                    <a:cubicBezTo>
                      <a:pt x="1855824" y="1748890"/>
                      <a:pt x="1793990" y="1687056"/>
                      <a:pt x="1717713" y="1687056"/>
                    </a:cubicBezTo>
                    <a:close/>
                    <a:moveTo>
                      <a:pt x="2281462" y="1675141"/>
                    </a:moveTo>
                    <a:cubicBezTo>
                      <a:pt x="2205185" y="1675141"/>
                      <a:pt x="2143351" y="1736975"/>
                      <a:pt x="2143351" y="1813252"/>
                    </a:cubicBezTo>
                    <a:lnTo>
                      <a:pt x="2143351" y="1817050"/>
                    </a:lnTo>
                    <a:cubicBezTo>
                      <a:pt x="2143351" y="1893327"/>
                      <a:pt x="2205185" y="1955161"/>
                      <a:pt x="2281462" y="1955161"/>
                    </a:cubicBezTo>
                    <a:lnTo>
                      <a:pt x="2509296" y="1955161"/>
                    </a:lnTo>
                    <a:cubicBezTo>
                      <a:pt x="2585573" y="1955161"/>
                      <a:pt x="2647407" y="1893327"/>
                      <a:pt x="2647407" y="1817050"/>
                    </a:cubicBezTo>
                    <a:lnTo>
                      <a:pt x="2647407" y="1813252"/>
                    </a:lnTo>
                    <a:cubicBezTo>
                      <a:pt x="2647407" y="1736975"/>
                      <a:pt x="2585573" y="1675141"/>
                      <a:pt x="2509296" y="1675141"/>
                    </a:cubicBezTo>
                    <a:close/>
                    <a:moveTo>
                      <a:pt x="2837535" y="1159396"/>
                    </a:moveTo>
                    <a:cubicBezTo>
                      <a:pt x="2731595" y="1159396"/>
                      <a:pt x="2645713" y="1245278"/>
                      <a:pt x="2645713" y="1351218"/>
                    </a:cubicBezTo>
                    <a:cubicBezTo>
                      <a:pt x="2645713" y="1457158"/>
                      <a:pt x="2731595" y="1543040"/>
                      <a:pt x="2837535" y="1543040"/>
                    </a:cubicBezTo>
                    <a:cubicBezTo>
                      <a:pt x="2943475" y="1543040"/>
                      <a:pt x="3029357" y="1457158"/>
                      <a:pt x="3029357" y="1351218"/>
                    </a:cubicBezTo>
                    <a:cubicBezTo>
                      <a:pt x="3029357" y="1245278"/>
                      <a:pt x="2943475" y="1159396"/>
                      <a:pt x="2837535" y="1159396"/>
                    </a:cubicBezTo>
                    <a:close/>
                    <a:moveTo>
                      <a:pt x="3235655" y="750352"/>
                    </a:moveTo>
                    <a:cubicBezTo>
                      <a:pt x="3129715" y="750352"/>
                      <a:pt x="3043833" y="836234"/>
                      <a:pt x="3043833" y="942174"/>
                    </a:cubicBezTo>
                    <a:cubicBezTo>
                      <a:pt x="3043833" y="1048114"/>
                      <a:pt x="3129715" y="1133996"/>
                      <a:pt x="3235655" y="1133996"/>
                    </a:cubicBezTo>
                    <a:cubicBezTo>
                      <a:pt x="3341595" y="1133996"/>
                      <a:pt x="3427477" y="1048114"/>
                      <a:pt x="3427477" y="942174"/>
                    </a:cubicBezTo>
                    <a:cubicBezTo>
                      <a:pt x="3427477" y="836234"/>
                      <a:pt x="3341595" y="750352"/>
                      <a:pt x="3235655" y="750352"/>
                    </a:cubicBezTo>
                    <a:close/>
                    <a:moveTo>
                      <a:pt x="2455585" y="750352"/>
                    </a:moveTo>
                    <a:cubicBezTo>
                      <a:pt x="2349645" y="750352"/>
                      <a:pt x="2263763" y="836234"/>
                      <a:pt x="2263763" y="942174"/>
                    </a:cubicBezTo>
                    <a:cubicBezTo>
                      <a:pt x="2263763" y="1048114"/>
                      <a:pt x="2349645" y="1133996"/>
                      <a:pt x="2455585" y="1133996"/>
                    </a:cubicBezTo>
                    <a:cubicBezTo>
                      <a:pt x="2561525" y="1133996"/>
                      <a:pt x="2647407" y="1048114"/>
                      <a:pt x="2647407" y="942174"/>
                    </a:cubicBezTo>
                    <a:cubicBezTo>
                      <a:pt x="2647407" y="836234"/>
                      <a:pt x="2561525" y="750352"/>
                      <a:pt x="2455585" y="750352"/>
                    </a:cubicBezTo>
                    <a:close/>
                    <a:moveTo>
                      <a:pt x="941776" y="640989"/>
                    </a:moveTo>
                    <a:lnTo>
                      <a:pt x="1181794" y="640989"/>
                    </a:lnTo>
                    <a:lnTo>
                      <a:pt x="1181794" y="881020"/>
                    </a:lnTo>
                    <a:lnTo>
                      <a:pt x="1421825" y="881020"/>
                    </a:lnTo>
                    <a:lnTo>
                      <a:pt x="1421825" y="1121038"/>
                    </a:lnTo>
                    <a:lnTo>
                      <a:pt x="1181794" y="1121038"/>
                    </a:lnTo>
                    <a:lnTo>
                      <a:pt x="1181794" y="1361069"/>
                    </a:lnTo>
                    <a:lnTo>
                      <a:pt x="941776" y="1361069"/>
                    </a:lnTo>
                    <a:lnTo>
                      <a:pt x="941776" y="1121038"/>
                    </a:lnTo>
                    <a:lnTo>
                      <a:pt x="701745" y="1121038"/>
                    </a:lnTo>
                    <a:lnTo>
                      <a:pt x="701745" y="881020"/>
                    </a:lnTo>
                    <a:lnTo>
                      <a:pt x="941776" y="881020"/>
                    </a:lnTo>
                    <a:close/>
                    <a:moveTo>
                      <a:pt x="1061785" y="459017"/>
                    </a:moveTo>
                    <a:cubicBezTo>
                      <a:pt x="762440" y="459017"/>
                      <a:pt x="519773" y="701684"/>
                      <a:pt x="519773" y="1001029"/>
                    </a:cubicBezTo>
                    <a:cubicBezTo>
                      <a:pt x="519773" y="1300374"/>
                      <a:pt x="762440" y="1543041"/>
                      <a:pt x="1061785" y="1543041"/>
                    </a:cubicBezTo>
                    <a:cubicBezTo>
                      <a:pt x="1361130" y="1543041"/>
                      <a:pt x="1603797" y="1300374"/>
                      <a:pt x="1603797" y="1001029"/>
                    </a:cubicBezTo>
                    <a:cubicBezTo>
                      <a:pt x="1603797" y="701684"/>
                      <a:pt x="1361130" y="459017"/>
                      <a:pt x="1061785" y="459017"/>
                    </a:cubicBezTo>
                    <a:close/>
                    <a:moveTo>
                      <a:pt x="2837535" y="359296"/>
                    </a:moveTo>
                    <a:cubicBezTo>
                      <a:pt x="2731595" y="359296"/>
                      <a:pt x="2645713" y="445178"/>
                      <a:pt x="2645713" y="551118"/>
                    </a:cubicBezTo>
                    <a:cubicBezTo>
                      <a:pt x="2645713" y="657058"/>
                      <a:pt x="2731595" y="742940"/>
                      <a:pt x="2837535" y="742940"/>
                    </a:cubicBezTo>
                    <a:cubicBezTo>
                      <a:pt x="2943475" y="742940"/>
                      <a:pt x="3029357" y="657058"/>
                      <a:pt x="3029357" y="551118"/>
                    </a:cubicBezTo>
                    <a:cubicBezTo>
                      <a:pt x="3029357" y="445178"/>
                      <a:pt x="2943475" y="359296"/>
                      <a:pt x="2837535" y="359296"/>
                    </a:cubicBezTo>
                    <a:close/>
                    <a:moveTo>
                      <a:pt x="927799" y="0"/>
                    </a:moveTo>
                    <a:lnTo>
                      <a:pt x="2978398" y="0"/>
                    </a:lnTo>
                    <a:cubicBezTo>
                      <a:pt x="3447374" y="0"/>
                      <a:pt x="3902811" y="418280"/>
                      <a:pt x="3926614" y="887256"/>
                    </a:cubicBezTo>
                    <a:cubicBezTo>
                      <a:pt x="4011721" y="1784310"/>
                      <a:pt x="4065643" y="3326870"/>
                      <a:pt x="3630620" y="3349891"/>
                    </a:cubicBezTo>
                    <a:cubicBezTo>
                      <a:pt x="3101375" y="3362701"/>
                      <a:pt x="2778421" y="2566209"/>
                      <a:pt x="2352321" y="2174369"/>
                    </a:cubicBezTo>
                    <a:lnTo>
                      <a:pt x="1572952" y="2174369"/>
                    </a:lnTo>
                    <a:cubicBezTo>
                      <a:pt x="1161652" y="2566210"/>
                      <a:pt x="901104" y="3370635"/>
                      <a:pt x="339051" y="3349892"/>
                    </a:cubicBezTo>
                    <a:cubicBezTo>
                      <a:pt x="-171518" y="3349299"/>
                      <a:pt x="45251" y="1463012"/>
                      <a:pt x="48163" y="849156"/>
                    </a:cubicBezTo>
                    <a:cubicBezTo>
                      <a:pt x="48163" y="380180"/>
                      <a:pt x="458823" y="0"/>
                      <a:pt x="927799"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296" name="Google Shape;1296;p44"/>
              <p:cNvSpPr/>
              <p:nvPr/>
            </p:nvSpPr>
            <p:spPr>
              <a:xfrm>
                <a:off x="7501595" y="3961380"/>
                <a:ext cx="348693" cy="269437"/>
              </a:xfrm>
              <a:custGeom>
                <a:rect b="b" l="l" r="r" t="t"/>
                <a:pathLst>
                  <a:path extrusionOk="0" h="3051548" w="3949160">
                    <a:moveTo>
                      <a:pt x="2339911" y="638678"/>
                    </a:moveTo>
                    <a:cubicBezTo>
                      <a:pt x="3228675" y="638678"/>
                      <a:pt x="3949160" y="1138384"/>
                      <a:pt x="3949160" y="1754802"/>
                    </a:cubicBezTo>
                    <a:cubicBezTo>
                      <a:pt x="3949160" y="2075792"/>
                      <a:pt x="3753790" y="2365135"/>
                      <a:pt x="3440317" y="2567662"/>
                    </a:cubicBezTo>
                    <a:lnTo>
                      <a:pt x="3655878" y="3051548"/>
                    </a:lnTo>
                    <a:lnTo>
                      <a:pt x="2882697" y="2804439"/>
                    </a:lnTo>
                    <a:cubicBezTo>
                      <a:pt x="2713357" y="2847946"/>
                      <a:pt x="2530504" y="2870926"/>
                      <a:pt x="2339911" y="2870926"/>
                    </a:cubicBezTo>
                    <a:cubicBezTo>
                      <a:pt x="1451147" y="2870926"/>
                      <a:pt x="730662" y="2371220"/>
                      <a:pt x="730662" y="1754802"/>
                    </a:cubicBezTo>
                    <a:cubicBezTo>
                      <a:pt x="730662" y="1138384"/>
                      <a:pt x="1451147" y="638678"/>
                      <a:pt x="2339911" y="638678"/>
                    </a:cubicBezTo>
                    <a:close/>
                    <a:moveTo>
                      <a:pt x="1609249" y="0"/>
                    </a:moveTo>
                    <a:cubicBezTo>
                      <a:pt x="2214487" y="0"/>
                      <a:pt x="2741687" y="231736"/>
                      <a:pt x="3015976" y="574644"/>
                    </a:cubicBezTo>
                    <a:cubicBezTo>
                      <a:pt x="2789246" y="488504"/>
                      <a:pt x="2533611" y="440957"/>
                      <a:pt x="2263344" y="440957"/>
                    </a:cubicBezTo>
                    <a:cubicBezTo>
                      <a:pt x="1318096" y="440957"/>
                      <a:pt x="551821" y="1022559"/>
                      <a:pt x="551821" y="1740001"/>
                    </a:cubicBezTo>
                    <a:cubicBezTo>
                      <a:pt x="551821" y="1819940"/>
                      <a:pt x="561334" y="1898193"/>
                      <a:pt x="580963" y="1973803"/>
                    </a:cubicBezTo>
                    <a:cubicBezTo>
                      <a:pt x="578579" y="1972737"/>
                      <a:pt x="677277" y="2155498"/>
                      <a:pt x="675039" y="2154187"/>
                    </a:cubicBezTo>
                    <a:lnTo>
                      <a:pt x="502119" y="2089690"/>
                    </a:lnTo>
                    <a:lnTo>
                      <a:pt x="213774" y="2502637"/>
                    </a:lnTo>
                    <a:cubicBezTo>
                      <a:pt x="162937" y="2145510"/>
                      <a:pt x="82414" y="1758692"/>
                      <a:pt x="31577" y="1383752"/>
                    </a:cubicBezTo>
                    <a:cubicBezTo>
                      <a:pt x="6733" y="1307252"/>
                      <a:pt x="0" y="1197870"/>
                      <a:pt x="0" y="1116124"/>
                    </a:cubicBezTo>
                    <a:cubicBezTo>
                      <a:pt x="0" y="499706"/>
                      <a:pt x="720485" y="0"/>
                      <a:pt x="1609249"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297" name="Google Shape;1297;p44"/>
              <p:cNvSpPr/>
              <p:nvPr/>
            </p:nvSpPr>
            <p:spPr>
              <a:xfrm rot="10800000">
                <a:off x="7556822" y="3332187"/>
                <a:ext cx="299221" cy="322665"/>
              </a:xfrm>
              <a:custGeom>
                <a:rect b="b" l="l" r="r" t="t"/>
                <a:pathLst>
                  <a:path extrusionOk="0" h="3963955" w="3672275">
                    <a:moveTo>
                      <a:pt x="984766" y="3417555"/>
                    </a:moveTo>
                    <a:cubicBezTo>
                      <a:pt x="932254" y="3417555"/>
                      <a:pt x="882982" y="3403623"/>
                      <a:pt x="841068" y="3378104"/>
                    </a:cubicBezTo>
                    <a:lnTo>
                      <a:pt x="840676" y="3378710"/>
                    </a:lnTo>
                    <a:lnTo>
                      <a:pt x="835545" y="3375094"/>
                    </a:lnTo>
                    <a:cubicBezTo>
                      <a:pt x="823791" y="3369308"/>
                      <a:pt x="813094" y="3361844"/>
                      <a:pt x="803763" y="3352697"/>
                    </a:cubicBezTo>
                    <a:cubicBezTo>
                      <a:pt x="147868" y="2908007"/>
                      <a:pt x="-148746" y="2089941"/>
                      <a:pt x="72539" y="1325492"/>
                    </a:cubicBezTo>
                    <a:cubicBezTo>
                      <a:pt x="298018" y="546553"/>
                      <a:pt x="1007805" y="7791"/>
                      <a:pt x="1818686" y="83"/>
                    </a:cubicBezTo>
                    <a:cubicBezTo>
                      <a:pt x="2629567" y="-7624"/>
                      <a:pt x="3349467" y="517549"/>
                      <a:pt x="3589711" y="1292061"/>
                    </a:cubicBezTo>
                    <a:cubicBezTo>
                      <a:pt x="3828334" y="2061344"/>
                      <a:pt x="3537615" y="2895621"/>
                      <a:pt x="2873980" y="3349798"/>
                    </a:cubicBezTo>
                    <a:cubicBezTo>
                      <a:pt x="2824845" y="3391084"/>
                      <a:pt x="2761401" y="3415171"/>
                      <a:pt x="2692355" y="3415171"/>
                    </a:cubicBezTo>
                    <a:cubicBezTo>
                      <a:pt x="2531252" y="3415171"/>
                      <a:pt x="2400652" y="3284038"/>
                      <a:pt x="2400652" y="3122277"/>
                    </a:cubicBezTo>
                    <a:cubicBezTo>
                      <a:pt x="2400652" y="3018609"/>
                      <a:pt x="2454292" y="2927520"/>
                      <a:pt x="2535552" y="2875976"/>
                    </a:cubicBezTo>
                    <a:lnTo>
                      <a:pt x="2534959" y="2875094"/>
                    </a:lnTo>
                    <a:cubicBezTo>
                      <a:pt x="2993902" y="2566441"/>
                      <a:pt x="3196002" y="1993261"/>
                      <a:pt x="3032146" y="1465012"/>
                    </a:cubicBezTo>
                    <a:cubicBezTo>
                      <a:pt x="2868290" y="936764"/>
                      <a:pt x="2377289" y="578575"/>
                      <a:pt x="1824236" y="583831"/>
                    </a:cubicBezTo>
                    <a:cubicBezTo>
                      <a:pt x="1271183" y="589088"/>
                      <a:pt x="787080" y="956545"/>
                      <a:pt x="633294" y="1487812"/>
                    </a:cubicBezTo>
                    <a:cubicBezTo>
                      <a:pt x="479508" y="2019079"/>
                      <a:pt x="692467" y="2588315"/>
                      <a:pt x="1157194" y="2888188"/>
                    </a:cubicBezTo>
                    <a:lnTo>
                      <a:pt x="1156634" y="2889057"/>
                    </a:lnTo>
                    <a:cubicBezTo>
                      <a:pt x="1229500" y="2941659"/>
                      <a:pt x="1276469" y="3027652"/>
                      <a:pt x="1276469" y="3124661"/>
                    </a:cubicBezTo>
                    <a:cubicBezTo>
                      <a:pt x="1276469" y="3286422"/>
                      <a:pt x="1145869" y="3417555"/>
                      <a:pt x="984766" y="3417555"/>
                    </a:cubicBezTo>
                    <a:close/>
                    <a:moveTo>
                      <a:pt x="1836138" y="3963955"/>
                    </a:moveTo>
                    <a:cubicBezTo>
                      <a:pt x="1677062" y="3963955"/>
                      <a:pt x="1548106" y="3834999"/>
                      <a:pt x="1548106" y="3675923"/>
                    </a:cubicBezTo>
                    <a:lnTo>
                      <a:pt x="1548106" y="1958036"/>
                    </a:lnTo>
                    <a:cubicBezTo>
                      <a:pt x="1548106" y="1798960"/>
                      <a:pt x="1677062" y="1670004"/>
                      <a:pt x="1836138" y="1670004"/>
                    </a:cubicBezTo>
                    <a:cubicBezTo>
                      <a:pt x="1995214" y="1670004"/>
                      <a:pt x="2124170" y="1798960"/>
                      <a:pt x="2124170" y="1958036"/>
                    </a:cubicBezTo>
                    <a:lnTo>
                      <a:pt x="2124170" y="3675923"/>
                    </a:lnTo>
                    <a:cubicBezTo>
                      <a:pt x="2124170" y="3834999"/>
                      <a:pt x="1995214" y="3963955"/>
                      <a:pt x="1836138" y="396395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298" name="Google Shape;1298;p44"/>
              <p:cNvSpPr/>
              <p:nvPr/>
            </p:nvSpPr>
            <p:spPr>
              <a:xfrm>
                <a:off x="8516432" y="2099615"/>
                <a:ext cx="296548" cy="296548"/>
              </a:xfrm>
              <a:custGeom>
                <a:rect b="b" l="l" r="r" t="t"/>
                <a:pathLst>
                  <a:path extrusionOk="0" h="3960000" w="3960440">
                    <a:moveTo>
                      <a:pt x="1588743" y="1414211"/>
                    </a:moveTo>
                    <a:cubicBezTo>
                      <a:pt x="1540407" y="1411706"/>
                      <a:pt x="1506842" y="1440258"/>
                      <a:pt x="1506842" y="1478573"/>
                    </a:cubicBezTo>
                    <a:lnTo>
                      <a:pt x="1506842" y="2462752"/>
                    </a:lnTo>
                    <a:cubicBezTo>
                      <a:pt x="1506842" y="2484086"/>
                      <a:pt x="1516471" y="2503171"/>
                      <a:pt x="1532201" y="2515206"/>
                    </a:cubicBezTo>
                    <a:cubicBezTo>
                      <a:pt x="1552351" y="2541621"/>
                      <a:pt x="1589483" y="2548946"/>
                      <a:pt x="1619199" y="2531790"/>
                    </a:cubicBezTo>
                    <a:lnTo>
                      <a:pt x="2471524" y="2039700"/>
                    </a:lnTo>
                    <a:cubicBezTo>
                      <a:pt x="2509339" y="2017643"/>
                      <a:pt x="2509577" y="1945490"/>
                      <a:pt x="2464719" y="1913406"/>
                    </a:cubicBezTo>
                    <a:cubicBezTo>
                      <a:pt x="2315501" y="1808322"/>
                      <a:pt x="1748389" y="1486683"/>
                      <a:pt x="1588743" y="1414211"/>
                    </a:cubicBezTo>
                    <a:close/>
                    <a:moveTo>
                      <a:pt x="1982320" y="904379"/>
                    </a:moveTo>
                    <a:cubicBezTo>
                      <a:pt x="2575020" y="904379"/>
                      <a:pt x="3055498" y="1384857"/>
                      <a:pt x="3055498" y="1977557"/>
                    </a:cubicBezTo>
                    <a:cubicBezTo>
                      <a:pt x="3055498" y="2570257"/>
                      <a:pt x="2575020" y="3050735"/>
                      <a:pt x="1982320" y="3050735"/>
                    </a:cubicBezTo>
                    <a:cubicBezTo>
                      <a:pt x="1389620" y="3050735"/>
                      <a:pt x="909142" y="2570257"/>
                      <a:pt x="909142" y="1977557"/>
                    </a:cubicBezTo>
                    <a:cubicBezTo>
                      <a:pt x="909142" y="1384857"/>
                      <a:pt x="1389620" y="904379"/>
                      <a:pt x="1982320" y="904379"/>
                    </a:cubicBezTo>
                    <a:close/>
                    <a:moveTo>
                      <a:pt x="1982320" y="537397"/>
                    </a:moveTo>
                    <a:cubicBezTo>
                      <a:pt x="1186942" y="537397"/>
                      <a:pt x="542160" y="1182179"/>
                      <a:pt x="542160" y="1977557"/>
                    </a:cubicBezTo>
                    <a:cubicBezTo>
                      <a:pt x="542160" y="2772935"/>
                      <a:pt x="1186942" y="3417717"/>
                      <a:pt x="1982320" y="3417717"/>
                    </a:cubicBezTo>
                    <a:cubicBezTo>
                      <a:pt x="2777698" y="3417717"/>
                      <a:pt x="3422480" y="2772935"/>
                      <a:pt x="3422480" y="1977557"/>
                    </a:cubicBezTo>
                    <a:cubicBezTo>
                      <a:pt x="3422480" y="1182179"/>
                      <a:pt x="2777698" y="537397"/>
                      <a:pt x="1982320" y="537397"/>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299" name="Google Shape;1299;p44"/>
              <p:cNvSpPr/>
              <p:nvPr/>
            </p:nvSpPr>
            <p:spPr>
              <a:xfrm flipH="1">
                <a:off x="7608791" y="4297323"/>
                <a:ext cx="336694" cy="323742"/>
              </a:xfrm>
              <a:custGeom>
                <a:rect b="b" l="l" r="r" t="t"/>
                <a:pathLst>
                  <a:path extrusionOk="0" h="3817544" w="3948393">
                    <a:moveTo>
                      <a:pt x="1888045" y="2370407"/>
                    </a:moveTo>
                    <a:lnTo>
                      <a:pt x="1180379" y="2998560"/>
                    </a:lnTo>
                    <a:lnTo>
                      <a:pt x="695350" y="2712314"/>
                    </a:lnTo>
                    <a:lnTo>
                      <a:pt x="703301" y="3014463"/>
                    </a:lnTo>
                    <a:lnTo>
                      <a:pt x="1888044" y="3817544"/>
                    </a:lnTo>
                    <a:cubicBezTo>
                      <a:pt x="1885393" y="3356368"/>
                      <a:pt x="1874793" y="2911096"/>
                      <a:pt x="1888045" y="2370407"/>
                    </a:cubicBezTo>
                    <a:close/>
                    <a:moveTo>
                      <a:pt x="2059390" y="2370407"/>
                    </a:moveTo>
                    <a:cubicBezTo>
                      <a:pt x="2072642" y="2911096"/>
                      <a:pt x="2062042" y="3356368"/>
                      <a:pt x="2059391" y="3817544"/>
                    </a:cubicBezTo>
                    <a:lnTo>
                      <a:pt x="3244134" y="3014463"/>
                    </a:lnTo>
                    <a:lnTo>
                      <a:pt x="3252085" y="2712314"/>
                    </a:lnTo>
                    <a:lnTo>
                      <a:pt x="2767056" y="2998560"/>
                    </a:lnTo>
                    <a:close/>
                    <a:moveTo>
                      <a:pt x="733907" y="1451867"/>
                    </a:moveTo>
                    <a:lnTo>
                      <a:pt x="0" y="2113471"/>
                    </a:lnTo>
                    <a:lnTo>
                      <a:pt x="1170450" y="2848461"/>
                    </a:lnTo>
                    <a:lnTo>
                      <a:pt x="1919327" y="2170968"/>
                    </a:lnTo>
                    <a:close/>
                    <a:moveTo>
                      <a:pt x="3206900" y="1451867"/>
                    </a:moveTo>
                    <a:lnTo>
                      <a:pt x="2021479" y="2170968"/>
                    </a:lnTo>
                    <a:lnTo>
                      <a:pt x="2770356" y="2848461"/>
                    </a:lnTo>
                    <a:lnTo>
                      <a:pt x="3940806" y="2113471"/>
                    </a:lnTo>
                    <a:close/>
                    <a:moveTo>
                      <a:pt x="1195981" y="0"/>
                    </a:moveTo>
                    <a:lnTo>
                      <a:pt x="10560" y="719101"/>
                    </a:lnTo>
                    <a:lnTo>
                      <a:pt x="759438" y="1396594"/>
                    </a:lnTo>
                    <a:lnTo>
                      <a:pt x="1929887" y="661605"/>
                    </a:lnTo>
                    <a:close/>
                    <a:moveTo>
                      <a:pt x="2762973" y="0"/>
                    </a:moveTo>
                    <a:lnTo>
                      <a:pt x="2029067" y="661605"/>
                    </a:lnTo>
                    <a:lnTo>
                      <a:pt x="3199516" y="1396594"/>
                    </a:lnTo>
                    <a:lnTo>
                      <a:pt x="3948393" y="719101"/>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sp>
          <p:nvSpPr>
            <p:cNvPr id="1300" name="Google Shape;1300;p44"/>
            <p:cNvSpPr/>
            <p:nvPr/>
          </p:nvSpPr>
          <p:spPr>
            <a:xfrm>
              <a:off x="7350231" y="1734252"/>
              <a:ext cx="4243993" cy="4243993"/>
            </a:xfrm>
            <a:prstGeom prst="donut">
              <a:avLst>
                <a:gd fmla="val 14003" name="adj"/>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grpSp>
          <p:nvGrpSpPr>
            <p:cNvPr id="1301" name="Google Shape;1301;p44"/>
            <p:cNvGrpSpPr/>
            <p:nvPr/>
          </p:nvGrpSpPr>
          <p:grpSpPr>
            <a:xfrm>
              <a:off x="7907899" y="2308624"/>
              <a:ext cx="4313146" cy="4771421"/>
              <a:chOff x="7907899" y="2308624"/>
              <a:chExt cx="4313146" cy="4771421"/>
            </a:xfrm>
          </p:grpSpPr>
          <p:sp>
            <p:nvSpPr>
              <p:cNvPr id="1302" name="Google Shape;1302;p44"/>
              <p:cNvSpPr/>
              <p:nvPr/>
            </p:nvSpPr>
            <p:spPr>
              <a:xfrm rot="8348922">
                <a:off x="11198871" y="4958370"/>
                <a:ext cx="306777" cy="2301677"/>
              </a:xfrm>
              <a:custGeom>
                <a:rect b="b" l="l" r="r" t="t"/>
                <a:pathLst>
                  <a:path extrusionOk="0" h="2109330" w="281140">
                    <a:moveTo>
                      <a:pt x="0" y="2109328"/>
                    </a:moveTo>
                    <a:lnTo>
                      <a:pt x="0" y="0"/>
                    </a:lnTo>
                    <a:lnTo>
                      <a:pt x="281140" y="243113"/>
                    </a:lnTo>
                    <a:lnTo>
                      <a:pt x="281140" y="2109330"/>
                    </a:lnTo>
                    <a:close/>
                  </a:path>
                </a:pathLst>
              </a:custGeom>
              <a:solidFill>
                <a:srgbClr val="3F3F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303" name="Google Shape;1303;p44"/>
              <p:cNvSpPr/>
              <p:nvPr/>
            </p:nvSpPr>
            <p:spPr>
              <a:xfrm>
                <a:off x="7907899" y="2308624"/>
                <a:ext cx="3099805" cy="3099806"/>
              </a:xfrm>
              <a:prstGeom prst="donut">
                <a:avLst>
                  <a:gd fmla="val 3665" name="adj"/>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304" name="Google Shape;1304;p44"/>
              <p:cNvSpPr/>
              <p:nvPr/>
            </p:nvSpPr>
            <p:spPr>
              <a:xfrm rot="8399802">
                <a:off x="10257449" y="4979836"/>
                <a:ext cx="498891" cy="307559"/>
              </a:xfrm>
              <a:prstGeom prst="round2SameRect">
                <a:avLst>
                  <a:gd fmla="val 31004" name="adj1"/>
                  <a:gd fmla="val 0" name="adj2"/>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grpSp>
        <p:grpSp>
          <p:nvGrpSpPr>
            <p:cNvPr id="1305" name="Google Shape;1305;p44"/>
            <p:cNvGrpSpPr/>
            <p:nvPr/>
          </p:nvGrpSpPr>
          <p:grpSpPr>
            <a:xfrm>
              <a:off x="8045579" y="2409380"/>
              <a:ext cx="2811142" cy="2844985"/>
              <a:chOff x="8045579" y="2409380"/>
              <a:chExt cx="2811142" cy="2844985"/>
            </a:xfrm>
          </p:grpSpPr>
          <p:sp>
            <p:nvSpPr>
              <p:cNvPr id="1306" name="Google Shape;1306;p44"/>
              <p:cNvSpPr/>
              <p:nvPr/>
            </p:nvSpPr>
            <p:spPr>
              <a:xfrm>
                <a:off x="10509374" y="3444941"/>
                <a:ext cx="343339" cy="343339"/>
              </a:xfrm>
              <a:custGeom>
                <a:rect b="b" l="l" r="r" t="t"/>
                <a:pathLst>
                  <a:path extrusionOk="0" h="2700265" w="2376266">
                    <a:moveTo>
                      <a:pt x="1656387" y="1972892"/>
                    </a:moveTo>
                    <a:cubicBezTo>
                      <a:pt x="1611887" y="1973356"/>
                      <a:pt x="1563385" y="2005080"/>
                      <a:pt x="1534629" y="2057337"/>
                    </a:cubicBezTo>
                    <a:cubicBezTo>
                      <a:pt x="1496288" y="2127013"/>
                      <a:pt x="1507568" y="2206808"/>
                      <a:pt x="1559826" y="2235565"/>
                    </a:cubicBezTo>
                    <a:cubicBezTo>
                      <a:pt x="1612084" y="2264320"/>
                      <a:pt x="1685527" y="2231149"/>
                      <a:pt x="1723869" y="2161473"/>
                    </a:cubicBezTo>
                    <a:cubicBezTo>
                      <a:pt x="1762211" y="2091796"/>
                      <a:pt x="1750931" y="2012000"/>
                      <a:pt x="1698673" y="1983245"/>
                    </a:cubicBezTo>
                    <a:cubicBezTo>
                      <a:pt x="1685608" y="1976055"/>
                      <a:pt x="1671220" y="1972736"/>
                      <a:pt x="1656387" y="1972892"/>
                    </a:cubicBezTo>
                    <a:close/>
                    <a:moveTo>
                      <a:pt x="312688" y="1634792"/>
                    </a:moveTo>
                    <a:cubicBezTo>
                      <a:pt x="281116" y="1626772"/>
                      <a:pt x="249981" y="1631172"/>
                      <a:pt x="226763" y="1649891"/>
                    </a:cubicBezTo>
                    <a:cubicBezTo>
                      <a:pt x="180329" y="1687329"/>
                      <a:pt x="183153" y="1767868"/>
                      <a:pt x="233071" y="1829780"/>
                    </a:cubicBezTo>
                    <a:cubicBezTo>
                      <a:pt x="282989" y="1891692"/>
                      <a:pt x="361097" y="1911533"/>
                      <a:pt x="407532" y="1874094"/>
                    </a:cubicBezTo>
                    <a:cubicBezTo>
                      <a:pt x="453966" y="1836657"/>
                      <a:pt x="451142" y="1756118"/>
                      <a:pt x="401224" y="1694205"/>
                    </a:cubicBezTo>
                    <a:cubicBezTo>
                      <a:pt x="376265" y="1663249"/>
                      <a:pt x="344258" y="1642811"/>
                      <a:pt x="312688" y="1634792"/>
                    </a:cubicBezTo>
                    <a:close/>
                    <a:moveTo>
                      <a:pt x="1869299" y="1519920"/>
                    </a:moveTo>
                    <a:cubicBezTo>
                      <a:pt x="1824865" y="1522388"/>
                      <a:pt x="1777842" y="1556264"/>
                      <a:pt x="1751468" y="1609764"/>
                    </a:cubicBezTo>
                    <a:cubicBezTo>
                      <a:pt x="1716305" y="1681096"/>
                      <a:pt x="1731168" y="1760303"/>
                      <a:pt x="1784668" y="1786676"/>
                    </a:cubicBezTo>
                    <a:cubicBezTo>
                      <a:pt x="1838168" y="1813049"/>
                      <a:pt x="1910044" y="1776602"/>
                      <a:pt x="1945208" y="1705269"/>
                    </a:cubicBezTo>
                    <a:cubicBezTo>
                      <a:pt x="1980371" y="1633937"/>
                      <a:pt x="1965508" y="1554730"/>
                      <a:pt x="1912008" y="1528357"/>
                    </a:cubicBezTo>
                    <a:cubicBezTo>
                      <a:pt x="1898633" y="1521764"/>
                      <a:pt x="1884109" y="1519097"/>
                      <a:pt x="1869299" y="1519920"/>
                    </a:cubicBezTo>
                    <a:close/>
                    <a:moveTo>
                      <a:pt x="741251" y="1329992"/>
                    </a:moveTo>
                    <a:cubicBezTo>
                      <a:pt x="709680" y="1321974"/>
                      <a:pt x="678544" y="1326372"/>
                      <a:pt x="655326" y="1345092"/>
                    </a:cubicBezTo>
                    <a:cubicBezTo>
                      <a:pt x="608892" y="1382530"/>
                      <a:pt x="611716" y="1463069"/>
                      <a:pt x="661634" y="1524981"/>
                    </a:cubicBezTo>
                    <a:cubicBezTo>
                      <a:pt x="711552" y="1586893"/>
                      <a:pt x="789660" y="1606734"/>
                      <a:pt x="836094" y="1569294"/>
                    </a:cubicBezTo>
                    <a:cubicBezTo>
                      <a:pt x="882529" y="1531856"/>
                      <a:pt x="879704" y="1451317"/>
                      <a:pt x="829787" y="1389406"/>
                    </a:cubicBezTo>
                    <a:cubicBezTo>
                      <a:pt x="804828" y="1358450"/>
                      <a:pt x="772822" y="1338012"/>
                      <a:pt x="741251" y="1329992"/>
                    </a:cubicBezTo>
                    <a:close/>
                    <a:moveTo>
                      <a:pt x="2079316" y="1065457"/>
                    </a:moveTo>
                    <a:cubicBezTo>
                      <a:pt x="2035146" y="1070876"/>
                      <a:pt x="1990481" y="1107807"/>
                      <a:pt x="1967725" y="1162943"/>
                    </a:cubicBezTo>
                    <a:cubicBezTo>
                      <a:pt x="1937386" y="1236457"/>
                      <a:pt x="1957487" y="1314499"/>
                      <a:pt x="2012623" y="1337253"/>
                    </a:cubicBezTo>
                    <a:cubicBezTo>
                      <a:pt x="2067759" y="1360009"/>
                      <a:pt x="2137051" y="1318860"/>
                      <a:pt x="2167391" y="1245345"/>
                    </a:cubicBezTo>
                    <a:cubicBezTo>
                      <a:pt x="2197730" y="1171831"/>
                      <a:pt x="2177629" y="1093789"/>
                      <a:pt x="2122493" y="1071035"/>
                    </a:cubicBezTo>
                    <a:cubicBezTo>
                      <a:pt x="2108709" y="1065345"/>
                      <a:pt x="2094040" y="1063650"/>
                      <a:pt x="2079316" y="1065457"/>
                    </a:cubicBezTo>
                    <a:close/>
                    <a:moveTo>
                      <a:pt x="0" y="654162"/>
                    </a:moveTo>
                    <a:lnTo>
                      <a:pt x="1082073" y="1244384"/>
                    </a:lnTo>
                    <a:lnTo>
                      <a:pt x="1121421" y="2700265"/>
                    </a:lnTo>
                    <a:lnTo>
                      <a:pt x="4918" y="1923139"/>
                    </a:lnTo>
                    <a:cubicBezTo>
                      <a:pt x="3279" y="1498508"/>
                      <a:pt x="1639" y="1073875"/>
                      <a:pt x="0" y="654162"/>
                    </a:cubicBezTo>
                    <a:close/>
                    <a:moveTo>
                      <a:pt x="2375644" y="688592"/>
                    </a:moveTo>
                    <a:lnTo>
                      <a:pt x="2360889" y="1967406"/>
                    </a:lnTo>
                    <a:lnTo>
                      <a:pt x="1293570" y="2700265"/>
                    </a:lnTo>
                    <a:lnTo>
                      <a:pt x="1249303" y="1239466"/>
                    </a:lnTo>
                    <a:close/>
                    <a:moveTo>
                      <a:pt x="1214923" y="371219"/>
                    </a:moveTo>
                    <a:cubicBezTo>
                      <a:pt x="1197013" y="368793"/>
                      <a:pt x="1177834" y="369067"/>
                      <a:pt x="1158247" y="372480"/>
                    </a:cubicBezTo>
                    <a:cubicBezTo>
                      <a:pt x="1079899" y="386133"/>
                      <a:pt x="1024686" y="444836"/>
                      <a:pt x="1034926" y="503598"/>
                    </a:cubicBezTo>
                    <a:cubicBezTo>
                      <a:pt x="1045165" y="562359"/>
                      <a:pt x="1116980" y="598927"/>
                      <a:pt x="1195328" y="585274"/>
                    </a:cubicBezTo>
                    <a:cubicBezTo>
                      <a:pt x="1273676" y="571621"/>
                      <a:pt x="1328889" y="512918"/>
                      <a:pt x="1318650" y="454156"/>
                    </a:cubicBezTo>
                    <a:cubicBezTo>
                      <a:pt x="1310970" y="410086"/>
                      <a:pt x="1268654" y="378499"/>
                      <a:pt x="1214923" y="371219"/>
                    </a:cubicBezTo>
                    <a:close/>
                    <a:moveTo>
                      <a:pt x="1185985" y="0"/>
                    </a:moveTo>
                    <a:lnTo>
                      <a:pt x="2376266" y="506608"/>
                    </a:lnTo>
                    <a:lnTo>
                      <a:pt x="1161392" y="1101748"/>
                    </a:lnTo>
                    <a:lnTo>
                      <a:pt x="10460" y="491852"/>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307" name="Google Shape;1307;p44"/>
              <p:cNvSpPr/>
              <p:nvPr/>
            </p:nvSpPr>
            <p:spPr>
              <a:xfrm>
                <a:off x="8174482" y="4174830"/>
                <a:ext cx="392828" cy="392828"/>
              </a:xfrm>
              <a:custGeom>
                <a:rect b="b" l="l" r="r" t="t"/>
                <a:pathLst>
                  <a:path extrusionOk="0" h="4259405" w="4088964">
                    <a:moveTo>
                      <a:pt x="1480605" y="2231940"/>
                    </a:moveTo>
                    <a:lnTo>
                      <a:pt x="1199818" y="2044620"/>
                    </a:lnTo>
                    <a:lnTo>
                      <a:pt x="761621" y="2687221"/>
                    </a:lnTo>
                    <a:cubicBezTo>
                      <a:pt x="501536" y="2652619"/>
                      <a:pt x="265323" y="2467912"/>
                      <a:pt x="39127" y="2272940"/>
                    </a:cubicBezTo>
                    <a:cubicBezTo>
                      <a:pt x="-80639" y="2070133"/>
                      <a:pt x="269496" y="1743507"/>
                      <a:pt x="374515" y="1494038"/>
                    </a:cubicBezTo>
                    <a:lnTo>
                      <a:pt x="93728" y="1306717"/>
                    </a:lnTo>
                    <a:lnTo>
                      <a:pt x="1091841" y="1312633"/>
                    </a:lnTo>
                    <a:close/>
                    <a:moveTo>
                      <a:pt x="2759566" y="226796"/>
                    </a:moveTo>
                    <a:cubicBezTo>
                      <a:pt x="2331051" y="377379"/>
                      <a:pt x="2150002" y="492309"/>
                      <a:pt x="1991062" y="643648"/>
                    </a:cubicBezTo>
                    <a:lnTo>
                      <a:pt x="1463599" y="1446568"/>
                    </a:lnTo>
                    <a:lnTo>
                      <a:pt x="610317" y="909936"/>
                    </a:lnTo>
                    <a:cubicBezTo>
                      <a:pt x="810411" y="627556"/>
                      <a:pt x="1020899" y="239191"/>
                      <a:pt x="1244930" y="61882"/>
                    </a:cubicBezTo>
                    <a:cubicBezTo>
                      <a:pt x="1491876" y="-75367"/>
                      <a:pt x="1697752" y="31605"/>
                      <a:pt x="2759566" y="226796"/>
                    </a:cubicBezTo>
                    <a:close/>
                    <a:moveTo>
                      <a:pt x="1722488" y="3820535"/>
                    </a:moveTo>
                    <a:cubicBezTo>
                      <a:pt x="1376925" y="3801485"/>
                      <a:pt x="936112" y="3830060"/>
                      <a:pt x="666750" y="3734810"/>
                    </a:cubicBezTo>
                    <a:cubicBezTo>
                      <a:pt x="419100" y="3598835"/>
                      <a:pt x="400050" y="3367610"/>
                      <a:pt x="0" y="2364860"/>
                    </a:cubicBezTo>
                    <a:cubicBezTo>
                      <a:pt x="355600" y="2647435"/>
                      <a:pt x="549276" y="2739510"/>
                      <a:pt x="762000" y="2793485"/>
                    </a:cubicBezTo>
                    <a:lnTo>
                      <a:pt x="1722487" y="2812535"/>
                    </a:lnTo>
                    <a:close/>
                    <a:moveTo>
                      <a:pt x="3605396" y="869465"/>
                    </a:moveTo>
                    <a:lnTo>
                      <a:pt x="3069019" y="1711228"/>
                    </a:lnTo>
                    <a:lnTo>
                      <a:pt x="2083849" y="1550906"/>
                    </a:lnTo>
                    <a:lnTo>
                      <a:pt x="2391902" y="1412941"/>
                    </a:lnTo>
                    <a:lnTo>
                      <a:pt x="2081217" y="699900"/>
                    </a:lnTo>
                    <a:cubicBezTo>
                      <a:pt x="2248971" y="498156"/>
                      <a:pt x="2531081" y="396532"/>
                      <a:pt x="2816547" y="308854"/>
                    </a:cubicBezTo>
                    <a:cubicBezTo>
                      <a:pt x="3051986" y="315439"/>
                      <a:pt x="3142075" y="785719"/>
                      <a:pt x="3297344" y="1007430"/>
                    </a:cubicBezTo>
                    <a:close/>
                    <a:moveTo>
                      <a:pt x="3222215" y="3788662"/>
                    </a:moveTo>
                    <a:cubicBezTo>
                      <a:pt x="3089072" y="3954283"/>
                      <a:pt x="2662122" y="3869088"/>
                      <a:pt x="2413930" y="3921936"/>
                    </a:cubicBezTo>
                    <a:lnTo>
                      <a:pt x="2420658" y="4259405"/>
                    </a:lnTo>
                    <a:lnTo>
                      <a:pt x="1855155" y="3436926"/>
                    </a:lnTo>
                    <a:lnTo>
                      <a:pt x="2387428" y="2592563"/>
                    </a:lnTo>
                    <a:lnTo>
                      <a:pt x="2394156" y="2930032"/>
                    </a:lnTo>
                    <a:lnTo>
                      <a:pt x="3171906" y="2922431"/>
                    </a:lnTo>
                    <a:cubicBezTo>
                      <a:pt x="3292132" y="3155642"/>
                      <a:pt x="3275533" y="3455038"/>
                      <a:pt x="3244786" y="3752078"/>
                    </a:cubicBezTo>
                    <a:cubicBezTo>
                      <a:pt x="3238662" y="3765464"/>
                      <a:pt x="3231091" y="3777620"/>
                      <a:pt x="3222215" y="3788662"/>
                    </a:cubicBezTo>
                    <a:close/>
                    <a:moveTo>
                      <a:pt x="3948285" y="2834020"/>
                    </a:moveTo>
                    <a:cubicBezTo>
                      <a:pt x="3833022" y="3018741"/>
                      <a:pt x="3639730" y="3281008"/>
                      <a:pt x="3342579" y="3731662"/>
                    </a:cubicBezTo>
                    <a:cubicBezTo>
                      <a:pt x="3371271" y="3278367"/>
                      <a:pt x="3336159" y="3066813"/>
                      <a:pt x="3258895" y="2861397"/>
                    </a:cubicBezTo>
                    <a:lnTo>
                      <a:pt x="2725671" y="2062291"/>
                    </a:lnTo>
                    <a:lnTo>
                      <a:pt x="3552883" y="1486284"/>
                    </a:lnTo>
                    <a:cubicBezTo>
                      <a:pt x="3734716" y="1780754"/>
                      <a:pt x="4010062" y="2126176"/>
                      <a:pt x="4085819" y="2401657"/>
                    </a:cubicBezTo>
                    <a:cubicBezTo>
                      <a:pt x="4100783" y="2542124"/>
                      <a:pt x="4063549" y="2649298"/>
                      <a:pt x="3948285" y="283402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308" name="Google Shape;1308;p44"/>
              <p:cNvSpPr/>
              <p:nvPr/>
            </p:nvSpPr>
            <p:spPr>
              <a:xfrm>
                <a:off x="9225535" y="2409380"/>
                <a:ext cx="393582" cy="392828"/>
              </a:xfrm>
              <a:custGeom>
                <a:rect b="b" l="l" r="r" t="t"/>
                <a:pathLst>
                  <a:path extrusionOk="0" h="4012920" w="4020621">
                    <a:moveTo>
                      <a:pt x="780213" y="3724888"/>
                    </a:moveTo>
                    <a:lnTo>
                      <a:pt x="2868445" y="3724888"/>
                    </a:lnTo>
                    <a:lnTo>
                      <a:pt x="2868445" y="4012920"/>
                    </a:lnTo>
                    <a:lnTo>
                      <a:pt x="780213" y="4012920"/>
                    </a:lnTo>
                    <a:close/>
                    <a:moveTo>
                      <a:pt x="4020621" y="2152587"/>
                    </a:moveTo>
                    <a:lnTo>
                      <a:pt x="4020621" y="3448731"/>
                    </a:lnTo>
                    <a:lnTo>
                      <a:pt x="3903908" y="3386593"/>
                    </a:lnTo>
                    <a:lnTo>
                      <a:pt x="3903908" y="2214725"/>
                    </a:lnTo>
                    <a:close/>
                    <a:moveTo>
                      <a:pt x="1582587" y="1544569"/>
                    </a:moveTo>
                    <a:cubicBezTo>
                      <a:pt x="1525677" y="1652847"/>
                      <a:pt x="1434945" y="1739939"/>
                      <a:pt x="1324158" y="1792547"/>
                    </a:cubicBezTo>
                    <a:lnTo>
                      <a:pt x="1790243" y="1792547"/>
                    </a:lnTo>
                    <a:cubicBezTo>
                      <a:pt x="1708293" y="1721838"/>
                      <a:pt x="1638004" y="1638154"/>
                      <a:pt x="1582587" y="1544569"/>
                    </a:cubicBezTo>
                    <a:close/>
                    <a:moveTo>
                      <a:pt x="1238323" y="1312673"/>
                    </a:moveTo>
                    <a:cubicBezTo>
                      <a:pt x="1173622" y="1312673"/>
                      <a:pt x="1121172" y="1365123"/>
                      <a:pt x="1121172" y="1429824"/>
                    </a:cubicBezTo>
                    <a:cubicBezTo>
                      <a:pt x="1121172" y="1494525"/>
                      <a:pt x="1173622" y="1546975"/>
                      <a:pt x="1238323" y="1546975"/>
                    </a:cubicBezTo>
                    <a:cubicBezTo>
                      <a:pt x="1303024" y="1546975"/>
                      <a:pt x="1355474" y="1494525"/>
                      <a:pt x="1355474" y="1429824"/>
                    </a:cubicBezTo>
                    <a:cubicBezTo>
                      <a:pt x="1355474" y="1365123"/>
                      <a:pt x="1303024" y="1312673"/>
                      <a:pt x="1238323" y="1312673"/>
                    </a:cubicBezTo>
                    <a:close/>
                    <a:moveTo>
                      <a:pt x="870057" y="1312673"/>
                    </a:moveTo>
                    <a:cubicBezTo>
                      <a:pt x="805356" y="1312673"/>
                      <a:pt x="752906" y="1365123"/>
                      <a:pt x="752906" y="1429824"/>
                    </a:cubicBezTo>
                    <a:cubicBezTo>
                      <a:pt x="752906" y="1494525"/>
                      <a:pt x="805356" y="1546975"/>
                      <a:pt x="870057" y="1546975"/>
                    </a:cubicBezTo>
                    <a:cubicBezTo>
                      <a:pt x="934758" y="1546975"/>
                      <a:pt x="987208" y="1494525"/>
                      <a:pt x="987208" y="1429824"/>
                    </a:cubicBezTo>
                    <a:cubicBezTo>
                      <a:pt x="987208" y="1365123"/>
                      <a:pt x="934758" y="1312673"/>
                      <a:pt x="870057" y="1312673"/>
                    </a:cubicBezTo>
                    <a:close/>
                    <a:moveTo>
                      <a:pt x="2775838" y="1127627"/>
                    </a:moveTo>
                    <a:cubicBezTo>
                      <a:pt x="2666578" y="1127627"/>
                      <a:pt x="2578006" y="1216199"/>
                      <a:pt x="2578006" y="1325459"/>
                    </a:cubicBezTo>
                    <a:cubicBezTo>
                      <a:pt x="2578006" y="1434719"/>
                      <a:pt x="2666578" y="1523291"/>
                      <a:pt x="2775838" y="1523291"/>
                    </a:cubicBezTo>
                    <a:cubicBezTo>
                      <a:pt x="2885098" y="1523291"/>
                      <a:pt x="2973670" y="1434719"/>
                      <a:pt x="2973670" y="1325459"/>
                    </a:cubicBezTo>
                    <a:cubicBezTo>
                      <a:pt x="2973670" y="1216199"/>
                      <a:pt x="2885098" y="1127627"/>
                      <a:pt x="2775838" y="1127627"/>
                    </a:cubicBezTo>
                    <a:close/>
                    <a:moveTo>
                      <a:pt x="2153949" y="1127627"/>
                    </a:moveTo>
                    <a:cubicBezTo>
                      <a:pt x="2044689" y="1127627"/>
                      <a:pt x="1956117" y="1216199"/>
                      <a:pt x="1956117" y="1325459"/>
                    </a:cubicBezTo>
                    <a:cubicBezTo>
                      <a:pt x="1956117" y="1434719"/>
                      <a:pt x="2044689" y="1523291"/>
                      <a:pt x="2153949" y="1523291"/>
                    </a:cubicBezTo>
                    <a:cubicBezTo>
                      <a:pt x="2263209" y="1523291"/>
                      <a:pt x="2351781" y="1434719"/>
                      <a:pt x="2351781" y="1325459"/>
                    </a:cubicBezTo>
                    <a:cubicBezTo>
                      <a:pt x="2351781" y="1216199"/>
                      <a:pt x="2263209" y="1127627"/>
                      <a:pt x="2153949" y="1127627"/>
                    </a:cubicBezTo>
                    <a:close/>
                    <a:moveTo>
                      <a:pt x="1238323" y="956510"/>
                    </a:moveTo>
                    <a:cubicBezTo>
                      <a:pt x="1173622" y="956510"/>
                      <a:pt x="1121172" y="1008960"/>
                      <a:pt x="1121172" y="1073661"/>
                    </a:cubicBezTo>
                    <a:cubicBezTo>
                      <a:pt x="1121172" y="1138362"/>
                      <a:pt x="1173622" y="1190812"/>
                      <a:pt x="1238323" y="1190812"/>
                    </a:cubicBezTo>
                    <a:cubicBezTo>
                      <a:pt x="1303024" y="1190812"/>
                      <a:pt x="1355474" y="1138362"/>
                      <a:pt x="1355474" y="1073661"/>
                    </a:cubicBezTo>
                    <a:cubicBezTo>
                      <a:pt x="1355474" y="1008960"/>
                      <a:pt x="1303024" y="956510"/>
                      <a:pt x="1238323" y="956510"/>
                    </a:cubicBezTo>
                    <a:close/>
                    <a:moveTo>
                      <a:pt x="870057" y="956510"/>
                    </a:moveTo>
                    <a:cubicBezTo>
                      <a:pt x="805356" y="956510"/>
                      <a:pt x="752906" y="1008960"/>
                      <a:pt x="752906" y="1073661"/>
                    </a:cubicBezTo>
                    <a:cubicBezTo>
                      <a:pt x="752906" y="1138362"/>
                      <a:pt x="805356" y="1190812"/>
                      <a:pt x="870057" y="1190812"/>
                    </a:cubicBezTo>
                    <a:cubicBezTo>
                      <a:pt x="934758" y="1190812"/>
                      <a:pt x="987208" y="1138362"/>
                      <a:pt x="987208" y="1073661"/>
                    </a:cubicBezTo>
                    <a:cubicBezTo>
                      <a:pt x="987208" y="1008960"/>
                      <a:pt x="934758" y="956510"/>
                      <a:pt x="870057" y="956510"/>
                    </a:cubicBezTo>
                    <a:close/>
                    <a:moveTo>
                      <a:pt x="2775838" y="526176"/>
                    </a:moveTo>
                    <a:cubicBezTo>
                      <a:pt x="2666578" y="526176"/>
                      <a:pt x="2578006" y="614748"/>
                      <a:pt x="2578006" y="724008"/>
                    </a:cubicBezTo>
                    <a:cubicBezTo>
                      <a:pt x="2578006" y="833268"/>
                      <a:pt x="2666578" y="921840"/>
                      <a:pt x="2775838" y="921840"/>
                    </a:cubicBezTo>
                    <a:cubicBezTo>
                      <a:pt x="2885098" y="921840"/>
                      <a:pt x="2973670" y="833268"/>
                      <a:pt x="2973670" y="724008"/>
                    </a:cubicBezTo>
                    <a:cubicBezTo>
                      <a:pt x="2973670" y="614748"/>
                      <a:pt x="2885098" y="526176"/>
                      <a:pt x="2775838" y="526176"/>
                    </a:cubicBezTo>
                    <a:close/>
                    <a:moveTo>
                      <a:pt x="2153949" y="526176"/>
                    </a:moveTo>
                    <a:cubicBezTo>
                      <a:pt x="2044689" y="526176"/>
                      <a:pt x="1956117" y="614748"/>
                      <a:pt x="1956117" y="724008"/>
                    </a:cubicBezTo>
                    <a:cubicBezTo>
                      <a:pt x="1956117" y="833268"/>
                      <a:pt x="2044689" y="921840"/>
                      <a:pt x="2153949" y="921840"/>
                    </a:cubicBezTo>
                    <a:cubicBezTo>
                      <a:pt x="2263209" y="921840"/>
                      <a:pt x="2351781" y="833268"/>
                      <a:pt x="2351781" y="724008"/>
                    </a:cubicBezTo>
                    <a:cubicBezTo>
                      <a:pt x="2351781" y="614748"/>
                      <a:pt x="2263209" y="526176"/>
                      <a:pt x="2153949" y="526176"/>
                    </a:cubicBezTo>
                    <a:close/>
                    <a:moveTo>
                      <a:pt x="2464893" y="0"/>
                    </a:moveTo>
                    <a:cubicBezTo>
                      <a:pt x="3030837" y="0"/>
                      <a:pt x="3489626" y="458789"/>
                      <a:pt x="3489626" y="1024733"/>
                    </a:cubicBezTo>
                    <a:cubicBezTo>
                      <a:pt x="3489626" y="1442455"/>
                      <a:pt x="3239684" y="1801800"/>
                      <a:pt x="2880320" y="1959209"/>
                    </a:cubicBezTo>
                    <a:lnTo>
                      <a:pt x="2880320" y="2008571"/>
                    </a:lnTo>
                    <a:lnTo>
                      <a:pt x="3250857" y="2008571"/>
                    </a:lnTo>
                    <a:lnTo>
                      <a:pt x="3250857" y="2359970"/>
                    </a:lnTo>
                    <a:lnTo>
                      <a:pt x="3437294" y="2359970"/>
                    </a:lnTo>
                    <a:lnTo>
                      <a:pt x="3437294" y="2360694"/>
                    </a:lnTo>
                    <a:lnTo>
                      <a:pt x="3852060" y="2233461"/>
                    </a:lnTo>
                    <a:lnTo>
                      <a:pt x="3852060" y="3367858"/>
                    </a:lnTo>
                    <a:lnTo>
                      <a:pt x="3437294" y="3240624"/>
                    </a:lnTo>
                    <a:lnTo>
                      <a:pt x="3437294" y="3241349"/>
                    </a:lnTo>
                    <a:lnTo>
                      <a:pt x="3250857" y="3241349"/>
                    </a:lnTo>
                    <a:lnTo>
                      <a:pt x="3250857" y="3633063"/>
                    </a:lnTo>
                    <a:lnTo>
                      <a:pt x="298529" y="3633063"/>
                    </a:lnTo>
                    <a:lnTo>
                      <a:pt x="298529" y="2431730"/>
                    </a:lnTo>
                    <a:lnTo>
                      <a:pt x="0" y="2008571"/>
                    </a:lnTo>
                    <a:lnTo>
                      <a:pt x="298529" y="2008571"/>
                    </a:lnTo>
                    <a:lnTo>
                      <a:pt x="792088" y="2008571"/>
                    </a:lnTo>
                    <a:lnTo>
                      <a:pt x="792088" y="1796817"/>
                    </a:lnTo>
                    <a:cubicBezTo>
                      <a:pt x="587745" y="1700755"/>
                      <a:pt x="447370" y="1492642"/>
                      <a:pt x="447370" y="1251742"/>
                    </a:cubicBezTo>
                    <a:cubicBezTo>
                      <a:pt x="447370" y="916605"/>
                      <a:pt x="719053" y="644923"/>
                      <a:pt x="1054190" y="644923"/>
                    </a:cubicBezTo>
                    <a:cubicBezTo>
                      <a:pt x="1212753" y="644923"/>
                      <a:pt x="1357112" y="705740"/>
                      <a:pt x="1463939" y="806702"/>
                    </a:cubicBezTo>
                    <a:cubicBezTo>
                      <a:pt x="1563407" y="345444"/>
                      <a:pt x="1973809" y="0"/>
                      <a:pt x="2464893"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309" name="Google Shape;1309;p44"/>
              <p:cNvSpPr/>
              <p:nvPr/>
            </p:nvSpPr>
            <p:spPr>
              <a:xfrm rot="9900000">
                <a:off x="10073915" y="2714730"/>
                <a:ext cx="351357" cy="423598"/>
              </a:xfrm>
              <a:custGeom>
                <a:rect b="b" l="l" r="r" t="t"/>
                <a:pathLst>
                  <a:path extrusionOk="0" h="4064034" w="3370953">
                    <a:moveTo>
                      <a:pt x="307836" y="3226369"/>
                    </a:moveTo>
                    <a:lnTo>
                      <a:pt x="307836" y="2810144"/>
                    </a:lnTo>
                    <a:lnTo>
                      <a:pt x="1258549" y="2810144"/>
                    </a:lnTo>
                    <a:lnTo>
                      <a:pt x="1331954" y="2516524"/>
                    </a:lnTo>
                    <a:lnTo>
                      <a:pt x="1639161" y="2516524"/>
                    </a:lnTo>
                    <a:lnTo>
                      <a:pt x="1806826" y="1890788"/>
                    </a:lnTo>
                    <a:cubicBezTo>
                      <a:pt x="1709407" y="1836984"/>
                      <a:pt x="1651662" y="1730051"/>
                      <a:pt x="1660897" y="1618049"/>
                    </a:cubicBezTo>
                    <a:lnTo>
                      <a:pt x="497736" y="946498"/>
                    </a:lnTo>
                    <a:lnTo>
                      <a:pt x="415801" y="1252284"/>
                    </a:lnTo>
                    <a:cubicBezTo>
                      <a:pt x="388670" y="1353539"/>
                      <a:pt x="284592" y="1413628"/>
                      <a:pt x="183338" y="1386497"/>
                    </a:cubicBezTo>
                    <a:lnTo>
                      <a:pt x="0" y="1337372"/>
                    </a:lnTo>
                    <a:lnTo>
                      <a:pt x="358348" y="0"/>
                    </a:lnTo>
                    <a:lnTo>
                      <a:pt x="541685" y="49125"/>
                    </a:lnTo>
                    <a:cubicBezTo>
                      <a:pt x="642940" y="76256"/>
                      <a:pt x="703029" y="180334"/>
                      <a:pt x="675898" y="281588"/>
                    </a:cubicBezTo>
                    <a:lnTo>
                      <a:pt x="574914" y="658466"/>
                    </a:lnTo>
                    <a:lnTo>
                      <a:pt x="1826395" y="1381009"/>
                    </a:lnTo>
                    <a:cubicBezTo>
                      <a:pt x="1885142" y="1352063"/>
                      <a:pt x="1954182" y="1344264"/>
                      <a:pt x="2022379" y="1362537"/>
                    </a:cubicBezTo>
                    <a:cubicBezTo>
                      <a:pt x="2176035" y="1403709"/>
                      <a:pt x="2267221" y="1561647"/>
                      <a:pt x="2226049" y="1715303"/>
                    </a:cubicBezTo>
                    <a:cubicBezTo>
                      <a:pt x="2207347" y="1785100"/>
                      <a:pt x="2164552" y="1842007"/>
                      <a:pt x="2108323" y="1878457"/>
                    </a:cubicBezTo>
                    <a:lnTo>
                      <a:pt x="1937353" y="2516524"/>
                    </a:lnTo>
                    <a:lnTo>
                      <a:pt x="2236046" y="2516524"/>
                    </a:lnTo>
                    <a:lnTo>
                      <a:pt x="2309451" y="2810144"/>
                    </a:lnTo>
                    <a:lnTo>
                      <a:pt x="2828116" y="2810144"/>
                    </a:lnTo>
                    <a:lnTo>
                      <a:pt x="2828116" y="2930119"/>
                    </a:lnTo>
                    <a:lnTo>
                      <a:pt x="2945247" y="2930119"/>
                    </a:lnTo>
                    <a:lnTo>
                      <a:pt x="3109201" y="2856867"/>
                    </a:lnTo>
                    <a:cubicBezTo>
                      <a:pt x="3112004" y="2849082"/>
                      <a:pt x="3119624" y="2844415"/>
                      <a:pt x="3128335" y="2844415"/>
                    </a:cubicBezTo>
                    <a:lnTo>
                      <a:pt x="3223771" y="2844415"/>
                    </a:lnTo>
                    <a:cubicBezTo>
                      <a:pt x="3236949" y="2844415"/>
                      <a:pt x="3247631" y="2855097"/>
                      <a:pt x="3247631" y="2868275"/>
                    </a:cubicBezTo>
                    <a:lnTo>
                      <a:pt x="3247631" y="3606750"/>
                    </a:lnTo>
                    <a:cubicBezTo>
                      <a:pt x="3247631" y="3619928"/>
                      <a:pt x="3236949" y="3630610"/>
                      <a:pt x="3223771" y="3630610"/>
                    </a:cubicBezTo>
                    <a:lnTo>
                      <a:pt x="3128335" y="3630610"/>
                    </a:lnTo>
                    <a:cubicBezTo>
                      <a:pt x="3120852" y="3630610"/>
                      <a:pt x="3114174" y="3627166"/>
                      <a:pt x="3110472" y="3621230"/>
                    </a:cubicBezTo>
                    <a:lnTo>
                      <a:pt x="3110472" y="3624351"/>
                    </a:lnTo>
                    <a:lnTo>
                      <a:pt x="2954172" y="3554518"/>
                    </a:lnTo>
                    <a:lnTo>
                      <a:pt x="2954172" y="3558788"/>
                    </a:lnTo>
                    <a:lnTo>
                      <a:pt x="2828116" y="3558788"/>
                    </a:lnTo>
                    <a:lnTo>
                      <a:pt x="2828116" y="3630610"/>
                    </a:lnTo>
                    <a:lnTo>
                      <a:pt x="2038337" y="3226369"/>
                    </a:lnTo>
                    <a:close/>
                    <a:moveTo>
                      <a:pt x="77048" y="4064034"/>
                    </a:moveTo>
                    <a:lnTo>
                      <a:pt x="77048" y="3342578"/>
                    </a:lnTo>
                    <a:lnTo>
                      <a:pt x="2050947" y="3342578"/>
                    </a:lnTo>
                    <a:lnTo>
                      <a:pt x="3370953" y="4058524"/>
                    </a:lnTo>
                    <a:lnTo>
                      <a:pt x="3370953" y="4064034"/>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310" name="Google Shape;1310;p44"/>
              <p:cNvSpPr/>
              <p:nvPr/>
            </p:nvSpPr>
            <p:spPr>
              <a:xfrm rot="3600000">
                <a:off x="8507130" y="4424299"/>
                <a:ext cx="162074" cy="478539"/>
              </a:xfrm>
              <a:custGeom>
                <a:rect b="b" l="l" r="r" t="t"/>
                <a:pathLst>
                  <a:path extrusionOk="0" h="3920353" w="1327763">
                    <a:moveTo>
                      <a:pt x="483881" y="2840232"/>
                    </a:moveTo>
                    <a:lnTo>
                      <a:pt x="843881" y="2840232"/>
                    </a:lnTo>
                    <a:lnTo>
                      <a:pt x="843881" y="3920353"/>
                    </a:lnTo>
                    <a:lnTo>
                      <a:pt x="483881" y="3920353"/>
                    </a:lnTo>
                    <a:close/>
                    <a:moveTo>
                      <a:pt x="757697" y="168239"/>
                    </a:moveTo>
                    <a:lnTo>
                      <a:pt x="757697" y="384263"/>
                    </a:lnTo>
                    <a:lnTo>
                      <a:pt x="930062" y="384263"/>
                    </a:lnTo>
                    <a:lnTo>
                      <a:pt x="930062" y="168239"/>
                    </a:lnTo>
                    <a:close/>
                    <a:moveTo>
                      <a:pt x="432932" y="168239"/>
                    </a:moveTo>
                    <a:lnTo>
                      <a:pt x="432932" y="384263"/>
                    </a:lnTo>
                    <a:lnTo>
                      <a:pt x="605297" y="384263"/>
                    </a:lnTo>
                    <a:lnTo>
                      <a:pt x="605297" y="168239"/>
                    </a:lnTo>
                    <a:close/>
                    <a:moveTo>
                      <a:pt x="168643" y="0"/>
                    </a:moveTo>
                    <a:lnTo>
                      <a:pt x="1159119" y="0"/>
                    </a:lnTo>
                    <a:lnTo>
                      <a:pt x="1159119" y="539093"/>
                    </a:lnTo>
                    <a:lnTo>
                      <a:pt x="1327763" y="539093"/>
                    </a:lnTo>
                    <a:lnTo>
                      <a:pt x="1327763" y="2245406"/>
                    </a:lnTo>
                    <a:lnTo>
                      <a:pt x="1318300" y="2245406"/>
                    </a:lnTo>
                    <a:lnTo>
                      <a:pt x="1127664" y="2719000"/>
                    </a:lnTo>
                    <a:lnTo>
                      <a:pt x="200100" y="2719000"/>
                    </a:lnTo>
                    <a:lnTo>
                      <a:pt x="9464" y="2245406"/>
                    </a:lnTo>
                    <a:lnTo>
                      <a:pt x="0" y="2245406"/>
                    </a:lnTo>
                    <a:lnTo>
                      <a:pt x="0" y="539093"/>
                    </a:lnTo>
                    <a:lnTo>
                      <a:pt x="168643" y="539093"/>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311" name="Google Shape;1311;p44"/>
              <p:cNvSpPr/>
              <p:nvPr/>
            </p:nvSpPr>
            <p:spPr>
              <a:xfrm>
                <a:off x="8045579" y="3848133"/>
                <a:ext cx="330939" cy="260933"/>
              </a:xfrm>
              <a:custGeom>
                <a:rect b="b" l="l" r="r" t="t"/>
                <a:pathLst>
                  <a:path extrusionOk="0" h="2952328" w="3744416">
                    <a:moveTo>
                      <a:pt x="184806" y="576064"/>
                    </a:moveTo>
                    <a:lnTo>
                      <a:pt x="895314" y="576064"/>
                    </a:lnTo>
                    <a:cubicBezTo>
                      <a:pt x="997380" y="576064"/>
                      <a:pt x="1080120" y="658804"/>
                      <a:pt x="1080120" y="760870"/>
                    </a:cubicBezTo>
                    <a:lnTo>
                      <a:pt x="1080120" y="792088"/>
                    </a:lnTo>
                    <a:lnTo>
                      <a:pt x="3312368" y="792088"/>
                    </a:lnTo>
                    <a:lnTo>
                      <a:pt x="3312368" y="2952328"/>
                    </a:lnTo>
                    <a:lnTo>
                      <a:pt x="0" y="2952328"/>
                    </a:lnTo>
                    <a:lnTo>
                      <a:pt x="0" y="1072569"/>
                    </a:lnTo>
                    <a:lnTo>
                      <a:pt x="0" y="792088"/>
                    </a:lnTo>
                    <a:lnTo>
                      <a:pt x="0" y="760870"/>
                    </a:lnTo>
                    <a:cubicBezTo>
                      <a:pt x="0" y="658804"/>
                      <a:pt x="82740" y="576064"/>
                      <a:pt x="184806" y="576064"/>
                    </a:cubicBezTo>
                    <a:close/>
                    <a:moveTo>
                      <a:pt x="616854" y="0"/>
                    </a:moveTo>
                    <a:lnTo>
                      <a:pt x="1327362" y="0"/>
                    </a:lnTo>
                    <a:cubicBezTo>
                      <a:pt x="1429428" y="0"/>
                      <a:pt x="1512168" y="82740"/>
                      <a:pt x="1512168" y="184806"/>
                    </a:cubicBezTo>
                    <a:lnTo>
                      <a:pt x="1512168" y="216024"/>
                    </a:lnTo>
                    <a:lnTo>
                      <a:pt x="3744416" y="216024"/>
                    </a:lnTo>
                    <a:lnTo>
                      <a:pt x="3744416" y="2376264"/>
                    </a:lnTo>
                    <a:lnTo>
                      <a:pt x="3464768" y="2376264"/>
                    </a:lnTo>
                    <a:lnTo>
                      <a:pt x="3464768" y="648072"/>
                    </a:lnTo>
                    <a:lnTo>
                      <a:pt x="1232520" y="648072"/>
                    </a:lnTo>
                    <a:lnTo>
                      <a:pt x="1232520" y="616854"/>
                    </a:lnTo>
                    <a:cubicBezTo>
                      <a:pt x="1232520" y="514788"/>
                      <a:pt x="1149780" y="432048"/>
                      <a:pt x="1047714" y="432048"/>
                    </a:cubicBezTo>
                    <a:lnTo>
                      <a:pt x="432048" y="432048"/>
                    </a:lnTo>
                    <a:lnTo>
                      <a:pt x="432048" y="216024"/>
                    </a:lnTo>
                    <a:lnTo>
                      <a:pt x="432048" y="184806"/>
                    </a:lnTo>
                    <a:cubicBezTo>
                      <a:pt x="432048" y="82740"/>
                      <a:pt x="514788" y="0"/>
                      <a:pt x="61685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312" name="Google Shape;1312;p44"/>
              <p:cNvSpPr/>
              <p:nvPr/>
            </p:nvSpPr>
            <p:spPr>
              <a:xfrm>
                <a:off x="9003511" y="4923426"/>
                <a:ext cx="304410" cy="330939"/>
              </a:xfrm>
              <a:custGeom>
                <a:rect b="b" l="l" r="r" t="t"/>
                <a:pathLst>
                  <a:path extrusionOk="0" h="4031150" w="3708000">
                    <a:moveTo>
                      <a:pt x="2226025" y="2078010"/>
                    </a:moveTo>
                    <a:lnTo>
                      <a:pt x="1976753" y="2339372"/>
                    </a:lnTo>
                    <a:lnTo>
                      <a:pt x="1976910" y="2339581"/>
                    </a:lnTo>
                    <a:lnTo>
                      <a:pt x="1976204" y="2339948"/>
                    </a:lnTo>
                    <a:lnTo>
                      <a:pt x="1975656" y="2340523"/>
                    </a:lnTo>
                    <a:lnTo>
                      <a:pt x="1975499" y="2340314"/>
                    </a:lnTo>
                    <a:lnTo>
                      <a:pt x="1688579" y="2489240"/>
                    </a:lnTo>
                    <a:cubicBezTo>
                      <a:pt x="1740712" y="2519877"/>
                      <a:pt x="1801557" y="2536438"/>
                      <a:pt x="1866270" y="2536438"/>
                    </a:cubicBezTo>
                    <a:cubicBezTo>
                      <a:pt x="2071258" y="2536438"/>
                      <a:pt x="2237434" y="2370262"/>
                      <a:pt x="2237434" y="2165274"/>
                    </a:cubicBezTo>
                    <a:cubicBezTo>
                      <a:pt x="2237434" y="2135129"/>
                      <a:pt x="2233840" y="2105822"/>
                      <a:pt x="2226025" y="2078010"/>
                    </a:cubicBezTo>
                    <a:close/>
                    <a:moveTo>
                      <a:pt x="1866270" y="1794110"/>
                    </a:moveTo>
                    <a:cubicBezTo>
                      <a:pt x="1661282" y="1794110"/>
                      <a:pt x="1495106" y="1960286"/>
                      <a:pt x="1495106" y="2165274"/>
                    </a:cubicBezTo>
                    <a:cubicBezTo>
                      <a:pt x="1495106" y="2194876"/>
                      <a:pt x="1498572" y="2223668"/>
                      <a:pt x="1506052" y="2251046"/>
                    </a:cubicBezTo>
                    <a:lnTo>
                      <a:pt x="1731247" y="2014929"/>
                    </a:lnTo>
                    <a:lnTo>
                      <a:pt x="1731090" y="2014720"/>
                    </a:lnTo>
                    <a:lnTo>
                      <a:pt x="1731796" y="2014353"/>
                    </a:lnTo>
                    <a:lnTo>
                      <a:pt x="1732344" y="2013778"/>
                    </a:lnTo>
                    <a:lnTo>
                      <a:pt x="1732501" y="2013987"/>
                    </a:lnTo>
                    <a:lnTo>
                      <a:pt x="2054335" y="1846939"/>
                    </a:lnTo>
                    <a:cubicBezTo>
                      <a:pt x="1999773" y="1812909"/>
                      <a:pt x="1935217" y="1794110"/>
                      <a:pt x="1866270" y="1794110"/>
                    </a:cubicBezTo>
                    <a:close/>
                    <a:moveTo>
                      <a:pt x="1866270" y="1281021"/>
                    </a:moveTo>
                    <a:lnTo>
                      <a:pt x="1995916" y="1728077"/>
                    </a:lnTo>
                    <a:cubicBezTo>
                      <a:pt x="2049420" y="1742880"/>
                      <a:pt x="2098387" y="1768442"/>
                      <a:pt x="2141027" y="1801941"/>
                    </a:cubicBezTo>
                    <a:lnTo>
                      <a:pt x="2830781" y="1443923"/>
                    </a:lnTo>
                    <a:lnTo>
                      <a:pt x="2293677" y="2007077"/>
                    </a:lnTo>
                    <a:lnTo>
                      <a:pt x="2302169" y="2036187"/>
                    </a:lnTo>
                    <a:lnTo>
                      <a:pt x="2755181" y="2167560"/>
                    </a:lnTo>
                    <a:lnTo>
                      <a:pt x="2301207" y="2299213"/>
                    </a:lnTo>
                    <a:cubicBezTo>
                      <a:pt x="2288949" y="2340747"/>
                      <a:pt x="2270868" y="2379745"/>
                      <a:pt x="2246307" y="2414255"/>
                    </a:cubicBezTo>
                    <a:lnTo>
                      <a:pt x="2368615" y="2636476"/>
                    </a:lnTo>
                    <a:lnTo>
                      <a:pt x="2152396" y="2517472"/>
                    </a:lnTo>
                    <a:cubicBezTo>
                      <a:pt x="2112986" y="2553805"/>
                      <a:pt x="2065424" y="2580505"/>
                      <a:pt x="2013636" y="2598144"/>
                    </a:cubicBezTo>
                    <a:lnTo>
                      <a:pt x="1875846" y="3073280"/>
                    </a:lnTo>
                    <a:lnTo>
                      <a:pt x="1739624" y="2603548"/>
                    </a:lnTo>
                    <a:cubicBezTo>
                      <a:pt x="1688445" y="2589723"/>
                      <a:pt x="1641302" y="2566161"/>
                      <a:pt x="1599709" y="2535368"/>
                    </a:cubicBezTo>
                    <a:lnTo>
                      <a:pt x="877219" y="2910378"/>
                    </a:lnTo>
                    <a:lnTo>
                      <a:pt x="1438400" y="2321979"/>
                    </a:lnTo>
                    <a:lnTo>
                      <a:pt x="1437655" y="2319411"/>
                    </a:lnTo>
                    <a:lnTo>
                      <a:pt x="963153" y="2181805"/>
                    </a:lnTo>
                    <a:lnTo>
                      <a:pt x="1425898" y="2047609"/>
                    </a:lnTo>
                    <a:cubicBezTo>
                      <a:pt x="1440318" y="1991458"/>
                      <a:pt x="1465316" y="1939627"/>
                      <a:pt x="1501635" y="1896529"/>
                    </a:cubicBezTo>
                    <a:lnTo>
                      <a:pt x="1375628" y="1667588"/>
                    </a:lnTo>
                    <a:lnTo>
                      <a:pt x="1605635" y="1794181"/>
                    </a:lnTo>
                    <a:cubicBezTo>
                      <a:pt x="1643852" y="1764149"/>
                      <a:pt x="1688437" y="1742763"/>
                      <a:pt x="1736328" y="1729097"/>
                    </a:cubicBezTo>
                    <a:close/>
                    <a:moveTo>
                      <a:pt x="1801446" y="873772"/>
                    </a:moveTo>
                    <a:cubicBezTo>
                      <a:pt x="1122607" y="899096"/>
                      <a:pt x="577020" y="1443990"/>
                      <a:pt x="550657" y="2122563"/>
                    </a:cubicBezTo>
                    <a:lnTo>
                      <a:pt x="754935" y="2181804"/>
                    </a:lnTo>
                    <a:lnTo>
                      <a:pt x="551187" y="2240891"/>
                    </a:lnTo>
                    <a:cubicBezTo>
                      <a:pt x="582476" y="2925954"/>
                      <a:pt x="1143118" y="3472541"/>
                      <a:pt x="1833783" y="3482192"/>
                    </a:cubicBezTo>
                    <a:lnTo>
                      <a:pt x="1883029" y="3312376"/>
                    </a:lnTo>
                    <a:lnTo>
                      <a:pt x="1931451" y="3479348"/>
                    </a:lnTo>
                    <a:cubicBezTo>
                      <a:pt x="2602724" y="3441618"/>
                      <a:pt x="3137685" y="2895457"/>
                      <a:pt x="3157888" y="2219621"/>
                    </a:cubicBezTo>
                    <a:lnTo>
                      <a:pt x="2970483" y="2165273"/>
                    </a:lnTo>
                    <a:lnTo>
                      <a:pt x="3156785" y="2111246"/>
                    </a:lnTo>
                    <a:cubicBezTo>
                      <a:pt x="3124894" y="1437932"/>
                      <a:pt x="2581609" y="898954"/>
                      <a:pt x="1906553" y="873772"/>
                    </a:cubicBezTo>
                    <a:lnTo>
                      <a:pt x="1853999" y="1054992"/>
                    </a:lnTo>
                    <a:close/>
                    <a:moveTo>
                      <a:pt x="1842112" y="204015"/>
                    </a:moveTo>
                    <a:cubicBezTo>
                      <a:pt x="1750186" y="208331"/>
                      <a:pt x="1671595" y="261235"/>
                      <a:pt x="1631665" y="337724"/>
                    </a:cubicBezTo>
                    <a:cubicBezTo>
                      <a:pt x="1704451" y="327639"/>
                      <a:pt x="1778701" y="323150"/>
                      <a:pt x="1854000" y="323150"/>
                    </a:cubicBezTo>
                    <a:cubicBezTo>
                      <a:pt x="1929687" y="323150"/>
                      <a:pt x="2004315" y="327685"/>
                      <a:pt x="2077458" y="337895"/>
                    </a:cubicBezTo>
                    <a:cubicBezTo>
                      <a:pt x="2032849" y="253989"/>
                      <a:pt x="1942703" y="199292"/>
                      <a:pt x="1842112" y="204015"/>
                    </a:cubicBezTo>
                    <a:close/>
                    <a:moveTo>
                      <a:pt x="1832557" y="511"/>
                    </a:moveTo>
                    <a:cubicBezTo>
                      <a:pt x="2064724" y="-10390"/>
                      <a:pt x="2266043" y="154192"/>
                      <a:pt x="2302551" y="380077"/>
                    </a:cubicBezTo>
                    <a:cubicBezTo>
                      <a:pt x="3110034" y="578670"/>
                      <a:pt x="3708000" y="1308079"/>
                      <a:pt x="3708000" y="2177150"/>
                    </a:cubicBezTo>
                    <a:cubicBezTo>
                      <a:pt x="3708000" y="3201086"/>
                      <a:pt x="2877936" y="4031150"/>
                      <a:pt x="1854000" y="4031150"/>
                    </a:cubicBezTo>
                    <a:cubicBezTo>
                      <a:pt x="830064" y="4031150"/>
                      <a:pt x="0" y="3201086"/>
                      <a:pt x="0" y="2177150"/>
                    </a:cubicBezTo>
                    <a:cubicBezTo>
                      <a:pt x="0" y="1308490"/>
                      <a:pt x="597400" y="579361"/>
                      <a:pt x="1404307" y="380371"/>
                    </a:cubicBezTo>
                    <a:cubicBezTo>
                      <a:pt x="1438620" y="172028"/>
                      <a:pt x="1614858" y="10733"/>
                      <a:pt x="1832557" y="51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313" name="Google Shape;1313;p44"/>
              <p:cNvSpPr/>
              <p:nvPr/>
            </p:nvSpPr>
            <p:spPr>
              <a:xfrm>
                <a:off x="9848127" y="4821478"/>
                <a:ext cx="257012" cy="330939"/>
              </a:xfrm>
              <a:custGeom>
                <a:rect b="b" l="l" r="r" t="t"/>
                <a:pathLst>
                  <a:path extrusionOk="0" h="3913585" w="3039346">
                    <a:moveTo>
                      <a:pt x="1527178" y="2618567"/>
                    </a:moveTo>
                    <a:cubicBezTo>
                      <a:pt x="1429201" y="2618567"/>
                      <a:pt x="1349775" y="2697993"/>
                      <a:pt x="1349775" y="2795971"/>
                    </a:cubicBezTo>
                    <a:cubicBezTo>
                      <a:pt x="1349775" y="2861110"/>
                      <a:pt x="1384883" y="2918050"/>
                      <a:pt x="1437574" y="2948279"/>
                    </a:cubicBezTo>
                    <a:lnTo>
                      <a:pt x="1275150" y="3311239"/>
                    </a:lnTo>
                    <a:lnTo>
                      <a:pt x="1779206" y="3311239"/>
                    </a:lnTo>
                    <a:lnTo>
                      <a:pt x="1616782" y="2948279"/>
                    </a:lnTo>
                    <a:cubicBezTo>
                      <a:pt x="1669475" y="2918050"/>
                      <a:pt x="1704582" y="2861110"/>
                      <a:pt x="1704582" y="2795971"/>
                    </a:cubicBezTo>
                    <a:cubicBezTo>
                      <a:pt x="1704582" y="2697993"/>
                      <a:pt x="1625156" y="2618567"/>
                      <a:pt x="1527178" y="2618567"/>
                    </a:cubicBezTo>
                    <a:close/>
                    <a:moveTo>
                      <a:pt x="1527178" y="0"/>
                    </a:moveTo>
                    <a:cubicBezTo>
                      <a:pt x="2026975" y="0"/>
                      <a:pt x="2435288" y="391686"/>
                      <a:pt x="2460697" y="884907"/>
                    </a:cubicBezTo>
                    <a:lnTo>
                      <a:pt x="2463282" y="884907"/>
                    </a:lnTo>
                    <a:lnTo>
                      <a:pt x="2463282" y="936104"/>
                    </a:lnTo>
                    <a:lnTo>
                      <a:pt x="2463282" y="1656184"/>
                    </a:lnTo>
                    <a:lnTo>
                      <a:pt x="2067282" y="1656184"/>
                    </a:lnTo>
                    <a:lnTo>
                      <a:pt x="2067282" y="1427425"/>
                    </a:lnTo>
                    <a:lnTo>
                      <a:pt x="2310132" y="1427584"/>
                    </a:lnTo>
                    <a:cubicBezTo>
                      <a:pt x="2310132" y="1320268"/>
                      <a:pt x="2206785" y="1230216"/>
                      <a:pt x="2067282" y="1206340"/>
                    </a:cubicBezTo>
                    <a:lnTo>
                      <a:pt x="2067282" y="936104"/>
                    </a:lnTo>
                    <a:lnTo>
                      <a:pt x="2066786" y="936104"/>
                    </a:lnTo>
                    <a:cubicBezTo>
                      <a:pt x="2066786" y="638087"/>
                      <a:pt x="1825195" y="396496"/>
                      <a:pt x="1527178" y="396496"/>
                    </a:cubicBezTo>
                    <a:cubicBezTo>
                      <a:pt x="1229161" y="396496"/>
                      <a:pt x="987570" y="638087"/>
                      <a:pt x="987570" y="936104"/>
                    </a:cubicBezTo>
                    <a:lnTo>
                      <a:pt x="987074" y="936104"/>
                    </a:lnTo>
                    <a:lnTo>
                      <a:pt x="987074" y="1872209"/>
                    </a:lnTo>
                    <a:lnTo>
                      <a:pt x="2699110" y="1872209"/>
                    </a:lnTo>
                    <a:cubicBezTo>
                      <a:pt x="2887017" y="1872209"/>
                      <a:pt x="3039346" y="2024538"/>
                      <a:pt x="3039346" y="2212445"/>
                    </a:cubicBezTo>
                    <a:lnTo>
                      <a:pt x="3039346" y="3573349"/>
                    </a:lnTo>
                    <a:cubicBezTo>
                      <a:pt x="3039346" y="3761256"/>
                      <a:pt x="2887017" y="3913585"/>
                      <a:pt x="2699110" y="3913585"/>
                    </a:cubicBezTo>
                    <a:lnTo>
                      <a:pt x="340236" y="3913585"/>
                    </a:lnTo>
                    <a:cubicBezTo>
                      <a:pt x="152329" y="3913585"/>
                      <a:pt x="0" y="3761256"/>
                      <a:pt x="0" y="3573349"/>
                    </a:cubicBezTo>
                    <a:lnTo>
                      <a:pt x="0" y="2212445"/>
                    </a:lnTo>
                    <a:cubicBezTo>
                      <a:pt x="0" y="2024538"/>
                      <a:pt x="152329" y="1872209"/>
                      <a:pt x="340236" y="1872209"/>
                    </a:cubicBezTo>
                    <a:lnTo>
                      <a:pt x="591074" y="1872209"/>
                    </a:lnTo>
                    <a:lnTo>
                      <a:pt x="591074" y="936104"/>
                    </a:lnTo>
                    <a:cubicBezTo>
                      <a:pt x="591074" y="419108"/>
                      <a:pt x="1010182" y="0"/>
                      <a:pt x="1527178"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314" name="Google Shape;1314;p44"/>
              <p:cNvSpPr/>
              <p:nvPr/>
            </p:nvSpPr>
            <p:spPr>
              <a:xfrm>
                <a:off x="10547386" y="3842640"/>
                <a:ext cx="309335" cy="309300"/>
              </a:xfrm>
              <a:custGeom>
                <a:rect b="b" l="l" r="r" t="t"/>
                <a:pathLst>
                  <a:path extrusionOk="0" h="3960000" w="3960440">
                    <a:moveTo>
                      <a:pt x="2117745" y="2289258"/>
                    </a:moveTo>
                    <a:cubicBezTo>
                      <a:pt x="2253931" y="2373161"/>
                      <a:pt x="2290104" y="2397532"/>
                      <a:pt x="2392952" y="2510010"/>
                    </a:cubicBezTo>
                    <a:cubicBezTo>
                      <a:pt x="2551302" y="2699530"/>
                      <a:pt x="2456894" y="2911213"/>
                      <a:pt x="2285214" y="2987744"/>
                    </a:cubicBezTo>
                    <a:cubicBezTo>
                      <a:pt x="2046443" y="3084914"/>
                      <a:pt x="1864058" y="3073352"/>
                      <a:pt x="1634211" y="2962065"/>
                    </a:cubicBezTo>
                    <a:cubicBezTo>
                      <a:pt x="1390134" y="2803501"/>
                      <a:pt x="1391670" y="2463226"/>
                      <a:pt x="1703848" y="2355742"/>
                    </a:cubicBezTo>
                    <a:cubicBezTo>
                      <a:pt x="1867216" y="2309770"/>
                      <a:pt x="1932946" y="2304275"/>
                      <a:pt x="2117745" y="2289258"/>
                    </a:cubicBezTo>
                    <a:close/>
                    <a:moveTo>
                      <a:pt x="1895201" y="880902"/>
                    </a:moveTo>
                    <a:cubicBezTo>
                      <a:pt x="2049819" y="878570"/>
                      <a:pt x="2210983" y="1023567"/>
                      <a:pt x="2276065" y="1236504"/>
                    </a:cubicBezTo>
                    <a:cubicBezTo>
                      <a:pt x="2350446" y="1479859"/>
                      <a:pt x="2271166" y="1719799"/>
                      <a:pt x="2098990" y="1772423"/>
                    </a:cubicBezTo>
                    <a:cubicBezTo>
                      <a:pt x="1926813" y="1825048"/>
                      <a:pt x="1726940" y="1670429"/>
                      <a:pt x="1652559" y="1427074"/>
                    </a:cubicBezTo>
                    <a:cubicBezTo>
                      <a:pt x="1578180" y="1183717"/>
                      <a:pt x="1657458" y="943778"/>
                      <a:pt x="1829635" y="891153"/>
                    </a:cubicBezTo>
                    <a:close/>
                    <a:moveTo>
                      <a:pt x="2577034" y="759541"/>
                    </a:moveTo>
                    <a:lnTo>
                      <a:pt x="1972441" y="767241"/>
                    </a:lnTo>
                    <a:cubicBezTo>
                      <a:pt x="1929619" y="768623"/>
                      <a:pt x="1886068" y="773785"/>
                      <a:pt x="1842289" y="783004"/>
                    </a:cubicBezTo>
                    <a:cubicBezTo>
                      <a:pt x="1492048" y="856758"/>
                      <a:pt x="1259862" y="1162246"/>
                      <a:pt x="1323686" y="1465331"/>
                    </a:cubicBezTo>
                    <a:cubicBezTo>
                      <a:pt x="1380617" y="1735681"/>
                      <a:pt x="1653838" y="1912801"/>
                      <a:pt x="1960688" y="1894227"/>
                    </a:cubicBezTo>
                    <a:lnTo>
                      <a:pt x="1954787" y="1896039"/>
                    </a:lnTo>
                    <a:cubicBezTo>
                      <a:pt x="1858317" y="2000800"/>
                      <a:pt x="1978682" y="2148499"/>
                      <a:pt x="2028445" y="2210716"/>
                    </a:cubicBezTo>
                    <a:lnTo>
                      <a:pt x="1914361" y="2213518"/>
                    </a:lnTo>
                    <a:cubicBezTo>
                      <a:pt x="1373805" y="2249742"/>
                      <a:pt x="1143478" y="2466102"/>
                      <a:pt x="1177422" y="2809298"/>
                    </a:cubicBezTo>
                    <a:cubicBezTo>
                      <a:pt x="1211366" y="3152493"/>
                      <a:pt x="1741992" y="3244646"/>
                      <a:pt x="2060873" y="3229704"/>
                    </a:cubicBezTo>
                    <a:cubicBezTo>
                      <a:pt x="2379755" y="3214763"/>
                      <a:pt x="2698110" y="2930571"/>
                      <a:pt x="2719230" y="2648210"/>
                    </a:cubicBezTo>
                    <a:cubicBezTo>
                      <a:pt x="2699867" y="2070575"/>
                      <a:pt x="2052418" y="2112562"/>
                      <a:pt x="2282832" y="1799863"/>
                    </a:cubicBezTo>
                    <a:cubicBezTo>
                      <a:pt x="2510843" y="1673695"/>
                      <a:pt x="2641919" y="1435236"/>
                      <a:pt x="2592014" y="1198247"/>
                    </a:cubicBezTo>
                    <a:cubicBezTo>
                      <a:pt x="2566015" y="1074781"/>
                      <a:pt x="2494906" y="970760"/>
                      <a:pt x="2395028" y="897200"/>
                    </a:cubicBezTo>
                    <a:lnTo>
                      <a:pt x="2564389" y="891152"/>
                    </a:lnTo>
                    <a:cubicBezTo>
                      <a:pt x="2644558" y="859402"/>
                      <a:pt x="2739013" y="796695"/>
                      <a:pt x="2769176" y="767327"/>
                    </a:cubicBezTo>
                    <a:cubicBezTo>
                      <a:pt x="2755484" y="761968"/>
                      <a:pt x="2680847" y="759625"/>
                      <a:pt x="2577034" y="759541"/>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315" name="Google Shape;1315;p44"/>
              <p:cNvSpPr/>
              <p:nvPr/>
            </p:nvSpPr>
            <p:spPr>
              <a:xfrm>
                <a:off x="10401733" y="3025716"/>
                <a:ext cx="257188" cy="377708"/>
              </a:xfrm>
              <a:custGeom>
                <a:rect b="b" l="l" r="r" t="t"/>
                <a:pathLst>
                  <a:path extrusionOk="0" h="4032448" w="2745756">
                    <a:moveTo>
                      <a:pt x="1622229" y="1008112"/>
                    </a:moveTo>
                    <a:lnTo>
                      <a:pt x="2371247" y="1008112"/>
                    </a:lnTo>
                    <a:lnTo>
                      <a:pt x="2371247" y="3081405"/>
                    </a:lnTo>
                    <a:lnTo>
                      <a:pt x="2745756" y="3081405"/>
                    </a:lnTo>
                    <a:lnTo>
                      <a:pt x="1996738" y="4032448"/>
                    </a:lnTo>
                    <a:lnTo>
                      <a:pt x="1247720" y="3081405"/>
                    </a:lnTo>
                    <a:lnTo>
                      <a:pt x="1622229" y="3081405"/>
                    </a:lnTo>
                    <a:close/>
                    <a:moveTo>
                      <a:pt x="749018" y="0"/>
                    </a:moveTo>
                    <a:lnTo>
                      <a:pt x="1498036" y="951043"/>
                    </a:lnTo>
                    <a:lnTo>
                      <a:pt x="1123527" y="951043"/>
                    </a:lnTo>
                    <a:lnTo>
                      <a:pt x="1123527" y="3024336"/>
                    </a:lnTo>
                    <a:lnTo>
                      <a:pt x="374509" y="3024336"/>
                    </a:lnTo>
                    <a:lnTo>
                      <a:pt x="374509" y="951043"/>
                    </a:lnTo>
                    <a:lnTo>
                      <a:pt x="0" y="951043"/>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316" name="Google Shape;1316;p44"/>
              <p:cNvSpPr/>
              <p:nvPr/>
            </p:nvSpPr>
            <p:spPr>
              <a:xfrm>
                <a:off x="9438297" y="5013963"/>
                <a:ext cx="300437" cy="209342"/>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317" name="Google Shape;1317;p44"/>
              <p:cNvSpPr/>
              <p:nvPr/>
            </p:nvSpPr>
            <p:spPr>
              <a:xfrm rot="678773">
                <a:off x="10108027" y="4569149"/>
                <a:ext cx="338104" cy="343148"/>
              </a:xfrm>
              <a:custGeom>
                <a:rect b="b" l="l" r="r" t="t"/>
                <a:pathLst>
                  <a:path extrusionOk="0" h="3948462" w="3890413">
                    <a:moveTo>
                      <a:pt x="1853384" y="1371624"/>
                    </a:moveTo>
                    <a:lnTo>
                      <a:pt x="1768767" y="1390324"/>
                    </a:lnTo>
                    <a:cubicBezTo>
                      <a:pt x="1579409" y="1463487"/>
                      <a:pt x="1490873" y="1833773"/>
                      <a:pt x="1517577" y="2042010"/>
                    </a:cubicBezTo>
                    <a:cubicBezTo>
                      <a:pt x="1544281" y="2250247"/>
                      <a:pt x="1644086" y="2624290"/>
                      <a:pt x="1928990" y="2639747"/>
                    </a:cubicBezTo>
                    <a:cubicBezTo>
                      <a:pt x="2177093" y="2653207"/>
                      <a:pt x="2337423" y="2363017"/>
                      <a:pt x="2318674" y="2006358"/>
                    </a:cubicBezTo>
                    <a:cubicBezTo>
                      <a:pt x="2310210" y="1948950"/>
                      <a:pt x="2301678" y="1891436"/>
                      <a:pt x="2293344" y="1834228"/>
                    </a:cubicBezTo>
                    <a:cubicBezTo>
                      <a:pt x="2229725" y="1555945"/>
                      <a:pt x="2050691" y="1359067"/>
                      <a:pt x="1853384" y="1371624"/>
                    </a:cubicBezTo>
                    <a:close/>
                    <a:moveTo>
                      <a:pt x="1594841" y="45653"/>
                    </a:moveTo>
                    <a:cubicBezTo>
                      <a:pt x="2527821" y="-128041"/>
                      <a:pt x="3626282" y="158796"/>
                      <a:pt x="3869632" y="1517323"/>
                    </a:cubicBezTo>
                    <a:cubicBezTo>
                      <a:pt x="3939308" y="2058696"/>
                      <a:pt x="3820785" y="2251376"/>
                      <a:pt x="3706266" y="2457195"/>
                    </a:cubicBezTo>
                    <a:cubicBezTo>
                      <a:pt x="3132098" y="3124925"/>
                      <a:pt x="2589274" y="2611359"/>
                      <a:pt x="2548384" y="2446988"/>
                    </a:cubicBezTo>
                    <a:cubicBezTo>
                      <a:pt x="2411721" y="3024903"/>
                      <a:pt x="2005702" y="3164775"/>
                      <a:pt x="1746058" y="3093574"/>
                    </a:cubicBezTo>
                    <a:cubicBezTo>
                      <a:pt x="1486414" y="3022373"/>
                      <a:pt x="990519" y="2612821"/>
                      <a:pt x="990519" y="2019783"/>
                    </a:cubicBezTo>
                    <a:cubicBezTo>
                      <a:pt x="990519" y="1500875"/>
                      <a:pt x="1249504" y="1067935"/>
                      <a:pt x="1593790" y="967808"/>
                    </a:cubicBezTo>
                    <a:cubicBezTo>
                      <a:pt x="1642974" y="953504"/>
                      <a:pt x="1694009" y="949376"/>
                      <a:pt x="1746058" y="945992"/>
                    </a:cubicBezTo>
                    <a:cubicBezTo>
                      <a:pt x="2004670" y="929176"/>
                      <a:pt x="2081338" y="1030119"/>
                      <a:pt x="2206475" y="1173924"/>
                    </a:cubicBezTo>
                    <a:cubicBezTo>
                      <a:pt x="2194343" y="1061758"/>
                      <a:pt x="2187003" y="961165"/>
                      <a:pt x="2185910" y="877882"/>
                    </a:cubicBezTo>
                    <a:lnTo>
                      <a:pt x="2656644" y="803138"/>
                    </a:lnTo>
                    <a:lnTo>
                      <a:pt x="2828567" y="2099525"/>
                    </a:lnTo>
                    <a:cubicBezTo>
                      <a:pt x="2888366" y="2544108"/>
                      <a:pt x="3261961" y="2420799"/>
                      <a:pt x="3362812" y="2002360"/>
                    </a:cubicBezTo>
                    <a:cubicBezTo>
                      <a:pt x="3355320" y="1625023"/>
                      <a:pt x="3366534" y="1729632"/>
                      <a:pt x="3289926" y="1346695"/>
                    </a:cubicBezTo>
                    <a:lnTo>
                      <a:pt x="3290031" y="1346798"/>
                    </a:lnTo>
                    <a:cubicBezTo>
                      <a:pt x="3068547" y="637774"/>
                      <a:pt x="2419129" y="439933"/>
                      <a:pt x="1700745" y="575031"/>
                    </a:cubicBezTo>
                    <a:cubicBezTo>
                      <a:pt x="890947" y="727320"/>
                      <a:pt x="415476" y="1491783"/>
                      <a:pt x="571995" y="2274165"/>
                    </a:cubicBezTo>
                    <a:cubicBezTo>
                      <a:pt x="728513" y="3056546"/>
                      <a:pt x="1580131" y="3572543"/>
                      <a:pt x="2267548" y="3408286"/>
                    </a:cubicBezTo>
                    <a:cubicBezTo>
                      <a:pt x="2796517" y="3281890"/>
                      <a:pt x="2641988" y="3320887"/>
                      <a:pt x="3194376" y="3072653"/>
                    </a:cubicBezTo>
                    <a:cubicBezTo>
                      <a:pt x="3249441" y="3306078"/>
                      <a:pt x="3239115" y="3309742"/>
                      <a:pt x="3268026" y="3509545"/>
                    </a:cubicBezTo>
                    <a:cubicBezTo>
                      <a:pt x="3021841" y="3717756"/>
                      <a:pt x="2685602" y="3836362"/>
                      <a:pt x="2347298" y="3904041"/>
                    </a:cubicBezTo>
                    <a:cubicBezTo>
                      <a:pt x="1157336" y="4112956"/>
                      <a:pt x="289475" y="3581660"/>
                      <a:pt x="42617" y="2380068"/>
                    </a:cubicBezTo>
                    <a:cubicBezTo>
                      <a:pt x="-204242" y="1178477"/>
                      <a:pt x="661862" y="219348"/>
                      <a:pt x="1594841" y="45653"/>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318" name="Google Shape;1318;p44"/>
              <p:cNvSpPr/>
              <p:nvPr/>
            </p:nvSpPr>
            <p:spPr>
              <a:xfrm>
                <a:off x="8506880" y="2771935"/>
                <a:ext cx="315652" cy="359610"/>
              </a:xfrm>
              <a:custGeom>
                <a:rect b="b" l="l" r="r" t="t"/>
                <a:pathLst>
                  <a:path extrusionOk="0" h="3938119" w="3456727">
                    <a:moveTo>
                      <a:pt x="1728364" y="1961325"/>
                    </a:moveTo>
                    <a:cubicBezTo>
                      <a:pt x="1726089" y="2407152"/>
                      <a:pt x="1737463" y="2812034"/>
                      <a:pt x="1735188" y="3257861"/>
                    </a:cubicBezTo>
                    <a:cubicBezTo>
                      <a:pt x="2394830" y="3057694"/>
                      <a:pt x="2610919" y="2352560"/>
                      <a:pt x="2765594" y="1981796"/>
                    </a:cubicBezTo>
                    <a:close/>
                    <a:moveTo>
                      <a:pt x="1728362" y="682044"/>
                    </a:moveTo>
                    <a:cubicBezTo>
                      <a:pt x="1355324" y="868563"/>
                      <a:pt x="1166530" y="952725"/>
                      <a:pt x="609247" y="1002767"/>
                    </a:cubicBezTo>
                    <a:cubicBezTo>
                      <a:pt x="606972" y="1330312"/>
                      <a:pt x="631992" y="1623739"/>
                      <a:pt x="704780" y="1964933"/>
                    </a:cubicBezTo>
                    <a:lnTo>
                      <a:pt x="1728363" y="1971757"/>
                    </a:lnTo>
                    <a:cubicBezTo>
                      <a:pt x="1728363" y="1541853"/>
                      <a:pt x="1728362" y="1111948"/>
                      <a:pt x="1728362" y="682044"/>
                    </a:cubicBezTo>
                    <a:close/>
                    <a:moveTo>
                      <a:pt x="1723409" y="487996"/>
                    </a:moveTo>
                    <a:cubicBezTo>
                      <a:pt x="1725062" y="488690"/>
                      <a:pt x="1726712" y="489384"/>
                      <a:pt x="1728363" y="490064"/>
                    </a:cubicBezTo>
                    <a:cubicBezTo>
                      <a:pt x="1730015" y="489384"/>
                      <a:pt x="1731666" y="488690"/>
                      <a:pt x="1733319" y="487996"/>
                    </a:cubicBezTo>
                    <a:lnTo>
                      <a:pt x="1733319" y="492131"/>
                    </a:lnTo>
                    <a:cubicBezTo>
                      <a:pt x="2179467" y="679460"/>
                      <a:pt x="2405896" y="769409"/>
                      <a:pt x="2817789" y="813808"/>
                    </a:cubicBezTo>
                    <a:cubicBezTo>
                      <a:pt x="2971516" y="823489"/>
                      <a:pt x="3036247" y="875307"/>
                      <a:pt x="3033236" y="1061333"/>
                    </a:cubicBezTo>
                    <a:cubicBezTo>
                      <a:pt x="3015439" y="2441328"/>
                      <a:pt x="2363638" y="3359629"/>
                      <a:pt x="1733319" y="3448048"/>
                    </a:cubicBezTo>
                    <a:lnTo>
                      <a:pt x="1733319" y="3450123"/>
                    </a:lnTo>
                    <a:lnTo>
                      <a:pt x="1728363" y="3449086"/>
                    </a:lnTo>
                    <a:lnTo>
                      <a:pt x="1723409" y="3450123"/>
                    </a:lnTo>
                    <a:lnTo>
                      <a:pt x="1723409" y="3448048"/>
                    </a:lnTo>
                    <a:cubicBezTo>
                      <a:pt x="1093089" y="3359629"/>
                      <a:pt x="441289" y="2441328"/>
                      <a:pt x="423491" y="1061333"/>
                    </a:cubicBezTo>
                    <a:cubicBezTo>
                      <a:pt x="420479" y="875307"/>
                      <a:pt x="485211" y="823489"/>
                      <a:pt x="638937" y="813808"/>
                    </a:cubicBezTo>
                    <a:cubicBezTo>
                      <a:pt x="1050832" y="769409"/>
                      <a:pt x="1277261" y="679460"/>
                      <a:pt x="1723409" y="492131"/>
                    </a:cubicBezTo>
                    <a:close/>
                    <a:moveTo>
                      <a:pt x="1722802" y="306889"/>
                    </a:moveTo>
                    <a:lnTo>
                      <a:pt x="1722802" y="311530"/>
                    </a:lnTo>
                    <a:cubicBezTo>
                      <a:pt x="1222099" y="521767"/>
                      <a:pt x="967982" y="622713"/>
                      <a:pt x="505720" y="672542"/>
                    </a:cubicBezTo>
                    <a:cubicBezTo>
                      <a:pt x="333196" y="683408"/>
                      <a:pt x="260550" y="741561"/>
                      <a:pt x="263929" y="950334"/>
                    </a:cubicBezTo>
                    <a:cubicBezTo>
                      <a:pt x="283902" y="2499079"/>
                      <a:pt x="1015407" y="3529669"/>
                      <a:pt x="1722802" y="3628902"/>
                    </a:cubicBezTo>
                    <a:lnTo>
                      <a:pt x="1722802" y="3631230"/>
                    </a:lnTo>
                    <a:lnTo>
                      <a:pt x="1728365" y="3630065"/>
                    </a:lnTo>
                    <a:lnTo>
                      <a:pt x="1733925" y="3631230"/>
                    </a:lnTo>
                    <a:lnTo>
                      <a:pt x="1733925" y="3628902"/>
                    </a:lnTo>
                    <a:cubicBezTo>
                      <a:pt x="2441322" y="3529669"/>
                      <a:pt x="3172826" y="2499079"/>
                      <a:pt x="3192800" y="950334"/>
                    </a:cubicBezTo>
                    <a:cubicBezTo>
                      <a:pt x="3196179" y="741561"/>
                      <a:pt x="3123532" y="683408"/>
                      <a:pt x="2951007" y="672542"/>
                    </a:cubicBezTo>
                    <a:cubicBezTo>
                      <a:pt x="2488747" y="622713"/>
                      <a:pt x="2234630" y="521767"/>
                      <a:pt x="1733925" y="311530"/>
                    </a:cubicBezTo>
                    <a:lnTo>
                      <a:pt x="1733925" y="306889"/>
                    </a:lnTo>
                    <a:cubicBezTo>
                      <a:pt x="1732071" y="307669"/>
                      <a:pt x="1730218" y="308445"/>
                      <a:pt x="1728365" y="309209"/>
                    </a:cubicBezTo>
                    <a:cubicBezTo>
                      <a:pt x="1726510" y="308445"/>
                      <a:pt x="1724659" y="307669"/>
                      <a:pt x="1722802" y="306889"/>
                    </a:cubicBezTo>
                    <a:close/>
                    <a:moveTo>
                      <a:pt x="1721800" y="0"/>
                    </a:moveTo>
                    <a:cubicBezTo>
                      <a:pt x="1723991" y="923"/>
                      <a:pt x="1726176" y="1844"/>
                      <a:pt x="1728363" y="2749"/>
                    </a:cubicBezTo>
                    <a:cubicBezTo>
                      <a:pt x="1730551" y="1844"/>
                      <a:pt x="1732737" y="923"/>
                      <a:pt x="1734926" y="0"/>
                    </a:cubicBezTo>
                    <a:lnTo>
                      <a:pt x="1734926" y="5497"/>
                    </a:lnTo>
                    <a:cubicBezTo>
                      <a:pt x="2325825" y="254550"/>
                      <a:pt x="2625718" y="374136"/>
                      <a:pt x="3171248" y="433164"/>
                    </a:cubicBezTo>
                    <a:cubicBezTo>
                      <a:pt x="3374850" y="446035"/>
                      <a:pt x="3460584" y="514926"/>
                      <a:pt x="3456595" y="762245"/>
                    </a:cubicBezTo>
                    <a:cubicBezTo>
                      <a:pt x="3433024" y="2596936"/>
                      <a:pt x="2569749" y="3817807"/>
                      <a:pt x="1734926" y="3935360"/>
                    </a:cubicBezTo>
                    <a:lnTo>
                      <a:pt x="1734926" y="3938119"/>
                    </a:lnTo>
                    <a:lnTo>
                      <a:pt x="1728363" y="3936740"/>
                    </a:lnTo>
                    <a:lnTo>
                      <a:pt x="1721800" y="3938119"/>
                    </a:lnTo>
                    <a:lnTo>
                      <a:pt x="1721800" y="3935360"/>
                    </a:lnTo>
                    <a:cubicBezTo>
                      <a:pt x="886977" y="3817807"/>
                      <a:pt x="23703" y="2596936"/>
                      <a:pt x="132" y="762245"/>
                    </a:cubicBezTo>
                    <a:cubicBezTo>
                      <a:pt x="-3858" y="514926"/>
                      <a:pt x="81876" y="446035"/>
                      <a:pt x="285478" y="433164"/>
                    </a:cubicBezTo>
                    <a:cubicBezTo>
                      <a:pt x="831010" y="374136"/>
                      <a:pt x="1130903" y="254550"/>
                      <a:pt x="1721800" y="549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319" name="Google Shape;1319;p44"/>
              <p:cNvSpPr/>
              <p:nvPr/>
            </p:nvSpPr>
            <p:spPr>
              <a:xfrm>
                <a:off x="9655543" y="2519661"/>
                <a:ext cx="338578" cy="338540"/>
              </a:xfrm>
              <a:custGeom>
                <a:rect b="b" l="l" r="r" t="t"/>
                <a:pathLst>
                  <a:path extrusionOk="0" h="3960000" w="3960440">
                    <a:moveTo>
                      <a:pt x="2764687" y="782779"/>
                    </a:moveTo>
                    <a:cubicBezTo>
                      <a:pt x="2512183" y="782779"/>
                      <a:pt x="2307488" y="987475"/>
                      <a:pt x="2307487" y="1239980"/>
                    </a:cubicBezTo>
                    <a:cubicBezTo>
                      <a:pt x="2307487" y="1241985"/>
                      <a:pt x="2307500" y="1243987"/>
                      <a:pt x="2308092" y="1245978"/>
                    </a:cubicBezTo>
                    <a:lnTo>
                      <a:pt x="1570677" y="1632536"/>
                    </a:lnTo>
                    <a:cubicBezTo>
                      <a:pt x="1488749" y="1552118"/>
                      <a:pt x="1376387" y="1502860"/>
                      <a:pt x="1252520" y="1502859"/>
                    </a:cubicBezTo>
                    <a:cubicBezTo>
                      <a:pt x="1000014" y="1502859"/>
                      <a:pt x="795319" y="1707555"/>
                      <a:pt x="795319" y="1960060"/>
                    </a:cubicBezTo>
                    <a:cubicBezTo>
                      <a:pt x="795319" y="2212565"/>
                      <a:pt x="1000014" y="2417260"/>
                      <a:pt x="1252520" y="2417260"/>
                    </a:cubicBezTo>
                    <a:cubicBezTo>
                      <a:pt x="1361432" y="2417260"/>
                      <a:pt x="1461449" y="2379178"/>
                      <a:pt x="1538674" y="2313987"/>
                    </a:cubicBezTo>
                    <a:lnTo>
                      <a:pt x="2308734" y="2717656"/>
                    </a:lnTo>
                    <a:cubicBezTo>
                      <a:pt x="2314220" y="2964461"/>
                      <a:pt x="2516327" y="3162492"/>
                      <a:pt x="2764688" y="3162492"/>
                    </a:cubicBezTo>
                    <a:cubicBezTo>
                      <a:pt x="3017192" y="3162492"/>
                      <a:pt x="3221888" y="2957797"/>
                      <a:pt x="3221887" y="2705292"/>
                    </a:cubicBezTo>
                    <a:cubicBezTo>
                      <a:pt x="3221887" y="2452786"/>
                      <a:pt x="3017192" y="2248092"/>
                      <a:pt x="2764688" y="2248092"/>
                    </a:cubicBezTo>
                    <a:cubicBezTo>
                      <a:pt x="2638870" y="2248092"/>
                      <a:pt x="2524924" y="2298913"/>
                      <a:pt x="2442337" y="2381228"/>
                    </a:cubicBezTo>
                    <a:lnTo>
                      <a:pt x="1706164" y="1995322"/>
                    </a:lnTo>
                    <a:lnTo>
                      <a:pt x="1709074" y="1966451"/>
                    </a:lnTo>
                    <a:lnTo>
                      <a:pt x="2455698" y="1575067"/>
                    </a:lnTo>
                    <a:cubicBezTo>
                      <a:pt x="2536225" y="1651261"/>
                      <a:pt x="2645094" y="1697180"/>
                      <a:pt x="2764687" y="1697179"/>
                    </a:cubicBezTo>
                    <a:cubicBezTo>
                      <a:pt x="3017193" y="1697180"/>
                      <a:pt x="3221887" y="1492485"/>
                      <a:pt x="3221888" y="1239980"/>
                    </a:cubicBezTo>
                    <a:cubicBezTo>
                      <a:pt x="3221887" y="987475"/>
                      <a:pt x="3017193" y="782779"/>
                      <a:pt x="2764687" y="782779"/>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320" name="Google Shape;1320;p44"/>
              <p:cNvSpPr/>
              <p:nvPr/>
            </p:nvSpPr>
            <p:spPr>
              <a:xfrm rot="2648398">
                <a:off x="8942310" y="2514803"/>
                <a:ext cx="148930" cy="380894"/>
              </a:xfrm>
              <a:custGeom>
                <a:rect b="b" l="l" r="r" t="t"/>
                <a:pathLst>
                  <a:path extrusionOk="0" h="4764557" w="1862952">
                    <a:moveTo>
                      <a:pt x="289679" y="2004751"/>
                    </a:moveTo>
                    <a:cubicBezTo>
                      <a:pt x="458860" y="1838972"/>
                      <a:pt x="691283" y="1737733"/>
                      <a:pt x="946849" y="1740329"/>
                    </a:cubicBezTo>
                    <a:cubicBezTo>
                      <a:pt x="982916" y="1740695"/>
                      <a:pt x="1018481" y="1743119"/>
                      <a:pt x="1053366" y="1748014"/>
                    </a:cubicBezTo>
                    <a:cubicBezTo>
                      <a:pt x="1317748" y="1888655"/>
                      <a:pt x="1203170" y="2165630"/>
                      <a:pt x="978473" y="2204473"/>
                    </a:cubicBezTo>
                    <a:cubicBezTo>
                      <a:pt x="966642" y="2201190"/>
                      <a:pt x="954470" y="2200566"/>
                      <a:pt x="942176" y="2200441"/>
                    </a:cubicBezTo>
                    <a:cubicBezTo>
                      <a:pt x="697403" y="2197955"/>
                      <a:pt x="496962" y="2394367"/>
                      <a:pt x="494475" y="2639137"/>
                    </a:cubicBezTo>
                    <a:lnTo>
                      <a:pt x="482110" y="3856696"/>
                    </a:lnTo>
                    <a:cubicBezTo>
                      <a:pt x="479624" y="4101467"/>
                      <a:pt x="676035" y="4301910"/>
                      <a:pt x="920807" y="4304396"/>
                    </a:cubicBezTo>
                    <a:cubicBezTo>
                      <a:pt x="1043193" y="4305639"/>
                      <a:pt x="1154496" y="4257158"/>
                      <a:pt x="1235513" y="4177768"/>
                    </a:cubicBezTo>
                    <a:cubicBezTo>
                      <a:pt x="1316531" y="4098380"/>
                      <a:pt x="1367262" y="3988084"/>
                      <a:pt x="1368506" y="3865699"/>
                    </a:cubicBezTo>
                    <a:lnTo>
                      <a:pt x="1375662" y="3161156"/>
                    </a:lnTo>
                    <a:cubicBezTo>
                      <a:pt x="1504082" y="3167548"/>
                      <a:pt x="1792622" y="2981572"/>
                      <a:pt x="1861834" y="2783546"/>
                    </a:cubicBezTo>
                    <a:lnTo>
                      <a:pt x="1851019" y="3848423"/>
                    </a:lnTo>
                    <a:cubicBezTo>
                      <a:pt x="1848423" y="4103989"/>
                      <a:pt x="1742485" y="4334308"/>
                      <a:pt x="1573304" y="4500088"/>
                    </a:cubicBezTo>
                    <a:cubicBezTo>
                      <a:pt x="1404123" y="4665866"/>
                      <a:pt x="1171700" y="4767105"/>
                      <a:pt x="916134" y="4764509"/>
                    </a:cubicBezTo>
                    <a:cubicBezTo>
                      <a:pt x="405002" y="4759318"/>
                      <a:pt x="-5143" y="4340756"/>
                      <a:pt x="48" y="3829624"/>
                    </a:cubicBezTo>
                    <a:lnTo>
                      <a:pt x="11964" y="2656415"/>
                    </a:lnTo>
                    <a:cubicBezTo>
                      <a:pt x="14559" y="2400849"/>
                      <a:pt x="120498" y="2170529"/>
                      <a:pt x="289679" y="2004751"/>
                    </a:cubicBezTo>
                    <a:close/>
                    <a:moveTo>
                      <a:pt x="282968" y="271082"/>
                    </a:moveTo>
                    <a:cubicBezTo>
                      <a:pt x="450457" y="103594"/>
                      <a:pt x="681840" y="0"/>
                      <a:pt x="937419" y="0"/>
                    </a:cubicBezTo>
                    <a:cubicBezTo>
                      <a:pt x="1448577" y="0"/>
                      <a:pt x="1862952" y="414375"/>
                      <a:pt x="1862952" y="925533"/>
                    </a:cubicBezTo>
                    <a:lnTo>
                      <a:pt x="1862952" y="2098803"/>
                    </a:lnTo>
                    <a:cubicBezTo>
                      <a:pt x="1862952" y="2609961"/>
                      <a:pt x="1448577" y="3024336"/>
                      <a:pt x="937419" y="3024336"/>
                    </a:cubicBezTo>
                    <a:cubicBezTo>
                      <a:pt x="901350" y="3024336"/>
                      <a:pt x="865762" y="3022273"/>
                      <a:pt x="830829" y="3017733"/>
                    </a:cubicBezTo>
                    <a:cubicBezTo>
                      <a:pt x="565032" y="2879784"/>
                      <a:pt x="676792" y="2601660"/>
                      <a:pt x="901083" y="2560538"/>
                    </a:cubicBezTo>
                    <a:cubicBezTo>
                      <a:pt x="912947" y="2563700"/>
                      <a:pt x="925124" y="2564200"/>
                      <a:pt x="937419" y="2564200"/>
                    </a:cubicBezTo>
                    <a:cubicBezTo>
                      <a:pt x="1182204" y="2564200"/>
                      <a:pt x="1380640" y="2365763"/>
                      <a:pt x="1380641" y="2120980"/>
                    </a:cubicBezTo>
                    <a:lnTo>
                      <a:pt x="1380640" y="903358"/>
                    </a:lnTo>
                    <a:cubicBezTo>
                      <a:pt x="1380640" y="658574"/>
                      <a:pt x="1182204" y="460137"/>
                      <a:pt x="937419" y="460137"/>
                    </a:cubicBezTo>
                    <a:cubicBezTo>
                      <a:pt x="815027" y="460137"/>
                      <a:pt x="704222" y="509746"/>
                      <a:pt x="624015" y="589954"/>
                    </a:cubicBezTo>
                    <a:cubicBezTo>
                      <a:pt x="543808" y="670161"/>
                      <a:pt x="494199" y="780966"/>
                      <a:pt x="494199" y="903358"/>
                    </a:cubicBezTo>
                    <a:lnTo>
                      <a:pt x="494198" y="1607937"/>
                    </a:lnTo>
                    <a:cubicBezTo>
                      <a:pt x="365720" y="1602850"/>
                      <a:pt x="79084" y="1791747"/>
                      <a:pt x="11886" y="1990465"/>
                    </a:cubicBezTo>
                    <a:lnTo>
                      <a:pt x="11886" y="925533"/>
                    </a:lnTo>
                    <a:cubicBezTo>
                      <a:pt x="11886" y="669954"/>
                      <a:pt x="115480" y="438571"/>
                      <a:pt x="282968" y="271082"/>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321" name="Google Shape;1321;p44"/>
              <p:cNvSpPr/>
              <p:nvPr/>
            </p:nvSpPr>
            <p:spPr>
              <a:xfrm rot="8580000">
                <a:off x="8651645" y="4749636"/>
                <a:ext cx="318301" cy="317452"/>
              </a:xfrm>
              <a:custGeom>
                <a:rect b="b" l="l" r="r" t="t"/>
                <a:pathLst>
                  <a:path extrusionOk="0" h="3862045" w="3872365">
                    <a:moveTo>
                      <a:pt x="1786489" y="808318"/>
                    </a:moveTo>
                    <a:cubicBezTo>
                      <a:pt x="1525809" y="610106"/>
                      <a:pt x="1257124" y="397966"/>
                      <a:pt x="1040385" y="230829"/>
                    </a:cubicBezTo>
                    <a:cubicBezTo>
                      <a:pt x="1905215" y="-194386"/>
                      <a:pt x="2650439" y="24572"/>
                      <a:pt x="3162062" y="429660"/>
                    </a:cubicBezTo>
                    <a:cubicBezTo>
                      <a:pt x="3007351" y="875340"/>
                      <a:pt x="2905932" y="1443216"/>
                      <a:pt x="2745609" y="1410478"/>
                    </a:cubicBezTo>
                    <a:cubicBezTo>
                      <a:pt x="2633182" y="1430335"/>
                      <a:pt x="2220955" y="1138671"/>
                      <a:pt x="1786489" y="808318"/>
                    </a:cubicBezTo>
                    <a:close/>
                    <a:moveTo>
                      <a:pt x="2701004" y="2590217"/>
                    </a:moveTo>
                    <a:cubicBezTo>
                      <a:pt x="2682933" y="2576481"/>
                      <a:pt x="2672282" y="2559744"/>
                      <a:pt x="2670336" y="2539383"/>
                    </a:cubicBezTo>
                    <a:cubicBezTo>
                      <a:pt x="2587360" y="2376647"/>
                      <a:pt x="3042640" y="1246798"/>
                      <a:pt x="3299881" y="563773"/>
                    </a:cubicBezTo>
                    <a:cubicBezTo>
                      <a:pt x="3959368" y="1266493"/>
                      <a:pt x="3967860" y="2043171"/>
                      <a:pt x="3730056" y="2650875"/>
                    </a:cubicBezTo>
                    <a:cubicBezTo>
                      <a:pt x="3317547" y="2635434"/>
                      <a:pt x="2827499" y="2686366"/>
                      <a:pt x="2701004" y="2590217"/>
                    </a:cubicBezTo>
                    <a:close/>
                    <a:moveTo>
                      <a:pt x="19691" y="2248546"/>
                    </a:moveTo>
                    <a:cubicBezTo>
                      <a:pt x="-100797" y="1292396"/>
                      <a:pt x="348853" y="659059"/>
                      <a:pt x="898439" y="307194"/>
                    </a:cubicBezTo>
                    <a:cubicBezTo>
                      <a:pt x="1269469" y="598575"/>
                      <a:pt x="1773388" y="879352"/>
                      <a:pt x="1690237" y="1020281"/>
                    </a:cubicBezTo>
                    <a:cubicBezTo>
                      <a:pt x="1661713" y="1200709"/>
                      <a:pt x="629275" y="1847170"/>
                      <a:pt x="19691" y="2248546"/>
                    </a:cubicBezTo>
                    <a:close/>
                    <a:moveTo>
                      <a:pt x="1805382" y="3858278"/>
                    </a:moveTo>
                    <a:cubicBezTo>
                      <a:pt x="1676483" y="3404460"/>
                      <a:pt x="1433840" y="2881111"/>
                      <a:pt x="1583946" y="2815971"/>
                    </a:cubicBezTo>
                    <a:cubicBezTo>
                      <a:pt x="1713076" y="2686769"/>
                      <a:pt x="2928316" y="2770622"/>
                      <a:pt x="3657403" y="2804207"/>
                    </a:cubicBezTo>
                    <a:cubicBezTo>
                      <a:pt x="3192869" y="3648569"/>
                      <a:pt x="2456828" y="3896652"/>
                      <a:pt x="1805382" y="3858278"/>
                    </a:cubicBezTo>
                    <a:close/>
                    <a:moveTo>
                      <a:pt x="762284" y="3480575"/>
                    </a:moveTo>
                    <a:cubicBezTo>
                      <a:pt x="380940" y="3198297"/>
                      <a:pt x="161300" y="2806810"/>
                      <a:pt x="58293" y="2412172"/>
                    </a:cubicBezTo>
                    <a:cubicBezTo>
                      <a:pt x="450067" y="2149344"/>
                      <a:pt x="872820" y="1756853"/>
                      <a:pt x="981158" y="1879484"/>
                    </a:cubicBezTo>
                    <a:cubicBezTo>
                      <a:pt x="1143940" y="1962367"/>
                      <a:pt x="1439720" y="3144041"/>
                      <a:pt x="1633080" y="3847823"/>
                    </a:cubicBezTo>
                    <a:cubicBezTo>
                      <a:pt x="1278110" y="3779994"/>
                      <a:pt x="991090" y="3649942"/>
                      <a:pt x="762284" y="348057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322" name="Google Shape;1322;p44"/>
              <p:cNvSpPr/>
              <p:nvPr/>
            </p:nvSpPr>
            <p:spPr>
              <a:xfrm>
                <a:off x="8268788" y="3120081"/>
                <a:ext cx="291831" cy="251871"/>
              </a:xfrm>
              <a:custGeom>
                <a:rect b="b" l="l" r="r" t="t"/>
                <a:pathLst>
                  <a:path extrusionOk="0" h="316007" w="366142">
                    <a:moveTo>
                      <a:pt x="241139" y="0"/>
                    </a:moveTo>
                    <a:cubicBezTo>
                      <a:pt x="265040" y="0"/>
                      <a:pt x="292051" y="14516"/>
                      <a:pt x="306633" y="31202"/>
                    </a:cubicBezTo>
                    <a:cubicBezTo>
                      <a:pt x="327151" y="29858"/>
                      <a:pt x="335397" y="19692"/>
                      <a:pt x="349699" y="10558"/>
                    </a:cubicBezTo>
                    <a:cubicBezTo>
                      <a:pt x="343170" y="29574"/>
                      <a:pt x="336047" y="54091"/>
                      <a:pt x="325569" y="59830"/>
                    </a:cubicBezTo>
                    <a:cubicBezTo>
                      <a:pt x="340338" y="61437"/>
                      <a:pt x="353079" y="55334"/>
                      <a:pt x="366142" y="52395"/>
                    </a:cubicBezTo>
                    <a:cubicBezTo>
                      <a:pt x="361514" y="66282"/>
                      <a:pt x="342655" y="74263"/>
                      <a:pt x="334454" y="94697"/>
                    </a:cubicBezTo>
                    <a:cubicBezTo>
                      <a:pt x="326254" y="115131"/>
                      <a:pt x="329982" y="126199"/>
                      <a:pt x="316939" y="174999"/>
                    </a:cubicBezTo>
                    <a:cubicBezTo>
                      <a:pt x="296102" y="242622"/>
                      <a:pt x="276174" y="279635"/>
                      <a:pt x="184305" y="311458"/>
                    </a:cubicBezTo>
                    <a:cubicBezTo>
                      <a:pt x="152057" y="320905"/>
                      <a:pt x="83508" y="315693"/>
                      <a:pt x="27716" y="295316"/>
                    </a:cubicBezTo>
                    <a:lnTo>
                      <a:pt x="0" y="281129"/>
                    </a:lnTo>
                    <a:lnTo>
                      <a:pt x="0" y="268036"/>
                    </a:lnTo>
                    <a:lnTo>
                      <a:pt x="23178" y="266110"/>
                    </a:lnTo>
                    <a:cubicBezTo>
                      <a:pt x="63548" y="261698"/>
                      <a:pt x="90116" y="254801"/>
                      <a:pt x="108726" y="240807"/>
                    </a:cubicBezTo>
                    <a:cubicBezTo>
                      <a:pt x="87700" y="241375"/>
                      <a:pt x="35310" y="244403"/>
                      <a:pt x="20535" y="200079"/>
                    </a:cubicBezTo>
                    <a:cubicBezTo>
                      <a:pt x="37583" y="203299"/>
                      <a:pt x="59856" y="197334"/>
                      <a:pt x="70653" y="194871"/>
                    </a:cubicBezTo>
                    <a:cubicBezTo>
                      <a:pt x="57204" y="189662"/>
                      <a:pt x="37595" y="181773"/>
                      <a:pt x="20899" y="168840"/>
                    </a:cubicBezTo>
                    <a:lnTo>
                      <a:pt x="0" y="146258"/>
                    </a:lnTo>
                    <a:lnTo>
                      <a:pt x="0" y="116697"/>
                    </a:lnTo>
                    <a:lnTo>
                      <a:pt x="14104" y="121836"/>
                    </a:lnTo>
                    <a:cubicBezTo>
                      <a:pt x="23887" y="123910"/>
                      <a:pt x="33812" y="125203"/>
                      <a:pt x="40441" y="126434"/>
                    </a:cubicBezTo>
                    <a:cubicBezTo>
                      <a:pt x="9945" y="103325"/>
                      <a:pt x="-5039" y="60063"/>
                      <a:pt x="20722" y="8541"/>
                    </a:cubicBezTo>
                    <a:cubicBezTo>
                      <a:pt x="76047" y="73391"/>
                      <a:pt x="116697" y="97001"/>
                      <a:pt x="168525" y="104817"/>
                    </a:cubicBezTo>
                    <a:cubicBezTo>
                      <a:pt x="166649" y="98530"/>
                      <a:pt x="164888" y="89662"/>
                      <a:pt x="165796" y="68430"/>
                    </a:cubicBezTo>
                    <a:cubicBezTo>
                      <a:pt x="166838" y="44047"/>
                      <a:pt x="190944" y="0"/>
                      <a:pt x="241139"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1323" name="Google Shape;1323;p44"/>
              <p:cNvSpPr/>
              <p:nvPr/>
            </p:nvSpPr>
            <p:spPr>
              <a:xfrm>
                <a:off x="10509375" y="4197069"/>
                <a:ext cx="172150" cy="348350"/>
              </a:xfrm>
              <a:custGeom>
                <a:rect b="b" l="l" r="r" t="t"/>
                <a:pathLst>
                  <a:path extrusionOk="0" h="455920" w="225309">
                    <a:moveTo>
                      <a:pt x="139383" y="455355"/>
                    </a:moveTo>
                    <a:lnTo>
                      <a:pt x="139383" y="455920"/>
                    </a:lnTo>
                    <a:lnTo>
                      <a:pt x="139383" y="455355"/>
                    </a:lnTo>
                    <a:close/>
                    <a:moveTo>
                      <a:pt x="54403" y="455920"/>
                    </a:moveTo>
                    <a:lnTo>
                      <a:pt x="54403" y="455355"/>
                    </a:lnTo>
                    <a:lnTo>
                      <a:pt x="54403" y="455920"/>
                    </a:lnTo>
                    <a:close/>
                    <a:moveTo>
                      <a:pt x="193296" y="6"/>
                    </a:moveTo>
                    <a:cubicBezTo>
                      <a:pt x="204595" y="73"/>
                      <a:pt x="214144" y="770"/>
                      <a:pt x="225309" y="2823"/>
                    </a:cubicBezTo>
                    <a:cubicBezTo>
                      <a:pt x="225271" y="27274"/>
                      <a:pt x="222913" y="50194"/>
                      <a:pt x="219909" y="69600"/>
                    </a:cubicBezTo>
                    <a:cubicBezTo>
                      <a:pt x="188141" y="67117"/>
                      <a:pt x="138250" y="66776"/>
                      <a:pt x="139383" y="96177"/>
                    </a:cubicBezTo>
                    <a:lnTo>
                      <a:pt x="139383" y="140898"/>
                    </a:lnTo>
                    <a:lnTo>
                      <a:pt x="217171" y="140898"/>
                    </a:lnTo>
                    <a:lnTo>
                      <a:pt x="211626" y="215050"/>
                    </a:lnTo>
                    <a:lnTo>
                      <a:pt x="139383" y="216436"/>
                    </a:lnTo>
                    <a:lnTo>
                      <a:pt x="139383" y="455355"/>
                    </a:lnTo>
                    <a:lnTo>
                      <a:pt x="54403" y="455355"/>
                    </a:lnTo>
                    <a:lnTo>
                      <a:pt x="54403" y="216436"/>
                    </a:lnTo>
                    <a:lnTo>
                      <a:pt x="0" y="216436"/>
                    </a:lnTo>
                    <a:lnTo>
                      <a:pt x="0" y="140898"/>
                    </a:lnTo>
                    <a:lnTo>
                      <a:pt x="54403" y="140898"/>
                    </a:lnTo>
                    <a:lnTo>
                      <a:pt x="54403" y="90429"/>
                    </a:lnTo>
                    <a:cubicBezTo>
                      <a:pt x="54356" y="90266"/>
                      <a:pt x="54310" y="90103"/>
                      <a:pt x="54263" y="89940"/>
                    </a:cubicBezTo>
                    <a:cubicBezTo>
                      <a:pt x="54393" y="21715"/>
                      <a:pt x="104084" y="2174"/>
                      <a:pt x="150786" y="971"/>
                    </a:cubicBezTo>
                    <a:cubicBezTo>
                      <a:pt x="168948" y="503"/>
                      <a:pt x="181997" y="-60"/>
                      <a:pt x="193296" y="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1324" name="Google Shape;1324;p44"/>
              <p:cNvSpPr/>
              <p:nvPr/>
            </p:nvSpPr>
            <p:spPr>
              <a:xfrm>
                <a:off x="8105957" y="3478924"/>
                <a:ext cx="284621" cy="282605"/>
              </a:xfrm>
              <a:custGeom>
                <a:rect b="b" l="l" r="r" t="t"/>
                <a:pathLst>
                  <a:path extrusionOk="0" h="297454" w="299575">
                    <a:moveTo>
                      <a:pt x="249204" y="123541"/>
                    </a:moveTo>
                    <a:cubicBezTo>
                      <a:pt x="240190" y="123011"/>
                      <a:pt x="239659" y="128843"/>
                      <a:pt x="241250" y="136266"/>
                    </a:cubicBezTo>
                    <a:cubicBezTo>
                      <a:pt x="245492" y="158536"/>
                      <a:pt x="240720" y="179214"/>
                      <a:pt x="229055" y="198302"/>
                    </a:cubicBezTo>
                    <a:cubicBezTo>
                      <a:pt x="206255" y="234888"/>
                      <a:pt x="158536" y="250264"/>
                      <a:pt x="116648" y="234888"/>
                    </a:cubicBezTo>
                    <a:cubicBezTo>
                      <a:pt x="83774" y="222692"/>
                      <a:pt x="50901" y="185577"/>
                      <a:pt x="59914" y="135736"/>
                    </a:cubicBezTo>
                    <a:cubicBezTo>
                      <a:pt x="60444" y="132555"/>
                      <a:pt x="62565" y="127252"/>
                      <a:pt x="58324" y="125662"/>
                    </a:cubicBezTo>
                    <a:cubicBezTo>
                      <a:pt x="51431" y="122481"/>
                      <a:pt x="43477" y="123541"/>
                      <a:pt x="36585" y="125131"/>
                    </a:cubicBezTo>
                    <a:cubicBezTo>
                      <a:pt x="30222" y="126722"/>
                      <a:pt x="31813" y="133085"/>
                      <a:pt x="31813" y="137857"/>
                    </a:cubicBezTo>
                    <a:cubicBezTo>
                      <a:pt x="31813" y="174442"/>
                      <a:pt x="31813" y="210497"/>
                      <a:pt x="31813" y="247082"/>
                    </a:cubicBezTo>
                    <a:cubicBezTo>
                      <a:pt x="31813" y="262989"/>
                      <a:pt x="35524" y="266701"/>
                      <a:pt x="51961" y="266701"/>
                    </a:cubicBezTo>
                    <a:cubicBezTo>
                      <a:pt x="84835" y="266701"/>
                      <a:pt x="117178" y="266701"/>
                      <a:pt x="150052" y="266701"/>
                    </a:cubicBezTo>
                    <a:cubicBezTo>
                      <a:pt x="183456" y="266701"/>
                      <a:pt x="217390" y="266701"/>
                      <a:pt x="250794" y="266701"/>
                    </a:cubicBezTo>
                    <a:cubicBezTo>
                      <a:pt x="262459" y="266701"/>
                      <a:pt x="269352" y="261929"/>
                      <a:pt x="269352" y="250264"/>
                    </a:cubicBezTo>
                    <a:cubicBezTo>
                      <a:pt x="269352" y="211558"/>
                      <a:pt x="269352" y="173382"/>
                      <a:pt x="269352" y="134675"/>
                    </a:cubicBezTo>
                    <a:cubicBezTo>
                      <a:pt x="268822" y="126987"/>
                      <a:pt x="265773" y="124337"/>
                      <a:pt x="261863" y="123541"/>
                    </a:cubicBezTo>
                    <a:cubicBezTo>
                      <a:pt x="257952" y="122746"/>
                      <a:pt x="253180" y="123806"/>
                      <a:pt x="249204" y="123541"/>
                    </a:cubicBezTo>
                    <a:close/>
                    <a:moveTo>
                      <a:pt x="151642" y="88016"/>
                    </a:moveTo>
                    <a:cubicBezTo>
                      <a:pt x="116648" y="87486"/>
                      <a:pt x="89076" y="113997"/>
                      <a:pt x="89076" y="147931"/>
                    </a:cubicBezTo>
                    <a:cubicBezTo>
                      <a:pt x="89076" y="180805"/>
                      <a:pt x="117178" y="208377"/>
                      <a:pt x="150582" y="208377"/>
                    </a:cubicBezTo>
                    <a:cubicBezTo>
                      <a:pt x="183986" y="208377"/>
                      <a:pt x="212088" y="181335"/>
                      <a:pt x="212088" y="148461"/>
                    </a:cubicBezTo>
                    <a:cubicBezTo>
                      <a:pt x="212088" y="115058"/>
                      <a:pt x="185577" y="88546"/>
                      <a:pt x="151642" y="88016"/>
                    </a:cubicBezTo>
                    <a:close/>
                    <a:moveTo>
                      <a:pt x="234357" y="29162"/>
                    </a:moveTo>
                    <a:cubicBezTo>
                      <a:pt x="207846" y="29162"/>
                      <a:pt x="204135" y="32873"/>
                      <a:pt x="203605" y="60444"/>
                    </a:cubicBezTo>
                    <a:cubicBezTo>
                      <a:pt x="203605" y="90137"/>
                      <a:pt x="205195" y="92258"/>
                      <a:pt x="235948" y="92258"/>
                    </a:cubicBezTo>
                    <a:cubicBezTo>
                      <a:pt x="267762" y="92258"/>
                      <a:pt x="268822" y="91197"/>
                      <a:pt x="268822" y="59914"/>
                    </a:cubicBezTo>
                    <a:cubicBezTo>
                      <a:pt x="268822" y="57794"/>
                      <a:pt x="268822" y="55673"/>
                      <a:pt x="268822" y="53552"/>
                    </a:cubicBezTo>
                    <a:cubicBezTo>
                      <a:pt x="268822" y="35524"/>
                      <a:pt x="263519" y="29692"/>
                      <a:pt x="245492" y="29162"/>
                    </a:cubicBezTo>
                    <a:cubicBezTo>
                      <a:pt x="241781" y="29162"/>
                      <a:pt x="238069" y="29162"/>
                      <a:pt x="234357" y="29162"/>
                    </a:cubicBezTo>
                    <a:close/>
                    <a:moveTo>
                      <a:pt x="41887" y="0"/>
                    </a:moveTo>
                    <a:cubicBezTo>
                      <a:pt x="113998" y="0"/>
                      <a:pt x="186108" y="0"/>
                      <a:pt x="258217" y="0"/>
                    </a:cubicBezTo>
                    <a:cubicBezTo>
                      <a:pt x="284728" y="0"/>
                      <a:pt x="299575" y="14846"/>
                      <a:pt x="299575" y="41887"/>
                    </a:cubicBezTo>
                    <a:cubicBezTo>
                      <a:pt x="299575" y="112937"/>
                      <a:pt x="299575" y="184517"/>
                      <a:pt x="299575" y="255567"/>
                    </a:cubicBezTo>
                    <a:cubicBezTo>
                      <a:pt x="299575" y="283138"/>
                      <a:pt x="285789" y="297454"/>
                      <a:pt x="257687" y="297454"/>
                    </a:cubicBezTo>
                    <a:cubicBezTo>
                      <a:pt x="221632" y="297454"/>
                      <a:pt x="185577" y="297454"/>
                      <a:pt x="149522" y="297454"/>
                    </a:cubicBezTo>
                    <a:cubicBezTo>
                      <a:pt x="113467" y="297454"/>
                      <a:pt x="77412" y="297454"/>
                      <a:pt x="41357" y="297454"/>
                    </a:cubicBezTo>
                    <a:cubicBezTo>
                      <a:pt x="14315" y="297454"/>
                      <a:pt x="0" y="283138"/>
                      <a:pt x="0" y="256096"/>
                    </a:cubicBezTo>
                    <a:cubicBezTo>
                      <a:pt x="0" y="184517"/>
                      <a:pt x="0" y="112937"/>
                      <a:pt x="0" y="41357"/>
                    </a:cubicBezTo>
                    <a:cubicBezTo>
                      <a:pt x="0" y="14315"/>
                      <a:pt x="14846" y="0"/>
                      <a:pt x="41887"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grpSp>
          <p:nvGrpSpPr>
            <p:cNvPr id="1325" name="Google Shape;1325;p44"/>
            <p:cNvGrpSpPr/>
            <p:nvPr/>
          </p:nvGrpSpPr>
          <p:grpSpPr>
            <a:xfrm>
              <a:off x="8955547" y="3191206"/>
              <a:ext cx="1044109" cy="1340343"/>
              <a:chOff x="3425013" y="0"/>
              <a:chExt cx="5341478" cy="6856954"/>
            </a:xfrm>
          </p:grpSpPr>
          <p:sp>
            <p:nvSpPr>
              <p:cNvPr id="1326" name="Google Shape;1326;p44"/>
              <p:cNvSpPr/>
              <p:nvPr/>
            </p:nvSpPr>
            <p:spPr>
              <a:xfrm>
                <a:off x="3425013" y="0"/>
                <a:ext cx="5341478" cy="6856954"/>
              </a:xfrm>
              <a:custGeom>
                <a:rect b="b" l="l" r="r" t="t"/>
                <a:pathLst>
                  <a:path extrusionOk="0" h="6856954" w="5341478">
                    <a:moveTo>
                      <a:pt x="2688415" y="0"/>
                    </a:moveTo>
                    <a:cubicBezTo>
                      <a:pt x="2688415" y="0"/>
                      <a:pt x="956487" y="1166644"/>
                      <a:pt x="25123" y="1019550"/>
                    </a:cubicBezTo>
                    <a:cubicBezTo>
                      <a:pt x="-26116" y="2058707"/>
                      <a:pt x="15276" y="3058651"/>
                      <a:pt x="25123" y="3846231"/>
                    </a:cubicBezTo>
                    <a:cubicBezTo>
                      <a:pt x="54577" y="5744861"/>
                      <a:pt x="2642056" y="6856955"/>
                      <a:pt x="2642056" y="6856955"/>
                    </a:cubicBezTo>
                    <a:cubicBezTo>
                      <a:pt x="2642056" y="6856955"/>
                      <a:pt x="5064141" y="5921234"/>
                      <a:pt x="5338636" y="3952543"/>
                    </a:cubicBezTo>
                    <a:cubicBezTo>
                      <a:pt x="5328789" y="2980224"/>
                      <a:pt x="5348483" y="1950827"/>
                      <a:pt x="5338636" y="1048917"/>
                    </a:cubicBezTo>
                    <a:cubicBezTo>
                      <a:pt x="3593636" y="764663"/>
                      <a:pt x="2688415" y="0"/>
                      <a:pt x="2688415" y="0"/>
                    </a:cubicBezTo>
                    <a:close/>
                  </a:path>
                </a:pathLst>
              </a:custGeom>
              <a:noFill/>
              <a:ln cap="flat" cmpd="sng" w="3175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327" name="Google Shape;1327;p44"/>
              <p:cNvSpPr/>
              <p:nvPr/>
            </p:nvSpPr>
            <p:spPr>
              <a:xfrm>
                <a:off x="3692070" y="321376"/>
                <a:ext cx="4817313" cy="6184138"/>
              </a:xfrm>
              <a:custGeom>
                <a:rect b="b" l="l" r="r" t="t"/>
                <a:pathLst>
                  <a:path extrusionOk="0" h="6184138" w="4817313">
                    <a:moveTo>
                      <a:pt x="2424582" y="0"/>
                    </a:moveTo>
                    <a:cubicBezTo>
                      <a:pt x="2424582" y="0"/>
                      <a:pt x="862578" y="1052141"/>
                      <a:pt x="22626" y="919512"/>
                    </a:cubicBezTo>
                    <a:cubicBezTo>
                      <a:pt x="-23559" y="1856714"/>
                      <a:pt x="13825" y="2758537"/>
                      <a:pt x="22626" y="3468824"/>
                    </a:cubicBezTo>
                    <a:cubicBezTo>
                      <a:pt x="49117" y="5181145"/>
                      <a:pt x="2382841" y="6184138"/>
                      <a:pt x="2382841" y="6184138"/>
                    </a:cubicBezTo>
                    <a:cubicBezTo>
                      <a:pt x="2382841" y="6184138"/>
                      <a:pt x="4567206" y="5340265"/>
                      <a:pt x="4814773" y="3564766"/>
                    </a:cubicBezTo>
                    <a:cubicBezTo>
                      <a:pt x="4805973" y="2687778"/>
                      <a:pt x="4823575" y="1759465"/>
                      <a:pt x="4814773" y="946003"/>
                    </a:cubicBezTo>
                    <a:cubicBezTo>
                      <a:pt x="3240919" y="689634"/>
                      <a:pt x="2424582" y="0"/>
                      <a:pt x="2424582"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328" name="Google Shape;1328;p44"/>
              <p:cNvSpPr/>
              <p:nvPr/>
            </p:nvSpPr>
            <p:spPr>
              <a:xfrm>
                <a:off x="5077582" y="3107623"/>
                <a:ext cx="1971904" cy="1813799"/>
              </a:xfrm>
              <a:custGeom>
                <a:rect b="b" l="l" r="r" t="t"/>
                <a:pathLst>
                  <a:path extrusionOk="0" h="1813799" w="1971904">
                    <a:moveTo>
                      <a:pt x="1970433" y="1441139"/>
                    </a:moveTo>
                    <a:cubicBezTo>
                      <a:pt x="1467194" y="1954225"/>
                      <a:pt x="555524" y="1921547"/>
                      <a:pt x="0" y="1441139"/>
                    </a:cubicBezTo>
                    <a:cubicBezTo>
                      <a:pt x="0" y="1079329"/>
                      <a:pt x="0" y="0"/>
                      <a:pt x="0" y="0"/>
                    </a:cubicBezTo>
                    <a:lnTo>
                      <a:pt x="1970433" y="0"/>
                    </a:lnTo>
                    <a:cubicBezTo>
                      <a:pt x="1970433" y="87"/>
                      <a:pt x="1973745" y="1079329"/>
                      <a:pt x="1970433" y="144113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329" name="Google Shape;1329;p44"/>
              <p:cNvSpPr/>
              <p:nvPr/>
            </p:nvSpPr>
            <p:spPr>
              <a:xfrm>
                <a:off x="5332382" y="1718072"/>
                <a:ext cx="1483576" cy="1261366"/>
              </a:xfrm>
              <a:custGeom>
                <a:rect b="b" l="l" r="r" t="t"/>
                <a:pathLst>
                  <a:path extrusionOk="0" h="1261366" w="1483576">
                    <a:moveTo>
                      <a:pt x="741832" y="0"/>
                    </a:moveTo>
                    <a:lnTo>
                      <a:pt x="741832" y="0"/>
                    </a:lnTo>
                    <a:cubicBezTo>
                      <a:pt x="332182" y="0"/>
                      <a:pt x="0" y="332095"/>
                      <a:pt x="0" y="741745"/>
                    </a:cubicBezTo>
                    <a:lnTo>
                      <a:pt x="0" y="1261367"/>
                    </a:lnTo>
                    <a:lnTo>
                      <a:pt x="292445" y="1261367"/>
                    </a:lnTo>
                    <a:lnTo>
                      <a:pt x="292445" y="735209"/>
                    </a:lnTo>
                    <a:cubicBezTo>
                      <a:pt x="292445" y="499231"/>
                      <a:pt x="483720" y="307956"/>
                      <a:pt x="719698" y="307956"/>
                    </a:cubicBezTo>
                    <a:lnTo>
                      <a:pt x="719698" y="307956"/>
                    </a:lnTo>
                    <a:cubicBezTo>
                      <a:pt x="955676" y="307956"/>
                      <a:pt x="1146950" y="499231"/>
                      <a:pt x="1146950" y="735209"/>
                    </a:cubicBezTo>
                    <a:lnTo>
                      <a:pt x="1146950" y="1261367"/>
                    </a:lnTo>
                    <a:lnTo>
                      <a:pt x="1483576" y="1261367"/>
                    </a:lnTo>
                    <a:lnTo>
                      <a:pt x="1483576" y="741745"/>
                    </a:lnTo>
                    <a:cubicBezTo>
                      <a:pt x="1483664" y="332095"/>
                      <a:pt x="1151569" y="0"/>
                      <a:pt x="741832"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330" name="Google Shape;1330;p44"/>
              <p:cNvSpPr/>
              <p:nvPr/>
            </p:nvSpPr>
            <p:spPr>
              <a:xfrm>
                <a:off x="5864640" y="3547424"/>
                <a:ext cx="405205" cy="796469"/>
              </a:xfrm>
              <a:custGeom>
                <a:rect b="b" l="l" r="r" t="t"/>
                <a:pathLst>
                  <a:path extrusionOk="0" h="796469" w="405205">
                    <a:moveTo>
                      <a:pt x="353618" y="639528"/>
                    </a:moveTo>
                    <a:lnTo>
                      <a:pt x="310135" y="639528"/>
                    </a:lnTo>
                    <a:cubicBezTo>
                      <a:pt x="311006" y="635781"/>
                      <a:pt x="311529" y="631947"/>
                      <a:pt x="311529" y="628026"/>
                    </a:cubicBezTo>
                    <a:lnTo>
                      <a:pt x="311529" y="570861"/>
                    </a:lnTo>
                    <a:cubicBezTo>
                      <a:pt x="311529" y="543324"/>
                      <a:pt x="289221" y="521016"/>
                      <a:pt x="261685" y="521016"/>
                    </a:cubicBezTo>
                    <a:lnTo>
                      <a:pt x="261423" y="521016"/>
                    </a:lnTo>
                    <a:lnTo>
                      <a:pt x="261423" y="396492"/>
                    </a:lnTo>
                    <a:cubicBezTo>
                      <a:pt x="344643" y="371308"/>
                      <a:pt x="405206" y="294014"/>
                      <a:pt x="405206" y="202603"/>
                    </a:cubicBezTo>
                    <a:cubicBezTo>
                      <a:pt x="405206" y="90714"/>
                      <a:pt x="314492" y="0"/>
                      <a:pt x="202603" y="0"/>
                    </a:cubicBezTo>
                    <a:cubicBezTo>
                      <a:pt x="90714" y="0"/>
                      <a:pt x="0" y="90714"/>
                      <a:pt x="0" y="202603"/>
                    </a:cubicBezTo>
                    <a:cubicBezTo>
                      <a:pt x="0" y="294014"/>
                      <a:pt x="60563" y="371308"/>
                      <a:pt x="143783" y="396492"/>
                    </a:cubicBezTo>
                    <a:lnTo>
                      <a:pt x="143783" y="521016"/>
                    </a:lnTo>
                    <a:lnTo>
                      <a:pt x="143521" y="521016"/>
                    </a:lnTo>
                    <a:cubicBezTo>
                      <a:pt x="115985" y="521016"/>
                      <a:pt x="93677" y="543324"/>
                      <a:pt x="93677" y="570861"/>
                    </a:cubicBezTo>
                    <a:lnTo>
                      <a:pt x="93677" y="628026"/>
                    </a:lnTo>
                    <a:cubicBezTo>
                      <a:pt x="93677" y="632034"/>
                      <a:pt x="94199" y="635868"/>
                      <a:pt x="95071" y="639528"/>
                    </a:cubicBezTo>
                    <a:lnTo>
                      <a:pt x="51587" y="639528"/>
                    </a:lnTo>
                    <a:cubicBezTo>
                      <a:pt x="35118" y="639528"/>
                      <a:pt x="21785" y="652861"/>
                      <a:pt x="21785" y="669330"/>
                    </a:cubicBezTo>
                    <a:lnTo>
                      <a:pt x="21785" y="766667"/>
                    </a:lnTo>
                    <a:cubicBezTo>
                      <a:pt x="21785" y="783137"/>
                      <a:pt x="35118" y="796469"/>
                      <a:pt x="51587" y="796469"/>
                    </a:cubicBezTo>
                    <a:lnTo>
                      <a:pt x="353705" y="796469"/>
                    </a:lnTo>
                    <a:cubicBezTo>
                      <a:pt x="370175" y="796469"/>
                      <a:pt x="383508" y="783137"/>
                      <a:pt x="383508" y="766667"/>
                    </a:cubicBezTo>
                    <a:lnTo>
                      <a:pt x="383508" y="669330"/>
                    </a:lnTo>
                    <a:cubicBezTo>
                      <a:pt x="383333" y="652861"/>
                      <a:pt x="370001" y="639528"/>
                      <a:pt x="353618" y="63952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grpSp>
      <p:sp>
        <p:nvSpPr>
          <p:cNvPr id="1331" name="Google Shape;1331;p44"/>
          <p:cNvSpPr txBox="1"/>
          <p:nvPr/>
        </p:nvSpPr>
        <p:spPr>
          <a:xfrm>
            <a:off x="745007" y="1078514"/>
            <a:ext cx="7441050" cy="132080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accent3"/>
              </a:buClr>
              <a:buSzPts val="3200"/>
              <a:buFont typeface="Arial"/>
              <a:buNone/>
            </a:pPr>
            <a:r>
              <a:rPr b="0" i="0" lang="en-US" sz="3200" u="none" cap="none" strike="noStrike">
                <a:solidFill>
                  <a:srgbClr val="2E75B5"/>
                </a:solidFill>
                <a:latin typeface="Arial"/>
                <a:ea typeface="Arial"/>
                <a:cs typeface="Arial"/>
                <a:sym typeface="Arial"/>
              </a:rPr>
              <a:t>Present Perfect, when to use it?</a:t>
            </a:r>
            <a:endParaRPr b="0" i="0" sz="3200" u="none" cap="none" strike="noStrike">
              <a:solidFill>
                <a:srgbClr val="2E75B5"/>
              </a:solidFill>
              <a:latin typeface="Arial"/>
              <a:ea typeface="Arial"/>
              <a:cs typeface="Arial"/>
              <a:sym typeface="Arial"/>
            </a:endParaRPr>
          </a:p>
        </p:txBody>
      </p:sp>
      <p:sp>
        <p:nvSpPr>
          <p:cNvPr id="1332" name="Google Shape;1332;p44"/>
          <p:cNvSpPr txBox="1"/>
          <p:nvPr/>
        </p:nvSpPr>
        <p:spPr>
          <a:xfrm>
            <a:off x="406400" y="2405496"/>
            <a:ext cx="11480800" cy="3535322"/>
          </a:xfrm>
          <a:prstGeom prst="rect">
            <a:avLst/>
          </a:prstGeom>
          <a:noFill/>
          <a:ln>
            <a:noFill/>
          </a:ln>
        </p:spPr>
        <p:txBody>
          <a:bodyPr anchorCtr="0" anchor="t" bIns="45700" lIns="91425" spcFirstLastPara="1" rIns="91425" wrap="square" tIns="45700">
            <a:noAutofit/>
          </a:bodyPr>
          <a:lstStyle/>
          <a:p>
            <a:pPr indent="-152400" lvl="0" marL="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 When there is a connection between the past and a present event. </a:t>
            </a:r>
            <a:endParaRPr b="0" i="0" sz="1800" u="none" cap="none" strike="noStrike">
              <a:solidFill>
                <a:schemeClr val="dk1"/>
              </a:solidFill>
              <a:latin typeface="Calibri"/>
              <a:ea typeface="Calibri"/>
              <a:cs typeface="Calibri"/>
              <a:sym typeface="Calibri"/>
            </a:endParaRPr>
          </a:p>
          <a:p>
            <a:pPr indent="-152400" lvl="0" marL="0" marR="0" rtl="0" algn="l">
              <a:lnSpc>
                <a:spcPct val="9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 Whenever we want to mention an experience we think we might repeat.</a:t>
            </a:r>
            <a:endParaRPr b="0" i="0" sz="1800" u="none" cap="none" strike="noStrike">
              <a:solidFill>
                <a:schemeClr val="dk1"/>
              </a:solidFill>
              <a:latin typeface="Calibri"/>
              <a:ea typeface="Calibri"/>
              <a:cs typeface="Calibri"/>
              <a:sym typeface="Calibri"/>
            </a:endParaRPr>
          </a:p>
          <a:p>
            <a:pPr indent="-152400" lvl="0" marL="0" marR="0" rtl="0" algn="l">
              <a:lnSpc>
                <a:spcPct val="9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 When the action is recent or has just finished before the speaking time.</a:t>
            </a:r>
            <a:endParaRPr b="0" i="0" sz="2400" u="none" cap="none" strike="noStrike">
              <a:solidFill>
                <a:schemeClr val="dk1"/>
              </a:solidFill>
              <a:latin typeface="Arial"/>
              <a:ea typeface="Arial"/>
              <a:cs typeface="Arial"/>
              <a:sym typeface="Arial"/>
            </a:endParaRPr>
          </a:p>
          <a:p>
            <a:pPr indent="-152400" lvl="0" marL="0" marR="0" rtl="0" algn="l">
              <a:lnSpc>
                <a:spcPct val="9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 If we want to emphasize the duration of the action (sth that started in the past, continues in the present and may continue in the future)</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 </a:t>
            </a:r>
            <a:endParaRPr b="0" i="0" sz="2400" u="none" cap="none" strike="noStrike">
              <a:solidFill>
                <a:schemeClr val="dk1"/>
              </a:solidFill>
              <a:latin typeface="Arial"/>
              <a:ea typeface="Arial"/>
              <a:cs typeface="Arial"/>
              <a:sym typeface="Arial"/>
            </a:endParaRPr>
          </a:p>
        </p:txBody>
      </p:sp>
      <p:pic>
        <p:nvPicPr>
          <p:cNvPr id="1333" name="Google Shape;1333;p44"/>
          <p:cNvPicPr preferRelativeResize="0"/>
          <p:nvPr/>
        </p:nvPicPr>
        <p:blipFill rotWithShape="1">
          <a:blip r:embed="rId3">
            <a:alphaModFix/>
          </a:blip>
          <a:srcRect b="0" l="0" r="0" t="0"/>
          <a:stretch/>
        </p:blipFill>
        <p:spPr>
          <a:xfrm>
            <a:off x="1567544" y="4876800"/>
            <a:ext cx="8563427" cy="1981200"/>
          </a:xfrm>
          <a:prstGeom prst="rect">
            <a:avLst/>
          </a:prstGeom>
          <a:noFill/>
          <a:ln>
            <a:noFill/>
          </a:ln>
        </p:spPr>
      </p:pic>
      <p:sp>
        <p:nvSpPr>
          <p:cNvPr id="1334" name="Google Shape;1334;p44"/>
          <p:cNvSpPr txBox="1"/>
          <p:nvPr/>
        </p:nvSpPr>
        <p:spPr>
          <a:xfrm>
            <a:off x="431285" y="261319"/>
            <a:ext cx="6641719" cy="769441"/>
          </a:xfrm>
          <a:prstGeom prst="rect">
            <a:avLst/>
          </a:prstGeom>
          <a:noFill/>
          <a:ln>
            <a:noFill/>
          </a:ln>
        </p:spPr>
        <p:txBody>
          <a:bodyPr anchorCtr="0" anchor="ctr" bIns="45700" lIns="91425" spcFirstLastPara="1" rIns="91425" wrap="square" tIns="45700">
            <a:spAutoFit/>
          </a:bodyPr>
          <a:lstStyle/>
          <a:p>
            <a:pPr indent="0" lvl="0" marL="349250" marR="0" rtl="0" algn="ctr">
              <a:lnSpc>
                <a:spcPct val="100000"/>
              </a:lnSpc>
              <a:spcBef>
                <a:spcPts val="0"/>
              </a:spcBef>
              <a:spcAft>
                <a:spcPts val="0"/>
              </a:spcAft>
              <a:buClr>
                <a:srgbClr val="169C7C"/>
              </a:buClr>
              <a:buSzPts val="4400"/>
              <a:buFont typeface="Arial"/>
              <a:buNone/>
            </a:pPr>
            <a:r>
              <a:rPr b="1" i="0" lang="en-US" sz="4400" u="none" cap="none" strike="noStrike">
                <a:solidFill>
                  <a:srgbClr val="169C7C"/>
                </a:solidFill>
                <a:latin typeface="Arial"/>
                <a:ea typeface="Arial"/>
                <a:cs typeface="Arial"/>
                <a:sym typeface="Arial"/>
              </a:rPr>
              <a:t>Reminder:</a:t>
            </a:r>
            <a:endParaRPr b="1" i="0" sz="4400" u="none" cap="none" strike="noStrike">
              <a:solidFill>
                <a:srgbClr val="169C7C"/>
              </a:solidFill>
              <a:latin typeface="Arial"/>
              <a:ea typeface="Arial"/>
              <a:cs typeface="Arial"/>
              <a:sym typeface="Arial"/>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1"/>
                                        </p:tgtEl>
                                        <p:attrNameLst>
                                          <p:attrName>style.visibility</p:attrName>
                                        </p:attrNameLst>
                                      </p:cBhvr>
                                      <p:to>
                                        <p:strVal val="visible"/>
                                      </p:to>
                                    </p:set>
                                    <p:animEffect filter="fade" transition="in">
                                      <p:cBhvr>
                                        <p:cTn dur="1000"/>
                                        <p:tgtEl>
                                          <p:spTgt spid="13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1">
                                            <p:txEl>
                                              <p:pRg end="0" st="0"/>
                                            </p:txEl>
                                          </p:spTgt>
                                        </p:tgtEl>
                                        <p:attrNameLst>
                                          <p:attrName>style.visibility</p:attrName>
                                        </p:attrNameLst>
                                      </p:cBhvr>
                                      <p:to>
                                        <p:strVal val="visible"/>
                                      </p:to>
                                    </p:set>
                                    <p:animEffect filter="fade" transition="in">
                                      <p:cBhvr>
                                        <p:cTn dur="500"/>
                                        <p:tgtEl>
                                          <p:spTgt spid="13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2">
                                            <p:txEl>
                                              <p:pRg end="0" st="0"/>
                                            </p:txEl>
                                          </p:spTgt>
                                        </p:tgtEl>
                                        <p:attrNameLst>
                                          <p:attrName>style.visibility</p:attrName>
                                        </p:attrNameLst>
                                      </p:cBhvr>
                                      <p:to>
                                        <p:strVal val="visible"/>
                                      </p:to>
                                    </p:set>
                                    <p:animEffect filter="fade" transition="in">
                                      <p:cBhvr>
                                        <p:cTn dur="1000"/>
                                        <p:tgtEl>
                                          <p:spTgt spid="133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2">
                                            <p:txEl>
                                              <p:pRg end="1" st="1"/>
                                            </p:txEl>
                                          </p:spTgt>
                                        </p:tgtEl>
                                        <p:attrNameLst>
                                          <p:attrName>style.visibility</p:attrName>
                                        </p:attrNameLst>
                                      </p:cBhvr>
                                      <p:to>
                                        <p:strVal val="visible"/>
                                      </p:to>
                                    </p:set>
                                    <p:animEffect filter="fade" transition="in">
                                      <p:cBhvr>
                                        <p:cTn dur="1000"/>
                                        <p:tgtEl>
                                          <p:spTgt spid="133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2">
                                            <p:txEl>
                                              <p:pRg end="2" st="2"/>
                                            </p:txEl>
                                          </p:spTgt>
                                        </p:tgtEl>
                                        <p:attrNameLst>
                                          <p:attrName>style.visibility</p:attrName>
                                        </p:attrNameLst>
                                      </p:cBhvr>
                                      <p:to>
                                        <p:strVal val="visible"/>
                                      </p:to>
                                    </p:set>
                                    <p:animEffect filter="fade" transition="in">
                                      <p:cBhvr>
                                        <p:cTn dur="1000"/>
                                        <p:tgtEl>
                                          <p:spTgt spid="133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2">
                                            <p:txEl>
                                              <p:pRg end="3" st="3"/>
                                            </p:txEl>
                                          </p:spTgt>
                                        </p:tgtEl>
                                        <p:attrNameLst>
                                          <p:attrName>style.visibility</p:attrName>
                                        </p:attrNameLst>
                                      </p:cBhvr>
                                      <p:to>
                                        <p:strVal val="visible"/>
                                      </p:to>
                                    </p:set>
                                    <p:animEffect filter="fade" transition="in">
                                      <p:cBhvr>
                                        <p:cTn dur="1000"/>
                                        <p:tgtEl>
                                          <p:spTgt spid="133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2">
                                            <p:txEl>
                                              <p:pRg end="4" st="4"/>
                                            </p:txEl>
                                          </p:spTgt>
                                        </p:tgtEl>
                                        <p:attrNameLst>
                                          <p:attrName>style.visibility</p:attrName>
                                        </p:attrNameLst>
                                      </p:cBhvr>
                                      <p:to>
                                        <p:strVal val="visible"/>
                                      </p:to>
                                    </p:set>
                                    <p:animEffect filter="fade" transition="in">
                                      <p:cBhvr>
                                        <p:cTn dur="1000"/>
                                        <p:tgtEl>
                                          <p:spTgt spid="133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3"/>
                                        </p:tgtEl>
                                        <p:attrNameLst>
                                          <p:attrName>style.visibility</p:attrName>
                                        </p:attrNameLst>
                                      </p:cBhvr>
                                      <p:to>
                                        <p:strVal val="visible"/>
                                      </p:to>
                                    </p:set>
                                    <p:animEffect filter="fade" transition="in">
                                      <p:cBhvr>
                                        <p:cTn dur="500"/>
                                        <p:tgtEl>
                                          <p:spTgt spid="13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8" name="Shape 1338"/>
        <p:cNvGrpSpPr/>
        <p:nvPr/>
      </p:nvGrpSpPr>
      <p:grpSpPr>
        <a:xfrm>
          <a:off x="0" y="0"/>
          <a:ext cx="0" cy="0"/>
          <a:chOff x="0" y="0"/>
          <a:chExt cx="0" cy="0"/>
        </a:xfrm>
      </p:grpSpPr>
      <p:sp>
        <p:nvSpPr>
          <p:cNvPr id="1339" name="Google Shape;1339;p45"/>
          <p:cNvSpPr/>
          <p:nvPr/>
        </p:nvSpPr>
        <p:spPr>
          <a:xfrm>
            <a:off x="1880050" y="1575232"/>
            <a:ext cx="645063" cy="702346"/>
          </a:xfrm>
          <a:prstGeom prst="mathPlus">
            <a:avLst>
              <a:gd fmla="val 10633" name="adj1"/>
            </a:avLst>
          </a:prstGeom>
          <a:solidFill>
            <a:schemeClr val="accent1"/>
          </a:solidFill>
          <a:ln cap="flat" cmpd="sng" w="12700">
            <a:solidFill>
              <a:srgbClr val="0089B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1" i="0" sz="1800" u="none" cap="none" strike="noStrike">
              <a:solidFill>
                <a:srgbClr val="008DBC"/>
              </a:solidFill>
              <a:latin typeface="Arial"/>
              <a:ea typeface="Arial"/>
              <a:cs typeface="Arial"/>
              <a:sym typeface="Arial"/>
            </a:endParaRPr>
          </a:p>
        </p:txBody>
      </p:sp>
      <p:sp>
        <p:nvSpPr>
          <p:cNvPr id="1340" name="Google Shape;1340;p45"/>
          <p:cNvSpPr/>
          <p:nvPr/>
        </p:nvSpPr>
        <p:spPr>
          <a:xfrm>
            <a:off x="4104250" y="1538467"/>
            <a:ext cx="645063" cy="702346"/>
          </a:xfrm>
          <a:prstGeom prst="mathPlus">
            <a:avLst>
              <a:gd fmla="val 10633" name="adj1"/>
            </a:avLst>
          </a:prstGeom>
          <a:solidFill>
            <a:schemeClr val="accent1"/>
          </a:solidFill>
          <a:ln cap="flat" cmpd="sng" w="12700">
            <a:solidFill>
              <a:srgbClr val="0089B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1" i="0" sz="1800" u="none" cap="none" strike="noStrike">
              <a:solidFill>
                <a:srgbClr val="008DBC"/>
              </a:solidFill>
              <a:latin typeface="Arial"/>
              <a:ea typeface="Arial"/>
              <a:cs typeface="Arial"/>
              <a:sym typeface="Arial"/>
            </a:endParaRPr>
          </a:p>
        </p:txBody>
      </p:sp>
      <p:sp>
        <p:nvSpPr>
          <p:cNvPr id="1341" name="Google Shape;1341;p45"/>
          <p:cNvSpPr txBox="1"/>
          <p:nvPr/>
        </p:nvSpPr>
        <p:spPr>
          <a:xfrm>
            <a:off x="3393879" y="0"/>
            <a:ext cx="7199407"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69C7C"/>
              </a:buClr>
              <a:buSzPts val="4000"/>
              <a:buFont typeface="Arial"/>
              <a:buNone/>
            </a:pPr>
            <a:r>
              <a:rPr b="1" i="0" lang="en-US" sz="4000" u="none" cap="none" strike="noStrike">
                <a:solidFill>
                  <a:srgbClr val="169C7C"/>
                </a:solidFill>
                <a:latin typeface="Arial"/>
                <a:ea typeface="Arial"/>
                <a:cs typeface="Arial"/>
                <a:sym typeface="Arial"/>
              </a:rPr>
              <a:t>Present Perfect Simple Form</a:t>
            </a:r>
            <a:endParaRPr b="1" i="0" sz="4000" u="none" cap="none" strike="noStrike">
              <a:solidFill>
                <a:srgbClr val="169C7C"/>
              </a:solidFill>
              <a:latin typeface="Arial"/>
              <a:ea typeface="Arial"/>
              <a:cs typeface="Arial"/>
              <a:sym typeface="Arial"/>
            </a:endParaRPr>
          </a:p>
        </p:txBody>
      </p:sp>
      <p:sp>
        <p:nvSpPr>
          <p:cNvPr id="1342" name="Google Shape;1342;p45"/>
          <p:cNvSpPr txBox="1"/>
          <p:nvPr/>
        </p:nvSpPr>
        <p:spPr>
          <a:xfrm>
            <a:off x="1171726" y="701384"/>
            <a:ext cx="761748" cy="23083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Georgia"/>
              <a:buNone/>
            </a:pPr>
            <a:r>
              <a:rPr b="1" i="0" lang="en-US" sz="1800" u="none" cap="none" strike="noStrike">
                <a:solidFill>
                  <a:schemeClr val="dk1"/>
                </a:solidFill>
                <a:latin typeface="Georgia"/>
                <a:ea typeface="Georgia"/>
                <a:cs typeface="Georgia"/>
                <a:sym typeface="Georgia"/>
              </a:rPr>
              <a:t>I</a:t>
            </a:r>
            <a:endParaRPr b="0"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800"/>
              <a:buFont typeface="Georgia"/>
              <a:buNone/>
            </a:pPr>
            <a:r>
              <a:rPr b="1" i="0" lang="en-US" sz="1800" u="none" cap="none" strike="noStrike">
                <a:solidFill>
                  <a:schemeClr val="dk1"/>
                </a:solidFill>
                <a:latin typeface="Georgia"/>
                <a:ea typeface="Georgia"/>
                <a:cs typeface="Georgia"/>
                <a:sym typeface="Georgia"/>
              </a:rPr>
              <a:t>You</a:t>
            </a:r>
            <a:endParaRPr b="0"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800"/>
              <a:buFont typeface="Georgia"/>
              <a:buNone/>
            </a:pPr>
            <a:r>
              <a:rPr b="1" i="0" lang="en-US" sz="1800" u="none" cap="none" strike="noStrike">
                <a:solidFill>
                  <a:schemeClr val="dk1"/>
                </a:solidFill>
                <a:latin typeface="Georgia"/>
                <a:ea typeface="Georgia"/>
                <a:cs typeface="Georgia"/>
                <a:sym typeface="Georgia"/>
              </a:rPr>
              <a:t>We</a:t>
            </a:r>
            <a:endParaRPr b="0"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800"/>
              <a:buFont typeface="Georgia"/>
              <a:buNone/>
            </a:pPr>
            <a:r>
              <a:rPr b="1" i="0" lang="en-US" sz="1800" u="none" cap="none" strike="noStrike">
                <a:solidFill>
                  <a:schemeClr val="dk1"/>
                </a:solidFill>
                <a:latin typeface="Georgia"/>
                <a:ea typeface="Georgia"/>
                <a:cs typeface="Georgia"/>
                <a:sym typeface="Georgia"/>
              </a:rPr>
              <a:t>They</a:t>
            </a:r>
            <a:endParaRPr b="0"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800"/>
              <a:buFont typeface="Calibri"/>
              <a:buNone/>
            </a:pPr>
            <a:r>
              <a:t/>
            </a:r>
            <a:endParaRPr b="1" i="0" sz="1800" u="none" cap="none" strike="noStrike">
              <a:solidFill>
                <a:schemeClr val="dk1"/>
              </a:solidFill>
              <a:latin typeface="Georgia"/>
              <a:ea typeface="Georgia"/>
              <a:cs typeface="Georgia"/>
              <a:sym typeface="Georgia"/>
            </a:endParaRPr>
          </a:p>
          <a:p>
            <a:pPr indent="0" lvl="0" marL="0" marR="0" rtl="0" algn="ctr">
              <a:lnSpc>
                <a:spcPct val="100000"/>
              </a:lnSpc>
              <a:spcBef>
                <a:spcPts val="0"/>
              </a:spcBef>
              <a:spcAft>
                <a:spcPts val="0"/>
              </a:spcAft>
              <a:buClr>
                <a:schemeClr val="dk1"/>
              </a:buClr>
              <a:buSzPts val="1800"/>
              <a:buFont typeface="Georgia"/>
              <a:buNone/>
            </a:pPr>
            <a:r>
              <a:rPr b="1" i="0" lang="en-US" sz="1800" u="none" cap="none" strike="noStrike">
                <a:solidFill>
                  <a:schemeClr val="dk1"/>
                </a:solidFill>
                <a:latin typeface="Georgia"/>
                <a:ea typeface="Georgia"/>
                <a:cs typeface="Georgia"/>
                <a:sym typeface="Georgia"/>
              </a:rPr>
              <a:t>He</a:t>
            </a:r>
            <a:endParaRPr b="0"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800"/>
              <a:buFont typeface="Georgia"/>
              <a:buNone/>
            </a:pPr>
            <a:r>
              <a:rPr b="1" i="0" lang="en-US" sz="1800" u="none" cap="none" strike="noStrike">
                <a:solidFill>
                  <a:schemeClr val="dk1"/>
                </a:solidFill>
                <a:latin typeface="Georgia"/>
                <a:ea typeface="Georgia"/>
                <a:cs typeface="Georgia"/>
                <a:sym typeface="Georgia"/>
              </a:rPr>
              <a:t>She</a:t>
            </a:r>
            <a:endParaRPr b="0"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800"/>
              <a:buFont typeface="Georgia"/>
              <a:buNone/>
            </a:pPr>
            <a:r>
              <a:rPr b="1" i="0" lang="en-US" sz="1800" u="none" cap="none" strike="noStrike">
                <a:solidFill>
                  <a:schemeClr val="dk1"/>
                </a:solidFill>
                <a:latin typeface="Georgia"/>
                <a:ea typeface="Georgia"/>
                <a:cs typeface="Georgia"/>
                <a:sym typeface="Georgia"/>
              </a:rPr>
              <a:t>It</a:t>
            </a:r>
            <a:endParaRPr b="1" i="0" sz="1800" u="none" cap="none" strike="noStrike">
              <a:solidFill>
                <a:schemeClr val="dk1"/>
              </a:solidFill>
              <a:latin typeface="Georgia"/>
              <a:ea typeface="Georgia"/>
              <a:cs typeface="Georgia"/>
              <a:sym typeface="Georgia"/>
            </a:endParaRPr>
          </a:p>
        </p:txBody>
      </p:sp>
      <p:sp>
        <p:nvSpPr>
          <p:cNvPr id="1343" name="Google Shape;1343;p45"/>
          <p:cNvSpPr txBox="1"/>
          <p:nvPr/>
        </p:nvSpPr>
        <p:spPr>
          <a:xfrm>
            <a:off x="4558123" y="923935"/>
            <a:ext cx="885179" cy="144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5E7D"/>
              </a:buClr>
              <a:buSzPts val="8800"/>
              <a:buFont typeface="Algerian"/>
              <a:buNone/>
            </a:pPr>
            <a:r>
              <a:rPr b="1" i="0" lang="en-US" sz="8800" u="none" cap="none" strike="noStrike">
                <a:solidFill>
                  <a:srgbClr val="005E7D"/>
                </a:solidFill>
                <a:latin typeface="Algerian"/>
                <a:ea typeface="Algerian"/>
                <a:cs typeface="Algerian"/>
                <a:sym typeface="Algerian"/>
              </a:rPr>
              <a:t>V</a:t>
            </a:r>
            <a:endParaRPr b="1" i="0" sz="8800" u="none" cap="none" strike="noStrike">
              <a:solidFill>
                <a:srgbClr val="005E7D"/>
              </a:solidFill>
              <a:latin typeface="Georgia"/>
              <a:ea typeface="Georgia"/>
              <a:cs typeface="Georgia"/>
              <a:sym typeface="Georgia"/>
            </a:endParaRPr>
          </a:p>
        </p:txBody>
      </p:sp>
      <p:sp>
        <p:nvSpPr>
          <p:cNvPr id="1344" name="Google Shape;1344;p45"/>
          <p:cNvSpPr txBox="1"/>
          <p:nvPr/>
        </p:nvSpPr>
        <p:spPr>
          <a:xfrm>
            <a:off x="5299413" y="1494253"/>
            <a:ext cx="2156360"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Georgia"/>
              <a:buNone/>
            </a:pPr>
            <a:r>
              <a:rPr b="1" i="1" lang="en-US" sz="2000" u="none" cap="none" strike="noStrike">
                <a:solidFill>
                  <a:srgbClr val="C00000"/>
                </a:solidFill>
                <a:latin typeface="Georgia"/>
                <a:ea typeface="Georgia"/>
                <a:cs typeface="Georgia"/>
                <a:sym typeface="Georgia"/>
              </a:rPr>
              <a:t>Past participle</a:t>
            </a:r>
            <a:endParaRPr b="1" i="1" sz="900" u="none" cap="none" strike="noStrike">
              <a:solidFill>
                <a:srgbClr val="C00000"/>
              </a:solidFill>
              <a:latin typeface="Georgia"/>
              <a:ea typeface="Georgia"/>
              <a:cs typeface="Georgia"/>
              <a:sym typeface="Georgia"/>
            </a:endParaRPr>
          </a:p>
          <a:p>
            <a:pPr indent="0" lvl="0" marL="0" marR="0" rtl="0" algn="l">
              <a:lnSpc>
                <a:spcPct val="100000"/>
              </a:lnSpc>
              <a:spcBef>
                <a:spcPts val="0"/>
              </a:spcBef>
              <a:spcAft>
                <a:spcPts val="0"/>
              </a:spcAft>
              <a:buClr>
                <a:srgbClr val="C00000"/>
              </a:buClr>
              <a:buSzPts val="900"/>
              <a:buFont typeface="Georgia"/>
              <a:buNone/>
            </a:pPr>
            <a:r>
              <a:rPr b="1" i="1" lang="en-US" sz="900" u="none" cap="none" strike="noStrike">
                <a:solidFill>
                  <a:srgbClr val="C00000"/>
                </a:solidFill>
                <a:latin typeface="Georgia"/>
                <a:ea typeface="Georgia"/>
                <a:cs typeface="Georgia"/>
                <a:sym typeface="Georgia"/>
              </a:rPr>
              <a:t> </a:t>
            </a:r>
            <a:r>
              <a:rPr b="1" i="1" lang="en-US" sz="2000" u="none" cap="none" strike="noStrike">
                <a:solidFill>
                  <a:srgbClr val="C00000"/>
                </a:solidFill>
                <a:latin typeface="Georgia"/>
                <a:ea typeface="Georgia"/>
                <a:cs typeface="Georgia"/>
                <a:sym typeface="Georgia"/>
              </a:rPr>
              <a:t>ed</a:t>
            </a:r>
            <a:r>
              <a:rPr b="1" i="1" lang="en-US" sz="900" u="none" cap="none" strike="noStrike">
                <a:solidFill>
                  <a:srgbClr val="C00000"/>
                </a:solidFill>
                <a:latin typeface="Georgia"/>
                <a:ea typeface="Georgia"/>
                <a:cs typeface="Georgia"/>
                <a:sym typeface="Georgia"/>
              </a:rPr>
              <a:t> (</a:t>
            </a:r>
            <a:r>
              <a:rPr b="1" i="1" lang="en-US" sz="1100" u="none" cap="none" strike="noStrike">
                <a:solidFill>
                  <a:srgbClr val="C00000"/>
                </a:solidFill>
                <a:latin typeface="Georgia"/>
                <a:ea typeface="Georgia"/>
                <a:cs typeface="Georgia"/>
                <a:sym typeface="Georgia"/>
              </a:rPr>
              <a:t>regular</a:t>
            </a:r>
            <a:r>
              <a:rPr b="1" i="1" lang="en-US" sz="900" u="none" cap="none" strike="noStrike">
                <a:solidFill>
                  <a:srgbClr val="C00000"/>
                </a:solidFill>
                <a:latin typeface="Georgia"/>
                <a:ea typeface="Georgia"/>
                <a:cs typeface="Georgia"/>
                <a:sym typeface="Georgia"/>
              </a:rPr>
              <a:t>)</a:t>
            </a:r>
            <a:endParaRPr b="1" i="1" sz="900" u="none" cap="none" strike="noStrike">
              <a:solidFill>
                <a:srgbClr val="C00000"/>
              </a:solidFill>
              <a:latin typeface="Georgia"/>
              <a:ea typeface="Georgia"/>
              <a:cs typeface="Georgia"/>
              <a:sym typeface="Georgia"/>
            </a:endParaRPr>
          </a:p>
        </p:txBody>
      </p:sp>
      <p:sp>
        <p:nvSpPr>
          <p:cNvPr id="1345" name="Google Shape;1345;p45"/>
          <p:cNvSpPr txBox="1"/>
          <p:nvPr/>
        </p:nvSpPr>
        <p:spPr>
          <a:xfrm>
            <a:off x="7627218" y="1117591"/>
            <a:ext cx="4278735" cy="138499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Georgia"/>
                <a:ea typeface="Georgia"/>
                <a:cs typeface="Georgia"/>
                <a:sym typeface="Georgia"/>
              </a:rPr>
              <a:t>I </a:t>
            </a:r>
            <a:r>
              <a:rPr b="0" i="0" lang="en-US" sz="2800" u="none" cap="none" strike="noStrike">
                <a:solidFill>
                  <a:srgbClr val="0E6852"/>
                </a:solidFill>
                <a:latin typeface="Georgia"/>
                <a:ea typeface="Georgia"/>
                <a:cs typeface="Georgia"/>
                <a:sym typeface="Georgia"/>
              </a:rPr>
              <a:t>have</a:t>
            </a:r>
            <a:r>
              <a:rPr b="0" i="0" lang="en-US" sz="2800" u="none" cap="none" strike="noStrike">
                <a:solidFill>
                  <a:schemeClr val="dk1"/>
                </a:solidFill>
                <a:latin typeface="Georgia"/>
                <a:ea typeface="Georgia"/>
                <a:cs typeface="Georgia"/>
                <a:sym typeface="Georgia"/>
              </a:rPr>
              <a:t> </a:t>
            </a:r>
            <a:r>
              <a:rPr b="0" i="0" lang="en-US" sz="2800" u="none" cap="none" strike="noStrike">
                <a:solidFill>
                  <a:srgbClr val="FF0000"/>
                </a:solidFill>
                <a:latin typeface="Georgia"/>
                <a:ea typeface="Georgia"/>
                <a:cs typeface="Georgia"/>
                <a:sym typeface="Georgia"/>
              </a:rPr>
              <a:t>left</a:t>
            </a:r>
            <a:r>
              <a:rPr b="0" i="0" lang="en-US" sz="2800" u="none" cap="none" strike="noStrike">
                <a:solidFill>
                  <a:schemeClr val="dk1"/>
                </a:solidFill>
                <a:latin typeface="Georgia"/>
                <a:ea typeface="Georgia"/>
                <a:cs typeface="Georgia"/>
                <a:sym typeface="Georgia"/>
              </a:rPr>
              <a:t>/ repair</a:t>
            </a:r>
            <a:r>
              <a:rPr b="0" i="0" lang="en-US" sz="2800" u="none" cap="none" strike="noStrike">
                <a:solidFill>
                  <a:srgbClr val="FF0000"/>
                </a:solidFill>
                <a:latin typeface="Georgia"/>
                <a:ea typeface="Georgia"/>
                <a:cs typeface="Georgia"/>
                <a:sym typeface="Georgia"/>
              </a:rPr>
              <a:t>ed</a:t>
            </a:r>
            <a:endParaRPr b="0" i="0" sz="1800" u="none" cap="none" strike="noStrike">
              <a:solidFill>
                <a:schemeClr val="dk1"/>
              </a:solidFill>
              <a:latin typeface="Calibri"/>
              <a:ea typeface="Calibri"/>
              <a:cs typeface="Calibri"/>
              <a:sym typeface="Calibri"/>
            </a:endParaRPr>
          </a:p>
          <a:p>
            <a:pPr indent="-285750" lvl="0" marL="28575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Georgia"/>
                <a:ea typeface="Georgia"/>
                <a:cs typeface="Georgia"/>
                <a:sym typeface="Georgia"/>
              </a:rPr>
              <a:t>They </a:t>
            </a:r>
            <a:r>
              <a:rPr b="0" i="0" lang="en-US" sz="2800" u="none" cap="none" strike="noStrike">
                <a:solidFill>
                  <a:srgbClr val="0E6852"/>
                </a:solidFill>
                <a:latin typeface="Georgia"/>
                <a:ea typeface="Georgia"/>
                <a:cs typeface="Georgia"/>
                <a:sym typeface="Georgia"/>
              </a:rPr>
              <a:t>have</a:t>
            </a:r>
            <a:r>
              <a:rPr b="0" i="0" lang="en-US" sz="2800" u="none" cap="none" strike="noStrike">
                <a:solidFill>
                  <a:schemeClr val="dk1"/>
                </a:solidFill>
                <a:latin typeface="Georgia"/>
                <a:ea typeface="Georgia"/>
                <a:cs typeface="Georgia"/>
                <a:sym typeface="Georgia"/>
              </a:rPr>
              <a:t> </a:t>
            </a:r>
            <a:r>
              <a:rPr b="0" i="0" lang="en-US" sz="2800" u="none" cap="none" strike="noStrike">
                <a:solidFill>
                  <a:srgbClr val="FF0000"/>
                </a:solidFill>
                <a:latin typeface="Georgia"/>
                <a:ea typeface="Georgia"/>
                <a:cs typeface="Georgia"/>
                <a:sym typeface="Georgia"/>
              </a:rPr>
              <a:t>left</a:t>
            </a:r>
            <a:r>
              <a:rPr b="0" i="0" lang="en-US" sz="2800" u="none" cap="none" strike="noStrike">
                <a:solidFill>
                  <a:schemeClr val="dk1"/>
                </a:solidFill>
                <a:latin typeface="Georgia"/>
                <a:ea typeface="Georgia"/>
                <a:cs typeface="Georgia"/>
                <a:sym typeface="Georgia"/>
              </a:rPr>
              <a:t>/ repair</a:t>
            </a:r>
            <a:r>
              <a:rPr b="0" i="0" lang="en-US" sz="2800" u="none" cap="none" strike="noStrike">
                <a:solidFill>
                  <a:srgbClr val="FF0000"/>
                </a:solidFill>
                <a:latin typeface="Georgia"/>
                <a:ea typeface="Georgia"/>
                <a:cs typeface="Georgia"/>
                <a:sym typeface="Georgia"/>
              </a:rPr>
              <a:t>ed</a:t>
            </a:r>
            <a:endParaRPr b="0" i="0" sz="2800" u="none" cap="none" strike="noStrike">
              <a:solidFill>
                <a:schemeClr val="dk1"/>
              </a:solidFill>
              <a:latin typeface="Georgia"/>
              <a:ea typeface="Georgia"/>
              <a:cs typeface="Georgia"/>
              <a:sym typeface="Georgia"/>
            </a:endParaRPr>
          </a:p>
          <a:p>
            <a:pPr indent="-285750" lvl="0" marL="28575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Georgia"/>
                <a:ea typeface="Georgia"/>
                <a:cs typeface="Georgia"/>
                <a:sym typeface="Georgia"/>
              </a:rPr>
              <a:t>She </a:t>
            </a:r>
            <a:r>
              <a:rPr b="0" i="0" lang="en-US" sz="2800" u="none" cap="none" strike="noStrike">
                <a:solidFill>
                  <a:srgbClr val="0E6852"/>
                </a:solidFill>
                <a:latin typeface="Georgia"/>
                <a:ea typeface="Georgia"/>
                <a:cs typeface="Georgia"/>
                <a:sym typeface="Georgia"/>
              </a:rPr>
              <a:t>has</a:t>
            </a:r>
            <a:r>
              <a:rPr b="0" i="0" lang="en-US" sz="2800" u="none" cap="none" strike="noStrike">
                <a:solidFill>
                  <a:schemeClr val="dk1"/>
                </a:solidFill>
                <a:latin typeface="Georgia"/>
                <a:ea typeface="Georgia"/>
                <a:cs typeface="Georgia"/>
                <a:sym typeface="Georgia"/>
              </a:rPr>
              <a:t> </a:t>
            </a:r>
            <a:r>
              <a:rPr b="0" i="0" lang="en-US" sz="2800" u="none" cap="none" strike="noStrike">
                <a:solidFill>
                  <a:srgbClr val="FF0000"/>
                </a:solidFill>
                <a:latin typeface="Georgia"/>
                <a:ea typeface="Georgia"/>
                <a:cs typeface="Georgia"/>
                <a:sym typeface="Georgia"/>
              </a:rPr>
              <a:t>left</a:t>
            </a:r>
            <a:r>
              <a:rPr b="0" i="0" lang="en-US" sz="2800" u="none" cap="none" strike="noStrike">
                <a:solidFill>
                  <a:schemeClr val="dk1"/>
                </a:solidFill>
                <a:latin typeface="Georgia"/>
                <a:ea typeface="Georgia"/>
                <a:cs typeface="Georgia"/>
                <a:sym typeface="Georgia"/>
              </a:rPr>
              <a:t>/ repair</a:t>
            </a:r>
            <a:r>
              <a:rPr b="0" i="0" lang="en-US" sz="2800" u="none" cap="none" strike="noStrike">
                <a:solidFill>
                  <a:srgbClr val="FF0000"/>
                </a:solidFill>
                <a:latin typeface="Georgia"/>
                <a:ea typeface="Georgia"/>
                <a:cs typeface="Georgia"/>
                <a:sym typeface="Georgia"/>
              </a:rPr>
              <a:t>ed</a:t>
            </a:r>
            <a:endParaRPr b="0" i="0" sz="2800" u="none" cap="none" strike="noStrike">
              <a:solidFill>
                <a:schemeClr val="dk1"/>
              </a:solidFill>
              <a:latin typeface="Georgia"/>
              <a:ea typeface="Georgia"/>
              <a:cs typeface="Georgia"/>
              <a:sym typeface="Georgia"/>
            </a:endParaRPr>
          </a:p>
        </p:txBody>
      </p:sp>
      <p:sp>
        <p:nvSpPr>
          <p:cNvPr id="1346" name="Google Shape;1346;p45"/>
          <p:cNvSpPr txBox="1"/>
          <p:nvPr/>
        </p:nvSpPr>
        <p:spPr>
          <a:xfrm>
            <a:off x="2167775" y="998168"/>
            <a:ext cx="2121093"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Georgia"/>
              <a:buNone/>
            </a:pPr>
            <a:r>
              <a:rPr b="1" i="1" lang="en-US" sz="2800" u="none" cap="none" strike="noStrike">
                <a:solidFill>
                  <a:schemeClr val="dk1"/>
                </a:solidFill>
                <a:latin typeface="Georgia"/>
                <a:ea typeface="Georgia"/>
                <a:cs typeface="Georgia"/>
                <a:sym typeface="Georgia"/>
              </a:rPr>
              <a:t>have (not)</a:t>
            </a:r>
            <a:endParaRPr b="1" i="1" sz="2800" u="none" cap="none" strike="noStrike">
              <a:solidFill>
                <a:schemeClr val="dk1"/>
              </a:solidFill>
              <a:latin typeface="Georgia"/>
              <a:ea typeface="Georgia"/>
              <a:cs typeface="Georgia"/>
              <a:sym typeface="Georgia"/>
            </a:endParaRPr>
          </a:p>
          <a:p>
            <a:pPr indent="0" lvl="0" marL="0" marR="0" rtl="0" algn="ctr">
              <a:lnSpc>
                <a:spcPct val="100000"/>
              </a:lnSpc>
              <a:spcBef>
                <a:spcPts val="0"/>
              </a:spcBef>
              <a:spcAft>
                <a:spcPts val="0"/>
              </a:spcAft>
              <a:buClr>
                <a:schemeClr val="dk1"/>
              </a:buClr>
              <a:buSzPts val="2800"/>
              <a:buFont typeface="Georgia"/>
              <a:buNone/>
            </a:pPr>
            <a:r>
              <a:rPr b="1" i="1" lang="en-US" sz="2800" u="none" cap="none" strike="noStrike">
                <a:solidFill>
                  <a:schemeClr val="dk1"/>
                </a:solidFill>
                <a:latin typeface="Georgia"/>
                <a:ea typeface="Georgia"/>
                <a:cs typeface="Georgia"/>
                <a:sym typeface="Georgia"/>
              </a:rPr>
              <a:t>  </a:t>
            </a:r>
            <a:endParaRPr b="0"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2800"/>
              <a:buFont typeface="Calibri"/>
              <a:buNone/>
            </a:pPr>
            <a:r>
              <a:t/>
            </a:r>
            <a:endParaRPr b="1" i="1" sz="2800" u="none" cap="none" strike="noStrike">
              <a:solidFill>
                <a:schemeClr val="dk1"/>
              </a:solidFill>
              <a:latin typeface="Georgia"/>
              <a:ea typeface="Georgia"/>
              <a:cs typeface="Georgia"/>
              <a:sym typeface="Georgia"/>
            </a:endParaRPr>
          </a:p>
          <a:p>
            <a:pPr indent="0" lvl="0" marL="0" marR="0" rtl="0" algn="ctr">
              <a:lnSpc>
                <a:spcPct val="100000"/>
              </a:lnSpc>
              <a:spcBef>
                <a:spcPts val="0"/>
              </a:spcBef>
              <a:spcAft>
                <a:spcPts val="0"/>
              </a:spcAft>
              <a:buClr>
                <a:schemeClr val="dk1"/>
              </a:buClr>
              <a:buSzPts val="2800"/>
              <a:buFont typeface="Georgia"/>
              <a:buNone/>
            </a:pPr>
            <a:r>
              <a:rPr b="1" i="1" lang="en-US" sz="2800" u="none" cap="none" strike="noStrike">
                <a:solidFill>
                  <a:schemeClr val="dk1"/>
                </a:solidFill>
                <a:latin typeface="Georgia"/>
                <a:ea typeface="Georgia"/>
                <a:cs typeface="Georgia"/>
                <a:sym typeface="Georgia"/>
              </a:rPr>
              <a:t>has (not)</a:t>
            </a:r>
            <a:endParaRPr b="1" i="1" sz="2800" u="none" cap="none" strike="noStrike">
              <a:solidFill>
                <a:schemeClr val="dk1"/>
              </a:solidFill>
              <a:latin typeface="Georgia"/>
              <a:ea typeface="Georgia"/>
              <a:cs typeface="Georgia"/>
              <a:sym typeface="Georgia"/>
            </a:endParaRPr>
          </a:p>
        </p:txBody>
      </p:sp>
      <p:sp>
        <p:nvSpPr>
          <p:cNvPr id="1347" name="Google Shape;1347;p45"/>
          <p:cNvSpPr txBox="1"/>
          <p:nvPr/>
        </p:nvSpPr>
        <p:spPr>
          <a:xfrm>
            <a:off x="2193416" y="4530279"/>
            <a:ext cx="2121093"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Georgia"/>
              <a:buNone/>
            </a:pPr>
            <a:r>
              <a:rPr b="1" i="1" lang="en-US" sz="2800" u="none" cap="none" strike="noStrike">
                <a:solidFill>
                  <a:schemeClr val="dk1"/>
                </a:solidFill>
                <a:latin typeface="Georgia"/>
                <a:ea typeface="Georgia"/>
                <a:cs typeface="Georgia"/>
                <a:sym typeface="Georgia"/>
              </a:rPr>
              <a:t>have (not)</a:t>
            </a:r>
            <a:endParaRPr b="1" i="1" sz="2800" u="none" cap="none" strike="noStrike">
              <a:solidFill>
                <a:schemeClr val="dk1"/>
              </a:solidFill>
              <a:latin typeface="Georgia"/>
              <a:ea typeface="Georgia"/>
              <a:cs typeface="Georgia"/>
              <a:sym typeface="Georgia"/>
            </a:endParaRPr>
          </a:p>
          <a:p>
            <a:pPr indent="0" lvl="0" marL="0" marR="0" rtl="0" algn="ctr">
              <a:lnSpc>
                <a:spcPct val="100000"/>
              </a:lnSpc>
              <a:spcBef>
                <a:spcPts val="0"/>
              </a:spcBef>
              <a:spcAft>
                <a:spcPts val="0"/>
              </a:spcAft>
              <a:buClr>
                <a:schemeClr val="dk1"/>
              </a:buClr>
              <a:buSzPts val="2800"/>
              <a:buFont typeface="Georgia"/>
              <a:buNone/>
            </a:pPr>
            <a:r>
              <a:rPr b="1" i="1" lang="en-US" sz="2800" u="none" cap="none" strike="noStrike">
                <a:solidFill>
                  <a:schemeClr val="dk1"/>
                </a:solidFill>
                <a:latin typeface="Georgia"/>
                <a:ea typeface="Georgia"/>
                <a:cs typeface="Georgia"/>
                <a:sym typeface="Georgia"/>
              </a:rPr>
              <a:t>  </a:t>
            </a:r>
            <a:endParaRPr b="0"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2800"/>
              <a:buFont typeface="Calibri"/>
              <a:buNone/>
            </a:pPr>
            <a:r>
              <a:t/>
            </a:r>
            <a:endParaRPr b="1" i="1" sz="2800" u="none" cap="none" strike="noStrike">
              <a:solidFill>
                <a:schemeClr val="dk1"/>
              </a:solidFill>
              <a:latin typeface="Georgia"/>
              <a:ea typeface="Georgia"/>
              <a:cs typeface="Georgia"/>
              <a:sym typeface="Georgia"/>
            </a:endParaRPr>
          </a:p>
          <a:p>
            <a:pPr indent="0" lvl="0" marL="0" marR="0" rtl="0" algn="ctr">
              <a:lnSpc>
                <a:spcPct val="100000"/>
              </a:lnSpc>
              <a:spcBef>
                <a:spcPts val="0"/>
              </a:spcBef>
              <a:spcAft>
                <a:spcPts val="0"/>
              </a:spcAft>
              <a:buClr>
                <a:schemeClr val="dk1"/>
              </a:buClr>
              <a:buSzPts val="2800"/>
              <a:buFont typeface="Georgia"/>
              <a:buNone/>
            </a:pPr>
            <a:r>
              <a:rPr b="1" i="1" lang="en-US" sz="2800" u="none" cap="none" strike="noStrike">
                <a:solidFill>
                  <a:schemeClr val="dk1"/>
                </a:solidFill>
                <a:latin typeface="Georgia"/>
                <a:ea typeface="Georgia"/>
                <a:cs typeface="Georgia"/>
                <a:sym typeface="Georgia"/>
              </a:rPr>
              <a:t>has (not)</a:t>
            </a:r>
            <a:endParaRPr b="1" i="1" sz="2800" u="none" cap="none" strike="noStrike">
              <a:solidFill>
                <a:schemeClr val="dk1"/>
              </a:solidFill>
              <a:latin typeface="Georgia"/>
              <a:ea typeface="Georgia"/>
              <a:cs typeface="Georgia"/>
              <a:sym typeface="Georgia"/>
            </a:endParaRPr>
          </a:p>
        </p:txBody>
      </p:sp>
      <p:sp>
        <p:nvSpPr>
          <p:cNvPr id="1348" name="Google Shape;1348;p45"/>
          <p:cNvSpPr txBox="1"/>
          <p:nvPr/>
        </p:nvSpPr>
        <p:spPr>
          <a:xfrm>
            <a:off x="1144578" y="4284058"/>
            <a:ext cx="761748" cy="23083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Georgia"/>
              <a:buNone/>
            </a:pPr>
            <a:r>
              <a:rPr b="1" i="0" lang="en-US" sz="1800" u="none" cap="none" strike="noStrike">
                <a:solidFill>
                  <a:schemeClr val="dk1"/>
                </a:solidFill>
                <a:latin typeface="Georgia"/>
                <a:ea typeface="Georgia"/>
                <a:cs typeface="Georgia"/>
                <a:sym typeface="Georgia"/>
              </a:rPr>
              <a:t>I</a:t>
            </a:r>
            <a:endParaRPr b="0"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800"/>
              <a:buFont typeface="Georgia"/>
              <a:buNone/>
            </a:pPr>
            <a:r>
              <a:rPr b="1" i="0" lang="en-US" sz="1800" u="none" cap="none" strike="noStrike">
                <a:solidFill>
                  <a:schemeClr val="dk1"/>
                </a:solidFill>
                <a:latin typeface="Georgia"/>
                <a:ea typeface="Georgia"/>
                <a:cs typeface="Georgia"/>
                <a:sym typeface="Georgia"/>
              </a:rPr>
              <a:t>You</a:t>
            </a:r>
            <a:endParaRPr b="0"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800"/>
              <a:buFont typeface="Georgia"/>
              <a:buNone/>
            </a:pPr>
            <a:r>
              <a:rPr b="1" i="0" lang="en-US" sz="1800" u="none" cap="none" strike="noStrike">
                <a:solidFill>
                  <a:schemeClr val="dk1"/>
                </a:solidFill>
                <a:latin typeface="Georgia"/>
                <a:ea typeface="Georgia"/>
                <a:cs typeface="Georgia"/>
                <a:sym typeface="Georgia"/>
              </a:rPr>
              <a:t>We</a:t>
            </a:r>
            <a:endParaRPr b="0"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800"/>
              <a:buFont typeface="Georgia"/>
              <a:buNone/>
            </a:pPr>
            <a:r>
              <a:rPr b="1" i="0" lang="en-US" sz="1800" u="none" cap="none" strike="noStrike">
                <a:solidFill>
                  <a:schemeClr val="dk1"/>
                </a:solidFill>
                <a:latin typeface="Georgia"/>
                <a:ea typeface="Georgia"/>
                <a:cs typeface="Georgia"/>
                <a:sym typeface="Georgia"/>
              </a:rPr>
              <a:t>They</a:t>
            </a:r>
            <a:endParaRPr b="0"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800"/>
              <a:buFont typeface="Calibri"/>
              <a:buNone/>
            </a:pPr>
            <a:r>
              <a:t/>
            </a:r>
            <a:endParaRPr b="1" i="0" sz="1800" u="none" cap="none" strike="noStrike">
              <a:solidFill>
                <a:schemeClr val="dk1"/>
              </a:solidFill>
              <a:latin typeface="Georgia"/>
              <a:ea typeface="Georgia"/>
              <a:cs typeface="Georgia"/>
              <a:sym typeface="Georgia"/>
            </a:endParaRPr>
          </a:p>
          <a:p>
            <a:pPr indent="0" lvl="0" marL="0" marR="0" rtl="0" algn="ctr">
              <a:lnSpc>
                <a:spcPct val="100000"/>
              </a:lnSpc>
              <a:spcBef>
                <a:spcPts val="0"/>
              </a:spcBef>
              <a:spcAft>
                <a:spcPts val="0"/>
              </a:spcAft>
              <a:buClr>
                <a:schemeClr val="dk1"/>
              </a:buClr>
              <a:buSzPts val="1800"/>
              <a:buFont typeface="Georgia"/>
              <a:buNone/>
            </a:pPr>
            <a:r>
              <a:rPr b="1" i="0" lang="en-US" sz="1800" u="none" cap="none" strike="noStrike">
                <a:solidFill>
                  <a:schemeClr val="dk1"/>
                </a:solidFill>
                <a:latin typeface="Georgia"/>
                <a:ea typeface="Georgia"/>
                <a:cs typeface="Georgia"/>
                <a:sym typeface="Georgia"/>
              </a:rPr>
              <a:t>He</a:t>
            </a:r>
            <a:endParaRPr b="0"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800"/>
              <a:buFont typeface="Georgia"/>
              <a:buNone/>
            </a:pPr>
            <a:r>
              <a:rPr b="1" i="0" lang="en-US" sz="1800" u="none" cap="none" strike="noStrike">
                <a:solidFill>
                  <a:schemeClr val="dk1"/>
                </a:solidFill>
                <a:latin typeface="Georgia"/>
                <a:ea typeface="Georgia"/>
                <a:cs typeface="Georgia"/>
                <a:sym typeface="Georgia"/>
              </a:rPr>
              <a:t>She</a:t>
            </a:r>
            <a:endParaRPr b="0"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800"/>
              <a:buFont typeface="Georgia"/>
              <a:buNone/>
            </a:pPr>
            <a:r>
              <a:rPr b="1" i="0" lang="en-US" sz="1800" u="none" cap="none" strike="noStrike">
                <a:solidFill>
                  <a:schemeClr val="dk1"/>
                </a:solidFill>
                <a:latin typeface="Georgia"/>
                <a:ea typeface="Georgia"/>
                <a:cs typeface="Georgia"/>
                <a:sym typeface="Georgia"/>
              </a:rPr>
              <a:t>It</a:t>
            </a:r>
            <a:endParaRPr b="1" i="0" sz="1800" u="none" cap="none" strike="noStrike">
              <a:solidFill>
                <a:schemeClr val="dk1"/>
              </a:solidFill>
              <a:latin typeface="Georgia"/>
              <a:ea typeface="Georgia"/>
              <a:cs typeface="Georgia"/>
              <a:sym typeface="Georgia"/>
            </a:endParaRPr>
          </a:p>
        </p:txBody>
      </p:sp>
      <p:sp>
        <p:nvSpPr>
          <p:cNvPr id="1349" name="Google Shape;1349;p45"/>
          <p:cNvSpPr/>
          <p:nvPr/>
        </p:nvSpPr>
        <p:spPr>
          <a:xfrm>
            <a:off x="1802558" y="5173404"/>
            <a:ext cx="645063" cy="702346"/>
          </a:xfrm>
          <a:prstGeom prst="mathPlus">
            <a:avLst>
              <a:gd fmla="val 10633" name="adj1"/>
            </a:avLst>
          </a:prstGeom>
          <a:solidFill>
            <a:schemeClr val="accent1"/>
          </a:solidFill>
          <a:ln cap="flat" cmpd="sng" w="12700">
            <a:solidFill>
              <a:srgbClr val="0089B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1" i="0" sz="1800" u="none" cap="none" strike="noStrike">
              <a:solidFill>
                <a:srgbClr val="008DBC"/>
              </a:solidFill>
              <a:latin typeface="Arial"/>
              <a:ea typeface="Arial"/>
              <a:cs typeface="Arial"/>
              <a:sym typeface="Arial"/>
            </a:endParaRPr>
          </a:p>
        </p:txBody>
      </p:sp>
      <p:sp>
        <p:nvSpPr>
          <p:cNvPr id="1350" name="Google Shape;1350;p45"/>
          <p:cNvSpPr/>
          <p:nvPr/>
        </p:nvSpPr>
        <p:spPr>
          <a:xfrm>
            <a:off x="3766484" y="5071694"/>
            <a:ext cx="645063" cy="702346"/>
          </a:xfrm>
          <a:prstGeom prst="mathPlus">
            <a:avLst>
              <a:gd fmla="val 10633" name="adj1"/>
            </a:avLst>
          </a:prstGeom>
          <a:solidFill>
            <a:schemeClr val="accent1"/>
          </a:solidFill>
          <a:ln cap="flat" cmpd="sng" w="12700">
            <a:solidFill>
              <a:srgbClr val="0089B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1" i="0" sz="1800" u="none" cap="none" strike="noStrike">
              <a:solidFill>
                <a:srgbClr val="008DBC"/>
              </a:solidFill>
              <a:latin typeface="Arial"/>
              <a:ea typeface="Arial"/>
              <a:cs typeface="Arial"/>
              <a:sym typeface="Arial"/>
            </a:endParaRPr>
          </a:p>
        </p:txBody>
      </p:sp>
      <p:sp>
        <p:nvSpPr>
          <p:cNvPr id="1351" name="Google Shape;1351;p45"/>
          <p:cNvSpPr txBox="1"/>
          <p:nvPr/>
        </p:nvSpPr>
        <p:spPr>
          <a:xfrm>
            <a:off x="4328622" y="5067173"/>
            <a:ext cx="131638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600"/>
              <a:buFont typeface="Georgia"/>
              <a:buNone/>
            </a:pPr>
            <a:r>
              <a:rPr b="1" i="1" lang="en-US" sz="3600" u="none" cap="none" strike="noStrike">
                <a:solidFill>
                  <a:srgbClr val="C00000"/>
                </a:solidFill>
                <a:latin typeface="Georgia"/>
                <a:ea typeface="Georgia"/>
                <a:cs typeface="Georgia"/>
                <a:sym typeface="Georgia"/>
              </a:rPr>
              <a:t>been</a:t>
            </a:r>
            <a:endParaRPr b="1" i="1" sz="2800" u="none" cap="none" strike="noStrike">
              <a:solidFill>
                <a:srgbClr val="C00000"/>
              </a:solidFill>
              <a:latin typeface="Georgia"/>
              <a:ea typeface="Georgia"/>
              <a:cs typeface="Georgia"/>
              <a:sym typeface="Georgia"/>
            </a:endParaRPr>
          </a:p>
        </p:txBody>
      </p:sp>
      <p:sp>
        <p:nvSpPr>
          <p:cNvPr id="1352" name="Google Shape;1352;p45"/>
          <p:cNvSpPr txBox="1"/>
          <p:nvPr/>
        </p:nvSpPr>
        <p:spPr>
          <a:xfrm>
            <a:off x="5958769" y="4595103"/>
            <a:ext cx="821059"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5E7D"/>
              </a:buClr>
              <a:buSzPts val="8000"/>
              <a:buFont typeface="Algerian"/>
              <a:buNone/>
            </a:pPr>
            <a:r>
              <a:rPr b="1" i="0" lang="en-US" sz="8000" u="none" cap="none" strike="noStrike">
                <a:solidFill>
                  <a:srgbClr val="005E7D"/>
                </a:solidFill>
                <a:latin typeface="Algerian"/>
                <a:ea typeface="Algerian"/>
                <a:cs typeface="Algerian"/>
                <a:sym typeface="Algerian"/>
              </a:rPr>
              <a:t>V</a:t>
            </a:r>
            <a:endParaRPr b="1" i="0" sz="8000" u="none" cap="none" strike="noStrike">
              <a:solidFill>
                <a:srgbClr val="005E7D"/>
              </a:solidFill>
              <a:latin typeface="Georgia"/>
              <a:ea typeface="Georgia"/>
              <a:cs typeface="Georgia"/>
              <a:sym typeface="Georgia"/>
            </a:endParaRPr>
          </a:p>
        </p:txBody>
      </p:sp>
      <p:sp>
        <p:nvSpPr>
          <p:cNvPr id="1353" name="Google Shape;1353;p45"/>
          <p:cNvSpPr txBox="1"/>
          <p:nvPr/>
        </p:nvSpPr>
        <p:spPr>
          <a:xfrm>
            <a:off x="6600476" y="5186319"/>
            <a:ext cx="1059906"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4000"/>
              <a:buFont typeface="Georgia"/>
              <a:buNone/>
            </a:pPr>
            <a:r>
              <a:rPr b="1" i="1" lang="en-US" sz="4000" u="none" cap="none" strike="noStrike">
                <a:solidFill>
                  <a:srgbClr val="C00000"/>
                </a:solidFill>
                <a:latin typeface="Georgia"/>
                <a:ea typeface="Georgia"/>
                <a:cs typeface="Georgia"/>
                <a:sym typeface="Georgia"/>
              </a:rPr>
              <a:t>ing</a:t>
            </a:r>
            <a:endParaRPr b="1" i="1" sz="4000" u="none" cap="none" strike="noStrike">
              <a:solidFill>
                <a:srgbClr val="C00000"/>
              </a:solidFill>
              <a:latin typeface="Georgia"/>
              <a:ea typeface="Georgia"/>
              <a:cs typeface="Georgia"/>
              <a:sym typeface="Georgia"/>
            </a:endParaRPr>
          </a:p>
        </p:txBody>
      </p:sp>
      <p:sp>
        <p:nvSpPr>
          <p:cNvPr id="1354" name="Google Shape;1354;p45"/>
          <p:cNvSpPr txBox="1"/>
          <p:nvPr/>
        </p:nvSpPr>
        <p:spPr>
          <a:xfrm>
            <a:off x="2734839" y="3361969"/>
            <a:ext cx="8368590"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69C7C"/>
              </a:buClr>
              <a:buSzPts val="4000"/>
              <a:buFont typeface="Arial"/>
              <a:buNone/>
            </a:pPr>
            <a:r>
              <a:rPr b="1" i="0" lang="en-US" sz="4000" u="none" cap="none" strike="noStrike">
                <a:solidFill>
                  <a:srgbClr val="169C7C"/>
                </a:solidFill>
                <a:latin typeface="Arial"/>
                <a:ea typeface="Arial"/>
                <a:cs typeface="Arial"/>
                <a:sym typeface="Arial"/>
              </a:rPr>
              <a:t>Present Perfect Continuous Form</a:t>
            </a:r>
            <a:endParaRPr b="1" i="0" sz="4000" u="none" cap="none" strike="noStrike">
              <a:solidFill>
                <a:srgbClr val="169C7C"/>
              </a:solidFill>
              <a:latin typeface="Arial"/>
              <a:ea typeface="Arial"/>
              <a:cs typeface="Arial"/>
              <a:sym typeface="Arial"/>
            </a:endParaRPr>
          </a:p>
        </p:txBody>
      </p:sp>
      <p:sp>
        <p:nvSpPr>
          <p:cNvPr id="1355" name="Google Shape;1355;p45"/>
          <p:cNvSpPr/>
          <p:nvPr/>
        </p:nvSpPr>
        <p:spPr>
          <a:xfrm>
            <a:off x="5495543" y="5064608"/>
            <a:ext cx="699454" cy="702346"/>
          </a:xfrm>
          <a:prstGeom prst="mathPlus">
            <a:avLst>
              <a:gd fmla="val 10633" name="adj1"/>
            </a:avLst>
          </a:prstGeom>
          <a:solidFill>
            <a:schemeClr val="accent1"/>
          </a:solidFill>
          <a:ln cap="flat" cmpd="sng" w="12700">
            <a:solidFill>
              <a:srgbClr val="0089B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1" i="0" sz="1800" u="none" cap="none" strike="noStrike">
              <a:solidFill>
                <a:srgbClr val="008DBC"/>
              </a:solidFill>
              <a:latin typeface="Arial"/>
              <a:ea typeface="Arial"/>
              <a:cs typeface="Arial"/>
              <a:sym typeface="Arial"/>
            </a:endParaRPr>
          </a:p>
        </p:txBody>
      </p:sp>
      <p:sp>
        <p:nvSpPr>
          <p:cNvPr id="1356" name="Google Shape;1356;p45"/>
          <p:cNvSpPr txBox="1"/>
          <p:nvPr/>
        </p:nvSpPr>
        <p:spPr>
          <a:xfrm>
            <a:off x="7954836" y="4600079"/>
            <a:ext cx="4028667" cy="138499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Georgia"/>
                <a:ea typeface="Georgia"/>
                <a:cs typeface="Georgia"/>
                <a:sym typeface="Georgia"/>
              </a:rPr>
              <a:t>I </a:t>
            </a:r>
            <a:r>
              <a:rPr b="0" i="0" lang="en-US" sz="2800" u="none" cap="none" strike="noStrike">
                <a:solidFill>
                  <a:srgbClr val="0E6852"/>
                </a:solidFill>
                <a:latin typeface="Georgia"/>
                <a:ea typeface="Georgia"/>
                <a:cs typeface="Georgia"/>
                <a:sym typeface="Georgia"/>
              </a:rPr>
              <a:t>have</a:t>
            </a:r>
            <a:r>
              <a:rPr b="0" i="0" lang="en-US" sz="2800" u="none" cap="none" strike="noStrike">
                <a:solidFill>
                  <a:schemeClr val="dk1"/>
                </a:solidFill>
                <a:latin typeface="Georgia"/>
                <a:ea typeface="Georgia"/>
                <a:cs typeface="Georgia"/>
                <a:sym typeface="Georgia"/>
              </a:rPr>
              <a:t> </a:t>
            </a:r>
            <a:r>
              <a:rPr b="0" i="0" lang="en-US" sz="2800" u="none" cap="none" strike="noStrike">
                <a:solidFill>
                  <a:srgbClr val="FF0000"/>
                </a:solidFill>
                <a:latin typeface="Georgia"/>
                <a:ea typeface="Georgia"/>
                <a:cs typeface="Georgia"/>
                <a:sym typeface="Georgia"/>
              </a:rPr>
              <a:t>been</a:t>
            </a:r>
            <a:r>
              <a:rPr b="0" i="0" lang="en-US" sz="2800" u="none" cap="none" strike="noStrike">
                <a:solidFill>
                  <a:schemeClr val="dk1"/>
                </a:solidFill>
                <a:latin typeface="Georgia"/>
                <a:ea typeface="Georgia"/>
                <a:cs typeface="Georgia"/>
                <a:sym typeface="Georgia"/>
              </a:rPr>
              <a:t> wait</a:t>
            </a:r>
            <a:r>
              <a:rPr b="0" i="0" lang="en-US" sz="2800" u="none" cap="none" strike="noStrike">
                <a:solidFill>
                  <a:srgbClr val="FF0000"/>
                </a:solidFill>
                <a:latin typeface="Georgia"/>
                <a:ea typeface="Georgia"/>
                <a:cs typeface="Georgia"/>
                <a:sym typeface="Georgia"/>
              </a:rPr>
              <a:t>ing </a:t>
            </a:r>
            <a:endParaRPr b="0" i="0" sz="1800" u="none" cap="none" strike="noStrike">
              <a:solidFill>
                <a:schemeClr val="dk1"/>
              </a:solidFill>
              <a:latin typeface="Calibri"/>
              <a:ea typeface="Calibri"/>
              <a:cs typeface="Calibri"/>
              <a:sym typeface="Calibri"/>
            </a:endParaRPr>
          </a:p>
          <a:p>
            <a:pPr indent="-285750" lvl="0" marL="28575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Georgia"/>
                <a:ea typeface="Georgia"/>
                <a:cs typeface="Georgia"/>
                <a:sym typeface="Georgia"/>
              </a:rPr>
              <a:t>You </a:t>
            </a:r>
            <a:r>
              <a:rPr b="0" i="0" lang="en-US" sz="2800" u="none" cap="none" strike="noStrike">
                <a:solidFill>
                  <a:srgbClr val="0E6852"/>
                </a:solidFill>
                <a:latin typeface="Georgia"/>
                <a:ea typeface="Georgia"/>
                <a:cs typeface="Georgia"/>
                <a:sym typeface="Georgia"/>
              </a:rPr>
              <a:t>have</a:t>
            </a:r>
            <a:r>
              <a:rPr b="0" i="0" lang="en-US" sz="2800" u="none" cap="none" strike="noStrike">
                <a:solidFill>
                  <a:schemeClr val="dk1"/>
                </a:solidFill>
                <a:latin typeface="Georgia"/>
                <a:ea typeface="Georgia"/>
                <a:cs typeface="Georgia"/>
                <a:sym typeface="Georgia"/>
              </a:rPr>
              <a:t> </a:t>
            </a:r>
            <a:r>
              <a:rPr b="0" i="0" lang="en-US" sz="2800" u="none" cap="none" strike="noStrike">
                <a:solidFill>
                  <a:srgbClr val="FF0000"/>
                </a:solidFill>
                <a:latin typeface="Georgia"/>
                <a:ea typeface="Georgia"/>
                <a:cs typeface="Georgia"/>
                <a:sym typeface="Georgia"/>
              </a:rPr>
              <a:t>been</a:t>
            </a:r>
            <a:r>
              <a:rPr b="0" i="0" lang="en-US" sz="2800" u="none" cap="none" strike="noStrike">
                <a:solidFill>
                  <a:schemeClr val="dk1"/>
                </a:solidFill>
                <a:latin typeface="Georgia"/>
                <a:ea typeface="Georgia"/>
                <a:cs typeface="Georgia"/>
                <a:sym typeface="Georgia"/>
              </a:rPr>
              <a:t> wait</a:t>
            </a:r>
            <a:r>
              <a:rPr b="0" i="0" lang="en-US" sz="2800" u="none" cap="none" strike="noStrike">
                <a:solidFill>
                  <a:srgbClr val="FF0000"/>
                </a:solidFill>
                <a:latin typeface="Georgia"/>
                <a:ea typeface="Georgia"/>
                <a:cs typeface="Georgia"/>
                <a:sym typeface="Georgia"/>
              </a:rPr>
              <a:t>ing</a:t>
            </a:r>
            <a:endParaRPr b="0" i="0" sz="2800" u="none" cap="none" strike="noStrike">
              <a:solidFill>
                <a:schemeClr val="dk1"/>
              </a:solidFill>
              <a:latin typeface="Georgia"/>
              <a:ea typeface="Georgia"/>
              <a:cs typeface="Georgia"/>
              <a:sym typeface="Georgia"/>
            </a:endParaRPr>
          </a:p>
          <a:p>
            <a:pPr indent="-285750" lvl="0" marL="28575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Georgia"/>
                <a:ea typeface="Georgia"/>
                <a:cs typeface="Georgia"/>
                <a:sym typeface="Georgia"/>
              </a:rPr>
              <a:t>He </a:t>
            </a:r>
            <a:r>
              <a:rPr b="0" i="0" lang="en-US" sz="2800" u="none" cap="none" strike="noStrike">
                <a:solidFill>
                  <a:srgbClr val="0E6852"/>
                </a:solidFill>
                <a:latin typeface="Georgia"/>
                <a:ea typeface="Georgia"/>
                <a:cs typeface="Georgia"/>
                <a:sym typeface="Georgia"/>
              </a:rPr>
              <a:t>has</a:t>
            </a:r>
            <a:r>
              <a:rPr b="0" i="0" lang="en-US" sz="2800" u="none" cap="none" strike="noStrike">
                <a:solidFill>
                  <a:schemeClr val="dk1"/>
                </a:solidFill>
                <a:latin typeface="Georgia"/>
                <a:ea typeface="Georgia"/>
                <a:cs typeface="Georgia"/>
                <a:sym typeface="Georgia"/>
              </a:rPr>
              <a:t> </a:t>
            </a:r>
            <a:r>
              <a:rPr b="0" i="0" lang="en-US" sz="2800" u="none" cap="none" strike="noStrike">
                <a:solidFill>
                  <a:srgbClr val="FF0000"/>
                </a:solidFill>
                <a:latin typeface="Georgia"/>
                <a:ea typeface="Georgia"/>
                <a:cs typeface="Georgia"/>
                <a:sym typeface="Georgia"/>
              </a:rPr>
              <a:t>been</a:t>
            </a:r>
            <a:r>
              <a:rPr b="0" i="0" lang="en-US" sz="2800" u="none" cap="none" strike="noStrike">
                <a:solidFill>
                  <a:schemeClr val="dk1"/>
                </a:solidFill>
                <a:latin typeface="Georgia"/>
                <a:ea typeface="Georgia"/>
                <a:cs typeface="Georgia"/>
                <a:sym typeface="Georgia"/>
              </a:rPr>
              <a:t> wait</a:t>
            </a:r>
            <a:r>
              <a:rPr b="0" i="0" lang="en-US" sz="2800" u="none" cap="none" strike="noStrike">
                <a:solidFill>
                  <a:srgbClr val="FF0000"/>
                </a:solidFill>
                <a:latin typeface="Georgia"/>
                <a:ea typeface="Georgia"/>
                <a:cs typeface="Georgia"/>
                <a:sym typeface="Georgia"/>
              </a:rPr>
              <a:t>ing</a:t>
            </a:r>
            <a:r>
              <a:rPr b="0" i="0" lang="en-US" sz="2800" u="none" cap="none" strike="noStrike">
                <a:solidFill>
                  <a:schemeClr val="dk1"/>
                </a:solidFill>
                <a:latin typeface="Georgia"/>
                <a:ea typeface="Georgia"/>
                <a:cs typeface="Georgia"/>
                <a:sym typeface="Georgia"/>
              </a:rPr>
              <a:t> </a:t>
            </a:r>
            <a:endParaRPr b="0" i="0" sz="1800" u="none" cap="none" strike="noStrike">
              <a:solidFill>
                <a:schemeClr val="dk1"/>
              </a:solidFill>
              <a:latin typeface="Calibri"/>
              <a:ea typeface="Calibri"/>
              <a:cs typeface="Calibri"/>
              <a:sym typeface="Calibri"/>
            </a:endParaRPr>
          </a:p>
        </p:txBody>
      </p:sp>
      <p:grpSp>
        <p:nvGrpSpPr>
          <p:cNvPr id="1357" name="Google Shape;1357;p45"/>
          <p:cNvGrpSpPr/>
          <p:nvPr/>
        </p:nvGrpSpPr>
        <p:grpSpPr>
          <a:xfrm>
            <a:off x="155100" y="20496"/>
            <a:ext cx="768029" cy="1252175"/>
            <a:chOff x="169229" y="2084489"/>
            <a:chExt cx="1306245" cy="1903654"/>
          </a:xfrm>
        </p:grpSpPr>
        <p:sp>
          <p:nvSpPr>
            <p:cNvPr id="1358" name="Google Shape;1358;p45"/>
            <p:cNvSpPr/>
            <p:nvPr/>
          </p:nvSpPr>
          <p:spPr>
            <a:xfrm>
              <a:off x="1162276" y="2834478"/>
              <a:ext cx="313198" cy="613622"/>
            </a:xfrm>
            <a:custGeom>
              <a:rect b="b" l="l" r="r" t="t"/>
              <a:pathLst>
                <a:path extrusionOk="0" h="613622" w="313198">
                  <a:moveTo>
                    <a:pt x="297384" y="307094"/>
                  </a:moveTo>
                  <a:cubicBezTo>
                    <a:pt x="292364" y="293707"/>
                    <a:pt x="287509" y="280038"/>
                    <a:pt x="294721" y="265708"/>
                  </a:cubicBezTo>
                  <a:cubicBezTo>
                    <a:pt x="294815" y="265520"/>
                    <a:pt x="294203" y="264954"/>
                    <a:pt x="293543" y="264011"/>
                  </a:cubicBezTo>
                  <a:cubicBezTo>
                    <a:pt x="278907" y="272732"/>
                    <a:pt x="270799" y="262338"/>
                    <a:pt x="263140" y="252463"/>
                  </a:cubicBezTo>
                  <a:cubicBezTo>
                    <a:pt x="257860" y="245675"/>
                    <a:pt x="254396" y="237474"/>
                    <a:pt x="249187" y="230639"/>
                  </a:cubicBezTo>
                  <a:cubicBezTo>
                    <a:pt x="243413" y="223050"/>
                    <a:pt x="236790" y="216027"/>
                    <a:pt x="230050" y="209262"/>
                  </a:cubicBezTo>
                  <a:cubicBezTo>
                    <a:pt x="225972" y="205162"/>
                    <a:pt x="219798" y="202828"/>
                    <a:pt x="216592" y="198280"/>
                  </a:cubicBezTo>
                  <a:cubicBezTo>
                    <a:pt x="205209" y="182135"/>
                    <a:pt x="194980" y="165190"/>
                    <a:pt x="183785" y="148904"/>
                  </a:cubicBezTo>
                  <a:cubicBezTo>
                    <a:pt x="175701" y="137120"/>
                    <a:pt x="167075" y="125642"/>
                    <a:pt x="158049" y="114565"/>
                  </a:cubicBezTo>
                  <a:cubicBezTo>
                    <a:pt x="155527" y="111478"/>
                    <a:pt x="150672" y="108697"/>
                    <a:pt x="146830" y="108626"/>
                  </a:cubicBezTo>
                  <a:cubicBezTo>
                    <a:pt x="138110" y="108461"/>
                    <a:pt x="135494" y="107259"/>
                    <a:pt x="134905" y="98445"/>
                  </a:cubicBezTo>
                  <a:cubicBezTo>
                    <a:pt x="133538" y="78011"/>
                    <a:pt x="121895" y="64318"/>
                    <a:pt x="105633" y="53806"/>
                  </a:cubicBezTo>
                  <a:cubicBezTo>
                    <a:pt x="103276" y="52274"/>
                    <a:pt x="98044" y="51284"/>
                    <a:pt x="97030" y="52510"/>
                  </a:cubicBezTo>
                  <a:cubicBezTo>
                    <a:pt x="95192" y="54678"/>
                    <a:pt x="94014" y="59581"/>
                    <a:pt x="95286" y="61749"/>
                  </a:cubicBezTo>
                  <a:cubicBezTo>
                    <a:pt x="99293" y="68607"/>
                    <a:pt x="104007" y="75277"/>
                    <a:pt x="109474" y="81028"/>
                  </a:cubicBezTo>
                  <a:cubicBezTo>
                    <a:pt x="116309" y="88192"/>
                    <a:pt x="121094" y="95711"/>
                    <a:pt x="121023" y="108202"/>
                  </a:cubicBezTo>
                  <a:cubicBezTo>
                    <a:pt x="115744" y="104879"/>
                    <a:pt x="111619" y="103135"/>
                    <a:pt x="108602" y="100212"/>
                  </a:cubicBezTo>
                  <a:cubicBezTo>
                    <a:pt x="92930" y="85105"/>
                    <a:pt x="77540" y="69715"/>
                    <a:pt x="62032" y="54419"/>
                  </a:cubicBezTo>
                  <a:cubicBezTo>
                    <a:pt x="45652" y="38275"/>
                    <a:pt x="29390" y="21989"/>
                    <a:pt x="12798" y="6081"/>
                  </a:cubicBezTo>
                  <a:cubicBezTo>
                    <a:pt x="9922" y="3323"/>
                    <a:pt x="5656" y="1980"/>
                    <a:pt x="2027" y="0"/>
                  </a:cubicBezTo>
                  <a:cubicBezTo>
                    <a:pt x="1343" y="683"/>
                    <a:pt x="660" y="1367"/>
                    <a:pt x="0" y="2050"/>
                  </a:cubicBezTo>
                  <a:cubicBezTo>
                    <a:pt x="2098" y="6623"/>
                    <a:pt x="3465" y="11713"/>
                    <a:pt x="6387" y="15649"/>
                  </a:cubicBezTo>
                  <a:cubicBezTo>
                    <a:pt x="23686" y="38840"/>
                    <a:pt x="40537" y="62409"/>
                    <a:pt x="59062" y="84586"/>
                  </a:cubicBezTo>
                  <a:cubicBezTo>
                    <a:pt x="92623" y="124747"/>
                    <a:pt x="125077" y="165755"/>
                    <a:pt x="149328" y="212185"/>
                  </a:cubicBezTo>
                  <a:cubicBezTo>
                    <a:pt x="181735" y="274240"/>
                    <a:pt x="204949" y="340137"/>
                    <a:pt x="225713" y="406929"/>
                  </a:cubicBezTo>
                  <a:cubicBezTo>
                    <a:pt x="236932" y="443012"/>
                    <a:pt x="237969" y="480863"/>
                    <a:pt x="246312" y="517417"/>
                  </a:cubicBezTo>
                  <a:cubicBezTo>
                    <a:pt x="252722" y="545534"/>
                    <a:pt x="259062" y="573651"/>
                    <a:pt x="265756" y="601697"/>
                  </a:cubicBezTo>
                  <a:cubicBezTo>
                    <a:pt x="266769" y="605892"/>
                    <a:pt x="269621" y="609663"/>
                    <a:pt x="271600" y="613623"/>
                  </a:cubicBezTo>
                  <a:cubicBezTo>
                    <a:pt x="272308" y="613481"/>
                    <a:pt x="272991" y="613316"/>
                    <a:pt x="273698" y="613175"/>
                  </a:cubicBezTo>
                  <a:cubicBezTo>
                    <a:pt x="274452" y="610417"/>
                    <a:pt x="275914" y="607660"/>
                    <a:pt x="275843" y="604926"/>
                  </a:cubicBezTo>
                  <a:cubicBezTo>
                    <a:pt x="275442" y="587391"/>
                    <a:pt x="276927" y="569432"/>
                    <a:pt x="273698" y="552392"/>
                  </a:cubicBezTo>
                  <a:cubicBezTo>
                    <a:pt x="263776" y="500071"/>
                    <a:pt x="251945" y="448103"/>
                    <a:pt x="240985" y="395970"/>
                  </a:cubicBezTo>
                  <a:cubicBezTo>
                    <a:pt x="234457" y="364836"/>
                    <a:pt x="228070" y="333656"/>
                    <a:pt x="221895" y="302451"/>
                  </a:cubicBezTo>
                  <a:cubicBezTo>
                    <a:pt x="221188" y="298845"/>
                    <a:pt x="222154" y="294909"/>
                    <a:pt x="222366" y="291139"/>
                  </a:cubicBezTo>
                  <a:cubicBezTo>
                    <a:pt x="223521" y="290879"/>
                    <a:pt x="224676" y="290620"/>
                    <a:pt x="225831" y="290361"/>
                  </a:cubicBezTo>
                  <a:cubicBezTo>
                    <a:pt x="228730" y="295286"/>
                    <a:pt x="232336" y="299953"/>
                    <a:pt x="234363" y="305209"/>
                  </a:cubicBezTo>
                  <a:cubicBezTo>
                    <a:pt x="240090" y="319915"/>
                    <a:pt x="244332" y="335235"/>
                    <a:pt x="250719" y="349635"/>
                  </a:cubicBezTo>
                  <a:cubicBezTo>
                    <a:pt x="256847" y="363517"/>
                    <a:pt x="264082" y="377092"/>
                    <a:pt x="272402" y="389748"/>
                  </a:cubicBezTo>
                  <a:cubicBezTo>
                    <a:pt x="277917" y="398138"/>
                    <a:pt x="285789" y="398728"/>
                    <a:pt x="295805" y="394650"/>
                  </a:cubicBezTo>
                  <a:cubicBezTo>
                    <a:pt x="294792" y="393236"/>
                    <a:pt x="294132" y="391468"/>
                    <a:pt x="292883" y="390691"/>
                  </a:cubicBezTo>
                  <a:cubicBezTo>
                    <a:pt x="283644" y="384869"/>
                    <a:pt x="278011" y="376055"/>
                    <a:pt x="274075" y="366415"/>
                  </a:cubicBezTo>
                  <a:cubicBezTo>
                    <a:pt x="266439" y="347726"/>
                    <a:pt x="259793" y="328612"/>
                    <a:pt x="252227" y="309875"/>
                  </a:cubicBezTo>
                  <a:cubicBezTo>
                    <a:pt x="247632" y="298468"/>
                    <a:pt x="242376" y="287297"/>
                    <a:pt x="236743" y="276361"/>
                  </a:cubicBezTo>
                  <a:cubicBezTo>
                    <a:pt x="235305" y="273557"/>
                    <a:pt x="231417" y="271742"/>
                    <a:pt x="228306" y="270139"/>
                  </a:cubicBezTo>
                  <a:cubicBezTo>
                    <a:pt x="223686" y="267782"/>
                    <a:pt x="217653" y="267170"/>
                    <a:pt x="214188" y="263776"/>
                  </a:cubicBezTo>
                  <a:cubicBezTo>
                    <a:pt x="207330" y="257106"/>
                    <a:pt x="201202" y="249493"/>
                    <a:pt x="195899" y="241504"/>
                  </a:cubicBezTo>
                  <a:cubicBezTo>
                    <a:pt x="178930" y="215979"/>
                    <a:pt x="162267" y="190219"/>
                    <a:pt x="145887" y="164294"/>
                  </a:cubicBezTo>
                  <a:cubicBezTo>
                    <a:pt x="138911" y="153241"/>
                    <a:pt x="132760" y="141669"/>
                    <a:pt x="126609" y="130120"/>
                  </a:cubicBezTo>
                  <a:cubicBezTo>
                    <a:pt x="125030" y="127174"/>
                    <a:pt x="124888" y="123498"/>
                    <a:pt x="124063" y="120151"/>
                  </a:cubicBezTo>
                  <a:cubicBezTo>
                    <a:pt x="124912" y="119632"/>
                    <a:pt x="125760" y="119114"/>
                    <a:pt x="126609" y="118595"/>
                  </a:cubicBezTo>
                  <a:cubicBezTo>
                    <a:pt x="133066" y="125171"/>
                    <a:pt x="140207" y="131228"/>
                    <a:pt x="145887" y="138440"/>
                  </a:cubicBezTo>
                  <a:cubicBezTo>
                    <a:pt x="176998" y="177893"/>
                    <a:pt x="208296" y="217181"/>
                    <a:pt x="238393" y="257389"/>
                  </a:cubicBezTo>
                  <a:cubicBezTo>
                    <a:pt x="258049" y="283667"/>
                    <a:pt x="277610" y="310205"/>
                    <a:pt x="291115" y="340538"/>
                  </a:cubicBezTo>
                  <a:cubicBezTo>
                    <a:pt x="293330" y="345510"/>
                    <a:pt x="297526" y="350130"/>
                    <a:pt x="301909" y="353406"/>
                  </a:cubicBezTo>
                  <a:cubicBezTo>
                    <a:pt x="304549" y="355362"/>
                    <a:pt x="309357" y="354443"/>
                    <a:pt x="313199" y="354796"/>
                  </a:cubicBezTo>
                  <a:cubicBezTo>
                    <a:pt x="313199" y="351332"/>
                    <a:pt x="313199" y="347867"/>
                    <a:pt x="313199" y="344379"/>
                  </a:cubicBezTo>
                  <a:cubicBezTo>
                    <a:pt x="307848" y="331959"/>
                    <a:pt x="302121" y="319727"/>
                    <a:pt x="297384" y="3070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59" name="Google Shape;1359;p45"/>
            <p:cNvSpPr/>
            <p:nvPr/>
          </p:nvSpPr>
          <p:spPr>
            <a:xfrm>
              <a:off x="720533" y="2084489"/>
              <a:ext cx="230932" cy="61420"/>
            </a:xfrm>
            <a:custGeom>
              <a:rect b="b" l="l" r="r" t="t"/>
              <a:pathLst>
                <a:path extrusionOk="0" h="61420" w="230932">
                  <a:moveTo>
                    <a:pt x="21640" y="61089"/>
                  </a:moveTo>
                  <a:cubicBezTo>
                    <a:pt x="44878" y="58190"/>
                    <a:pt x="68163" y="54938"/>
                    <a:pt x="91543" y="53830"/>
                  </a:cubicBezTo>
                  <a:cubicBezTo>
                    <a:pt x="124421" y="52251"/>
                    <a:pt x="157369" y="52628"/>
                    <a:pt x="190294" y="51803"/>
                  </a:cubicBezTo>
                  <a:cubicBezTo>
                    <a:pt x="200145" y="51544"/>
                    <a:pt x="210044" y="50554"/>
                    <a:pt x="219754" y="48975"/>
                  </a:cubicBezTo>
                  <a:cubicBezTo>
                    <a:pt x="230855" y="47160"/>
                    <a:pt x="233730" y="42022"/>
                    <a:pt x="228192" y="32359"/>
                  </a:cubicBezTo>
                  <a:cubicBezTo>
                    <a:pt x="221758" y="21117"/>
                    <a:pt x="213768" y="10747"/>
                    <a:pt x="206438" y="0"/>
                  </a:cubicBezTo>
                  <a:cubicBezTo>
                    <a:pt x="204953" y="0"/>
                    <a:pt x="203469" y="0"/>
                    <a:pt x="201984" y="0"/>
                  </a:cubicBezTo>
                  <a:cubicBezTo>
                    <a:pt x="202926" y="3983"/>
                    <a:pt x="203398" y="8178"/>
                    <a:pt x="204883" y="11949"/>
                  </a:cubicBezTo>
                  <a:cubicBezTo>
                    <a:pt x="208159" y="20222"/>
                    <a:pt x="207075" y="24935"/>
                    <a:pt x="198637" y="27787"/>
                  </a:cubicBezTo>
                  <a:cubicBezTo>
                    <a:pt x="191025" y="30356"/>
                    <a:pt x="182870" y="32171"/>
                    <a:pt x="174880" y="32548"/>
                  </a:cubicBezTo>
                  <a:cubicBezTo>
                    <a:pt x="131633" y="34622"/>
                    <a:pt x="89210" y="27622"/>
                    <a:pt x="46834" y="20057"/>
                  </a:cubicBezTo>
                  <a:cubicBezTo>
                    <a:pt x="36158" y="18148"/>
                    <a:pt x="25387" y="16356"/>
                    <a:pt x="14593" y="15696"/>
                  </a:cubicBezTo>
                  <a:cubicBezTo>
                    <a:pt x="4293" y="15060"/>
                    <a:pt x="287" y="19067"/>
                    <a:pt x="27" y="29036"/>
                  </a:cubicBezTo>
                  <a:cubicBezTo>
                    <a:pt x="-138" y="35164"/>
                    <a:pt x="452" y="41409"/>
                    <a:pt x="1512" y="47466"/>
                  </a:cubicBezTo>
                  <a:cubicBezTo>
                    <a:pt x="3539" y="59251"/>
                    <a:pt x="9643" y="62574"/>
                    <a:pt x="21640" y="6108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60" name="Google Shape;1360;p45"/>
            <p:cNvSpPr/>
            <p:nvPr/>
          </p:nvSpPr>
          <p:spPr>
            <a:xfrm>
              <a:off x="517440" y="2721140"/>
              <a:ext cx="900505" cy="1154323"/>
            </a:xfrm>
            <a:custGeom>
              <a:rect b="b" l="l" r="r" t="t"/>
              <a:pathLst>
                <a:path extrusionOk="0" h="1154323" w="900505">
                  <a:moveTo>
                    <a:pt x="894354" y="849656"/>
                  </a:moveTo>
                  <a:cubicBezTo>
                    <a:pt x="889475" y="846993"/>
                    <a:pt x="887283" y="843835"/>
                    <a:pt x="886671" y="839027"/>
                  </a:cubicBezTo>
                  <a:cubicBezTo>
                    <a:pt x="884573" y="822859"/>
                    <a:pt x="881981" y="806715"/>
                    <a:pt x="880896" y="790477"/>
                  </a:cubicBezTo>
                  <a:cubicBezTo>
                    <a:pt x="878869" y="760592"/>
                    <a:pt x="878115" y="730637"/>
                    <a:pt x="876253" y="700752"/>
                  </a:cubicBezTo>
                  <a:cubicBezTo>
                    <a:pt x="873590" y="658023"/>
                    <a:pt x="867439" y="615695"/>
                    <a:pt x="858059" y="573955"/>
                  </a:cubicBezTo>
                  <a:cubicBezTo>
                    <a:pt x="854170" y="556727"/>
                    <a:pt x="848019" y="539993"/>
                    <a:pt x="842433" y="523213"/>
                  </a:cubicBezTo>
                  <a:cubicBezTo>
                    <a:pt x="841608" y="520714"/>
                    <a:pt x="838191" y="519065"/>
                    <a:pt x="835952" y="517014"/>
                  </a:cubicBezTo>
                  <a:cubicBezTo>
                    <a:pt x="834019" y="519630"/>
                    <a:pt x="830814" y="522034"/>
                    <a:pt x="830390" y="524862"/>
                  </a:cubicBezTo>
                  <a:cubicBezTo>
                    <a:pt x="829070" y="533583"/>
                    <a:pt x="828245" y="542492"/>
                    <a:pt x="828268" y="551306"/>
                  </a:cubicBezTo>
                  <a:cubicBezTo>
                    <a:pt x="828292" y="560356"/>
                    <a:pt x="829565" y="569406"/>
                    <a:pt x="830272" y="578433"/>
                  </a:cubicBezTo>
                  <a:cubicBezTo>
                    <a:pt x="829565" y="578551"/>
                    <a:pt x="828858" y="578645"/>
                    <a:pt x="828174" y="578763"/>
                  </a:cubicBezTo>
                  <a:cubicBezTo>
                    <a:pt x="824380" y="566602"/>
                    <a:pt x="820609" y="554441"/>
                    <a:pt x="816791" y="542279"/>
                  </a:cubicBezTo>
                  <a:cubicBezTo>
                    <a:pt x="802744" y="497570"/>
                    <a:pt x="790159" y="452414"/>
                    <a:pt x="770833" y="409496"/>
                  </a:cubicBezTo>
                  <a:cubicBezTo>
                    <a:pt x="757564" y="380036"/>
                    <a:pt x="745497" y="350010"/>
                    <a:pt x="733100" y="320149"/>
                  </a:cubicBezTo>
                  <a:cubicBezTo>
                    <a:pt x="730625" y="314186"/>
                    <a:pt x="729070" y="307823"/>
                    <a:pt x="727090" y="301648"/>
                  </a:cubicBezTo>
                  <a:cubicBezTo>
                    <a:pt x="727797" y="301318"/>
                    <a:pt x="728480" y="300964"/>
                    <a:pt x="729188" y="300634"/>
                  </a:cubicBezTo>
                  <a:cubicBezTo>
                    <a:pt x="731851" y="304664"/>
                    <a:pt x="734867" y="308482"/>
                    <a:pt x="737106" y="312725"/>
                  </a:cubicBezTo>
                  <a:cubicBezTo>
                    <a:pt x="753321" y="343269"/>
                    <a:pt x="768994" y="374120"/>
                    <a:pt x="785633" y="404452"/>
                  </a:cubicBezTo>
                  <a:cubicBezTo>
                    <a:pt x="799162" y="429128"/>
                    <a:pt x="813680" y="453262"/>
                    <a:pt x="828009" y="477490"/>
                  </a:cubicBezTo>
                  <a:cubicBezTo>
                    <a:pt x="829848" y="480578"/>
                    <a:pt x="833123" y="482817"/>
                    <a:pt x="837107" y="486800"/>
                  </a:cubicBezTo>
                  <a:cubicBezTo>
                    <a:pt x="838827" y="473861"/>
                    <a:pt x="834632" y="464481"/>
                    <a:pt x="831262" y="455171"/>
                  </a:cubicBezTo>
                  <a:cubicBezTo>
                    <a:pt x="815518" y="411664"/>
                    <a:pt x="795839" y="369854"/>
                    <a:pt x="773449" y="329458"/>
                  </a:cubicBezTo>
                  <a:cubicBezTo>
                    <a:pt x="758624" y="302708"/>
                    <a:pt x="741844" y="277019"/>
                    <a:pt x="725676" y="251023"/>
                  </a:cubicBezTo>
                  <a:cubicBezTo>
                    <a:pt x="723413" y="247370"/>
                    <a:pt x="719619" y="244660"/>
                    <a:pt x="716531" y="241525"/>
                  </a:cubicBezTo>
                  <a:cubicBezTo>
                    <a:pt x="715824" y="241973"/>
                    <a:pt x="715141" y="242421"/>
                    <a:pt x="714434" y="242868"/>
                  </a:cubicBezTo>
                  <a:cubicBezTo>
                    <a:pt x="715212" y="246639"/>
                    <a:pt x="716154" y="250363"/>
                    <a:pt x="716696" y="254181"/>
                  </a:cubicBezTo>
                  <a:cubicBezTo>
                    <a:pt x="717545" y="260003"/>
                    <a:pt x="719006" y="265942"/>
                    <a:pt x="718535" y="271716"/>
                  </a:cubicBezTo>
                  <a:cubicBezTo>
                    <a:pt x="718275" y="274898"/>
                    <a:pt x="715235" y="279234"/>
                    <a:pt x="712336" y="280554"/>
                  </a:cubicBezTo>
                  <a:cubicBezTo>
                    <a:pt x="702320" y="285079"/>
                    <a:pt x="700364" y="287742"/>
                    <a:pt x="703522" y="298490"/>
                  </a:cubicBezTo>
                  <a:cubicBezTo>
                    <a:pt x="709814" y="319772"/>
                    <a:pt x="715871" y="341124"/>
                    <a:pt x="722942" y="362147"/>
                  </a:cubicBezTo>
                  <a:cubicBezTo>
                    <a:pt x="737083" y="404240"/>
                    <a:pt x="752190" y="446097"/>
                    <a:pt x="756503" y="490689"/>
                  </a:cubicBezTo>
                  <a:cubicBezTo>
                    <a:pt x="758789" y="514280"/>
                    <a:pt x="760251" y="537990"/>
                    <a:pt x="761547" y="561653"/>
                  </a:cubicBezTo>
                  <a:cubicBezTo>
                    <a:pt x="761853" y="567450"/>
                    <a:pt x="761476" y="573908"/>
                    <a:pt x="755914" y="578457"/>
                  </a:cubicBezTo>
                  <a:cubicBezTo>
                    <a:pt x="748584" y="574167"/>
                    <a:pt x="746746" y="566838"/>
                    <a:pt x="745803" y="560026"/>
                  </a:cubicBezTo>
                  <a:cubicBezTo>
                    <a:pt x="742834" y="538744"/>
                    <a:pt x="741160" y="517273"/>
                    <a:pt x="738214" y="495991"/>
                  </a:cubicBezTo>
                  <a:cubicBezTo>
                    <a:pt x="730484" y="440158"/>
                    <a:pt x="715754" y="386328"/>
                    <a:pt x="691997" y="335067"/>
                  </a:cubicBezTo>
                  <a:cubicBezTo>
                    <a:pt x="687660" y="325711"/>
                    <a:pt x="684102" y="315930"/>
                    <a:pt x="680943" y="306126"/>
                  </a:cubicBezTo>
                  <a:cubicBezTo>
                    <a:pt x="678469" y="298466"/>
                    <a:pt x="680637" y="292008"/>
                    <a:pt x="687048" y="286258"/>
                  </a:cubicBezTo>
                  <a:cubicBezTo>
                    <a:pt x="691219" y="282534"/>
                    <a:pt x="694637" y="277019"/>
                    <a:pt x="696333" y="271669"/>
                  </a:cubicBezTo>
                  <a:cubicBezTo>
                    <a:pt x="700316" y="259178"/>
                    <a:pt x="697630" y="246757"/>
                    <a:pt x="693411" y="234667"/>
                  </a:cubicBezTo>
                  <a:cubicBezTo>
                    <a:pt x="686883" y="215930"/>
                    <a:pt x="674344" y="201483"/>
                    <a:pt x="660345" y="187884"/>
                  </a:cubicBezTo>
                  <a:cubicBezTo>
                    <a:pt x="664658" y="203957"/>
                    <a:pt x="670078" y="219512"/>
                    <a:pt x="674745" y="235279"/>
                  </a:cubicBezTo>
                  <a:cubicBezTo>
                    <a:pt x="678092" y="246592"/>
                    <a:pt x="681226" y="258070"/>
                    <a:pt x="683017" y="269689"/>
                  </a:cubicBezTo>
                  <a:cubicBezTo>
                    <a:pt x="684573" y="279753"/>
                    <a:pt x="682640" y="280837"/>
                    <a:pt x="672671" y="279588"/>
                  </a:cubicBezTo>
                  <a:cubicBezTo>
                    <a:pt x="670220" y="279281"/>
                    <a:pt x="667722" y="279234"/>
                    <a:pt x="665247" y="279281"/>
                  </a:cubicBezTo>
                  <a:cubicBezTo>
                    <a:pt x="657422" y="279423"/>
                    <a:pt x="653722" y="282463"/>
                    <a:pt x="654971" y="290146"/>
                  </a:cubicBezTo>
                  <a:cubicBezTo>
                    <a:pt x="656597" y="300021"/>
                    <a:pt x="659402" y="309826"/>
                    <a:pt x="662796" y="319277"/>
                  </a:cubicBezTo>
                  <a:cubicBezTo>
                    <a:pt x="671375" y="343175"/>
                    <a:pt x="680660" y="366814"/>
                    <a:pt x="689357" y="390665"/>
                  </a:cubicBezTo>
                  <a:cubicBezTo>
                    <a:pt x="690583" y="393988"/>
                    <a:pt x="691832" y="399314"/>
                    <a:pt x="690182" y="401294"/>
                  </a:cubicBezTo>
                  <a:cubicBezTo>
                    <a:pt x="686058" y="406244"/>
                    <a:pt x="689169" y="409519"/>
                    <a:pt x="691101" y="413173"/>
                  </a:cubicBezTo>
                  <a:cubicBezTo>
                    <a:pt x="692704" y="416213"/>
                    <a:pt x="695061" y="418852"/>
                    <a:pt x="696852" y="421822"/>
                  </a:cubicBezTo>
                  <a:cubicBezTo>
                    <a:pt x="706161" y="437165"/>
                    <a:pt x="709956" y="453710"/>
                    <a:pt x="706751" y="471480"/>
                  </a:cubicBezTo>
                  <a:cubicBezTo>
                    <a:pt x="705737" y="477066"/>
                    <a:pt x="703899" y="483406"/>
                    <a:pt x="696758" y="483477"/>
                  </a:cubicBezTo>
                  <a:cubicBezTo>
                    <a:pt x="689451" y="483524"/>
                    <a:pt x="687165" y="477608"/>
                    <a:pt x="685963" y="471457"/>
                  </a:cubicBezTo>
                  <a:cubicBezTo>
                    <a:pt x="685115" y="467097"/>
                    <a:pt x="684832" y="462595"/>
                    <a:pt x="683630" y="458353"/>
                  </a:cubicBezTo>
                  <a:cubicBezTo>
                    <a:pt x="669866" y="410227"/>
                    <a:pt x="656480" y="362006"/>
                    <a:pt x="641985" y="314092"/>
                  </a:cubicBezTo>
                  <a:cubicBezTo>
                    <a:pt x="624120" y="254982"/>
                    <a:pt x="595131" y="202166"/>
                    <a:pt x="551389" y="157811"/>
                  </a:cubicBezTo>
                  <a:cubicBezTo>
                    <a:pt x="538568" y="144825"/>
                    <a:pt x="526948" y="130495"/>
                    <a:pt x="515966" y="115859"/>
                  </a:cubicBezTo>
                  <a:cubicBezTo>
                    <a:pt x="505525" y="101907"/>
                    <a:pt x="506727" y="94506"/>
                    <a:pt x="518629" y="81897"/>
                  </a:cubicBezTo>
                  <a:cubicBezTo>
                    <a:pt x="521858" y="78480"/>
                    <a:pt x="525275" y="75204"/>
                    <a:pt x="528952" y="72305"/>
                  </a:cubicBezTo>
                  <a:cubicBezTo>
                    <a:pt x="538803" y="64480"/>
                    <a:pt x="542928" y="65541"/>
                    <a:pt x="547712" y="76854"/>
                  </a:cubicBezTo>
                  <a:cubicBezTo>
                    <a:pt x="550658" y="83783"/>
                    <a:pt x="555136" y="89651"/>
                    <a:pt x="562678" y="90971"/>
                  </a:cubicBezTo>
                  <a:cubicBezTo>
                    <a:pt x="566402" y="91631"/>
                    <a:pt x="572341" y="90311"/>
                    <a:pt x="574250" y="87672"/>
                  </a:cubicBezTo>
                  <a:cubicBezTo>
                    <a:pt x="576489" y="84631"/>
                    <a:pt x="576725" y="78716"/>
                    <a:pt x="575428" y="74874"/>
                  </a:cubicBezTo>
                  <a:cubicBezTo>
                    <a:pt x="574108" y="71032"/>
                    <a:pt x="570196" y="67733"/>
                    <a:pt x="566779" y="64999"/>
                  </a:cubicBezTo>
                  <a:cubicBezTo>
                    <a:pt x="549668" y="51282"/>
                    <a:pt x="530790" y="40606"/>
                    <a:pt x="509814" y="34054"/>
                  </a:cubicBezTo>
                  <a:cubicBezTo>
                    <a:pt x="505030" y="32569"/>
                    <a:pt x="499656" y="32852"/>
                    <a:pt x="494542" y="32475"/>
                  </a:cubicBezTo>
                  <a:cubicBezTo>
                    <a:pt x="488839" y="32050"/>
                    <a:pt x="482734" y="32993"/>
                    <a:pt x="477502" y="31249"/>
                  </a:cubicBezTo>
                  <a:cubicBezTo>
                    <a:pt x="469866" y="28680"/>
                    <a:pt x="462748" y="24414"/>
                    <a:pt x="455607" y="20549"/>
                  </a:cubicBezTo>
                  <a:cubicBezTo>
                    <a:pt x="443894" y="14233"/>
                    <a:pt x="432393" y="7540"/>
                    <a:pt x="420656" y="1270"/>
                  </a:cubicBezTo>
                  <a:cubicBezTo>
                    <a:pt x="415164" y="-1652"/>
                    <a:pt x="410545" y="823"/>
                    <a:pt x="406868" y="5088"/>
                  </a:cubicBezTo>
                  <a:cubicBezTo>
                    <a:pt x="404936" y="7304"/>
                    <a:pt x="403357" y="9873"/>
                    <a:pt x="401895" y="12442"/>
                  </a:cubicBezTo>
                  <a:cubicBezTo>
                    <a:pt x="396121" y="22670"/>
                    <a:pt x="387448" y="29340"/>
                    <a:pt x="375805" y="29529"/>
                  </a:cubicBezTo>
                  <a:cubicBezTo>
                    <a:pt x="354099" y="29906"/>
                    <a:pt x="332345" y="29387"/>
                    <a:pt x="310639" y="28657"/>
                  </a:cubicBezTo>
                  <a:cubicBezTo>
                    <a:pt x="292845" y="28067"/>
                    <a:pt x="275098" y="26182"/>
                    <a:pt x="257328" y="25711"/>
                  </a:cubicBezTo>
                  <a:cubicBezTo>
                    <a:pt x="231685" y="25051"/>
                    <a:pt x="209060" y="34619"/>
                    <a:pt x="187683" y="47841"/>
                  </a:cubicBezTo>
                  <a:cubicBezTo>
                    <a:pt x="154381" y="68440"/>
                    <a:pt x="121409" y="89510"/>
                    <a:pt x="93905" y="117792"/>
                  </a:cubicBezTo>
                  <a:cubicBezTo>
                    <a:pt x="88296" y="123542"/>
                    <a:pt x="83818" y="130519"/>
                    <a:pt x="79529" y="137377"/>
                  </a:cubicBezTo>
                  <a:cubicBezTo>
                    <a:pt x="78350" y="139262"/>
                    <a:pt x="78940" y="143410"/>
                    <a:pt x="80330" y="145319"/>
                  </a:cubicBezTo>
                  <a:cubicBezTo>
                    <a:pt x="81273" y="146592"/>
                    <a:pt x="85562" y="146710"/>
                    <a:pt x="87518" y="145720"/>
                  </a:cubicBezTo>
                  <a:cubicBezTo>
                    <a:pt x="94518" y="142138"/>
                    <a:pt x="101754" y="138603"/>
                    <a:pt x="107858" y="133724"/>
                  </a:cubicBezTo>
                  <a:cubicBezTo>
                    <a:pt x="129328" y="116566"/>
                    <a:pt x="150163" y="98654"/>
                    <a:pt x="171610" y="81450"/>
                  </a:cubicBezTo>
                  <a:cubicBezTo>
                    <a:pt x="185939" y="69972"/>
                    <a:pt x="201306" y="60097"/>
                    <a:pt x="219713" y="56161"/>
                  </a:cubicBezTo>
                  <a:cubicBezTo>
                    <a:pt x="248631" y="49962"/>
                    <a:pt x="277808" y="50528"/>
                    <a:pt x="306868" y="53898"/>
                  </a:cubicBezTo>
                  <a:cubicBezTo>
                    <a:pt x="350846" y="58989"/>
                    <a:pt x="389027" y="79352"/>
                    <a:pt x="426312" y="101577"/>
                  </a:cubicBezTo>
                  <a:cubicBezTo>
                    <a:pt x="428009" y="102590"/>
                    <a:pt x="429612" y="106385"/>
                    <a:pt x="428999" y="108035"/>
                  </a:cubicBezTo>
                  <a:cubicBezTo>
                    <a:pt x="428174" y="110250"/>
                    <a:pt x="425322" y="112819"/>
                    <a:pt x="423036" y="113149"/>
                  </a:cubicBezTo>
                  <a:cubicBezTo>
                    <a:pt x="419524" y="113667"/>
                    <a:pt x="415518" y="113031"/>
                    <a:pt x="412124" y="111805"/>
                  </a:cubicBezTo>
                  <a:cubicBezTo>
                    <a:pt x="389875" y="103769"/>
                    <a:pt x="367556" y="95873"/>
                    <a:pt x="345614" y="87035"/>
                  </a:cubicBezTo>
                  <a:cubicBezTo>
                    <a:pt x="323319" y="78056"/>
                    <a:pt x="300646" y="71268"/>
                    <a:pt x="276418" y="74520"/>
                  </a:cubicBezTo>
                  <a:cubicBezTo>
                    <a:pt x="212336" y="83123"/>
                    <a:pt x="159402" y="112560"/>
                    <a:pt x="118110" y="162218"/>
                  </a:cubicBezTo>
                  <a:cubicBezTo>
                    <a:pt x="67815" y="222694"/>
                    <a:pt x="45638" y="293517"/>
                    <a:pt x="44388" y="371245"/>
                  </a:cubicBezTo>
                  <a:cubicBezTo>
                    <a:pt x="44011" y="394931"/>
                    <a:pt x="46934" y="418664"/>
                    <a:pt x="48301" y="442397"/>
                  </a:cubicBezTo>
                  <a:cubicBezTo>
                    <a:pt x="50775" y="485810"/>
                    <a:pt x="60179" y="527219"/>
                    <a:pt x="80660" y="566107"/>
                  </a:cubicBezTo>
                  <a:cubicBezTo>
                    <a:pt x="91242" y="586211"/>
                    <a:pt x="103427" y="606904"/>
                    <a:pt x="92609" y="633583"/>
                  </a:cubicBezTo>
                  <a:cubicBezTo>
                    <a:pt x="100245" y="626041"/>
                    <a:pt x="105972" y="628987"/>
                    <a:pt x="111487" y="632687"/>
                  </a:cubicBezTo>
                  <a:cubicBezTo>
                    <a:pt x="132227" y="646640"/>
                    <a:pt x="149786" y="664127"/>
                    <a:pt x="165246" y="683547"/>
                  </a:cubicBezTo>
                  <a:cubicBezTo>
                    <a:pt x="172718" y="692928"/>
                    <a:pt x="179717" y="703109"/>
                    <a:pt x="184620" y="713974"/>
                  </a:cubicBezTo>
                  <a:cubicBezTo>
                    <a:pt x="187566" y="720479"/>
                    <a:pt x="190724" y="723967"/>
                    <a:pt x="197205" y="723873"/>
                  </a:cubicBezTo>
                  <a:cubicBezTo>
                    <a:pt x="211747" y="723684"/>
                    <a:pt x="226383" y="723826"/>
                    <a:pt x="240806" y="722270"/>
                  </a:cubicBezTo>
                  <a:cubicBezTo>
                    <a:pt x="264398" y="719748"/>
                    <a:pt x="287613" y="715082"/>
                    <a:pt x="309767" y="706102"/>
                  </a:cubicBezTo>
                  <a:cubicBezTo>
                    <a:pt x="317804" y="702850"/>
                    <a:pt x="324356" y="698160"/>
                    <a:pt x="328409" y="690123"/>
                  </a:cubicBezTo>
                  <a:cubicBezTo>
                    <a:pt x="340429" y="666319"/>
                    <a:pt x="352638" y="642633"/>
                    <a:pt x="364846" y="618947"/>
                  </a:cubicBezTo>
                  <a:cubicBezTo>
                    <a:pt x="366779" y="615200"/>
                    <a:pt x="369112" y="611641"/>
                    <a:pt x="371257" y="607988"/>
                  </a:cubicBezTo>
                  <a:cubicBezTo>
                    <a:pt x="372058" y="608176"/>
                    <a:pt x="372836" y="608365"/>
                    <a:pt x="373637" y="608553"/>
                  </a:cubicBezTo>
                  <a:cubicBezTo>
                    <a:pt x="374910" y="624085"/>
                    <a:pt x="376206" y="639616"/>
                    <a:pt x="377479" y="655124"/>
                  </a:cubicBezTo>
                  <a:cubicBezTo>
                    <a:pt x="378327" y="655148"/>
                    <a:pt x="379199" y="655171"/>
                    <a:pt x="380047" y="655195"/>
                  </a:cubicBezTo>
                  <a:cubicBezTo>
                    <a:pt x="381132" y="653050"/>
                    <a:pt x="382192" y="650929"/>
                    <a:pt x="383276" y="648784"/>
                  </a:cubicBezTo>
                  <a:cubicBezTo>
                    <a:pt x="390842" y="633818"/>
                    <a:pt x="393316" y="617627"/>
                    <a:pt x="392633" y="601247"/>
                  </a:cubicBezTo>
                  <a:cubicBezTo>
                    <a:pt x="392138" y="589534"/>
                    <a:pt x="389734" y="577773"/>
                    <a:pt x="386812" y="566366"/>
                  </a:cubicBezTo>
                  <a:cubicBezTo>
                    <a:pt x="384808" y="558612"/>
                    <a:pt x="380142" y="557505"/>
                    <a:pt x="373213" y="561723"/>
                  </a:cubicBezTo>
                  <a:cubicBezTo>
                    <a:pt x="367933" y="564905"/>
                    <a:pt x="363243" y="569053"/>
                    <a:pt x="357988" y="572235"/>
                  </a:cubicBezTo>
                  <a:cubicBezTo>
                    <a:pt x="349786" y="577208"/>
                    <a:pt x="342833" y="576595"/>
                    <a:pt x="335504" y="570396"/>
                  </a:cubicBezTo>
                  <a:cubicBezTo>
                    <a:pt x="332110" y="567545"/>
                    <a:pt x="328952" y="564316"/>
                    <a:pt x="326218" y="560828"/>
                  </a:cubicBezTo>
                  <a:cubicBezTo>
                    <a:pt x="324709" y="558895"/>
                    <a:pt x="324261" y="556114"/>
                    <a:pt x="323342" y="553710"/>
                  </a:cubicBezTo>
                  <a:cubicBezTo>
                    <a:pt x="325558" y="552909"/>
                    <a:pt x="327773" y="551495"/>
                    <a:pt x="330012" y="551471"/>
                  </a:cubicBezTo>
                  <a:cubicBezTo>
                    <a:pt x="335574" y="551400"/>
                    <a:pt x="339157" y="548761"/>
                    <a:pt x="340429" y="543741"/>
                  </a:cubicBezTo>
                  <a:cubicBezTo>
                    <a:pt x="342079" y="537307"/>
                    <a:pt x="344106" y="530684"/>
                    <a:pt x="343988" y="524179"/>
                  </a:cubicBezTo>
                  <a:cubicBezTo>
                    <a:pt x="343540" y="498937"/>
                    <a:pt x="342786" y="473696"/>
                    <a:pt x="341231" y="448525"/>
                  </a:cubicBezTo>
                  <a:cubicBezTo>
                    <a:pt x="339062" y="413620"/>
                    <a:pt x="332369" y="379494"/>
                    <a:pt x="320255" y="346616"/>
                  </a:cubicBezTo>
                  <a:cubicBezTo>
                    <a:pt x="309885" y="318452"/>
                    <a:pt x="294990" y="293092"/>
                    <a:pt x="273660" y="271598"/>
                  </a:cubicBezTo>
                  <a:cubicBezTo>
                    <a:pt x="264422" y="262289"/>
                    <a:pt x="254287" y="260498"/>
                    <a:pt x="242574" y="265070"/>
                  </a:cubicBezTo>
                  <a:cubicBezTo>
                    <a:pt x="237766" y="266955"/>
                    <a:pt x="233099" y="269288"/>
                    <a:pt x="228409" y="271480"/>
                  </a:cubicBezTo>
                  <a:cubicBezTo>
                    <a:pt x="214103" y="278197"/>
                    <a:pt x="199868" y="285056"/>
                    <a:pt x="185468" y="291584"/>
                  </a:cubicBezTo>
                  <a:cubicBezTo>
                    <a:pt x="182475" y="292951"/>
                    <a:pt x="178916" y="293045"/>
                    <a:pt x="175593" y="293729"/>
                  </a:cubicBezTo>
                  <a:cubicBezTo>
                    <a:pt x="175122" y="292904"/>
                    <a:pt x="174650" y="292102"/>
                    <a:pt x="174179" y="291278"/>
                  </a:cubicBezTo>
                  <a:cubicBezTo>
                    <a:pt x="178256" y="285574"/>
                    <a:pt x="182404" y="279894"/>
                    <a:pt x="186434" y="274120"/>
                  </a:cubicBezTo>
                  <a:cubicBezTo>
                    <a:pt x="191996" y="266154"/>
                    <a:pt x="197888" y="257740"/>
                    <a:pt x="195532" y="247653"/>
                  </a:cubicBezTo>
                  <a:cubicBezTo>
                    <a:pt x="193693" y="239805"/>
                    <a:pt x="197323" y="236576"/>
                    <a:pt x="203144" y="235279"/>
                  </a:cubicBezTo>
                  <a:cubicBezTo>
                    <a:pt x="214669" y="232687"/>
                    <a:pt x="226335" y="230283"/>
                    <a:pt x="238072" y="229317"/>
                  </a:cubicBezTo>
                  <a:cubicBezTo>
                    <a:pt x="256856" y="227761"/>
                    <a:pt x="274768" y="230849"/>
                    <a:pt x="288721" y="245131"/>
                  </a:cubicBezTo>
                  <a:cubicBezTo>
                    <a:pt x="307575" y="264457"/>
                    <a:pt x="321881" y="286894"/>
                    <a:pt x="332251" y="311782"/>
                  </a:cubicBezTo>
                  <a:cubicBezTo>
                    <a:pt x="333241" y="314162"/>
                    <a:pt x="333217" y="317038"/>
                    <a:pt x="333264" y="319701"/>
                  </a:cubicBezTo>
                  <a:cubicBezTo>
                    <a:pt x="333359" y="327596"/>
                    <a:pt x="332958" y="335492"/>
                    <a:pt x="333288" y="343387"/>
                  </a:cubicBezTo>
                  <a:cubicBezTo>
                    <a:pt x="333547" y="349326"/>
                    <a:pt x="334631" y="355218"/>
                    <a:pt x="335339" y="361110"/>
                  </a:cubicBezTo>
                  <a:cubicBezTo>
                    <a:pt x="336211" y="361322"/>
                    <a:pt x="337083" y="361535"/>
                    <a:pt x="337955" y="361747"/>
                  </a:cubicBezTo>
                  <a:cubicBezTo>
                    <a:pt x="341490" y="357222"/>
                    <a:pt x="344907" y="352602"/>
                    <a:pt x="348607" y="348219"/>
                  </a:cubicBezTo>
                  <a:cubicBezTo>
                    <a:pt x="353250" y="342727"/>
                    <a:pt x="356668" y="342491"/>
                    <a:pt x="361429" y="347841"/>
                  </a:cubicBezTo>
                  <a:cubicBezTo>
                    <a:pt x="364516" y="351306"/>
                    <a:pt x="367132" y="355313"/>
                    <a:pt x="369324" y="359413"/>
                  </a:cubicBezTo>
                  <a:cubicBezTo>
                    <a:pt x="376913" y="373531"/>
                    <a:pt x="384007" y="387931"/>
                    <a:pt x="391761" y="401978"/>
                  </a:cubicBezTo>
                  <a:cubicBezTo>
                    <a:pt x="394236" y="406432"/>
                    <a:pt x="397653" y="410698"/>
                    <a:pt x="401589" y="413856"/>
                  </a:cubicBezTo>
                  <a:cubicBezTo>
                    <a:pt x="403734" y="415577"/>
                    <a:pt x="408212" y="415789"/>
                    <a:pt x="410969" y="414822"/>
                  </a:cubicBezTo>
                  <a:cubicBezTo>
                    <a:pt x="412619" y="414233"/>
                    <a:pt x="414009" y="409967"/>
                    <a:pt x="413774" y="407516"/>
                  </a:cubicBezTo>
                  <a:cubicBezTo>
                    <a:pt x="413349" y="403180"/>
                    <a:pt x="412100" y="398749"/>
                    <a:pt x="410309" y="394766"/>
                  </a:cubicBezTo>
                  <a:cubicBezTo>
                    <a:pt x="390347" y="350269"/>
                    <a:pt x="368829" y="306621"/>
                    <a:pt x="336918" y="269100"/>
                  </a:cubicBezTo>
                  <a:cubicBezTo>
                    <a:pt x="319619" y="248761"/>
                    <a:pt x="300175" y="231061"/>
                    <a:pt x="275687" y="219465"/>
                  </a:cubicBezTo>
                  <a:cubicBezTo>
                    <a:pt x="258058" y="211122"/>
                    <a:pt x="239510" y="210439"/>
                    <a:pt x="220608" y="210839"/>
                  </a:cubicBezTo>
                  <a:cubicBezTo>
                    <a:pt x="215682" y="210934"/>
                    <a:pt x="210757" y="209896"/>
                    <a:pt x="205831" y="209354"/>
                  </a:cubicBezTo>
                  <a:cubicBezTo>
                    <a:pt x="205666" y="208600"/>
                    <a:pt x="205501" y="207846"/>
                    <a:pt x="205312" y="207092"/>
                  </a:cubicBezTo>
                  <a:cubicBezTo>
                    <a:pt x="207245" y="205395"/>
                    <a:pt x="209036" y="203486"/>
                    <a:pt x="211134" y="202025"/>
                  </a:cubicBezTo>
                  <a:cubicBezTo>
                    <a:pt x="220396" y="195543"/>
                    <a:pt x="231143" y="192904"/>
                    <a:pt x="242008" y="193304"/>
                  </a:cubicBezTo>
                  <a:cubicBezTo>
                    <a:pt x="263950" y="194106"/>
                    <a:pt x="286010" y="194954"/>
                    <a:pt x="307669" y="198089"/>
                  </a:cubicBezTo>
                  <a:cubicBezTo>
                    <a:pt x="321598" y="200116"/>
                    <a:pt x="335079" y="205796"/>
                    <a:pt x="348442" y="210721"/>
                  </a:cubicBezTo>
                  <a:cubicBezTo>
                    <a:pt x="354311" y="212890"/>
                    <a:pt x="359237" y="217344"/>
                    <a:pt x="358836" y="226536"/>
                  </a:cubicBezTo>
                  <a:cubicBezTo>
                    <a:pt x="349385" y="224556"/>
                    <a:pt x="340806" y="222765"/>
                    <a:pt x="332251" y="220974"/>
                  </a:cubicBezTo>
                  <a:cubicBezTo>
                    <a:pt x="331685" y="221704"/>
                    <a:pt x="331096" y="222411"/>
                    <a:pt x="330531" y="223142"/>
                  </a:cubicBezTo>
                  <a:cubicBezTo>
                    <a:pt x="333547" y="228633"/>
                    <a:pt x="336211" y="234337"/>
                    <a:pt x="339604" y="239569"/>
                  </a:cubicBezTo>
                  <a:cubicBezTo>
                    <a:pt x="356574" y="265682"/>
                    <a:pt x="374839" y="291018"/>
                    <a:pt x="390559" y="317863"/>
                  </a:cubicBezTo>
                  <a:cubicBezTo>
                    <a:pt x="411653" y="353875"/>
                    <a:pt x="430861" y="390971"/>
                    <a:pt x="438591" y="432758"/>
                  </a:cubicBezTo>
                  <a:cubicBezTo>
                    <a:pt x="445379" y="469524"/>
                    <a:pt x="450587" y="506456"/>
                    <a:pt x="450847" y="543906"/>
                  </a:cubicBezTo>
                  <a:cubicBezTo>
                    <a:pt x="450894" y="551754"/>
                    <a:pt x="449456" y="559626"/>
                    <a:pt x="448325" y="567427"/>
                  </a:cubicBezTo>
                  <a:cubicBezTo>
                    <a:pt x="448089" y="569077"/>
                    <a:pt x="446204" y="570491"/>
                    <a:pt x="445096" y="572022"/>
                  </a:cubicBezTo>
                  <a:cubicBezTo>
                    <a:pt x="443423" y="570797"/>
                    <a:pt x="440971" y="569901"/>
                    <a:pt x="440194" y="568252"/>
                  </a:cubicBezTo>
                  <a:cubicBezTo>
                    <a:pt x="438025" y="563609"/>
                    <a:pt x="436046" y="558730"/>
                    <a:pt x="434844" y="553757"/>
                  </a:cubicBezTo>
                  <a:cubicBezTo>
                    <a:pt x="429187" y="530236"/>
                    <a:pt x="429093" y="506220"/>
                    <a:pt x="428598" y="482180"/>
                  </a:cubicBezTo>
                  <a:cubicBezTo>
                    <a:pt x="428339" y="469406"/>
                    <a:pt x="426359" y="456609"/>
                    <a:pt x="424167" y="443976"/>
                  </a:cubicBezTo>
                  <a:cubicBezTo>
                    <a:pt x="422824" y="436222"/>
                    <a:pt x="417827" y="431367"/>
                    <a:pt x="409296" y="429482"/>
                  </a:cubicBezTo>
                  <a:cubicBezTo>
                    <a:pt x="403121" y="428115"/>
                    <a:pt x="396168" y="425357"/>
                    <a:pt x="391997" y="420926"/>
                  </a:cubicBezTo>
                  <a:cubicBezTo>
                    <a:pt x="385374" y="413880"/>
                    <a:pt x="380260" y="405207"/>
                    <a:pt x="375452" y="396698"/>
                  </a:cubicBezTo>
                  <a:cubicBezTo>
                    <a:pt x="370384" y="387695"/>
                    <a:pt x="366590" y="377985"/>
                    <a:pt x="361806" y="368794"/>
                  </a:cubicBezTo>
                  <a:cubicBezTo>
                    <a:pt x="360721" y="366720"/>
                    <a:pt x="357846" y="365588"/>
                    <a:pt x="355819" y="364009"/>
                  </a:cubicBezTo>
                  <a:cubicBezTo>
                    <a:pt x="354759" y="366272"/>
                    <a:pt x="352685" y="368558"/>
                    <a:pt x="352779" y="370750"/>
                  </a:cubicBezTo>
                  <a:cubicBezTo>
                    <a:pt x="353321" y="382298"/>
                    <a:pt x="354170" y="393870"/>
                    <a:pt x="355395" y="405372"/>
                  </a:cubicBezTo>
                  <a:cubicBezTo>
                    <a:pt x="358954" y="438532"/>
                    <a:pt x="362678" y="471645"/>
                    <a:pt x="366496" y="504782"/>
                  </a:cubicBezTo>
                  <a:cubicBezTo>
                    <a:pt x="367179" y="510651"/>
                    <a:pt x="368028" y="516614"/>
                    <a:pt x="369890" y="522152"/>
                  </a:cubicBezTo>
                  <a:cubicBezTo>
                    <a:pt x="370809" y="524886"/>
                    <a:pt x="374250" y="526795"/>
                    <a:pt x="376536" y="529081"/>
                  </a:cubicBezTo>
                  <a:cubicBezTo>
                    <a:pt x="378657" y="526889"/>
                    <a:pt x="382192" y="524980"/>
                    <a:pt x="382664" y="522482"/>
                  </a:cubicBezTo>
                  <a:cubicBezTo>
                    <a:pt x="384408" y="513361"/>
                    <a:pt x="385916" y="504052"/>
                    <a:pt x="386034" y="494789"/>
                  </a:cubicBezTo>
                  <a:cubicBezTo>
                    <a:pt x="386199" y="483689"/>
                    <a:pt x="384643" y="472565"/>
                    <a:pt x="384290" y="461464"/>
                  </a:cubicBezTo>
                  <a:cubicBezTo>
                    <a:pt x="384196" y="458400"/>
                    <a:pt x="385704" y="455265"/>
                    <a:pt x="386482" y="452178"/>
                  </a:cubicBezTo>
                  <a:cubicBezTo>
                    <a:pt x="387354" y="452060"/>
                    <a:pt x="388226" y="451942"/>
                    <a:pt x="389121" y="451824"/>
                  </a:cubicBezTo>
                  <a:cubicBezTo>
                    <a:pt x="390983" y="454771"/>
                    <a:pt x="393741" y="457504"/>
                    <a:pt x="394518" y="460733"/>
                  </a:cubicBezTo>
                  <a:cubicBezTo>
                    <a:pt x="396969" y="470797"/>
                    <a:pt x="399798" y="480955"/>
                    <a:pt x="400434" y="491207"/>
                  </a:cubicBezTo>
                  <a:cubicBezTo>
                    <a:pt x="402720" y="528256"/>
                    <a:pt x="405336" y="565353"/>
                    <a:pt x="405572" y="602426"/>
                  </a:cubicBezTo>
                  <a:cubicBezTo>
                    <a:pt x="405737" y="629553"/>
                    <a:pt x="402979" y="656750"/>
                    <a:pt x="400340" y="683783"/>
                  </a:cubicBezTo>
                  <a:cubicBezTo>
                    <a:pt x="399326" y="694177"/>
                    <a:pt x="394872" y="704217"/>
                    <a:pt x="392374" y="714516"/>
                  </a:cubicBezTo>
                  <a:cubicBezTo>
                    <a:pt x="391808" y="716849"/>
                    <a:pt x="392845" y="719560"/>
                    <a:pt x="393128" y="722105"/>
                  </a:cubicBezTo>
                  <a:cubicBezTo>
                    <a:pt x="395461" y="721704"/>
                    <a:pt x="397936" y="721657"/>
                    <a:pt x="400104" y="720809"/>
                  </a:cubicBezTo>
                  <a:cubicBezTo>
                    <a:pt x="404252" y="719159"/>
                    <a:pt x="408212" y="717062"/>
                    <a:pt x="412242" y="715129"/>
                  </a:cubicBezTo>
                  <a:cubicBezTo>
                    <a:pt x="411488" y="721516"/>
                    <a:pt x="408919" y="726277"/>
                    <a:pt x="407811" y="731367"/>
                  </a:cubicBezTo>
                  <a:cubicBezTo>
                    <a:pt x="407316" y="733724"/>
                    <a:pt x="409036" y="738108"/>
                    <a:pt x="410945" y="739004"/>
                  </a:cubicBezTo>
                  <a:cubicBezTo>
                    <a:pt x="412878" y="739899"/>
                    <a:pt x="417380" y="738438"/>
                    <a:pt x="418794" y="736529"/>
                  </a:cubicBezTo>
                  <a:cubicBezTo>
                    <a:pt x="421386" y="733112"/>
                    <a:pt x="423602" y="728704"/>
                    <a:pt x="424097" y="724485"/>
                  </a:cubicBezTo>
                  <a:cubicBezTo>
                    <a:pt x="425699" y="711028"/>
                    <a:pt x="426336" y="697453"/>
                    <a:pt x="427537" y="683925"/>
                  </a:cubicBezTo>
                  <a:cubicBezTo>
                    <a:pt x="429399" y="662784"/>
                    <a:pt x="430743" y="641572"/>
                    <a:pt x="433571" y="620550"/>
                  </a:cubicBezTo>
                  <a:cubicBezTo>
                    <a:pt x="435174" y="608600"/>
                    <a:pt x="442503" y="599857"/>
                    <a:pt x="454712" y="596180"/>
                  </a:cubicBezTo>
                  <a:cubicBezTo>
                    <a:pt x="457776" y="595261"/>
                    <a:pt x="460792" y="594177"/>
                    <a:pt x="463809" y="593069"/>
                  </a:cubicBezTo>
                  <a:cubicBezTo>
                    <a:pt x="472317" y="589958"/>
                    <a:pt x="477526" y="583877"/>
                    <a:pt x="477761" y="574851"/>
                  </a:cubicBezTo>
                  <a:cubicBezTo>
                    <a:pt x="478068" y="563019"/>
                    <a:pt x="478139" y="551094"/>
                    <a:pt x="476960" y="539333"/>
                  </a:cubicBezTo>
                  <a:cubicBezTo>
                    <a:pt x="474839" y="518193"/>
                    <a:pt x="471940" y="497123"/>
                    <a:pt x="468923" y="476076"/>
                  </a:cubicBezTo>
                  <a:cubicBezTo>
                    <a:pt x="464186" y="443081"/>
                    <a:pt x="459802" y="409802"/>
                    <a:pt x="447759" y="378574"/>
                  </a:cubicBezTo>
                  <a:cubicBezTo>
                    <a:pt x="438992" y="355831"/>
                    <a:pt x="427090" y="334313"/>
                    <a:pt x="416720" y="312183"/>
                  </a:cubicBezTo>
                  <a:cubicBezTo>
                    <a:pt x="407339" y="292150"/>
                    <a:pt x="398101" y="272046"/>
                    <a:pt x="388815" y="251966"/>
                  </a:cubicBezTo>
                  <a:cubicBezTo>
                    <a:pt x="389357" y="251636"/>
                    <a:pt x="389875" y="251282"/>
                    <a:pt x="390418" y="250952"/>
                  </a:cubicBezTo>
                  <a:cubicBezTo>
                    <a:pt x="401188" y="265305"/>
                    <a:pt x="412925" y="279022"/>
                    <a:pt x="422494" y="294129"/>
                  </a:cubicBezTo>
                  <a:cubicBezTo>
                    <a:pt x="440005" y="321775"/>
                    <a:pt x="452096" y="352131"/>
                    <a:pt x="462984" y="382887"/>
                  </a:cubicBezTo>
                  <a:cubicBezTo>
                    <a:pt x="480707" y="433017"/>
                    <a:pt x="497252" y="483453"/>
                    <a:pt x="497488" y="537542"/>
                  </a:cubicBezTo>
                  <a:cubicBezTo>
                    <a:pt x="497512" y="543010"/>
                    <a:pt x="499609" y="548714"/>
                    <a:pt x="501825" y="553828"/>
                  </a:cubicBezTo>
                  <a:cubicBezTo>
                    <a:pt x="502744" y="555925"/>
                    <a:pt x="506868" y="558400"/>
                    <a:pt x="508942" y="557952"/>
                  </a:cubicBezTo>
                  <a:cubicBezTo>
                    <a:pt x="522305" y="555030"/>
                    <a:pt x="526147" y="556538"/>
                    <a:pt x="529824" y="569666"/>
                  </a:cubicBezTo>
                  <a:cubicBezTo>
                    <a:pt x="532652" y="579824"/>
                    <a:pt x="534679" y="590288"/>
                    <a:pt x="536187" y="600752"/>
                  </a:cubicBezTo>
                  <a:cubicBezTo>
                    <a:pt x="542951" y="647370"/>
                    <a:pt x="540901" y="693493"/>
                    <a:pt x="526901" y="738674"/>
                  </a:cubicBezTo>
                  <a:cubicBezTo>
                    <a:pt x="524238" y="747229"/>
                    <a:pt x="519477" y="755242"/>
                    <a:pt x="514881" y="763020"/>
                  </a:cubicBezTo>
                  <a:cubicBezTo>
                    <a:pt x="513609" y="765164"/>
                    <a:pt x="509154" y="767050"/>
                    <a:pt x="506774" y="766460"/>
                  </a:cubicBezTo>
                  <a:cubicBezTo>
                    <a:pt x="504511" y="765918"/>
                    <a:pt x="501707" y="762077"/>
                    <a:pt x="501542" y="759531"/>
                  </a:cubicBezTo>
                  <a:cubicBezTo>
                    <a:pt x="501165" y="753757"/>
                    <a:pt x="502084" y="747865"/>
                    <a:pt x="502791" y="742067"/>
                  </a:cubicBezTo>
                  <a:cubicBezTo>
                    <a:pt x="503545" y="735963"/>
                    <a:pt x="505666" y="729859"/>
                    <a:pt x="505266" y="723873"/>
                  </a:cubicBezTo>
                  <a:cubicBezTo>
                    <a:pt x="505030" y="720290"/>
                    <a:pt x="501306" y="714351"/>
                    <a:pt x="498714" y="714092"/>
                  </a:cubicBezTo>
                  <a:cubicBezTo>
                    <a:pt x="494566" y="713691"/>
                    <a:pt x="489711" y="716637"/>
                    <a:pt x="485845" y="719206"/>
                  </a:cubicBezTo>
                  <a:cubicBezTo>
                    <a:pt x="484031" y="720408"/>
                    <a:pt x="483583" y="723967"/>
                    <a:pt x="482970" y="726583"/>
                  </a:cubicBezTo>
                  <a:cubicBezTo>
                    <a:pt x="481037" y="734785"/>
                    <a:pt x="476724" y="738249"/>
                    <a:pt x="468546" y="740300"/>
                  </a:cubicBezTo>
                  <a:cubicBezTo>
                    <a:pt x="462772" y="741761"/>
                    <a:pt x="455914" y="743576"/>
                    <a:pt x="452237" y="747653"/>
                  </a:cubicBezTo>
                  <a:cubicBezTo>
                    <a:pt x="440854" y="760239"/>
                    <a:pt x="430814" y="774026"/>
                    <a:pt x="420161" y="787271"/>
                  </a:cubicBezTo>
                  <a:cubicBezTo>
                    <a:pt x="413208" y="795897"/>
                    <a:pt x="406232" y="804523"/>
                    <a:pt x="398855" y="812796"/>
                  </a:cubicBezTo>
                  <a:cubicBezTo>
                    <a:pt x="397394" y="814446"/>
                    <a:pt x="394141" y="814493"/>
                    <a:pt x="391737" y="815270"/>
                  </a:cubicBezTo>
                  <a:cubicBezTo>
                    <a:pt x="391266" y="812725"/>
                    <a:pt x="389781" y="809873"/>
                    <a:pt x="390488" y="807728"/>
                  </a:cubicBezTo>
                  <a:cubicBezTo>
                    <a:pt x="392869" y="800493"/>
                    <a:pt x="395768" y="793399"/>
                    <a:pt x="398973" y="786470"/>
                  </a:cubicBezTo>
                  <a:cubicBezTo>
                    <a:pt x="406138" y="771056"/>
                    <a:pt x="403757" y="756562"/>
                    <a:pt x="394848" y="742869"/>
                  </a:cubicBezTo>
                  <a:cubicBezTo>
                    <a:pt x="390865" y="736717"/>
                    <a:pt x="385657" y="731415"/>
                    <a:pt x="377266" y="732805"/>
                  </a:cubicBezTo>
                  <a:cubicBezTo>
                    <a:pt x="369112" y="734172"/>
                    <a:pt x="365200" y="740606"/>
                    <a:pt x="363243" y="747512"/>
                  </a:cubicBezTo>
                  <a:cubicBezTo>
                    <a:pt x="362088" y="751565"/>
                    <a:pt x="362819" y="756845"/>
                    <a:pt x="364681" y="760639"/>
                  </a:cubicBezTo>
                  <a:cubicBezTo>
                    <a:pt x="365294" y="761912"/>
                    <a:pt x="371964" y="760286"/>
                    <a:pt x="375829" y="759885"/>
                  </a:cubicBezTo>
                  <a:cubicBezTo>
                    <a:pt x="376536" y="759814"/>
                    <a:pt x="377196" y="759037"/>
                    <a:pt x="377856" y="759037"/>
                  </a:cubicBezTo>
                  <a:cubicBezTo>
                    <a:pt x="380637" y="759107"/>
                    <a:pt x="384290" y="758377"/>
                    <a:pt x="385987" y="759814"/>
                  </a:cubicBezTo>
                  <a:cubicBezTo>
                    <a:pt x="387731" y="761299"/>
                    <a:pt x="388579" y="765164"/>
                    <a:pt x="388155" y="767710"/>
                  </a:cubicBezTo>
                  <a:cubicBezTo>
                    <a:pt x="386717" y="776430"/>
                    <a:pt x="381744" y="783170"/>
                    <a:pt x="374203" y="787743"/>
                  </a:cubicBezTo>
                  <a:cubicBezTo>
                    <a:pt x="368358" y="791278"/>
                    <a:pt x="363408" y="788945"/>
                    <a:pt x="361994" y="782416"/>
                  </a:cubicBezTo>
                  <a:cubicBezTo>
                    <a:pt x="359661" y="771551"/>
                    <a:pt x="357446" y="770632"/>
                    <a:pt x="347995" y="776760"/>
                  </a:cubicBezTo>
                  <a:cubicBezTo>
                    <a:pt x="345709" y="778245"/>
                    <a:pt x="343517" y="779894"/>
                    <a:pt x="341537" y="781733"/>
                  </a:cubicBezTo>
                  <a:cubicBezTo>
                    <a:pt x="316484" y="805136"/>
                    <a:pt x="286599" y="807493"/>
                    <a:pt x="254806" y="801789"/>
                  </a:cubicBezTo>
                  <a:cubicBezTo>
                    <a:pt x="230389" y="797406"/>
                    <a:pt x="208471" y="786706"/>
                    <a:pt x="186788" y="775322"/>
                  </a:cubicBezTo>
                  <a:cubicBezTo>
                    <a:pt x="183017" y="773343"/>
                    <a:pt x="179057" y="771763"/>
                    <a:pt x="174603" y="769713"/>
                  </a:cubicBezTo>
                  <a:cubicBezTo>
                    <a:pt x="174886" y="771433"/>
                    <a:pt x="174815" y="772023"/>
                    <a:pt x="175074" y="772353"/>
                  </a:cubicBezTo>
                  <a:cubicBezTo>
                    <a:pt x="176253" y="773932"/>
                    <a:pt x="177549" y="775440"/>
                    <a:pt x="178775" y="776996"/>
                  </a:cubicBezTo>
                  <a:cubicBezTo>
                    <a:pt x="193599" y="795567"/>
                    <a:pt x="213726" y="806574"/>
                    <a:pt x="234820" y="816072"/>
                  </a:cubicBezTo>
                  <a:cubicBezTo>
                    <a:pt x="256927" y="826017"/>
                    <a:pt x="279435" y="834832"/>
                    <a:pt x="303828" y="837448"/>
                  </a:cubicBezTo>
                  <a:cubicBezTo>
                    <a:pt x="310710" y="838179"/>
                    <a:pt x="316767" y="837684"/>
                    <a:pt x="321009" y="830448"/>
                  </a:cubicBezTo>
                  <a:cubicBezTo>
                    <a:pt x="322871" y="827267"/>
                    <a:pt x="327396" y="824721"/>
                    <a:pt x="331190" y="823708"/>
                  </a:cubicBezTo>
                  <a:cubicBezTo>
                    <a:pt x="346345" y="819678"/>
                    <a:pt x="361240" y="820927"/>
                    <a:pt x="374792" y="829199"/>
                  </a:cubicBezTo>
                  <a:cubicBezTo>
                    <a:pt x="378798" y="831627"/>
                    <a:pt x="381792" y="835987"/>
                    <a:pt x="384667" y="839876"/>
                  </a:cubicBezTo>
                  <a:cubicBezTo>
                    <a:pt x="385680" y="841266"/>
                    <a:pt x="385657" y="844283"/>
                    <a:pt x="384808" y="845862"/>
                  </a:cubicBezTo>
                  <a:cubicBezTo>
                    <a:pt x="384266" y="846852"/>
                    <a:pt x="381202" y="847040"/>
                    <a:pt x="379458" y="846663"/>
                  </a:cubicBezTo>
                  <a:cubicBezTo>
                    <a:pt x="375852" y="845909"/>
                    <a:pt x="372388" y="844495"/>
                    <a:pt x="368829" y="843458"/>
                  </a:cubicBezTo>
                  <a:cubicBezTo>
                    <a:pt x="353792" y="839051"/>
                    <a:pt x="339699" y="840536"/>
                    <a:pt x="326288" y="849279"/>
                  </a:cubicBezTo>
                  <a:cubicBezTo>
                    <a:pt x="321645" y="852320"/>
                    <a:pt x="316154" y="854912"/>
                    <a:pt x="310733" y="855808"/>
                  </a:cubicBezTo>
                  <a:cubicBezTo>
                    <a:pt x="282546" y="860498"/>
                    <a:pt x="255042" y="857340"/>
                    <a:pt x="228551" y="846640"/>
                  </a:cubicBezTo>
                  <a:cubicBezTo>
                    <a:pt x="220420" y="843364"/>
                    <a:pt x="213114" y="838815"/>
                    <a:pt x="212548" y="828280"/>
                  </a:cubicBezTo>
                  <a:cubicBezTo>
                    <a:pt x="212336" y="824226"/>
                    <a:pt x="209955" y="822152"/>
                    <a:pt x="205265" y="824603"/>
                  </a:cubicBezTo>
                  <a:cubicBezTo>
                    <a:pt x="203286" y="825640"/>
                    <a:pt x="199986" y="825711"/>
                    <a:pt x="197936" y="824792"/>
                  </a:cubicBezTo>
                  <a:cubicBezTo>
                    <a:pt x="193717" y="822859"/>
                    <a:pt x="189475" y="820479"/>
                    <a:pt x="186010" y="817415"/>
                  </a:cubicBezTo>
                  <a:cubicBezTo>
                    <a:pt x="153722" y="788780"/>
                    <a:pt x="120467" y="761535"/>
                    <a:pt x="101871" y="720290"/>
                  </a:cubicBezTo>
                  <a:cubicBezTo>
                    <a:pt x="90794" y="695732"/>
                    <a:pt x="71138" y="676124"/>
                    <a:pt x="51530" y="657410"/>
                  </a:cubicBezTo>
                  <a:cubicBezTo>
                    <a:pt x="48489" y="654511"/>
                    <a:pt x="44483" y="652626"/>
                    <a:pt x="40924" y="650269"/>
                  </a:cubicBezTo>
                  <a:cubicBezTo>
                    <a:pt x="40358" y="650693"/>
                    <a:pt x="39793" y="651141"/>
                    <a:pt x="39203" y="651565"/>
                  </a:cubicBezTo>
                  <a:cubicBezTo>
                    <a:pt x="39604" y="654629"/>
                    <a:pt x="39368" y="657952"/>
                    <a:pt x="40523" y="660710"/>
                  </a:cubicBezTo>
                  <a:cubicBezTo>
                    <a:pt x="43564" y="667992"/>
                    <a:pt x="46722" y="675275"/>
                    <a:pt x="50658" y="682110"/>
                  </a:cubicBezTo>
                  <a:cubicBezTo>
                    <a:pt x="75286" y="724957"/>
                    <a:pt x="106891" y="762289"/>
                    <a:pt x="142244" y="796534"/>
                  </a:cubicBezTo>
                  <a:cubicBezTo>
                    <a:pt x="164681" y="818264"/>
                    <a:pt x="188249" y="838697"/>
                    <a:pt x="214999" y="855077"/>
                  </a:cubicBezTo>
                  <a:cubicBezTo>
                    <a:pt x="228362" y="863255"/>
                    <a:pt x="242268" y="870467"/>
                    <a:pt x="258294" y="871033"/>
                  </a:cubicBezTo>
                  <a:cubicBezTo>
                    <a:pt x="282004" y="871881"/>
                    <a:pt x="305737" y="872918"/>
                    <a:pt x="329423" y="872235"/>
                  </a:cubicBezTo>
                  <a:cubicBezTo>
                    <a:pt x="355442" y="871504"/>
                    <a:pt x="379105" y="863208"/>
                    <a:pt x="396852" y="842987"/>
                  </a:cubicBezTo>
                  <a:cubicBezTo>
                    <a:pt x="410380" y="827549"/>
                    <a:pt x="422989" y="811287"/>
                    <a:pt x="436258" y="795638"/>
                  </a:cubicBezTo>
                  <a:cubicBezTo>
                    <a:pt x="443611" y="786965"/>
                    <a:pt x="451365" y="778622"/>
                    <a:pt x="459284" y="770467"/>
                  </a:cubicBezTo>
                  <a:cubicBezTo>
                    <a:pt x="460839" y="768864"/>
                    <a:pt x="464328" y="767969"/>
                    <a:pt x="466449" y="768534"/>
                  </a:cubicBezTo>
                  <a:cubicBezTo>
                    <a:pt x="467816" y="768912"/>
                    <a:pt x="469277" y="772730"/>
                    <a:pt x="468947" y="774733"/>
                  </a:cubicBezTo>
                  <a:cubicBezTo>
                    <a:pt x="467792" y="781921"/>
                    <a:pt x="467179" y="789652"/>
                    <a:pt x="464045" y="796039"/>
                  </a:cubicBezTo>
                  <a:cubicBezTo>
                    <a:pt x="446557" y="831627"/>
                    <a:pt x="419807" y="859649"/>
                    <a:pt x="389239" y="884160"/>
                  </a:cubicBezTo>
                  <a:cubicBezTo>
                    <a:pt x="378987" y="892386"/>
                    <a:pt x="366425" y="896439"/>
                    <a:pt x="353321" y="896227"/>
                  </a:cubicBezTo>
                  <a:cubicBezTo>
                    <a:pt x="327632" y="895779"/>
                    <a:pt x="301872" y="895426"/>
                    <a:pt x="276300" y="893211"/>
                  </a:cubicBezTo>
                  <a:cubicBezTo>
                    <a:pt x="239392" y="890005"/>
                    <a:pt x="204912" y="878363"/>
                    <a:pt x="173448" y="858447"/>
                  </a:cubicBezTo>
                  <a:cubicBezTo>
                    <a:pt x="138049" y="836034"/>
                    <a:pt x="110592" y="805725"/>
                    <a:pt x="87990" y="770891"/>
                  </a:cubicBezTo>
                  <a:cubicBezTo>
                    <a:pt x="71704" y="745815"/>
                    <a:pt x="56620" y="719960"/>
                    <a:pt x="40382" y="694860"/>
                  </a:cubicBezTo>
                  <a:cubicBezTo>
                    <a:pt x="35338" y="687083"/>
                    <a:pt x="29423" y="678716"/>
                    <a:pt x="21787" y="674120"/>
                  </a:cubicBezTo>
                  <a:cubicBezTo>
                    <a:pt x="14716" y="669854"/>
                    <a:pt x="13443" y="666720"/>
                    <a:pt x="17026" y="660521"/>
                  </a:cubicBezTo>
                  <a:cubicBezTo>
                    <a:pt x="25227" y="646286"/>
                    <a:pt x="12383" y="617934"/>
                    <a:pt x="599" y="608954"/>
                  </a:cubicBezTo>
                  <a:cubicBezTo>
                    <a:pt x="363" y="611216"/>
                    <a:pt x="-132" y="613102"/>
                    <a:pt x="33" y="614917"/>
                  </a:cubicBezTo>
                  <a:cubicBezTo>
                    <a:pt x="2013" y="636647"/>
                    <a:pt x="5831" y="658023"/>
                    <a:pt x="13703" y="678433"/>
                  </a:cubicBezTo>
                  <a:cubicBezTo>
                    <a:pt x="49738" y="771669"/>
                    <a:pt x="111794" y="842916"/>
                    <a:pt x="197276" y="893918"/>
                  </a:cubicBezTo>
                  <a:cubicBezTo>
                    <a:pt x="248277" y="924344"/>
                    <a:pt x="303286" y="929859"/>
                    <a:pt x="360439" y="916991"/>
                  </a:cubicBezTo>
                  <a:cubicBezTo>
                    <a:pt x="395249" y="909143"/>
                    <a:pt x="425346" y="893423"/>
                    <a:pt x="444954" y="861794"/>
                  </a:cubicBezTo>
                  <a:cubicBezTo>
                    <a:pt x="457493" y="841572"/>
                    <a:pt x="472411" y="825499"/>
                    <a:pt x="499044" y="824556"/>
                  </a:cubicBezTo>
                  <a:cubicBezTo>
                    <a:pt x="513727" y="824038"/>
                    <a:pt x="524262" y="808907"/>
                    <a:pt x="522588" y="794083"/>
                  </a:cubicBezTo>
                  <a:cubicBezTo>
                    <a:pt x="519595" y="795850"/>
                    <a:pt x="516790" y="797194"/>
                    <a:pt x="514339" y="799008"/>
                  </a:cubicBezTo>
                  <a:cubicBezTo>
                    <a:pt x="507575" y="804005"/>
                    <a:pt x="501094" y="809425"/>
                    <a:pt x="494188" y="814210"/>
                  </a:cubicBezTo>
                  <a:cubicBezTo>
                    <a:pt x="487236" y="819041"/>
                    <a:pt x="484596" y="817863"/>
                    <a:pt x="483559" y="809661"/>
                  </a:cubicBezTo>
                  <a:cubicBezTo>
                    <a:pt x="483017" y="805277"/>
                    <a:pt x="482829" y="800729"/>
                    <a:pt x="483371" y="796369"/>
                  </a:cubicBezTo>
                  <a:cubicBezTo>
                    <a:pt x="484690" y="785621"/>
                    <a:pt x="489663" y="781827"/>
                    <a:pt x="500411" y="783005"/>
                  </a:cubicBezTo>
                  <a:cubicBezTo>
                    <a:pt x="505053" y="783524"/>
                    <a:pt x="509696" y="784278"/>
                    <a:pt x="514292" y="785244"/>
                  </a:cubicBezTo>
                  <a:cubicBezTo>
                    <a:pt x="529894" y="788520"/>
                    <a:pt x="535622" y="784867"/>
                    <a:pt x="536706" y="768864"/>
                  </a:cubicBezTo>
                  <a:cubicBezTo>
                    <a:pt x="537955" y="750175"/>
                    <a:pt x="545426" y="734526"/>
                    <a:pt x="557823" y="721045"/>
                  </a:cubicBezTo>
                  <a:cubicBezTo>
                    <a:pt x="570173" y="707611"/>
                    <a:pt x="575381" y="691608"/>
                    <a:pt x="576135" y="673743"/>
                  </a:cubicBezTo>
                  <a:cubicBezTo>
                    <a:pt x="577314" y="645225"/>
                    <a:pt x="568806" y="619112"/>
                    <a:pt x="555961" y="594247"/>
                  </a:cubicBezTo>
                  <a:cubicBezTo>
                    <a:pt x="544365" y="571763"/>
                    <a:pt x="534160" y="548784"/>
                    <a:pt x="529447" y="523825"/>
                  </a:cubicBezTo>
                  <a:cubicBezTo>
                    <a:pt x="527679" y="514445"/>
                    <a:pt x="527443" y="504735"/>
                    <a:pt x="527137" y="495143"/>
                  </a:cubicBezTo>
                  <a:cubicBezTo>
                    <a:pt x="527066" y="493092"/>
                    <a:pt x="529447" y="489651"/>
                    <a:pt x="531309" y="489180"/>
                  </a:cubicBezTo>
                  <a:cubicBezTo>
                    <a:pt x="533241" y="488685"/>
                    <a:pt x="536329" y="490524"/>
                    <a:pt x="538073" y="492220"/>
                  </a:cubicBezTo>
                  <a:cubicBezTo>
                    <a:pt x="539934" y="494035"/>
                    <a:pt x="541254" y="496722"/>
                    <a:pt x="541985" y="499267"/>
                  </a:cubicBezTo>
                  <a:cubicBezTo>
                    <a:pt x="546039" y="513220"/>
                    <a:pt x="550470" y="527078"/>
                    <a:pt x="553604" y="541242"/>
                  </a:cubicBezTo>
                  <a:cubicBezTo>
                    <a:pt x="558223" y="562195"/>
                    <a:pt x="561429" y="583524"/>
                    <a:pt x="571705" y="602756"/>
                  </a:cubicBezTo>
                  <a:cubicBezTo>
                    <a:pt x="573637" y="606385"/>
                    <a:pt x="576300" y="609850"/>
                    <a:pt x="579341" y="612583"/>
                  </a:cubicBezTo>
                  <a:cubicBezTo>
                    <a:pt x="581038" y="614115"/>
                    <a:pt x="584997" y="615270"/>
                    <a:pt x="586458" y="614328"/>
                  </a:cubicBezTo>
                  <a:cubicBezTo>
                    <a:pt x="588155" y="613243"/>
                    <a:pt x="588933" y="609637"/>
                    <a:pt x="588886" y="607116"/>
                  </a:cubicBezTo>
                  <a:cubicBezTo>
                    <a:pt x="588839" y="603463"/>
                    <a:pt x="587825" y="599810"/>
                    <a:pt x="587047" y="596204"/>
                  </a:cubicBezTo>
                  <a:cubicBezTo>
                    <a:pt x="580778" y="567026"/>
                    <a:pt x="574533" y="537825"/>
                    <a:pt x="568169" y="508671"/>
                  </a:cubicBezTo>
                  <a:cubicBezTo>
                    <a:pt x="562890" y="484561"/>
                    <a:pt x="557752" y="460356"/>
                    <a:pt x="544695" y="438885"/>
                  </a:cubicBezTo>
                  <a:cubicBezTo>
                    <a:pt x="541796" y="434125"/>
                    <a:pt x="538568" y="427973"/>
                    <a:pt x="531709" y="430448"/>
                  </a:cubicBezTo>
                  <a:cubicBezTo>
                    <a:pt x="524238" y="433135"/>
                    <a:pt x="526948" y="440323"/>
                    <a:pt x="527184" y="446003"/>
                  </a:cubicBezTo>
                  <a:cubicBezTo>
                    <a:pt x="527278" y="448148"/>
                    <a:pt x="528339" y="450269"/>
                    <a:pt x="528928" y="452414"/>
                  </a:cubicBezTo>
                  <a:cubicBezTo>
                    <a:pt x="529329" y="453828"/>
                    <a:pt x="530177" y="455407"/>
                    <a:pt x="529894" y="456703"/>
                  </a:cubicBezTo>
                  <a:cubicBezTo>
                    <a:pt x="528952" y="460969"/>
                    <a:pt x="528857" y="466979"/>
                    <a:pt x="526076" y="468935"/>
                  </a:cubicBezTo>
                  <a:cubicBezTo>
                    <a:pt x="521410" y="472211"/>
                    <a:pt x="517262" y="467403"/>
                    <a:pt x="514716" y="463514"/>
                  </a:cubicBezTo>
                  <a:cubicBezTo>
                    <a:pt x="511346" y="458400"/>
                    <a:pt x="508117" y="452979"/>
                    <a:pt x="506091" y="447229"/>
                  </a:cubicBezTo>
                  <a:cubicBezTo>
                    <a:pt x="499326" y="428162"/>
                    <a:pt x="493623" y="408742"/>
                    <a:pt x="486647" y="389769"/>
                  </a:cubicBezTo>
                  <a:cubicBezTo>
                    <a:pt x="470950" y="347017"/>
                    <a:pt x="452591" y="305489"/>
                    <a:pt x="426406" y="267922"/>
                  </a:cubicBezTo>
                  <a:cubicBezTo>
                    <a:pt x="418864" y="257104"/>
                    <a:pt x="410309" y="247653"/>
                    <a:pt x="397276" y="242515"/>
                  </a:cubicBezTo>
                  <a:cubicBezTo>
                    <a:pt x="384950" y="237683"/>
                    <a:pt x="380448" y="220314"/>
                    <a:pt x="387212" y="208836"/>
                  </a:cubicBezTo>
                  <a:cubicBezTo>
                    <a:pt x="392986" y="199031"/>
                    <a:pt x="402555" y="197759"/>
                    <a:pt x="410262" y="205866"/>
                  </a:cubicBezTo>
                  <a:cubicBezTo>
                    <a:pt x="412972" y="208742"/>
                    <a:pt x="415565" y="211758"/>
                    <a:pt x="417874" y="214964"/>
                  </a:cubicBezTo>
                  <a:cubicBezTo>
                    <a:pt x="444530" y="252013"/>
                    <a:pt x="466755" y="291631"/>
                    <a:pt x="485539" y="333158"/>
                  </a:cubicBezTo>
                  <a:cubicBezTo>
                    <a:pt x="490064" y="343175"/>
                    <a:pt x="494212" y="353804"/>
                    <a:pt x="495956" y="364575"/>
                  </a:cubicBezTo>
                  <a:cubicBezTo>
                    <a:pt x="499185" y="384443"/>
                    <a:pt x="509932" y="398466"/>
                    <a:pt x="525746" y="409496"/>
                  </a:cubicBezTo>
                  <a:cubicBezTo>
                    <a:pt x="527514" y="410745"/>
                    <a:pt x="529800" y="411264"/>
                    <a:pt x="533548" y="412866"/>
                  </a:cubicBezTo>
                  <a:cubicBezTo>
                    <a:pt x="532181" y="407634"/>
                    <a:pt x="531521" y="404311"/>
                    <a:pt x="530436" y="401153"/>
                  </a:cubicBezTo>
                  <a:cubicBezTo>
                    <a:pt x="513043" y="350033"/>
                    <a:pt x="490606" y="301176"/>
                    <a:pt x="463927" y="254323"/>
                  </a:cubicBezTo>
                  <a:cubicBezTo>
                    <a:pt x="456008" y="240394"/>
                    <a:pt x="448089" y="225781"/>
                    <a:pt x="437177" y="214398"/>
                  </a:cubicBezTo>
                  <a:cubicBezTo>
                    <a:pt x="407528" y="183476"/>
                    <a:pt x="376324" y="154016"/>
                    <a:pt x="341513" y="128798"/>
                  </a:cubicBezTo>
                  <a:cubicBezTo>
                    <a:pt x="328080" y="119064"/>
                    <a:pt x="313444" y="111876"/>
                    <a:pt x="296192" y="113149"/>
                  </a:cubicBezTo>
                  <a:cubicBezTo>
                    <a:pt x="283371" y="114092"/>
                    <a:pt x="270620" y="116637"/>
                    <a:pt x="257799" y="116755"/>
                  </a:cubicBezTo>
                  <a:cubicBezTo>
                    <a:pt x="242268" y="116896"/>
                    <a:pt x="229682" y="123071"/>
                    <a:pt x="217709" y="131886"/>
                  </a:cubicBezTo>
                  <a:cubicBezTo>
                    <a:pt x="188909" y="153073"/>
                    <a:pt x="162135" y="176571"/>
                    <a:pt x="137837" y="202802"/>
                  </a:cubicBezTo>
                  <a:cubicBezTo>
                    <a:pt x="133830" y="207139"/>
                    <a:pt x="130200" y="211923"/>
                    <a:pt x="127042" y="216920"/>
                  </a:cubicBezTo>
                  <a:cubicBezTo>
                    <a:pt x="125675" y="219088"/>
                    <a:pt x="125746" y="222270"/>
                    <a:pt x="125463" y="225027"/>
                  </a:cubicBezTo>
                  <a:cubicBezTo>
                    <a:pt x="125086" y="228822"/>
                    <a:pt x="126005" y="233088"/>
                    <a:pt x="124568" y="236340"/>
                  </a:cubicBezTo>
                  <a:cubicBezTo>
                    <a:pt x="121999" y="242138"/>
                    <a:pt x="117992" y="247323"/>
                    <a:pt x="114740" y="252838"/>
                  </a:cubicBezTo>
                  <a:cubicBezTo>
                    <a:pt x="112218" y="257104"/>
                    <a:pt x="107363" y="261629"/>
                    <a:pt x="111699" y="266272"/>
                  </a:cubicBezTo>
                  <a:cubicBezTo>
                    <a:pt x="112713" y="267356"/>
                    <a:pt x="121409" y="263679"/>
                    <a:pt x="124143" y="260238"/>
                  </a:cubicBezTo>
                  <a:cubicBezTo>
                    <a:pt x="133641" y="248266"/>
                    <a:pt x="142503" y="235727"/>
                    <a:pt x="150846" y="222906"/>
                  </a:cubicBezTo>
                  <a:cubicBezTo>
                    <a:pt x="161169" y="206998"/>
                    <a:pt x="172859" y="192432"/>
                    <a:pt x="187542" y="180365"/>
                  </a:cubicBezTo>
                  <a:cubicBezTo>
                    <a:pt x="215093" y="157716"/>
                    <a:pt x="247240" y="145767"/>
                    <a:pt x="282098" y="141171"/>
                  </a:cubicBezTo>
                  <a:cubicBezTo>
                    <a:pt x="295414" y="139404"/>
                    <a:pt x="309366" y="138697"/>
                    <a:pt x="322565" y="140606"/>
                  </a:cubicBezTo>
                  <a:cubicBezTo>
                    <a:pt x="341537" y="143340"/>
                    <a:pt x="353840" y="157716"/>
                    <a:pt x="365742" y="171410"/>
                  </a:cubicBezTo>
                  <a:cubicBezTo>
                    <a:pt x="370714" y="177113"/>
                    <a:pt x="374957" y="183641"/>
                    <a:pt x="378445" y="190382"/>
                  </a:cubicBezTo>
                  <a:cubicBezTo>
                    <a:pt x="381579" y="196415"/>
                    <a:pt x="378728" y="200163"/>
                    <a:pt x="371964" y="199361"/>
                  </a:cubicBezTo>
                  <a:cubicBezTo>
                    <a:pt x="366920" y="198749"/>
                    <a:pt x="361688" y="197405"/>
                    <a:pt x="357163" y="195119"/>
                  </a:cubicBezTo>
                  <a:cubicBezTo>
                    <a:pt x="346368" y="189698"/>
                    <a:pt x="335881" y="183594"/>
                    <a:pt x="325346" y="177679"/>
                  </a:cubicBezTo>
                  <a:cubicBezTo>
                    <a:pt x="304417" y="165895"/>
                    <a:pt x="281980" y="162548"/>
                    <a:pt x="258695" y="167049"/>
                  </a:cubicBezTo>
                  <a:cubicBezTo>
                    <a:pt x="214127" y="175699"/>
                    <a:pt x="186953" y="205230"/>
                    <a:pt x="168711" y="244589"/>
                  </a:cubicBezTo>
                  <a:cubicBezTo>
                    <a:pt x="167014" y="248242"/>
                    <a:pt x="168334" y="253191"/>
                    <a:pt x="167415" y="257339"/>
                  </a:cubicBezTo>
                  <a:cubicBezTo>
                    <a:pt x="166543" y="261252"/>
                    <a:pt x="165671" y="266696"/>
                    <a:pt x="162913" y="268393"/>
                  </a:cubicBezTo>
                  <a:cubicBezTo>
                    <a:pt x="155348" y="273012"/>
                    <a:pt x="150611" y="279564"/>
                    <a:pt x="148372" y="287389"/>
                  </a:cubicBezTo>
                  <a:cubicBezTo>
                    <a:pt x="144153" y="302048"/>
                    <a:pt x="140406" y="316920"/>
                    <a:pt x="137954" y="331956"/>
                  </a:cubicBezTo>
                  <a:cubicBezTo>
                    <a:pt x="136658" y="339781"/>
                    <a:pt x="137695" y="348289"/>
                    <a:pt x="139180" y="356185"/>
                  </a:cubicBezTo>
                  <a:cubicBezTo>
                    <a:pt x="140476" y="363043"/>
                    <a:pt x="146203" y="364575"/>
                    <a:pt x="150469" y="359131"/>
                  </a:cubicBezTo>
                  <a:cubicBezTo>
                    <a:pt x="154217" y="354323"/>
                    <a:pt x="156668" y="348077"/>
                    <a:pt x="158247" y="342091"/>
                  </a:cubicBezTo>
                  <a:cubicBezTo>
                    <a:pt x="160368" y="334054"/>
                    <a:pt x="160627" y="325522"/>
                    <a:pt x="162583" y="317415"/>
                  </a:cubicBezTo>
                  <a:cubicBezTo>
                    <a:pt x="163809" y="312277"/>
                    <a:pt x="166849" y="307328"/>
                    <a:pt x="173472" y="308695"/>
                  </a:cubicBezTo>
                  <a:cubicBezTo>
                    <a:pt x="179835" y="310014"/>
                    <a:pt x="180542" y="315482"/>
                    <a:pt x="180754" y="320903"/>
                  </a:cubicBezTo>
                  <a:cubicBezTo>
                    <a:pt x="181202" y="333535"/>
                    <a:pt x="176159" y="344471"/>
                    <a:pt x="170267" y="355171"/>
                  </a:cubicBezTo>
                  <a:cubicBezTo>
                    <a:pt x="162866" y="368605"/>
                    <a:pt x="163667" y="373696"/>
                    <a:pt x="174957" y="384184"/>
                  </a:cubicBezTo>
                  <a:cubicBezTo>
                    <a:pt x="180377" y="389227"/>
                    <a:pt x="182286" y="395072"/>
                    <a:pt x="179552" y="402237"/>
                  </a:cubicBezTo>
                  <a:cubicBezTo>
                    <a:pt x="177879" y="406621"/>
                    <a:pt x="173684" y="411923"/>
                    <a:pt x="180142" y="415152"/>
                  </a:cubicBezTo>
                  <a:cubicBezTo>
                    <a:pt x="186835" y="418499"/>
                    <a:pt x="188815" y="411782"/>
                    <a:pt x="191596" y="407705"/>
                  </a:cubicBezTo>
                  <a:cubicBezTo>
                    <a:pt x="192680" y="406102"/>
                    <a:pt x="193505" y="404217"/>
                    <a:pt x="194023" y="402331"/>
                  </a:cubicBezTo>
                  <a:cubicBezTo>
                    <a:pt x="197559" y="389510"/>
                    <a:pt x="200929" y="376665"/>
                    <a:pt x="204464" y="363844"/>
                  </a:cubicBezTo>
                  <a:cubicBezTo>
                    <a:pt x="208306" y="349845"/>
                    <a:pt x="211864" y="335751"/>
                    <a:pt x="216319" y="321963"/>
                  </a:cubicBezTo>
                  <a:cubicBezTo>
                    <a:pt x="218581" y="314940"/>
                    <a:pt x="222235" y="308459"/>
                    <a:pt x="231190" y="307045"/>
                  </a:cubicBezTo>
                  <a:cubicBezTo>
                    <a:pt x="232934" y="306762"/>
                    <a:pt x="234679" y="301883"/>
                    <a:pt x="235056" y="298937"/>
                  </a:cubicBezTo>
                  <a:cubicBezTo>
                    <a:pt x="235315" y="296840"/>
                    <a:pt x="233264" y="294459"/>
                    <a:pt x="232322" y="292173"/>
                  </a:cubicBezTo>
                  <a:cubicBezTo>
                    <a:pt x="228999" y="283971"/>
                    <a:pt x="231261" y="280837"/>
                    <a:pt x="239769" y="281897"/>
                  </a:cubicBezTo>
                  <a:cubicBezTo>
                    <a:pt x="255489" y="283877"/>
                    <a:pt x="266048" y="293988"/>
                    <a:pt x="275357" y="305442"/>
                  </a:cubicBezTo>
                  <a:cubicBezTo>
                    <a:pt x="292963" y="327078"/>
                    <a:pt x="303498" y="352343"/>
                    <a:pt x="310851" y="378951"/>
                  </a:cubicBezTo>
                  <a:cubicBezTo>
                    <a:pt x="321528" y="417533"/>
                    <a:pt x="324921" y="456515"/>
                    <a:pt x="317639" y="496321"/>
                  </a:cubicBezTo>
                  <a:cubicBezTo>
                    <a:pt x="312831" y="522529"/>
                    <a:pt x="308966" y="548949"/>
                    <a:pt x="305831" y="575416"/>
                  </a:cubicBezTo>
                  <a:cubicBezTo>
                    <a:pt x="304016" y="590783"/>
                    <a:pt x="300740" y="597948"/>
                    <a:pt x="285751" y="601719"/>
                  </a:cubicBezTo>
                  <a:cubicBezTo>
                    <a:pt x="252850" y="610038"/>
                    <a:pt x="222140" y="607233"/>
                    <a:pt x="196474" y="581662"/>
                  </a:cubicBezTo>
                  <a:cubicBezTo>
                    <a:pt x="186458" y="571693"/>
                    <a:pt x="174391" y="567167"/>
                    <a:pt x="159920" y="571669"/>
                  </a:cubicBezTo>
                  <a:cubicBezTo>
                    <a:pt x="156785" y="572659"/>
                    <a:pt x="151553" y="572847"/>
                    <a:pt x="149880" y="571009"/>
                  </a:cubicBezTo>
                  <a:cubicBezTo>
                    <a:pt x="148136" y="569100"/>
                    <a:pt x="149385" y="564316"/>
                    <a:pt x="149550" y="560804"/>
                  </a:cubicBezTo>
                  <a:cubicBezTo>
                    <a:pt x="149880" y="553569"/>
                    <a:pt x="151553" y="546168"/>
                    <a:pt x="150446" y="539192"/>
                  </a:cubicBezTo>
                  <a:cubicBezTo>
                    <a:pt x="149456" y="532970"/>
                    <a:pt x="144648" y="528068"/>
                    <a:pt x="137177" y="528681"/>
                  </a:cubicBezTo>
                  <a:cubicBezTo>
                    <a:pt x="129894" y="529270"/>
                    <a:pt x="125652" y="534360"/>
                    <a:pt x="125322" y="540865"/>
                  </a:cubicBezTo>
                  <a:cubicBezTo>
                    <a:pt x="124968" y="547582"/>
                    <a:pt x="125840" y="554794"/>
                    <a:pt x="128079" y="561110"/>
                  </a:cubicBezTo>
                  <a:cubicBezTo>
                    <a:pt x="138402" y="590052"/>
                    <a:pt x="155018" y="615082"/>
                    <a:pt x="178185" y="635280"/>
                  </a:cubicBezTo>
                  <a:cubicBezTo>
                    <a:pt x="185327" y="641502"/>
                    <a:pt x="194212" y="645838"/>
                    <a:pt x="202649" y="650387"/>
                  </a:cubicBezTo>
                  <a:cubicBezTo>
                    <a:pt x="205242" y="651777"/>
                    <a:pt x="209036" y="650976"/>
                    <a:pt x="212289" y="651188"/>
                  </a:cubicBezTo>
                  <a:cubicBezTo>
                    <a:pt x="211181" y="647959"/>
                    <a:pt x="210992" y="643717"/>
                    <a:pt x="208777" y="641643"/>
                  </a:cubicBezTo>
                  <a:cubicBezTo>
                    <a:pt x="200717" y="634054"/>
                    <a:pt x="191666" y="627502"/>
                    <a:pt x="183606" y="619913"/>
                  </a:cubicBezTo>
                  <a:cubicBezTo>
                    <a:pt x="175781" y="612536"/>
                    <a:pt x="168287" y="604665"/>
                    <a:pt x="161570" y="596274"/>
                  </a:cubicBezTo>
                  <a:cubicBezTo>
                    <a:pt x="159684" y="593941"/>
                    <a:pt x="161028" y="589039"/>
                    <a:pt x="160886" y="585291"/>
                  </a:cubicBezTo>
                  <a:cubicBezTo>
                    <a:pt x="164304" y="585786"/>
                    <a:pt x="168357" y="585268"/>
                    <a:pt x="170997" y="586965"/>
                  </a:cubicBezTo>
                  <a:cubicBezTo>
                    <a:pt x="178233" y="591631"/>
                    <a:pt x="184455" y="597995"/>
                    <a:pt x="191879" y="602308"/>
                  </a:cubicBezTo>
                  <a:cubicBezTo>
                    <a:pt x="202225" y="608294"/>
                    <a:pt x="212854" y="614445"/>
                    <a:pt x="224167" y="617863"/>
                  </a:cubicBezTo>
                  <a:cubicBezTo>
                    <a:pt x="234891" y="621115"/>
                    <a:pt x="238968" y="625075"/>
                    <a:pt x="236163" y="636081"/>
                  </a:cubicBezTo>
                  <a:cubicBezTo>
                    <a:pt x="234702" y="641785"/>
                    <a:pt x="233052" y="647535"/>
                    <a:pt x="232605" y="653357"/>
                  </a:cubicBezTo>
                  <a:cubicBezTo>
                    <a:pt x="231827" y="663302"/>
                    <a:pt x="237530" y="668275"/>
                    <a:pt x="246887" y="664716"/>
                  </a:cubicBezTo>
                  <a:cubicBezTo>
                    <a:pt x="256432" y="661063"/>
                    <a:pt x="266095" y="656468"/>
                    <a:pt x="274014" y="650128"/>
                  </a:cubicBezTo>
                  <a:cubicBezTo>
                    <a:pt x="285963" y="640583"/>
                    <a:pt x="296215" y="628963"/>
                    <a:pt x="307575" y="618641"/>
                  </a:cubicBezTo>
                  <a:cubicBezTo>
                    <a:pt x="315282" y="611641"/>
                    <a:pt x="322470" y="603675"/>
                    <a:pt x="334113" y="600116"/>
                  </a:cubicBezTo>
                  <a:cubicBezTo>
                    <a:pt x="334113" y="603486"/>
                    <a:pt x="334467" y="605867"/>
                    <a:pt x="334066" y="608105"/>
                  </a:cubicBezTo>
                  <a:cubicBezTo>
                    <a:pt x="329140" y="635515"/>
                    <a:pt x="317026" y="659555"/>
                    <a:pt x="298761" y="680366"/>
                  </a:cubicBezTo>
                  <a:cubicBezTo>
                    <a:pt x="295815" y="683736"/>
                    <a:pt x="290582" y="686305"/>
                    <a:pt x="286104" y="686894"/>
                  </a:cubicBezTo>
                  <a:cubicBezTo>
                    <a:pt x="265034" y="689699"/>
                    <a:pt x="243894" y="692103"/>
                    <a:pt x="222706" y="693823"/>
                  </a:cubicBezTo>
                  <a:cubicBezTo>
                    <a:pt x="209767" y="694860"/>
                    <a:pt x="197111" y="692008"/>
                    <a:pt x="187778" y="682393"/>
                  </a:cubicBezTo>
                  <a:cubicBezTo>
                    <a:pt x="175404" y="669642"/>
                    <a:pt x="162913" y="656750"/>
                    <a:pt x="152472" y="642468"/>
                  </a:cubicBezTo>
                  <a:cubicBezTo>
                    <a:pt x="129800" y="611476"/>
                    <a:pt x="105006" y="581615"/>
                    <a:pt x="94777" y="543128"/>
                  </a:cubicBezTo>
                  <a:cubicBezTo>
                    <a:pt x="92303" y="533748"/>
                    <a:pt x="85986" y="525475"/>
                    <a:pt x="82357" y="516307"/>
                  </a:cubicBezTo>
                  <a:cubicBezTo>
                    <a:pt x="69559" y="484160"/>
                    <a:pt x="65953" y="450128"/>
                    <a:pt x="65105" y="416071"/>
                  </a:cubicBezTo>
                  <a:cubicBezTo>
                    <a:pt x="64351" y="386187"/>
                    <a:pt x="65906" y="356185"/>
                    <a:pt x="67792" y="326324"/>
                  </a:cubicBezTo>
                  <a:cubicBezTo>
                    <a:pt x="70149" y="288897"/>
                    <a:pt x="79882" y="253356"/>
                    <a:pt x="99043" y="220761"/>
                  </a:cubicBezTo>
                  <a:cubicBezTo>
                    <a:pt x="136870" y="156420"/>
                    <a:pt x="188697" y="110438"/>
                    <a:pt x="264304" y="96957"/>
                  </a:cubicBezTo>
                  <a:cubicBezTo>
                    <a:pt x="303168" y="90028"/>
                    <a:pt x="339840" y="95001"/>
                    <a:pt x="372364" y="120502"/>
                  </a:cubicBezTo>
                  <a:cubicBezTo>
                    <a:pt x="419666" y="157575"/>
                    <a:pt x="458223" y="202143"/>
                    <a:pt x="485586" y="255407"/>
                  </a:cubicBezTo>
                  <a:cubicBezTo>
                    <a:pt x="521716" y="325711"/>
                    <a:pt x="551577" y="398867"/>
                    <a:pt x="576866" y="473790"/>
                  </a:cubicBezTo>
                  <a:cubicBezTo>
                    <a:pt x="583795" y="494318"/>
                    <a:pt x="590300" y="514964"/>
                    <a:pt x="591502" y="537047"/>
                  </a:cubicBezTo>
                  <a:cubicBezTo>
                    <a:pt x="592162" y="549303"/>
                    <a:pt x="596145" y="561110"/>
                    <a:pt x="603498" y="571622"/>
                  </a:cubicBezTo>
                  <a:cubicBezTo>
                    <a:pt x="607952" y="578009"/>
                    <a:pt x="612218" y="584985"/>
                    <a:pt x="614528" y="592338"/>
                  </a:cubicBezTo>
                  <a:cubicBezTo>
                    <a:pt x="626265" y="629741"/>
                    <a:pt x="629659" y="668346"/>
                    <a:pt x="628858" y="707328"/>
                  </a:cubicBezTo>
                  <a:cubicBezTo>
                    <a:pt x="628693" y="715883"/>
                    <a:pt x="626925" y="724509"/>
                    <a:pt x="624851" y="732852"/>
                  </a:cubicBezTo>
                  <a:cubicBezTo>
                    <a:pt x="624144" y="735657"/>
                    <a:pt x="619053" y="740088"/>
                    <a:pt x="617945" y="739569"/>
                  </a:cubicBezTo>
                  <a:cubicBezTo>
                    <a:pt x="614387" y="737872"/>
                    <a:pt x="610380" y="734738"/>
                    <a:pt x="609178" y="731226"/>
                  </a:cubicBezTo>
                  <a:cubicBezTo>
                    <a:pt x="607858" y="727384"/>
                    <a:pt x="609272" y="722506"/>
                    <a:pt x="609862" y="718122"/>
                  </a:cubicBezTo>
                  <a:cubicBezTo>
                    <a:pt x="610828" y="711052"/>
                    <a:pt x="612996" y="704028"/>
                    <a:pt x="612925" y="697005"/>
                  </a:cubicBezTo>
                  <a:cubicBezTo>
                    <a:pt x="612878" y="693493"/>
                    <a:pt x="609461" y="687648"/>
                    <a:pt x="606798" y="687153"/>
                  </a:cubicBezTo>
                  <a:cubicBezTo>
                    <a:pt x="603757" y="686588"/>
                    <a:pt x="598077" y="690052"/>
                    <a:pt x="596640" y="693163"/>
                  </a:cubicBezTo>
                  <a:cubicBezTo>
                    <a:pt x="593647" y="699739"/>
                    <a:pt x="591903" y="707139"/>
                    <a:pt x="591054" y="714375"/>
                  </a:cubicBezTo>
                  <a:cubicBezTo>
                    <a:pt x="587896" y="741360"/>
                    <a:pt x="585256" y="768417"/>
                    <a:pt x="582522" y="795473"/>
                  </a:cubicBezTo>
                  <a:cubicBezTo>
                    <a:pt x="581132" y="809213"/>
                    <a:pt x="579458" y="822977"/>
                    <a:pt x="579011" y="836741"/>
                  </a:cubicBezTo>
                  <a:cubicBezTo>
                    <a:pt x="578775" y="844189"/>
                    <a:pt x="581910" y="845508"/>
                    <a:pt x="588414" y="842586"/>
                  </a:cubicBezTo>
                  <a:cubicBezTo>
                    <a:pt x="599232" y="837731"/>
                    <a:pt x="601353" y="839051"/>
                    <a:pt x="601542" y="850788"/>
                  </a:cubicBezTo>
                  <a:cubicBezTo>
                    <a:pt x="601565" y="852273"/>
                    <a:pt x="601542" y="853757"/>
                    <a:pt x="601448" y="855242"/>
                  </a:cubicBezTo>
                  <a:cubicBezTo>
                    <a:pt x="599091" y="895025"/>
                    <a:pt x="587542" y="932357"/>
                    <a:pt x="570668" y="968134"/>
                  </a:cubicBezTo>
                  <a:cubicBezTo>
                    <a:pt x="561594" y="987366"/>
                    <a:pt x="551931" y="1006385"/>
                    <a:pt x="533877" y="1019395"/>
                  </a:cubicBezTo>
                  <a:cubicBezTo>
                    <a:pt x="529211" y="1022742"/>
                    <a:pt x="527420" y="1027927"/>
                    <a:pt x="529517" y="1033960"/>
                  </a:cubicBezTo>
                  <a:cubicBezTo>
                    <a:pt x="531803" y="1040536"/>
                    <a:pt x="536446" y="1044307"/>
                    <a:pt x="543140" y="1044754"/>
                  </a:cubicBezTo>
                  <a:cubicBezTo>
                    <a:pt x="547523" y="1045061"/>
                    <a:pt x="551978" y="1043977"/>
                    <a:pt x="557281" y="1043435"/>
                  </a:cubicBezTo>
                  <a:cubicBezTo>
                    <a:pt x="555230" y="1045956"/>
                    <a:pt x="553934" y="1048078"/>
                    <a:pt x="552143" y="1049680"/>
                  </a:cubicBezTo>
                  <a:cubicBezTo>
                    <a:pt x="535409" y="1064764"/>
                    <a:pt x="519029" y="1080248"/>
                    <a:pt x="501683" y="1094578"/>
                  </a:cubicBezTo>
                  <a:cubicBezTo>
                    <a:pt x="492044" y="1102544"/>
                    <a:pt x="480825" y="1108648"/>
                    <a:pt x="470125" y="1115271"/>
                  </a:cubicBezTo>
                  <a:cubicBezTo>
                    <a:pt x="467745" y="1116732"/>
                    <a:pt x="464563" y="1116897"/>
                    <a:pt x="459590" y="1118264"/>
                  </a:cubicBezTo>
                  <a:cubicBezTo>
                    <a:pt x="461546" y="1114139"/>
                    <a:pt x="462018" y="1111830"/>
                    <a:pt x="463408" y="1110463"/>
                  </a:cubicBezTo>
                  <a:cubicBezTo>
                    <a:pt x="469183" y="1104712"/>
                    <a:pt x="475240" y="1099244"/>
                    <a:pt x="481155" y="1093635"/>
                  </a:cubicBezTo>
                  <a:cubicBezTo>
                    <a:pt x="493340" y="1082087"/>
                    <a:pt x="505878" y="1070868"/>
                    <a:pt x="517474" y="1058777"/>
                  </a:cubicBezTo>
                  <a:cubicBezTo>
                    <a:pt x="520538" y="1055596"/>
                    <a:pt x="520797" y="1049704"/>
                    <a:pt x="522353" y="1045061"/>
                  </a:cubicBezTo>
                  <a:cubicBezTo>
                    <a:pt x="517875" y="1046451"/>
                    <a:pt x="512595" y="1046758"/>
                    <a:pt x="509060" y="1049397"/>
                  </a:cubicBezTo>
                  <a:cubicBezTo>
                    <a:pt x="498596" y="1057269"/>
                    <a:pt x="488768" y="1065989"/>
                    <a:pt x="478775" y="1074497"/>
                  </a:cubicBezTo>
                  <a:cubicBezTo>
                    <a:pt x="465011" y="1086235"/>
                    <a:pt x="451153" y="1097830"/>
                    <a:pt x="433430" y="1103298"/>
                  </a:cubicBezTo>
                  <a:cubicBezTo>
                    <a:pt x="424851" y="1105938"/>
                    <a:pt x="419524" y="1104311"/>
                    <a:pt x="416743" y="1098514"/>
                  </a:cubicBezTo>
                  <a:cubicBezTo>
                    <a:pt x="413868" y="1092551"/>
                    <a:pt x="415824" y="1087908"/>
                    <a:pt x="423554" y="1082699"/>
                  </a:cubicBezTo>
                  <a:cubicBezTo>
                    <a:pt x="425393" y="1081474"/>
                    <a:pt x="427325" y="1080248"/>
                    <a:pt x="429376" y="1079470"/>
                  </a:cubicBezTo>
                  <a:cubicBezTo>
                    <a:pt x="437908" y="1076265"/>
                    <a:pt x="446722" y="1073743"/>
                    <a:pt x="455018" y="1070043"/>
                  </a:cubicBezTo>
                  <a:cubicBezTo>
                    <a:pt x="463291" y="1066366"/>
                    <a:pt x="471374" y="1062101"/>
                    <a:pt x="478916" y="1057104"/>
                  </a:cubicBezTo>
                  <a:cubicBezTo>
                    <a:pt x="483465" y="1054087"/>
                    <a:pt x="484101" y="1044896"/>
                    <a:pt x="480990" y="1040866"/>
                  </a:cubicBezTo>
                  <a:cubicBezTo>
                    <a:pt x="477361" y="1036199"/>
                    <a:pt x="473024" y="1039004"/>
                    <a:pt x="468947" y="1040276"/>
                  </a:cubicBezTo>
                  <a:cubicBezTo>
                    <a:pt x="467533" y="1040724"/>
                    <a:pt x="466072" y="1041125"/>
                    <a:pt x="464822" y="1041879"/>
                  </a:cubicBezTo>
                  <a:cubicBezTo>
                    <a:pt x="447217" y="1052367"/>
                    <a:pt x="429093" y="1062124"/>
                    <a:pt x="412195" y="1073649"/>
                  </a:cubicBezTo>
                  <a:cubicBezTo>
                    <a:pt x="394212" y="1085905"/>
                    <a:pt x="395414" y="1097759"/>
                    <a:pt x="414316" y="1109025"/>
                  </a:cubicBezTo>
                  <a:cubicBezTo>
                    <a:pt x="423130" y="1114281"/>
                    <a:pt x="432345" y="1118052"/>
                    <a:pt x="442928" y="1118028"/>
                  </a:cubicBezTo>
                  <a:cubicBezTo>
                    <a:pt x="445826" y="1118028"/>
                    <a:pt x="450092" y="1119136"/>
                    <a:pt x="451271" y="1121186"/>
                  </a:cubicBezTo>
                  <a:cubicBezTo>
                    <a:pt x="452308" y="1122977"/>
                    <a:pt x="450517" y="1127149"/>
                    <a:pt x="448914" y="1129576"/>
                  </a:cubicBezTo>
                  <a:cubicBezTo>
                    <a:pt x="445096" y="1135351"/>
                    <a:pt x="440594" y="1140654"/>
                    <a:pt x="436517" y="1146263"/>
                  </a:cubicBezTo>
                  <a:cubicBezTo>
                    <a:pt x="435079" y="1148243"/>
                    <a:pt x="434160" y="1150576"/>
                    <a:pt x="432157" y="1154323"/>
                  </a:cubicBezTo>
                  <a:cubicBezTo>
                    <a:pt x="436682" y="1153498"/>
                    <a:pt x="439487" y="1153522"/>
                    <a:pt x="441820" y="1152485"/>
                  </a:cubicBezTo>
                  <a:cubicBezTo>
                    <a:pt x="453321" y="1147465"/>
                    <a:pt x="465223" y="1143058"/>
                    <a:pt x="476065" y="1136835"/>
                  </a:cubicBezTo>
                  <a:cubicBezTo>
                    <a:pt x="513727" y="1115247"/>
                    <a:pt x="548867" y="1090076"/>
                    <a:pt x="581415" y="1061229"/>
                  </a:cubicBezTo>
                  <a:cubicBezTo>
                    <a:pt x="591313" y="1052438"/>
                    <a:pt x="592327" y="1042727"/>
                    <a:pt x="588721" y="1031179"/>
                  </a:cubicBezTo>
                  <a:cubicBezTo>
                    <a:pt x="586364" y="1023684"/>
                    <a:pt x="580637" y="1017722"/>
                    <a:pt x="572152" y="1020903"/>
                  </a:cubicBezTo>
                  <a:cubicBezTo>
                    <a:pt x="570809" y="1021422"/>
                    <a:pt x="568994" y="1020715"/>
                    <a:pt x="566048" y="1020432"/>
                  </a:cubicBezTo>
                  <a:cubicBezTo>
                    <a:pt x="568216" y="1016378"/>
                    <a:pt x="569913" y="1013173"/>
                    <a:pt x="571634" y="1010015"/>
                  </a:cubicBezTo>
                  <a:cubicBezTo>
                    <a:pt x="575523" y="1002874"/>
                    <a:pt x="580142" y="996015"/>
                    <a:pt x="583206" y="988544"/>
                  </a:cubicBezTo>
                  <a:cubicBezTo>
                    <a:pt x="603310" y="939546"/>
                    <a:pt x="617498" y="888756"/>
                    <a:pt x="627821" y="836859"/>
                  </a:cubicBezTo>
                  <a:cubicBezTo>
                    <a:pt x="630625" y="822812"/>
                    <a:pt x="633359" y="808553"/>
                    <a:pt x="629329" y="794271"/>
                  </a:cubicBezTo>
                  <a:cubicBezTo>
                    <a:pt x="627326" y="787177"/>
                    <a:pt x="624191" y="781096"/>
                    <a:pt x="615306" y="780059"/>
                  </a:cubicBezTo>
                  <a:cubicBezTo>
                    <a:pt x="608518" y="779258"/>
                    <a:pt x="603687" y="772400"/>
                    <a:pt x="604323" y="766296"/>
                  </a:cubicBezTo>
                  <a:cubicBezTo>
                    <a:pt x="604936" y="760356"/>
                    <a:pt x="610168" y="756043"/>
                    <a:pt x="617922" y="756633"/>
                  </a:cubicBezTo>
                  <a:cubicBezTo>
                    <a:pt x="625134" y="757175"/>
                    <a:pt x="628386" y="753687"/>
                    <a:pt x="630319" y="747700"/>
                  </a:cubicBezTo>
                  <a:cubicBezTo>
                    <a:pt x="631144" y="745131"/>
                    <a:pt x="632086" y="742539"/>
                    <a:pt x="632558" y="739899"/>
                  </a:cubicBezTo>
                  <a:cubicBezTo>
                    <a:pt x="641679" y="688285"/>
                    <a:pt x="639463" y="636977"/>
                    <a:pt x="628127" y="585951"/>
                  </a:cubicBezTo>
                  <a:cubicBezTo>
                    <a:pt x="625770" y="575322"/>
                    <a:pt x="621457" y="565871"/>
                    <a:pt x="611629" y="559744"/>
                  </a:cubicBezTo>
                  <a:cubicBezTo>
                    <a:pt x="609249" y="558259"/>
                    <a:pt x="607175" y="555548"/>
                    <a:pt x="606114" y="552956"/>
                  </a:cubicBezTo>
                  <a:cubicBezTo>
                    <a:pt x="605219" y="550740"/>
                    <a:pt x="605030" y="547134"/>
                    <a:pt x="606303" y="545485"/>
                  </a:cubicBezTo>
                  <a:cubicBezTo>
                    <a:pt x="607505" y="543906"/>
                    <a:pt x="611441" y="542916"/>
                    <a:pt x="613350" y="543693"/>
                  </a:cubicBezTo>
                  <a:cubicBezTo>
                    <a:pt x="618982" y="545980"/>
                    <a:pt x="624709" y="548596"/>
                    <a:pt x="629541" y="552249"/>
                  </a:cubicBezTo>
                  <a:cubicBezTo>
                    <a:pt x="649857" y="567615"/>
                    <a:pt x="657045" y="589793"/>
                    <a:pt x="659096" y="613785"/>
                  </a:cubicBezTo>
                  <a:cubicBezTo>
                    <a:pt x="660910" y="634973"/>
                    <a:pt x="660816" y="656326"/>
                    <a:pt x="662466" y="677538"/>
                  </a:cubicBezTo>
                  <a:cubicBezTo>
                    <a:pt x="662961" y="683830"/>
                    <a:pt x="665341" y="690618"/>
                    <a:pt x="668806" y="695897"/>
                  </a:cubicBezTo>
                  <a:cubicBezTo>
                    <a:pt x="672765" y="701931"/>
                    <a:pt x="678634" y="700469"/>
                    <a:pt x="680778" y="693493"/>
                  </a:cubicBezTo>
                  <a:cubicBezTo>
                    <a:pt x="682145" y="689062"/>
                    <a:pt x="683229" y="684207"/>
                    <a:pt x="682876" y="679659"/>
                  </a:cubicBezTo>
                  <a:cubicBezTo>
                    <a:pt x="681203" y="658000"/>
                    <a:pt x="680142" y="636199"/>
                    <a:pt x="676654" y="614799"/>
                  </a:cubicBezTo>
                  <a:cubicBezTo>
                    <a:pt x="671870" y="585456"/>
                    <a:pt x="659143" y="559861"/>
                    <a:pt x="635009" y="540983"/>
                  </a:cubicBezTo>
                  <a:cubicBezTo>
                    <a:pt x="630743" y="537660"/>
                    <a:pt x="626925" y="533630"/>
                    <a:pt x="623460" y="529435"/>
                  </a:cubicBezTo>
                  <a:cubicBezTo>
                    <a:pt x="614457" y="518523"/>
                    <a:pt x="606421" y="507281"/>
                    <a:pt x="604040" y="492574"/>
                  </a:cubicBezTo>
                  <a:cubicBezTo>
                    <a:pt x="601778" y="478527"/>
                    <a:pt x="599350" y="464174"/>
                    <a:pt x="594330" y="451000"/>
                  </a:cubicBezTo>
                  <a:cubicBezTo>
                    <a:pt x="587212" y="432357"/>
                    <a:pt x="577455" y="414752"/>
                    <a:pt x="569112" y="396581"/>
                  </a:cubicBezTo>
                  <a:cubicBezTo>
                    <a:pt x="556055" y="368087"/>
                    <a:pt x="542833" y="339593"/>
                    <a:pt x="535268" y="309001"/>
                  </a:cubicBezTo>
                  <a:cubicBezTo>
                    <a:pt x="532086" y="296156"/>
                    <a:pt x="529989" y="282864"/>
                    <a:pt x="536399" y="270561"/>
                  </a:cubicBezTo>
                  <a:cubicBezTo>
                    <a:pt x="539298" y="264999"/>
                    <a:pt x="544436" y="258188"/>
                    <a:pt x="549645" y="257104"/>
                  </a:cubicBezTo>
                  <a:cubicBezTo>
                    <a:pt x="553345" y="256326"/>
                    <a:pt x="560085" y="263373"/>
                    <a:pt x="563338" y="268322"/>
                  </a:cubicBezTo>
                  <a:cubicBezTo>
                    <a:pt x="579341" y="292668"/>
                    <a:pt x="589993" y="319442"/>
                    <a:pt x="596899" y="347700"/>
                  </a:cubicBezTo>
                  <a:cubicBezTo>
                    <a:pt x="597653" y="350787"/>
                    <a:pt x="597936" y="353993"/>
                    <a:pt x="598431" y="357151"/>
                  </a:cubicBezTo>
                  <a:cubicBezTo>
                    <a:pt x="597512" y="357575"/>
                    <a:pt x="596593" y="357999"/>
                    <a:pt x="595673" y="358447"/>
                  </a:cubicBezTo>
                  <a:cubicBezTo>
                    <a:pt x="577879" y="333535"/>
                    <a:pt x="560062" y="308647"/>
                    <a:pt x="542268" y="283736"/>
                  </a:cubicBezTo>
                  <a:cubicBezTo>
                    <a:pt x="542126" y="286753"/>
                    <a:pt x="542881" y="289274"/>
                    <a:pt x="543941" y="291655"/>
                  </a:cubicBezTo>
                  <a:cubicBezTo>
                    <a:pt x="561641" y="330802"/>
                    <a:pt x="579694" y="369783"/>
                    <a:pt x="596993" y="409095"/>
                  </a:cubicBezTo>
                  <a:cubicBezTo>
                    <a:pt x="606515" y="430731"/>
                    <a:pt x="615188" y="452649"/>
                    <a:pt x="618440" y="476524"/>
                  </a:cubicBezTo>
                  <a:cubicBezTo>
                    <a:pt x="620891" y="494389"/>
                    <a:pt x="631733" y="507658"/>
                    <a:pt x="647194" y="516779"/>
                  </a:cubicBezTo>
                  <a:cubicBezTo>
                    <a:pt x="649621" y="518216"/>
                    <a:pt x="653675" y="518782"/>
                    <a:pt x="656055" y="517674"/>
                  </a:cubicBezTo>
                  <a:cubicBezTo>
                    <a:pt x="657540" y="516991"/>
                    <a:pt x="658059" y="512324"/>
                    <a:pt x="657611" y="509708"/>
                  </a:cubicBezTo>
                  <a:cubicBezTo>
                    <a:pt x="656126" y="500917"/>
                    <a:pt x="650493" y="494766"/>
                    <a:pt x="643588" y="489534"/>
                  </a:cubicBezTo>
                  <a:cubicBezTo>
                    <a:pt x="635810" y="483618"/>
                    <a:pt x="632605" y="475982"/>
                    <a:pt x="634679" y="466107"/>
                  </a:cubicBezTo>
                  <a:cubicBezTo>
                    <a:pt x="635480" y="462289"/>
                    <a:pt x="635763" y="458117"/>
                    <a:pt x="635103" y="454323"/>
                  </a:cubicBezTo>
                  <a:cubicBezTo>
                    <a:pt x="632133" y="437047"/>
                    <a:pt x="629682" y="419607"/>
                    <a:pt x="625346" y="402661"/>
                  </a:cubicBezTo>
                  <a:cubicBezTo>
                    <a:pt x="614481" y="360120"/>
                    <a:pt x="602932" y="317768"/>
                    <a:pt x="591101" y="275487"/>
                  </a:cubicBezTo>
                  <a:cubicBezTo>
                    <a:pt x="588744" y="267097"/>
                    <a:pt x="585351" y="258353"/>
                    <a:pt x="580118" y="251518"/>
                  </a:cubicBezTo>
                  <a:cubicBezTo>
                    <a:pt x="562560" y="228539"/>
                    <a:pt x="543588" y="206620"/>
                    <a:pt x="525864" y="183759"/>
                  </a:cubicBezTo>
                  <a:cubicBezTo>
                    <a:pt x="515188" y="169972"/>
                    <a:pt x="505902" y="155124"/>
                    <a:pt x="495720" y="140936"/>
                  </a:cubicBezTo>
                  <a:cubicBezTo>
                    <a:pt x="493976" y="138485"/>
                    <a:pt x="491195" y="136010"/>
                    <a:pt x="488414" y="135256"/>
                  </a:cubicBezTo>
                  <a:cubicBezTo>
                    <a:pt x="482263" y="133583"/>
                    <a:pt x="475805" y="133205"/>
                    <a:pt x="469536" y="131933"/>
                  </a:cubicBezTo>
                  <a:cubicBezTo>
                    <a:pt x="464681" y="130966"/>
                    <a:pt x="458671" y="129859"/>
                    <a:pt x="460698" y="122953"/>
                  </a:cubicBezTo>
                  <a:cubicBezTo>
                    <a:pt x="462324" y="117344"/>
                    <a:pt x="460250" y="113385"/>
                    <a:pt x="456833" y="110344"/>
                  </a:cubicBezTo>
                  <a:cubicBezTo>
                    <a:pt x="448160" y="102661"/>
                    <a:pt x="439133" y="95402"/>
                    <a:pt x="429942" y="88355"/>
                  </a:cubicBezTo>
                  <a:cubicBezTo>
                    <a:pt x="420726" y="81308"/>
                    <a:pt x="410804" y="75133"/>
                    <a:pt x="401942" y="67709"/>
                  </a:cubicBezTo>
                  <a:cubicBezTo>
                    <a:pt x="398596" y="64905"/>
                    <a:pt x="397370" y="59602"/>
                    <a:pt x="395178" y="55430"/>
                  </a:cubicBezTo>
                  <a:cubicBezTo>
                    <a:pt x="400057" y="55077"/>
                    <a:pt x="405289" y="53427"/>
                    <a:pt x="409767" y="54582"/>
                  </a:cubicBezTo>
                  <a:cubicBezTo>
                    <a:pt x="428032" y="59272"/>
                    <a:pt x="443941" y="68652"/>
                    <a:pt x="457941" y="81261"/>
                  </a:cubicBezTo>
                  <a:cubicBezTo>
                    <a:pt x="501801" y="120785"/>
                    <a:pt x="538167" y="166790"/>
                    <a:pt x="572223" y="214681"/>
                  </a:cubicBezTo>
                  <a:cubicBezTo>
                    <a:pt x="591030" y="241101"/>
                    <a:pt x="608117" y="268416"/>
                    <a:pt x="616649" y="300422"/>
                  </a:cubicBezTo>
                  <a:cubicBezTo>
                    <a:pt x="619124" y="309684"/>
                    <a:pt x="624238" y="318947"/>
                    <a:pt x="630366" y="326347"/>
                  </a:cubicBezTo>
                  <a:cubicBezTo>
                    <a:pt x="636187" y="333370"/>
                    <a:pt x="640100" y="340582"/>
                    <a:pt x="641349" y="349232"/>
                  </a:cubicBezTo>
                  <a:cubicBezTo>
                    <a:pt x="642833" y="359484"/>
                    <a:pt x="643305" y="369878"/>
                    <a:pt x="644601" y="380153"/>
                  </a:cubicBezTo>
                  <a:cubicBezTo>
                    <a:pt x="646251" y="393092"/>
                    <a:pt x="647901" y="406055"/>
                    <a:pt x="650375" y="418829"/>
                  </a:cubicBezTo>
                  <a:cubicBezTo>
                    <a:pt x="651436" y="424368"/>
                    <a:pt x="654405" y="429058"/>
                    <a:pt x="661594" y="429906"/>
                  </a:cubicBezTo>
                  <a:cubicBezTo>
                    <a:pt x="666520" y="430472"/>
                    <a:pt x="669041" y="434148"/>
                    <a:pt x="666920" y="439852"/>
                  </a:cubicBezTo>
                  <a:cubicBezTo>
                    <a:pt x="665765" y="443010"/>
                    <a:pt x="664846" y="446687"/>
                    <a:pt x="665294" y="449915"/>
                  </a:cubicBezTo>
                  <a:cubicBezTo>
                    <a:pt x="668971" y="476524"/>
                    <a:pt x="671799" y="503368"/>
                    <a:pt x="677243" y="529623"/>
                  </a:cubicBezTo>
                  <a:cubicBezTo>
                    <a:pt x="683371" y="559272"/>
                    <a:pt x="691879" y="588450"/>
                    <a:pt x="699609" y="617769"/>
                  </a:cubicBezTo>
                  <a:cubicBezTo>
                    <a:pt x="700529" y="621233"/>
                    <a:pt x="702980" y="624273"/>
                    <a:pt x="704724" y="627526"/>
                  </a:cubicBezTo>
                  <a:cubicBezTo>
                    <a:pt x="707151" y="624792"/>
                    <a:pt x="708000" y="622765"/>
                    <a:pt x="708353" y="620644"/>
                  </a:cubicBezTo>
                  <a:cubicBezTo>
                    <a:pt x="711676" y="600092"/>
                    <a:pt x="710097" y="579635"/>
                    <a:pt x="705973" y="559437"/>
                  </a:cubicBezTo>
                  <a:cubicBezTo>
                    <a:pt x="702673" y="543269"/>
                    <a:pt x="697960" y="527408"/>
                    <a:pt x="694731" y="511216"/>
                  </a:cubicBezTo>
                  <a:cubicBezTo>
                    <a:pt x="693906" y="507021"/>
                    <a:pt x="696239" y="502213"/>
                    <a:pt x="697135" y="497665"/>
                  </a:cubicBezTo>
                  <a:cubicBezTo>
                    <a:pt x="700387" y="500658"/>
                    <a:pt x="705172" y="503038"/>
                    <a:pt x="706586" y="506738"/>
                  </a:cubicBezTo>
                  <a:cubicBezTo>
                    <a:pt x="712006" y="520714"/>
                    <a:pt x="717168" y="534903"/>
                    <a:pt x="720939" y="549373"/>
                  </a:cubicBezTo>
                  <a:cubicBezTo>
                    <a:pt x="731002" y="588143"/>
                    <a:pt x="738662" y="627266"/>
                    <a:pt x="740029" y="667592"/>
                  </a:cubicBezTo>
                  <a:cubicBezTo>
                    <a:pt x="740760" y="689487"/>
                    <a:pt x="743871" y="711382"/>
                    <a:pt x="747288" y="733064"/>
                  </a:cubicBezTo>
                  <a:cubicBezTo>
                    <a:pt x="748584" y="741243"/>
                    <a:pt x="751907" y="750717"/>
                    <a:pt x="757587" y="756208"/>
                  </a:cubicBezTo>
                  <a:cubicBezTo>
                    <a:pt x="765129" y="763491"/>
                    <a:pt x="767604" y="771598"/>
                    <a:pt x="767510" y="780578"/>
                  </a:cubicBezTo>
                  <a:cubicBezTo>
                    <a:pt x="767297" y="800587"/>
                    <a:pt x="766732" y="820667"/>
                    <a:pt x="764728" y="840559"/>
                  </a:cubicBezTo>
                  <a:cubicBezTo>
                    <a:pt x="760580" y="881733"/>
                    <a:pt x="751153" y="921775"/>
                    <a:pt x="735622" y="960262"/>
                  </a:cubicBezTo>
                  <a:cubicBezTo>
                    <a:pt x="732181" y="968794"/>
                    <a:pt x="729117" y="977491"/>
                    <a:pt x="725888" y="986117"/>
                  </a:cubicBezTo>
                  <a:cubicBezTo>
                    <a:pt x="735645" y="978221"/>
                    <a:pt x="744248" y="969713"/>
                    <a:pt x="752732" y="961087"/>
                  </a:cubicBezTo>
                  <a:cubicBezTo>
                    <a:pt x="761971" y="951707"/>
                    <a:pt x="768806" y="940701"/>
                    <a:pt x="771021" y="927738"/>
                  </a:cubicBezTo>
                  <a:cubicBezTo>
                    <a:pt x="774910" y="904900"/>
                    <a:pt x="778445" y="881968"/>
                    <a:pt x="780943" y="858942"/>
                  </a:cubicBezTo>
                  <a:cubicBezTo>
                    <a:pt x="783112" y="839027"/>
                    <a:pt x="784102" y="818947"/>
                    <a:pt x="784761" y="798914"/>
                  </a:cubicBezTo>
                  <a:cubicBezTo>
                    <a:pt x="785846" y="766484"/>
                    <a:pt x="786317" y="734031"/>
                    <a:pt x="786883" y="701577"/>
                  </a:cubicBezTo>
                  <a:cubicBezTo>
                    <a:pt x="786953" y="697901"/>
                    <a:pt x="785893" y="694224"/>
                    <a:pt x="785351" y="690547"/>
                  </a:cubicBezTo>
                  <a:cubicBezTo>
                    <a:pt x="777880" y="704193"/>
                    <a:pt x="778210" y="720149"/>
                    <a:pt x="769701" y="733583"/>
                  </a:cubicBezTo>
                  <a:cubicBezTo>
                    <a:pt x="762183" y="721775"/>
                    <a:pt x="753180" y="607233"/>
                    <a:pt x="759378" y="596298"/>
                  </a:cubicBezTo>
                  <a:cubicBezTo>
                    <a:pt x="769254" y="611429"/>
                    <a:pt x="778728" y="625923"/>
                    <a:pt x="788202" y="640418"/>
                  </a:cubicBezTo>
                  <a:cubicBezTo>
                    <a:pt x="789381" y="639970"/>
                    <a:pt x="790559" y="639546"/>
                    <a:pt x="791738" y="639098"/>
                  </a:cubicBezTo>
                  <a:cubicBezTo>
                    <a:pt x="788603" y="607941"/>
                    <a:pt x="785445" y="576807"/>
                    <a:pt x="782310" y="545650"/>
                  </a:cubicBezTo>
                  <a:cubicBezTo>
                    <a:pt x="783135" y="545438"/>
                    <a:pt x="783937" y="545225"/>
                    <a:pt x="784761" y="545013"/>
                  </a:cubicBezTo>
                  <a:cubicBezTo>
                    <a:pt x="785987" y="547512"/>
                    <a:pt x="787354" y="549939"/>
                    <a:pt x="788438" y="552508"/>
                  </a:cubicBezTo>
                  <a:cubicBezTo>
                    <a:pt x="792115" y="561134"/>
                    <a:pt x="795037" y="570161"/>
                    <a:pt x="799492" y="578362"/>
                  </a:cubicBezTo>
                  <a:cubicBezTo>
                    <a:pt x="804040" y="586753"/>
                    <a:pt x="809579" y="594742"/>
                    <a:pt x="815589" y="602190"/>
                  </a:cubicBezTo>
                  <a:cubicBezTo>
                    <a:pt x="819666" y="607233"/>
                    <a:pt x="825228" y="609897"/>
                    <a:pt x="832723" y="608270"/>
                  </a:cubicBezTo>
                  <a:cubicBezTo>
                    <a:pt x="835928" y="607587"/>
                    <a:pt x="841113" y="610038"/>
                    <a:pt x="843494" y="612748"/>
                  </a:cubicBezTo>
                  <a:cubicBezTo>
                    <a:pt x="852261" y="622694"/>
                    <a:pt x="845473" y="642350"/>
                    <a:pt x="832487" y="644896"/>
                  </a:cubicBezTo>
                  <a:cubicBezTo>
                    <a:pt x="826336" y="646121"/>
                    <a:pt x="822518" y="649232"/>
                    <a:pt x="820915" y="654888"/>
                  </a:cubicBezTo>
                  <a:cubicBezTo>
                    <a:pt x="817851" y="665801"/>
                    <a:pt x="814222" y="676642"/>
                    <a:pt x="812525" y="687790"/>
                  </a:cubicBezTo>
                  <a:cubicBezTo>
                    <a:pt x="807034" y="723896"/>
                    <a:pt x="805808" y="760333"/>
                    <a:pt x="809697" y="796628"/>
                  </a:cubicBezTo>
                  <a:cubicBezTo>
                    <a:pt x="811394" y="812466"/>
                    <a:pt x="809932" y="830495"/>
                    <a:pt x="828009" y="841549"/>
                  </a:cubicBezTo>
                  <a:cubicBezTo>
                    <a:pt x="822659" y="841148"/>
                    <a:pt x="818723" y="840606"/>
                    <a:pt x="814787" y="840630"/>
                  </a:cubicBezTo>
                  <a:cubicBezTo>
                    <a:pt x="810144" y="840653"/>
                    <a:pt x="805289" y="840418"/>
                    <a:pt x="800953" y="841690"/>
                  </a:cubicBezTo>
                  <a:cubicBezTo>
                    <a:pt x="798054" y="842539"/>
                    <a:pt x="794236" y="845626"/>
                    <a:pt x="793835" y="848172"/>
                  </a:cubicBezTo>
                  <a:cubicBezTo>
                    <a:pt x="793364" y="851165"/>
                    <a:pt x="795626" y="855101"/>
                    <a:pt x="797724" y="857811"/>
                  </a:cubicBezTo>
                  <a:cubicBezTo>
                    <a:pt x="799185" y="859696"/>
                    <a:pt x="802320" y="860592"/>
                    <a:pt x="804889" y="861252"/>
                  </a:cubicBezTo>
                  <a:cubicBezTo>
                    <a:pt x="818935" y="864881"/>
                    <a:pt x="826194" y="889251"/>
                    <a:pt x="815777" y="901436"/>
                  </a:cubicBezTo>
                  <a:cubicBezTo>
                    <a:pt x="809084" y="893211"/>
                    <a:pt x="802461" y="885127"/>
                    <a:pt x="795862" y="877043"/>
                  </a:cubicBezTo>
                  <a:cubicBezTo>
                    <a:pt x="795367" y="881049"/>
                    <a:pt x="796121" y="884349"/>
                    <a:pt x="797300" y="887483"/>
                  </a:cubicBezTo>
                  <a:cubicBezTo>
                    <a:pt x="802414" y="901059"/>
                    <a:pt x="801354" y="914587"/>
                    <a:pt x="794660" y="926913"/>
                  </a:cubicBezTo>
                  <a:cubicBezTo>
                    <a:pt x="786317" y="942256"/>
                    <a:pt x="776395" y="956751"/>
                    <a:pt x="767392" y="971764"/>
                  </a:cubicBezTo>
                  <a:cubicBezTo>
                    <a:pt x="761830" y="981049"/>
                    <a:pt x="755961" y="990241"/>
                    <a:pt x="751554" y="1000092"/>
                  </a:cubicBezTo>
                  <a:cubicBezTo>
                    <a:pt x="747854" y="1008341"/>
                    <a:pt x="750045" y="1011924"/>
                    <a:pt x="757776" y="1016567"/>
                  </a:cubicBezTo>
                  <a:cubicBezTo>
                    <a:pt x="760958" y="1018476"/>
                    <a:pt x="763856" y="1020833"/>
                    <a:pt x="767910" y="1023708"/>
                  </a:cubicBezTo>
                  <a:cubicBezTo>
                    <a:pt x="764021" y="1026395"/>
                    <a:pt x="761806" y="1028351"/>
                    <a:pt x="759261" y="1029624"/>
                  </a:cubicBezTo>
                  <a:cubicBezTo>
                    <a:pt x="746934" y="1035775"/>
                    <a:pt x="740312" y="1045414"/>
                    <a:pt x="739228" y="1059343"/>
                  </a:cubicBezTo>
                  <a:cubicBezTo>
                    <a:pt x="738379" y="1070420"/>
                    <a:pt x="729235" y="1077962"/>
                    <a:pt x="717757" y="1077514"/>
                  </a:cubicBezTo>
                  <a:cubicBezTo>
                    <a:pt x="711276" y="1077255"/>
                    <a:pt x="702343" y="1078151"/>
                    <a:pt x="700694" y="1070585"/>
                  </a:cubicBezTo>
                  <a:cubicBezTo>
                    <a:pt x="699727" y="1066107"/>
                    <a:pt x="704370" y="1059225"/>
                    <a:pt x="708306" y="1055171"/>
                  </a:cubicBezTo>
                  <a:cubicBezTo>
                    <a:pt x="715494" y="1047771"/>
                    <a:pt x="724168" y="1041785"/>
                    <a:pt x="731992" y="1034974"/>
                  </a:cubicBezTo>
                  <a:cubicBezTo>
                    <a:pt x="740712" y="1027408"/>
                    <a:pt x="741137" y="1022482"/>
                    <a:pt x="733713" y="1013597"/>
                  </a:cubicBezTo>
                  <a:cubicBezTo>
                    <a:pt x="728952" y="1007894"/>
                    <a:pt x="723908" y="1002402"/>
                    <a:pt x="718558" y="997241"/>
                  </a:cubicBezTo>
                  <a:cubicBezTo>
                    <a:pt x="706185" y="985315"/>
                    <a:pt x="704394" y="972023"/>
                    <a:pt x="712148" y="956915"/>
                  </a:cubicBezTo>
                  <a:cubicBezTo>
                    <a:pt x="724144" y="933559"/>
                    <a:pt x="733359" y="909213"/>
                    <a:pt x="738898" y="883430"/>
                  </a:cubicBezTo>
                  <a:cubicBezTo>
                    <a:pt x="745662" y="851966"/>
                    <a:pt x="751460" y="820385"/>
                    <a:pt x="751200" y="788049"/>
                  </a:cubicBezTo>
                  <a:cubicBezTo>
                    <a:pt x="751153" y="782463"/>
                    <a:pt x="750163" y="776689"/>
                    <a:pt x="748490" y="771339"/>
                  </a:cubicBezTo>
                  <a:cubicBezTo>
                    <a:pt x="746817" y="765966"/>
                    <a:pt x="743140" y="765612"/>
                    <a:pt x="740053" y="770349"/>
                  </a:cubicBezTo>
                  <a:cubicBezTo>
                    <a:pt x="737813" y="773790"/>
                    <a:pt x="735810" y="777820"/>
                    <a:pt x="735150" y="781827"/>
                  </a:cubicBezTo>
                  <a:cubicBezTo>
                    <a:pt x="733218" y="793493"/>
                    <a:pt x="731332" y="805230"/>
                    <a:pt x="730649" y="817014"/>
                  </a:cubicBezTo>
                  <a:cubicBezTo>
                    <a:pt x="728952" y="846757"/>
                    <a:pt x="725487" y="876289"/>
                    <a:pt x="714552" y="904099"/>
                  </a:cubicBezTo>
                  <a:cubicBezTo>
                    <a:pt x="701000" y="938532"/>
                    <a:pt x="685846" y="972329"/>
                    <a:pt x="671492" y="1006432"/>
                  </a:cubicBezTo>
                  <a:cubicBezTo>
                    <a:pt x="667910" y="1014941"/>
                    <a:pt x="664776" y="1023614"/>
                    <a:pt x="661452" y="1032216"/>
                  </a:cubicBezTo>
                  <a:cubicBezTo>
                    <a:pt x="662136" y="1032640"/>
                    <a:pt x="662819" y="1033064"/>
                    <a:pt x="663526" y="1033489"/>
                  </a:cubicBezTo>
                  <a:cubicBezTo>
                    <a:pt x="666449" y="1030283"/>
                    <a:pt x="669206" y="1026937"/>
                    <a:pt x="672341" y="1023944"/>
                  </a:cubicBezTo>
                  <a:cubicBezTo>
                    <a:pt x="680331" y="1016307"/>
                    <a:pt x="688179" y="1008483"/>
                    <a:pt x="696734" y="1001507"/>
                  </a:cubicBezTo>
                  <a:cubicBezTo>
                    <a:pt x="698926" y="999715"/>
                    <a:pt x="704606" y="999362"/>
                    <a:pt x="706656" y="1000964"/>
                  </a:cubicBezTo>
                  <a:cubicBezTo>
                    <a:pt x="708683" y="1002567"/>
                    <a:pt x="709037" y="1007564"/>
                    <a:pt x="708518" y="1010816"/>
                  </a:cubicBezTo>
                  <a:cubicBezTo>
                    <a:pt x="707882" y="1014823"/>
                    <a:pt x="706232" y="1019018"/>
                    <a:pt x="703922" y="1022388"/>
                  </a:cubicBezTo>
                  <a:cubicBezTo>
                    <a:pt x="698596" y="1030118"/>
                    <a:pt x="692374" y="1037212"/>
                    <a:pt x="686953" y="1044849"/>
                  </a:cubicBezTo>
                  <a:cubicBezTo>
                    <a:pt x="678964" y="1056114"/>
                    <a:pt x="671186" y="1067545"/>
                    <a:pt x="663762" y="1079188"/>
                  </a:cubicBezTo>
                  <a:cubicBezTo>
                    <a:pt x="662419" y="1081309"/>
                    <a:pt x="663149" y="1084773"/>
                    <a:pt x="662914" y="1087601"/>
                  </a:cubicBezTo>
                  <a:cubicBezTo>
                    <a:pt x="665671" y="1087814"/>
                    <a:pt x="668546" y="1088662"/>
                    <a:pt x="671162" y="1088120"/>
                  </a:cubicBezTo>
                  <a:cubicBezTo>
                    <a:pt x="676465" y="1087036"/>
                    <a:pt x="681509" y="1084726"/>
                    <a:pt x="686835" y="1083831"/>
                  </a:cubicBezTo>
                  <a:cubicBezTo>
                    <a:pt x="689970" y="1083312"/>
                    <a:pt x="695367" y="1083501"/>
                    <a:pt x="696263" y="1085198"/>
                  </a:cubicBezTo>
                  <a:cubicBezTo>
                    <a:pt x="697583" y="1087743"/>
                    <a:pt x="696899" y="1092574"/>
                    <a:pt x="695202" y="1095214"/>
                  </a:cubicBezTo>
                  <a:cubicBezTo>
                    <a:pt x="688744" y="1105136"/>
                    <a:pt x="681674" y="1114681"/>
                    <a:pt x="674533" y="1124132"/>
                  </a:cubicBezTo>
                  <a:cubicBezTo>
                    <a:pt x="669607" y="1130684"/>
                    <a:pt x="664186" y="1136859"/>
                    <a:pt x="659001" y="1143223"/>
                  </a:cubicBezTo>
                  <a:cubicBezTo>
                    <a:pt x="662089" y="1142963"/>
                    <a:pt x="664139" y="1141785"/>
                    <a:pt x="666072" y="1140394"/>
                  </a:cubicBezTo>
                  <a:cubicBezTo>
                    <a:pt x="724662" y="1098160"/>
                    <a:pt x="775994" y="1048078"/>
                    <a:pt x="823319" y="993800"/>
                  </a:cubicBezTo>
                  <a:cubicBezTo>
                    <a:pt x="832369" y="983430"/>
                    <a:pt x="839888" y="971646"/>
                    <a:pt x="847571" y="960168"/>
                  </a:cubicBezTo>
                  <a:cubicBezTo>
                    <a:pt x="849173" y="957764"/>
                    <a:pt x="848396" y="953781"/>
                    <a:pt x="848702" y="950529"/>
                  </a:cubicBezTo>
                  <a:cubicBezTo>
                    <a:pt x="844955" y="950269"/>
                    <a:pt x="839817" y="948313"/>
                    <a:pt x="837743" y="950034"/>
                  </a:cubicBezTo>
                  <a:cubicBezTo>
                    <a:pt x="832511" y="954441"/>
                    <a:pt x="827349" y="959909"/>
                    <a:pt x="824498" y="966036"/>
                  </a:cubicBezTo>
                  <a:cubicBezTo>
                    <a:pt x="818299" y="979258"/>
                    <a:pt x="811040" y="991443"/>
                    <a:pt x="799303" y="1000352"/>
                  </a:cubicBezTo>
                  <a:cubicBezTo>
                    <a:pt x="792044" y="1005867"/>
                    <a:pt x="784149" y="1010415"/>
                    <a:pt x="773001" y="1008954"/>
                  </a:cubicBezTo>
                  <a:cubicBezTo>
                    <a:pt x="775028" y="1004170"/>
                    <a:pt x="776230" y="999833"/>
                    <a:pt x="778539" y="996227"/>
                  </a:cubicBezTo>
                  <a:cubicBezTo>
                    <a:pt x="786128" y="984349"/>
                    <a:pt x="794094" y="972730"/>
                    <a:pt x="801966" y="961040"/>
                  </a:cubicBezTo>
                  <a:cubicBezTo>
                    <a:pt x="817922" y="937354"/>
                    <a:pt x="832888" y="913456"/>
                    <a:pt x="834302" y="883500"/>
                  </a:cubicBezTo>
                  <a:cubicBezTo>
                    <a:pt x="834891" y="871056"/>
                    <a:pt x="840194" y="867592"/>
                    <a:pt x="852968" y="867922"/>
                  </a:cubicBezTo>
                  <a:cubicBezTo>
                    <a:pt x="856904" y="868016"/>
                    <a:pt x="860816" y="868935"/>
                    <a:pt x="864752" y="869030"/>
                  </a:cubicBezTo>
                  <a:cubicBezTo>
                    <a:pt x="873826" y="869289"/>
                    <a:pt x="882970" y="869949"/>
                    <a:pt x="891950" y="869030"/>
                  </a:cubicBezTo>
                  <a:cubicBezTo>
                    <a:pt x="895202" y="868700"/>
                    <a:pt x="900576" y="864222"/>
                    <a:pt x="900505" y="861794"/>
                  </a:cubicBezTo>
                  <a:cubicBezTo>
                    <a:pt x="900317" y="857623"/>
                    <a:pt x="897771" y="851542"/>
                    <a:pt x="894354" y="849656"/>
                  </a:cubicBezTo>
                  <a:close/>
                  <a:moveTo>
                    <a:pt x="443917" y="128492"/>
                  </a:moveTo>
                  <a:cubicBezTo>
                    <a:pt x="470644" y="147676"/>
                    <a:pt x="494566" y="169595"/>
                    <a:pt x="510403" y="199055"/>
                  </a:cubicBezTo>
                  <a:cubicBezTo>
                    <a:pt x="515023" y="207634"/>
                    <a:pt x="516578" y="216448"/>
                    <a:pt x="513255" y="226111"/>
                  </a:cubicBezTo>
                  <a:cubicBezTo>
                    <a:pt x="510710" y="233441"/>
                    <a:pt x="512878" y="235892"/>
                    <a:pt x="520750" y="234714"/>
                  </a:cubicBezTo>
                  <a:cubicBezTo>
                    <a:pt x="526783" y="233818"/>
                    <a:pt x="532605" y="231556"/>
                    <a:pt x="538544" y="230047"/>
                  </a:cubicBezTo>
                  <a:cubicBezTo>
                    <a:pt x="541325" y="229340"/>
                    <a:pt x="544177" y="228963"/>
                    <a:pt x="547005" y="228445"/>
                  </a:cubicBezTo>
                  <a:cubicBezTo>
                    <a:pt x="547264" y="229057"/>
                    <a:pt x="547547" y="229670"/>
                    <a:pt x="547806" y="230259"/>
                  </a:cubicBezTo>
                  <a:cubicBezTo>
                    <a:pt x="538332" y="240865"/>
                    <a:pt x="528999" y="251636"/>
                    <a:pt x="519171" y="261888"/>
                  </a:cubicBezTo>
                  <a:cubicBezTo>
                    <a:pt x="517898" y="263208"/>
                    <a:pt x="513255" y="263019"/>
                    <a:pt x="511440" y="261723"/>
                  </a:cubicBezTo>
                  <a:cubicBezTo>
                    <a:pt x="508589" y="259673"/>
                    <a:pt x="506043" y="256444"/>
                    <a:pt x="504700" y="253168"/>
                  </a:cubicBezTo>
                  <a:cubicBezTo>
                    <a:pt x="490653" y="219041"/>
                    <a:pt x="468806" y="189675"/>
                    <a:pt x="448207" y="159531"/>
                  </a:cubicBezTo>
                  <a:cubicBezTo>
                    <a:pt x="443093" y="152036"/>
                    <a:pt x="438945" y="143835"/>
                    <a:pt x="434797" y="135727"/>
                  </a:cubicBezTo>
                  <a:cubicBezTo>
                    <a:pt x="433430" y="133088"/>
                    <a:pt x="433453" y="129741"/>
                    <a:pt x="432345" y="124320"/>
                  </a:cubicBezTo>
                  <a:cubicBezTo>
                    <a:pt x="437554" y="126111"/>
                    <a:pt x="441254" y="126559"/>
                    <a:pt x="443917" y="128492"/>
                  </a:cubicBezTo>
                  <a:close/>
                  <a:moveTo>
                    <a:pt x="457634" y="61511"/>
                  </a:moveTo>
                  <a:cubicBezTo>
                    <a:pt x="445921" y="53993"/>
                    <a:pt x="435598" y="44235"/>
                    <a:pt x="425086" y="34997"/>
                  </a:cubicBezTo>
                  <a:cubicBezTo>
                    <a:pt x="423107" y="33252"/>
                    <a:pt x="422918" y="29458"/>
                    <a:pt x="421928" y="26606"/>
                  </a:cubicBezTo>
                  <a:cubicBezTo>
                    <a:pt x="425157" y="26465"/>
                    <a:pt x="428904" y="25216"/>
                    <a:pt x="431497" y="26441"/>
                  </a:cubicBezTo>
                  <a:cubicBezTo>
                    <a:pt x="437200" y="29081"/>
                    <a:pt x="443658" y="31909"/>
                    <a:pt x="447382" y="36576"/>
                  </a:cubicBezTo>
                  <a:cubicBezTo>
                    <a:pt x="456691" y="48336"/>
                    <a:pt x="468240" y="49703"/>
                    <a:pt x="481815" y="47959"/>
                  </a:cubicBezTo>
                  <a:cubicBezTo>
                    <a:pt x="490700" y="46828"/>
                    <a:pt x="499845" y="46969"/>
                    <a:pt x="508801" y="47653"/>
                  </a:cubicBezTo>
                  <a:cubicBezTo>
                    <a:pt x="511912" y="47888"/>
                    <a:pt x="515494" y="50929"/>
                    <a:pt x="517568" y="53686"/>
                  </a:cubicBezTo>
                  <a:cubicBezTo>
                    <a:pt x="523319" y="61299"/>
                    <a:pt x="521975" y="64080"/>
                    <a:pt x="512855" y="66389"/>
                  </a:cubicBezTo>
                  <a:cubicBezTo>
                    <a:pt x="504771" y="68440"/>
                    <a:pt x="496781" y="70844"/>
                    <a:pt x="486552" y="73719"/>
                  </a:cubicBezTo>
                  <a:cubicBezTo>
                    <a:pt x="477738" y="70137"/>
                    <a:pt x="466708" y="67332"/>
                    <a:pt x="457634" y="61511"/>
                  </a:cubicBezTo>
                  <a:close/>
                  <a:moveTo>
                    <a:pt x="867415" y="745720"/>
                  </a:moveTo>
                  <a:cubicBezTo>
                    <a:pt x="866991" y="749821"/>
                    <a:pt x="866261" y="754158"/>
                    <a:pt x="864469" y="757787"/>
                  </a:cubicBezTo>
                  <a:cubicBezTo>
                    <a:pt x="857493" y="771952"/>
                    <a:pt x="857587" y="786800"/>
                    <a:pt x="858954" y="801954"/>
                  </a:cubicBezTo>
                  <a:cubicBezTo>
                    <a:pt x="859520" y="808082"/>
                    <a:pt x="859049" y="814281"/>
                    <a:pt x="859049" y="820455"/>
                  </a:cubicBezTo>
                  <a:cubicBezTo>
                    <a:pt x="857540" y="820785"/>
                    <a:pt x="856032" y="821092"/>
                    <a:pt x="854500" y="821422"/>
                  </a:cubicBezTo>
                  <a:cubicBezTo>
                    <a:pt x="838945" y="797901"/>
                    <a:pt x="832959" y="770255"/>
                    <a:pt x="821269" y="745061"/>
                  </a:cubicBezTo>
                  <a:cubicBezTo>
                    <a:pt x="822023" y="744377"/>
                    <a:pt x="822801" y="743694"/>
                    <a:pt x="823555" y="742987"/>
                  </a:cubicBezTo>
                  <a:cubicBezTo>
                    <a:pt x="826124" y="743788"/>
                    <a:pt x="828811" y="744330"/>
                    <a:pt x="831238" y="745438"/>
                  </a:cubicBezTo>
                  <a:cubicBezTo>
                    <a:pt x="840359" y="749538"/>
                    <a:pt x="848961" y="748007"/>
                    <a:pt x="853039" y="741313"/>
                  </a:cubicBezTo>
                  <a:cubicBezTo>
                    <a:pt x="857399" y="734172"/>
                    <a:pt x="855749" y="725782"/>
                    <a:pt x="847241" y="720149"/>
                  </a:cubicBezTo>
                  <a:cubicBezTo>
                    <a:pt x="831804" y="709897"/>
                    <a:pt x="830979" y="675888"/>
                    <a:pt x="839723" y="665141"/>
                  </a:cubicBezTo>
                  <a:cubicBezTo>
                    <a:pt x="841962" y="662407"/>
                    <a:pt x="846015" y="660074"/>
                    <a:pt x="849480" y="659626"/>
                  </a:cubicBezTo>
                  <a:cubicBezTo>
                    <a:pt x="857517" y="658589"/>
                    <a:pt x="857470" y="661252"/>
                    <a:pt x="856527" y="669077"/>
                  </a:cubicBezTo>
                  <a:cubicBezTo>
                    <a:pt x="855396" y="678551"/>
                    <a:pt x="856315" y="688732"/>
                    <a:pt x="858577" y="698066"/>
                  </a:cubicBezTo>
                  <a:cubicBezTo>
                    <a:pt x="862490" y="713809"/>
                    <a:pt x="869159" y="728987"/>
                    <a:pt x="867415" y="74572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61" name="Google Shape;1361;p45"/>
            <p:cNvSpPr/>
            <p:nvPr/>
          </p:nvSpPr>
          <p:spPr>
            <a:xfrm>
              <a:off x="342903" y="2442120"/>
              <a:ext cx="1122602" cy="585900"/>
            </a:xfrm>
            <a:custGeom>
              <a:rect b="b" l="l" r="r" t="t"/>
              <a:pathLst>
                <a:path extrusionOk="0" h="585900" w="1122602">
                  <a:moveTo>
                    <a:pt x="1037851" y="440319"/>
                  </a:moveTo>
                  <a:cubicBezTo>
                    <a:pt x="1032172" y="434356"/>
                    <a:pt x="1025313" y="429313"/>
                    <a:pt x="1020600" y="422690"/>
                  </a:cubicBezTo>
                  <a:cubicBezTo>
                    <a:pt x="1014896" y="414701"/>
                    <a:pt x="1010984" y="405462"/>
                    <a:pt x="1006105" y="396883"/>
                  </a:cubicBezTo>
                  <a:cubicBezTo>
                    <a:pt x="1003300" y="391957"/>
                    <a:pt x="1000543" y="386890"/>
                    <a:pt x="996913" y="382577"/>
                  </a:cubicBezTo>
                  <a:cubicBezTo>
                    <a:pt x="994981" y="380291"/>
                    <a:pt x="991304" y="379466"/>
                    <a:pt x="988405" y="378005"/>
                  </a:cubicBezTo>
                  <a:cubicBezTo>
                    <a:pt x="986897" y="380951"/>
                    <a:pt x="984422" y="383779"/>
                    <a:pt x="984069" y="386843"/>
                  </a:cubicBezTo>
                  <a:cubicBezTo>
                    <a:pt x="982867" y="397637"/>
                    <a:pt x="986755" y="407088"/>
                    <a:pt x="992600" y="416091"/>
                  </a:cubicBezTo>
                  <a:cubicBezTo>
                    <a:pt x="996183" y="421583"/>
                    <a:pt x="999129" y="427616"/>
                    <a:pt x="1001439" y="433744"/>
                  </a:cubicBezTo>
                  <a:cubicBezTo>
                    <a:pt x="1002287" y="436006"/>
                    <a:pt x="1001439" y="440366"/>
                    <a:pt x="999718" y="441710"/>
                  </a:cubicBezTo>
                  <a:cubicBezTo>
                    <a:pt x="998233" y="442888"/>
                    <a:pt x="994227" y="441663"/>
                    <a:pt x="991752" y="440579"/>
                  </a:cubicBezTo>
                  <a:cubicBezTo>
                    <a:pt x="988641" y="439212"/>
                    <a:pt x="985601" y="437232"/>
                    <a:pt x="983079" y="434922"/>
                  </a:cubicBezTo>
                  <a:cubicBezTo>
                    <a:pt x="965544" y="418896"/>
                    <a:pt x="948316" y="402563"/>
                    <a:pt x="930687" y="386631"/>
                  </a:cubicBezTo>
                  <a:cubicBezTo>
                    <a:pt x="919515" y="376544"/>
                    <a:pt x="908273" y="366409"/>
                    <a:pt x="896277" y="357359"/>
                  </a:cubicBezTo>
                  <a:cubicBezTo>
                    <a:pt x="885318" y="349110"/>
                    <a:pt x="872756" y="346824"/>
                    <a:pt x="859086" y="351090"/>
                  </a:cubicBezTo>
                  <a:cubicBezTo>
                    <a:pt x="853571" y="352810"/>
                    <a:pt x="847279" y="353447"/>
                    <a:pt x="841575" y="352693"/>
                  </a:cubicBezTo>
                  <a:cubicBezTo>
                    <a:pt x="838346" y="352268"/>
                    <a:pt x="834905" y="348497"/>
                    <a:pt x="832808" y="345410"/>
                  </a:cubicBezTo>
                  <a:cubicBezTo>
                    <a:pt x="829697" y="340791"/>
                    <a:pt x="828660" y="334592"/>
                    <a:pt x="825077" y="330538"/>
                  </a:cubicBezTo>
                  <a:cubicBezTo>
                    <a:pt x="812633" y="316468"/>
                    <a:pt x="799341" y="303129"/>
                    <a:pt x="786614" y="289318"/>
                  </a:cubicBezTo>
                  <a:cubicBezTo>
                    <a:pt x="776574" y="278429"/>
                    <a:pt x="766628" y="267399"/>
                    <a:pt x="757106" y="256039"/>
                  </a:cubicBezTo>
                  <a:cubicBezTo>
                    <a:pt x="754349" y="252763"/>
                    <a:pt x="753194" y="248120"/>
                    <a:pt x="751309" y="244114"/>
                  </a:cubicBezTo>
                  <a:cubicBezTo>
                    <a:pt x="752063" y="243407"/>
                    <a:pt x="752841" y="242676"/>
                    <a:pt x="753595" y="241969"/>
                  </a:cubicBezTo>
                  <a:cubicBezTo>
                    <a:pt x="758780" y="244891"/>
                    <a:pt x="764507" y="247154"/>
                    <a:pt x="769032" y="250901"/>
                  </a:cubicBezTo>
                  <a:cubicBezTo>
                    <a:pt x="781995" y="261625"/>
                    <a:pt x="794062" y="273456"/>
                    <a:pt x="807236" y="283897"/>
                  </a:cubicBezTo>
                  <a:cubicBezTo>
                    <a:pt x="818808" y="293065"/>
                    <a:pt x="831087" y="301432"/>
                    <a:pt x="843626" y="309256"/>
                  </a:cubicBezTo>
                  <a:cubicBezTo>
                    <a:pt x="850861" y="313781"/>
                    <a:pt x="859228" y="314088"/>
                    <a:pt x="867948" y="312132"/>
                  </a:cubicBezTo>
                  <a:cubicBezTo>
                    <a:pt x="881759" y="309021"/>
                    <a:pt x="893614" y="312603"/>
                    <a:pt x="903041" y="324057"/>
                  </a:cubicBezTo>
                  <a:cubicBezTo>
                    <a:pt x="919562" y="344137"/>
                    <a:pt x="936343" y="363982"/>
                    <a:pt x="953524" y="383496"/>
                  </a:cubicBezTo>
                  <a:cubicBezTo>
                    <a:pt x="956258" y="386607"/>
                    <a:pt x="961608" y="387409"/>
                    <a:pt x="965733" y="389270"/>
                  </a:cubicBezTo>
                  <a:cubicBezTo>
                    <a:pt x="965591" y="384368"/>
                    <a:pt x="965615" y="379443"/>
                    <a:pt x="965167" y="374540"/>
                  </a:cubicBezTo>
                  <a:cubicBezTo>
                    <a:pt x="965026" y="372985"/>
                    <a:pt x="963682" y="371429"/>
                    <a:pt x="962645" y="370062"/>
                  </a:cubicBezTo>
                  <a:cubicBezTo>
                    <a:pt x="955575" y="360847"/>
                    <a:pt x="948976" y="351208"/>
                    <a:pt x="941245" y="342558"/>
                  </a:cubicBezTo>
                  <a:cubicBezTo>
                    <a:pt x="896371" y="292429"/>
                    <a:pt x="846949" y="247036"/>
                    <a:pt x="795075" y="204330"/>
                  </a:cubicBezTo>
                  <a:cubicBezTo>
                    <a:pt x="770635" y="184203"/>
                    <a:pt x="745817" y="164477"/>
                    <a:pt x="717135" y="150430"/>
                  </a:cubicBezTo>
                  <a:cubicBezTo>
                    <a:pt x="670328" y="127522"/>
                    <a:pt x="620906" y="112249"/>
                    <a:pt x="570352" y="100418"/>
                  </a:cubicBezTo>
                  <a:cubicBezTo>
                    <a:pt x="546548" y="94856"/>
                    <a:pt x="522579" y="89482"/>
                    <a:pt x="497856" y="91415"/>
                  </a:cubicBezTo>
                  <a:cubicBezTo>
                    <a:pt x="494273" y="91698"/>
                    <a:pt x="490927" y="94880"/>
                    <a:pt x="487486" y="96741"/>
                  </a:cubicBezTo>
                  <a:cubicBezTo>
                    <a:pt x="489748" y="99758"/>
                    <a:pt x="491422" y="104425"/>
                    <a:pt x="494415" y="105509"/>
                  </a:cubicBezTo>
                  <a:cubicBezTo>
                    <a:pt x="503818" y="108973"/>
                    <a:pt x="513623" y="112815"/>
                    <a:pt x="523451" y="113404"/>
                  </a:cubicBezTo>
                  <a:cubicBezTo>
                    <a:pt x="557601" y="115455"/>
                    <a:pt x="591327" y="119603"/>
                    <a:pt x="623969" y="130208"/>
                  </a:cubicBezTo>
                  <a:cubicBezTo>
                    <a:pt x="653830" y="139895"/>
                    <a:pt x="683574" y="149746"/>
                    <a:pt x="707566" y="171641"/>
                  </a:cubicBezTo>
                  <a:cubicBezTo>
                    <a:pt x="712822" y="176426"/>
                    <a:pt x="720411" y="178782"/>
                    <a:pt x="727128" y="181823"/>
                  </a:cubicBezTo>
                  <a:cubicBezTo>
                    <a:pt x="733774" y="184840"/>
                    <a:pt x="741363" y="186301"/>
                    <a:pt x="747373" y="190213"/>
                  </a:cubicBezTo>
                  <a:cubicBezTo>
                    <a:pt x="779614" y="211236"/>
                    <a:pt x="808768" y="236195"/>
                    <a:pt x="836626" y="262638"/>
                  </a:cubicBezTo>
                  <a:cubicBezTo>
                    <a:pt x="846289" y="271830"/>
                    <a:pt x="855197" y="281823"/>
                    <a:pt x="864177" y="291722"/>
                  </a:cubicBezTo>
                  <a:cubicBezTo>
                    <a:pt x="866180" y="293937"/>
                    <a:pt x="867029" y="297213"/>
                    <a:pt x="868419" y="299994"/>
                  </a:cubicBezTo>
                  <a:cubicBezTo>
                    <a:pt x="867618" y="300701"/>
                    <a:pt x="866817" y="301432"/>
                    <a:pt x="866015" y="302139"/>
                  </a:cubicBezTo>
                  <a:cubicBezTo>
                    <a:pt x="856847" y="296553"/>
                    <a:pt x="847137" y="291651"/>
                    <a:pt x="838582" y="285217"/>
                  </a:cubicBezTo>
                  <a:cubicBezTo>
                    <a:pt x="807542" y="261837"/>
                    <a:pt x="777139" y="237656"/>
                    <a:pt x="745982" y="214441"/>
                  </a:cubicBezTo>
                  <a:cubicBezTo>
                    <a:pt x="736178" y="207135"/>
                    <a:pt x="724912" y="201762"/>
                    <a:pt x="714118" y="195869"/>
                  </a:cubicBezTo>
                  <a:cubicBezTo>
                    <a:pt x="705162" y="190967"/>
                    <a:pt x="695711" y="186961"/>
                    <a:pt x="686849" y="181870"/>
                  </a:cubicBezTo>
                  <a:cubicBezTo>
                    <a:pt x="680038" y="177958"/>
                    <a:pt x="674240" y="172207"/>
                    <a:pt x="667288" y="168648"/>
                  </a:cubicBezTo>
                  <a:cubicBezTo>
                    <a:pt x="645935" y="157783"/>
                    <a:pt x="622862" y="152551"/>
                    <a:pt x="599270" y="149393"/>
                  </a:cubicBezTo>
                  <a:cubicBezTo>
                    <a:pt x="590502" y="148214"/>
                    <a:pt x="581735" y="147130"/>
                    <a:pt x="572944" y="145999"/>
                  </a:cubicBezTo>
                  <a:cubicBezTo>
                    <a:pt x="572756" y="146848"/>
                    <a:pt x="572543" y="147672"/>
                    <a:pt x="572355" y="148521"/>
                  </a:cubicBezTo>
                  <a:cubicBezTo>
                    <a:pt x="583974" y="153729"/>
                    <a:pt x="595570" y="158962"/>
                    <a:pt x="607189" y="164147"/>
                  </a:cubicBezTo>
                  <a:cubicBezTo>
                    <a:pt x="647349" y="182082"/>
                    <a:pt x="687651" y="199711"/>
                    <a:pt x="724158" y="224670"/>
                  </a:cubicBezTo>
                  <a:cubicBezTo>
                    <a:pt x="728612" y="227710"/>
                    <a:pt x="732690" y="231481"/>
                    <a:pt x="736249" y="235535"/>
                  </a:cubicBezTo>
                  <a:cubicBezTo>
                    <a:pt x="737663" y="237137"/>
                    <a:pt x="737168" y="240390"/>
                    <a:pt x="737568" y="242888"/>
                  </a:cubicBezTo>
                  <a:cubicBezTo>
                    <a:pt x="734882" y="243242"/>
                    <a:pt x="732030" y="244326"/>
                    <a:pt x="729532" y="243784"/>
                  </a:cubicBezTo>
                  <a:cubicBezTo>
                    <a:pt x="727033" y="243242"/>
                    <a:pt x="724889" y="241097"/>
                    <a:pt x="722555" y="239683"/>
                  </a:cubicBezTo>
                  <a:cubicBezTo>
                    <a:pt x="717088" y="236313"/>
                    <a:pt x="711879" y="232400"/>
                    <a:pt x="706105" y="229713"/>
                  </a:cubicBezTo>
                  <a:cubicBezTo>
                    <a:pt x="652770" y="204778"/>
                    <a:pt x="597573" y="185052"/>
                    <a:pt x="540396" y="170981"/>
                  </a:cubicBezTo>
                  <a:cubicBezTo>
                    <a:pt x="533915" y="169379"/>
                    <a:pt x="526727" y="169497"/>
                    <a:pt x="520033" y="170251"/>
                  </a:cubicBezTo>
                  <a:cubicBezTo>
                    <a:pt x="514872" y="170840"/>
                    <a:pt x="512444" y="175318"/>
                    <a:pt x="515037" y="180338"/>
                  </a:cubicBezTo>
                  <a:cubicBezTo>
                    <a:pt x="518831" y="187644"/>
                    <a:pt x="515296" y="191014"/>
                    <a:pt x="508980" y="192947"/>
                  </a:cubicBezTo>
                  <a:cubicBezTo>
                    <a:pt x="495357" y="197142"/>
                    <a:pt x="481641" y="197024"/>
                    <a:pt x="468230" y="192216"/>
                  </a:cubicBezTo>
                  <a:cubicBezTo>
                    <a:pt x="462032" y="190001"/>
                    <a:pt x="458355" y="185806"/>
                    <a:pt x="458025" y="178311"/>
                  </a:cubicBezTo>
                  <a:cubicBezTo>
                    <a:pt x="457884" y="175059"/>
                    <a:pt x="454396" y="170722"/>
                    <a:pt x="451285" y="169143"/>
                  </a:cubicBezTo>
                  <a:cubicBezTo>
                    <a:pt x="446830" y="166904"/>
                    <a:pt x="441363" y="166008"/>
                    <a:pt x="436272" y="165867"/>
                  </a:cubicBezTo>
                  <a:cubicBezTo>
                    <a:pt x="422154" y="165466"/>
                    <a:pt x="408037" y="165844"/>
                    <a:pt x="393920" y="165679"/>
                  </a:cubicBezTo>
                  <a:cubicBezTo>
                    <a:pt x="389937" y="165631"/>
                    <a:pt x="385954" y="164712"/>
                    <a:pt x="381146" y="164076"/>
                  </a:cubicBezTo>
                  <a:cubicBezTo>
                    <a:pt x="396701" y="148662"/>
                    <a:pt x="396041" y="148969"/>
                    <a:pt x="387509" y="129431"/>
                  </a:cubicBezTo>
                  <a:cubicBezTo>
                    <a:pt x="383173" y="119485"/>
                    <a:pt x="381004" y="108384"/>
                    <a:pt x="379213" y="97566"/>
                  </a:cubicBezTo>
                  <a:cubicBezTo>
                    <a:pt x="378270" y="91910"/>
                    <a:pt x="380816" y="86395"/>
                    <a:pt x="388263" y="85429"/>
                  </a:cubicBezTo>
                  <a:cubicBezTo>
                    <a:pt x="406859" y="83001"/>
                    <a:pt x="425383" y="79796"/>
                    <a:pt x="444026" y="77887"/>
                  </a:cubicBezTo>
                  <a:cubicBezTo>
                    <a:pt x="489442" y="73244"/>
                    <a:pt x="534740" y="71783"/>
                    <a:pt x="579638" y="83425"/>
                  </a:cubicBezTo>
                  <a:cubicBezTo>
                    <a:pt x="595193" y="87456"/>
                    <a:pt x="610135" y="86206"/>
                    <a:pt x="620246" y="70369"/>
                  </a:cubicBezTo>
                  <a:cubicBezTo>
                    <a:pt x="623993" y="64500"/>
                    <a:pt x="631087" y="62945"/>
                    <a:pt x="637568" y="64288"/>
                  </a:cubicBezTo>
                  <a:cubicBezTo>
                    <a:pt x="650554" y="66998"/>
                    <a:pt x="663328" y="70675"/>
                    <a:pt x="676197" y="73951"/>
                  </a:cubicBezTo>
                  <a:cubicBezTo>
                    <a:pt x="683574" y="75836"/>
                    <a:pt x="690903" y="78028"/>
                    <a:pt x="698351" y="79560"/>
                  </a:cubicBezTo>
                  <a:cubicBezTo>
                    <a:pt x="702876" y="80503"/>
                    <a:pt x="704973" y="77651"/>
                    <a:pt x="704031" y="73385"/>
                  </a:cubicBezTo>
                  <a:cubicBezTo>
                    <a:pt x="701344" y="61177"/>
                    <a:pt x="697361" y="49676"/>
                    <a:pt x="687156" y="41262"/>
                  </a:cubicBezTo>
                  <a:cubicBezTo>
                    <a:pt x="672968" y="29548"/>
                    <a:pt x="656659" y="22030"/>
                    <a:pt x="639194" y="17151"/>
                  </a:cubicBezTo>
                  <a:cubicBezTo>
                    <a:pt x="619727" y="11707"/>
                    <a:pt x="600048" y="8243"/>
                    <a:pt x="580792" y="18424"/>
                  </a:cubicBezTo>
                  <a:cubicBezTo>
                    <a:pt x="580156" y="18754"/>
                    <a:pt x="579048" y="18165"/>
                    <a:pt x="577894" y="17953"/>
                  </a:cubicBezTo>
                  <a:cubicBezTo>
                    <a:pt x="578223" y="16609"/>
                    <a:pt x="578365" y="15643"/>
                    <a:pt x="578718" y="14747"/>
                  </a:cubicBezTo>
                  <a:cubicBezTo>
                    <a:pt x="582419" y="5650"/>
                    <a:pt x="581287" y="2115"/>
                    <a:pt x="571813" y="677"/>
                  </a:cubicBezTo>
                  <a:cubicBezTo>
                    <a:pt x="563682" y="-548"/>
                    <a:pt x="555150" y="112"/>
                    <a:pt x="546901" y="913"/>
                  </a:cubicBezTo>
                  <a:cubicBezTo>
                    <a:pt x="543743" y="1219"/>
                    <a:pt x="538629" y="3977"/>
                    <a:pt x="538393" y="6098"/>
                  </a:cubicBezTo>
                  <a:cubicBezTo>
                    <a:pt x="538016" y="9185"/>
                    <a:pt x="540373" y="13923"/>
                    <a:pt x="543060" y="15808"/>
                  </a:cubicBezTo>
                  <a:cubicBezTo>
                    <a:pt x="551544" y="21724"/>
                    <a:pt x="560736" y="26555"/>
                    <a:pt x="569597" y="31929"/>
                  </a:cubicBezTo>
                  <a:cubicBezTo>
                    <a:pt x="572261" y="33555"/>
                    <a:pt x="574688" y="35582"/>
                    <a:pt x="577210" y="37420"/>
                  </a:cubicBezTo>
                  <a:cubicBezTo>
                    <a:pt x="576904" y="38104"/>
                    <a:pt x="576597" y="38764"/>
                    <a:pt x="576291" y="39447"/>
                  </a:cubicBezTo>
                  <a:cubicBezTo>
                    <a:pt x="571153" y="39801"/>
                    <a:pt x="565992" y="40720"/>
                    <a:pt x="560901" y="40413"/>
                  </a:cubicBezTo>
                  <a:cubicBezTo>
                    <a:pt x="537945" y="39070"/>
                    <a:pt x="515013" y="36855"/>
                    <a:pt x="492034" y="35959"/>
                  </a:cubicBezTo>
                  <a:cubicBezTo>
                    <a:pt x="475277" y="35299"/>
                    <a:pt x="458450" y="35770"/>
                    <a:pt x="441693" y="36595"/>
                  </a:cubicBezTo>
                  <a:cubicBezTo>
                    <a:pt x="434669" y="36949"/>
                    <a:pt x="428188" y="39636"/>
                    <a:pt x="427740" y="48921"/>
                  </a:cubicBezTo>
                  <a:cubicBezTo>
                    <a:pt x="427481" y="54342"/>
                    <a:pt x="423569" y="57524"/>
                    <a:pt x="418148" y="57123"/>
                  </a:cubicBezTo>
                  <a:cubicBezTo>
                    <a:pt x="413057" y="56723"/>
                    <a:pt x="408037" y="55285"/>
                    <a:pt x="403017" y="54177"/>
                  </a:cubicBezTo>
                  <a:cubicBezTo>
                    <a:pt x="398893" y="53258"/>
                    <a:pt x="394839" y="52174"/>
                    <a:pt x="390738" y="51160"/>
                  </a:cubicBezTo>
                  <a:cubicBezTo>
                    <a:pt x="395805" y="60022"/>
                    <a:pt x="391751" y="65608"/>
                    <a:pt x="385836" y="69308"/>
                  </a:cubicBezTo>
                  <a:cubicBezTo>
                    <a:pt x="374782" y="76213"/>
                    <a:pt x="363116" y="82106"/>
                    <a:pt x="351709" y="88493"/>
                  </a:cubicBezTo>
                  <a:cubicBezTo>
                    <a:pt x="347372" y="90920"/>
                    <a:pt x="343130" y="93489"/>
                    <a:pt x="338864" y="95987"/>
                  </a:cubicBezTo>
                  <a:cubicBezTo>
                    <a:pt x="339053" y="96789"/>
                    <a:pt x="339241" y="97590"/>
                    <a:pt x="339430" y="98391"/>
                  </a:cubicBezTo>
                  <a:cubicBezTo>
                    <a:pt x="350248" y="99829"/>
                    <a:pt x="361042" y="101267"/>
                    <a:pt x="371860" y="102704"/>
                  </a:cubicBezTo>
                  <a:cubicBezTo>
                    <a:pt x="372001" y="103671"/>
                    <a:pt x="372166" y="104660"/>
                    <a:pt x="372308" y="105627"/>
                  </a:cubicBezTo>
                  <a:cubicBezTo>
                    <a:pt x="363870" y="112179"/>
                    <a:pt x="355433" y="118731"/>
                    <a:pt x="345699" y="126272"/>
                  </a:cubicBezTo>
                  <a:cubicBezTo>
                    <a:pt x="352982" y="127309"/>
                    <a:pt x="357719" y="127993"/>
                    <a:pt x="364954" y="129030"/>
                  </a:cubicBezTo>
                  <a:cubicBezTo>
                    <a:pt x="358591" y="134804"/>
                    <a:pt x="354419" y="139824"/>
                    <a:pt x="349187" y="143100"/>
                  </a:cubicBezTo>
                  <a:cubicBezTo>
                    <a:pt x="317818" y="162827"/>
                    <a:pt x="286566" y="182789"/>
                    <a:pt x="254537" y="201384"/>
                  </a:cubicBezTo>
                  <a:cubicBezTo>
                    <a:pt x="239053" y="210388"/>
                    <a:pt x="222013" y="216704"/>
                    <a:pt x="205539" y="223963"/>
                  </a:cubicBezTo>
                  <a:cubicBezTo>
                    <a:pt x="203300" y="224953"/>
                    <a:pt x="200377" y="224387"/>
                    <a:pt x="197761" y="224528"/>
                  </a:cubicBezTo>
                  <a:cubicBezTo>
                    <a:pt x="197525" y="223798"/>
                    <a:pt x="197266" y="223067"/>
                    <a:pt x="197031" y="222360"/>
                  </a:cubicBezTo>
                  <a:cubicBezTo>
                    <a:pt x="209592" y="203859"/>
                    <a:pt x="229131" y="192405"/>
                    <a:pt x="244426" y="176473"/>
                  </a:cubicBezTo>
                  <a:cubicBezTo>
                    <a:pt x="241221" y="177604"/>
                    <a:pt x="238251" y="179183"/>
                    <a:pt x="235400" y="180904"/>
                  </a:cubicBezTo>
                  <a:cubicBezTo>
                    <a:pt x="219279" y="190567"/>
                    <a:pt x="203323" y="200489"/>
                    <a:pt x="187038" y="209893"/>
                  </a:cubicBezTo>
                  <a:cubicBezTo>
                    <a:pt x="168419" y="220640"/>
                    <a:pt x="149446" y="230774"/>
                    <a:pt x="130780" y="241403"/>
                  </a:cubicBezTo>
                  <a:cubicBezTo>
                    <a:pt x="119915" y="247602"/>
                    <a:pt x="108485" y="254696"/>
                    <a:pt x="105586" y="267328"/>
                  </a:cubicBezTo>
                  <a:cubicBezTo>
                    <a:pt x="101202" y="286395"/>
                    <a:pt x="91233" y="302068"/>
                    <a:pt x="79496" y="316633"/>
                  </a:cubicBezTo>
                  <a:cubicBezTo>
                    <a:pt x="57672" y="343689"/>
                    <a:pt x="37615" y="371429"/>
                    <a:pt x="26090" y="404849"/>
                  </a:cubicBezTo>
                  <a:cubicBezTo>
                    <a:pt x="19679" y="423421"/>
                    <a:pt x="10181" y="440932"/>
                    <a:pt x="2616" y="459150"/>
                  </a:cubicBezTo>
                  <a:cubicBezTo>
                    <a:pt x="683" y="463817"/>
                    <a:pt x="825" y="469332"/>
                    <a:pt x="0" y="474470"/>
                  </a:cubicBezTo>
                  <a:cubicBezTo>
                    <a:pt x="1084" y="474965"/>
                    <a:pt x="2145" y="475460"/>
                    <a:pt x="3229" y="475954"/>
                  </a:cubicBezTo>
                  <a:cubicBezTo>
                    <a:pt x="5586" y="473668"/>
                    <a:pt x="8485" y="471712"/>
                    <a:pt x="10229" y="469025"/>
                  </a:cubicBezTo>
                  <a:cubicBezTo>
                    <a:pt x="14942" y="461790"/>
                    <a:pt x="19844" y="454578"/>
                    <a:pt x="23450" y="446777"/>
                  </a:cubicBezTo>
                  <a:cubicBezTo>
                    <a:pt x="45510" y="398981"/>
                    <a:pt x="73038" y="354460"/>
                    <a:pt x="104572" y="312438"/>
                  </a:cubicBezTo>
                  <a:cubicBezTo>
                    <a:pt x="122249" y="288870"/>
                    <a:pt x="140231" y="265467"/>
                    <a:pt x="163281" y="246635"/>
                  </a:cubicBezTo>
                  <a:cubicBezTo>
                    <a:pt x="169927" y="241215"/>
                    <a:pt x="177163" y="237114"/>
                    <a:pt x="186071" y="237161"/>
                  </a:cubicBezTo>
                  <a:cubicBezTo>
                    <a:pt x="191233" y="237185"/>
                    <a:pt x="193236" y="239589"/>
                    <a:pt x="190054" y="244114"/>
                  </a:cubicBezTo>
                  <a:cubicBezTo>
                    <a:pt x="186071" y="249770"/>
                    <a:pt x="181947" y="255356"/>
                    <a:pt x="177280" y="260446"/>
                  </a:cubicBezTo>
                  <a:cubicBezTo>
                    <a:pt x="160900" y="278358"/>
                    <a:pt x="143578" y="295469"/>
                    <a:pt x="127952" y="313994"/>
                  </a:cubicBezTo>
                  <a:cubicBezTo>
                    <a:pt x="117346" y="326555"/>
                    <a:pt x="108579" y="340743"/>
                    <a:pt x="99906" y="354790"/>
                  </a:cubicBezTo>
                  <a:cubicBezTo>
                    <a:pt x="97950" y="357972"/>
                    <a:pt x="98185" y="365961"/>
                    <a:pt x="100330" y="367423"/>
                  </a:cubicBezTo>
                  <a:cubicBezTo>
                    <a:pt x="104148" y="370015"/>
                    <a:pt x="110464" y="370557"/>
                    <a:pt x="115272" y="369638"/>
                  </a:cubicBezTo>
                  <a:cubicBezTo>
                    <a:pt x="119491" y="368837"/>
                    <a:pt x="123993" y="365584"/>
                    <a:pt x="126774" y="362120"/>
                  </a:cubicBezTo>
                  <a:cubicBezTo>
                    <a:pt x="131204" y="356652"/>
                    <a:pt x="134410" y="350171"/>
                    <a:pt x="137992" y="344019"/>
                  </a:cubicBezTo>
                  <a:cubicBezTo>
                    <a:pt x="145652" y="330868"/>
                    <a:pt x="152298" y="316963"/>
                    <a:pt x="161136" y="304660"/>
                  </a:cubicBezTo>
                  <a:cubicBezTo>
                    <a:pt x="169644" y="292782"/>
                    <a:pt x="180910" y="283096"/>
                    <a:pt x="195074" y="277887"/>
                  </a:cubicBezTo>
                  <a:cubicBezTo>
                    <a:pt x="203040" y="274965"/>
                    <a:pt x="208202" y="276756"/>
                    <a:pt x="210818" y="282671"/>
                  </a:cubicBezTo>
                  <a:cubicBezTo>
                    <a:pt x="214165" y="290190"/>
                    <a:pt x="211973" y="297213"/>
                    <a:pt x="204337" y="300654"/>
                  </a:cubicBezTo>
                  <a:cubicBezTo>
                    <a:pt x="200165" y="302539"/>
                    <a:pt x="195263" y="302657"/>
                    <a:pt x="190832" y="304048"/>
                  </a:cubicBezTo>
                  <a:cubicBezTo>
                    <a:pt x="185553" y="305721"/>
                    <a:pt x="179944" y="307135"/>
                    <a:pt x="175395" y="310058"/>
                  </a:cubicBezTo>
                  <a:cubicBezTo>
                    <a:pt x="171035" y="312862"/>
                    <a:pt x="170634" y="323185"/>
                    <a:pt x="173981" y="327050"/>
                  </a:cubicBezTo>
                  <a:cubicBezTo>
                    <a:pt x="178176" y="331858"/>
                    <a:pt x="183125" y="329666"/>
                    <a:pt x="187485" y="327380"/>
                  </a:cubicBezTo>
                  <a:cubicBezTo>
                    <a:pt x="191610" y="325212"/>
                    <a:pt x="195711" y="322667"/>
                    <a:pt x="199175" y="319556"/>
                  </a:cubicBezTo>
                  <a:cubicBezTo>
                    <a:pt x="210370" y="309445"/>
                    <a:pt x="221117" y="298792"/>
                    <a:pt x="232336" y="288705"/>
                  </a:cubicBezTo>
                  <a:cubicBezTo>
                    <a:pt x="244285" y="277958"/>
                    <a:pt x="256022" y="266881"/>
                    <a:pt x="268867" y="257265"/>
                  </a:cubicBezTo>
                  <a:cubicBezTo>
                    <a:pt x="295923" y="236972"/>
                    <a:pt x="326467" y="226037"/>
                    <a:pt x="360641" y="226602"/>
                  </a:cubicBezTo>
                  <a:cubicBezTo>
                    <a:pt x="363305" y="226650"/>
                    <a:pt x="365944" y="227451"/>
                    <a:pt x="368607" y="227899"/>
                  </a:cubicBezTo>
                  <a:cubicBezTo>
                    <a:pt x="368796" y="228676"/>
                    <a:pt x="369008" y="229431"/>
                    <a:pt x="369197" y="230208"/>
                  </a:cubicBezTo>
                  <a:cubicBezTo>
                    <a:pt x="366133" y="232400"/>
                    <a:pt x="363328" y="235087"/>
                    <a:pt x="359958" y="236666"/>
                  </a:cubicBezTo>
                  <a:cubicBezTo>
                    <a:pt x="352581" y="240083"/>
                    <a:pt x="345110" y="243454"/>
                    <a:pt x="337403" y="245928"/>
                  </a:cubicBezTo>
                  <a:cubicBezTo>
                    <a:pt x="314448" y="253258"/>
                    <a:pt x="294155" y="265184"/>
                    <a:pt x="275466" y="280149"/>
                  </a:cubicBezTo>
                  <a:cubicBezTo>
                    <a:pt x="239618" y="308856"/>
                    <a:pt x="209640" y="343053"/>
                    <a:pt x="183149" y="380338"/>
                  </a:cubicBezTo>
                  <a:cubicBezTo>
                    <a:pt x="145840" y="432848"/>
                    <a:pt x="114919" y="488540"/>
                    <a:pt x="100283" y="552033"/>
                  </a:cubicBezTo>
                  <a:cubicBezTo>
                    <a:pt x="98256" y="560824"/>
                    <a:pt x="97101" y="569827"/>
                    <a:pt x="95546" y="578736"/>
                  </a:cubicBezTo>
                  <a:cubicBezTo>
                    <a:pt x="96253" y="578901"/>
                    <a:pt x="96960" y="579042"/>
                    <a:pt x="97667" y="579207"/>
                  </a:cubicBezTo>
                  <a:cubicBezTo>
                    <a:pt x="99104" y="576685"/>
                    <a:pt x="100778" y="574258"/>
                    <a:pt x="101909" y="571618"/>
                  </a:cubicBezTo>
                  <a:cubicBezTo>
                    <a:pt x="110040" y="552551"/>
                    <a:pt x="118030" y="533437"/>
                    <a:pt x="126137" y="514371"/>
                  </a:cubicBezTo>
                  <a:cubicBezTo>
                    <a:pt x="129885" y="505533"/>
                    <a:pt x="133161" y="496412"/>
                    <a:pt x="137709" y="487998"/>
                  </a:cubicBezTo>
                  <a:cubicBezTo>
                    <a:pt x="144756" y="474941"/>
                    <a:pt x="153476" y="471382"/>
                    <a:pt x="167994" y="474399"/>
                  </a:cubicBezTo>
                  <a:cubicBezTo>
                    <a:pt x="179614" y="476827"/>
                    <a:pt x="189724" y="474069"/>
                    <a:pt x="197573" y="465160"/>
                  </a:cubicBezTo>
                  <a:cubicBezTo>
                    <a:pt x="201956" y="460187"/>
                    <a:pt x="205798" y="454649"/>
                    <a:pt x="209310" y="449016"/>
                  </a:cubicBezTo>
                  <a:cubicBezTo>
                    <a:pt x="217417" y="436006"/>
                    <a:pt x="224511" y="422360"/>
                    <a:pt x="233161" y="409728"/>
                  </a:cubicBezTo>
                  <a:cubicBezTo>
                    <a:pt x="266675" y="360847"/>
                    <a:pt x="309828" y="323256"/>
                    <a:pt x="364907" y="300371"/>
                  </a:cubicBezTo>
                  <a:cubicBezTo>
                    <a:pt x="407636" y="282601"/>
                    <a:pt x="451261" y="277581"/>
                    <a:pt x="496701" y="290095"/>
                  </a:cubicBezTo>
                  <a:cubicBezTo>
                    <a:pt x="509734" y="293701"/>
                    <a:pt x="524087" y="293136"/>
                    <a:pt x="537828" y="293348"/>
                  </a:cubicBezTo>
                  <a:cubicBezTo>
                    <a:pt x="542565" y="293418"/>
                    <a:pt x="547844" y="290732"/>
                    <a:pt x="551992" y="287974"/>
                  </a:cubicBezTo>
                  <a:cubicBezTo>
                    <a:pt x="558120" y="283873"/>
                    <a:pt x="557507" y="278995"/>
                    <a:pt x="551191" y="275318"/>
                  </a:cubicBezTo>
                  <a:cubicBezTo>
                    <a:pt x="549305" y="274210"/>
                    <a:pt x="547184" y="273150"/>
                    <a:pt x="545063" y="272820"/>
                  </a:cubicBezTo>
                  <a:cubicBezTo>
                    <a:pt x="527505" y="270251"/>
                    <a:pt x="509946" y="265914"/>
                    <a:pt x="492364" y="265844"/>
                  </a:cubicBezTo>
                  <a:cubicBezTo>
                    <a:pt x="463234" y="265749"/>
                    <a:pt x="433986" y="267258"/>
                    <a:pt x="404997" y="270274"/>
                  </a:cubicBezTo>
                  <a:cubicBezTo>
                    <a:pt x="376079" y="273268"/>
                    <a:pt x="348504" y="281469"/>
                    <a:pt x="324158" y="298792"/>
                  </a:cubicBezTo>
                  <a:cubicBezTo>
                    <a:pt x="282324" y="328535"/>
                    <a:pt x="244992" y="363110"/>
                    <a:pt x="212232" y="402539"/>
                  </a:cubicBezTo>
                  <a:cubicBezTo>
                    <a:pt x="199505" y="417859"/>
                    <a:pt x="186189" y="433225"/>
                    <a:pt x="184209" y="454531"/>
                  </a:cubicBezTo>
                  <a:cubicBezTo>
                    <a:pt x="184092" y="455709"/>
                    <a:pt x="183408" y="456864"/>
                    <a:pt x="182842" y="457948"/>
                  </a:cubicBezTo>
                  <a:cubicBezTo>
                    <a:pt x="178883" y="465490"/>
                    <a:pt x="171247" y="468012"/>
                    <a:pt x="163234" y="464170"/>
                  </a:cubicBezTo>
                  <a:cubicBezTo>
                    <a:pt x="155056" y="460234"/>
                    <a:pt x="158921" y="454319"/>
                    <a:pt x="161325" y="449087"/>
                  </a:cubicBezTo>
                  <a:cubicBezTo>
                    <a:pt x="174688" y="419886"/>
                    <a:pt x="192883" y="393890"/>
                    <a:pt x="212892" y="368813"/>
                  </a:cubicBezTo>
                  <a:cubicBezTo>
                    <a:pt x="235023" y="341073"/>
                    <a:pt x="256635" y="313381"/>
                    <a:pt x="287839" y="294715"/>
                  </a:cubicBezTo>
                  <a:cubicBezTo>
                    <a:pt x="318690" y="276261"/>
                    <a:pt x="349564" y="258349"/>
                    <a:pt x="385577" y="251868"/>
                  </a:cubicBezTo>
                  <a:cubicBezTo>
                    <a:pt x="389418" y="251184"/>
                    <a:pt x="393236" y="249864"/>
                    <a:pt x="396842" y="248332"/>
                  </a:cubicBezTo>
                  <a:cubicBezTo>
                    <a:pt x="404620" y="245009"/>
                    <a:pt x="405892" y="241238"/>
                    <a:pt x="400519" y="234804"/>
                  </a:cubicBezTo>
                  <a:cubicBezTo>
                    <a:pt x="388570" y="220522"/>
                    <a:pt x="374099" y="210340"/>
                    <a:pt x="354773" y="208832"/>
                  </a:cubicBezTo>
                  <a:cubicBezTo>
                    <a:pt x="352817" y="208691"/>
                    <a:pt x="350884" y="207913"/>
                    <a:pt x="348645" y="207371"/>
                  </a:cubicBezTo>
                  <a:cubicBezTo>
                    <a:pt x="357035" y="193301"/>
                    <a:pt x="374735" y="187338"/>
                    <a:pt x="388475" y="194974"/>
                  </a:cubicBezTo>
                  <a:cubicBezTo>
                    <a:pt x="398963" y="200795"/>
                    <a:pt x="408037" y="209091"/>
                    <a:pt x="417794" y="216256"/>
                  </a:cubicBezTo>
                  <a:cubicBezTo>
                    <a:pt x="420788" y="218448"/>
                    <a:pt x="423875" y="220522"/>
                    <a:pt x="426915" y="222643"/>
                  </a:cubicBezTo>
                  <a:cubicBezTo>
                    <a:pt x="427457" y="222195"/>
                    <a:pt x="427999" y="221771"/>
                    <a:pt x="428518" y="221323"/>
                  </a:cubicBezTo>
                  <a:cubicBezTo>
                    <a:pt x="427339" y="217411"/>
                    <a:pt x="425878" y="213546"/>
                    <a:pt x="425077" y="209539"/>
                  </a:cubicBezTo>
                  <a:cubicBezTo>
                    <a:pt x="423757" y="203058"/>
                    <a:pt x="421990" y="196506"/>
                    <a:pt x="421990" y="190001"/>
                  </a:cubicBezTo>
                  <a:cubicBezTo>
                    <a:pt x="421990" y="182860"/>
                    <a:pt x="427882" y="179961"/>
                    <a:pt x="433915" y="183850"/>
                  </a:cubicBezTo>
                  <a:cubicBezTo>
                    <a:pt x="436838" y="185735"/>
                    <a:pt x="440302" y="189058"/>
                    <a:pt x="440679" y="192099"/>
                  </a:cubicBezTo>
                  <a:cubicBezTo>
                    <a:pt x="441645" y="199852"/>
                    <a:pt x="446713" y="202963"/>
                    <a:pt x="452840" y="204213"/>
                  </a:cubicBezTo>
                  <a:cubicBezTo>
                    <a:pt x="463187" y="206334"/>
                    <a:pt x="473745" y="207441"/>
                    <a:pt x="484210" y="208903"/>
                  </a:cubicBezTo>
                  <a:cubicBezTo>
                    <a:pt x="505680" y="211896"/>
                    <a:pt x="527363" y="213852"/>
                    <a:pt x="548551" y="218212"/>
                  </a:cubicBezTo>
                  <a:cubicBezTo>
                    <a:pt x="560170" y="220593"/>
                    <a:pt x="570823" y="227357"/>
                    <a:pt x="582183" y="231481"/>
                  </a:cubicBezTo>
                  <a:cubicBezTo>
                    <a:pt x="592718" y="235299"/>
                    <a:pt x="596088" y="233579"/>
                    <a:pt x="600873" y="223609"/>
                  </a:cubicBezTo>
                  <a:cubicBezTo>
                    <a:pt x="604431" y="216209"/>
                    <a:pt x="610158" y="211401"/>
                    <a:pt x="618077" y="209704"/>
                  </a:cubicBezTo>
                  <a:cubicBezTo>
                    <a:pt x="620387" y="209209"/>
                    <a:pt x="624040" y="209845"/>
                    <a:pt x="625336" y="211401"/>
                  </a:cubicBezTo>
                  <a:cubicBezTo>
                    <a:pt x="626444" y="212697"/>
                    <a:pt x="625713" y="216492"/>
                    <a:pt x="624606" y="218542"/>
                  </a:cubicBezTo>
                  <a:cubicBezTo>
                    <a:pt x="615155" y="236100"/>
                    <a:pt x="594674" y="245999"/>
                    <a:pt x="575136" y="242558"/>
                  </a:cubicBezTo>
                  <a:cubicBezTo>
                    <a:pt x="569550" y="241568"/>
                    <a:pt x="564059" y="240178"/>
                    <a:pt x="558544" y="238834"/>
                  </a:cubicBezTo>
                  <a:cubicBezTo>
                    <a:pt x="538747" y="233979"/>
                    <a:pt x="518808" y="230821"/>
                    <a:pt x="498374" y="234144"/>
                  </a:cubicBezTo>
                  <a:cubicBezTo>
                    <a:pt x="491681" y="235228"/>
                    <a:pt x="484846" y="236195"/>
                    <a:pt x="479284" y="243053"/>
                  </a:cubicBezTo>
                  <a:cubicBezTo>
                    <a:pt x="483715" y="244774"/>
                    <a:pt x="487179" y="246730"/>
                    <a:pt x="490903" y="247460"/>
                  </a:cubicBezTo>
                  <a:cubicBezTo>
                    <a:pt x="504950" y="250194"/>
                    <a:pt x="519067" y="252551"/>
                    <a:pt x="533161" y="254979"/>
                  </a:cubicBezTo>
                  <a:cubicBezTo>
                    <a:pt x="568560" y="261036"/>
                    <a:pt x="603465" y="268507"/>
                    <a:pt x="634222" y="288610"/>
                  </a:cubicBezTo>
                  <a:cubicBezTo>
                    <a:pt x="637686" y="290873"/>
                    <a:pt x="641669" y="292523"/>
                    <a:pt x="645582" y="293937"/>
                  </a:cubicBezTo>
                  <a:cubicBezTo>
                    <a:pt x="654113" y="296977"/>
                    <a:pt x="655739" y="295964"/>
                    <a:pt x="657507" y="287267"/>
                  </a:cubicBezTo>
                  <a:cubicBezTo>
                    <a:pt x="659228" y="278783"/>
                    <a:pt x="662833" y="276119"/>
                    <a:pt x="671130" y="278688"/>
                  </a:cubicBezTo>
                  <a:cubicBezTo>
                    <a:pt x="677422" y="280644"/>
                    <a:pt x="683951" y="283119"/>
                    <a:pt x="689183" y="286961"/>
                  </a:cubicBezTo>
                  <a:cubicBezTo>
                    <a:pt x="712115" y="303788"/>
                    <a:pt x="735047" y="320640"/>
                    <a:pt x="757059" y="338599"/>
                  </a:cubicBezTo>
                  <a:cubicBezTo>
                    <a:pt x="768466" y="347908"/>
                    <a:pt x="778082" y="359457"/>
                    <a:pt x="788146" y="370345"/>
                  </a:cubicBezTo>
                  <a:cubicBezTo>
                    <a:pt x="789819" y="372136"/>
                    <a:pt x="789583" y="375695"/>
                    <a:pt x="790220" y="378429"/>
                  </a:cubicBezTo>
                  <a:cubicBezTo>
                    <a:pt x="787439" y="378759"/>
                    <a:pt x="784516" y="379772"/>
                    <a:pt x="781900" y="379254"/>
                  </a:cubicBezTo>
                  <a:cubicBezTo>
                    <a:pt x="777092" y="378288"/>
                    <a:pt x="772497" y="376355"/>
                    <a:pt x="767759" y="374941"/>
                  </a:cubicBezTo>
                  <a:cubicBezTo>
                    <a:pt x="758898" y="372278"/>
                    <a:pt x="755905" y="374729"/>
                    <a:pt x="757931" y="383779"/>
                  </a:cubicBezTo>
                  <a:cubicBezTo>
                    <a:pt x="759416" y="390496"/>
                    <a:pt x="762126" y="396930"/>
                    <a:pt x="764083" y="403553"/>
                  </a:cubicBezTo>
                  <a:cubicBezTo>
                    <a:pt x="764766" y="405886"/>
                    <a:pt x="764837" y="408384"/>
                    <a:pt x="765473" y="412839"/>
                  </a:cubicBezTo>
                  <a:cubicBezTo>
                    <a:pt x="760406" y="409421"/>
                    <a:pt x="757130" y="407324"/>
                    <a:pt x="753972" y="405061"/>
                  </a:cubicBezTo>
                  <a:cubicBezTo>
                    <a:pt x="746124" y="399476"/>
                    <a:pt x="738488" y="393513"/>
                    <a:pt x="730404" y="388304"/>
                  </a:cubicBezTo>
                  <a:cubicBezTo>
                    <a:pt x="727458" y="386419"/>
                    <a:pt x="723427" y="386230"/>
                    <a:pt x="717653" y="384628"/>
                  </a:cubicBezTo>
                  <a:cubicBezTo>
                    <a:pt x="719515" y="390732"/>
                    <a:pt x="720034" y="394715"/>
                    <a:pt x="721872" y="397967"/>
                  </a:cubicBezTo>
                  <a:cubicBezTo>
                    <a:pt x="726114" y="405485"/>
                    <a:pt x="730498" y="413004"/>
                    <a:pt x="735659" y="419909"/>
                  </a:cubicBezTo>
                  <a:cubicBezTo>
                    <a:pt x="748457" y="436973"/>
                    <a:pt x="761844" y="453659"/>
                    <a:pt x="781028" y="464147"/>
                  </a:cubicBezTo>
                  <a:cubicBezTo>
                    <a:pt x="789819" y="468955"/>
                    <a:pt x="799529" y="473221"/>
                    <a:pt x="808839" y="466244"/>
                  </a:cubicBezTo>
                  <a:cubicBezTo>
                    <a:pt x="818125" y="459268"/>
                    <a:pt x="816711" y="448615"/>
                    <a:pt x="814778" y="438882"/>
                  </a:cubicBezTo>
                  <a:cubicBezTo>
                    <a:pt x="811172" y="420522"/>
                    <a:pt x="804620" y="402445"/>
                    <a:pt x="803536" y="383991"/>
                  </a:cubicBezTo>
                  <a:cubicBezTo>
                    <a:pt x="802711" y="369850"/>
                    <a:pt x="796913" y="360069"/>
                    <a:pt x="788523" y="350689"/>
                  </a:cubicBezTo>
                  <a:cubicBezTo>
                    <a:pt x="761961" y="320993"/>
                    <a:pt x="731629" y="295681"/>
                    <a:pt x="698445" y="273715"/>
                  </a:cubicBezTo>
                  <a:cubicBezTo>
                    <a:pt x="685718" y="265278"/>
                    <a:pt x="672143" y="260164"/>
                    <a:pt x="656635" y="261201"/>
                  </a:cubicBezTo>
                  <a:cubicBezTo>
                    <a:pt x="648975" y="261719"/>
                    <a:pt x="641316" y="262238"/>
                    <a:pt x="633656" y="262379"/>
                  </a:cubicBezTo>
                  <a:cubicBezTo>
                    <a:pt x="625855" y="262520"/>
                    <a:pt x="622909" y="259174"/>
                    <a:pt x="623427" y="251420"/>
                  </a:cubicBezTo>
                  <a:cubicBezTo>
                    <a:pt x="624394" y="236454"/>
                    <a:pt x="635306" y="226650"/>
                    <a:pt x="650130" y="227781"/>
                  </a:cubicBezTo>
                  <a:cubicBezTo>
                    <a:pt x="655009" y="228158"/>
                    <a:pt x="660312" y="228488"/>
                    <a:pt x="664554" y="230585"/>
                  </a:cubicBezTo>
                  <a:cubicBezTo>
                    <a:pt x="680604" y="238622"/>
                    <a:pt x="697290" y="245976"/>
                    <a:pt x="711973" y="256133"/>
                  </a:cubicBezTo>
                  <a:cubicBezTo>
                    <a:pt x="758521" y="288351"/>
                    <a:pt x="796560" y="329855"/>
                    <a:pt x="835235" y="370746"/>
                  </a:cubicBezTo>
                  <a:cubicBezTo>
                    <a:pt x="854585" y="391203"/>
                    <a:pt x="875890" y="409798"/>
                    <a:pt x="896513" y="428983"/>
                  </a:cubicBezTo>
                  <a:cubicBezTo>
                    <a:pt x="899600" y="431835"/>
                    <a:pt x="903913" y="433367"/>
                    <a:pt x="907660" y="435511"/>
                  </a:cubicBezTo>
                  <a:cubicBezTo>
                    <a:pt x="908462" y="435087"/>
                    <a:pt x="909263" y="434663"/>
                    <a:pt x="910064" y="434215"/>
                  </a:cubicBezTo>
                  <a:cubicBezTo>
                    <a:pt x="909381" y="430114"/>
                    <a:pt x="909805" y="425330"/>
                    <a:pt x="907778" y="422077"/>
                  </a:cubicBezTo>
                  <a:cubicBezTo>
                    <a:pt x="900260" y="409940"/>
                    <a:pt x="892482" y="397920"/>
                    <a:pt x="883786" y="386631"/>
                  </a:cubicBezTo>
                  <a:cubicBezTo>
                    <a:pt x="875608" y="376002"/>
                    <a:pt x="866157" y="366339"/>
                    <a:pt x="857248" y="356228"/>
                  </a:cubicBezTo>
                  <a:cubicBezTo>
                    <a:pt x="861255" y="358019"/>
                    <a:pt x="864366" y="360682"/>
                    <a:pt x="867594" y="363204"/>
                  </a:cubicBezTo>
                  <a:cubicBezTo>
                    <a:pt x="915037" y="400277"/>
                    <a:pt x="957602" y="442252"/>
                    <a:pt x="994769" y="489671"/>
                  </a:cubicBezTo>
                  <a:cubicBezTo>
                    <a:pt x="1015367" y="515973"/>
                    <a:pt x="1035872" y="542346"/>
                    <a:pt x="1056777" y="568413"/>
                  </a:cubicBezTo>
                  <a:cubicBezTo>
                    <a:pt x="1061538" y="574328"/>
                    <a:pt x="1067453" y="579490"/>
                    <a:pt x="1073534" y="584086"/>
                  </a:cubicBezTo>
                  <a:cubicBezTo>
                    <a:pt x="1075985" y="585947"/>
                    <a:pt x="1080251" y="585382"/>
                    <a:pt x="1083692" y="585900"/>
                  </a:cubicBezTo>
                  <a:cubicBezTo>
                    <a:pt x="1083220" y="582954"/>
                    <a:pt x="1083645" y="579466"/>
                    <a:pt x="1082160" y="577157"/>
                  </a:cubicBezTo>
                  <a:cubicBezTo>
                    <a:pt x="1073817" y="564029"/>
                    <a:pt x="1065214" y="551019"/>
                    <a:pt x="1056353" y="538245"/>
                  </a:cubicBezTo>
                  <a:cubicBezTo>
                    <a:pt x="1041434" y="516704"/>
                    <a:pt x="1025949" y="495563"/>
                    <a:pt x="1011361" y="473810"/>
                  </a:cubicBezTo>
                  <a:cubicBezTo>
                    <a:pt x="1007778" y="468483"/>
                    <a:pt x="1005775" y="461672"/>
                    <a:pt x="1004597" y="455238"/>
                  </a:cubicBezTo>
                  <a:cubicBezTo>
                    <a:pt x="1002994" y="446447"/>
                    <a:pt x="1007802" y="442700"/>
                    <a:pt x="1015132" y="447248"/>
                  </a:cubicBezTo>
                  <a:cubicBezTo>
                    <a:pt x="1022344" y="451703"/>
                    <a:pt x="1029155" y="457501"/>
                    <a:pt x="1034528" y="464052"/>
                  </a:cubicBezTo>
                  <a:cubicBezTo>
                    <a:pt x="1044262" y="475884"/>
                    <a:pt x="1051969" y="489388"/>
                    <a:pt x="1061985" y="500937"/>
                  </a:cubicBezTo>
                  <a:cubicBezTo>
                    <a:pt x="1078153" y="519603"/>
                    <a:pt x="1095429" y="537326"/>
                    <a:pt x="1112445" y="555214"/>
                  </a:cubicBezTo>
                  <a:cubicBezTo>
                    <a:pt x="1114708" y="557595"/>
                    <a:pt x="1118290" y="558726"/>
                    <a:pt x="1122603" y="561201"/>
                  </a:cubicBezTo>
                  <a:cubicBezTo>
                    <a:pt x="1122037" y="557595"/>
                    <a:pt x="1122108" y="556016"/>
                    <a:pt x="1121542" y="554743"/>
                  </a:cubicBezTo>
                  <a:cubicBezTo>
                    <a:pt x="1119586" y="550477"/>
                    <a:pt x="1117866" y="545999"/>
                    <a:pt x="1115226" y="542205"/>
                  </a:cubicBezTo>
                  <a:cubicBezTo>
                    <a:pt x="1097738" y="517034"/>
                    <a:pt x="1080416" y="491745"/>
                    <a:pt x="1062245" y="467069"/>
                  </a:cubicBezTo>
                  <a:cubicBezTo>
                    <a:pt x="1055316" y="457312"/>
                    <a:pt x="1046218" y="449063"/>
                    <a:pt x="1037851" y="440319"/>
                  </a:cubicBezTo>
                  <a:close/>
                  <a:moveTo>
                    <a:pt x="503418" y="55780"/>
                  </a:moveTo>
                  <a:cubicBezTo>
                    <a:pt x="488617" y="59999"/>
                    <a:pt x="475254" y="59598"/>
                    <a:pt x="460736" y="55945"/>
                  </a:cubicBezTo>
                  <a:cubicBezTo>
                    <a:pt x="470187" y="47390"/>
                    <a:pt x="493331" y="47272"/>
                    <a:pt x="503418" y="55780"/>
                  </a:cubicBezTo>
                  <a:close/>
                  <a:moveTo>
                    <a:pt x="341999" y="187126"/>
                  </a:moveTo>
                  <a:cubicBezTo>
                    <a:pt x="311926" y="208266"/>
                    <a:pt x="281782" y="229313"/>
                    <a:pt x="251214" y="249699"/>
                  </a:cubicBezTo>
                  <a:cubicBezTo>
                    <a:pt x="243342" y="254955"/>
                    <a:pt x="234056" y="258372"/>
                    <a:pt x="225006" y="261436"/>
                  </a:cubicBezTo>
                  <a:cubicBezTo>
                    <a:pt x="214801" y="264877"/>
                    <a:pt x="210040" y="259951"/>
                    <a:pt x="212986" y="249676"/>
                  </a:cubicBezTo>
                  <a:cubicBezTo>
                    <a:pt x="214636" y="243949"/>
                    <a:pt x="217417" y="239235"/>
                    <a:pt x="223757" y="236572"/>
                  </a:cubicBezTo>
                  <a:cubicBezTo>
                    <a:pt x="240703" y="229454"/>
                    <a:pt x="257766" y="222337"/>
                    <a:pt x="273981" y="213711"/>
                  </a:cubicBezTo>
                  <a:cubicBezTo>
                    <a:pt x="296842" y="201573"/>
                    <a:pt x="318878" y="187927"/>
                    <a:pt x="341457" y="175247"/>
                  </a:cubicBezTo>
                  <a:cubicBezTo>
                    <a:pt x="346642" y="172325"/>
                    <a:pt x="352581" y="170699"/>
                    <a:pt x="358167" y="168483"/>
                  </a:cubicBezTo>
                  <a:cubicBezTo>
                    <a:pt x="358756" y="169402"/>
                    <a:pt x="359369" y="170321"/>
                    <a:pt x="359958" y="171241"/>
                  </a:cubicBezTo>
                  <a:cubicBezTo>
                    <a:pt x="353972" y="176567"/>
                    <a:pt x="348480" y="182553"/>
                    <a:pt x="341999" y="18712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62" name="Google Shape;1362;p45"/>
            <p:cNvSpPr/>
            <p:nvPr/>
          </p:nvSpPr>
          <p:spPr>
            <a:xfrm>
              <a:off x="190581" y="2180046"/>
              <a:ext cx="1006655" cy="452263"/>
            </a:xfrm>
            <a:custGeom>
              <a:rect b="b" l="l" r="r" t="t"/>
              <a:pathLst>
                <a:path extrusionOk="0" h="452263" w="1006655">
                  <a:moveTo>
                    <a:pt x="12020" y="446890"/>
                  </a:moveTo>
                  <a:cubicBezTo>
                    <a:pt x="21777" y="438900"/>
                    <a:pt x="31794" y="431099"/>
                    <a:pt x="40726" y="422238"/>
                  </a:cubicBezTo>
                  <a:cubicBezTo>
                    <a:pt x="69031" y="394144"/>
                    <a:pt x="96465" y="365155"/>
                    <a:pt x="125077" y="337368"/>
                  </a:cubicBezTo>
                  <a:cubicBezTo>
                    <a:pt x="141362" y="321554"/>
                    <a:pt x="158709" y="306659"/>
                    <a:pt x="176668" y="292777"/>
                  </a:cubicBezTo>
                  <a:cubicBezTo>
                    <a:pt x="188900" y="283326"/>
                    <a:pt x="195334" y="285518"/>
                    <a:pt x="204313" y="297986"/>
                  </a:cubicBezTo>
                  <a:cubicBezTo>
                    <a:pt x="211172" y="307507"/>
                    <a:pt x="216734" y="309039"/>
                    <a:pt x="226114" y="302252"/>
                  </a:cubicBezTo>
                  <a:cubicBezTo>
                    <a:pt x="235305" y="295605"/>
                    <a:pt x="243649" y="287781"/>
                    <a:pt x="252416" y="280545"/>
                  </a:cubicBezTo>
                  <a:cubicBezTo>
                    <a:pt x="264719" y="270364"/>
                    <a:pt x="278223" y="262303"/>
                    <a:pt x="293590" y="257661"/>
                  </a:cubicBezTo>
                  <a:cubicBezTo>
                    <a:pt x="303677" y="254620"/>
                    <a:pt x="313717" y="254997"/>
                    <a:pt x="324888" y="258061"/>
                  </a:cubicBezTo>
                  <a:cubicBezTo>
                    <a:pt x="314330" y="272344"/>
                    <a:pt x="296088" y="277811"/>
                    <a:pt x="288499" y="294828"/>
                  </a:cubicBezTo>
                  <a:cubicBezTo>
                    <a:pt x="291280" y="295228"/>
                    <a:pt x="292223" y="295440"/>
                    <a:pt x="293165" y="295488"/>
                  </a:cubicBezTo>
                  <a:cubicBezTo>
                    <a:pt x="294155" y="295535"/>
                    <a:pt x="295239" y="295676"/>
                    <a:pt x="296111" y="295346"/>
                  </a:cubicBezTo>
                  <a:cubicBezTo>
                    <a:pt x="313246" y="289077"/>
                    <a:pt x="325407" y="277387"/>
                    <a:pt x="332972" y="260937"/>
                  </a:cubicBezTo>
                  <a:cubicBezTo>
                    <a:pt x="333561" y="259664"/>
                    <a:pt x="332666" y="256317"/>
                    <a:pt x="331700" y="255940"/>
                  </a:cubicBezTo>
                  <a:cubicBezTo>
                    <a:pt x="325878" y="253725"/>
                    <a:pt x="328259" y="249977"/>
                    <a:pt x="330050" y="247031"/>
                  </a:cubicBezTo>
                  <a:cubicBezTo>
                    <a:pt x="334033" y="240503"/>
                    <a:pt x="338676" y="234399"/>
                    <a:pt x="342753" y="227917"/>
                  </a:cubicBezTo>
                  <a:cubicBezTo>
                    <a:pt x="344709" y="224806"/>
                    <a:pt x="346005" y="221248"/>
                    <a:pt x="348598" y="215827"/>
                  </a:cubicBezTo>
                  <a:cubicBezTo>
                    <a:pt x="342659" y="216746"/>
                    <a:pt x="338746" y="216487"/>
                    <a:pt x="335659" y="217948"/>
                  </a:cubicBezTo>
                  <a:cubicBezTo>
                    <a:pt x="320293" y="225231"/>
                    <a:pt x="304950" y="232584"/>
                    <a:pt x="289984" y="240668"/>
                  </a:cubicBezTo>
                  <a:cubicBezTo>
                    <a:pt x="268914" y="252028"/>
                    <a:pt x="248315" y="264307"/>
                    <a:pt x="227198" y="275620"/>
                  </a:cubicBezTo>
                  <a:cubicBezTo>
                    <a:pt x="221424" y="278707"/>
                    <a:pt x="214542" y="279744"/>
                    <a:pt x="208178" y="281724"/>
                  </a:cubicBezTo>
                  <a:cubicBezTo>
                    <a:pt x="207707" y="281017"/>
                    <a:pt x="207236" y="280333"/>
                    <a:pt x="206764" y="279626"/>
                  </a:cubicBezTo>
                  <a:cubicBezTo>
                    <a:pt x="207471" y="277151"/>
                    <a:pt x="207636" y="274347"/>
                    <a:pt x="208980" y="272273"/>
                  </a:cubicBezTo>
                  <a:cubicBezTo>
                    <a:pt x="219303" y="256459"/>
                    <a:pt x="232029" y="243920"/>
                    <a:pt x="252062" y="241563"/>
                  </a:cubicBezTo>
                  <a:cubicBezTo>
                    <a:pt x="255409" y="241163"/>
                    <a:pt x="258897" y="239961"/>
                    <a:pt x="261820" y="238264"/>
                  </a:cubicBezTo>
                  <a:cubicBezTo>
                    <a:pt x="274405" y="230981"/>
                    <a:pt x="286826" y="223392"/>
                    <a:pt x="299270" y="215874"/>
                  </a:cubicBezTo>
                  <a:cubicBezTo>
                    <a:pt x="309404" y="209746"/>
                    <a:pt x="319208" y="203006"/>
                    <a:pt x="329673" y="197561"/>
                  </a:cubicBezTo>
                  <a:cubicBezTo>
                    <a:pt x="337050" y="193720"/>
                    <a:pt x="344992" y="191410"/>
                    <a:pt x="353759" y="195582"/>
                  </a:cubicBezTo>
                  <a:cubicBezTo>
                    <a:pt x="359864" y="198504"/>
                    <a:pt x="363446" y="195700"/>
                    <a:pt x="364672" y="188888"/>
                  </a:cubicBezTo>
                  <a:cubicBezTo>
                    <a:pt x="366086" y="181087"/>
                    <a:pt x="370870" y="176350"/>
                    <a:pt x="378836" y="175054"/>
                  </a:cubicBezTo>
                  <a:cubicBezTo>
                    <a:pt x="382489" y="174465"/>
                    <a:pt x="386260" y="174323"/>
                    <a:pt x="389866" y="173545"/>
                  </a:cubicBezTo>
                  <a:cubicBezTo>
                    <a:pt x="398751" y="171636"/>
                    <a:pt x="406953" y="168195"/>
                    <a:pt x="411949" y="160064"/>
                  </a:cubicBezTo>
                  <a:cubicBezTo>
                    <a:pt x="413151" y="158108"/>
                    <a:pt x="413693" y="154337"/>
                    <a:pt x="412586" y="152711"/>
                  </a:cubicBezTo>
                  <a:cubicBezTo>
                    <a:pt x="411431" y="150991"/>
                    <a:pt x="407896" y="150001"/>
                    <a:pt x="405492" y="150142"/>
                  </a:cubicBezTo>
                  <a:cubicBezTo>
                    <a:pt x="390290" y="151038"/>
                    <a:pt x="388334" y="149317"/>
                    <a:pt x="388570" y="134069"/>
                  </a:cubicBezTo>
                  <a:cubicBezTo>
                    <a:pt x="388711" y="125231"/>
                    <a:pt x="386378" y="123581"/>
                    <a:pt x="378553" y="127045"/>
                  </a:cubicBezTo>
                  <a:cubicBezTo>
                    <a:pt x="373887" y="129096"/>
                    <a:pt x="368749" y="131618"/>
                    <a:pt x="365614" y="125584"/>
                  </a:cubicBezTo>
                  <a:cubicBezTo>
                    <a:pt x="362503" y="119598"/>
                    <a:pt x="365897" y="115026"/>
                    <a:pt x="371200" y="112150"/>
                  </a:cubicBezTo>
                  <a:cubicBezTo>
                    <a:pt x="382913" y="105787"/>
                    <a:pt x="395263" y="104844"/>
                    <a:pt x="407660" y="109628"/>
                  </a:cubicBezTo>
                  <a:cubicBezTo>
                    <a:pt x="410182" y="110618"/>
                    <a:pt x="413741" y="114955"/>
                    <a:pt x="413246" y="116722"/>
                  </a:cubicBezTo>
                  <a:cubicBezTo>
                    <a:pt x="411195" y="123958"/>
                    <a:pt x="415603" y="124712"/>
                    <a:pt x="420269" y="124524"/>
                  </a:cubicBezTo>
                  <a:cubicBezTo>
                    <a:pt x="430356" y="124123"/>
                    <a:pt x="440443" y="123180"/>
                    <a:pt x="450531" y="122261"/>
                  </a:cubicBezTo>
                  <a:cubicBezTo>
                    <a:pt x="456918" y="121672"/>
                    <a:pt x="463281" y="120729"/>
                    <a:pt x="469645" y="119928"/>
                  </a:cubicBezTo>
                  <a:cubicBezTo>
                    <a:pt x="470375" y="121177"/>
                    <a:pt x="471106" y="122450"/>
                    <a:pt x="471836" y="123699"/>
                  </a:cubicBezTo>
                  <a:cubicBezTo>
                    <a:pt x="469173" y="125396"/>
                    <a:pt x="466345" y="126880"/>
                    <a:pt x="463870" y="128837"/>
                  </a:cubicBezTo>
                  <a:cubicBezTo>
                    <a:pt x="458049" y="133432"/>
                    <a:pt x="452228" y="138099"/>
                    <a:pt x="446736" y="143072"/>
                  </a:cubicBezTo>
                  <a:cubicBezTo>
                    <a:pt x="445134" y="144533"/>
                    <a:pt x="443389" y="147620"/>
                    <a:pt x="443955" y="149152"/>
                  </a:cubicBezTo>
                  <a:cubicBezTo>
                    <a:pt x="444544" y="150802"/>
                    <a:pt x="447679" y="152263"/>
                    <a:pt x="449847" y="152523"/>
                  </a:cubicBezTo>
                  <a:cubicBezTo>
                    <a:pt x="456965" y="153347"/>
                    <a:pt x="464177" y="154196"/>
                    <a:pt x="471294" y="153960"/>
                  </a:cubicBezTo>
                  <a:cubicBezTo>
                    <a:pt x="506175" y="152758"/>
                    <a:pt x="541033" y="150708"/>
                    <a:pt x="575937" y="149907"/>
                  </a:cubicBezTo>
                  <a:cubicBezTo>
                    <a:pt x="634410" y="148563"/>
                    <a:pt x="692647" y="152051"/>
                    <a:pt x="750649" y="159923"/>
                  </a:cubicBezTo>
                  <a:cubicBezTo>
                    <a:pt x="804267" y="167206"/>
                    <a:pt x="857177" y="177576"/>
                    <a:pt x="909169" y="192683"/>
                  </a:cubicBezTo>
                  <a:cubicBezTo>
                    <a:pt x="916027" y="194686"/>
                    <a:pt x="922909" y="196784"/>
                    <a:pt x="929909" y="198056"/>
                  </a:cubicBezTo>
                  <a:cubicBezTo>
                    <a:pt x="933208" y="198669"/>
                    <a:pt x="936838" y="197420"/>
                    <a:pt x="940326" y="197019"/>
                  </a:cubicBezTo>
                  <a:cubicBezTo>
                    <a:pt x="939053" y="193531"/>
                    <a:pt x="938676" y="189218"/>
                    <a:pt x="936343" y="186767"/>
                  </a:cubicBezTo>
                  <a:cubicBezTo>
                    <a:pt x="932855" y="183138"/>
                    <a:pt x="928330" y="179791"/>
                    <a:pt x="923616" y="178283"/>
                  </a:cubicBezTo>
                  <a:cubicBezTo>
                    <a:pt x="916428" y="175973"/>
                    <a:pt x="908721" y="175360"/>
                    <a:pt x="901226" y="173993"/>
                  </a:cubicBezTo>
                  <a:cubicBezTo>
                    <a:pt x="892577" y="172438"/>
                    <a:pt x="891563" y="169704"/>
                    <a:pt x="897055" y="162893"/>
                  </a:cubicBezTo>
                  <a:cubicBezTo>
                    <a:pt x="905799" y="151981"/>
                    <a:pt x="917253" y="150849"/>
                    <a:pt x="929178" y="155327"/>
                  </a:cubicBezTo>
                  <a:cubicBezTo>
                    <a:pt x="943225" y="160630"/>
                    <a:pt x="956565" y="167818"/>
                    <a:pt x="970682" y="172956"/>
                  </a:cubicBezTo>
                  <a:cubicBezTo>
                    <a:pt x="979049" y="175997"/>
                    <a:pt x="988240" y="177175"/>
                    <a:pt x="997173" y="178236"/>
                  </a:cubicBezTo>
                  <a:cubicBezTo>
                    <a:pt x="1002405" y="178848"/>
                    <a:pt x="1006435" y="175384"/>
                    <a:pt x="1006647" y="169892"/>
                  </a:cubicBezTo>
                  <a:cubicBezTo>
                    <a:pt x="1006883" y="163906"/>
                    <a:pt x="1002051" y="162068"/>
                    <a:pt x="997149" y="161596"/>
                  </a:cubicBezTo>
                  <a:cubicBezTo>
                    <a:pt x="974618" y="159428"/>
                    <a:pt x="953972" y="151108"/>
                    <a:pt x="934010" y="141375"/>
                  </a:cubicBezTo>
                  <a:cubicBezTo>
                    <a:pt x="898398" y="123981"/>
                    <a:pt x="861632" y="109958"/>
                    <a:pt x="823380" y="99800"/>
                  </a:cubicBezTo>
                  <a:cubicBezTo>
                    <a:pt x="770941" y="85872"/>
                    <a:pt x="718101" y="74842"/>
                    <a:pt x="663305" y="78306"/>
                  </a:cubicBezTo>
                  <a:cubicBezTo>
                    <a:pt x="661584" y="78424"/>
                    <a:pt x="659840" y="78047"/>
                    <a:pt x="656046" y="77741"/>
                  </a:cubicBezTo>
                  <a:cubicBezTo>
                    <a:pt x="664035" y="74465"/>
                    <a:pt x="670045" y="72296"/>
                    <a:pt x="675796" y="69586"/>
                  </a:cubicBezTo>
                  <a:cubicBezTo>
                    <a:pt x="704644" y="55963"/>
                    <a:pt x="734599" y="54219"/>
                    <a:pt x="765544" y="60300"/>
                  </a:cubicBezTo>
                  <a:cubicBezTo>
                    <a:pt x="799812" y="67041"/>
                    <a:pt x="832548" y="78613"/>
                    <a:pt x="865025" y="91080"/>
                  </a:cubicBezTo>
                  <a:cubicBezTo>
                    <a:pt x="899529" y="104326"/>
                    <a:pt x="933585" y="118938"/>
                    <a:pt x="969951" y="126668"/>
                  </a:cubicBezTo>
                  <a:cubicBezTo>
                    <a:pt x="977635" y="128294"/>
                    <a:pt x="985601" y="130793"/>
                    <a:pt x="994934" y="126975"/>
                  </a:cubicBezTo>
                  <a:cubicBezTo>
                    <a:pt x="992270" y="124076"/>
                    <a:pt x="990691" y="121577"/>
                    <a:pt x="988429" y="120022"/>
                  </a:cubicBezTo>
                  <a:cubicBezTo>
                    <a:pt x="983126" y="116416"/>
                    <a:pt x="977729" y="112857"/>
                    <a:pt x="972025" y="109982"/>
                  </a:cubicBezTo>
                  <a:cubicBezTo>
                    <a:pt x="924559" y="85919"/>
                    <a:pt x="875466" y="65980"/>
                    <a:pt x="823687" y="53371"/>
                  </a:cubicBezTo>
                  <a:cubicBezTo>
                    <a:pt x="775325" y="41587"/>
                    <a:pt x="726727" y="30698"/>
                    <a:pt x="678153" y="19810"/>
                  </a:cubicBezTo>
                  <a:cubicBezTo>
                    <a:pt x="671059" y="18207"/>
                    <a:pt x="663470" y="18796"/>
                    <a:pt x="656117" y="18372"/>
                  </a:cubicBezTo>
                  <a:cubicBezTo>
                    <a:pt x="655975" y="19173"/>
                    <a:pt x="655834" y="19998"/>
                    <a:pt x="655692" y="20800"/>
                  </a:cubicBezTo>
                  <a:cubicBezTo>
                    <a:pt x="658850" y="23463"/>
                    <a:pt x="662244" y="25914"/>
                    <a:pt x="665120" y="28860"/>
                  </a:cubicBezTo>
                  <a:cubicBezTo>
                    <a:pt x="668254" y="32065"/>
                    <a:pt x="671365" y="35742"/>
                    <a:pt x="667971" y="40573"/>
                  </a:cubicBezTo>
                  <a:cubicBezTo>
                    <a:pt x="664389" y="45688"/>
                    <a:pt x="658945" y="47856"/>
                    <a:pt x="653783" y="44627"/>
                  </a:cubicBezTo>
                  <a:cubicBezTo>
                    <a:pt x="649447" y="41917"/>
                    <a:pt x="646359" y="37085"/>
                    <a:pt x="643060" y="32914"/>
                  </a:cubicBezTo>
                  <a:cubicBezTo>
                    <a:pt x="639289" y="28106"/>
                    <a:pt x="636390" y="22544"/>
                    <a:pt x="632218" y="18136"/>
                  </a:cubicBezTo>
                  <a:cubicBezTo>
                    <a:pt x="627575" y="13234"/>
                    <a:pt x="621118" y="10359"/>
                    <a:pt x="614778" y="14153"/>
                  </a:cubicBezTo>
                  <a:cubicBezTo>
                    <a:pt x="608297" y="18042"/>
                    <a:pt x="609970" y="24759"/>
                    <a:pt x="611596" y="30934"/>
                  </a:cubicBezTo>
                  <a:cubicBezTo>
                    <a:pt x="612350" y="33786"/>
                    <a:pt x="613269" y="36755"/>
                    <a:pt x="613128" y="39607"/>
                  </a:cubicBezTo>
                  <a:cubicBezTo>
                    <a:pt x="613010" y="41823"/>
                    <a:pt x="611902" y="44556"/>
                    <a:pt x="610300" y="46065"/>
                  </a:cubicBezTo>
                  <a:cubicBezTo>
                    <a:pt x="603041" y="52923"/>
                    <a:pt x="581523" y="49176"/>
                    <a:pt x="577139" y="40243"/>
                  </a:cubicBezTo>
                  <a:cubicBezTo>
                    <a:pt x="575937" y="37792"/>
                    <a:pt x="575631" y="34469"/>
                    <a:pt x="576032" y="31688"/>
                  </a:cubicBezTo>
                  <a:cubicBezTo>
                    <a:pt x="577493" y="21625"/>
                    <a:pt x="575160" y="17807"/>
                    <a:pt x="565025" y="17524"/>
                  </a:cubicBezTo>
                  <a:cubicBezTo>
                    <a:pt x="556446" y="17288"/>
                    <a:pt x="547679" y="17665"/>
                    <a:pt x="539242" y="19173"/>
                  </a:cubicBezTo>
                  <a:cubicBezTo>
                    <a:pt x="522791" y="22096"/>
                    <a:pt x="507189" y="27587"/>
                    <a:pt x="494674" y="39348"/>
                  </a:cubicBezTo>
                  <a:cubicBezTo>
                    <a:pt x="492058" y="41799"/>
                    <a:pt x="490361" y="45264"/>
                    <a:pt x="488263" y="48280"/>
                  </a:cubicBezTo>
                  <a:cubicBezTo>
                    <a:pt x="488735" y="49176"/>
                    <a:pt x="489230" y="50071"/>
                    <a:pt x="489701" y="50967"/>
                  </a:cubicBezTo>
                  <a:cubicBezTo>
                    <a:pt x="503559" y="49647"/>
                    <a:pt x="517441" y="48351"/>
                    <a:pt x="531299" y="47031"/>
                  </a:cubicBezTo>
                  <a:cubicBezTo>
                    <a:pt x="526114" y="50519"/>
                    <a:pt x="520646" y="52711"/>
                    <a:pt x="515697" y="55799"/>
                  </a:cubicBezTo>
                  <a:cubicBezTo>
                    <a:pt x="509734" y="59522"/>
                    <a:pt x="510017" y="64118"/>
                    <a:pt x="516592" y="66475"/>
                  </a:cubicBezTo>
                  <a:cubicBezTo>
                    <a:pt x="522791" y="68690"/>
                    <a:pt x="529508" y="70647"/>
                    <a:pt x="535989" y="70694"/>
                  </a:cubicBezTo>
                  <a:cubicBezTo>
                    <a:pt x="559699" y="70835"/>
                    <a:pt x="583432" y="70317"/>
                    <a:pt x="607165" y="69680"/>
                  </a:cubicBezTo>
                  <a:cubicBezTo>
                    <a:pt x="620411" y="69327"/>
                    <a:pt x="633632" y="68313"/>
                    <a:pt x="646854" y="67583"/>
                  </a:cubicBezTo>
                  <a:cubicBezTo>
                    <a:pt x="635494" y="71872"/>
                    <a:pt x="623946" y="74959"/>
                    <a:pt x="612350" y="77835"/>
                  </a:cubicBezTo>
                  <a:cubicBezTo>
                    <a:pt x="578648" y="86154"/>
                    <a:pt x="544851" y="92942"/>
                    <a:pt x="509875" y="85895"/>
                  </a:cubicBezTo>
                  <a:cubicBezTo>
                    <a:pt x="505115" y="84929"/>
                    <a:pt x="499812" y="84952"/>
                    <a:pt x="495145" y="86060"/>
                  </a:cubicBezTo>
                  <a:cubicBezTo>
                    <a:pt x="491869" y="86838"/>
                    <a:pt x="487580" y="89690"/>
                    <a:pt x="486614" y="92589"/>
                  </a:cubicBezTo>
                  <a:cubicBezTo>
                    <a:pt x="484233" y="99683"/>
                    <a:pt x="479331" y="103430"/>
                    <a:pt x="472921" y="104773"/>
                  </a:cubicBezTo>
                  <a:cubicBezTo>
                    <a:pt x="466227" y="106187"/>
                    <a:pt x="459227" y="106541"/>
                    <a:pt x="452345" y="106494"/>
                  </a:cubicBezTo>
                  <a:cubicBezTo>
                    <a:pt x="440656" y="106447"/>
                    <a:pt x="437050" y="101686"/>
                    <a:pt x="440019" y="90467"/>
                  </a:cubicBezTo>
                  <a:cubicBezTo>
                    <a:pt x="448150" y="59829"/>
                    <a:pt x="463022" y="33338"/>
                    <a:pt x="487981" y="13022"/>
                  </a:cubicBezTo>
                  <a:cubicBezTo>
                    <a:pt x="491327" y="10288"/>
                    <a:pt x="493731" y="6399"/>
                    <a:pt x="497431" y="2039"/>
                  </a:cubicBezTo>
                  <a:cubicBezTo>
                    <a:pt x="493401" y="955"/>
                    <a:pt x="491469" y="-129"/>
                    <a:pt x="489654" y="12"/>
                  </a:cubicBezTo>
                  <a:cubicBezTo>
                    <a:pt x="470658" y="1544"/>
                    <a:pt x="451780" y="4090"/>
                    <a:pt x="434999" y="13941"/>
                  </a:cubicBezTo>
                  <a:cubicBezTo>
                    <a:pt x="427316" y="18466"/>
                    <a:pt x="425454" y="25136"/>
                    <a:pt x="427599" y="33856"/>
                  </a:cubicBezTo>
                  <a:cubicBezTo>
                    <a:pt x="428353" y="36944"/>
                    <a:pt x="429366" y="40149"/>
                    <a:pt x="429296" y="43260"/>
                  </a:cubicBezTo>
                  <a:cubicBezTo>
                    <a:pt x="429107" y="51179"/>
                    <a:pt x="422862" y="55469"/>
                    <a:pt x="416192" y="51462"/>
                  </a:cubicBezTo>
                  <a:cubicBezTo>
                    <a:pt x="410960" y="48351"/>
                    <a:pt x="406293" y="43519"/>
                    <a:pt x="402852" y="38429"/>
                  </a:cubicBezTo>
                  <a:cubicBezTo>
                    <a:pt x="399623" y="33644"/>
                    <a:pt x="396677" y="29520"/>
                    <a:pt x="390667" y="28789"/>
                  </a:cubicBezTo>
                  <a:cubicBezTo>
                    <a:pt x="370257" y="26291"/>
                    <a:pt x="351355" y="30510"/>
                    <a:pt x="334834" y="42860"/>
                  </a:cubicBezTo>
                  <a:cubicBezTo>
                    <a:pt x="332359" y="44721"/>
                    <a:pt x="330969" y="50307"/>
                    <a:pt x="331652" y="53654"/>
                  </a:cubicBezTo>
                  <a:cubicBezTo>
                    <a:pt x="332878" y="59734"/>
                    <a:pt x="330545" y="62775"/>
                    <a:pt x="325619" y="64519"/>
                  </a:cubicBezTo>
                  <a:cubicBezTo>
                    <a:pt x="322414" y="65650"/>
                    <a:pt x="318878" y="65886"/>
                    <a:pt x="315461" y="66357"/>
                  </a:cubicBezTo>
                  <a:cubicBezTo>
                    <a:pt x="308862" y="67253"/>
                    <a:pt x="302145" y="67535"/>
                    <a:pt x="295687" y="68973"/>
                  </a:cubicBezTo>
                  <a:cubicBezTo>
                    <a:pt x="253264" y="78495"/>
                    <a:pt x="213411" y="94851"/>
                    <a:pt x="175018" y="115026"/>
                  </a:cubicBezTo>
                  <a:cubicBezTo>
                    <a:pt x="162668" y="121507"/>
                    <a:pt x="151473" y="129284"/>
                    <a:pt x="143154" y="141021"/>
                  </a:cubicBezTo>
                  <a:cubicBezTo>
                    <a:pt x="138534" y="147526"/>
                    <a:pt x="132100" y="151863"/>
                    <a:pt x="122885" y="150873"/>
                  </a:cubicBezTo>
                  <a:cubicBezTo>
                    <a:pt x="116074" y="150142"/>
                    <a:pt x="112633" y="155233"/>
                    <a:pt x="109804" y="163505"/>
                  </a:cubicBezTo>
                  <a:cubicBezTo>
                    <a:pt x="117276" y="161832"/>
                    <a:pt x="123380" y="161337"/>
                    <a:pt x="128824" y="159122"/>
                  </a:cubicBezTo>
                  <a:cubicBezTo>
                    <a:pt x="159651" y="146560"/>
                    <a:pt x="190290" y="133527"/>
                    <a:pt x="221070" y="120776"/>
                  </a:cubicBezTo>
                  <a:cubicBezTo>
                    <a:pt x="251355" y="108238"/>
                    <a:pt x="281381" y="95040"/>
                    <a:pt x="313717" y="88040"/>
                  </a:cubicBezTo>
                  <a:cubicBezTo>
                    <a:pt x="331016" y="84293"/>
                    <a:pt x="346053" y="75855"/>
                    <a:pt x="355739" y="59970"/>
                  </a:cubicBezTo>
                  <a:cubicBezTo>
                    <a:pt x="357035" y="57825"/>
                    <a:pt x="359133" y="56176"/>
                    <a:pt x="361113" y="53984"/>
                  </a:cubicBezTo>
                  <a:cubicBezTo>
                    <a:pt x="370328" y="73098"/>
                    <a:pt x="359793" y="94922"/>
                    <a:pt x="339053" y="102110"/>
                  </a:cubicBezTo>
                  <a:cubicBezTo>
                    <a:pt x="310630" y="111962"/>
                    <a:pt x="281853" y="120988"/>
                    <a:pt x="253995" y="132254"/>
                  </a:cubicBezTo>
                  <a:cubicBezTo>
                    <a:pt x="218784" y="146466"/>
                    <a:pt x="184280" y="162421"/>
                    <a:pt x="149635" y="178000"/>
                  </a:cubicBezTo>
                  <a:cubicBezTo>
                    <a:pt x="143012" y="180969"/>
                    <a:pt x="136625" y="184623"/>
                    <a:pt x="133561" y="192471"/>
                  </a:cubicBezTo>
                  <a:cubicBezTo>
                    <a:pt x="132477" y="195275"/>
                    <a:pt x="128093" y="197609"/>
                    <a:pt x="124747" y="198528"/>
                  </a:cubicBezTo>
                  <a:cubicBezTo>
                    <a:pt x="118619" y="200225"/>
                    <a:pt x="111973" y="200060"/>
                    <a:pt x="105869" y="201827"/>
                  </a:cubicBezTo>
                  <a:cubicBezTo>
                    <a:pt x="96536" y="204514"/>
                    <a:pt x="87203" y="207578"/>
                    <a:pt x="78412" y="211679"/>
                  </a:cubicBezTo>
                  <a:cubicBezTo>
                    <a:pt x="73392" y="214012"/>
                    <a:pt x="70846" y="219409"/>
                    <a:pt x="70493" y="226598"/>
                  </a:cubicBezTo>
                  <a:cubicBezTo>
                    <a:pt x="74617" y="224759"/>
                    <a:pt x="77587" y="222803"/>
                    <a:pt x="80816" y="222120"/>
                  </a:cubicBezTo>
                  <a:cubicBezTo>
                    <a:pt x="84586" y="221342"/>
                    <a:pt x="88569" y="221719"/>
                    <a:pt x="92458" y="221578"/>
                  </a:cubicBezTo>
                  <a:cubicBezTo>
                    <a:pt x="92364" y="225961"/>
                    <a:pt x="93000" y="230510"/>
                    <a:pt x="91916" y="234634"/>
                  </a:cubicBezTo>
                  <a:cubicBezTo>
                    <a:pt x="91186" y="237439"/>
                    <a:pt x="88475" y="240220"/>
                    <a:pt x="85930" y="241964"/>
                  </a:cubicBezTo>
                  <a:cubicBezTo>
                    <a:pt x="77822" y="247526"/>
                    <a:pt x="69762" y="253418"/>
                    <a:pt x="60947" y="257590"/>
                  </a:cubicBezTo>
                  <a:cubicBezTo>
                    <a:pt x="51756" y="261950"/>
                    <a:pt x="41692" y="264425"/>
                    <a:pt x="30827" y="255964"/>
                  </a:cubicBezTo>
                  <a:cubicBezTo>
                    <a:pt x="33231" y="271754"/>
                    <a:pt x="38605" y="284246"/>
                    <a:pt x="47372" y="296100"/>
                  </a:cubicBezTo>
                  <a:cubicBezTo>
                    <a:pt x="50931" y="293437"/>
                    <a:pt x="54042" y="291410"/>
                    <a:pt x="56776" y="288983"/>
                  </a:cubicBezTo>
                  <a:cubicBezTo>
                    <a:pt x="76008" y="271849"/>
                    <a:pt x="94980" y="254432"/>
                    <a:pt x="114353" y="237463"/>
                  </a:cubicBezTo>
                  <a:cubicBezTo>
                    <a:pt x="174193" y="185070"/>
                    <a:pt x="241740" y="146772"/>
                    <a:pt x="318973" y="126433"/>
                  </a:cubicBezTo>
                  <a:cubicBezTo>
                    <a:pt x="323026" y="125372"/>
                    <a:pt x="327269" y="124948"/>
                    <a:pt x="331440" y="124241"/>
                  </a:cubicBezTo>
                  <a:cubicBezTo>
                    <a:pt x="331770" y="124995"/>
                    <a:pt x="332124" y="125749"/>
                    <a:pt x="332454" y="126527"/>
                  </a:cubicBezTo>
                  <a:cubicBezTo>
                    <a:pt x="329178" y="129261"/>
                    <a:pt x="326232" y="132607"/>
                    <a:pt x="322555" y="134658"/>
                  </a:cubicBezTo>
                  <a:cubicBezTo>
                    <a:pt x="303135" y="145452"/>
                    <a:pt x="283903" y="156671"/>
                    <a:pt x="263894" y="166286"/>
                  </a:cubicBezTo>
                  <a:cubicBezTo>
                    <a:pt x="243743" y="175973"/>
                    <a:pt x="223568" y="185966"/>
                    <a:pt x="200778" y="189053"/>
                  </a:cubicBezTo>
                  <a:cubicBezTo>
                    <a:pt x="196583" y="189619"/>
                    <a:pt x="192741" y="195275"/>
                    <a:pt x="189394" y="199164"/>
                  </a:cubicBezTo>
                  <a:cubicBezTo>
                    <a:pt x="185836" y="203265"/>
                    <a:pt x="183903" y="209228"/>
                    <a:pt x="179731" y="212268"/>
                  </a:cubicBezTo>
                  <a:cubicBezTo>
                    <a:pt x="173674" y="216699"/>
                    <a:pt x="166085" y="218985"/>
                    <a:pt x="159416" y="222638"/>
                  </a:cubicBezTo>
                  <a:cubicBezTo>
                    <a:pt x="154278" y="225443"/>
                    <a:pt x="148975" y="228365"/>
                    <a:pt x="144827" y="232372"/>
                  </a:cubicBezTo>
                  <a:cubicBezTo>
                    <a:pt x="142753" y="234399"/>
                    <a:pt x="141928" y="239207"/>
                    <a:pt x="142611" y="242294"/>
                  </a:cubicBezTo>
                  <a:cubicBezTo>
                    <a:pt x="144379" y="250519"/>
                    <a:pt x="142682" y="253371"/>
                    <a:pt x="134693" y="255304"/>
                  </a:cubicBezTo>
                  <a:cubicBezTo>
                    <a:pt x="129083" y="256671"/>
                    <a:pt x="123026" y="258344"/>
                    <a:pt x="118501" y="261714"/>
                  </a:cubicBezTo>
                  <a:cubicBezTo>
                    <a:pt x="82347" y="288676"/>
                    <a:pt x="51143" y="320706"/>
                    <a:pt x="23757" y="356482"/>
                  </a:cubicBezTo>
                  <a:cubicBezTo>
                    <a:pt x="20646" y="360536"/>
                    <a:pt x="18784" y="365556"/>
                    <a:pt x="16333" y="370128"/>
                  </a:cubicBezTo>
                  <a:cubicBezTo>
                    <a:pt x="17040" y="370741"/>
                    <a:pt x="17770" y="371377"/>
                    <a:pt x="18478" y="371990"/>
                  </a:cubicBezTo>
                  <a:cubicBezTo>
                    <a:pt x="22225" y="369515"/>
                    <a:pt x="26302" y="367418"/>
                    <a:pt x="29696" y="364542"/>
                  </a:cubicBezTo>
                  <a:cubicBezTo>
                    <a:pt x="58308" y="340126"/>
                    <a:pt x="86731" y="315450"/>
                    <a:pt x="115367" y="291057"/>
                  </a:cubicBezTo>
                  <a:cubicBezTo>
                    <a:pt x="138346" y="271495"/>
                    <a:pt x="161537" y="252122"/>
                    <a:pt x="184775" y="232843"/>
                  </a:cubicBezTo>
                  <a:cubicBezTo>
                    <a:pt x="189701" y="228742"/>
                    <a:pt x="196041" y="225348"/>
                    <a:pt x="201273" y="231288"/>
                  </a:cubicBezTo>
                  <a:cubicBezTo>
                    <a:pt x="205892" y="236520"/>
                    <a:pt x="201815" y="242506"/>
                    <a:pt x="198185" y="246560"/>
                  </a:cubicBezTo>
                  <a:cubicBezTo>
                    <a:pt x="188452" y="257378"/>
                    <a:pt x="178977" y="268761"/>
                    <a:pt x="167688" y="277788"/>
                  </a:cubicBezTo>
                  <a:cubicBezTo>
                    <a:pt x="128188" y="309416"/>
                    <a:pt x="89984" y="342459"/>
                    <a:pt x="55503" y="379508"/>
                  </a:cubicBezTo>
                  <a:cubicBezTo>
                    <a:pt x="38346" y="397962"/>
                    <a:pt x="22626" y="417760"/>
                    <a:pt x="6599" y="437251"/>
                  </a:cubicBezTo>
                  <a:cubicBezTo>
                    <a:pt x="3559" y="440951"/>
                    <a:pt x="2168" y="446018"/>
                    <a:pt x="0" y="450472"/>
                  </a:cubicBezTo>
                  <a:cubicBezTo>
                    <a:pt x="660" y="451062"/>
                    <a:pt x="1343" y="451674"/>
                    <a:pt x="2003" y="452263"/>
                  </a:cubicBezTo>
                  <a:cubicBezTo>
                    <a:pt x="5468" y="450590"/>
                    <a:pt x="9144" y="449247"/>
                    <a:pt x="12020" y="446890"/>
                  </a:cubicBezTo>
                  <a:close/>
                  <a:moveTo>
                    <a:pt x="522508" y="114248"/>
                  </a:moveTo>
                  <a:cubicBezTo>
                    <a:pt x="571342" y="111042"/>
                    <a:pt x="620198" y="107366"/>
                    <a:pt x="669103" y="105905"/>
                  </a:cubicBezTo>
                  <a:cubicBezTo>
                    <a:pt x="702428" y="104915"/>
                    <a:pt x="735966" y="106022"/>
                    <a:pt x="769197" y="108662"/>
                  </a:cubicBezTo>
                  <a:cubicBezTo>
                    <a:pt x="788429" y="110194"/>
                    <a:pt x="807354" y="116204"/>
                    <a:pt x="826232" y="120988"/>
                  </a:cubicBezTo>
                  <a:cubicBezTo>
                    <a:pt x="842447" y="125089"/>
                    <a:pt x="858403" y="130180"/>
                    <a:pt x="874406" y="135035"/>
                  </a:cubicBezTo>
                  <a:cubicBezTo>
                    <a:pt x="877187" y="135883"/>
                    <a:pt x="879803" y="137486"/>
                    <a:pt x="882325" y="138994"/>
                  </a:cubicBezTo>
                  <a:cubicBezTo>
                    <a:pt x="892435" y="145004"/>
                    <a:pt x="893449" y="150944"/>
                    <a:pt x="886166" y="160088"/>
                  </a:cubicBezTo>
                  <a:cubicBezTo>
                    <a:pt x="879190" y="168879"/>
                    <a:pt x="865733" y="172343"/>
                    <a:pt x="856918" y="161879"/>
                  </a:cubicBezTo>
                  <a:cubicBezTo>
                    <a:pt x="848622" y="152051"/>
                    <a:pt x="835165" y="150236"/>
                    <a:pt x="823145" y="148540"/>
                  </a:cubicBezTo>
                  <a:cubicBezTo>
                    <a:pt x="786520" y="143355"/>
                    <a:pt x="749824" y="137392"/>
                    <a:pt x="712963" y="135294"/>
                  </a:cubicBezTo>
                  <a:cubicBezTo>
                    <a:pt x="656659" y="132089"/>
                    <a:pt x="600189" y="131971"/>
                    <a:pt x="543790" y="130251"/>
                  </a:cubicBezTo>
                  <a:cubicBezTo>
                    <a:pt x="531959" y="129897"/>
                    <a:pt x="520128" y="128530"/>
                    <a:pt x="508344" y="127281"/>
                  </a:cubicBezTo>
                  <a:cubicBezTo>
                    <a:pt x="505091" y="126927"/>
                    <a:pt x="501980" y="125348"/>
                    <a:pt x="497243" y="123840"/>
                  </a:cubicBezTo>
                  <a:cubicBezTo>
                    <a:pt x="505233" y="115450"/>
                    <a:pt x="514212" y="114790"/>
                    <a:pt x="522508" y="114248"/>
                  </a:cubicBezTo>
                  <a:close/>
                  <a:moveTo>
                    <a:pt x="214188" y="222379"/>
                  </a:moveTo>
                  <a:cubicBezTo>
                    <a:pt x="222956" y="215615"/>
                    <a:pt x="231652" y="208544"/>
                    <a:pt x="241150" y="202959"/>
                  </a:cubicBezTo>
                  <a:cubicBezTo>
                    <a:pt x="275631" y="182690"/>
                    <a:pt x="311242" y="164707"/>
                    <a:pt x="349847" y="153489"/>
                  </a:cubicBezTo>
                  <a:cubicBezTo>
                    <a:pt x="356281" y="151627"/>
                    <a:pt x="363210" y="151415"/>
                    <a:pt x="369927" y="150449"/>
                  </a:cubicBezTo>
                  <a:cubicBezTo>
                    <a:pt x="370399" y="151344"/>
                    <a:pt x="370870" y="152216"/>
                    <a:pt x="371365" y="153112"/>
                  </a:cubicBezTo>
                  <a:cubicBezTo>
                    <a:pt x="367806" y="156435"/>
                    <a:pt x="364648" y="160465"/>
                    <a:pt x="360571" y="162963"/>
                  </a:cubicBezTo>
                  <a:cubicBezTo>
                    <a:pt x="344803" y="172626"/>
                    <a:pt x="329083" y="182431"/>
                    <a:pt x="312751" y="191033"/>
                  </a:cubicBezTo>
                  <a:cubicBezTo>
                    <a:pt x="283550" y="206447"/>
                    <a:pt x="253854" y="220894"/>
                    <a:pt x="222036" y="230345"/>
                  </a:cubicBezTo>
                  <a:cubicBezTo>
                    <a:pt x="218407" y="231429"/>
                    <a:pt x="214518" y="231618"/>
                    <a:pt x="210747" y="232207"/>
                  </a:cubicBezTo>
                  <a:cubicBezTo>
                    <a:pt x="210205" y="231382"/>
                    <a:pt x="209640" y="230581"/>
                    <a:pt x="209098" y="229756"/>
                  </a:cubicBezTo>
                  <a:cubicBezTo>
                    <a:pt x="210771" y="227234"/>
                    <a:pt x="211949" y="224123"/>
                    <a:pt x="214188" y="22237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63" name="Google Shape;1363;p45"/>
            <p:cNvSpPr/>
            <p:nvPr/>
          </p:nvSpPr>
          <p:spPr>
            <a:xfrm>
              <a:off x="169229" y="2355877"/>
              <a:ext cx="1154991" cy="545553"/>
            </a:xfrm>
            <a:custGeom>
              <a:rect b="b" l="l" r="r" t="t"/>
              <a:pathLst>
                <a:path extrusionOk="0" h="545553" w="1154991">
                  <a:moveTo>
                    <a:pt x="21541" y="418383"/>
                  </a:moveTo>
                  <a:cubicBezTo>
                    <a:pt x="22083" y="410606"/>
                    <a:pt x="27032" y="407024"/>
                    <a:pt x="33584" y="405138"/>
                  </a:cubicBezTo>
                  <a:cubicBezTo>
                    <a:pt x="37331" y="404077"/>
                    <a:pt x="41338" y="403960"/>
                    <a:pt x="45227" y="403488"/>
                  </a:cubicBezTo>
                  <a:cubicBezTo>
                    <a:pt x="55832" y="402192"/>
                    <a:pt x="58778" y="397950"/>
                    <a:pt x="59415" y="387627"/>
                  </a:cubicBezTo>
                  <a:cubicBezTo>
                    <a:pt x="59792" y="381263"/>
                    <a:pt x="61748" y="374429"/>
                    <a:pt x="64906" y="368890"/>
                  </a:cubicBezTo>
                  <a:cubicBezTo>
                    <a:pt x="75818" y="349729"/>
                    <a:pt x="90831" y="333986"/>
                    <a:pt x="108625" y="320999"/>
                  </a:cubicBezTo>
                  <a:cubicBezTo>
                    <a:pt x="111760" y="318713"/>
                    <a:pt x="115389" y="316686"/>
                    <a:pt x="119090" y="315697"/>
                  </a:cubicBezTo>
                  <a:cubicBezTo>
                    <a:pt x="121729" y="314990"/>
                    <a:pt x="126207" y="315202"/>
                    <a:pt x="127456" y="316851"/>
                  </a:cubicBezTo>
                  <a:cubicBezTo>
                    <a:pt x="128776" y="318619"/>
                    <a:pt x="128399" y="323545"/>
                    <a:pt x="126796" y="325289"/>
                  </a:cubicBezTo>
                  <a:cubicBezTo>
                    <a:pt x="122342" y="330120"/>
                    <a:pt x="117133" y="334433"/>
                    <a:pt x="111713" y="338204"/>
                  </a:cubicBezTo>
                  <a:cubicBezTo>
                    <a:pt x="100824" y="345793"/>
                    <a:pt x="91043" y="354513"/>
                    <a:pt x="89441" y="368254"/>
                  </a:cubicBezTo>
                  <a:cubicBezTo>
                    <a:pt x="87673" y="383502"/>
                    <a:pt x="80791" y="395781"/>
                    <a:pt x="71387" y="407259"/>
                  </a:cubicBezTo>
                  <a:cubicBezTo>
                    <a:pt x="44496" y="440090"/>
                    <a:pt x="23921" y="476456"/>
                    <a:pt x="11147" y="516993"/>
                  </a:cubicBezTo>
                  <a:cubicBezTo>
                    <a:pt x="9403" y="522532"/>
                    <a:pt x="8366" y="528706"/>
                    <a:pt x="8884" y="534410"/>
                  </a:cubicBezTo>
                  <a:cubicBezTo>
                    <a:pt x="9262" y="538487"/>
                    <a:pt x="12373" y="545086"/>
                    <a:pt x="15036" y="545487"/>
                  </a:cubicBezTo>
                  <a:cubicBezTo>
                    <a:pt x="18760" y="546053"/>
                    <a:pt x="24581" y="542918"/>
                    <a:pt x="27008" y="539548"/>
                  </a:cubicBezTo>
                  <a:cubicBezTo>
                    <a:pt x="30779" y="534316"/>
                    <a:pt x="34150" y="527717"/>
                    <a:pt x="34668" y="521447"/>
                  </a:cubicBezTo>
                  <a:cubicBezTo>
                    <a:pt x="35823" y="507424"/>
                    <a:pt x="41149" y="495098"/>
                    <a:pt x="47395" y="483055"/>
                  </a:cubicBezTo>
                  <a:cubicBezTo>
                    <a:pt x="70586" y="438275"/>
                    <a:pt x="99881" y="397526"/>
                    <a:pt x="130827" y="357931"/>
                  </a:cubicBezTo>
                  <a:cubicBezTo>
                    <a:pt x="155102" y="326868"/>
                    <a:pt x="180037" y="296253"/>
                    <a:pt x="210723" y="271223"/>
                  </a:cubicBezTo>
                  <a:cubicBezTo>
                    <a:pt x="269596" y="223215"/>
                    <a:pt x="333773" y="183267"/>
                    <a:pt x="401296" y="148668"/>
                  </a:cubicBezTo>
                  <a:cubicBezTo>
                    <a:pt x="413716" y="142305"/>
                    <a:pt x="427268" y="138039"/>
                    <a:pt x="440631" y="133797"/>
                  </a:cubicBezTo>
                  <a:cubicBezTo>
                    <a:pt x="443766" y="132807"/>
                    <a:pt x="449634" y="134740"/>
                    <a:pt x="451614" y="137332"/>
                  </a:cubicBezTo>
                  <a:cubicBezTo>
                    <a:pt x="453523" y="139830"/>
                    <a:pt x="453122" y="145322"/>
                    <a:pt x="451850" y="148810"/>
                  </a:cubicBezTo>
                  <a:cubicBezTo>
                    <a:pt x="449516" y="155173"/>
                    <a:pt x="444049" y="158308"/>
                    <a:pt x="437355" y="160170"/>
                  </a:cubicBezTo>
                  <a:cubicBezTo>
                    <a:pt x="426726" y="163116"/>
                    <a:pt x="416120" y="166439"/>
                    <a:pt x="405986" y="170752"/>
                  </a:cubicBezTo>
                  <a:cubicBezTo>
                    <a:pt x="396252" y="174900"/>
                    <a:pt x="386684" y="179826"/>
                    <a:pt x="377893" y="185671"/>
                  </a:cubicBezTo>
                  <a:cubicBezTo>
                    <a:pt x="349469" y="204502"/>
                    <a:pt x="321447" y="223969"/>
                    <a:pt x="293188" y="243059"/>
                  </a:cubicBezTo>
                  <a:cubicBezTo>
                    <a:pt x="289370" y="245652"/>
                    <a:pt x="284115" y="250177"/>
                    <a:pt x="281145" y="249140"/>
                  </a:cubicBezTo>
                  <a:cubicBezTo>
                    <a:pt x="274758" y="246948"/>
                    <a:pt x="272024" y="250554"/>
                    <a:pt x="268654" y="253618"/>
                  </a:cubicBezTo>
                  <a:cubicBezTo>
                    <a:pt x="213410" y="303488"/>
                    <a:pt x="161913" y="357035"/>
                    <a:pt x="112679" y="412751"/>
                  </a:cubicBezTo>
                  <a:cubicBezTo>
                    <a:pt x="102898" y="423828"/>
                    <a:pt x="94531" y="436177"/>
                    <a:pt x="85882" y="448197"/>
                  </a:cubicBezTo>
                  <a:cubicBezTo>
                    <a:pt x="84232" y="450483"/>
                    <a:pt x="84044" y="453971"/>
                    <a:pt x="83714" y="456965"/>
                  </a:cubicBezTo>
                  <a:cubicBezTo>
                    <a:pt x="83360" y="459934"/>
                    <a:pt x="84704" y="463493"/>
                    <a:pt x="83478" y="465873"/>
                  </a:cubicBezTo>
                  <a:cubicBezTo>
                    <a:pt x="80768" y="471106"/>
                    <a:pt x="76525" y="475513"/>
                    <a:pt x="73674" y="480674"/>
                  </a:cubicBezTo>
                  <a:cubicBezTo>
                    <a:pt x="70492" y="486449"/>
                    <a:pt x="67452" y="492482"/>
                    <a:pt x="65778" y="498798"/>
                  </a:cubicBezTo>
                  <a:cubicBezTo>
                    <a:pt x="65024" y="501650"/>
                    <a:pt x="66815" y="506529"/>
                    <a:pt x="69125" y="508438"/>
                  </a:cubicBezTo>
                  <a:cubicBezTo>
                    <a:pt x="71034" y="509993"/>
                    <a:pt x="76266" y="509734"/>
                    <a:pt x="78576" y="508155"/>
                  </a:cubicBezTo>
                  <a:cubicBezTo>
                    <a:pt x="83124" y="505020"/>
                    <a:pt x="87225" y="500825"/>
                    <a:pt x="90548" y="496347"/>
                  </a:cubicBezTo>
                  <a:cubicBezTo>
                    <a:pt x="101296" y="481876"/>
                    <a:pt x="103393" y="481711"/>
                    <a:pt x="114635" y="496017"/>
                  </a:cubicBezTo>
                  <a:cubicBezTo>
                    <a:pt x="114942" y="496418"/>
                    <a:pt x="115224" y="496819"/>
                    <a:pt x="115554" y="497196"/>
                  </a:cubicBezTo>
                  <a:cubicBezTo>
                    <a:pt x="120386" y="502781"/>
                    <a:pt x="124227" y="502993"/>
                    <a:pt x="129035" y="497573"/>
                  </a:cubicBezTo>
                  <a:cubicBezTo>
                    <a:pt x="131157" y="495192"/>
                    <a:pt x="133231" y="492553"/>
                    <a:pt x="134503" y="489677"/>
                  </a:cubicBezTo>
                  <a:cubicBezTo>
                    <a:pt x="141126" y="474547"/>
                    <a:pt x="147607" y="459345"/>
                    <a:pt x="153829" y="444049"/>
                  </a:cubicBezTo>
                  <a:cubicBezTo>
                    <a:pt x="155102" y="440938"/>
                    <a:pt x="155055" y="437262"/>
                    <a:pt x="155620" y="433844"/>
                  </a:cubicBezTo>
                  <a:cubicBezTo>
                    <a:pt x="139570" y="445652"/>
                    <a:pt x="135658" y="466651"/>
                    <a:pt x="118335" y="477398"/>
                  </a:cubicBezTo>
                  <a:cubicBezTo>
                    <a:pt x="117133" y="473533"/>
                    <a:pt x="116285" y="469762"/>
                    <a:pt x="117275" y="466533"/>
                  </a:cubicBezTo>
                  <a:cubicBezTo>
                    <a:pt x="122177" y="450295"/>
                    <a:pt x="125830" y="433373"/>
                    <a:pt x="133160" y="418266"/>
                  </a:cubicBezTo>
                  <a:cubicBezTo>
                    <a:pt x="144496" y="394909"/>
                    <a:pt x="163092" y="376479"/>
                    <a:pt x="181357" y="358355"/>
                  </a:cubicBezTo>
                  <a:cubicBezTo>
                    <a:pt x="239288" y="300943"/>
                    <a:pt x="303464" y="251402"/>
                    <a:pt x="372920" y="208815"/>
                  </a:cubicBezTo>
                  <a:cubicBezTo>
                    <a:pt x="400518" y="191893"/>
                    <a:pt x="428989" y="176479"/>
                    <a:pt x="460523" y="167759"/>
                  </a:cubicBezTo>
                  <a:cubicBezTo>
                    <a:pt x="467876" y="165732"/>
                    <a:pt x="475300" y="163729"/>
                    <a:pt x="482300" y="160759"/>
                  </a:cubicBezTo>
                  <a:cubicBezTo>
                    <a:pt x="489182" y="157860"/>
                    <a:pt x="489253" y="153971"/>
                    <a:pt x="483290" y="149234"/>
                  </a:cubicBezTo>
                  <a:cubicBezTo>
                    <a:pt x="479613" y="146312"/>
                    <a:pt x="475607" y="143766"/>
                    <a:pt x="472166" y="140608"/>
                  </a:cubicBezTo>
                  <a:cubicBezTo>
                    <a:pt x="467923" y="136696"/>
                    <a:pt x="466509" y="131652"/>
                    <a:pt x="469927" y="126585"/>
                  </a:cubicBezTo>
                  <a:cubicBezTo>
                    <a:pt x="478411" y="114000"/>
                    <a:pt x="488828" y="107306"/>
                    <a:pt x="502451" y="121306"/>
                  </a:cubicBezTo>
                  <a:cubicBezTo>
                    <a:pt x="506080" y="125030"/>
                    <a:pt x="509191" y="129295"/>
                    <a:pt x="513104" y="132689"/>
                  </a:cubicBezTo>
                  <a:cubicBezTo>
                    <a:pt x="517912" y="136884"/>
                    <a:pt x="522908" y="141150"/>
                    <a:pt x="528494" y="144096"/>
                  </a:cubicBezTo>
                  <a:cubicBezTo>
                    <a:pt x="538180" y="149234"/>
                    <a:pt x="546052" y="145063"/>
                    <a:pt x="546641" y="133962"/>
                  </a:cubicBezTo>
                  <a:cubicBezTo>
                    <a:pt x="547348" y="120222"/>
                    <a:pt x="554914" y="113128"/>
                    <a:pt x="567146" y="110582"/>
                  </a:cubicBezTo>
                  <a:cubicBezTo>
                    <a:pt x="581357" y="107636"/>
                    <a:pt x="595757" y="104478"/>
                    <a:pt x="610181" y="103912"/>
                  </a:cubicBezTo>
                  <a:cubicBezTo>
                    <a:pt x="629908" y="103135"/>
                    <a:pt x="649729" y="104502"/>
                    <a:pt x="669503" y="105374"/>
                  </a:cubicBezTo>
                  <a:cubicBezTo>
                    <a:pt x="680038" y="105845"/>
                    <a:pt x="689583" y="103465"/>
                    <a:pt x="695970" y="95051"/>
                  </a:cubicBezTo>
                  <a:cubicBezTo>
                    <a:pt x="699057" y="90950"/>
                    <a:pt x="699363" y="84751"/>
                    <a:pt x="700919" y="79496"/>
                  </a:cubicBezTo>
                  <a:cubicBezTo>
                    <a:pt x="696323" y="78341"/>
                    <a:pt x="691586" y="75795"/>
                    <a:pt x="687179" y="76290"/>
                  </a:cubicBezTo>
                  <a:cubicBezTo>
                    <a:pt x="671247" y="78058"/>
                    <a:pt x="655432" y="80792"/>
                    <a:pt x="639594" y="83219"/>
                  </a:cubicBezTo>
                  <a:cubicBezTo>
                    <a:pt x="622036" y="85906"/>
                    <a:pt x="604525" y="88805"/>
                    <a:pt x="586943" y="91327"/>
                  </a:cubicBezTo>
                  <a:cubicBezTo>
                    <a:pt x="582182" y="92010"/>
                    <a:pt x="577115" y="91657"/>
                    <a:pt x="575489" y="85741"/>
                  </a:cubicBezTo>
                  <a:cubicBezTo>
                    <a:pt x="573768" y="79496"/>
                    <a:pt x="574758" y="73486"/>
                    <a:pt x="580886" y="70280"/>
                  </a:cubicBezTo>
                  <a:cubicBezTo>
                    <a:pt x="585128" y="68089"/>
                    <a:pt x="590078" y="66627"/>
                    <a:pt x="594838" y="66227"/>
                  </a:cubicBezTo>
                  <a:cubicBezTo>
                    <a:pt x="607565" y="65119"/>
                    <a:pt x="611713" y="62055"/>
                    <a:pt x="615413" y="49540"/>
                  </a:cubicBezTo>
                  <a:cubicBezTo>
                    <a:pt x="617134" y="43719"/>
                    <a:pt x="621093" y="43059"/>
                    <a:pt x="626490" y="44497"/>
                  </a:cubicBezTo>
                  <a:cubicBezTo>
                    <a:pt x="641456" y="48433"/>
                    <a:pt x="656328" y="53029"/>
                    <a:pt x="671553" y="55527"/>
                  </a:cubicBezTo>
                  <a:cubicBezTo>
                    <a:pt x="695663" y="59510"/>
                    <a:pt x="720127" y="61348"/>
                    <a:pt x="744261" y="65284"/>
                  </a:cubicBezTo>
                  <a:cubicBezTo>
                    <a:pt x="798680" y="74146"/>
                    <a:pt x="851614" y="88970"/>
                    <a:pt x="903417" y="107801"/>
                  </a:cubicBezTo>
                  <a:cubicBezTo>
                    <a:pt x="969597" y="131841"/>
                    <a:pt x="1033161" y="161018"/>
                    <a:pt x="1090361" y="202875"/>
                  </a:cubicBezTo>
                  <a:cubicBezTo>
                    <a:pt x="1098044" y="208485"/>
                    <a:pt x="1106859" y="212774"/>
                    <a:pt x="1115626" y="216592"/>
                  </a:cubicBezTo>
                  <a:cubicBezTo>
                    <a:pt x="1124323" y="220363"/>
                    <a:pt x="1132996" y="218501"/>
                    <a:pt x="1139171" y="211124"/>
                  </a:cubicBezTo>
                  <a:cubicBezTo>
                    <a:pt x="1144356" y="204926"/>
                    <a:pt x="1148645" y="197926"/>
                    <a:pt x="1152793" y="190950"/>
                  </a:cubicBezTo>
                  <a:cubicBezTo>
                    <a:pt x="1156116" y="185341"/>
                    <a:pt x="1155692" y="179142"/>
                    <a:pt x="1151379" y="174287"/>
                  </a:cubicBezTo>
                  <a:cubicBezTo>
                    <a:pt x="1141575" y="163210"/>
                    <a:pt x="1131817" y="151992"/>
                    <a:pt x="1121070" y="141881"/>
                  </a:cubicBezTo>
                  <a:cubicBezTo>
                    <a:pt x="1110818" y="132241"/>
                    <a:pt x="1099529" y="123615"/>
                    <a:pt x="1085341" y="120151"/>
                  </a:cubicBezTo>
                  <a:cubicBezTo>
                    <a:pt x="1078459" y="118454"/>
                    <a:pt x="1077021" y="115673"/>
                    <a:pt x="1079732" y="109074"/>
                  </a:cubicBezTo>
                  <a:cubicBezTo>
                    <a:pt x="1083691" y="99505"/>
                    <a:pt x="1091893" y="96701"/>
                    <a:pt x="1102357" y="100306"/>
                  </a:cubicBezTo>
                  <a:cubicBezTo>
                    <a:pt x="1105444" y="101367"/>
                    <a:pt x="1110629" y="101202"/>
                    <a:pt x="1112751" y="99269"/>
                  </a:cubicBezTo>
                  <a:cubicBezTo>
                    <a:pt x="1116498" y="95852"/>
                    <a:pt x="1114188" y="91539"/>
                    <a:pt x="1110771" y="88381"/>
                  </a:cubicBezTo>
                  <a:cubicBezTo>
                    <a:pt x="1107872" y="85694"/>
                    <a:pt x="1105067" y="82842"/>
                    <a:pt x="1101862" y="80556"/>
                  </a:cubicBezTo>
                  <a:cubicBezTo>
                    <a:pt x="1068489" y="56469"/>
                    <a:pt x="1031582" y="39524"/>
                    <a:pt x="992670" y="26774"/>
                  </a:cubicBezTo>
                  <a:cubicBezTo>
                    <a:pt x="988876" y="25524"/>
                    <a:pt x="984634" y="25666"/>
                    <a:pt x="980603" y="25171"/>
                  </a:cubicBezTo>
                  <a:cubicBezTo>
                    <a:pt x="980179" y="25925"/>
                    <a:pt x="979731" y="26679"/>
                    <a:pt x="979307" y="27433"/>
                  </a:cubicBezTo>
                  <a:cubicBezTo>
                    <a:pt x="982560" y="30474"/>
                    <a:pt x="985388" y="34292"/>
                    <a:pt x="989159" y="36413"/>
                  </a:cubicBezTo>
                  <a:cubicBezTo>
                    <a:pt x="1006387" y="46076"/>
                    <a:pt x="1024040" y="54938"/>
                    <a:pt x="1041197" y="64695"/>
                  </a:cubicBezTo>
                  <a:cubicBezTo>
                    <a:pt x="1051874" y="70775"/>
                    <a:pt x="1062197" y="77610"/>
                    <a:pt x="1072143" y="84822"/>
                  </a:cubicBezTo>
                  <a:cubicBezTo>
                    <a:pt x="1074829" y="86778"/>
                    <a:pt x="1075536" y="91421"/>
                    <a:pt x="1077163" y="94839"/>
                  </a:cubicBezTo>
                  <a:cubicBezTo>
                    <a:pt x="1073627" y="96182"/>
                    <a:pt x="1069715" y="99246"/>
                    <a:pt x="1066604" y="98562"/>
                  </a:cubicBezTo>
                  <a:cubicBezTo>
                    <a:pt x="1054184" y="95899"/>
                    <a:pt x="1041504" y="93283"/>
                    <a:pt x="1029837" y="88428"/>
                  </a:cubicBezTo>
                  <a:cubicBezTo>
                    <a:pt x="1008461" y="79566"/>
                    <a:pt x="988216" y="67947"/>
                    <a:pt x="964577" y="65402"/>
                  </a:cubicBezTo>
                  <a:cubicBezTo>
                    <a:pt x="959086" y="64813"/>
                    <a:pt x="953665" y="62008"/>
                    <a:pt x="952793" y="55715"/>
                  </a:cubicBezTo>
                  <a:cubicBezTo>
                    <a:pt x="951614" y="47207"/>
                    <a:pt x="945652" y="44285"/>
                    <a:pt x="938746" y="42517"/>
                  </a:cubicBezTo>
                  <a:cubicBezTo>
                    <a:pt x="932548" y="40938"/>
                    <a:pt x="926114" y="40302"/>
                    <a:pt x="919821" y="39005"/>
                  </a:cubicBezTo>
                  <a:cubicBezTo>
                    <a:pt x="858944" y="26467"/>
                    <a:pt x="798822" y="10181"/>
                    <a:pt x="736955" y="2852"/>
                  </a:cubicBezTo>
                  <a:cubicBezTo>
                    <a:pt x="723898" y="1320"/>
                    <a:pt x="710700" y="919"/>
                    <a:pt x="697572" y="0"/>
                  </a:cubicBezTo>
                  <a:cubicBezTo>
                    <a:pt x="697337" y="1013"/>
                    <a:pt x="697101" y="2027"/>
                    <a:pt x="696865" y="3040"/>
                  </a:cubicBezTo>
                  <a:cubicBezTo>
                    <a:pt x="702357" y="5209"/>
                    <a:pt x="707683" y="7990"/>
                    <a:pt x="713339" y="9427"/>
                  </a:cubicBezTo>
                  <a:cubicBezTo>
                    <a:pt x="744402" y="17323"/>
                    <a:pt x="775725" y="24205"/>
                    <a:pt x="806599" y="32736"/>
                  </a:cubicBezTo>
                  <a:cubicBezTo>
                    <a:pt x="897007" y="57719"/>
                    <a:pt x="983927" y="92010"/>
                    <a:pt x="1068112" y="133161"/>
                  </a:cubicBezTo>
                  <a:cubicBezTo>
                    <a:pt x="1088240" y="142989"/>
                    <a:pt x="1107471" y="154891"/>
                    <a:pt x="1126232" y="167170"/>
                  </a:cubicBezTo>
                  <a:cubicBezTo>
                    <a:pt x="1132571" y="171318"/>
                    <a:pt x="1137144" y="179095"/>
                    <a:pt x="1140820" y="186095"/>
                  </a:cubicBezTo>
                  <a:cubicBezTo>
                    <a:pt x="1144143" y="192411"/>
                    <a:pt x="1140891" y="196111"/>
                    <a:pt x="1133773" y="195569"/>
                  </a:cubicBezTo>
                  <a:cubicBezTo>
                    <a:pt x="1129908" y="195263"/>
                    <a:pt x="1125737" y="194650"/>
                    <a:pt x="1122343" y="192906"/>
                  </a:cubicBezTo>
                  <a:cubicBezTo>
                    <a:pt x="1103512" y="183172"/>
                    <a:pt x="1084351" y="173886"/>
                    <a:pt x="1066250" y="162880"/>
                  </a:cubicBezTo>
                  <a:cubicBezTo>
                    <a:pt x="1029696" y="140702"/>
                    <a:pt x="993967" y="116804"/>
                    <a:pt x="954348" y="100495"/>
                  </a:cubicBezTo>
                  <a:cubicBezTo>
                    <a:pt x="906316" y="80698"/>
                    <a:pt x="855739" y="68843"/>
                    <a:pt x="804902" y="58873"/>
                  </a:cubicBezTo>
                  <a:cubicBezTo>
                    <a:pt x="760853" y="50224"/>
                    <a:pt x="716498" y="43153"/>
                    <a:pt x="672142" y="36248"/>
                  </a:cubicBezTo>
                  <a:cubicBezTo>
                    <a:pt x="634457" y="30379"/>
                    <a:pt x="596465" y="27292"/>
                    <a:pt x="558237" y="29060"/>
                  </a:cubicBezTo>
                  <a:cubicBezTo>
                    <a:pt x="550671" y="29413"/>
                    <a:pt x="542917" y="30639"/>
                    <a:pt x="535753" y="33019"/>
                  </a:cubicBezTo>
                  <a:cubicBezTo>
                    <a:pt x="532359" y="34150"/>
                    <a:pt x="530167" y="38935"/>
                    <a:pt x="527433" y="42069"/>
                  </a:cubicBezTo>
                  <a:cubicBezTo>
                    <a:pt x="530921" y="43625"/>
                    <a:pt x="534527" y="46759"/>
                    <a:pt x="537874" y="46477"/>
                  </a:cubicBezTo>
                  <a:cubicBezTo>
                    <a:pt x="550884" y="45416"/>
                    <a:pt x="563775" y="42941"/>
                    <a:pt x="576785" y="41716"/>
                  </a:cubicBezTo>
                  <a:cubicBezTo>
                    <a:pt x="584563" y="40985"/>
                    <a:pt x="592481" y="41574"/>
                    <a:pt x="600330" y="41574"/>
                  </a:cubicBezTo>
                  <a:cubicBezTo>
                    <a:pt x="599269" y="44709"/>
                    <a:pt x="597879" y="46594"/>
                    <a:pt x="596040" y="47301"/>
                  </a:cubicBezTo>
                  <a:cubicBezTo>
                    <a:pt x="587108" y="50766"/>
                    <a:pt x="578246" y="54773"/>
                    <a:pt x="568984" y="57059"/>
                  </a:cubicBezTo>
                  <a:cubicBezTo>
                    <a:pt x="543153" y="63469"/>
                    <a:pt x="516875" y="68207"/>
                    <a:pt x="491256" y="75348"/>
                  </a:cubicBezTo>
                  <a:cubicBezTo>
                    <a:pt x="470681" y="81098"/>
                    <a:pt x="450718" y="89182"/>
                    <a:pt x="430662" y="96701"/>
                  </a:cubicBezTo>
                  <a:cubicBezTo>
                    <a:pt x="424676" y="98939"/>
                    <a:pt x="419231" y="102215"/>
                    <a:pt x="420150" y="110724"/>
                  </a:cubicBezTo>
                  <a:cubicBezTo>
                    <a:pt x="420433" y="113340"/>
                    <a:pt x="417322" y="117016"/>
                    <a:pt x="414824" y="119090"/>
                  </a:cubicBezTo>
                  <a:cubicBezTo>
                    <a:pt x="409333" y="123639"/>
                    <a:pt x="403535" y="128023"/>
                    <a:pt x="397336" y="131511"/>
                  </a:cubicBezTo>
                  <a:cubicBezTo>
                    <a:pt x="367499" y="148244"/>
                    <a:pt x="336130" y="159911"/>
                    <a:pt x="301414" y="161513"/>
                  </a:cubicBezTo>
                  <a:cubicBezTo>
                    <a:pt x="291774" y="161961"/>
                    <a:pt x="282465" y="165261"/>
                    <a:pt x="277845" y="175536"/>
                  </a:cubicBezTo>
                  <a:cubicBezTo>
                    <a:pt x="275159" y="181523"/>
                    <a:pt x="272825" y="187980"/>
                    <a:pt x="268842" y="193047"/>
                  </a:cubicBezTo>
                  <a:cubicBezTo>
                    <a:pt x="242870" y="225949"/>
                    <a:pt x="210912" y="252628"/>
                    <a:pt x="178081" y="278270"/>
                  </a:cubicBezTo>
                  <a:cubicBezTo>
                    <a:pt x="167405" y="286613"/>
                    <a:pt x="155668" y="293637"/>
                    <a:pt x="144001" y="300589"/>
                  </a:cubicBezTo>
                  <a:cubicBezTo>
                    <a:pt x="140914" y="302428"/>
                    <a:pt x="136342" y="301744"/>
                    <a:pt x="132429" y="302239"/>
                  </a:cubicBezTo>
                  <a:cubicBezTo>
                    <a:pt x="133160" y="298162"/>
                    <a:pt x="132688" y="293165"/>
                    <a:pt x="134904" y="290172"/>
                  </a:cubicBezTo>
                  <a:cubicBezTo>
                    <a:pt x="140277" y="282866"/>
                    <a:pt x="146335" y="275843"/>
                    <a:pt x="153099" y="269833"/>
                  </a:cubicBezTo>
                  <a:cubicBezTo>
                    <a:pt x="175465" y="249894"/>
                    <a:pt x="199057" y="231299"/>
                    <a:pt x="220645" y="210559"/>
                  </a:cubicBezTo>
                  <a:cubicBezTo>
                    <a:pt x="243271" y="188805"/>
                    <a:pt x="264223" y="165284"/>
                    <a:pt x="285599" y="142258"/>
                  </a:cubicBezTo>
                  <a:cubicBezTo>
                    <a:pt x="288404" y="139241"/>
                    <a:pt x="290148" y="134645"/>
                    <a:pt x="290949" y="130521"/>
                  </a:cubicBezTo>
                  <a:cubicBezTo>
                    <a:pt x="291468" y="127834"/>
                    <a:pt x="290266" y="123285"/>
                    <a:pt x="288263" y="122060"/>
                  </a:cubicBezTo>
                  <a:cubicBezTo>
                    <a:pt x="286377" y="120882"/>
                    <a:pt x="281899" y="122107"/>
                    <a:pt x="279613" y="123757"/>
                  </a:cubicBezTo>
                  <a:cubicBezTo>
                    <a:pt x="273415" y="128211"/>
                    <a:pt x="267782" y="133491"/>
                    <a:pt x="261913" y="138393"/>
                  </a:cubicBezTo>
                  <a:cubicBezTo>
                    <a:pt x="256045" y="143295"/>
                    <a:pt x="250435" y="148598"/>
                    <a:pt x="244166" y="152934"/>
                  </a:cubicBezTo>
                  <a:cubicBezTo>
                    <a:pt x="238557" y="156823"/>
                    <a:pt x="231439" y="157978"/>
                    <a:pt x="226160" y="153194"/>
                  </a:cubicBezTo>
                  <a:cubicBezTo>
                    <a:pt x="216214" y="144190"/>
                    <a:pt x="206740" y="146736"/>
                    <a:pt x="198161" y="153759"/>
                  </a:cubicBezTo>
                  <a:cubicBezTo>
                    <a:pt x="177727" y="170516"/>
                    <a:pt x="157317" y="187415"/>
                    <a:pt x="137921" y="205350"/>
                  </a:cubicBezTo>
                  <a:cubicBezTo>
                    <a:pt x="101555" y="238982"/>
                    <a:pt x="66108" y="273580"/>
                    <a:pt x="29860" y="307353"/>
                  </a:cubicBezTo>
                  <a:cubicBezTo>
                    <a:pt x="22342" y="314377"/>
                    <a:pt x="13056" y="319491"/>
                    <a:pt x="4642" y="325548"/>
                  </a:cubicBezTo>
                  <a:cubicBezTo>
                    <a:pt x="-1768" y="330168"/>
                    <a:pt x="-1509" y="332901"/>
                    <a:pt x="5231" y="336790"/>
                  </a:cubicBezTo>
                  <a:cubicBezTo>
                    <a:pt x="11595" y="340443"/>
                    <a:pt x="17982" y="340962"/>
                    <a:pt x="24157" y="336932"/>
                  </a:cubicBezTo>
                  <a:cubicBezTo>
                    <a:pt x="32641" y="331417"/>
                    <a:pt x="41833" y="326514"/>
                    <a:pt x="49021" y="319585"/>
                  </a:cubicBezTo>
                  <a:cubicBezTo>
                    <a:pt x="73249" y="296206"/>
                    <a:pt x="96323" y="271648"/>
                    <a:pt x="120598" y="248339"/>
                  </a:cubicBezTo>
                  <a:cubicBezTo>
                    <a:pt x="141809" y="227976"/>
                    <a:pt x="163893" y="208508"/>
                    <a:pt x="185929" y="189017"/>
                  </a:cubicBezTo>
                  <a:cubicBezTo>
                    <a:pt x="191727" y="183879"/>
                    <a:pt x="198727" y="180226"/>
                    <a:pt x="207070" y="185765"/>
                  </a:cubicBezTo>
                  <a:cubicBezTo>
                    <a:pt x="207565" y="185176"/>
                    <a:pt x="208036" y="184610"/>
                    <a:pt x="208531" y="184021"/>
                  </a:cubicBezTo>
                  <a:cubicBezTo>
                    <a:pt x="206740" y="179849"/>
                    <a:pt x="204949" y="175678"/>
                    <a:pt x="203134" y="171530"/>
                  </a:cubicBezTo>
                  <a:cubicBezTo>
                    <a:pt x="201249" y="167287"/>
                    <a:pt x="201696" y="162597"/>
                    <a:pt x="206151" y="161702"/>
                  </a:cubicBezTo>
                  <a:cubicBezTo>
                    <a:pt x="210794" y="160783"/>
                    <a:pt x="216238" y="161914"/>
                    <a:pt x="220739" y="163705"/>
                  </a:cubicBezTo>
                  <a:cubicBezTo>
                    <a:pt x="221753" y="164106"/>
                    <a:pt x="220787" y="171035"/>
                    <a:pt x="219726" y="174664"/>
                  </a:cubicBezTo>
                  <a:cubicBezTo>
                    <a:pt x="218925" y="177351"/>
                    <a:pt x="216780" y="179826"/>
                    <a:pt x="214777" y="181970"/>
                  </a:cubicBezTo>
                  <a:cubicBezTo>
                    <a:pt x="199269" y="198633"/>
                    <a:pt x="184232" y="215814"/>
                    <a:pt x="167923" y="231699"/>
                  </a:cubicBezTo>
                  <a:cubicBezTo>
                    <a:pt x="123002" y="275442"/>
                    <a:pt x="77916" y="318996"/>
                    <a:pt x="39028" y="368372"/>
                  </a:cubicBezTo>
                  <a:cubicBezTo>
                    <a:pt x="26702" y="384021"/>
                    <a:pt x="16143" y="401131"/>
                    <a:pt x="5420" y="417983"/>
                  </a:cubicBezTo>
                  <a:cubicBezTo>
                    <a:pt x="3558" y="420929"/>
                    <a:pt x="4878" y="425902"/>
                    <a:pt x="4736" y="429932"/>
                  </a:cubicBezTo>
                  <a:cubicBezTo>
                    <a:pt x="9379" y="428306"/>
                    <a:pt x="14258" y="427127"/>
                    <a:pt x="18571" y="424841"/>
                  </a:cubicBezTo>
                  <a:cubicBezTo>
                    <a:pt x="20197" y="423946"/>
                    <a:pt x="21376" y="420670"/>
                    <a:pt x="21541" y="418383"/>
                  </a:cubicBezTo>
                  <a:close/>
                  <a:moveTo>
                    <a:pt x="498161" y="87203"/>
                  </a:moveTo>
                  <a:cubicBezTo>
                    <a:pt x="508319" y="78694"/>
                    <a:pt x="545015" y="76691"/>
                    <a:pt x="557954" y="84304"/>
                  </a:cubicBezTo>
                  <a:cubicBezTo>
                    <a:pt x="546712" y="95828"/>
                    <a:pt x="533632" y="102192"/>
                    <a:pt x="518831" y="104784"/>
                  </a:cubicBezTo>
                  <a:cubicBezTo>
                    <a:pt x="513410" y="105727"/>
                    <a:pt x="507329" y="105680"/>
                    <a:pt x="502144" y="104101"/>
                  </a:cubicBezTo>
                  <a:cubicBezTo>
                    <a:pt x="498916" y="103111"/>
                    <a:pt x="495922" y="98704"/>
                    <a:pt x="494650" y="95192"/>
                  </a:cubicBezTo>
                  <a:cubicBezTo>
                    <a:pt x="493895" y="93142"/>
                    <a:pt x="496064" y="88947"/>
                    <a:pt x="498161" y="8720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64" name="Google Shape;1364;p45"/>
            <p:cNvSpPr/>
            <p:nvPr/>
          </p:nvSpPr>
          <p:spPr>
            <a:xfrm>
              <a:off x="437812" y="2880888"/>
              <a:ext cx="459214" cy="631201"/>
            </a:xfrm>
            <a:custGeom>
              <a:rect b="b" l="l" r="r" t="t"/>
              <a:pathLst>
                <a:path extrusionOk="0" h="631201" w="459214">
                  <a:moveTo>
                    <a:pt x="119444" y="78172"/>
                  </a:moveTo>
                  <a:cubicBezTo>
                    <a:pt x="124488" y="60284"/>
                    <a:pt x="132595" y="43762"/>
                    <a:pt x="147066" y="30776"/>
                  </a:cubicBezTo>
                  <a:cubicBezTo>
                    <a:pt x="151874" y="26463"/>
                    <a:pt x="154844" y="19298"/>
                    <a:pt x="156706" y="12888"/>
                  </a:cubicBezTo>
                  <a:cubicBezTo>
                    <a:pt x="157625" y="9753"/>
                    <a:pt x="155103" y="4144"/>
                    <a:pt x="152322" y="1787"/>
                  </a:cubicBezTo>
                  <a:cubicBezTo>
                    <a:pt x="148339" y="-1583"/>
                    <a:pt x="143460" y="67"/>
                    <a:pt x="140231" y="4615"/>
                  </a:cubicBezTo>
                  <a:cubicBezTo>
                    <a:pt x="137804" y="8033"/>
                    <a:pt x="134811" y="11191"/>
                    <a:pt x="132972" y="14915"/>
                  </a:cubicBezTo>
                  <a:cubicBezTo>
                    <a:pt x="119256" y="42513"/>
                    <a:pt x="105068" y="69947"/>
                    <a:pt x="92388" y="98016"/>
                  </a:cubicBezTo>
                  <a:cubicBezTo>
                    <a:pt x="83267" y="118191"/>
                    <a:pt x="75183" y="138907"/>
                    <a:pt x="72190" y="161274"/>
                  </a:cubicBezTo>
                  <a:cubicBezTo>
                    <a:pt x="71695" y="165044"/>
                    <a:pt x="66793" y="169499"/>
                    <a:pt x="62880" y="171196"/>
                  </a:cubicBezTo>
                  <a:cubicBezTo>
                    <a:pt x="58992" y="172893"/>
                    <a:pt x="53689" y="172068"/>
                    <a:pt x="49164" y="171408"/>
                  </a:cubicBezTo>
                  <a:cubicBezTo>
                    <a:pt x="33255" y="169004"/>
                    <a:pt x="28282" y="171266"/>
                    <a:pt x="23639" y="187081"/>
                  </a:cubicBezTo>
                  <a:cubicBezTo>
                    <a:pt x="18077" y="205982"/>
                    <a:pt x="13434" y="225167"/>
                    <a:pt x="9192" y="244422"/>
                  </a:cubicBezTo>
                  <a:cubicBezTo>
                    <a:pt x="5586" y="260779"/>
                    <a:pt x="2758" y="277347"/>
                    <a:pt x="283" y="293939"/>
                  </a:cubicBezTo>
                  <a:cubicBezTo>
                    <a:pt x="-660" y="300350"/>
                    <a:pt x="472" y="307279"/>
                    <a:pt x="7990" y="309777"/>
                  </a:cubicBezTo>
                  <a:cubicBezTo>
                    <a:pt x="13151" y="311497"/>
                    <a:pt x="18737" y="306383"/>
                    <a:pt x="20505" y="296862"/>
                  </a:cubicBezTo>
                  <a:cubicBezTo>
                    <a:pt x="22461" y="286232"/>
                    <a:pt x="22249" y="275202"/>
                    <a:pt x="23969" y="264502"/>
                  </a:cubicBezTo>
                  <a:cubicBezTo>
                    <a:pt x="26585" y="248240"/>
                    <a:pt x="29084" y="231860"/>
                    <a:pt x="33538" y="216046"/>
                  </a:cubicBezTo>
                  <a:cubicBezTo>
                    <a:pt x="35777" y="208104"/>
                    <a:pt x="41245" y="200538"/>
                    <a:pt x="46878" y="194222"/>
                  </a:cubicBezTo>
                  <a:cubicBezTo>
                    <a:pt x="53948" y="186303"/>
                    <a:pt x="67830" y="187741"/>
                    <a:pt x="73816" y="195660"/>
                  </a:cubicBezTo>
                  <a:cubicBezTo>
                    <a:pt x="79590" y="203319"/>
                    <a:pt x="76809" y="211332"/>
                    <a:pt x="66204" y="218002"/>
                  </a:cubicBezTo>
                  <a:cubicBezTo>
                    <a:pt x="64153" y="219299"/>
                    <a:pt x="61985" y="220854"/>
                    <a:pt x="60712" y="222834"/>
                  </a:cubicBezTo>
                  <a:cubicBezTo>
                    <a:pt x="48692" y="241806"/>
                    <a:pt x="42235" y="262570"/>
                    <a:pt x="41858" y="285054"/>
                  </a:cubicBezTo>
                  <a:cubicBezTo>
                    <a:pt x="41740" y="291653"/>
                    <a:pt x="45628" y="296107"/>
                    <a:pt x="52251" y="296320"/>
                  </a:cubicBezTo>
                  <a:cubicBezTo>
                    <a:pt x="64624" y="296744"/>
                    <a:pt x="73840" y="302919"/>
                    <a:pt x="79779" y="312700"/>
                  </a:cubicBezTo>
                  <a:cubicBezTo>
                    <a:pt x="86119" y="323117"/>
                    <a:pt x="91280" y="334477"/>
                    <a:pt x="95546" y="345931"/>
                  </a:cubicBezTo>
                  <a:cubicBezTo>
                    <a:pt x="100990" y="360543"/>
                    <a:pt x="104384" y="375815"/>
                    <a:pt x="102664" y="391677"/>
                  </a:cubicBezTo>
                  <a:cubicBezTo>
                    <a:pt x="101980" y="398064"/>
                    <a:pt x="99270" y="403437"/>
                    <a:pt x="92529" y="404733"/>
                  </a:cubicBezTo>
                  <a:cubicBezTo>
                    <a:pt x="85412" y="406100"/>
                    <a:pt x="81664" y="401128"/>
                    <a:pt x="79095" y="395424"/>
                  </a:cubicBezTo>
                  <a:cubicBezTo>
                    <a:pt x="78011" y="393020"/>
                    <a:pt x="77799" y="390192"/>
                    <a:pt x="77210" y="387576"/>
                  </a:cubicBezTo>
                  <a:cubicBezTo>
                    <a:pt x="75890" y="381849"/>
                    <a:pt x="75207" y="375862"/>
                    <a:pt x="72968" y="370536"/>
                  </a:cubicBezTo>
                  <a:cubicBezTo>
                    <a:pt x="71907" y="368014"/>
                    <a:pt x="67735" y="365139"/>
                    <a:pt x="65237" y="365375"/>
                  </a:cubicBezTo>
                  <a:cubicBezTo>
                    <a:pt x="63116" y="365563"/>
                    <a:pt x="60288" y="369782"/>
                    <a:pt x="59722" y="372610"/>
                  </a:cubicBezTo>
                  <a:cubicBezTo>
                    <a:pt x="56753" y="387387"/>
                    <a:pt x="60170" y="401528"/>
                    <a:pt x="65237" y="415339"/>
                  </a:cubicBezTo>
                  <a:cubicBezTo>
                    <a:pt x="72614" y="435396"/>
                    <a:pt x="85624" y="436268"/>
                    <a:pt x="95617" y="420218"/>
                  </a:cubicBezTo>
                  <a:cubicBezTo>
                    <a:pt x="98963" y="414868"/>
                    <a:pt x="103064" y="414467"/>
                    <a:pt x="107047" y="418615"/>
                  </a:cubicBezTo>
                  <a:cubicBezTo>
                    <a:pt x="113364" y="425167"/>
                    <a:pt x="120081" y="431648"/>
                    <a:pt x="124936" y="439237"/>
                  </a:cubicBezTo>
                  <a:cubicBezTo>
                    <a:pt x="136649" y="457550"/>
                    <a:pt x="147160" y="476617"/>
                    <a:pt x="158520" y="495165"/>
                  </a:cubicBezTo>
                  <a:cubicBezTo>
                    <a:pt x="182041" y="533581"/>
                    <a:pt x="210795" y="567331"/>
                    <a:pt x="252558" y="586280"/>
                  </a:cubicBezTo>
                  <a:cubicBezTo>
                    <a:pt x="287533" y="602141"/>
                    <a:pt x="323616" y="615716"/>
                    <a:pt x="359746" y="628867"/>
                  </a:cubicBezTo>
                  <a:cubicBezTo>
                    <a:pt x="379237" y="635962"/>
                    <a:pt x="402263" y="626181"/>
                    <a:pt x="412704" y="609070"/>
                  </a:cubicBezTo>
                  <a:cubicBezTo>
                    <a:pt x="406741" y="606548"/>
                    <a:pt x="408650" y="602612"/>
                    <a:pt x="411384" y="599101"/>
                  </a:cubicBezTo>
                  <a:cubicBezTo>
                    <a:pt x="420175" y="587788"/>
                    <a:pt x="429720" y="577017"/>
                    <a:pt x="437969" y="565327"/>
                  </a:cubicBezTo>
                  <a:cubicBezTo>
                    <a:pt x="445605" y="554510"/>
                    <a:pt x="452228" y="542938"/>
                    <a:pt x="458709" y="531366"/>
                  </a:cubicBezTo>
                  <a:cubicBezTo>
                    <a:pt x="459982" y="529103"/>
                    <a:pt x="458473" y="525309"/>
                    <a:pt x="458261" y="522245"/>
                  </a:cubicBezTo>
                  <a:cubicBezTo>
                    <a:pt x="455315" y="522763"/>
                    <a:pt x="451639" y="522363"/>
                    <a:pt x="449518" y="523965"/>
                  </a:cubicBezTo>
                  <a:cubicBezTo>
                    <a:pt x="440467" y="530824"/>
                    <a:pt x="431299" y="537682"/>
                    <a:pt x="423263" y="545624"/>
                  </a:cubicBezTo>
                  <a:cubicBezTo>
                    <a:pt x="409734" y="559011"/>
                    <a:pt x="396277" y="572846"/>
                    <a:pt x="389159" y="590946"/>
                  </a:cubicBezTo>
                  <a:cubicBezTo>
                    <a:pt x="386873" y="596791"/>
                    <a:pt x="383998" y="598464"/>
                    <a:pt x="378436" y="598417"/>
                  </a:cubicBezTo>
                  <a:cubicBezTo>
                    <a:pt x="340491" y="598111"/>
                    <a:pt x="304502" y="589956"/>
                    <a:pt x="271082" y="571597"/>
                  </a:cubicBezTo>
                  <a:cubicBezTo>
                    <a:pt x="223592" y="545530"/>
                    <a:pt x="187934" y="507373"/>
                    <a:pt x="159982" y="461651"/>
                  </a:cubicBezTo>
                  <a:cubicBezTo>
                    <a:pt x="124818" y="404121"/>
                    <a:pt x="105280" y="341500"/>
                    <a:pt x="101108" y="274213"/>
                  </a:cubicBezTo>
                  <a:cubicBezTo>
                    <a:pt x="99953" y="255452"/>
                    <a:pt x="100802" y="236574"/>
                    <a:pt x="99435" y="217837"/>
                  </a:cubicBezTo>
                  <a:cubicBezTo>
                    <a:pt x="98492" y="204828"/>
                    <a:pt x="98327" y="190145"/>
                    <a:pt x="78412" y="186986"/>
                  </a:cubicBezTo>
                  <a:cubicBezTo>
                    <a:pt x="81829" y="183428"/>
                    <a:pt x="83880" y="180835"/>
                    <a:pt x="86378" y="178785"/>
                  </a:cubicBezTo>
                  <a:cubicBezTo>
                    <a:pt x="91539" y="174542"/>
                    <a:pt x="97243" y="170937"/>
                    <a:pt x="102074" y="166388"/>
                  </a:cubicBezTo>
                  <a:cubicBezTo>
                    <a:pt x="104031" y="164549"/>
                    <a:pt x="105044" y="160944"/>
                    <a:pt x="105138" y="158115"/>
                  </a:cubicBezTo>
                  <a:cubicBezTo>
                    <a:pt x="105280" y="153520"/>
                    <a:pt x="103111" y="148641"/>
                    <a:pt x="104031" y="144304"/>
                  </a:cubicBezTo>
                  <a:cubicBezTo>
                    <a:pt x="108744" y="122150"/>
                    <a:pt x="113293" y="99949"/>
                    <a:pt x="119444" y="78172"/>
                  </a:cubicBezTo>
                  <a:close/>
                  <a:moveTo>
                    <a:pt x="68631" y="277583"/>
                  </a:moveTo>
                  <a:cubicBezTo>
                    <a:pt x="63917" y="263253"/>
                    <a:pt x="64719" y="249678"/>
                    <a:pt x="68230" y="235113"/>
                  </a:cubicBezTo>
                  <a:cubicBezTo>
                    <a:pt x="77116" y="244422"/>
                    <a:pt x="77210" y="267873"/>
                    <a:pt x="68631" y="27758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65" name="Google Shape;1365;p45"/>
            <p:cNvSpPr/>
            <p:nvPr/>
          </p:nvSpPr>
          <p:spPr>
            <a:xfrm>
              <a:off x="406776" y="3394388"/>
              <a:ext cx="471525" cy="358476"/>
            </a:xfrm>
            <a:custGeom>
              <a:rect b="b" l="l" r="r" t="t"/>
              <a:pathLst>
                <a:path extrusionOk="0" h="358476" w="471525">
                  <a:moveTo>
                    <a:pt x="200798" y="236672"/>
                  </a:moveTo>
                  <a:cubicBezTo>
                    <a:pt x="196296" y="236272"/>
                    <a:pt x="190781" y="237497"/>
                    <a:pt x="187458" y="235329"/>
                  </a:cubicBezTo>
                  <a:cubicBezTo>
                    <a:pt x="177206" y="228659"/>
                    <a:pt x="167355" y="221164"/>
                    <a:pt x="158234" y="213010"/>
                  </a:cubicBezTo>
                  <a:cubicBezTo>
                    <a:pt x="154015" y="209239"/>
                    <a:pt x="151399" y="203418"/>
                    <a:pt x="148877" y="198138"/>
                  </a:cubicBezTo>
                  <a:cubicBezTo>
                    <a:pt x="146143" y="192435"/>
                    <a:pt x="145106" y="185836"/>
                    <a:pt x="141995" y="180415"/>
                  </a:cubicBezTo>
                  <a:cubicBezTo>
                    <a:pt x="135467" y="169079"/>
                    <a:pt x="127736" y="158449"/>
                    <a:pt x="121067" y="147184"/>
                  </a:cubicBezTo>
                  <a:cubicBezTo>
                    <a:pt x="111404" y="130875"/>
                    <a:pt x="101316" y="114707"/>
                    <a:pt x="93138" y="97667"/>
                  </a:cubicBezTo>
                  <a:cubicBezTo>
                    <a:pt x="85714" y="82159"/>
                    <a:pt x="81236" y="65284"/>
                    <a:pt x="74284" y="49517"/>
                  </a:cubicBezTo>
                  <a:cubicBezTo>
                    <a:pt x="67425" y="33985"/>
                    <a:pt x="59200" y="19020"/>
                    <a:pt x="51281" y="3959"/>
                  </a:cubicBezTo>
                  <a:cubicBezTo>
                    <a:pt x="50338" y="2168"/>
                    <a:pt x="47628" y="1296"/>
                    <a:pt x="45742" y="0"/>
                  </a:cubicBezTo>
                  <a:cubicBezTo>
                    <a:pt x="44375" y="2121"/>
                    <a:pt x="42136" y="4148"/>
                    <a:pt x="41830" y="6411"/>
                  </a:cubicBezTo>
                  <a:cubicBezTo>
                    <a:pt x="41359" y="9993"/>
                    <a:pt x="41806" y="13835"/>
                    <a:pt x="42514" y="17417"/>
                  </a:cubicBezTo>
                  <a:cubicBezTo>
                    <a:pt x="47604" y="43625"/>
                    <a:pt x="58116" y="68018"/>
                    <a:pt x="70819" y="91115"/>
                  </a:cubicBezTo>
                  <a:cubicBezTo>
                    <a:pt x="91394" y="128541"/>
                    <a:pt x="114114" y="164766"/>
                    <a:pt x="135349" y="201838"/>
                  </a:cubicBezTo>
                  <a:cubicBezTo>
                    <a:pt x="143291" y="215697"/>
                    <a:pt x="149608" y="230497"/>
                    <a:pt x="156584" y="244898"/>
                  </a:cubicBezTo>
                  <a:cubicBezTo>
                    <a:pt x="159035" y="249965"/>
                    <a:pt x="156702" y="254136"/>
                    <a:pt x="152247" y="255810"/>
                  </a:cubicBezTo>
                  <a:cubicBezTo>
                    <a:pt x="150032" y="256635"/>
                    <a:pt x="146355" y="254443"/>
                    <a:pt x="143716" y="252934"/>
                  </a:cubicBezTo>
                  <a:cubicBezTo>
                    <a:pt x="141901" y="251897"/>
                    <a:pt x="140581" y="249800"/>
                    <a:pt x="139308" y="248009"/>
                  </a:cubicBezTo>
                  <a:cubicBezTo>
                    <a:pt x="125780" y="228801"/>
                    <a:pt x="111946" y="209781"/>
                    <a:pt x="98912" y="190243"/>
                  </a:cubicBezTo>
                  <a:cubicBezTo>
                    <a:pt x="72186" y="150153"/>
                    <a:pt x="45625" y="109970"/>
                    <a:pt x="31154" y="63257"/>
                  </a:cubicBezTo>
                  <a:cubicBezTo>
                    <a:pt x="28962" y="56187"/>
                    <a:pt x="24295" y="49611"/>
                    <a:pt x="19699" y="43625"/>
                  </a:cubicBezTo>
                  <a:cubicBezTo>
                    <a:pt x="15410" y="38039"/>
                    <a:pt x="8952" y="39453"/>
                    <a:pt x="3343" y="41975"/>
                  </a:cubicBezTo>
                  <a:cubicBezTo>
                    <a:pt x="-2973" y="44803"/>
                    <a:pt x="1552" y="49682"/>
                    <a:pt x="1811" y="53641"/>
                  </a:cubicBezTo>
                  <a:cubicBezTo>
                    <a:pt x="1929" y="55527"/>
                    <a:pt x="3060" y="57365"/>
                    <a:pt x="3744" y="59227"/>
                  </a:cubicBezTo>
                  <a:cubicBezTo>
                    <a:pt x="16848" y="94579"/>
                    <a:pt x="34430" y="127716"/>
                    <a:pt x="54486" y="159510"/>
                  </a:cubicBezTo>
                  <a:cubicBezTo>
                    <a:pt x="63843" y="174334"/>
                    <a:pt x="74307" y="188475"/>
                    <a:pt x="84041" y="203088"/>
                  </a:cubicBezTo>
                  <a:cubicBezTo>
                    <a:pt x="85903" y="205869"/>
                    <a:pt x="88566" y="210182"/>
                    <a:pt x="87623" y="212397"/>
                  </a:cubicBezTo>
                  <a:cubicBezTo>
                    <a:pt x="84182" y="220410"/>
                    <a:pt x="89791" y="224299"/>
                    <a:pt x="93845" y="228659"/>
                  </a:cubicBezTo>
                  <a:cubicBezTo>
                    <a:pt x="102448" y="237898"/>
                    <a:pt x="111663" y="246547"/>
                    <a:pt x="120289" y="255763"/>
                  </a:cubicBezTo>
                  <a:cubicBezTo>
                    <a:pt x="126369" y="262244"/>
                    <a:pt x="132497" y="268819"/>
                    <a:pt x="137541" y="276078"/>
                  </a:cubicBezTo>
                  <a:cubicBezTo>
                    <a:pt x="144093" y="285459"/>
                    <a:pt x="142867" y="290125"/>
                    <a:pt x="133911" y="297290"/>
                  </a:cubicBezTo>
                  <a:cubicBezTo>
                    <a:pt x="127289" y="302593"/>
                    <a:pt x="126228" y="307448"/>
                    <a:pt x="131932" y="313599"/>
                  </a:cubicBezTo>
                  <a:cubicBezTo>
                    <a:pt x="137423" y="319538"/>
                    <a:pt x="143763" y="324865"/>
                    <a:pt x="150315" y="329625"/>
                  </a:cubicBezTo>
                  <a:cubicBezTo>
                    <a:pt x="156937" y="334433"/>
                    <a:pt x="161415" y="332760"/>
                    <a:pt x="161934" y="324676"/>
                  </a:cubicBezTo>
                  <a:cubicBezTo>
                    <a:pt x="162994" y="308178"/>
                    <a:pt x="162664" y="291586"/>
                    <a:pt x="162994" y="275041"/>
                  </a:cubicBezTo>
                  <a:cubicBezTo>
                    <a:pt x="163042" y="272213"/>
                    <a:pt x="163489" y="269385"/>
                    <a:pt x="163725" y="266557"/>
                  </a:cubicBezTo>
                  <a:cubicBezTo>
                    <a:pt x="167025" y="266958"/>
                    <a:pt x="170937" y="266345"/>
                    <a:pt x="173506" y="267924"/>
                  </a:cubicBezTo>
                  <a:cubicBezTo>
                    <a:pt x="182745" y="273604"/>
                    <a:pt x="191960" y="279496"/>
                    <a:pt x="200421" y="286236"/>
                  </a:cubicBezTo>
                  <a:cubicBezTo>
                    <a:pt x="225403" y="306199"/>
                    <a:pt x="251281" y="324818"/>
                    <a:pt x="279752" y="339501"/>
                  </a:cubicBezTo>
                  <a:cubicBezTo>
                    <a:pt x="296579" y="348174"/>
                    <a:pt x="314326" y="354325"/>
                    <a:pt x="333487" y="354301"/>
                  </a:cubicBezTo>
                  <a:cubicBezTo>
                    <a:pt x="338083" y="354301"/>
                    <a:pt x="342679" y="351167"/>
                    <a:pt x="347275" y="349446"/>
                  </a:cubicBezTo>
                  <a:cubicBezTo>
                    <a:pt x="344517" y="345628"/>
                    <a:pt x="342184" y="341386"/>
                    <a:pt x="338884" y="338086"/>
                  </a:cubicBezTo>
                  <a:cubicBezTo>
                    <a:pt x="335208" y="334410"/>
                    <a:pt x="330706" y="331582"/>
                    <a:pt x="326535" y="328376"/>
                  </a:cubicBezTo>
                  <a:cubicBezTo>
                    <a:pt x="326794" y="327434"/>
                    <a:pt x="327053" y="326491"/>
                    <a:pt x="327312" y="325548"/>
                  </a:cubicBezTo>
                  <a:cubicBezTo>
                    <a:pt x="332992" y="324959"/>
                    <a:pt x="338672" y="323781"/>
                    <a:pt x="344352" y="323898"/>
                  </a:cubicBezTo>
                  <a:cubicBezTo>
                    <a:pt x="358941" y="324181"/>
                    <a:pt x="373742" y="324087"/>
                    <a:pt x="382957" y="338935"/>
                  </a:cubicBezTo>
                  <a:cubicBezTo>
                    <a:pt x="384748" y="341810"/>
                    <a:pt x="388684" y="343625"/>
                    <a:pt x="391960" y="345204"/>
                  </a:cubicBezTo>
                  <a:cubicBezTo>
                    <a:pt x="408151" y="353052"/>
                    <a:pt x="425474" y="356941"/>
                    <a:pt x="443268" y="358284"/>
                  </a:cubicBezTo>
                  <a:cubicBezTo>
                    <a:pt x="450574" y="358827"/>
                    <a:pt x="458069" y="358143"/>
                    <a:pt x="465351" y="357177"/>
                  </a:cubicBezTo>
                  <a:cubicBezTo>
                    <a:pt x="467732" y="356870"/>
                    <a:pt x="471244" y="354066"/>
                    <a:pt x="471503" y="352039"/>
                  </a:cubicBezTo>
                  <a:cubicBezTo>
                    <a:pt x="471786" y="349894"/>
                    <a:pt x="469358" y="346406"/>
                    <a:pt x="467166" y="345133"/>
                  </a:cubicBezTo>
                  <a:cubicBezTo>
                    <a:pt x="462783" y="342541"/>
                    <a:pt x="457880" y="339948"/>
                    <a:pt x="452931" y="339312"/>
                  </a:cubicBezTo>
                  <a:cubicBezTo>
                    <a:pt x="437282" y="337285"/>
                    <a:pt x="421491" y="336225"/>
                    <a:pt x="405771" y="334645"/>
                  </a:cubicBezTo>
                  <a:cubicBezTo>
                    <a:pt x="402872" y="334363"/>
                    <a:pt x="400044" y="333467"/>
                    <a:pt x="397192" y="332854"/>
                  </a:cubicBezTo>
                  <a:cubicBezTo>
                    <a:pt x="397145" y="332147"/>
                    <a:pt x="397098" y="331440"/>
                    <a:pt x="397027" y="330733"/>
                  </a:cubicBezTo>
                  <a:cubicBezTo>
                    <a:pt x="407020" y="325595"/>
                    <a:pt x="417037" y="320457"/>
                    <a:pt x="427030" y="315320"/>
                  </a:cubicBezTo>
                  <a:cubicBezTo>
                    <a:pt x="426817" y="314565"/>
                    <a:pt x="426629" y="313835"/>
                    <a:pt x="426417" y="313081"/>
                  </a:cubicBezTo>
                  <a:cubicBezTo>
                    <a:pt x="423636" y="312350"/>
                    <a:pt x="420878" y="311195"/>
                    <a:pt x="418074" y="310959"/>
                  </a:cubicBezTo>
                  <a:cubicBezTo>
                    <a:pt x="403791" y="309757"/>
                    <a:pt x="389462" y="308980"/>
                    <a:pt x="375179" y="307707"/>
                  </a:cubicBezTo>
                  <a:cubicBezTo>
                    <a:pt x="364621" y="306764"/>
                    <a:pt x="353992" y="305751"/>
                    <a:pt x="343574" y="303889"/>
                  </a:cubicBezTo>
                  <a:cubicBezTo>
                    <a:pt x="333959" y="302169"/>
                    <a:pt x="329976" y="297549"/>
                    <a:pt x="330188" y="290691"/>
                  </a:cubicBezTo>
                  <a:cubicBezTo>
                    <a:pt x="330353" y="285199"/>
                    <a:pt x="335349" y="281381"/>
                    <a:pt x="344729" y="280839"/>
                  </a:cubicBezTo>
                  <a:cubicBezTo>
                    <a:pt x="351611" y="280439"/>
                    <a:pt x="358540" y="281381"/>
                    <a:pt x="365446" y="281405"/>
                  </a:cubicBezTo>
                  <a:cubicBezTo>
                    <a:pt x="368887" y="281428"/>
                    <a:pt x="372328" y="280721"/>
                    <a:pt x="376476" y="280250"/>
                  </a:cubicBezTo>
                  <a:cubicBezTo>
                    <a:pt x="375533" y="277634"/>
                    <a:pt x="375486" y="277092"/>
                    <a:pt x="375203" y="276738"/>
                  </a:cubicBezTo>
                  <a:cubicBezTo>
                    <a:pt x="364857" y="263823"/>
                    <a:pt x="330989" y="255503"/>
                    <a:pt x="316141" y="262645"/>
                  </a:cubicBezTo>
                  <a:cubicBezTo>
                    <a:pt x="313713" y="263823"/>
                    <a:pt x="311286" y="267028"/>
                    <a:pt x="310697" y="269691"/>
                  </a:cubicBezTo>
                  <a:cubicBezTo>
                    <a:pt x="308175" y="281098"/>
                    <a:pt x="303603" y="284280"/>
                    <a:pt x="292337" y="281476"/>
                  </a:cubicBezTo>
                  <a:cubicBezTo>
                    <a:pt x="276334" y="277516"/>
                    <a:pt x="263513" y="267830"/>
                    <a:pt x="250197" y="258803"/>
                  </a:cubicBezTo>
                  <a:cubicBezTo>
                    <a:pt x="239214" y="251355"/>
                    <a:pt x="227736" y="244521"/>
                    <a:pt x="215929" y="238440"/>
                  </a:cubicBezTo>
                  <a:cubicBezTo>
                    <a:pt x="211710" y="236295"/>
                    <a:pt x="205912" y="237144"/>
                    <a:pt x="200798" y="236672"/>
                  </a:cubicBezTo>
                  <a:close/>
                  <a:moveTo>
                    <a:pt x="306831" y="306717"/>
                  </a:moveTo>
                  <a:cubicBezTo>
                    <a:pt x="307868" y="307401"/>
                    <a:pt x="308811" y="308202"/>
                    <a:pt x="309777" y="308980"/>
                  </a:cubicBezTo>
                  <a:cubicBezTo>
                    <a:pt x="320454" y="317488"/>
                    <a:pt x="319676" y="328070"/>
                    <a:pt x="307374" y="334551"/>
                  </a:cubicBezTo>
                  <a:cubicBezTo>
                    <a:pt x="305111" y="335753"/>
                    <a:pt x="300421" y="334975"/>
                    <a:pt x="298347" y="333279"/>
                  </a:cubicBezTo>
                  <a:cubicBezTo>
                    <a:pt x="294623" y="330238"/>
                    <a:pt x="292031" y="325807"/>
                    <a:pt x="289014" y="321919"/>
                  </a:cubicBezTo>
                  <a:cubicBezTo>
                    <a:pt x="285314" y="317134"/>
                    <a:pt x="280529" y="313269"/>
                    <a:pt x="274496" y="315272"/>
                  </a:cubicBezTo>
                  <a:cubicBezTo>
                    <a:pt x="266200" y="318030"/>
                    <a:pt x="259436" y="315107"/>
                    <a:pt x="254109" y="310158"/>
                  </a:cubicBezTo>
                  <a:cubicBezTo>
                    <a:pt x="240039" y="297125"/>
                    <a:pt x="226629" y="283361"/>
                    <a:pt x="213218" y="269621"/>
                  </a:cubicBezTo>
                  <a:cubicBezTo>
                    <a:pt x="210272" y="266604"/>
                    <a:pt x="208387" y="262550"/>
                    <a:pt x="206030" y="258991"/>
                  </a:cubicBezTo>
                  <a:cubicBezTo>
                    <a:pt x="206643" y="258449"/>
                    <a:pt x="207232" y="257907"/>
                    <a:pt x="207845" y="257389"/>
                  </a:cubicBezTo>
                  <a:cubicBezTo>
                    <a:pt x="241241" y="272991"/>
                    <a:pt x="275721" y="286425"/>
                    <a:pt x="306831" y="30671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66" name="Google Shape;1366;p45"/>
            <p:cNvSpPr/>
            <p:nvPr/>
          </p:nvSpPr>
          <p:spPr>
            <a:xfrm>
              <a:off x="425960" y="3624014"/>
              <a:ext cx="499682" cy="282108"/>
            </a:xfrm>
            <a:custGeom>
              <a:rect b="b" l="l" r="r" t="t"/>
              <a:pathLst>
                <a:path extrusionOk="0" h="282108" w="499682">
                  <a:moveTo>
                    <a:pt x="481968" y="218619"/>
                  </a:moveTo>
                  <a:cubicBezTo>
                    <a:pt x="483618" y="222602"/>
                    <a:pt x="485362" y="226302"/>
                    <a:pt x="486658" y="230168"/>
                  </a:cubicBezTo>
                  <a:cubicBezTo>
                    <a:pt x="488921" y="236932"/>
                    <a:pt x="484843" y="245558"/>
                    <a:pt x="477466" y="250201"/>
                  </a:cubicBezTo>
                  <a:cubicBezTo>
                    <a:pt x="469571" y="255173"/>
                    <a:pt x="461888" y="255221"/>
                    <a:pt x="456561" y="248975"/>
                  </a:cubicBezTo>
                  <a:cubicBezTo>
                    <a:pt x="437259" y="226350"/>
                    <a:pt x="411051" y="215579"/>
                    <a:pt x="384113" y="206128"/>
                  </a:cubicBezTo>
                  <a:cubicBezTo>
                    <a:pt x="348407" y="193613"/>
                    <a:pt x="310839" y="190620"/>
                    <a:pt x="273743" y="185411"/>
                  </a:cubicBezTo>
                  <a:cubicBezTo>
                    <a:pt x="256868" y="183055"/>
                    <a:pt x="240983" y="178907"/>
                    <a:pt x="226441" y="169668"/>
                  </a:cubicBezTo>
                  <a:cubicBezTo>
                    <a:pt x="200775" y="153382"/>
                    <a:pt x="175133" y="137026"/>
                    <a:pt x="149019" y="121494"/>
                  </a:cubicBezTo>
                  <a:cubicBezTo>
                    <a:pt x="107351" y="96724"/>
                    <a:pt x="70325" y="66910"/>
                    <a:pt x="40511" y="28235"/>
                  </a:cubicBezTo>
                  <a:cubicBezTo>
                    <a:pt x="32521" y="17865"/>
                    <a:pt x="21209" y="9969"/>
                    <a:pt x="10909" y="1556"/>
                  </a:cubicBezTo>
                  <a:cubicBezTo>
                    <a:pt x="8576" y="-330"/>
                    <a:pt x="4075" y="448"/>
                    <a:pt x="563" y="0"/>
                  </a:cubicBezTo>
                  <a:cubicBezTo>
                    <a:pt x="516" y="3370"/>
                    <a:pt x="-710" y="7283"/>
                    <a:pt x="610" y="9969"/>
                  </a:cubicBezTo>
                  <a:cubicBezTo>
                    <a:pt x="5371" y="19680"/>
                    <a:pt x="10132" y="29602"/>
                    <a:pt x="16448" y="38322"/>
                  </a:cubicBezTo>
                  <a:cubicBezTo>
                    <a:pt x="37400" y="67311"/>
                    <a:pt x="63914" y="90644"/>
                    <a:pt x="92738" y="111549"/>
                  </a:cubicBezTo>
                  <a:cubicBezTo>
                    <a:pt x="99102" y="116168"/>
                    <a:pt x="105230" y="121400"/>
                    <a:pt x="110297" y="127363"/>
                  </a:cubicBezTo>
                  <a:cubicBezTo>
                    <a:pt x="112913" y="130450"/>
                    <a:pt x="112960" y="135730"/>
                    <a:pt x="114162" y="140019"/>
                  </a:cubicBezTo>
                  <a:cubicBezTo>
                    <a:pt x="110014" y="139571"/>
                    <a:pt x="105017" y="140467"/>
                    <a:pt x="101836" y="138463"/>
                  </a:cubicBezTo>
                  <a:cubicBezTo>
                    <a:pt x="88472" y="130073"/>
                    <a:pt x="75463" y="121094"/>
                    <a:pt x="62689" y="111831"/>
                  </a:cubicBezTo>
                  <a:cubicBezTo>
                    <a:pt x="48289" y="101391"/>
                    <a:pt x="34407" y="90243"/>
                    <a:pt x="20030" y="79802"/>
                  </a:cubicBezTo>
                  <a:cubicBezTo>
                    <a:pt x="16943" y="77563"/>
                    <a:pt x="12630" y="77068"/>
                    <a:pt x="8859" y="75772"/>
                  </a:cubicBezTo>
                  <a:cubicBezTo>
                    <a:pt x="8340" y="76432"/>
                    <a:pt x="7846" y="77068"/>
                    <a:pt x="7327" y="77728"/>
                  </a:cubicBezTo>
                  <a:cubicBezTo>
                    <a:pt x="9425" y="81452"/>
                    <a:pt x="10980" y="85671"/>
                    <a:pt x="13738" y="88805"/>
                  </a:cubicBezTo>
                  <a:cubicBezTo>
                    <a:pt x="19936" y="95876"/>
                    <a:pt x="26134" y="103111"/>
                    <a:pt x="33370" y="109027"/>
                  </a:cubicBezTo>
                  <a:cubicBezTo>
                    <a:pt x="70349" y="139241"/>
                    <a:pt x="107421" y="169362"/>
                    <a:pt x="144966" y="198845"/>
                  </a:cubicBezTo>
                  <a:cubicBezTo>
                    <a:pt x="157480" y="208673"/>
                    <a:pt x="172046" y="214447"/>
                    <a:pt x="188590" y="215390"/>
                  </a:cubicBezTo>
                  <a:cubicBezTo>
                    <a:pt x="200304" y="216050"/>
                    <a:pt x="211145" y="220269"/>
                    <a:pt x="218711" y="230568"/>
                  </a:cubicBezTo>
                  <a:cubicBezTo>
                    <a:pt x="223354" y="236884"/>
                    <a:pt x="229646" y="241598"/>
                    <a:pt x="237942" y="241645"/>
                  </a:cubicBezTo>
                  <a:cubicBezTo>
                    <a:pt x="241077" y="241669"/>
                    <a:pt x="244211" y="239878"/>
                    <a:pt x="247346" y="238911"/>
                  </a:cubicBezTo>
                  <a:cubicBezTo>
                    <a:pt x="246215" y="235871"/>
                    <a:pt x="245979" y="231817"/>
                    <a:pt x="243811" y="229979"/>
                  </a:cubicBezTo>
                  <a:cubicBezTo>
                    <a:pt x="233511" y="221188"/>
                    <a:pt x="223306" y="212020"/>
                    <a:pt x="211923" y="204832"/>
                  </a:cubicBezTo>
                  <a:cubicBezTo>
                    <a:pt x="191065" y="191633"/>
                    <a:pt x="169241" y="179991"/>
                    <a:pt x="148147" y="167146"/>
                  </a:cubicBezTo>
                  <a:cubicBezTo>
                    <a:pt x="141925" y="163351"/>
                    <a:pt x="136717" y="157789"/>
                    <a:pt x="131320" y="152722"/>
                  </a:cubicBezTo>
                  <a:cubicBezTo>
                    <a:pt x="130188" y="151662"/>
                    <a:pt x="129411" y="148692"/>
                    <a:pt x="130070" y="147584"/>
                  </a:cubicBezTo>
                  <a:cubicBezTo>
                    <a:pt x="130825" y="146359"/>
                    <a:pt x="133535" y="145557"/>
                    <a:pt x="135185" y="145817"/>
                  </a:cubicBezTo>
                  <a:cubicBezTo>
                    <a:pt x="139545" y="146524"/>
                    <a:pt x="143929" y="147490"/>
                    <a:pt x="148029" y="149069"/>
                  </a:cubicBezTo>
                  <a:cubicBezTo>
                    <a:pt x="184065" y="162833"/>
                    <a:pt x="216802" y="182583"/>
                    <a:pt x="247982" y="205020"/>
                  </a:cubicBezTo>
                  <a:cubicBezTo>
                    <a:pt x="258447" y="212538"/>
                    <a:pt x="267898" y="221023"/>
                    <a:pt x="273672" y="233208"/>
                  </a:cubicBezTo>
                  <a:cubicBezTo>
                    <a:pt x="275722" y="237521"/>
                    <a:pt x="280530" y="241056"/>
                    <a:pt x="284843" y="243696"/>
                  </a:cubicBezTo>
                  <a:cubicBezTo>
                    <a:pt x="298206" y="251921"/>
                    <a:pt x="313007" y="254113"/>
                    <a:pt x="328374" y="251921"/>
                  </a:cubicBezTo>
                  <a:cubicBezTo>
                    <a:pt x="339168" y="250389"/>
                    <a:pt x="343245" y="245723"/>
                    <a:pt x="345084" y="234528"/>
                  </a:cubicBezTo>
                  <a:cubicBezTo>
                    <a:pt x="345956" y="229296"/>
                    <a:pt x="348147" y="224794"/>
                    <a:pt x="353898" y="223969"/>
                  </a:cubicBezTo>
                  <a:cubicBezTo>
                    <a:pt x="369194" y="221706"/>
                    <a:pt x="382722" y="227669"/>
                    <a:pt x="396510" y="232359"/>
                  </a:cubicBezTo>
                  <a:cubicBezTo>
                    <a:pt x="396674" y="233231"/>
                    <a:pt x="396839" y="234080"/>
                    <a:pt x="397004" y="234952"/>
                  </a:cubicBezTo>
                  <a:cubicBezTo>
                    <a:pt x="387082" y="240066"/>
                    <a:pt x="377160" y="245204"/>
                    <a:pt x="367238" y="250318"/>
                  </a:cubicBezTo>
                  <a:cubicBezTo>
                    <a:pt x="367450" y="251049"/>
                    <a:pt x="367686" y="251780"/>
                    <a:pt x="367898" y="252487"/>
                  </a:cubicBezTo>
                  <a:cubicBezTo>
                    <a:pt x="371244" y="252487"/>
                    <a:pt x="374591" y="252628"/>
                    <a:pt x="377914" y="252463"/>
                  </a:cubicBezTo>
                  <a:cubicBezTo>
                    <a:pt x="389274" y="251874"/>
                    <a:pt x="400610" y="250978"/>
                    <a:pt x="411970" y="250601"/>
                  </a:cubicBezTo>
                  <a:cubicBezTo>
                    <a:pt x="429976" y="249988"/>
                    <a:pt x="445696" y="252958"/>
                    <a:pt x="453450" y="272826"/>
                  </a:cubicBezTo>
                  <a:cubicBezTo>
                    <a:pt x="456986" y="281900"/>
                    <a:pt x="466177" y="284587"/>
                    <a:pt x="473059" y="279708"/>
                  </a:cubicBezTo>
                  <a:cubicBezTo>
                    <a:pt x="488473" y="268796"/>
                    <a:pt x="497877" y="253618"/>
                    <a:pt x="499621" y="234645"/>
                  </a:cubicBezTo>
                  <a:cubicBezTo>
                    <a:pt x="500493" y="225548"/>
                    <a:pt x="492079" y="218430"/>
                    <a:pt x="481968" y="218619"/>
                  </a:cubicBezTo>
                  <a:close/>
                  <a:moveTo>
                    <a:pt x="327879" y="234645"/>
                  </a:moveTo>
                  <a:cubicBezTo>
                    <a:pt x="325711" y="234363"/>
                    <a:pt x="324414" y="234433"/>
                    <a:pt x="323283" y="234033"/>
                  </a:cubicBezTo>
                  <a:cubicBezTo>
                    <a:pt x="308953" y="228730"/>
                    <a:pt x="296274" y="220905"/>
                    <a:pt x="286163" y="209333"/>
                  </a:cubicBezTo>
                  <a:cubicBezTo>
                    <a:pt x="284937" y="207943"/>
                    <a:pt x="284985" y="205444"/>
                    <a:pt x="284442" y="203465"/>
                  </a:cubicBezTo>
                  <a:cubicBezTo>
                    <a:pt x="286257" y="203040"/>
                    <a:pt x="288284" y="201886"/>
                    <a:pt x="289863" y="202310"/>
                  </a:cubicBezTo>
                  <a:cubicBezTo>
                    <a:pt x="305135" y="206364"/>
                    <a:pt x="318946" y="213151"/>
                    <a:pt x="329458" y="225312"/>
                  </a:cubicBezTo>
                  <a:cubicBezTo>
                    <a:pt x="330966" y="227033"/>
                    <a:pt x="331155" y="230191"/>
                    <a:pt x="331202" y="232689"/>
                  </a:cubicBezTo>
                  <a:cubicBezTo>
                    <a:pt x="331225" y="233444"/>
                    <a:pt x="328633" y="234245"/>
                    <a:pt x="327879" y="23464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67" name="Google Shape;1367;p45"/>
            <p:cNvSpPr/>
            <p:nvPr/>
          </p:nvSpPr>
          <p:spPr>
            <a:xfrm>
              <a:off x="1023012" y="2543575"/>
              <a:ext cx="418240" cy="362550"/>
            </a:xfrm>
            <a:custGeom>
              <a:rect b="b" l="l" r="r" t="t"/>
              <a:pathLst>
                <a:path extrusionOk="0" h="362550" w="418240">
                  <a:moveTo>
                    <a:pt x="272001" y="124794"/>
                  </a:moveTo>
                  <a:cubicBezTo>
                    <a:pt x="255103" y="112043"/>
                    <a:pt x="237427" y="100047"/>
                    <a:pt x="216757" y="93613"/>
                  </a:cubicBezTo>
                  <a:cubicBezTo>
                    <a:pt x="209569" y="91374"/>
                    <a:pt x="203865" y="92647"/>
                    <a:pt x="197502" y="97101"/>
                  </a:cubicBezTo>
                  <a:cubicBezTo>
                    <a:pt x="190856" y="101744"/>
                    <a:pt x="182772" y="104431"/>
                    <a:pt x="175088" y="107377"/>
                  </a:cubicBezTo>
                  <a:cubicBezTo>
                    <a:pt x="173415" y="108013"/>
                    <a:pt x="170186" y="106599"/>
                    <a:pt x="168819" y="105091"/>
                  </a:cubicBezTo>
                  <a:cubicBezTo>
                    <a:pt x="168089" y="104289"/>
                    <a:pt x="169173" y="100778"/>
                    <a:pt x="170422" y="99364"/>
                  </a:cubicBezTo>
                  <a:cubicBezTo>
                    <a:pt x="174240" y="95074"/>
                    <a:pt x="172402" y="91610"/>
                    <a:pt x="169385" y="88310"/>
                  </a:cubicBezTo>
                  <a:cubicBezTo>
                    <a:pt x="167570" y="86307"/>
                    <a:pt x="165473" y="84469"/>
                    <a:pt x="163187" y="83007"/>
                  </a:cubicBezTo>
                  <a:cubicBezTo>
                    <a:pt x="115343" y="52156"/>
                    <a:pt x="65072" y="25807"/>
                    <a:pt x="12915" y="3064"/>
                  </a:cubicBezTo>
                  <a:cubicBezTo>
                    <a:pt x="9262" y="1461"/>
                    <a:pt x="5114" y="990"/>
                    <a:pt x="1202" y="0"/>
                  </a:cubicBezTo>
                  <a:cubicBezTo>
                    <a:pt x="801" y="660"/>
                    <a:pt x="401" y="1296"/>
                    <a:pt x="0" y="1956"/>
                  </a:cubicBezTo>
                  <a:cubicBezTo>
                    <a:pt x="2687" y="4643"/>
                    <a:pt x="5020" y="7778"/>
                    <a:pt x="8084" y="9922"/>
                  </a:cubicBezTo>
                  <a:cubicBezTo>
                    <a:pt x="26326" y="22649"/>
                    <a:pt x="44332" y="35777"/>
                    <a:pt x="63163" y="47608"/>
                  </a:cubicBezTo>
                  <a:cubicBezTo>
                    <a:pt x="116026" y="80839"/>
                    <a:pt x="167570" y="115885"/>
                    <a:pt x="214282" y="157459"/>
                  </a:cubicBezTo>
                  <a:cubicBezTo>
                    <a:pt x="251662" y="190714"/>
                    <a:pt x="288593" y="224487"/>
                    <a:pt x="324888" y="258921"/>
                  </a:cubicBezTo>
                  <a:cubicBezTo>
                    <a:pt x="344638" y="277634"/>
                    <a:pt x="366698" y="293849"/>
                    <a:pt x="379779" y="319656"/>
                  </a:cubicBezTo>
                  <a:cubicBezTo>
                    <a:pt x="388004" y="335895"/>
                    <a:pt x="403630" y="348386"/>
                    <a:pt x="415933" y="362550"/>
                  </a:cubicBezTo>
                  <a:cubicBezTo>
                    <a:pt x="416687" y="362197"/>
                    <a:pt x="417417" y="361867"/>
                    <a:pt x="418171" y="361513"/>
                  </a:cubicBezTo>
                  <a:cubicBezTo>
                    <a:pt x="418195" y="344591"/>
                    <a:pt x="419067" y="327599"/>
                    <a:pt x="413858" y="311101"/>
                  </a:cubicBezTo>
                  <a:cubicBezTo>
                    <a:pt x="413057" y="308532"/>
                    <a:pt x="411242" y="305680"/>
                    <a:pt x="409050" y="304313"/>
                  </a:cubicBezTo>
                  <a:cubicBezTo>
                    <a:pt x="404195" y="301296"/>
                    <a:pt x="398091" y="300047"/>
                    <a:pt x="393802" y="296489"/>
                  </a:cubicBezTo>
                  <a:cubicBezTo>
                    <a:pt x="383526" y="287980"/>
                    <a:pt x="373839" y="278718"/>
                    <a:pt x="364200" y="269456"/>
                  </a:cubicBezTo>
                  <a:cubicBezTo>
                    <a:pt x="337427" y="243672"/>
                    <a:pt x="314235" y="214636"/>
                    <a:pt x="282630" y="193330"/>
                  </a:cubicBezTo>
                  <a:cubicBezTo>
                    <a:pt x="253500" y="173698"/>
                    <a:pt x="231157" y="145628"/>
                    <a:pt x="210370" y="117087"/>
                  </a:cubicBezTo>
                  <a:cubicBezTo>
                    <a:pt x="207471" y="113104"/>
                    <a:pt x="206694" y="107565"/>
                    <a:pt x="204949" y="102758"/>
                  </a:cubicBezTo>
                  <a:cubicBezTo>
                    <a:pt x="209946" y="104242"/>
                    <a:pt x="215720" y="104619"/>
                    <a:pt x="219797" y="107424"/>
                  </a:cubicBezTo>
                  <a:cubicBezTo>
                    <a:pt x="233632" y="116946"/>
                    <a:pt x="247679" y="126396"/>
                    <a:pt x="260170" y="137544"/>
                  </a:cubicBezTo>
                  <a:cubicBezTo>
                    <a:pt x="296182" y="169715"/>
                    <a:pt x="331464" y="202710"/>
                    <a:pt x="367075" y="235329"/>
                  </a:cubicBezTo>
                  <a:cubicBezTo>
                    <a:pt x="376102" y="243601"/>
                    <a:pt x="385317" y="251685"/>
                    <a:pt x="395711" y="260995"/>
                  </a:cubicBezTo>
                  <a:cubicBezTo>
                    <a:pt x="395711" y="254843"/>
                    <a:pt x="395947" y="250460"/>
                    <a:pt x="395664" y="246123"/>
                  </a:cubicBezTo>
                  <a:cubicBezTo>
                    <a:pt x="395027" y="236036"/>
                    <a:pt x="394910" y="225831"/>
                    <a:pt x="393118" y="215956"/>
                  </a:cubicBezTo>
                  <a:cubicBezTo>
                    <a:pt x="391657" y="207872"/>
                    <a:pt x="388758" y="207047"/>
                    <a:pt x="381122" y="209451"/>
                  </a:cubicBezTo>
                  <a:cubicBezTo>
                    <a:pt x="375772" y="211124"/>
                    <a:pt x="371223" y="210724"/>
                    <a:pt x="367264" y="205751"/>
                  </a:cubicBezTo>
                  <a:cubicBezTo>
                    <a:pt x="362220" y="199411"/>
                    <a:pt x="357106" y="192835"/>
                    <a:pt x="350884" y="187745"/>
                  </a:cubicBezTo>
                  <a:cubicBezTo>
                    <a:pt x="324888" y="166368"/>
                    <a:pt x="298845" y="145015"/>
                    <a:pt x="272001" y="1247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68" name="Google Shape;1368;p45"/>
            <p:cNvSpPr/>
            <p:nvPr/>
          </p:nvSpPr>
          <p:spPr>
            <a:xfrm>
              <a:off x="700050" y="3045042"/>
              <a:ext cx="117417" cy="253593"/>
            </a:xfrm>
            <a:custGeom>
              <a:rect b="b" l="l" r="r" t="t"/>
              <a:pathLst>
                <a:path extrusionOk="0" h="253593" w="117417">
                  <a:moveTo>
                    <a:pt x="2858" y="188210"/>
                  </a:moveTo>
                  <a:cubicBezTo>
                    <a:pt x="76" y="190920"/>
                    <a:pt x="-324" y="197308"/>
                    <a:pt x="194" y="201785"/>
                  </a:cubicBezTo>
                  <a:cubicBezTo>
                    <a:pt x="736" y="206476"/>
                    <a:pt x="3187" y="211213"/>
                    <a:pt x="5686" y="215384"/>
                  </a:cubicBezTo>
                  <a:cubicBezTo>
                    <a:pt x="14924" y="230822"/>
                    <a:pt x="25412" y="245292"/>
                    <a:pt x="42641" y="252599"/>
                  </a:cubicBezTo>
                  <a:cubicBezTo>
                    <a:pt x="45846" y="253966"/>
                    <a:pt x="52492" y="253612"/>
                    <a:pt x="53859" y="251562"/>
                  </a:cubicBezTo>
                  <a:cubicBezTo>
                    <a:pt x="56193" y="248074"/>
                    <a:pt x="56546" y="242488"/>
                    <a:pt x="55933" y="238033"/>
                  </a:cubicBezTo>
                  <a:cubicBezTo>
                    <a:pt x="55533" y="235135"/>
                    <a:pt x="52374" y="232094"/>
                    <a:pt x="49688" y="230138"/>
                  </a:cubicBezTo>
                  <a:cubicBezTo>
                    <a:pt x="45139" y="226815"/>
                    <a:pt x="40072" y="224199"/>
                    <a:pt x="35099" y="221512"/>
                  </a:cubicBezTo>
                  <a:cubicBezTo>
                    <a:pt x="27227" y="217246"/>
                    <a:pt x="20934" y="211613"/>
                    <a:pt x="18083" y="202822"/>
                  </a:cubicBezTo>
                  <a:cubicBezTo>
                    <a:pt x="15066" y="193489"/>
                    <a:pt x="19803" y="186537"/>
                    <a:pt x="29419" y="187173"/>
                  </a:cubicBezTo>
                  <a:cubicBezTo>
                    <a:pt x="33920" y="187456"/>
                    <a:pt x="38776" y="188894"/>
                    <a:pt x="42641" y="191203"/>
                  </a:cubicBezTo>
                  <a:cubicBezTo>
                    <a:pt x="57206" y="199900"/>
                    <a:pt x="68637" y="211920"/>
                    <a:pt x="75589" y="227404"/>
                  </a:cubicBezTo>
                  <a:cubicBezTo>
                    <a:pt x="77592" y="231835"/>
                    <a:pt x="76343" y="237727"/>
                    <a:pt x="76626" y="242936"/>
                  </a:cubicBezTo>
                  <a:cubicBezTo>
                    <a:pt x="76791" y="246094"/>
                    <a:pt x="75943" y="250972"/>
                    <a:pt x="77545" y="252033"/>
                  </a:cubicBezTo>
                  <a:cubicBezTo>
                    <a:pt x="80067" y="253683"/>
                    <a:pt x="85488" y="254248"/>
                    <a:pt x="87538" y="252622"/>
                  </a:cubicBezTo>
                  <a:cubicBezTo>
                    <a:pt x="92558" y="248592"/>
                    <a:pt x="97555" y="243666"/>
                    <a:pt x="100430" y="238010"/>
                  </a:cubicBezTo>
                  <a:cubicBezTo>
                    <a:pt x="109999" y="219273"/>
                    <a:pt x="113157" y="198651"/>
                    <a:pt x="115255" y="177982"/>
                  </a:cubicBezTo>
                  <a:cubicBezTo>
                    <a:pt x="118413" y="146872"/>
                    <a:pt x="118248" y="115738"/>
                    <a:pt x="113864" y="84698"/>
                  </a:cubicBezTo>
                  <a:cubicBezTo>
                    <a:pt x="109975" y="57053"/>
                    <a:pt x="100006" y="31764"/>
                    <a:pt x="83791" y="9068"/>
                  </a:cubicBezTo>
                  <a:cubicBezTo>
                    <a:pt x="75141" y="-3046"/>
                    <a:pt x="66657" y="-3046"/>
                    <a:pt x="58054" y="9209"/>
                  </a:cubicBezTo>
                  <a:cubicBezTo>
                    <a:pt x="52115" y="17670"/>
                    <a:pt x="46577" y="26579"/>
                    <a:pt x="42217" y="35912"/>
                  </a:cubicBezTo>
                  <a:cubicBezTo>
                    <a:pt x="34392" y="52646"/>
                    <a:pt x="31304" y="70322"/>
                    <a:pt x="37008" y="88469"/>
                  </a:cubicBezTo>
                  <a:cubicBezTo>
                    <a:pt x="40685" y="100183"/>
                    <a:pt x="48415" y="103035"/>
                    <a:pt x="59445" y="97802"/>
                  </a:cubicBezTo>
                  <a:cubicBezTo>
                    <a:pt x="62155" y="96506"/>
                    <a:pt x="65031" y="95563"/>
                    <a:pt x="69344" y="93866"/>
                  </a:cubicBezTo>
                  <a:cubicBezTo>
                    <a:pt x="64983" y="106546"/>
                    <a:pt x="60482" y="111943"/>
                    <a:pt x="50159" y="114371"/>
                  </a:cubicBezTo>
                  <a:cubicBezTo>
                    <a:pt x="43112" y="116044"/>
                    <a:pt x="35547" y="115691"/>
                    <a:pt x="28193" y="115856"/>
                  </a:cubicBezTo>
                  <a:cubicBezTo>
                    <a:pt x="19214" y="116044"/>
                    <a:pt x="15042" y="118613"/>
                    <a:pt x="14335" y="127569"/>
                  </a:cubicBezTo>
                  <a:cubicBezTo>
                    <a:pt x="13510" y="137586"/>
                    <a:pt x="14618" y="147744"/>
                    <a:pt x="14241" y="157831"/>
                  </a:cubicBezTo>
                  <a:cubicBezTo>
                    <a:pt x="13817" y="169096"/>
                    <a:pt x="11648" y="179608"/>
                    <a:pt x="2858" y="188210"/>
                  </a:cubicBezTo>
                  <a:close/>
                  <a:moveTo>
                    <a:pt x="28688" y="124552"/>
                  </a:moveTo>
                  <a:cubicBezTo>
                    <a:pt x="34203" y="127711"/>
                    <a:pt x="39341" y="131599"/>
                    <a:pt x="44455" y="135417"/>
                  </a:cubicBezTo>
                  <a:cubicBezTo>
                    <a:pt x="50560" y="139990"/>
                    <a:pt x="56051" y="145552"/>
                    <a:pt x="62579" y="149393"/>
                  </a:cubicBezTo>
                  <a:cubicBezTo>
                    <a:pt x="69862" y="153683"/>
                    <a:pt x="76414" y="151279"/>
                    <a:pt x="79337" y="143265"/>
                  </a:cubicBezTo>
                  <a:cubicBezTo>
                    <a:pt x="85700" y="125896"/>
                    <a:pt x="86030" y="107890"/>
                    <a:pt x="82118" y="89954"/>
                  </a:cubicBezTo>
                  <a:cubicBezTo>
                    <a:pt x="80751" y="83685"/>
                    <a:pt x="75801" y="80668"/>
                    <a:pt x="68990" y="82530"/>
                  </a:cubicBezTo>
                  <a:cubicBezTo>
                    <a:pt x="64724" y="83685"/>
                    <a:pt x="60529" y="85311"/>
                    <a:pt x="56193" y="86113"/>
                  </a:cubicBezTo>
                  <a:cubicBezTo>
                    <a:pt x="49829" y="87267"/>
                    <a:pt x="46883" y="84793"/>
                    <a:pt x="47873" y="78547"/>
                  </a:cubicBezTo>
                  <a:cubicBezTo>
                    <a:pt x="50583" y="61342"/>
                    <a:pt x="55768" y="44868"/>
                    <a:pt x="64913" y="29973"/>
                  </a:cubicBezTo>
                  <a:cubicBezTo>
                    <a:pt x="70333" y="21158"/>
                    <a:pt x="76791" y="21323"/>
                    <a:pt x="80373" y="30869"/>
                  </a:cubicBezTo>
                  <a:cubicBezTo>
                    <a:pt x="84498" y="41851"/>
                    <a:pt x="87845" y="53400"/>
                    <a:pt x="89518" y="65019"/>
                  </a:cubicBezTo>
                  <a:cubicBezTo>
                    <a:pt x="93289" y="90920"/>
                    <a:pt x="95811" y="116987"/>
                    <a:pt x="98521" y="140319"/>
                  </a:cubicBezTo>
                  <a:cubicBezTo>
                    <a:pt x="97531" y="149558"/>
                    <a:pt x="97932" y="156299"/>
                    <a:pt x="95811" y="162144"/>
                  </a:cubicBezTo>
                  <a:cubicBezTo>
                    <a:pt x="94373" y="166127"/>
                    <a:pt x="89801" y="170958"/>
                    <a:pt x="85936" y="171689"/>
                  </a:cubicBezTo>
                  <a:cubicBezTo>
                    <a:pt x="69414" y="174753"/>
                    <a:pt x="52940" y="174376"/>
                    <a:pt x="37856" y="165184"/>
                  </a:cubicBezTo>
                  <a:cubicBezTo>
                    <a:pt x="24493" y="157029"/>
                    <a:pt x="20769" y="144043"/>
                    <a:pt x="20322" y="129667"/>
                  </a:cubicBezTo>
                  <a:cubicBezTo>
                    <a:pt x="20157" y="124269"/>
                    <a:pt x="23645" y="121653"/>
                    <a:pt x="28688" y="12455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69" name="Google Shape;1369;p45"/>
            <p:cNvSpPr/>
            <p:nvPr/>
          </p:nvSpPr>
          <p:spPr>
            <a:xfrm>
              <a:off x="858634" y="3448973"/>
              <a:ext cx="234682" cy="295687"/>
            </a:xfrm>
            <a:custGeom>
              <a:rect b="b" l="l" r="r" t="t"/>
              <a:pathLst>
                <a:path extrusionOk="0" h="295687" w="234682">
                  <a:moveTo>
                    <a:pt x="136921" y="122248"/>
                  </a:moveTo>
                  <a:cubicBezTo>
                    <a:pt x="124524" y="118336"/>
                    <a:pt x="116864" y="124346"/>
                    <a:pt x="115686" y="137497"/>
                  </a:cubicBezTo>
                  <a:cubicBezTo>
                    <a:pt x="114673" y="148692"/>
                    <a:pt x="111373" y="158567"/>
                    <a:pt x="104090" y="167287"/>
                  </a:cubicBezTo>
                  <a:cubicBezTo>
                    <a:pt x="82361" y="193307"/>
                    <a:pt x="55563" y="209545"/>
                    <a:pt x="21060" y="211737"/>
                  </a:cubicBezTo>
                  <a:cubicBezTo>
                    <a:pt x="7555" y="212585"/>
                    <a:pt x="2087" y="217111"/>
                    <a:pt x="437" y="229484"/>
                  </a:cubicBezTo>
                  <a:cubicBezTo>
                    <a:pt x="-482" y="236437"/>
                    <a:pt x="178" y="243790"/>
                    <a:pt x="1215" y="250790"/>
                  </a:cubicBezTo>
                  <a:cubicBezTo>
                    <a:pt x="2771" y="261254"/>
                    <a:pt x="8121" y="268042"/>
                    <a:pt x="19810" y="269385"/>
                  </a:cubicBezTo>
                  <a:cubicBezTo>
                    <a:pt x="29803" y="270540"/>
                    <a:pt x="32891" y="275230"/>
                    <a:pt x="34258" y="285129"/>
                  </a:cubicBezTo>
                  <a:cubicBezTo>
                    <a:pt x="34753" y="288758"/>
                    <a:pt x="36850" y="292175"/>
                    <a:pt x="38217" y="295687"/>
                  </a:cubicBezTo>
                  <a:cubicBezTo>
                    <a:pt x="38948" y="295522"/>
                    <a:pt x="39702" y="295334"/>
                    <a:pt x="40433" y="295169"/>
                  </a:cubicBezTo>
                  <a:cubicBezTo>
                    <a:pt x="40951" y="294155"/>
                    <a:pt x="41705" y="293189"/>
                    <a:pt x="41941" y="292105"/>
                  </a:cubicBezTo>
                  <a:cubicBezTo>
                    <a:pt x="45193" y="276950"/>
                    <a:pt x="44557" y="262079"/>
                    <a:pt x="37628" y="248032"/>
                  </a:cubicBezTo>
                  <a:cubicBezTo>
                    <a:pt x="36261" y="245298"/>
                    <a:pt x="32891" y="242588"/>
                    <a:pt x="29945" y="241787"/>
                  </a:cubicBezTo>
                  <a:cubicBezTo>
                    <a:pt x="24807" y="240443"/>
                    <a:pt x="23676" y="236814"/>
                    <a:pt x="25420" y="233538"/>
                  </a:cubicBezTo>
                  <a:cubicBezTo>
                    <a:pt x="28154" y="228353"/>
                    <a:pt x="32419" y="223969"/>
                    <a:pt x="36049" y="219232"/>
                  </a:cubicBezTo>
                  <a:cubicBezTo>
                    <a:pt x="39749" y="222131"/>
                    <a:pt x="43473" y="224982"/>
                    <a:pt x="47150" y="227928"/>
                  </a:cubicBezTo>
                  <a:cubicBezTo>
                    <a:pt x="47715" y="228376"/>
                    <a:pt x="48045" y="229107"/>
                    <a:pt x="48493" y="229696"/>
                  </a:cubicBezTo>
                  <a:cubicBezTo>
                    <a:pt x="53607" y="236224"/>
                    <a:pt x="58533" y="237851"/>
                    <a:pt x="65910" y="233797"/>
                  </a:cubicBezTo>
                  <a:cubicBezTo>
                    <a:pt x="72108" y="230380"/>
                    <a:pt x="77529" y="225525"/>
                    <a:pt x="83398" y="221447"/>
                  </a:cubicBezTo>
                  <a:cubicBezTo>
                    <a:pt x="94074" y="213976"/>
                    <a:pt x="104468" y="206010"/>
                    <a:pt x="115686" y="199458"/>
                  </a:cubicBezTo>
                  <a:cubicBezTo>
                    <a:pt x="120447" y="196653"/>
                    <a:pt x="127399" y="194886"/>
                    <a:pt x="132608" y="196041"/>
                  </a:cubicBezTo>
                  <a:cubicBezTo>
                    <a:pt x="146773" y="199175"/>
                    <a:pt x="157166" y="195923"/>
                    <a:pt x="165038" y="183432"/>
                  </a:cubicBezTo>
                  <a:cubicBezTo>
                    <a:pt x="169398" y="176502"/>
                    <a:pt x="173805" y="176785"/>
                    <a:pt x="179132" y="183149"/>
                  </a:cubicBezTo>
                  <a:cubicBezTo>
                    <a:pt x="184882" y="190031"/>
                    <a:pt x="186839" y="190172"/>
                    <a:pt x="190185" y="181381"/>
                  </a:cubicBezTo>
                  <a:cubicBezTo>
                    <a:pt x="195347" y="167829"/>
                    <a:pt x="200108" y="154018"/>
                    <a:pt x="203525" y="139948"/>
                  </a:cubicBezTo>
                  <a:cubicBezTo>
                    <a:pt x="214201" y="95876"/>
                    <a:pt x="224171" y="51638"/>
                    <a:pt x="234352" y="7448"/>
                  </a:cubicBezTo>
                  <a:cubicBezTo>
                    <a:pt x="234800" y="5468"/>
                    <a:pt x="234588" y="3323"/>
                    <a:pt x="234682" y="1249"/>
                  </a:cubicBezTo>
                  <a:cubicBezTo>
                    <a:pt x="233904" y="825"/>
                    <a:pt x="233150" y="424"/>
                    <a:pt x="232373" y="0"/>
                  </a:cubicBezTo>
                  <a:cubicBezTo>
                    <a:pt x="227871" y="5916"/>
                    <a:pt x="222545" y="11407"/>
                    <a:pt x="219009" y="17865"/>
                  </a:cubicBezTo>
                  <a:cubicBezTo>
                    <a:pt x="205740" y="42022"/>
                    <a:pt x="197044" y="67994"/>
                    <a:pt x="191835" y="94980"/>
                  </a:cubicBezTo>
                  <a:cubicBezTo>
                    <a:pt x="189573" y="106693"/>
                    <a:pt x="189243" y="118831"/>
                    <a:pt x="188842" y="130827"/>
                  </a:cubicBezTo>
                  <a:cubicBezTo>
                    <a:pt x="188724" y="134575"/>
                    <a:pt x="191222" y="138416"/>
                    <a:pt x="193343" y="144615"/>
                  </a:cubicBezTo>
                  <a:cubicBezTo>
                    <a:pt x="187286" y="142258"/>
                    <a:pt x="183303" y="140773"/>
                    <a:pt x="179391" y="139170"/>
                  </a:cubicBezTo>
                  <a:cubicBezTo>
                    <a:pt x="165227" y="133443"/>
                    <a:pt x="151416" y="126797"/>
                    <a:pt x="136921" y="122248"/>
                  </a:cubicBezTo>
                  <a:close/>
                  <a:moveTo>
                    <a:pt x="135248" y="182041"/>
                  </a:moveTo>
                  <a:cubicBezTo>
                    <a:pt x="131170" y="182677"/>
                    <a:pt x="128601" y="181169"/>
                    <a:pt x="129120" y="177021"/>
                  </a:cubicBezTo>
                  <a:cubicBezTo>
                    <a:pt x="130840" y="163045"/>
                    <a:pt x="137251" y="151237"/>
                    <a:pt x="147362" y="141669"/>
                  </a:cubicBezTo>
                  <a:cubicBezTo>
                    <a:pt x="149129" y="139995"/>
                    <a:pt x="154149" y="139406"/>
                    <a:pt x="156011" y="140702"/>
                  </a:cubicBezTo>
                  <a:cubicBezTo>
                    <a:pt x="159099" y="142847"/>
                    <a:pt x="160819" y="146948"/>
                    <a:pt x="161880" y="148433"/>
                  </a:cubicBezTo>
                  <a:cubicBezTo>
                    <a:pt x="161903" y="162079"/>
                    <a:pt x="146207" y="180297"/>
                    <a:pt x="135248" y="1820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70" name="Google Shape;1370;p45"/>
            <p:cNvSpPr/>
            <p:nvPr/>
          </p:nvSpPr>
          <p:spPr>
            <a:xfrm>
              <a:off x="719618" y="2154563"/>
              <a:ext cx="409209" cy="90285"/>
            </a:xfrm>
            <a:custGeom>
              <a:rect b="b" l="l" r="r" t="t"/>
              <a:pathLst>
                <a:path extrusionOk="0" h="90285" w="409209">
                  <a:moveTo>
                    <a:pt x="20080" y="18990"/>
                  </a:moveTo>
                  <a:cubicBezTo>
                    <a:pt x="45086" y="19108"/>
                    <a:pt x="70116" y="18000"/>
                    <a:pt x="95098" y="18731"/>
                  </a:cubicBezTo>
                  <a:cubicBezTo>
                    <a:pt x="121188" y="19485"/>
                    <a:pt x="147749" y="15502"/>
                    <a:pt x="172944" y="27687"/>
                  </a:cubicBezTo>
                  <a:cubicBezTo>
                    <a:pt x="179779" y="30986"/>
                    <a:pt x="189394" y="28936"/>
                    <a:pt x="197714" y="28653"/>
                  </a:cubicBezTo>
                  <a:cubicBezTo>
                    <a:pt x="207071" y="28347"/>
                    <a:pt x="216404" y="26791"/>
                    <a:pt x="225737" y="26673"/>
                  </a:cubicBezTo>
                  <a:cubicBezTo>
                    <a:pt x="231652" y="26603"/>
                    <a:pt x="238228" y="27899"/>
                    <a:pt x="239878" y="34993"/>
                  </a:cubicBezTo>
                  <a:cubicBezTo>
                    <a:pt x="241362" y="41427"/>
                    <a:pt x="245463" y="45080"/>
                    <a:pt x="250978" y="46754"/>
                  </a:cubicBezTo>
                  <a:cubicBezTo>
                    <a:pt x="258473" y="49016"/>
                    <a:pt x="266274" y="51255"/>
                    <a:pt x="274028" y="51585"/>
                  </a:cubicBezTo>
                  <a:cubicBezTo>
                    <a:pt x="299647" y="52646"/>
                    <a:pt x="323616" y="59292"/>
                    <a:pt x="346430" y="70722"/>
                  </a:cubicBezTo>
                  <a:cubicBezTo>
                    <a:pt x="356140" y="75577"/>
                    <a:pt x="365709" y="80857"/>
                    <a:pt x="375796" y="84769"/>
                  </a:cubicBezTo>
                  <a:cubicBezTo>
                    <a:pt x="383267" y="87668"/>
                    <a:pt x="391374" y="89553"/>
                    <a:pt x="399340" y="90237"/>
                  </a:cubicBezTo>
                  <a:cubicBezTo>
                    <a:pt x="406859" y="90873"/>
                    <a:pt x="410936" y="85240"/>
                    <a:pt x="408509" y="77981"/>
                  </a:cubicBezTo>
                  <a:cubicBezTo>
                    <a:pt x="406293" y="71312"/>
                    <a:pt x="402805" y="64948"/>
                    <a:pt x="399034" y="58985"/>
                  </a:cubicBezTo>
                  <a:cubicBezTo>
                    <a:pt x="397596" y="56699"/>
                    <a:pt x="393920" y="55073"/>
                    <a:pt x="391021" y="54602"/>
                  </a:cubicBezTo>
                  <a:cubicBezTo>
                    <a:pt x="382748" y="53282"/>
                    <a:pt x="374217" y="53376"/>
                    <a:pt x="366015" y="51703"/>
                  </a:cubicBezTo>
                  <a:cubicBezTo>
                    <a:pt x="344309" y="47248"/>
                    <a:pt x="322532" y="42912"/>
                    <a:pt x="301202" y="37043"/>
                  </a:cubicBezTo>
                  <a:cubicBezTo>
                    <a:pt x="288145" y="33461"/>
                    <a:pt x="287179" y="28017"/>
                    <a:pt x="294815" y="17010"/>
                  </a:cubicBezTo>
                  <a:cubicBezTo>
                    <a:pt x="300377" y="8997"/>
                    <a:pt x="299458" y="5344"/>
                    <a:pt x="289795" y="4001"/>
                  </a:cubicBezTo>
                  <a:cubicBezTo>
                    <a:pt x="274664" y="1880"/>
                    <a:pt x="259345" y="65"/>
                    <a:pt x="244120" y="18"/>
                  </a:cubicBezTo>
                  <a:cubicBezTo>
                    <a:pt x="200307" y="-53"/>
                    <a:pt x="156446" y="18"/>
                    <a:pt x="112656" y="1597"/>
                  </a:cubicBezTo>
                  <a:cubicBezTo>
                    <a:pt x="81310" y="2704"/>
                    <a:pt x="50035" y="6145"/>
                    <a:pt x="18784" y="8950"/>
                  </a:cubicBezTo>
                  <a:cubicBezTo>
                    <a:pt x="12444" y="9516"/>
                    <a:pt x="6246" y="11849"/>
                    <a:pt x="0" y="13357"/>
                  </a:cubicBezTo>
                  <a:cubicBezTo>
                    <a:pt x="71" y="14441"/>
                    <a:pt x="118" y="15526"/>
                    <a:pt x="189" y="16586"/>
                  </a:cubicBezTo>
                  <a:cubicBezTo>
                    <a:pt x="6835" y="17411"/>
                    <a:pt x="13457" y="18943"/>
                    <a:pt x="20080" y="1899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71" name="Google Shape;1371;p45"/>
            <p:cNvSpPr/>
            <p:nvPr/>
          </p:nvSpPr>
          <p:spPr>
            <a:xfrm>
              <a:off x="288460" y="2544271"/>
              <a:ext cx="355244" cy="424215"/>
            </a:xfrm>
            <a:custGeom>
              <a:rect b="b" l="l" r="r" t="t"/>
              <a:pathLst>
                <a:path extrusionOk="0" h="424215" w="355244">
                  <a:moveTo>
                    <a:pt x="64978" y="294991"/>
                  </a:moveTo>
                  <a:cubicBezTo>
                    <a:pt x="80226" y="264517"/>
                    <a:pt x="96536" y="234562"/>
                    <a:pt x="113151" y="204795"/>
                  </a:cubicBezTo>
                  <a:cubicBezTo>
                    <a:pt x="137474" y="161265"/>
                    <a:pt x="172496" y="127209"/>
                    <a:pt x="210747" y="96004"/>
                  </a:cubicBezTo>
                  <a:cubicBezTo>
                    <a:pt x="239995" y="72153"/>
                    <a:pt x="270705" y="50918"/>
                    <a:pt x="305115" y="34986"/>
                  </a:cubicBezTo>
                  <a:cubicBezTo>
                    <a:pt x="319138" y="28505"/>
                    <a:pt x="331935" y="19266"/>
                    <a:pt x="345039" y="10876"/>
                  </a:cubicBezTo>
                  <a:cubicBezTo>
                    <a:pt x="348480" y="8684"/>
                    <a:pt x="350978" y="5031"/>
                    <a:pt x="355244" y="694"/>
                  </a:cubicBezTo>
                  <a:cubicBezTo>
                    <a:pt x="344144" y="-1710"/>
                    <a:pt x="336955" y="2627"/>
                    <a:pt x="329932" y="6092"/>
                  </a:cubicBezTo>
                  <a:cubicBezTo>
                    <a:pt x="284563" y="28387"/>
                    <a:pt x="242588" y="56292"/>
                    <a:pt x="200377" y="83937"/>
                  </a:cubicBezTo>
                  <a:cubicBezTo>
                    <a:pt x="132171" y="128623"/>
                    <a:pt x="89253" y="191550"/>
                    <a:pt x="62692" y="267251"/>
                  </a:cubicBezTo>
                  <a:cubicBezTo>
                    <a:pt x="60641" y="273073"/>
                    <a:pt x="56116" y="278116"/>
                    <a:pt x="52345" y="283231"/>
                  </a:cubicBezTo>
                  <a:cubicBezTo>
                    <a:pt x="47655" y="289570"/>
                    <a:pt x="41810" y="295133"/>
                    <a:pt x="37780" y="301826"/>
                  </a:cubicBezTo>
                  <a:cubicBezTo>
                    <a:pt x="22272" y="327445"/>
                    <a:pt x="12915" y="355491"/>
                    <a:pt x="6882" y="384668"/>
                  </a:cubicBezTo>
                  <a:cubicBezTo>
                    <a:pt x="4219" y="397607"/>
                    <a:pt x="2263" y="410688"/>
                    <a:pt x="0" y="423697"/>
                  </a:cubicBezTo>
                  <a:cubicBezTo>
                    <a:pt x="848" y="423862"/>
                    <a:pt x="1673" y="424051"/>
                    <a:pt x="2522" y="424216"/>
                  </a:cubicBezTo>
                  <a:cubicBezTo>
                    <a:pt x="3983" y="421411"/>
                    <a:pt x="5515" y="418630"/>
                    <a:pt x="6882" y="415778"/>
                  </a:cubicBezTo>
                  <a:cubicBezTo>
                    <a:pt x="26184" y="375500"/>
                    <a:pt x="44992" y="334939"/>
                    <a:pt x="64978" y="2949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72" name="Google Shape;1372;p45"/>
            <p:cNvSpPr/>
            <p:nvPr/>
          </p:nvSpPr>
          <p:spPr>
            <a:xfrm>
              <a:off x="1133971" y="2516189"/>
              <a:ext cx="242198" cy="173723"/>
            </a:xfrm>
            <a:custGeom>
              <a:rect b="b" l="l" r="r" t="t"/>
              <a:pathLst>
                <a:path extrusionOk="0" h="173723" w="242198">
                  <a:moveTo>
                    <a:pt x="186142" y="76927"/>
                  </a:moveTo>
                  <a:cubicBezTo>
                    <a:pt x="190832" y="81310"/>
                    <a:pt x="196324" y="84869"/>
                    <a:pt x="200778" y="89465"/>
                  </a:cubicBezTo>
                  <a:cubicBezTo>
                    <a:pt x="204832" y="93637"/>
                    <a:pt x="208791" y="98280"/>
                    <a:pt x="211337" y="103441"/>
                  </a:cubicBezTo>
                  <a:cubicBezTo>
                    <a:pt x="213976" y="108791"/>
                    <a:pt x="209569" y="113293"/>
                    <a:pt x="203700" y="111973"/>
                  </a:cubicBezTo>
                  <a:cubicBezTo>
                    <a:pt x="200354" y="111219"/>
                    <a:pt x="196842" y="110394"/>
                    <a:pt x="193896" y="108744"/>
                  </a:cubicBezTo>
                  <a:cubicBezTo>
                    <a:pt x="166981" y="93684"/>
                    <a:pt x="139995" y="78765"/>
                    <a:pt x="113410" y="63139"/>
                  </a:cubicBezTo>
                  <a:cubicBezTo>
                    <a:pt x="82300" y="44874"/>
                    <a:pt x="51685" y="25831"/>
                    <a:pt x="20622" y="7495"/>
                  </a:cubicBezTo>
                  <a:cubicBezTo>
                    <a:pt x="14872" y="4101"/>
                    <a:pt x="8084" y="2451"/>
                    <a:pt x="1791" y="0"/>
                  </a:cubicBezTo>
                  <a:cubicBezTo>
                    <a:pt x="1202" y="943"/>
                    <a:pt x="589" y="1862"/>
                    <a:pt x="0" y="2805"/>
                  </a:cubicBezTo>
                  <a:cubicBezTo>
                    <a:pt x="3111" y="6151"/>
                    <a:pt x="5868" y="9922"/>
                    <a:pt x="9404" y="12750"/>
                  </a:cubicBezTo>
                  <a:cubicBezTo>
                    <a:pt x="22508" y="23285"/>
                    <a:pt x="35517" y="34033"/>
                    <a:pt x="49211" y="43743"/>
                  </a:cubicBezTo>
                  <a:cubicBezTo>
                    <a:pt x="104902" y="83196"/>
                    <a:pt x="160830" y="122343"/>
                    <a:pt x="216710" y="161513"/>
                  </a:cubicBezTo>
                  <a:cubicBezTo>
                    <a:pt x="222555" y="165614"/>
                    <a:pt x="228706" y="169361"/>
                    <a:pt x="234952" y="172849"/>
                  </a:cubicBezTo>
                  <a:cubicBezTo>
                    <a:pt x="236649" y="173792"/>
                    <a:pt x="239760" y="174099"/>
                    <a:pt x="241103" y="173132"/>
                  </a:cubicBezTo>
                  <a:cubicBezTo>
                    <a:pt x="242258" y="172307"/>
                    <a:pt x="242376" y="169149"/>
                    <a:pt x="242022" y="167193"/>
                  </a:cubicBezTo>
                  <a:cubicBezTo>
                    <a:pt x="241245" y="163092"/>
                    <a:pt x="240160" y="158991"/>
                    <a:pt x="238629" y="155126"/>
                  </a:cubicBezTo>
                  <a:cubicBezTo>
                    <a:pt x="228494" y="129272"/>
                    <a:pt x="221306" y="102710"/>
                    <a:pt x="218289" y="75041"/>
                  </a:cubicBezTo>
                  <a:cubicBezTo>
                    <a:pt x="216993" y="63257"/>
                    <a:pt x="211784" y="59510"/>
                    <a:pt x="200377" y="62055"/>
                  </a:cubicBezTo>
                  <a:cubicBezTo>
                    <a:pt x="195899" y="63045"/>
                    <a:pt x="191610" y="65308"/>
                    <a:pt x="187438" y="67382"/>
                  </a:cubicBezTo>
                  <a:cubicBezTo>
                    <a:pt x="182630" y="69786"/>
                    <a:pt x="182489" y="73509"/>
                    <a:pt x="186142" y="7692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73" name="Google Shape;1373;p45"/>
            <p:cNvSpPr/>
            <p:nvPr/>
          </p:nvSpPr>
          <p:spPr>
            <a:xfrm>
              <a:off x="434135" y="2112369"/>
              <a:ext cx="278034" cy="117825"/>
            </a:xfrm>
            <a:custGeom>
              <a:rect b="b" l="l" r="r" t="t"/>
              <a:pathLst>
                <a:path extrusionOk="0" h="117825" w="278034">
                  <a:moveTo>
                    <a:pt x="19397" y="115391"/>
                  </a:moveTo>
                  <a:cubicBezTo>
                    <a:pt x="83785" y="94251"/>
                    <a:pt x="148197" y="73157"/>
                    <a:pt x="212421" y="51474"/>
                  </a:cubicBezTo>
                  <a:cubicBezTo>
                    <a:pt x="232006" y="44875"/>
                    <a:pt x="251238" y="37051"/>
                    <a:pt x="270116" y="28684"/>
                  </a:cubicBezTo>
                  <a:cubicBezTo>
                    <a:pt x="279991" y="24300"/>
                    <a:pt x="280179" y="19516"/>
                    <a:pt x="273180" y="11479"/>
                  </a:cubicBezTo>
                  <a:cubicBezTo>
                    <a:pt x="270917" y="8887"/>
                    <a:pt x="268466" y="6388"/>
                    <a:pt x="265779" y="4244"/>
                  </a:cubicBezTo>
                  <a:cubicBezTo>
                    <a:pt x="257719" y="-2214"/>
                    <a:pt x="253217" y="-1177"/>
                    <a:pt x="246288" y="6506"/>
                  </a:cubicBezTo>
                  <a:cubicBezTo>
                    <a:pt x="241763" y="11526"/>
                    <a:pt x="236555" y="16923"/>
                    <a:pt x="230521" y="19351"/>
                  </a:cubicBezTo>
                  <a:cubicBezTo>
                    <a:pt x="210417" y="27411"/>
                    <a:pt x="190078" y="35071"/>
                    <a:pt x="169361" y="41269"/>
                  </a:cubicBezTo>
                  <a:cubicBezTo>
                    <a:pt x="140750" y="49825"/>
                    <a:pt x="111643" y="56777"/>
                    <a:pt x="81664" y="58309"/>
                  </a:cubicBezTo>
                  <a:cubicBezTo>
                    <a:pt x="73297" y="58733"/>
                    <a:pt x="64836" y="57154"/>
                    <a:pt x="56022" y="56471"/>
                  </a:cubicBezTo>
                  <a:cubicBezTo>
                    <a:pt x="56257" y="57390"/>
                    <a:pt x="56422" y="58781"/>
                    <a:pt x="56941" y="60030"/>
                  </a:cubicBezTo>
                  <a:cubicBezTo>
                    <a:pt x="62385" y="72945"/>
                    <a:pt x="61065" y="78436"/>
                    <a:pt x="48951" y="85790"/>
                  </a:cubicBezTo>
                  <a:cubicBezTo>
                    <a:pt x="41622" y="90244"/>
                    <a:pt x="33278" y="92978"/>
                    <a:pt x="25689" y="97079"/>
                  </a:cubicBezTo>
                  <a:cubicBezTo>
                    <a:pt x="17676" y="101392"/>
                    <a:pt x="9993" y="106271"/>
                    <a:pt x="2310" y="111173"/>
                  </a:cubicBezTo>
                  <a:cubicBezTo>
                    <a:pt x="1108" y="111950"/>
                    <a:pt x="754" y="114048"/>
                    <a:pt x="0" y="115509"/>
                  </a:cubicBezTo>
                  <a:cubicBezTo>
                    <a:pt x="1626" y="116334"/>
                    <a:pt x="3323" y="117937"/>
                    <a:pt x="4879" y="117819"/>
                  </a:cubicBezTo>
                  <a:cubicBezTo>
                    <a:pt x="9781" y="117371"/>
                    <a:pt x="14777" y="116900"/>
                    <a:pt x="19397" y="1153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74" name="Google Shape;1374;p45"/>
            <p:cNvSpPr/>
            <p:nvPr/>
          </p:nvSpPr>
          <p:spPr>
            <a:xfrm>
              <a:off x="1170871" y="3380907"/>
              <a:ext cx="64372" cy="255206"/>
            </a:xfrm>
            <a:custGeom>
              <a:rect b="b" l="l" r="r" t="t"/>
              <a:pathLst>
                <a:path extrusionOk="0" h="255206" w="64372">
                  <a:moveTo>
                    <a:pt x="38730" y="250413"/>
                  </a:moveTo>
                  <a:cubicBezTo>
                    <a:pt x="42030" y="243696"/>
                    <a:pt x="44693" y="236319"/>
                    <a:pt x="45753" y="228942"/>
                  </a:cubicBezTo>
                  <a:cubicBezTo>
                    <a:pt x="48110" y="212821"/>
                    <a:pt x="48110" y="196300"/>
                    <a:pt x="51221" y="180344"/>
                  </a:cubicBezTo>
                  <a:cubicBezTo>
                    <a:pt x="59282" y="138935"/>
                    <a:pt x="62605" y="97148"/>
                    <a:pt x="64372" y="55008"/>
                  </a:cubicBezTo>
                  <a:cubicBezTo>
                    <a:pt x="63170" y="39500"/>
                    <a:pt x="62181" y="23945"/>
                    <a:pt x="60601" y="8485"/>
                  </a:cubicBezTo>
                  <a:cubicBezTo>
                    <a:pt x="60295" y="5538"/>
                    <a:pt x="57655" y="2828"/>
                    <a:pt x="56076" y="0"/>
                  </a:cubicBezTo>
                  <a:cubicBezTo>
                    <a:pt x="53649" y="2498"/>
                    <a:pt x="51103" y="4879"/>
                    <a:pt x="48888" y="7542"/>
                  </a:cubicBezTo>
                  <a:cubicBezTo>
                    <a:pt x="48016" y="8602"/>
                    <a:pt x="47710" y="10276"/>
                    <a:pt x="47521" y="11713"/>
                  </a:cubicBezTo>
                  <a:cubicBezTo>
                    <a:pt x="46461" y="19279"/>
                    <a:pt x="45895" y="26915"/>
                    <a:pt x="44410" y="34386"/>
                  </a:cubicBezTo>
                  <a:cubicBezTo>
                    <a:pt x="42619" y="43318"/>
                    <a:pt x="38377" y="51308"/>
                    <a:pt x="28690" y="53029"/>
                  </a:cubicBezTo>
                  <a:cubicBezTo>
                    <a:pt x="21596" y="54278"/>
                    <a:pt x="17448" y="58143"/>
                    <a:pt x="14738" y="63799"/>
                  </a:cubicBezTo>
                  <a:cubicBezTo>
                    <a:pt x="2529" y="89300"/>
                    <a:pt x="-2726" y="116121"/>
                    <a:pt x="1374" y="144332"/>
                  </a:cubicBezTo>
                  <a:cubicBezTo>
                    <a:pt x="2105" y="149352"/>
                    <a:pt x="3307" y="155951"/>
                    <a:pt x="9529" y="155645"/>
                  </a:cubicBezTo>
                  <a:cubicBezTo>
                    <a:pt x="11933" y="155527"/>
                    <a:pt x="15374" y="148786"/>
                    <a:pt x="15987" y="144709"/>
                  </a:cubicBezTo>
                  <a:cubicBezTo>
                    <a:pt x="17707" y="132996"/>
                    <a:pt x="17377" y="120952"/>
                    <a:pt x="19451" y="109333"/>
                  </a:cubicBezTo>
                  <a:cubicBezTo>
                    <a:pt x="21313" y="98798"/>
                    <a:pt x="24966" y="88522"/>
                    <a:pt x="28549" y="78364"/>
                  </a:cubicBezTo>
                  <a:cubicBezTo>
                    <a:pt x="29397" y="75937"/>
                    <a:pt x="33121" y="74546"/>
                    <a:pt x="35525" y="72661"/>
                  </a:cubicBezTo>
                  <a:cubicBezTo>
                    <a:pt x="36986" y="75371"/>
                    <a:pt x="39319" y="77964"/>
                    <a:pt x="39720" y="80815"/>
                  </a:cubicBezTo>
                  <a:cubicBezTo>
                    <a:pt x="40757" y="88145"/>
                    <a:pt x="41629" y="95616"/>
                    <a:pt x="41370" y="102993"/>
                  </a:cubicBezTo>
                  <a:cubicBezTo>
                    <a:pt x="39956" y="143318"/>
                    <a:pt x="35572" y="183267"/>
                    <a:pt x="25673" y="222508"/>
                  </a:cubicBezTo>
                  <a:cubicBezTo>
                    <a:pt x="23764" y="230073"/>
                    <a:pt x="22515" y="238039"/>
                    <a:pt x="22562" y="245793"/>
                  </a:cubicBezTo>
                  <a:cubicBezTo>
                    <a:pt x="22586" y="249046"/>
                    <a:pt x="26192" y="253853"/>
                    <a:pt x="29279" y="255032"/>
                  </a:cubicBezTo>
                  <a:cubicBezTo>
                    <a:pt x="31613" y="255951"/>
                    <a:pt x="37410" y="253076"/>
                    <a:pt x="38730" y="25041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75" name="Google Shape;1375;p45"/>
            <p:cNvSpPr/>
            <p:nvPr/>
          </p:nvSpPr>
          <p:spPr>
            <a:xfrm>
              <a:off x="383276" y="2786340"/>
              <a:ext cx="130642" cy="246511"/>
            </a:xfrm>
            <a:custGeom>
              <a:rect b="b" l="l" r="r" t="t"/>
              <a:pathLst>
                <a:path extrusionOk="0" h="246511" w="130642">
                  <a:moveTo>
                    <a:pt x="14611" y="120233"/>
                  </a:moveTo>
                  <a:cubicBezTo>
                    <a:pt x="20291" y="111913"/>
                    <a:pt x="24250" y="102438"/>
                    <a:pt x="29742" y="93954"/>
                  </a:cubicBezTo>
                  <a:cubicBezTo>
                    <a:pt x="35068" y="85705"/>
                    <a:pt x="40866" y="77598"/>
                    <a:pt x="47630" y="70527"/>
                  </a:cubicBezTo>
                  <a:cubicBezTo>
                    <a:pt x="49869" y="68194"/>
                    <a:pt x="55997" y="68288"/>
                    <a:pt x="59768" y="69349"/>
                  </a:cubicBezTo>
                  <a:cubicBezTo>
                    <a:pt x="61394" y="69797"/>
                    <a:pt x="62266" y="75547"/>
                    <a:pt x="62148" y="78847"/>
                  </a:cubicBezTo>
                  <a:cubicBezTo>
                    <a:pt x="62030" y="82170"/>
                    <a:pt x="60569" y="85564"/>
                    <a:pt x="59131" y="88675"/>
                  </a:cubicBezTo>
                  <a:cubicBezTo>
                    <a:pt x="53616" y="100529"/>
                    <a:pt x="48219" y="112479"/>
                    <a:pt x="42115" y="124027"/>
                  </a:cubicBezTo>
                  <a:cubicBezTo>
                    <a:pt x="25782" y="154925"/>
                    <a:pt x="17958" y="187614"/>
                    <a:pt x="20574" y="222542"/>
                  </a:cubicBezTo>
                  <a:cubicBezTo>
                    <a:pt x="21139" y="230178"/>
                    <a:pt x="22648" y="237744"/>
                    <a:pt x="23897" y="246511"/>
                  </a:cubicBezTo>
                  <a:cubicBezTo>
                    <a:pt x="26536" y="244720"/>
                    <a:pt x="27762" y="244343"/>
                    <a:pt x="28045" y="243612"/>
                  </a:cubicBezTo>
                  <a:cubicBezTo>
                    <a:pt x="31556" y="234727"/>
                    <a:pt x="35846" y="226030"/>
                    <a:pt x="38203" y="216815"/>
                  </a:cubicBezTo>
                  <a:cubicBezTo>
                    <a:pt x="44637" y="191527"/>
                    <a:pt x="48313" y="165366"/>
                    <a:pt x="56610" y="140760"/>
                  </a:cubicBezTo>
                  <a:cubicBezTo>
                    <a:pt x="70138" y="100624"/>
                    <a:pt x="87036" y="61854"/>
                    <a:pt x="119584" y="32347"/>
                  </a:cubicBezTo>
                  <a:cubicBezTo>
                    <a:pt x="125971" y="26572"/>
                    <a:pt x="130826" y="19078"/>
                    <a:pt x="130637" y="9627"/>
                  </a:cubicBezTo>
                  <a:cubicBezTo>
                    <a:pt x="130496" y="1849"/>
                    <a:pt x="123402" y="-2487"/>
                    <a:pt x="116779" y="1519"/>
                  </a:cubicBezTo>
                  <a:cubicBezTo>
                    <a:pt x="113456" y="3523"/>
                    <a:pt x="110157" y="6162"/>
                    <a:pt x="107918" y="9273"/>
                  </a:cubicBezTo>
                  <a:cubicBezTo>
                    <a:pt x="101295" y="18488"/>
                    <a:pt x="95426" y="28246"/>
                    <a:pt x="88851" y="37484"/>
                  </a:cubicBezTo>
                  <a:cubicBezTo>
                    <a:pt x="84444" y="43683"/>
                    <a:pt x="80013" y="50141"/>
                    <a:pt x="74309" y="54972"/>
                  </a:cubicBezTo>
                  <a:cubicBezTo>
                    <a:pt x="71599" y="57282"/>
                    <a:pt x="64623" y="57989"/>
                    <a:pt x="61842" y="56103"/>
                  </a:cubicBezTo>
                  <a:cubicBezTo>
                    <a:pt x="53993" y="50824"/>
                    <a:pt x="46829" y="52002"/>
                    <a:pt x="40701" y="57093"/>
                  </a:cubicBezTo>
                  <a:cubicBezTo>
                    <a:pt x="31816" y="64447"/>
                    <a:pt x="22695" y="72177"/>
                    <a:pt x="16096" y="81463"/>
                  </a:cubicBezTo>
                  <a:cubicBezTo>
                    <a:pt x="9214" y="91102"/>
                    <a:pt x="4477" y="102533"/>
                    <a:pt x="352" y="113728"/>
                  </a:cubicBezTo>
                  <a:cubicBezTo>
                    <a:pt x="-1062" y="117593"/>
                    <a:pt x="2167" y="123155"/>
                    <a:pt x="3275" y="127939"/>
                  </a:cubicBezTo>
                  <a:cubicBezTo>
                    <a:pt x="7093" y="125441"/>
                    <a:pt x="12207" y="123744"/>
                    <a:pt x="14611" y="12023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76" name="Google Shape;1376;p45"/>
            <p:cNvSpPr/>
            <p:nvPr/>
          </p:nvSpPr>
          <p:spPr>
            <a:xfrm>
              <a:off x="395541" y="3043174"/>
              <a:ext cx="61705" cy="337316"/>
            </a:xfrm>
            <a:custGeom>
              <a:rect b="b" l="l" r="r" t="t"/>
              <a:pathLst>
                <a:path extrusionOk="0" h="337316" w="61705">
                  <a:moveTo>
                    <a:pt x="11044" y="214848"/>
                  </a:moveTo>
                  <a:cubicBezTo>
                    <a:pt x="17784" y="221824"/>
                    <a:pt x="18491" y="230733"/>
                    <a:pt x="20047" y="239359"/>
                  </a:cubicBezTo>
                  <a:cubicBezTo>
                    <a:pt x="25326" y="268725"/>
                    <a:pt x="30275" y="298138"/>
                    <a:pt x="35719" y="327481"/>
                  </a:cubicBezTo>
                  <a:cubicBezTo>
                    <a:pt x="37251" y="335800"/>
                    <a:pt x="52217" y="340443"/>
                    <a:pt x="58722" y="334905"/>
                  </a:cubicBezTo>
                  <a:cubicBezTo>
                    <a:pt x="60254" y="333609"/>
                    <a:pt x="61597" y="331205"/>
                    <a:pt x="61668" y="329296"/>
                  </a:cubicBezTo>
                  <a:cubicBezTo>
                    <a:pt x="61786" y="325430"/>
                    <a:pt x="61692" y="321259"/>
                    <a:pt x="60419" y="317676"/>
                  </a:cubicBezTo>
                  <a:cubicBezTo>
                    <a:pt x="47032" y="280698"/>
                    <a:pt x="36945" y="242847"/>
                    <a:pt x="31336" y="203960"/>
                  </a:cubicBezTo>
                  <a:cubicBezTo>
                    <a:pt x="27282" y="175866"/>
                    <a:pt x="24218" y="147608"/>
                    <a:pt x="21767" y="119350"/>
                  </a:cubicBezTo>
                  <a:cubicBezTo>
                    <a:pt x="19080" y="88569"/>
                    <a:pt x="17902" y="57671"/>
                    <a:pt x="15357" y="26868"/>
                  </a:cubicBezTo>
                  <a:cubicBezTo>
                    <a:pt x="14602" y="17818"/>
                    <a:pt x="11491" y="8956"/>
                    <a:pt x="9464" y="0"/>
                  </a:cubicBezTo>
                  <a:cubicBezTo>
                    <a:pt x="7933" y="71"/>
                    <a:pt x="6424" y="141"/>
                    <a:pt x="4892" y="189"/>
                  </a:cubicBezTo>
                  <a:cubicBezTo>
                    <a:pt x="3549" y="9993"/>
                    <a:pt x="1381" y="19750"/>
                    <a:pt x="956" y="29602"/>
                  </a:cubicBezTo>
                  <a:cubicBezTo>
                    <a:pt x="-1542" y="88546"/>
                    <a:pt x="838" y="147302"/>
                    <a:pt x="8286" y="205845"/>
                  </a:cubicBezTo>
                  <a:cubicBezTo>
                    <a:pt x="8663" y="208956"/>
                    <a:pt x="9087" y="212821"/>
                    <a:pt x="11044" y="21484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77" name="Google Shape;1377;p45"/>
            <p:cNvSpPr/>
            <p:nvPr/>
          </p:nvSpPr>
          <p:spPr>
            <a:xfrm>
              <a:off x="946077" y="3590547"/>
              <a:ext cx="147414" cy="163626"/>
            </a:xfrm>
            <a:custGeom>
              <a:rect b="b" l="l" r="r" t="t"/>
              <a:pathLst>
                <a:path extrusionOk="0" h="163626" w="147414">
                  <a:moveTo>
                    <a:pt x="6230" y="163516"/>
                  </a:moveTo>
                  <a:cubicBezTo>
                    <a:pt x="9836" y="163022"/>
                    <a:pt x="13489" y="161890"/>
                    <a:pt x="16788" y="160335"/>
                  </a:cubicBezTo>
                  <a:cubicBezTo>
                    <a:pt x="25697" y="156116"/>
                    <a:pt x="34252" y="151190"/>
                    <a:pt x="43255" y="147184"/>
                  </a:cubicBezTo>
                  <a:cubicBezTo>
                    <a:pt x="49265" y="144520"/>
                    <a:pt x="52565" y="146712"/>
                    <a:pt x="53908" y="153005"/>
                  </a:cubicBezTo>
                  <a:cubicBezTo>
                    <a:pt x="55817" y="161937"/>
                    <a:pt x="58386" y="163069"/>
                    <a:pt x="66494" y="158426"/>
                  </a:cubicBezTo>
                  <a:cubicBezTo>
                    <a:pt x="68850" y="157082"/>
                    <a:pt x="71184" y="155621"/>
                    <a:pt x="73211" y="153830"/>
                  </a:cubicBezTo>
                  <a:cubicBezTo>
                    <a:pt x="105334" y="125902"/>
                    <a:pt x="130670" y="93377"/>
                    <a:pt x="141983" y="51473"/>
                  </a:cubicBezTo>
                  <a:cubicBezTo>
                    <a:pt x="146484" y="34763"/>
                    <a:pt x="149784" y="17935"/>
                    <a:pt x="145235" y="707"/>
                  </a:cubicBezTo>
                  <a:cubicBezTo>
                    <a:pt x="144504" y="471"/>
                    <a:pt x="143774" y="236"/>
                    <a:pt x="143067" y="0"/>
                  </a:cubicBezTo>
                  <a:cubicBezTo>
                    <a:pt x="141040" y="4902"/>
                    <a:pt x="138895" y="9781"/>
                    <a:pt x="136963" y="14754"/>
                  </a:cubicBezTo>
                  <a:cubicBezTo>
                    <a:pt x="131801" y="28046"/>
                    <a:pt x="127488" y="41763"/>
                    <a:pt x="121361" y="54608"/>
                  </a:cubicBezTo>
                  <a:cubicBezTo>
                    <a:pt x="115539" y="66816"/>
                    <a:pt x="107549" y="69338"/>
                    <a:pt x="94304" y="66227"/>
                  </a:cubicBezTo>
                  <a:cubicBezTo>
                    <a:pt x="89543" y="65119"/>
                    <a:pt x="84618" y="64294"/>
                    <a:pt x="79739" y="64082"/>
                  </a:cubicBezTo>
                  <a:cubicBezTo>
                    <a:pt x="73046" y="63799"/>
                    <a:pt x="70005" y="67594"/>
                    <a:pt x="68238" y="74098"/>
                  </a:cubicBezTo>
                  <a:cubicBezTo>
                    <a:pt x="66140" y="81805"/>
                    <a:pt x="64113" y="90549"/>
                    <a:pt x="59070" y="96182"/>
                  </a:cubicBezTo>
                  <a:cubicBezTo>
                    <a:pt x="45471" y="111431"/>
                    <a:pt x="30222" y="125194"/>
                    <a:pt x="15822" y="139760"/>
                  </a:cubicBezTo>
                  <a:cubicBezTo>
                    <a:pt x="10637" y="144992"/>
                    <a:pt x="5523" y="150460"/>
                    <a:pt x="1375" y="156493"/>
                  </a:cubicBezTo>
                  <a:cubicBezTo>
                    <a:pt x="-1736" y="161065"/>
                    <a:pt x="667" y="164271"/>
                    <a:pt x="6230" y="163516"/>
                  </a:cubicBezTo>
                  <a:close/>
                  <a:moveTo>
                    <a:pt x="69935" y="124440"/>
                  </a:moveTo>
                  <a:cubicBezTo>
                    <a:pt x="77688" y="107730"/>
                    <a:pt x="92112" y="97337"/>
                    <a:pt x="106654" y="87250"/>
                  </a:cubicBezTo>
                  <a:cubicBezTo>
                    <a:pt x="107220" y="87721"/>
                    <a:pt x="107809" y="88192"/>
                    <a:pt x="108374" y="88664"/>
                  </a:cubicBezTo>
                  <a:cubicBezTo>
                    <a:pt x="95907" y="105963"/>
                    <a:pt x="83439" y="123238"/>
                    <a:pt x="70972" y="140537"/>
                  </a:cubicBezTo>
                  <a:cubicBezTo>
                    <a:pt x="69982" y="140207"/>
                    <a:pt x="68992" y="139901"/>
                    <a:pt x="68002" y="139571"/>
                  </a:cubicBezTo>
                  <a:cubicBezTo>
                    <a:pt x="68568" y="134504"/>
                    <a:pt x="67884" y="128848"/>
                    <a:pt x="69935" y="12444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78" name="Google Shape;1378;p45"/>
            <p:cNvSpPr/>
            <p:nvPr/>
          </p:nvSpPr>
          <p:spPr>
            <a:xfrm>
              <a:off x="910894" y="3764127"/>
              <a:ext cx="266277" cy="168717"/>
            </a:xfrm>
            <a:custGeom>
              <a:rect b="b" l="l" r="r" t="t"/>
              <a:pathLst>
                <a:path extrusionOk="0" h="168717" w="266277">
                  <a:moveTo>
                    <a:pt x="181950" y="80651"/>
                  </a:moveTo>
                  <a:cubicBezTo>
                    <a:pt x="188950" y="76668"/>
                    <a:pt x="197458" y="74994"/>
                    <a:pt x="203774" y="70257"/>
                  </a:cubicBezTo>
                  <a:cubicBezTo>
                    <a:pt x="224279" y="54867"/>
                    <a:pt x="241295" y="35824"/>
                    <a:pt x="256803" y="15484"/>
                  </a:cubicBezTo>
                  <a:cubicBezTo>
                    <a:pt x="260008" y="11289"/>
                    <a:pt x="262365" y="6458"/>
                    <a:pt x="266277" y="0"/>
                  </a:cubicBezTo>
                  <a:cubicBezTo>
                    <a:pt x="260927" y="448"/>
                    <a:pt x="258146" y="212"/>
                    <a:pt x="255648" y="966"/>
                  </a:cubicBezTo>
                  <a:cubicBezTo>
                    <a:pt x="238325" y="6269"/>
                    <a:pt x="221780" y="13316"/>
                    <a:pt x="207050" y="24016"/>
                  </a:cubicBezTo>
                  <a:cubicBezTo>
                    <a:pt x="203704" y="26444"/>
                    <a:pt x="200875" y="29649"/>
                    <a:pt x="198118" y="32760"/>
                  </a:cubicBezTo>
                  <a:cubicBezTo>
                    <a:pt x="194913" y="36413"/>
                    <a:pt x="192579" y="40985"/>
                    <a:pt x="188926" y="44073"/>
                  </a:cubicBezTo>
                  <a:cubicBezTo>
                    <a:pt x="155695" y="72048"/>
                    <a:pt x="119023" y="94956"/>
                    <a:pt x="81455" y="116498"/>
                  </a:cubicBezTo>
                  <a:cubicBezTo>
                    <a:pt x="73560" y="121023"/>
                    <a:pt x="65405" y="126043"/>
                    <a:pt x="56732" y="128023"/>
                  </a:cubicBezTo>
                  <a:cubicBezTo>
                    <a:pt x="37147" y="132454"/>
                    <a:pt x="21521" y="143083"/>
                    <a:pt x="6767" y="155715"/>
                  </a:cubicBezTo>
                  <a:cubicBezTo>
                    <a:pt x="4740" y="157459"/>
                    <a:pt x="2996" y="159675"/>
                    <a:pt x="1511" y="161914"/>
                  </a:cubicBezTo>
                  <a:cubicBezTo>
                    <a:pt x="-1482" y="166486"/>
                    <a:pt x="50" y="168937"/>
                    <a:pt x="5400" y="168702"/>
                  </a:cubicBezTo>
                  <a:cubicBezTo>
                    <a:pt x="15134" y="168277"/>
                    <a:pt x="22864" y="163870"/>
                    <a:pt x="28615" y="156069"/>
                  </a:cubicBezTo>
                  <a:cubicBezTo>
                    <a:pt x="32645" y="150601"/>
                    <a:pt x="37618" y="145652"/>
                    <a:pt x="44641" y="147820"/>
                  </a:cubicBezTo>
                  <a:cubicBezTo>
                    <a:pt x="52089" y="150130"/>
                    <a:pt x="58405" y="147914"/>
                    <a:pt x="64557" y="145204"/>
                  </a:cubicBezTo>
                  <a:cubicBezTo>
                    <a:pt x="76506" y="139925"/>
                    <a:pt x="88408" y="134386"/>
                    <a:pt x="99768" y="127976"/>
                  </a:cubicBezTo>
                  <a:cubicBezTo>
                    <a:pt x="127319" y="112515"/>
                    <a:pt x="154470" y="96300"/>
                    <a:pt x="181950" y="8065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79" name="Google Shape;1379;p45"/>
            <p:cNvSpPr/>
            <p:nvPr/>
          </p:nvSpPr>
          <p:spPr>
            <a:xfrm>
              <a:off x="537211" y="2345150"/>
              <a:ext cx="282335" cy="124380"/>
            </a:xfrm>
            <a:custGeom>
              <a:rect b="b" l="l" r="r" t="t"/>
              <a:pathLst>
                <a:path extrusionOk="0" h="124380" w="282335">
                  <a:moveTo>
                    <a:pt x="40950" y="87206"/>
                  </a:moveTo>
                  <a:cubicBezTo>
                    <a:pt x="60794" y="84614"/>
                    <a:pt x="80356" y="80536"/>
                    <a:pt x="98668" y="72122"/>
                  </a:cubicBezTo>
                  <a:cubicBezTo>
                    <a:pt x="109486" y="67150"/>
                    <a:pt x="122072" y="61776"/>
                    <a:pt x="124263" y="49238"/>
                  </a:cubicBezTo>
                  <a:cubicBezTo>
                    <a:pt x="126880" y="34272"/>
                    <a:pt x="136330" y="28498"/>
                    <a:pt x="148327" y="24373"/>
                  </a:cubicBezTo>
                  <a:cubicBezTo>
                    <a:pt x="178965" y="13791"/>
                    <a:pt x="210523" y="11529"/>
                    <a:pt x="242600" y="15299"/>
                  </a:cubicBezTo>
                  <a:cubicBezTo>
                    <a:pt x="252875" y="16501"/>
                    <a:pt x="263151" y="18033"/>
                    <a:pt x="273474" y="18623"/>
                  </a:cubicBezTo>
                  <a:cubicBezTo>
                    <a:pt x="276349" y="18788"/>
                    <a:pt x="279390" y="16148"/>
                    <a:pt x="282336" y="14804"/>
                  </a:cubicBezTo>
                  <a:cubicBezTo>
                    <a:pt x="280639" y="11693"/>
                    <a:pt x="279696" y="7522"/>
                    <a:pt x="277080" y="5754"/>
                  </a:cubicBezTo>
                  <a:cubicBezTo>
                    <a:pt x="273356" y="3232"/>
                    <a:pt x="268501" y="1276"/>
                    <a:pt x="264047" y="1135"/>
                  </a:cubicBezTo>
                  <a:cubicBezTo>
                    <a:pt x="243613" y="428"/>
                    <a:pt x="223085" y="-586"/>
                    <a:pt x="202699" y="428"/>
                  </a:cubicBezTo>
                  <a:cubicBezTo>
                    <a:pt x="180026" y="1536"/>
                    <a:pt x="157495" y="5047"/>
                    <a:pt x="134846" y="6862"/>
                  </a:cubicBezTo>
                  <a:cubicBezTo>
                    <a:pt x="116745" y="8300"/>
                    <a:pt x="116910" y="7923"/>
                    <a:pt x="111678" y="25269"/>
                  </a:cubicBezTo>
                  <a:cubicBezTo>
                    <a:pt x="108921" y="34437"/>
                    <a:pt x="105833" y="43581"/>
                    <a:pt x="101897" y="52302"/>
                  </a:cubicBezTo>
                  <a:cubicBezTo>
                    <a:pt x="99069" y="58547"/>
                    <a:pt x="94143" y="62459"/>
                    <a:pt x="86342" y="58359"/>
                  </a:cubicBezTo>
                  <a:cubicBezTo>
                    <a:pt x="83891" y="57062"/>
                    <a:pt x="80568" y="57416"/>
                    <a:pt x="77669" y="57015"/>
                  </a:cubicBezTo>
                  <a:cubicBezTo>
                    <a:pt x="46748" y="62766"/>
                    <a:pt x="20492" y="75540"/>
                    <a:pt x="4584" y="104222"/>
                  </a:cubicBezTo>
                  <a:cubicBezTo>
                    <a:pt x="2463" y="108040"/>
                    <a:pt x="931" y="112353"/>
                    <a:pt x="82" y="116619"/>
                  </a:cubicBezTo>
                  <a:cubicBezTo>
                    <a:pt x="-365" y="118882"/>
                    <a:pt x="1119" y="123619"/>
                    <a:pt x="1968" y="123690"/>
                  </a:cubicBezTo>
                  <a:cubicBezTo>
                    <a:pt x="8567" y="124161"/>
                    <a:pt x="15708" y="125198"/>
                    <a:pt x="21718" y="123195"/>
                  </a:cubicBezTo>
                  <a:cubicBezTo>
                    <a:pt x="27233" y="121357"/>
                    <a:pt x="27657" y="115158"/>
                    <a:pt x="25890" y="109148"/>
                  </a:cubicBezTo>
                  <a:cubicBezTo>
                    <a:pt x="21742" y="94960"/>
                    <a:pt x="26172" y="89139"/>
                    <a:pt x="40950" y="8720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80" name="Google Shape;1380;p45"/>
            <p:cNvSpPr/>
            <p:nvPr/>
          </p:nvSpPr>
          <p:spPr>
            <a:xfrm>
              <a:off x="313772" y="2934986"/>
              <a:ext cx="76125" cy="241349"/>
            </a:xfrm>
            <a:custGeom>
              <a:rect b="b" l="l" r="r" t="t"/>
              <a:pathLst>
                <a:path extrusionOk="0" h="241349" w="76125">
                  <a:moveTo>
                    <a:pt x="73745" y="94778"/>
                  </a:moveTo>
                  <a:cubicBezTo>
                    <a:pt x="66038" y="97182"/>
                    <a:pt x="58379" y="99775"/>
                    <a:pt x="50577" y="101919"/>
                  </a:cubicBezTo>
                  <a:cubicBezTo>
                    <a:pt x="44073" y="103711"/>
                    <a:pt x="41150" y="101425"/>
                    <a:pt x="40962" y="94755"/>
                  </a:cubicBezTo>
                  <a:cubicBezTo>
                    <a:pt x="40891" y="92327"/>
                    <a:pt x="41103" y="89758"/>
                    <a:pt x="41763" y="87425"/>
                  </a:cubicBezTo>
                  <a:cubicBezTo>
                    <a:pt x="47514" y="66779"/>
                    <a:pt x="53382" y="46181"/>
                    <a:pt x="59203" y="25535"/>
                  </a:cubicBezTo>
                  <a:cubicBezTo>
                    <a:pt x="60476" y="21033"/>
                    <a:pt x="62173" y="16555"/>
                    <a:pt x="62715" y="11960"/>
                  </a:cubicBezTo>
                  <a:cubicBezTo>
                    <a:pt x="63540" y="4983"/>
                    <a:pt x="59533" y="199"/>
                    <a:pt x="53641" y="10"/>
                  </a:cubicBezTo>
                  <a:cubicBezTo>
                    <a:pt x="45722" y="-249"/>
                    <a:pt x="40655" y="4347"/>
                    <a:pt x="40938" y="11724"/>
                  </a:cubicBezTo>
                  <a:cubicBezTo>
                    <a:pt x="41127" y="16414"/>
                    <a:pt x="42022" y="21104"/>
                    <a:pt x="41857" y="25747"/>
                  </a:cubicBezTo>
                  <a:cubicBezTo>
                    <a:pt x="41197" y="44177"/>
                    <a:pt x="33726" y="52026"/>
                    <a:pt x="15531" y="53935"/>
                  </a:cubicBezTo>
                  <a:cubicBezTo>
                    <a:pt x="10535" y="54453"/>
                    <a:pt x="5562" y="55089"/>
                    <a:pt x="589" y="55655"/>
                  </a:cubicBezTo>
                  <a:cubicBezTo>
                    <a:pt x="401" y="56315"/>
                    <a:pt x="189" y="56975"/>
                    <a:pt x="0" y="57635"/>
                  </a:cubicBezTo>
                  <a:cubicBezTo>
                    <a:pt x="2522" y="59732"/>
                    <a:pt x="5350" y="61547"/>
                    <a:pt x="7495" y="63975"/>
                  </a:cubicBezTo>
                  <a:cubicBezTo>
                    <a:pt x="12774" y="69985"/>
                    <a:pt x="19420" y="75570"/>
                    <a:pt x="22437" y="82664"/>
                  </a:cubicBezTo>
                  <a:cubicBezTo>
                    <a:pt x="26609" y="92492"/>
                    <a:pt x="29083" y="103381"/>
                    <a:pt x="30332" y="114057"/>
                  </a:cubicBezTo>
                  <a:cubicBezTo>
                    <a:pt x="33019" y="137130"/>
                    <a:pt x="34127" y="160369"/>
                    <a:pt x="36554" y="183466"/>
                  </a:cubicBezTo>
                  <a:cubicBezTo>
                    <a:pt x="38487" y="201731"/>
                    <a:pt x="42564" y="219549"/>
                    <a:pt x="53029" y="235174"/>
                  </a:cubicBezTo>
                  <a:cubicBezTo>
                    <a:pt x="54537" y="237413"/>
                    <a:pt x="56587" y="239299"/>
                    <a:pt x="58402" y="241349"/>
                  </a:cubicBezTo>
                  <a:cubicBezTo>
                    <a:pt x="59109" y="241114"/>
                    <a:pt x="59793" y="240878"/>
                    <a:pt x="60500" y="240619"/>
                  </a:cubicBezTo>
                  <a:cubicBezTo>
                    <a:pt x="60500" y="236306"/>
                    <a:pt x="60877" y="231946"/>
                    <a:pt x="60429" y="227680"/>
                  </a:cubicBezTo>
                  <a:cubicBezTo>
                    <a:pt x="59038" y="214175"/>
                    <a:pt x="56799" y="200718"/>
                    <a:pt x="55904" y="187189"/>
                  </a:cubicBezTo>
                  <a:cubicBezTo>
                    <a:pt x="54042" y="159544"/>
                    <a:pt x="58143" y="132982"/>
                    <a:pt x="72284" y="108519"/>
                  </a:cubicBezTo>
                  <a:cubicBezTo>
                    <a:pt x="74334" y="104960"/>
                    <a:pt x="74876" y="100529"/>
                    <a:pt x="76125" y="96499"/>
                  </a:cubicBezTo>
                  <a:cubicBezTo>
                    <a:pt x="75301" y="95957"/>
                    <a:pt x="74523" y="95368"/>
                    <a:pt x="73745" y="947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81" name="Google Shape;1381;p45"/>
            <p:cNvSpPr/>
            <p:nvPr/>
          </p:nvSpPr>
          <p:spPr>
            <a:xfrm>
              <a:off x="609188" y="3002390"/>
              <a:ext cx="50132" cy="228685"/>
            </a:xfrm>
            <a:custGeom>
              <a:rect b="b" l="l" r="r" t="t"/>
              <a:pathLst>
                <a:path extrusionOk="0" h="228685" w="50132">
                  <a:moveTo>
                    <a:pt x="23251" y="28104"/>
                  </a:moveTo>
                  <a:cubicBezTo>
                    <a:pt x="23062" y="20798"/>
                    <a:pt x="21483" y="13374"/>
                    <a:pt x="19409" y="6351"/>
                  </a:cubicBezTo>
                  <a:cubicBezTo>
                    <a:pt x="17170" y="-1285"/>
                    <a:pt x="11349" y="-2251"/>
                    <a:pt x="7437" y="4631"/>
                  </a:cubicBezTo>
                  <a:cubicBezTo>
                    <a:pt x="4137" y="10405"/>
                    <a:pt x="1497" y="17452"/>
                    <a:pt x="1356" y="23980"/>
                  </a:cubicBezTo>
                  <a:cubicBezTo>
                    <a:pt x="413" y="61854"/>
                    <a:pt x="-459" y="99776"/>
                    <a:pt x="272" y="137650"/>
                  </a:cubicBezTo>
                  <a:cubicBezTo>
                    <a:pt x="625" y="155279"/>
                    <a:pt x="4349" y="172884"/>
                    <a:pt x="7272" y="190372"/>
                  </a:cubicBezTo>
                  <a:cubicBezTo>
                    <a:pt x="7884" y="193978"/>
                    <a:pt x="11019" y="197937"/>
                    <a:pt x="14083" y="200200"/>
                  </a:cubicBezTo>
                  <a:cubicBezTo>
                    <a:pt x="21365" y="205550"/>
                    <a:pt x="22732" y="207977"/>
                    <a:pt x="19621" y="216768"/>
                  </a:cubicBezTo>
                  <a:cubicBezTo>
                    <a:pt x="17500" y="222802"/>
                    <a:pt x="19621" y="227044"/>
                    <a:pt x="25419" y="227963"/>
                  </a:cubicBezTo>
                  <a:cubicBezTo>
                    <a:pt x="31900" y="228977"/>
                    <a:pt x="38664" y="228765"/>
                    <a:pt x="45240" y="228293"/>
                  </a:cubicBezTo>
                  <a:cubicBezTo>
                    <a:pt x="49341" y="227987"/>
                    <a:pt x="51273" y="224923"/>
                    <a:pt x="49435" y="220775"/>
                  </a:cubicBezTo>
                  <a:cubicBezTo>
                    <a:pt x="47620" y="216721"/>
                    <a:pt x="45735" y="212667"/>
                    <a:pt x="43425" y="208920"/>
                  </a:cubicBezTo>
                  <a:cubicBezTo>
                    <a:pt x="35483" y="196028"/>
                    <a:pt x="28954" y="182641"/>
                    <a:pt x="26338" y="167487"/>
                  </a:cubicBezTo>
                  <a:cubicBezTo>
                    <a:pt x="21742" y="140973"/>
                    <a:pt x="21248" y="114317"/>
                    <a:pt x="23439" y="85917"/>
                  </a:cubicBezTo>
                  <a:cubicBezTo>
                    <a:pt x="23439" y="67723"/>
                    <a:pt x="23769" y="47902"/>
                    <a:pt x="23251" y="2810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82" name="Google Shape;1382;p45"/>
            <p:cNvSpPr/>
            <p:nvPr/>
          </p:nvSpPr>
          <p:spPr>
            <a:xfrm>
              <a:off x="357150" y="3447786"/>
              <a:ext cx="154218" cy="225815"/>
            </a:xfrm>
            <a:custGeom>
              <a:rect b="b" l="l" r="r" t="t"/>
              <a:pathLst>
                <a:path extrusionOk="0" h="225815" w="154218">
                  <a:moveTo>
                    <a:pt x="139111" y="216223"/>
                  </a:moveTo>
                  <a:cubicBezTo>
                    <a:pt x="142363" y="220159"/>
                    <a:pt x="147384" y="222657"/>
                    <a:pt x="151579" y="225815"/>
                  </a:cubicBezTo>
                  <a:cubicBezTo>
                    <a:pt x="152451" y="225108"/>
                    <a:pt x="153346" y="224401"/>
                    <a:pt x="154218" y="223694"/>
                  </a:cubicBezTo>
                  <a:cubicBezTo>
                    <a:pt x="153111" y="220607"/>
                    <a:pt x="152333" y="217354"/>
                    <a:pt x="150824" y="214456"/>
                  </a:cubicBezTo>
                  <a:cubicBezTo>
                    <a:pt x="132724" y="179622"/>
                    <a:pt x="110570" y="147427"/>
                    <a:pt x="84857" y="117873"/>
                  </a:cubicBezTo>
                  <a:cubicBezTo>
                    <a:pt x="74298" y="105759"/>
                    <a:pt x="65767" y="92749"/>
                    <a:pt x="58602" y="78585"/>
                  </a:cubicBezTo>
                  <a:cubicBezTo>
                    <a:pt x="53935" y="69322"/>
                    <a:pt x="49976" y="59659"/>
                    <a:pt x="44791" y="50703"/>
                  </a:cubicBezTo>
                  <a:cubicBezTo>
                    <a:pt x="35882" y="35360"/>
                    <a:pt x="26431" y="20324"/>
                    <a:pt x="16745" y="5452"/>
                  </a:cubicBezTo>
                  <a:cubicBezTo>
                    <a:pt x="14011" y="1281"/>
                    <a:pt x="9415" y="-1830"/>
                    <a:pt x="3947" y="1234"/>
                  </a:cubicBezTo>
                  <a:cubicBezTo>
                    <a:pt x="-1379" y="4227"/>
                    <a:pt x="-342" y="9553"/>
                    <a:pt x="1449" y="13772"/>
                  </a:cubicBezTo>
                  <a:cubicBezTo>
                    <a:pt x="5998" y="24401"/>
                    <a:pt x="10051" y="35525"/>
                    <a:pt x="16438" y="45023"/>
                  </a:cubicBezTo>
                  <a:cubicBezTo>
                    <a:pt x="44296" y="86480"/>
                    <a:pt x="72601" y="127630"/>
                    <a:pt x="101402" y="168450"/>
                  </a:cubicBezTo>
                  <a:cubicBezTo>
                    <a:pt x="113092" y="185042"/>
                    <a:pt x="126196" y="200597"/>
                    <a:pt x="139111" y="216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83" name="Google Shape;1383;p45"/>
            <p:cNvSpPr/>
            <p:nvPr/>
          </p:nvSpPr>
          <p:spPr>
            <a:xfrm>
              <a:off x="478628" y="3355901"/>
              <a:ext cx="122887" cy="213703"/>
            </a:xfrm>
            <a:custGeom>
              <a:rect b="b" l="l" r="r" t="t"/>
              <a:pathLst>
                <a:path extrusionOk="0" h="213703" w="122887">
                  <a:moveTo>
                    <a:pt x="115489" y="197950"/>
                  </a:moveTo>
                  <a:cubicBezTo>
                    <a:pt x="107664" y="188405"/>
                    <a:pt x="97931" y="180085"/>
                    <a:pt x="91709" y="169644"/>
                  </a:cubicBezTo>
                  <a:cubicBezTo>
                    <a:pt x="77308" y="145534"/>
                    <a:pt x="63969" y="120740"/>
                    <a:pt x="51218" y="95711"/>
                  </a:cubicBezTo>
                  <a:cubicBezTo>
                    <a:pt x="37455" y="68701"/>
                    <a:pt x="24916" y="41056"/>
                    <a:pt x="11577" y="13811"/>
                  </a:cubicBezTo>
                  <a:cubicBezTo>
                    <a:pt x="9385" y="9333"/>
                    <a:pt x="5802" y="5539"/>
                    <a:pt x="1819" y="0"/>
                  </a:cubicBezTo>
                  <a:cubicBezTo>
                    <a:pt x="688" y="3606"/>
                    <a:pt x="-66" y="4808"/>
                    <a:pt x="5" y="5916"/>
                  </a:cubicBezTo>
                  <a:cubicBezTo>
                    <a:pt x="971" y="19609"/>
                    <a:pt x="3304" y="33019"/>
                    <a:pt x="11765" y="44285"/>
                  </a:cubicBezTo>
                  <a:cubicBezTo>
                    <a:pt x="17940" y="52487"/>
                    <a:pt x="20815" y="61537"/>
                    <a:pt x="22135" y="71553"/>
                  </a:cubicBezTo>
                  <a:cubicBezTo>
                    <a:pt x="23149" y="79331"/>
                    <a:pt x="24351" y="87320"/>
                    <a:pt x="27155" y="94579"/>
                  </a:cubicBezTo>
                  <a:cubicBezTo>
                    <a:pt x="38209" y="123333"/>
                    <a:pt x="53198" y="150083"/>
                    <a:pt x="72171" y="174264"/>
                  </a:cubicBezTo>
                  <a:cubicBezTo>
                    <a:pt x="82022" y="186826"/>
                    <a:pt x="93830" y="197879"/>
                    <a:pt x="105308" y="209050"/>
                  </a:cubicBezTo>
                  <a:cubicBezTo>
                    <a:pt x="109644" y="213269"/>
                    <a:pt x="117139" y="215956"/>
                    <a:pt x="121381" y="211124"/>
                  </a:cubicBezTo>
                  <a:cubicBezTo>
                    <a:pt x="126048" y="205798"/>
                    <a:pt x="118671" y="201815"/>
                    <a:pt x="115489" y="1979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84" name="Google Shape;1384;p45"/>
            <p:cNvSpPr/>
            <p:nvPr/>
          </p:nvSpPr>
          <p:spPr>
            <a:xfrm>
              <a:off x="460579" y="3776288"/>
              <a:ext cx="175526" cy="116078"/>
            </a:xfrm>
            <a:custGeom>
              <a:rect b="b" l="l" r="r" t="t"/>
              <a:pathLst>
                <a:path extrusionOk="0" h="116078" w="175526">
                  <a:moveTo>
                    <a:pt x="169833" y="99199"/>
                  </a:moveTo>
                  <a:cubicBezTo>
                    <a:pt x="160735" y="93307"/>
                    <a:pt x="151685" y="87203"/>
                    <a:pt x="142046" y="82300"/>
                  </a:cubicBezTo>
                  <a:cubicBezTo>
                    <a:pt x="118925" y="70563"/>
                    <a:pt x="95711" y="59227"/>
                    <a:pt x="74735" y="43530"/>
                  </a:cubicBezTo>
                  <a:cubicBezTo>
                    <a:pt x="57389" y="30544"/>
                    <a:pt x="38817" y="19184"/>
                    <a:pt x="20434" y="7660"/>
                  </a:cubicBezTo>
                  <a:cubicBezTo>
                    <a:pt x="14824" y="4148"/>
                    <a:pt x="8060" y="2498"/>
                    <a:pt x="1815" y="0"/>
                  </a:cubicBezTo>
                  <a:cubicBezTo>
                    <a:pt x="1202" y="660"/>
                    <a:pt x="589" y="1343"/>
                    <a:pt x="0" y="2003"/>
                  </a:cubicBezTo>
                  <a:cubicBezTo>
                    <a:pt x="1626" y="5303"/>
                    <a:pt x="2757" y="8979"/>
                    <a:pt x="4926" y="11878"/>
                  </a:cubicBezTo>
                  <a:cubicBezTo>
                    <a:pt x="19844" y="31817"/>
                    <a:pt x="39218" y="46783"/>
                    <a:pt x="60311" y="59463"/>
                  </a:cubicBezTo>
                  <a:cubicBezTo>
                    <a:pt x="69550" y="65025"/>
                    <a:pt x="79991" y="68536"/>
                    <a:pt x="89654" y="73462"/>
                  </a:cubicBezTo>
                  <a:cubicBezTo>
                    <a:pt x="100943" y="79213"/>
                    <a:pt x="102993" y="84162"/>
                    <a:pt x="98727" y="97643"/>
                  </a:cubicBezTo>
                  <a:cubicBezTo>
                    <a:pt x="104266" y="96818"/>
                    <a:pt x="108485" y="96653"/>
                    <a:pt x="112444" y="95522"/>
                  </a:cubicBezTo>
                  <a:cubicBezTo>
                    <a:pt x="125171" y="91845"/>
                    <a:pt x="135706" y="93967"/>
                    <a:pt x="143790" y="105374"/>
                  </a:cubicBezTo>
                  <a:cubicBezTo>
                    <a:pt x="148409" y="111878"/>
                    <a:pt x="155079" y="116238"/>
                    <a:pt x="163163" y="116074"/>
                  </a:cubicBezTo>
                  <a:cubicBezTo>
                    <a:pt x="167028" y="116003"/>
                    <a:pt x="172237" y="113976"/>
                    <a:pt x="174311" y="111030"/>
                  </a:cubicBezTo>
                  <a:cubicBezTo>
                    <a:pt x="177445" y="106505"/>
                    <a:pt x="174004" y="101909"/>
                    <a:pt x="169833" y="9919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85" name="Google Shape;1385;p45"/>
            <p:cNvSpPr/>
            <p:nvPr/>
          </p:nvSpPr>
          <p:spPr>
            <a:xfrm>
              <a:off x="986991" y="3827031"/>
              <a:ext cx="170354" cy="118103"/>
            </a:xfrm>
            <a:custGeom>
              <a:rect b="b" l="l" r="r" t="t"/>
              <a:pathLst>
                <a:path extrusionOk="0" h="118103" w="170354">
                  <a:moveTo>
                    <a:pt x="170313" y="12350"/>
                  </a:moveTo>
                  <a:cubicBezTo>
                    <a:pt x="169393" y="71"/>
                    <a:pt x="162771" y="-3370"/>
                    <a:pt x="152495" y="3464"/>
                  </a:cubicBezTo>
                  <a:cubicBezTo>
                    <a:pt x="147593" y="6740"/>
                    <a:pt x="142691" y="10370"/>
                    <a:pt x="138778" y="14730"/>
                  </a:cubicBezTo>
                  <a:cubicBezTo>
                    <a:pt x="116506" y="39547"/>
                    <a:pt x="88271" y="55668"/>
                    <a:pt x="59070" y="70540"/>
                  </a:cubicBezTo>
                  <a:cubicBezTo>
                    <a:pt x="45448" y="77492"/>
                    <a:pt x="31849" y="84563"/>
                    <a:pt x="18557" y="92105"/>
                  </a:cubicBezTo>
                  <a:cubicBezTo>
                    <a:pt x="13018" y="95239"/>
                    <a:pt x="8116" y="99552"/>
                    <a:pt x="3214" y="103676"/>
                  </a:cubicBezTo>
                  <a:cubicBezTo>
                    <a:pt x="-1123" y="107330"/>
                    <a:pt x="-628" y="112680"/>
                    <a:pt x="2082" y="116356"/>
                  </a:cubicBezTo>
                  <a:cubicBezTo>
                    <a:pt x="3473" y="118242"/>
                    <a:pt x="8776" y="118477"/>
                    <a:pt x="11816" y="117652"/>
                  </a:cubicBezTo>
                  <a:cubicBezTo>
                    <a:pt x="16977" y="116262"/>
                    <a:pt x="22092" y="113952"/>
                    <a:pt x="26640" y="111101"/>
                  </a:cubicBezTo>
                  <a:cubicBezTo>
                    <a:pt x="50327" y="96300"/>
                    <a:pt x="73400" y="80485"/>
                    <a:pt x="97510" y="66439"/>
                  </a:cubicBezTo>
                  <a:cubicBezTo>
                    <a:pt x="115116" y="56210"/>
                    <a:pt x="133546" y="46971"/>
                    <a:pt x="152495" y="39594"/>
                  </a:cubicBezTo>
                  <a:cubicBezTo>
                    <a:pt x="165293" y="34622"/>
                    <a:pt x="170643" y="30639"/>
                    <a:pt x="170313" y="16804"/>
                  </a:cubicBezTo>
                  <a:cubicBezTo>
                    <a:pt x="170313" y="15319"/>
                    <a:pt x="170407" y="13811"/>
                    <a:pt x="170313" y="123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86" name="Google Shape;1386;p45"/>
            <p:cNvSpPr/>
            <p:nvPr/>
          </p:nvSpPr>
          <p:spPr>
            <a:xfrm>
              <a:off x="1126948" y="3562437"/>
              <a:ext cx="48156" cy="187816"/>
            </a:xfrm>
            <a:custGeom>
              <a:rect b="b" l="l" r="r" t="t"/>
              <a:pathLst>
                <a:path extrusionOk="0" h="187816" w="48156">
                  <a:moveTo>
                    <a:pt x="38416" y="3175"/>
                  </a:moveTo>
                  <a:cubicBezTo>
                    <a:pt x="35305" y="7865"/>
                    <a:pt x="32430" y="12814"/>
                    <a:pt x="30356" y="18023"/>
                  </a:cubicBezTo>
                  <a:cubicBezTo>
                    <a:pt x="23757" y="34544"/>
                    <a:pt x="22767" y="52103"/>
                    <a:pt x="21424" y="69614"/>
                  </a:cubicBezTo>
                  <a:cubicBezTo>
                    <a:pt x="20410" y="83001"/>
                    <a:pt x="18124" y="96529"/>
                    <a:pt x="9639" y="107229"/>
                  </a:cubicBezTo>
                  <a:cubicBezTo>
                    <a:pt x="1956" y="116915"/>
                    <a:pt x="306" y="127615"/>
                    <a:pt x="0" y="136972"/>
                  </a:cubicBezTo>
                  <a:cubicBezTo>
                    <a:pt x="283" y="142746"/>
                    <a:pt x="-141" y="146611"/>
                    <a:pt x="754" y="150123"/>
                  </a:cubicBezTo>
                  <a:cubicBezTo>
                    <a:pt x="3417" y="160587"/>
                    <a:pt x="5892" y="171193"/>
                    <a:pt x="9828" y="181209"/>
                  </a:cubicBezTo>
                  <a:cubicBezTo>
                    <a:pt x="12963" y="189175"/>
                    <a:pt x="18525" y="189670"/>
                    <a:pt x="25171" y="184132"/>
                  </a:cubicBezTo>
                  <a:cubicBezTo>
                    <a:pt x="37780" y="173597"/>
                    <a:pt x="37521" y="166503"/>
                    <a:pt x="24228" y="156769"/>
                  </a:cubicBezTo>
                  <a:cubicBezTo>
                    <a:pt x="15225" y="150170"/>
                    <a:pt x="13269" y="144490"/>
                    <a:pt x="16568" y="133625"/>
                  </a:cubicBezTo>
                  <a:cubicBezTo>
                    <a:pt x="17723" y="129854"/>
                    <a:pt x="18855" y="125989"/>
                    <a:pt x="20669" y="122548"/>
                  </a:cubicBezTo>
                  <a:cubicBezTo>
                    <a:pt x="34716" y="95845"/>
                    <a:pt x="44379" y="67752"/>
                    <a:pt x="47396" y="37655"/>
                  </a:cubicBezTo>
                  <a:cubicBezTo>
                    <a:pt x="48456" y="27120"/>
                    <a:pt x="48150" y="16444"/>
                    <a:pt x="47985" y="5838"/>
                  </a:cubicBezTo>
                  <a:cubicBezTo>
                    <a:pt x="47961" y="3788"/>
                    <a:pt x="46052" y="606"/>
                    <a:pt x="44355" y="87"/>
                  </a:cubicBezTo>
                  <a:cubicBezTo>
                    <a:pt x="42776" y="-431"/>
                    <a:pt x="39548" y="1454"/>
                    <a:pt x="38416" y="317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87" name="Google Shape;1387;p45"/>
            <p:cNvSpPr/>
            <p:nvPr/>
          </p:nvSpPr>
          <p:spPr>
            <a:xfrm>
              <a:off x="772286" y="3765846"/>
              <a:ext cx="146553" cy="39818"/>
            </a:xfrm>
            <a:custGeom>
              <a:rect b="b" l="l" r="r" t="t"/>
              <a:pathLst>
                <a:path extrusionOk="0" h="39818" w="146553">
                  <a:moveTo>
                    <a:pt x="146554" y="2688"/>
                  </a:moveTo>
                  <a:cubicBezTo>
                    <a:pt x="142689" y="1533"/>
                    <a:pt x="140756" y="543"/>
                    <a:pt x="138800" y="449"/>
                  </a:cubicBezTo>
                  <a:cubicBezTo>
                    <a:pt x="132884" y="142"/>
                    <a:pt x="126921" y="-235"/>
                    <a:pt x="121029" y="190"/>
                  </a:cubicBezTo>
                  <a:cubicBezTo>
                    <a:pt x="94209" y="2146"/>
                    <a:pt x="67364" y="4055"/>
                    <a:pt x="40615" y="6624"/>
                  </a:cubicBezTo>
                  <a:cubicBezTo>
                    <a:pt x="29632" y="7684"/>
                    <a:pt x="18672" y="9829"/>
                    <a:pt x="7925" y="12398"/>
                  </a:cubicBezTo>
                  <a:cubicBezTo>
                    <a:pt x="-653" y="14472"/>
                    <a:pt x="-1643" y="18667"/>
                    <a:pt x="1986" y="26845"/>
                  </a:cubicBezTo>
                  <a:cubicBezTo>
                    <a:pt x="7313" y="38889"/>
                    <a:pt x="17824" y="40444"/>
                    <a:pt x="28618" y="39643"/>
                  </a:cubicBezTo>
                  <a:cubicBezTo>
                    <a:pt x="67200" y="36815"/>
                    <a:pt x="103047" y="23829"/>
                    <a:pt x="138164" y="8556"/>
                  </a:cubicBezTo>
                  <a:cubicBezTo>
                    <a:pt x="140615" y="7472"/>
                    <a:pt x="142689" y="5422"/>
                    <a:pt x="146554" y="268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88" name="Google Shape;1388;p45"/>
            <p:cNvSpPr/>
            <p:nvPr/>
          </p:nvSpPr>
          <p:spPr>
            <a:xfrm>
              <a:off x="339584" y="3336599"/>
              <a:ext cx="79558" cy="92570"/>
            </a:xfrm>
            <a:custGeom>
              <a:rect b="b" l="l" r="r" t="t"/>
              <a:pathLst>
                <a:path extrusionOk="0" h="92570" w="79558">
                  <a:moveTo>
                    <a:pt x="24011" y="91539"/>
                  </a:moveTo>
                  <a:cubicBezTo>
                    <a:pt x="30611" y="89489"/>
                    <a:pt x="35159" y="84633"/>
                    <a:pt x="35324" y="77445"/>
                  </a:cubicBezTo>
                  <a:cubicBezTo>
                    <a:pt x="35395" y="74216"/>
                    <a:pt x="33109" y="71011"/>
                    <a:pt x="32166" y="67712"/>
                  </a:cubicBezTo>
                  <a:cubicBezTo>
                    <a:pt x="30351" y="61419"/>
                    <a:pt x="33038" y="56281"/>
                    <a:pt x="37681" y="52675"/>
                  </a:cubicBezTo>
                  <a:cubicBezTo>
                    <a:pt x="40274" y="50672"/>
                    <a:pt x="46189" y="48692"/>
                    <a:pt x="47273" y="49823"/>
                  </a:cubicBezTo>
                  <a:cubicBezTo>
                    <a:pt x="50361" y="53099"/>
                    <a:pt x="52128" y="57836"/>
                    <a:pt x="53637" y="62267"/>
                  </a:cubicBezTo>
                  <a:cubicBezTo>
                    <a:pt x="55216" y="66863"/>
                    <a:pt x="55169" y="72095"/>
                    <a:pt x="57101" y="76479"/>
                  </a:cubicBezTo>
                  <a:cubicBezTo>
                    <a:pt x="60354" y="83832"/>
                    <a:pt x="67330" y="86142"/>
                    <a:pt x="74471" y="82819"/>
                  </a:cubicBezTo>
                  <a:cubicBezTo>
                    <a:pt x="81117" y="79731"/>
                    <a:pt x="79868" y="73580"/>
                    <a:pt x="78360" y="68560"/>
                  </a:cubicBezTo>
                  <a:cubicBezTo>
                    <a:pt x="71148" y="44237"/>
                    <a:pt x="56512" y="23615"/>
                    <a:pt x="44445" y="0"/>
                  </a:cubicBezTo>
                  <a:cubicBezTo>
                    <a:pt x="40156" y="15131"/>
                    <a:pt x="36668" y="28635"/>
                    <a:pt x="32402" y="41904"/>
                  </a:cubicBezTo>
                  <a:cubicBezTo>
                    <a:pt x="30964" y="46359"/>
                    <a:pt x="27523" y="50153"/>
                    <a:pt x="25001" y="54254"/>
                  </a:cubicBezTo>
                  <a:cubicBezTo>
                    <a:pt x="21443" y="51143"/>
                    <a:pt x="17577" y="48315"/>
                    <a:pt x="14372" y="44850"/>
                  </a:cubicBezTo>
                  <a:cubicBezTo>
                    <a:pt x="10743" y="40938"/>
                    <a:pt x="7726" y="36460"/>
                    <a:pt x="4426" y="32218"/>
                  </a:cubicBezTo>
                  <a:cubicBezTo>
                    <a:pt x="3507" y="32548"/>
                    <a:pt x="2588" y="32854"/>
                    <a:pt x="1669" y="33184"/>
                  </a:cubicBezTo>
                  <a:cubicBezTo>
                    <a:pt x="-924" y="51426"/>
                    <a:pt x="-1513" y="69644"/>
                    <a:pt x="7537" y="86731"/>
                  </a:cubicBezTo>
                  <a:cubicBezTo>
                    <a:pt x="10931" y="93165"/>
                    <a:pt x="17837" y="93448"/>
                    <a:pt x="24011" y="9153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89" name="Google Shape;1389;p45"/>
            <p:cNvSpPr/>
            <p:nvPr/>
          </p:nvSpPr>
          <p:spPr>
            <a:xfrm>
              <a:off x="1072081" y="2529929"/>
              <a:ext cx="157417" cy="93493"/>
            </a:xfrm>
            <a:custGeom>
              <a:rect b="b" l="l" r="r" t="t"/>
              <a:pathLst>
                <a:path extrusionOk="0" h="93493" w="157417">
                  <a:moveTo>
                    <a:pt x="1391" y="0"/>
                  </a:moveTo>
                  <a:cubicBezTo>
                    <a:pt x="919" y="801"/>
                    <a:pt x="471" y="1603"/>
                    <a:pt x="0" y="2404"/>
                  </a:cubicBezTo>
                  <a:cubicBezTo>
                    <a:pt x="5020" y="6576"/>
                    <a:pt x="9663" y="11289"/>
                    <a:pt x="15084" y="14824"/>
                  </a:cubicBezTo>
                  <a:cubicBezTo>
                    <a:pt x="46712" y="35517"/>
                    <a:pt x="78388" y="56163"/>
                    <a:pt x="110394" y="76290"/>
                  </a:cubicBezTo>
                  <a:cubicBezTo>
                    <a:pt x="119727" y="82159"/>
                    <a:pt x="129955" y="86755"/>
                    <a:pt x="140137" y="91068"/>
                  </a:cubicBezTo>
                  <a:cubicBezTo>
                    <a:pt x="145345" y="93260"/>
                    <a:pt x="152369" y="95946"/>
                    <a:pt x="156116" y="89206"/>
                  </a:cubicBezTo>
                  <a:cubicBezTo>
                    <a:pt x="160311" y="81688"/>
                    <a:pt x="153453" y="78129"/>
                    <a:pt x="148456" y="74735"/>
                  </a:cubicBezTo>
                  <a:cubicBezTo>
                    <a:pt x="106034" y="45864"/>
                    <a:pt x="60853" y="22178"/>
                    <a:pt x="13293" y="3064"/>
                  </a:cubicBezTo>
                  <a:cubicBezTo>
                    <a:pt x="9545" y="1556"/>
                    <a:pt x="5374" y="990"/>
                    <a:pt x="1391"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90" name="Google Shape;1390;p45"/>
            <p:cNvSpPr/>
            <p:nvPr/>
          </p:nvSpPr>
          <p:spPr>
            <a:xfrm>
              <a:off x="965293" y="3326492"/>
              <a:ext cx="40370" cy="117107"/>
            </a:xfrm>
            <a:custGeom>
              <a:rect b="b" l="l" r="r" t="t"/>
              <a:pathLst>
                <a:path extrusionOk="0" h="117107" w="40370">
                  <a:moveTo>
                    <a:pt x="36931" y="34193"/>
                  </a:moveTo>
                  <a:cubicBezTo>
                    <a:pt x="38086" y="26651"/>
                    <a:pt x="39571" y="19157"/>
                    <a:pt x="40302" y="11591"/>
                  </a:cubicBezTo>
                  <a:cubicBezTo>
                    <a:pt x="40773" y="6618"/>
                    <a:pt x="38841" y="2518"/>
                    <a:pt x="33443" y="679"/>
                  </a:cubicBezTo>
                  <a:cubicBezTo>
                    <a:pt x="27622" y="-1324"/>
                    <a:pt x="23828" y="1316"/>
                    <a:pt x="20976" y="5817"/>
                  </a:cubicBezTo>
                  <a:cubicBezTo>
                    <a:pt x="18737" y="9329"/>
                    <a:pt x="16663" y="13029"/>
                    <a:pt x="15060" y="16871"/>
                  </a:cubicBezTo>
                  <a:cubicBezTo>
                    <a:pt x="5421" y="39920"/>
                    <a:pt x="1673" y="64172"/>
                    <a:pt x="0" y="91983"/>
                  </a:cubicBezTo>
                  <a:cubicBezTo>
                    <a:pt x="825" y="96107"/>
                    <a:pt x="1532" y="103295"/>
                    <a:pt x="3818" y="109965"/>
                  </a:cubicBezTo>
                  <a:cubicBezTo>
                    <a:pt x="6293" y="117154"/>
                    <a:pt x="12750" y="118874"/>
                    <a:pt x="19562" y="115315"/>
                  </a:cubicBezTo>
                  <a:cubicBezTo>
                    <a:pt x="28895" y="110484"/>
                    <a:pt x="33349" y="100491"/>
                    <a:pt x="31228" y="89626"/>
                  </a:cubicBezTo>
                  <a:cubicBezTo>
                    <a:pt x="30568" y="86256"/>
                    <a:pt x="29672" y="82720"/>
                    <a:pt x="30120" y="79421"/>
                  </a:cubicBezTo>
                  <a:cubicBezTo>
                    <a:pt x="32147" y="64314"/>
                    <a:pt x="34622" y="49277"/>
                    <a:pt x="36931" y="3419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91" name="Google Shape;1391;p45"/>
            <p:cNvSpPr/>
            <p:nvPr/>
          </p:nvSpPr>
          <p:spPr>
            <a:xfrm>
              <a:off x="1259118" y="3717485"/>
              <a:ext cx="134786" cy="117228"/>
            </a:xfrm>
            <a:custGeom>
              <a:rect b="b" l="l" r="r" t="t"/>
              <a:pathLst>
                <a:path extrusionOk="0" h="117228" w="134786">
                  <a:moveTo>
                    <a:pt x="121801" y="4596"/>
                  </a:moveTo>
                  <a:cubicBezTo>
                    <a:pt x="100141" y="18077"/>
                    <a:pt x="82253" y="35706"/>
                    <a:pt x="67122" y="56140"/>
                  </a:cubicBezTo>
                  <a:cubicBezTo>
                    <a:pt x="64577" y="59580"/>
                    <a:pt x="62574" y="63941"/>
                    <a:pt x="61914" y="68112"/>
                  </a:cubicBezTo>
                  <a:cubicBezTo>
                    <a:pt x="60547" y="76950"/>
                    <a:pt x="58143" y="80627"/>
                    <a:pt x="49258" y="81193"/>
                  </a:cubicBezTo>
                  <a:cubicBezTo>
                    <a:pt x="31204" y="82347"/>
                    <a:pt x="18642" y="92317"/>
                    <a:pt x="7990" y="105633"/>
                  </a:cubicBezTo>
                  <a:cubicBezTo>
                    <a:pt x="5491" y="108767"/>
                    <a:pt x="3394" y="112256"/>
                    <a:pt x="0" y="117228"/>
                  </a:cubicBezTo>
                  <a:cubicBezTo>
                    <a:pt x="13717" y="116427"/>
                    <a:pt x="23639" y="111902"/>
                    <a:pt x="32501" y="105185"/>
                  </a:cubicBezTo>
                  <a:cubicBezTo>
                    <a:pt x="66934" y="79095"/>
                    <a:pt x="97738" y="49187"/>
                    <a:pt x="125595" y="16215"/>
                  </a:cubicBezTo>
                  <a:cubicBezTo>
                    <a:pt x="129225" y="11926"/>
                    <a:pt x="131747" y="6740"/>
                    <a:pt x="134787" y="1980"/>
                  </a:cubicBezTo>
                  <a:cubicBezTo>
                    <a:pt x="134174" y="1320"/>
                    <a:pt x="133538" y="660"/>
                    <a:pt x="132925" y="0"/>
                  </a:cubicBezTo>
                  <a:cubicBezTo>
                    <a:pt x="129225" y="1508"/>
                    <a:pt x="125171" y="2498"/>
                    <a:pt x="121801" y="459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92" name="Google Shape;1392;p45"/>
            <p:cNvSpPr/>
            <p:nvPr/>
          </p:nvSpPr>
          <p:spPr>
            <a:xfrm>
              <a:off x="362760" y="3205159"/>
              <a:ext cx="26916" cy="122436"/>
            </a:xfrm>
            <a:custGeom>
              <a:rect b="b" l="l" r="r" t="t"/>
              <a:pathLst>
                <a:path extrusionOk="0" h="122436" w="26916">
                  <a:moveTo>
                    <a:pt x="13940" y="0"/>
                  </a:moveTo>
                  <a:cubicBezTo>
                    <a:pt x="12502" y="1131"/>
                    <a:pt x="11748" y="1438"/>
                    <a:pt x="11512" y="1980"/>
                  </a:cubicBezTo>
                  <a:cubicBezTo>
                    <a:pt x="10782" y="3535"/>
                    <a:pt x="10098" y="5138"/>
                    <a:pt x="9627" y="6788"/>
                  </a:cubicBezTo>
                  <a:cubicBezTo>
                    <a:pt x="2250" y="32642"/>
                    <a:pt x="-1097" y="59133"/>
                    <a:pt x="317" y="85859"/>
                  </a:cubicBezTo>
                  <a:cubicBezTo>
                    <a:pt x="883" y="96300"/>
                    <a:pt x="4795" y="107023"/>
                    <a:pt x="9297" y="116616"/>
                  </a:cubicBezTo>
                  <a:cubicBezTo>
                    <a:pt x="13256" y="125077"/>
                    <a:pt x="21482" y="124110"/>
                    <a:pt x="24074" y="115037"/>
                  </a:cubicBezTo>
                  <a:cubicBezTo>
                    <a:pt x="26384" y="106953"/>
                    <a:pt x="27492" y="97973"/>
                    <a:pt x="26620" y="89654"/>
                  </a:cubicBezTo>
                  <a:cubicBezTo>
                    <a:pt x="24734" y="71530"/>
                    <a:pt x="21152" y="53594"/>
                    <a:pt x="18489" y="35564"/>
                  </a:cubicBezTo>
                  <a:cubicBezTo>
                    <a:pt x="16768" y="23992"/>
                    <a:pt x="15495" y="12373"/>
                    <a:pt x="1394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93" name="Google Shape;1393;p45"/>
            <p:cNvSpPr/>
            <p:nvPr/>
          </p:nvSpPr>
          <p:spPr>
            <a:xfrm>
              <a:off x="286268" y="3354335"/>
              <a:ext cx="34646" cy="106563"/>
            </a:xfrm>
            <a:custGeom>
              <a:rect b="b" l="l" r="r" t="t"/>
              <a:pathLst>
                <a:path extrusionOk="0" h="106563" w="34646">
                  <a:moveTo>
                    <a:pt x="34386" y="100129"/>
                  </a:moveTo>
                  <a:cubicBezTo>
                    <a:pt x="34481" y="91079"/>
                    <a:pt x="35070" y="81934"/>
                    <a:pt x="34080" y="72978"/>
                  </a:cubicBezTo>
                  <a:cubicBezTo>
                    <a:pt x="31558" y="50424"/>
                    <a:pt x="27080" y="28222"/>
                    <a:pt x="17724" y="7364"/>
                  </a:cubicBezTo>
                  <a:cubicBezTo>
                    <a:pt x="16286" y="4136"/>
                    <a:pt x="10889" y="-578"/>
                    <a:pt x="9475" y="58"/>
                  </a:cubicBezTo>
                  <a:cubicBezTo>
                    <a:pt x="5845" y="1732"/>
                    <a:pt x="3206" y="5880"/>
                    <a:pt x="613" y="9368"/>
                  </a:cubicBezTo>
                  <a:cubicBezTo>
                    <a:pt x="-259" y="10546"/>
                    <a:pt x="48" y="12714"/>
                    <a:pt x="71" y="14435"/>
                  </a:cubicBezTo>
                  <a:cubicBezTo>
                    <a:pt x="495" y="45309"/>
                    <a:pt x="10795" y="73214"/>
                    <a:pt x="25690" y="99752"/>
                  </a:cubicBezTo>
                  <a:cubicBezTo>
                    <a:pt x="27010" y="102085"/>
                    <a:pt x="28565" y="104301"/>
                    <a:pt x="30003" y="106563"/>
                  </a:cubicBezTo>
                  <a:cubicBezTo>
                    <a:pt x="30922" y="105974"/>
                    <a:pt x="31841" y="105408"/>
                    <a:pt x="32760" y="104819"/>
                  </a:cubicBezTo>
                  <a:cubicBezTo>
                    <a:pt x="33326" y="103264"/>
                    <a:pt x="34363" y="101708"/>
                    <a:pt x="34386" y="1001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94" name="Google Shape;1394;p45"/>
            <p:cNvSpPr/>
            <p:nvPr/>
          </p:nvSpPr>
          <p:spPr>
            <a:xfrm>
              <a:off x="513513" y="2105197"/>
              <a:ext cx="137143" cy="31235"/>
            </a:xfrm>
            <a:custGeom>
              <a:rect b="b" l="l" r="r" t="t"/>
              <a:pathLst>
                <a:path extrusionOk="0" h="31235" w="137143">
                  <a:moveTo>
                    <a:pt x="109545" y="21455"/>
                  </a:moveTo>
                  <a:cubicBezTo>
                    <a:pt x="117252" y="20677"/>
                    <a:pt x="124912" y="18038"/>
                    <a:pt x="132194" y="15186"/>
                  </a:cubicBezTo>
                  <a:cubicBezTo>
                    <a:pt x="134645" y="14220"/>
                    <a:pt x="137120" y="10001"/>
                    <a:pt x="137144" y="7244"/>
                  </a:cubicBezTo>
                  <a:cubicBezTo>
                    <a:pt x="137167" y="5287"/>
                    <a:pt x="133255" y="1870"/>
                    <a:pt x="130804" y="1587"/>
                  </a:cubicBezTo>
                  <a:cubicBezTo>
                    <a:pt x="122531" y="621"/>
                    <a:pt x="113740" y="-982"/>
                    <a:pt x="105845" y="809"/>
                  </a:cubicBezTo>
                  <a:cubicBezTo>
                    <a:pt x="70422" y="8823"/>
                    <a:pt x="35258" y="17920"/>
                    <a:pt x="0" y="26640"/>
                  </a:cubicBezTo>
                  <a:cubicBezTo>
                    <a:pt x="189" y="28172"/>
                    <a:pt x="354" y="29704"/>
                    <a:pt x="542" y="31236"/>
                  </a:cubicBezTo>
                  <a:cubicBezTo>
                    <a:pt x="36884" y="28031"/>
                    <a:pt x="73250" y="25061"/>
                    <a:pt x="109545" y="2145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95" name="Google Shape;1395;p45"/>
            <p:cNvSpPr/>
            <p:nvPr/>
          </p:nvSpPr>
          <p:spPr>
            <a:xfrm>
              <a:off x="228856" y="2983641"/>
              <a:ext cx="20797" cy="133891"/>
            </a:xfrm>
            <a:custGeom>
              <a:rect b="b" l="l" r="r" t="t"/>
              <a:pathLst>
                <a:path extrusionOk="0" h="133891" w="20797">
                  <a:moveTo>
                    <a:pt x="7259" y="133891"/>
                  </a:moveTo>
                  <a:cubicBezTo>
                    <a:pt x="17441" y="116309"/>
                    <a:pt x="25619" y="12680"/>
                    <a:pt x="17488" y="0"/>
                  </a:cubicBezTo>
                  <a:cubicBezTo>
                    <a:pt x="519" y="15791"/>
                    <a:pt x="-6434" y="110606"/>
                    <a:pt x="7259" y="1338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96" name="Google Shape;1396;p45"/>
            <p:cNvSpPr/>
            <p:nvPr/>
          </p:nvSpPr>
          <p:spPr>
            <a:xfrm>
              <a:off x="664239" y="3758117"/>
              <a:ext cx="86818" cy="39365"/>
            </a:xfrm>
            <a:custGeom>
              <a:rect b="b" l="l" r="r" t="t"/>
              <a:pathLst>
                <a:path extrusionOk="0" h="39365" w="86818">
                  <a:moveTo>
                    <a:pt x="80314" y="25642"/>
                  </a:moveTo>
                  <a:cubicBezTo>
                    <a:pt x="62284" y="9545"/>
                    <a:pt x="40719" y="2286"/>
                    <a:pt x="17292" y="0"/>
                  </a:cubicBezTo>
                  <a:cubicBezTo>
                    <a:pt x="13851" y="189"/>
                    <a:pt x="10481" y="-165"/>
                    <a:pt x="7512" y="707"/>
                  </a:cubicBezTo>
                  <a:cubicBezTo>
                    <a:pt x="4707" y="1532"/>
                    <a:pt x="912" y="3205"/>
                    <a:pt x="111" y="5421"/>
                  </a:cubicBezTo>
                  <a:cubicBezTo>
                    <a:pt x="-549" y="7259"/>
                    <a:pt x="1855" y="11431"/>
                    <a:pt x="4047" y="12892"/>
                  </a:cubicBezTo>
                  <a:cubicBezTo>
                    <a:pt x="26319" y="27740"/>
                    <a:pt x="50877" y="36625"/>
                    <a:pt x="77509" y="39335"/>
                  </a:cubicBezTo>
                  <a:cubicBezTo>
                    <a:pt x="80479" y="39642"/>
                    <a:pt x="83708" y="37521"/>
                    <a:pt x="86819" y="36531"/>
                  </a:cubicBezTo>
                  <a:cubicBezTo>
                    <a:pt x="85381" y="33561"/>
                    <a:pt x="84038" y="30568"/>
                    <a:pt x="82482" y="27669"/>
                  </a:cubicBezTo>
                  <a:cubicBezTo>
                    <a:pt x="82034" y="26821"/>
                    <a:pt x="81044" y="26302"/>
                    <a:pt x="80314" y="2564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97" name="Google Shape;1397;p45"/>
            <p:cNvSpPr/>
            <p:nvPr/>
          </p:nvSpPr>
          <p:spPr>
            <a:xfrm>
              <a:off x="920278" y="3664283"/>
              <a:ext cx="75865" cy="61617"/>
            </a:xfrm>
            <a:custGeom>
              <a:rect b="b" l="l" r="r" t="t"/>
              <a:pathLst>
                <a:path extrusionOk="0" h="61617" w="75865">
                  <a:moveTo>
                    <a:pt x="75866" y="8635"/>
                  </a:moveTo>
                  <a:cubicBezTo>
                    <a:pt x="75253" y="8305"/>
                    <a:pt x="74664" y="7951"/>
                    <a:pt x="74051" y="7621"/>
                  </a:cubicBezTo>
                  <a:cubicBezTo>
                    <a:pt x="74051" y="127"/>
                    <a:pt x="70445" y="-2254"/>
                    <a:pt x="63492" y="2342"/>
                  </a:cubicBezTo>
                  <a:cubicBezTo>
                    <a:pt x="49728" y="11487"/>
                    <a:pt x="36224" y="21126"/>
                    <a:pt x="23450" y="31543"/>
                  </a:cubicBezTo>
                  <a:cubicBezTo>
                    <a:pt x="15272" y="38213"/>
                    <a:pt x="8437" y="46556"/>
                    <a:pt x="1296" y="54404"/>
                  </a:cubicBezTo>
                  <a:cubicBezTo>
                    <a:pt x="117" y="55701"/>
                    <a:pt x="-331" y="58576"/>
                    <a:pt x="259" y="60249"/>
                  </a:cubicBezTo>
                  <a:cubicBezTo>
                    <a:pt x="612" y="61239"/>
                    <a:pt x="3652" y="61640"/>
                    <a:pt x="5467" y="61616"/>
                  </a:cubicBezTo>
                  <a:cubicBezTo>
                    <a:pt x="7376" y="61593"/>
                    <a:pt x="9332" y="60933"/>
                    <a:pt x="11171" y="60273"/>
                  </a:cubicBezTo>
                  <a:cubicBezTo>
                    <a:pt x="31769" y="53037"/>
                    <a:pt x="50105" y="41913"/>
                    <a:pt x="65495" y="26547"/>
                  </a:cubicBezTo>
                  <a:cubicBezTo>
                    <a:pt x="70233" y="21857"/>
                    <a:pt x="72495" y="14668"/>
                    <a:pt x="75866" y="863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98" name="Google Shape;1398;p45"/>
            <p:cNvSpPr/>
            <p:nvPr/>
          </p:nvSpPr>
          <p:spPr>
            <a:xfrm>
              <a:off x="623675" y="3585848"/>
              <a:ext cx="74872" cy="64444"/>
            </a:xfrm>
            <a:custGeom>
              <a:rect b="b" l="l" r="r" t="t"/>
              <a:pathLst>
                <a:path extrusionOk="0" h="64444" w="74872">
                  <a:moveTo>
                    <a:pt x="10862" y="31944"/>
                  </a:moveTo>
                  <a:cubicBezTo>
                    <a:pt x="14939" y="30719"/>
                    <a:pt x="20336" y="30907"/>
                    <a:pt x="24154" y="32628"/>
                  </a:cubicBezTo>
                  <a:cubicBezTo>
                    <a:pt x="29386" y="35008"/>
                    <a:pt x="33723" y="39392"/>
                    <a:pt x="38389" y="42998"/>
                  </a:cubicBezTo>
                  <a:cubicBezTo>
                    <a:pt x="46756" y="49432"/>
                    <a:pt x="54887" y="56172"/>
                    <a:pt x="63513" y="62182"/>
                  </a:cubicBezTo>
                  <a:cubicBezTo>
                    <a:pt x="66082" y="63973"/>
                    <a:pt x="70065" y="63738"/>
                    <a:pt x="73412" y="64445"/>
                  </a:cubicBezTo>
                  <a:cubicBezTo>
                    <a:pt x="73907" y="63549"/>
                    <a:pt x="74402" y="62653"/>
                    <a:pt x="74873" y="61758"/>
                  </a:cubicBezTo>
                  <a:cubicBezTo>
                    <a:pt x="72469" y="58105"/>
                    <a:pt x="70678" y="53792"/>
                    <a:pt x="67543" y="50940"/>
                  </a:cubicBezTo>
                  <a:cubicBezTo>
                    <a:pt x="50975" y="35762"/>
                    <a:pt x="34147" y="20867"/>
                    <a:pt x="17225" y="6090"/>
                  </a:cubicBezTo>
                  <a:cubicBezTo>
                    <a:pt x="14303" y="3521"/>
                    <a:pt x="10767" y="1258"/>
                    <a:pt x="7138" y="103"/>
                  </a:cubicBezTo>
                  <a:cubicBezTo>
                    <a:pt x="5299" y="-486"/>
                    <a:pt x="609" y="1588"/>
                    <a:pt x="539" y="2672"/>
                  </a:cubicBezTo>
                  <a:cubicBezTo>
                    <a:pt x="20" y="10733"/>
                    <a:pt x="-404" y="18934"/>
                    <a:pt x="657" y="26900"/>
                  </a:cubicBezTo>
                  <a:cubicBezTo>
                    <a:pt x="1293" y="31543"/>
                    <a:pt x="5064" y="33665"/>
                    <a:pt x="10862" y="3194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399" name="Google Shape;1399;p45"/>
            <p:cNvSpPr/>
            <p:nvPr/>
          </p:nvSpPr>
          <p:spPr>
            <a:xfrm>
              <a:off x="470006" y="2948303"/>
              <a:ext cx="44197" cy="79717"/>
            </a:xfrm>
            <a:custGeom>
              <a:rect b="b" l="l" r="r" t="t"/>
              <a:pathLst>
                <a:path extrusionOk="0" h="79717" w="44197">
                  <a:moveTo>
                    <a:pt x="14683" y="71728"/>
                  </a:moveTo>
                  <a:cubicBezTo>
                    <a:pt x="24087" y="52025"/>
                    <a:pt x="33538" y="32345"/>
                    <a:pt x="42611" y="12477"/>
                  </a:cubicBezTo>
                  <a:cubicBezTo>
                    <a:pt x="44261" y="8895"/>
                    <a:pt x="45817" y="4205"/>
                    <a:pt x="40726" y="1400"/>
                  </a:cubicBezTo>
                  <a:cubicBezTo>
                    <a:pt x="35470" y="-1499"/>
                    <a:pt x="31087" y="340"/>
                    <a:pt x="27763" y="4747"/>
                  </a:cubicBezTo>
                  <a:cubicBezTo>
                    <a:pt x="12868" y="24403"/>
                    <a:pt x="4855" y="46910"/>
                    <a:pt x="0" y="71916"/>
                  </a:cubicBezTo>
                  <a:cubicBezTo>
                    <a:pt x="943" y="74132"/>
                    <a:pt x="2145" y="76936"/>
                    <a:pt x="3323" y="79717"/>
                  </a:cubicBezTo>
                  <a:cubicBezTo>
                    <a:pt x="6033" y="78398"/>
                    <a:pt x="8885" y="77290"/>
                    <a:pt x="11431" y="75687"/>
                  </a:cubicBezTo>
                  <a:cubicBezTo>
                    <a:pt x="12798" y="74815"/>
                    <a:pt x="13952" y="73236"/>
                    <a:pt x="14683" y="717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00" name="Google Shape;1400;p45"/>
            <p:cNvSpPr/>
            <p:nvPr/>
          </p:nvSpPr>
          <p:spPr>
            <a:xfrm>
              <a:off x="316044" y="3208741"/>
              <a:ext cx="20637" cy="104784"/>
            </a:xfrm>
            <a:custGeom>
              <a:rect b="b" l="l" r="r" t="t"/>
              <a:pathLst>
                <a:path extrusionOk="0" h="104784" w="20637">
                  <a:moveTo>
                    <a:pt x="18680" y="72567"/>
                  </a:moveTo>
                  <a:cubicBezTo>
                    <a:pt x="21532" y="54089"/>
                    <a:pt x="21697" y="35659"/>
                    <a:pt x="16276" y="17535"/>
                  </a:cubicBezTo>
                  <a:cubicBezTo>
                    <a:pt x="13966" y="9828"/>
                    <a:pt x="10525" y="2805"/>
                    <a:pt x="2064" y="0"/>
                  </a:cubicBezTo>
                  <a:cubicBezTo>
                    <a:pt x="-3875" y="7683"/>
                    <a:pt x="3997" y="86001"/>
                    <a:pt x="13047" y="104784"/>
                  </a:cubicBezTo>
                  <a:cubicBezTo>
                    <a:pt x="15098" y="93118"/>
                    <a:pt x="17077" y="82866"/>
                    <a:pt x="18680" y="725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01" name="Google Shape;1401;p45"/>
            <p:cNvSpPr/>
            <p:nvPr/>
          </p:nvSpPr>
          <p:spPr>
            <a:xfrm>
              <a:off x="797812" y="3933889"/>
              <a:ext cx="62342" cy="39731"/>
            </a:xfrm>
            <a:custGeom>
              <a:rect b="b" l="l" r="r" t="t"/>
              <a:pathLst>
                <a:path extrusionOk="0" h="39731" w="62342">
                  <a:moveTo>
                    <a:pt x="58973" y="10299"/>
                  </a:moveTo>
                  <a:cubicBezTo>
                    <a:pt x="60811" y="8367"/>
                    <a:pt x="61259" y="5138"/>
                    <a:pt x="62343" y="2522"/>
                  </a:cubicBezTo>
                  <a:cubicBezTo>
                    <a:pt x="59774" y="1532"/>
                    <a:pt x="57181" y="566"/>
                    <a:pt x="55697" y="0"/>
                  </a:cubicBezTo>
                  <a:cubicBezTo>
                    <a:pt x="36913" y="2215"/>
                    <a:pt x="20226" y="6222"/>
                    <a:pt x="6580" y="17983"/>
                  </a:cubicBezTo>
                  <a:cubicBezTo>
                    <a:pt x="-231" y="23851"/>
                    <a:pt x="-1810" y="30002"/>
                    <a:pt x="2102" y="35564"/>
                  </a:cubicBezTo>
                  <a:cubicBezTo>
                    <a:pt x="6439" y="41716"/>
                    <a:pt x="12779" y="39783"/>
                    <a:pt x="18270" y="37780"/>
                  </a:cubicBezTo>
                  <a:cubicBezTo>
                    <a:pt x="34037" y="32006"/>
                    <a:pt x="47471" y="22437"/>
                    <a:pt x="58973" y="1029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02" name="Google Shape;1402;p45"/>
            <p:cNvSpPr/>
            <p:nvPr/>
          </p:nvSpPr>
          <p:spPr>
            <a:xfrm>
              <a:off x="652354" y="3096920"/>
              <a:ext cx="30903" cy="53823"/>
            </a:xfrm>
            <a:custGeom>
              <a:rect b="b" l="l" r="r" t="t"/>
              <a:pathLst>
                <a:path extrusionOk="0" h="53823" w="30903">
                  <a:moveTo>
                    <a:pt x="17464" y="956"/>
                  </a:moveTo>
                  <a:cubicBezTo>
                    <a:pt x="11501" y="-1212"/>
                    <a:pt x="6434" y="202"/>
                    <a:pt x="4101" y="6283"/>
                  </a:cubicBezTo>
                  <a:cubicBezTo>
                    <a:pt x="2192" y="11232"/>
                    <a:pt x="1485" y="16653"/>
                    <a:pt x="0" y="22827"/>
                  </a:cubicBezTo>
                  <a:cubicBezTo>
                    <a:pt x="1862" y="30676"/>
                    <a:pt x="3205" y="39184"/>
                    <a:pt x="5939" y="47221"/>
                  </a:cubicBezTo>
                  <a:cubicBezTo>
                    <a:pt x="8626" y="55069"/>
                    <a:pt x="14471" y="55964"/>
                    <a:pt x="19915" y="49672"/>
                  </a:cubicBezTo>
                  <a:cubicBezTo>
                    <a:pt x="27056" y="41423"/>
                    <a:pt x="30686" y="31571"/>
                    <a:pt x="30898" y="20588"/>
                  </a:cubicBezTo>
                  <a:cubicBezTo>
                    <a:pt x="31087" y="10548"/>
                    <a:pt x="26844" y="4350"/>
                    <a:pt x="17464" y="95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03" name="Google Shape;1403;p45"/>
            <p:cNvSpPr/>
            <p:nvPr/>
          </p:nvSpPr>
          <p:spPr>
            <a:xfrm>
              <a:off x="756478" y="2572234"/>
              <a:ext cx="108823" cy="22766"/>
            </a:xfrm>
            <a:custGeom>
              <a:rect b="b" l="l" r="r" t="t"/>
              <a:pathLst>
                <a:path extrusionOk="0" h="22766" w="108823">
                  <a:moveTo>
                    <a:pt x="0" y="2687"/>
                  </a:moveTo>
                  <a:cubicBezTo>
                    <a:pt x="35376" y="9357"/>
                    <a:pt x="70775" y="16003"/>
                    <a:pt x="106646" y="22767"/>
                  </a:cubicBezTo>
                  <a:cubicBezTo>
                    <a:pt x="110794" y="10134"/>
                    <a:pt x="109616" y="7683"/>
                    <a:pt x="97832" y="4337"/>
                  </a:cubicBezTo>
                  <a:cubicBezTo>
                    <a:pt x="95946" y="3794"/>
                    <a:pt x="94037" y="3017"/>
                    <a:pt x="92128" y="2946"/>
                  </a:cubicBezTo>
                  <a:cubicBezTo>
                    <a:pt x="61490" y="1909"/>
                    <a:pt x="30827" y="966"/>
                    <a:pt x="189" y="0"/>
                  </a:cubicBezTo>
                  <a:cubicBezTo>
                    <a:pt x="118" y="896"/>
                    <a:pt x="71" y="1791"/>
                    <a:pt x="0" y="268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04" name="Google Shape;1404;p45"/>
            <p:cNvSpPr/>
            <p:nvPr/>
          </p:nvSpPr>
          <p:spPr>
            <a:xfrm>
              <a:off x="1138920" y="2923280"/>
              <a:ext cx="36297" cy="52054"/>
            </a:xfrm>
            <a:custGeom>
              <a:rect b="b" l="l" r="r" t="t"/>
              <a:pathLst>
                <a:path extrusionOk="0" h="52054" w="36297">
                  <a:moveTo>
                    <a:pt x="6010" y="215"/>
                  </a:moveTo>
                  <a:cubicBezTo>
                    <a:pt x="2828" y="1205"/>
                    <a:pt x="1249" y="7474"/>
                    <a:pt x="0" y="9643"/>
                  </a:cubicBezTo>
                  <a:cubicBezTo>
                    <a:pt x="1862" y="26235"/>
                    <a:pt x="6293" y="38749"/>
                    <a:pt x="16946" y="48342"/>
                  </a:cubicBezTo>
                  <a:cubicBezTo>
                    <a:pt x="21141" y="52136"/>
                    <a:pt x="26043" y="53362"/>
                    <a:pt x="31204" y="50416"/>
                  </a:cubicBezTo>
                  <a:cubicBezTo>
                    <a:pt x="36366" y="47470"/>
                    <a:pt x="37426" y="42355"/>
                    <a:pt x="35187" y="37571"/>
                  </a:cubicBezTo>
                  <a:cubicBezTo>
                    <a:pt x="30026" y="26541"/>
                    <a:pt x="24676" y="15488"/>
                    <a:pt x="18148" y="5259"/>
                  </a:cubicBezTo>
                  <a:cubicBezTo>
                    <a:pt x="16097" y="2054"/>
                    <a:pt x="9357" y="-822"/>
                    <a:pt x="6010" y="21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05" name="Google Shape;1405;p45"/>
            <p:cNvSpPr/>
            <p:nvPr/>
          </p:nvSpPr>
          <p:spPr>
            <a:xfrm>
              <a:off x="206183" y="3138543"/>
              <a:ext cx="41622" cy="60471"/>
            </a:xfrm>
            <a:custGeom>
              <a:rect b="b" l="l" r="r" t="t"/>
              <a:pathLst>
                <a:path extrusionOk="0" h="60471" w="41622">
                  <a:moveTo>
                    <a:pt x="22461" y="1450"/>
                  </a:moveTo>
                  <a:cubicBezTo>
                    <a:pt x="12043" y="5739"/>
                    <a:pt x="5656" y="14389"/>
                    <a:pt x="0" y="24122"/>
                  </a:cubicBezTo>
                  <a:cubicBezTo>
                    <a:pt x="5421" y="21436"/>
                    <a:pt x="10724" y="18513"/>
                    <a:pt x="16286" y="16156"/>
                  </a:cubicBezTo>
                  <a:cubicBezTo>
                    <a:pt x="18360" y="15261"/>
                    <a:pt x="20976" y="15638"/>
                    <a:pt x="23333" y="15449"/>
                  </a:cubicBezTo>
                  <a:cubicBezTo>
                    <a:pt x="23498" y="17735"/>
                    <a:pt x="24157" y="20139"/>
                    <a:pt x="23686" y="22331"/>
                  </a:cubicBezTo>
                  <a:cubicBezTo>
                    <a:pt x="22720" y="26903"/>
                    <a:pt x="20457" y="31287"/>
                    <a:pt x="20057" y="35859"/>
                  </a:cubicBezTo>
                  <a:cubicBezTo>
                    <a:pt x="19491" y="42129"/>
                    <a:pt x="19185" y="48751"/>
                    <a:pt x="20552" y="54808"/>
                  </a:cubicBezTo>
                  <a:cubicBezTo>
                    <a:pt x="22060" y="61525"/>
                    <a:pt x="27481" y="62421"/>
                    <a:pt x="31016" y="56670"/>
                  </a:cubicBezTo>
                  <a:cubicBezTo>
                    <a:pt x="39830" y="42388"/>
                    <a:pt x="44120" y="26809"/>
                    <a:pt x="40113" y="10052"/>
                  </a:cubicBezTo>
                  <a:cubicBezTo>
                    <a:pt x="37945" y="931"/>
                    <a:pt x="31087" y="-2109"/>
                    <a:pt x="22461" y="14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06" name="Google Shape;1406;p45"/>
            <p:cNvSpPr/>
            <p:nvPr/>
          </p:nvSpPr>
          <p:spPr>
            <a:xfrm>
              <a:off x="273948" y="3156773"/>
              <a:ext cx="20357" cy="72849"/>
            </a:xfrm>
            <a:custGeom>
              <a:rect b="b" l="l" r="r" t="t"/>
              <a:pathLst>
                <a:path extrusionOk="0" h="72849" w="20357">
                  <a:moveTo>
                    <a:pt x="3576" y="71223"/>
                  </a:moveTo>
                  <a:cubicBezTo>
                    <a:pt x="4731" y="71765"/>
                    <a:pt x="5909" y="72307"/>
                    <a:pt x="7064" y="72849"/>
                  </a:cubicBezTo>
                  <a:cubicBezTo>
                    <a:pt x="8054" y="70846"/>
                    <a:pt x="8926" y="68772"/>
                    <a:pt x="10057" y="66863"/>
                  </a:cubicBezTo>
                  <a:cubicBezTo>
                    <a:pt x="20852" y="48433"/>
                    <a:pt x="23232" y="28918"/>
                    <a:pt x="16869" y="8626"/>
                  </a:cubicBezTo>
                  <a:cubicBezTo>
                    <a:pt x="15808" y="5209"/>
                    <a:pt x="11424" y="2852"/>
                    <a:pt x="8596" y="0"/>
                  </a:cubicBezTo>
                  <a:cubicBezTo>
                    <a:pt x="6004" y="3300"/>
                    <a:pt x="1431" y="6458"/>
                    <a:pt x="1196" y="9899"/>
                  </a:cubicBezTo>
                  <a:cubicBezTo>
                    <a:pt x="88" y="26019"/>
                    <a:pt x="-101" y="42234"/>
                    <a:pt x="41" y="58402"/>
                  </a:cubicBezTo>
                  <a:cubicBezTo>
                    <a:pt x="64" y="62668"/>
                    <a:pt x="2327" y="66934"/>
                    <a:pt x="3576" y="71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07" name="Google Shape;1407;p45"/>
            <p:cNvSpPr/>
            <p:nvPr/>
          </p:nvSpPr>
          <p:spPr>
            <a:xfrm>
              <a:off x="245628" y="2882038"/>
              <a:ext cx="39110" cy="60416"/>
            </a:xfrm>
            <a:custGeom>
              <a:rect b="b" l="l" r="r" t="t"/>
              <a:pathLst>
                <a:path extrusionOk="0" h="60416" w="39110">
                  <a:moveTo>
                    <a:pt x="37789" y="0"/>
                  </a:moveTo>
                  <a:cubicBezTo>
                    <a:pt x="34631" y="1673"/>
                    <a:pt x="33075" y="2074"/>
                    <a:pt x="32156" y="3064"/>
                  </a:cubicBezTo>
                  <a:cubicBezTo>
                    <a:pt x="18604" y="17653"/>
                    <a:pt x="6797" y="33420"/>
                    <a:pt x="457" y="52581"/>
                  </a:cubicBezTo>
                  <a:cubicBezTo>
                    <a:pt x="-274" y="54773"/>
                    <a:pt x="-180" y="58873"/>
                    <a:pt x="1117" y="59722"/>
                  </a:cubicBezTo>
                  <a:cubicBezTo>
                    <a:pt x="2861" y="60877"/>
                    <a:pt x="6372" y="60429"/>
                    <a:pt x="8682" y="59557"/>
                  </a:cubicBezTo>
                  <a:cubicBezTo>
                    <a:pt x="23789" y="53853"/>
                    <a:pt x="38944" y="31699"/>
                    <a:pt x="39109" y="15154"/>
                  </a:cubicBezTo>
                  <a:cubicBezTo>
                    <a:pt x="39156" y="10606"/>
                    <a:pt x="38354" y="6033"/>
                    <a:pt x="37789"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08" name="Google Shape;1408;p45"/>
            <p:cNvSpPr/>
            <p:nvPr/>
          </p:nvSpPr>
          <p:spPr>
            <a:xfrm>
              <a:off x="183763" y="2948213"/>
              <a:ext cx="43408" cy="40419"/>
            </a:xfrm>
            <a:custGeom>
              <a:rect b="b" l="l" r="r" t="t"/>
              <a:pathLst>
                <a:path extrusionOk="0" h="40419" w="43408">
                  <a:moveTo>
                    <a:pt x="7" y="30973"/>
                  </a:moveTo>
                  <a:cubicBezTo>
                    <a:pt x="-205" y="39741"/>
                    <a:pt x="4367" y="42734"/>
                    <a:pt x="12239" y="38562"/>
                  </a:cubicBezTo>
                  <a:cubicBezTo>
                    <a:pt x="24754" y="31940"/>
                    <a:pt x="34040" y="21805"/>
                    <a:pt x="41558" y="10045"/>
                  </a:cubicBezTo>
                  <a:cubicBezTo>
                    <a:pt x="45117" y="4483"/>
                    <a:pt x="43514" y="1560"/>
                    <a:pt x="37009" y="405"/>
                  </a:cubicBezTo>
                  <a:cubicBezTo>
                    <a:pt x="19215" y="-2729"/>
                    <a:pt x="455" y="12779"/>
                    <a:pt x="7" y="3097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09" name="Google Shape;1409;p45"/>
            <p:cNvSpPr/>
            <p:nvPr/>
          </p:nvSpPr>
          <p:spPr>
            <a:xfrm>
              <a:off x="725180" y="3917369"/>
              <a:ext cx="85599" cy="16684"/>
            </a:xfrm>
            <a:custGeom>
              <a:rect b="b" l="l" r="r" t="t"/>
              <a:pathLst>
                <a:path extrusionOk="0" h="16684" w="85599">
                  <a:moveTo>
                    <a:pt x="0" y="4194"/>
                  </a:moveTo>
                  <a:cubicBezTo>
                    <a:pt x="10818" y="16308"/>
                    <a:pt x="74099" y="21352"/>
                    <a:pt x="85600" y="11382"/>
                  </a:cubicBezTo>
                  <a:cubicBezTo>
                    <a:pt x="72897" y="1154"/>
                    <a:pt x="10464" y="-4314"/>
                    <a:pt x="0" y="41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10" name="Google Shape;1410;p45"/>
            <p:cNvSpPr/>
            <p:nvPr/>
          </p:nvSpPr>
          <p:spPr>
            <a:xfrm>
              <a:off x="302847" y="3044918"/>
              <a:ext cx="21216" cy="73438"/>
            </a:xfrm>
            <a:custGeom>
              <a:rect b="b" l="l" r="r" t="t"/>
              <a:pathLst>
                <a:path extrusionOk="0" h="73438" w="21216">
                  <a:moveTo>
                    <a:pt x="15238" y="73439"/>
                  </a:moveTo>
                  <a:cubicBezTo>
                    <a:pt x="16959" y="70021"/>
                    <a:pt x="18349" y="68254"/>
                    <a:pt x="18773" y="66274"/>
                  </a:cubicBezTo>
                  <a:cubicBezTo>
                    <a:pt x="23204" y="45652"/>
                    <a:pt x="21861" y="25477"/>
                    <a:pt x="12669" y="6340"/>
                  </a:cubicBezTo>
                  <a:cubicBezTo>
                    <a:pt x="11349" y="3582"/>
                    <a:pt x="7343" y="2098"/>
                    <a:pt x="4585" y="0"/>
                  </a:cubicBezTo>
                  <a:cubicBezTo>
                    <a:pt x="3006" y="3252"/>
                    <a:pt x="131" y="6481"/>
                    <a:pt x="37" y="9781"/>
                  </a:cubicBezTo>
                  <a:cubicBezTo>
                    <a:pt x="-482" y="29295"/>
                    <a:pt x="4585" y="47844"/>
                    <a:pt x="11019" y="66038"/>
                  </a:cubicBezTo>
                  <a:cubicBezTo>
                    <a:pt x="11774" y="68183"/>
                    <a:pt x="13282" y="70045"/>
                    <a:pt x="15238" y="7343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11" name="Google Shape;1411;p45"/>
            <p:cNvSpPr/>
            <p:nvPr/>
          </p:nvSpPr>
          <p:spPr>
            <a:xfrm>
              <a:off x="650280" y="3887752"/>
              <a:ext cx="53236" cy="30841"/>
            </a:xfrm>
            <a:custGeom>
              <a:rect b="b" l="l" r="r" t="t"/>
              <a:pathLst>
                <a:path extrusionOk="0" h="30841" w="53236">
                  <a:moveTo>
                    <a:pt x="47961" y="12223"/>
                  </a:moveTo>
                  <a:cubicBezTo>
                    <a:pt x="36601" y="3620"/>
                    <a:pt x="23663" y="-669"/>
                    <a:pt x="9404" y="85"/>
                  </a:cubicBezTo>
                  <a:cubicBezTo>
                    <a:pt x="6198" y="250"/>
                    <a:pt x="3135" y="2890"/>
                    <a:pt x="0" y="4398"/>
                  </a:cubicBezTo>
                  <a:cubicBezTo>
                    <a:pt x="1650" y="7721"/>
                    <a:pt x="2451" y="12223"/>
                    <a:pt x="5114" y="14202"/>
                  </a:cubicBezTo>
                  <a:cubicBezTo>
                    <a:pt x="18666" y="24313"/>
                    <a:pt x="35258" y="26199"/>
                    <a:pt x="50813" y="30841"/>
                  </a:cubicBezTo>
                  <a:cubicBezTo>
                    <a:pt x="54537" y="23182"/>
                    <a:pt x="54254" y="16983"/>
                    <a:pt x="47961" y="12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12" name="Google Shape;1412;p45"/>
            <p:cNvSpPr/>
            <p:nvPr/>
          </p:nvSpPr>
          <p:spPr>
            <a:xfrm>
              <a:off x="273793" y="2995072"/>
              <a:ext cx="15487" cy="74664"/>
            </a:xfrm>
            <a:custGeom>
              <a:rect b="b" l="l" r="r" t="t"/>
              <a:pathLst>
                <a:path extrusionOk="0" h="74664" w="15487">
                  <a:moveTo>
                    <a:pt x="5122" y="74664"/>
                  </a:moveTo>
                  <a:cubicBezTo>
                    <a:pt x="6843" y="71412"/>
                    <a:pt x="9199" y="68324"/>
                    <a:pt x="10142" y="64836"/>
                  </a:cubicBezTo>
                  <a:cubicBezTo>
                    <a:pt x="14809" y="47561"/>
                    <a:pt x="17000" y="29979"/>
                    <a:pt x="14337" y="12114"/>
                  </a:cubicBezTo>
                  <a:cubicBezTo>
                    <a:pt x="13607" y="7212"/>
                    <a:pt x="14361" y="71"/>
                    <a:pt x="7856" y="0"/>
                  </a:cubicBezTo>
                  <a:cubicBezTo>
                    <a:pt x="5381" y="-24"/>
                    <a:pt x="880" y="7471"/>
                    <a:pt x="668" y="11713"/>
                  </a:cubicBezTo>
                  <a:cubicBezTo>
                    <a:pt x="-252" y="29154"/>
                    <a:pt x="8" y="46665"/>
                    <a:pt x="126" y="64129"/>
                  </a:cubicBezTo>
                  <a:cubicBezTo>
                    <a:pt x="149" y="67405"/>
                    <a:pt x="1540" y="70681"/>
                    <a:pt x="2294" y="73957"/>
                  </a:cubicBezTo>
                  <a:cubicBezTo>
                    <a:pt x="3213" y="74216"/>
                    <a:pt x="4179" y="74429"/>
                    <a:pt x="5122" y="7466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13" name="Google Shape;1413;p45"/>
            <p:cNvSpPr/>
            <p:nvPr/>
          </p:nvSpPr>
          <p:spPr>
            <a:xfrm>
              <a:off x="844279" y="3812063"/>
              <a:ext cx="47590" cy="27176"/>
            </a:xfrm>
            <a:custGeom>
              <a:rect b="b" l="l" r="r" t="t"/>
              <a:pathLst>
                <a:path extrusionOk="0" h="27176" w="47590">
                  <a:moveTo>
                    <a:pt x="8004" y="2029"/>
                  </a:moveTo>
                  <a:cubicBezTo>
                    <a:pt x="-1187" y="4857"/>
                    <a:pt x="-2649" y="11527"/>
                    <a:pt x="4587" y="17726"/>
                  </a:cubicBezTo>
                  <a:cubicBezTo>
                    <a:pt x="11492" y="23641"/>
                    <a:pt x="19623" y="26870"/>
                    <a:pt x="30983" y="27176"/>
                  </a:cubicBezTo>
                  <a:cubicBezTo>
                    <a:pt x="32774" y="26634"/>
                    <a:pt x="37158" y="26352"/>
                    <a:pt x="40010" y="24160"/>
                  </a:cubicBezTo>
                  <a:cubicBezTo>
                    <a:pt x="43404" y="21544"/>
                    <a:pt x="47151" y="17443"/>
                    <a:pt x="47575" y="13625"/>
                  </a:cubicBezTo>
                  <a:cubicBezTo>
                    <a:pt x="47882" y="10891"/>
                    <a:pt x="43545" y="6436"/>
                    <a:pt x="40269" y="4740"/>
                  </a:cubicBezTo>
                  <a:cubicBezTo>
                    <a:pt x="30064" y="-563"/>
                    <a:pt x="19034" y="-1341"/>
                    <a:pt x="8004" y="20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14" name="Google Shape;1414;p45"/>
            <p:cNvSpPr/>
            <p:nvPr/>
          </p:nvSpPr>
          <p:spPr>
            <a:xfrm>
              <a:off x="272219" y="3249109"/>
              <a:ext cx="24684" cy="63238"/>
            </a:xfrm>
            <a:custGeom>
              <a:rect b="b" l="l" r="r" t="t"/>
              <a:pathLst>
                <a:path extrusionOk="0" h="63238" w="24684">
                  <a:moveTo>
                    <a:pt x="19753" y="63026"/>
                  </a:moveTo>
                  <a:cubicBezTo>
                    <a:pt x="21167" y="57417"/>
                    <a:pt x="23170" y="51855"/>
                    <a:pt x="23901" y="46151"/>
                  </a:cubicBezTo>
                  <a:cubicBezTo>
                    <a:pt x="26022" y="29418"/>
                    <a:pt x="24608" y="13509"/>
                    <a:pt x="9925" y="2102"/>
                  </a:cubicBezTo>
                  <a:cubicBezTo>
                    <a:pt x="8039" y="641"/>
                    <a:pt x="4858" y="-396"/>
                    <a:pt x="2713" y="146"/>
                  </a:cubicBezTo>
                  <a:cubicBezTo>
                    <a:pt x="1346" y="476"/>
                    <a:pt x="-68" y="4105"/>
                    <a:pt x="3" y="6203"/>
                  </a:cubicBezTo>
                  <a:cubicBezTo>
                    <a:pt x="497" y="26849"/>
                    <a:pt x="8958" y="45044"/>
                    <a:pt x="17255" y="63238"/>
                  </a:cubicBezTo>
                  <a:cubicBezTo>
                    <a:pt x="18056" y="63191"/>
                    <a:pt x="18904" y="63120"/>
                    <a:pt x="19753" y="6302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15" name="Google Shape;1415;p45"/>
            <p:cNvSpPr/>
            <p:nvPr/>
          </p:nvSpPr>
          <p:spPr>
            <a:xfrm>
              <a:off x="353673" y="2233375"/>
              <a:ext cx="66415" cy="25761"/>
            </a:xfrm>
            <a:custGeom>
              <a:rect b="b" l="l" r="r" t="t"/>
              <a:pathLst>
                <a:path extrusionOk="0" h="25761" w="66415">
                  <a:moveTo>
                    <a:pt x="66415" y="2140"/>
                  </a:moveTo>
                  <a:cubicBezTo>
                    <a:pt x="52816" y="-5685"/>
                    <a:pt x="7966" y="9352"/>
                    <a:pt x="0" y="24600"/>
                  </a:cubicBezTo>
                  <a:cubicBezTo>
                    <a:pt x="19208" y="29502"/>
                    <a:pt x="52887" y="18284"/>
                    <a:pt x="66415" y="214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16" name="Google Shape;1416;p45"/>
            <p:cNvSpPr/>
            <p:nvPr/>
          </p:nvSpPr>
          <p:spPr>
            <a:xfrm>
              <a:off x="744105" y="2539634"/>
              <a:ext cx="66910" cy="16852"/>
            </a:xfrm>
            <a:custGeom>
              <a:rect b="b" l="l" r="r" t="t"/>
              <a:pathLst>
                <a:path extrusionOk="0" h="16852" w="66910">
                  <a:moveTo>
                    <a:pt x="19090" y="4224"/>
                  </a:moveTo>
                  <a:cubicBezTo>
                    <a:pt x="12562" y="5285"/>
                    <a:pt x="6340" y="8372"/>
                    <a:pt x="0" y="10540"/>
                  </a:cubicBezTo>
                  <a:cubicBezTo>
                    <a:pt x="118" y="11931"/>
                    <a:pt x="212" y="13298"/>
                    <a:pt x="330" y="14688"/>
                  </a:cubicBezTo>
                  <a:cubicBezTo>
                    <a:pt x="12468" y="15490"/>
                    <a:pt x="24605" y="17045"/>
                    <a:pt x="36719" y="16833"/>
                  </a:cubicBezTo>
                  <a:cubicBezTo>
                    <a:pt x="44662" y="16715"/>
                    <a:pt x="52722" y="14547"/>
                    <a:pt x="60429" y="12285"/>
                  </a:cubicBezTo>
                  <a:cubicBezTo>
                    <a:pt x="63045" y="11530"/>
                    <a:pt x="64789" y="7736"/>
                    <a:pt x="66910" y="5308"/>
                  </a:cubicBezTo>
                  <a:cubicBezTo>
                    <a:pt x="64059" y="3446"/>
                    <a:pt x="61112" y="-160"/>
                    <a:pt x="58402" y="5"/>
                  </a:cubicBezTo>
                  <a:cubicBezTo>
                    <a:pt x="45251" y="807"/>
                    <a:pt x="32100" y="2127"/>
                    <a:pt x="19090" y="422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17" name="Google Shape;1417;p45"/>
            <p:cNvSpPr/>
            <p:nvPr/>
          </p:nvSpPr>
          <p:spPr>
            <a:xfrm>
              <a:off x="1155324" y="3913500"/>
              <a:ext cx="33592" cy="33118"/>
            </a:xfrm>
            <a:custGeom>
              <a:rect b="b" l="l" r="r" t="t"/>
              <a:pathLst>
                <a:path extrusionOk="0" h="33118" w="33592">
                  <a:moveTo>
                    <a:pt x="22248" y="3"/>
                  </a:moveTo>
                  <a:cubicBezTo>
                    <a:pt x="12091" y="-186"/>
                    <a:pt x="-23" y="9053"/>
                    <a:pt x="0" y="16925"/>
                  </a:cubicBezTo>
                  <a:cubicBezTo>
                    <a:pt x="24" y="24137"/>
                    <a:pt x="10182" y="32975"/>
                    <a:pt x="18525" y="33116"/>
                  </a:cubicBezTo>
                  <a:cubicBezTo>
                    <a:pt x="27528" y="33258"/>
                    <a:pt x="33326" y="26258"/>
                    <a:pt x="33585" y="14992"/>
                  </a:cubicBezTo>
                  <a:cubicBezTo>
                    <a:pt x="33797" y="5518"/>
                    <a:pt x="29720" y="144"/>
                    <a:pt x="22248" y="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18" name="Google Shape;1418;p45"/>
            <p:cNvSpPr/>
            <p:nvPr/>
          </p:nvSpPr>
          <p:spPr>
            <a:xfrm>
              <a:off x="614610" y="2571373"/>
              <a:ext cx="41969" cy="39442"/>
            </a:xfrm>
            <a:custGeom>
              <a:rect b="b" l="l" r="r" t="t"/>
              <a:pathLst>
                <a:path extrusionOk="0" h="39442" w="41969">
                  <a:moveTo>
                    <a:pt x="670" y="31900"/>
                  </a:moveTo>
                  <a:cubicBezTo>
                    <a:pt x="-861" y="35718"/>
                    <a:pt x="-37" y="39419"/>
                    <a:pt x="5973" y="39442"/>
                  </a:cubicBezTo>
                  <a:cubicBezTo>
                    <a:pt x="6704" y="39230"/>
                    <a:pt x="7906" y="39018"/>
                    <a:pt x="9037" y="38547"/>
                  </a:cubicBezTo>
                  <a:cubicBezTo>
                    <a:pt x="23320" y="32749"/>
                    <a:pt x="33831" y="22591"/>
                    <a:pt x="41279" y="9346"/>
                  </a:cubicBezTo>
                  <a:cubicBezTo>
                    <a:pt x="42575" y="7036"/>
                    <a:pt x="41632" y="3453"/>
                    <a:pt x="41726" y="460"/>
                  </a:cubicBezTo>
                  <a:cubicBezTo>
                    <a:pt x="38686" y="460"/>
                    <a:pt x="34821" y="-718"/>
                    <a:pt x="32770" y="696"/>
                  </a:cubicBezTo>
                  <a:cubicBezTo>
                    <a:pt x="24121" y="6635"/>
                    <a:pt x="15683" y="12999"/>
                    <a:pt x="7859" y="19998"/>
                  </a:cubicBezTo>
                  <a:cubicBezTo>
                    <a:pt x="4536" y="22968"/>
                    <a:pt x="2367" y="27635"/>
                    <a:pt x="670" y="3190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19" name="Google Shape;1419;p45"/>
            <p:cNvSpPr/>
            <p:nvPr/>
          </p:nvSpPr>
          <p:spPr>
            <a:xfrm>
              <a:off x="601629" y="3717698"/>
              <a:ext cx="41788" cy="33354"/>
            </a:xfrm>
            <a:custGeom>
              <a:rect b="b" l="l" r="r" t="t"/>
              <a:pathLst>
                <a:path extrusionOk="0" h="33354" w="41788">
                  <a:moveTo>
                    <a:pt x="6" y="6552"/>
                  </a:moveTo>
                  <a:cubicBezTo>
                    <a:pt x="760" y="17983"/>
                    <a:pt x="20298" y="34622"/>
                    <a:pt x="31729" y="33278"/>
                  </a:cubicBezTo>
                  <a:cubicBezTo>
                    <a:pt x="35146" y="32878"/>
                    <a:pt x="39082" y="30285"/>
                    <a:pt x="41156" y="27504"/>
                  </a:cubicBezTo>
                  <a:cubicBezTo>
                    <a:pt x="42429" y="25784"/>
                    <a:pt x="41651" y="20787"/>
                    <a:pt x="39977" y="18949"/>
                  </a:cubicBezTo>
                  <a:cubicBezTo>
                    <a:pt x="30739" y="8815"/>
                    <a:pt x="18648" y="3630"/>
                    <a:pt x="3706" y="0"/>
                  </a:cubicBezTo>
                  <a:cubicBezTo>
                    <a:pt x="2410" y="2145"/>
                    <a:pt x="-136" y="4454"/>
                    <a:pt x="6" y="655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20" name="Google Shape;1420;p45"/>
            <p:cNvSpPr/>
            <p:nvPr/>
          </p:nvSpPr>
          <p:spPr>
            <a:xfrm>
              <a:off x="205446" y="2886289"/>
              <a:ext cx="39182" cy="41739"/>
            </a:xfrm>
            <a:custGeom>
              <a:rect b="b" l="l" r="r" t="t"/>
              <a:pathLst>
                <a:path extrusionOk="0" h="41739" w="39182">
                  <a:moveTo>
                    <a:pt x="37857" y="10692"/>
                  </a:moveTo>
                  <a:cubicBezTo>
                    <a:pt x="38564" y="9137"/>
                    <a:pt x="38918" y="7440"/>
                    <a:pt x="39177" y="6615"/>
                  </a:cubicBezTo>
                  <a:cubicBezTo>
                    <a:pt x="39319" y="416"/>
                    <a:pt x="36443" y="-1493"/>
                    <a:pt x="30716" y="1171"/>
                  </a:cubicBezTo>
                  <a:cubicBezTo>
                    <a:pt x="16764" y="7699"/>
                    <a:pt x="6983" y="18587"/>
                    <a:pt x="643" y="32446"/>
                  </a:cubicBezTo>
                  <a:cubicBezTo>
                    <a:pt x="-535" y="34991"/>
                    <a:pt x="290" y="38455"/>
                    <a:pt x="172" y="41496"/>
                  </a:cubicBezTo>
                  <a:cubicBezTo>
                    <a:pt x="3377" y="41402"/>
                    <a:pt x="7195" y="42368"/>
                    <a:pt x="9717" y="41001"/>
                  </a:cubicBezTo>
                  <a:cubicBezTo>
                    <a:pt x="22491" y="34190"/>
                    <a:pt x="31871" y="23914"/>
                    <a:pt x="37857" y="1069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21" name="Google Shape;1421;p45"/>
            <p:cNvSpPr/>
            <p:nvPr/>
          </p:nvSpPr>
          <p:spPr>
            <a:xfrm>
              <a:off x="456519" y="3259342"/>
              <a:ext cx="27537" cy="63021"/>
            </a:xfrm>
            <a:custGeom>
              <a:rect b="b" l="l" r="r" t="t"/>
              <a:pathLst>
                <a:path extrusionOk="0" h="63021" w="27537">
                  <a:moveTo>
                    <a:pt x="1916" y="0"/>
                  </a:moveTo>
                  <a:cubicBezTo>
                    <a:pt x="1279" y="4337"/>
                    <a:pt x="-606" y="8909"/>
                    <a:pt x="195" y="12939"/>
                  </a:cubicBezTo>
                  <a:cubicBezTo>
                    <a:pt x="3518" y="29366"/>
                    <a:pt x="11178" y="44049"/>
                    <a:pt x="20346" y="57931"/>
                  </a:cubicBezTo>
                  <a:cubicBezTo>
                    <a:pt x="21595" y="59816"/>
                    <a:pt x="23433" y="61348"/>
                    <a:pt x="24989" y="63021"/>
                  </a:cubicBezTo>
                  <a:cubicBezTo>
                    <a:pt x="25625" y="62691"/>
                    <a:pt x="26238" y="62338"/>
                    <a:pt x="26874" y="62008"/>
                  </a:cubicBezTo>
                  <a:cubicBezTo>
                    <a:pt x="27110" y="60123"/>
                    <a:pt x="27581" y="58237"/>
                    <a:pt x="27534" y="56352"/>
                  </a:cubicBezTo>
                  <a:cubicBezTo>
                    <a:pt x="27134" y="38558"/>
                    <a:pt x="20652" y="22626"/>
                    <a:pt x="11720" y="7660"/>
                  </a:cubicBezTo>
                  <a:cubicBezTo>
                    <a:pt x="9764" y="4337"/>
                    <a:pt x="5262" y="2522"/>
                    <a:pt x="1916"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22" name="Google Shape;1422;p45"/>
            <p:cNvSpPr/>
            <p:nvPr/>
          </p:nvSpPr>
          <p:spPr>
            <a:xfrm>
              <a:off x="1059613" y="2484313"/>
              <a:ext cx="49611" cy="25818"/>
            </a:xfrm>
            <a:custGeom>
              <a:rect b="b" l="l" r="r" t="t"/>
              <a:pathLst>
                <a:path extrusionOk="0" h="25818" w="49611">
                  <a:moveTo>
                    <a:pt x="43413" y="10688"/>
                  </a:moveTo>
                  <a:cubicBezTo>
                    <a:pt x="33773" y="3334"/>
                    <a:pt x="22555" y="-719"/>
                    <a:pt x="10323" y="106"/>
                  </a:cubicBezTo>
                  <a:cubicBezTo>
                    <a:pt x="6764" y="341"/>
                    <a:pt x="3441" y="3712"/>
                    <a:pt x="0" y="5644"/>
                  </a:cubicBezTo>
                  <a:cubicBezTo>
                    <a:pt x="2239" y="8684"/>
                    <a:pt x="3818" y="13233"/>
                    <a:pt x="6811" y="14506"/>
                  </a:cubicBezTo>
                  <a:cubicBezTo>
                    <a:pt x="17087" y="18913"/>
                    <a:pt x="27858" y="22165"/>
                    <a:pt x="38346" y="25819"/>
                  </a:cubicBezTo>
                  <a:cubicBezTo>
                    <a:pt x="42988" y="23674"/>
                    <a:pt x="46288" y="22142"/>
                    <a:pt x="49611" y="20610"/>
                  </a:cubicBezTo>
                  <a:cubicBezTo>
                    <a:pt x="47584" y="17240"/>
                    <a:pt x="46312" y="12880"/>
                    <a:pt x="43413" y="1068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23" name="Google Shape;1423;p45"/>
            <p:cNvSpPr/>
            <p:nvPr/>
          </p:nvSpPr>
          <p:spPr>
            <a:xfrm>
              <a:off x="1216188" y="3885281"/>
              <a:ext cx="33982" cy="29824"/>
            </a:xfrm>
            <a:custGeom>
              <a:rect b="b" l="l" r="r" t="t"/>
              <a:pathLst>
                <a:path extrusionOk="0" h="29824" w="33982">
                  <a:moveTo>
                    <a:pt x="18867" y="270"/>
                  </a:moveTo>
                  <a:cubicBezTo>
                    <a:pt x="10170" y="1849"/>
                    <a:pt x="4208" y="7246"/>
                    <a:pt x="1144" y="15448"/>
                  </a:cubicBezTo>
                  <a:cubicBezTo>
                    <a:pt x="-2014" y="23862"/>
                    <a:pt x="1379" y="28340"/>
                    <a:pt x="11184" y="29825"/>
                  </a:cubicBezTo>
                  <a:cubicBezTo>
                    <a:pt x="17217" y="26808"/>
                    <a:pt x="23604" y="24333"/>
                    <a:pt x="29143" y="20562"/>
                  </a:cubicBezTo>
                  <a:cubicBezTo>
                    <a:pt x="33762" y="17404"/>
                    <a:pt x="35365" y="11936"/>
                    <a:pt x="32678" y="6657"/>
                  </a:cubicBezTo>
                  <a:cubicBezTo>
                    <a:pt x="29921" y="1260"/>
                    <a:pt x="24688" y="-791"/>
                    <a:pt x="18867" y="27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24" name="Google Shape;1424;p45"/>
            <p:cNvSpPr/>
            <p:nvPr/>
          </p:nvSpPr>
          <p:spPr>
            <a:xfrm>
              <a:off x="177611" y="3034557"/>
              <a:ext cx="27300" cy="35124"/>
            </a:xfrm>
            <a:custGeom>
              <a:rect b="b" l="l" r="r" t="t"/>
              <a:pathLst>
                <a:path extrusionOk="0" h="35124" w="27300">
                  <a:moveTo>
                    <a:pt x="10590" y="4021"/>
                  </a:moveTo>
                  <a:cubicBezTo>
                    <a:pt x="6772" y="7627"/>
                    <a:pt x="3567" y="12270"/>
                    <a:pt x="1304" y="17031"/>
                  </a:cubicBezTo>
                  <a:cubicBezTo>
                    <a:pt x="-1925" y="23819"/>
                    <a:pt x="1116" y="30866"/>
                    <a:pt x="7408" y="33812"/>
                  </a:cubicBezTo>
                  <a:cubicBezTo>
                    <a:pt x="13984" y="36875"/>
                    <a:pt x="20347" y="34542"/>
                    <a:pt x="23741" y="27189"/>
                  </a:cubicBezTo>
                  <a:cubicBezTo>
                    <a:pt x="25556" y="23253"/>
                    <a:pt x="26310" y="18822"/>
                    <a:pt x="27300" y="15452"/>
                  </a:cubicBezTo>
                  <a:cubicBezTo>
                    <a:pt x="26782" y="12482"/>
                    <a:pt x="26593" y="10503"/>
                    <a:pt x="26098" y="8641"/>
                  </a:cubicBezTo>
                  <a:cubicBezTo>
                    <a:pt x="23529" y="-787"/>
                    <a:pt x="17731" y="-2766"/>
                    <a:pt x="10590" y="402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25" name="Google Shape;1425;p45"/>
            <p:cNvSpPr/>
            <p:nvPr/>
          </p:nvSpPr>
          <p:spPr>
            <a:xfrm>
              <a:off x="703551" y="3938976"/>
              <a:ext cx="27543" cy="34163"/>
            </a:xfrm>
            <a:custGeom>
              <a:rect b="b" l="l" r="r" t="t"/>
              <a:pathLst>
                <a:path extrusionOk="0" h="34163" w="27543">
                  <a:moveTo>
                    <a:pt x="11895" y="970"/>
                  </a:moveTo>
                  <a:cubicBezTo>
                    <a:pt x="7370" y="-1387"/>
                    <a:pt x="4329" y="829"/>
                    <a:pt x="2161" y="4623"/>
                  </a:cubicBezTo>
                  <a:cubicBezTo>
                    <a:pt x="-2058" y="11953"/>
                    <a:pt x="87" y="27037"/>
                    <a:pt x="6969" y="31892"/>
                  </a:cubicBezTo>
                  <a:cubicBezTo>
                    <a:pt x="9962" y="33989"/>
                    <a:pt x="15618" y="34885"/>
                    <a:pt x="18824" y="33494"/>
                  </a:cubicBezTo>
                  <a:cubicBezTo>
                    <a:pt x="22713" y="31821"/>
                    <a:pt x="25305" y="27131"/>
                    <a:pt x="27544" y="24727"/>
                  </a:cubicBezTo>
                  <a:cubicBezTo>
                    <a:pt x="25211" y="13014"/>
                    <a:pt x="20591" y="5519"/>
                    <a:pt x="11895" y="97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26" name="Google Shape;1426;p45"/>
            <p:cNvSpPr/>
            <p:nvPr/>
          </p:nvSpPr>
          <p:spPr>
            <a:xfrm>
              <a:off x="392632" y="3641995"/>
              <a:ext cx="27649" cy="35120"/>
            </a:xfrm>
            <a:custGeom>
              <a:rect b="b" l="l" r="r" t="t"/>
              <a:pathLst>
                <a:path extrusionOk="0" h="35120" w="27649">
                  <a:moveTo>
                    <a:pt x="14023" y="2029"/>
                  </a:moveTo>
                  <a:cubicBezTo>
                    <a:pt x="9993" y="-2001"/>
                    <a:pt x="4431" y="332"/>
                    <a:pt x="2310" y="5870"/>
                  </a:cubicBezTo>
                  <a:cubicBezTo>
                    <a:pt x="1273" y="8581"/>
                    <a:pt x="919" y="11574"/>
                    <a:pt x="0" y="15580"/>
                  </a:cubicBezTo>
                  <a:cubicBezTo>
                    <a:pt x="1461" y="19681"/>
                    <a:pt x="2640" y="24796"/>
                    <a:pt x="5020" y="29227"/>
                  </a:cubicBezTo>
                  <a:cubicBezTo>
                    <a:pt x="7943" y="34647"/>
                    <a:pt x="13033" y="36391"/>
                    <a:pt x="18996" y="34199"/>
                  </a:cubicBezTo>
                  <a:cubicBezTo>
                    <a:pt x="24912" y="32031"/>
                    <a:pt x="29460" y="25503"/>
                    <a:pt x="26939" y="20200"/>
                  </a:cubicBezTo>
                  <a:cubicBezTo>
                    <a:pt x="23804" y="13577"/>
                    <a:pt x="19255" y="7237"/>
                    <a:pt x="14023" y="20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27" name="Google Shape;1427;p45"/>
            <p:cNvSpPr/>
            <p:nvPr/>
          </p:nvSpPr>
          <p:spPr>
            <a:xfrm>
              <a:off x="487847" y="3196528"/>
              <a:ext cx="26544" cy="35131"/>
            </a:xfrm>
            <a:custGeom>
              <a:rect b="b" l="l" r="r" t="t"/>
              <a:pathLst>
                <a:path extrusionOk="0" h="35131" w="26544">
                  <a:moveTo>
                    <a:pt x="17959" y="34321"/>
                  </a:moveTo>
                  <a:cubicBezTo>
                    <a:pt x="24370" y="32035"/>
                    <a:pt x="28423" y="25930"/>
                    <a:pt x="25666" y="19213"/>
                  </a:cubicBezTo>
                  <a:cubicBezTo>
                    <a:pt x="23120" y="12944"/>
                    <a:pt x="18666" y="7005"/>
                    <a:pt x="13740" y="2315"/>
                  </a:cubicBezTo>
                  <a:cubicBezTo>
                    <a:pt x="8838" y="-2351"/>
                    <a:pt x="2687" y="430"/>
                    <a:pt x="943" y="7147"/>
                  </a:cubicBezTo>
                  <a:cubicBezTo>
                    <a:pt x="330" y="9503"/>
                    <a:pt x="424" y="12025"/>
                    <a:pt x="0" y="16220"/>
                  </a:cubicBezTo>
                  <a:cubicBezTo>
                    <a:pt x="707" y="18860"/>
                    <a:pt x="1296" y="23291"/>
                    <a:pt x="3040" y="27227"/>
                  </a:cubicBezTo>
                  <a:cubicBezTo>
                    <a:pt x="6222" y="34226"/>
                    <a:pt x="11690" y="36536"/>
                    <a:pt x="17959" y="3432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28" name="Google Shape;1428;p45"/>
            <p:cNvSpPr/>
            <p:nvPr/>
          </p:nvSpPr>
          <p:spPr>
            <a:xfrm>
              <a:off x="1054659" y="3920419"/>
              <a:ext cx="34603" cy="26311"/>
            </a:xfrm>
            <a:custGeom>
              <a:rect b="b" l="l" r="r" t="t"/>
              <a:pathLst>
                <a:path extrusionOk="0" h="26311" w="34603">
                  <a:moveTo>
                    <a:pt x="27981" y="1167"/>
                  </a:moveTo>
                  <a:cubicBezTo>
                    <a:pt x="20462" y="-836"/>
                    <a:pt x="12756" y="-482"/>
                    <a:pt x="5874" y="3972"/>
                  </a:cubicBezTo>
                  <a:cubicBezTo>
                    <a:pt x="-2352" y="9299"/>
                    <a:pt x="-1833" y="20493"/>
                    <a:pt x="6769" y="25160"/>
                  </a:cubicBezTo>
                  <a:cubicBezTo>
                    <a:pt x="15631" y="29968"/>
                    <a:pt x="34368" y="18938"/>
                    <a:pt x="34603" y="6635"/>
                  </a:cubicBezTo>
                  <a:cubicBezTo>
                    <a:pt x="33119" y="5339"/>
                    <a:pt x="30903" y="1922"/>
                    <a:pt x="27981" y="11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29" name="Google Shape;1429;p45"/>
            <p:cNvSpPr/>
            <p:nvPr/>
          </p:nvSpPr>
          <p:spPr>
            <a:xfrm>
              <a:off x="1017722" y="3345274"/>
              <a:ext cx="18939" cy="46993"/>
            </a:xfrm>
            <a:custGeom>
              <a:rect b="b" l="l" r="r" t="t"/>
              <a:pathLst>
                <a:path extrusionOk="0" h="46993" w="18939">
                  <a:moveTo>
                    <a:pt x="14034" y="46994"/>
                  </a:moveTo>
                  <a:cubicBezTo>
                    <a:pt x="14693" y="46051"/>
                    <a:pt x="15919" y="45132"/>
                    <a:pt x="15990" y="44118"/>
                  </a:cubicBezTo>
                  <a:cubicBezTo>
                    <a:pt x="17145" y="30873"/>
                    <a:pt x="18582" y="17651"/>
                    <a:pt x="18936" y="4382"/>
                  </a:cubicBezTo>
                  <a:cubicBezTo>
                    <a:pt x="19077" y="-1180"/>
                    <a:pt x="14788" y="-732"/>
                    <a:pt x="11040" y="1790"/>
                  </a:cubicBezTo>
                  <a:cubicBezTo>
                    <a:pt x="-4868" y="12513"/>
                    <a:pt x="-3336" y="37519"/>
                    <a:pt x="14034" y="469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30" name="Google Shape;1430;p45"/>
            <p:cNvSpPr/>
            <p:nvPr/>
          </p:nvSpPr>
          <p:spPr>
            <a:xfrm>
              <a:off x="663655" y="3166531"/>
              <a:ext cx="22848" cy="48833"/>
            </a:xfrm>
            <a:custGeom>
              <a:rect b="b" l="l" r="r" t="t"/>
              <a:pathLst>
                <a:path extrusionOk="0" h="48833" w="22848">
                  <a:moveTo>
                    <a:pt x="271" y="754"/>
                  </a:moveTo>
                  <a:cubicBezTo>
                    <a:pt x="271" y="7283"/>
                    <a:pt x="-437" y="13905"/>
                    <a:pt x="436" y="20316"/>
                  </a:cubicBezTo>
                  <a:cubicBezTo>
                    <a:pt x="1802" y="30309"/>
                    <a:pt x="3711" y="40420"/>
                    <a:pt x="13209" y="46665"/>
                  </a:cubicBezTo>
                  <a:cubicBezTo>
                    <a:pt x="19149" y="50577"/>
                    <a:pt x="22849" y="49234"/>
                    <a:pt x="22849" y="42329"/>
                  </a:cubicBezTo>
                  <a:cubicBezTo>
                    <a:pt x="22872" y="25336"/>
                    <a:pt x="12974" y="12845"/>
                    <a:pt x="4065" y="0"/>
                  </a:cubicBezTo>
                  <a:cubicBezTo>
                    <a:pt x="2816" y="259"/>
                    <a:pt x="1543" y="519"/>
                    <a:pt x="271" y="75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31" name="Google Shape;1431;p45"/>
            <p:cNvSpPr/>
            <p:nvPr/>
          </p:nvSpPr>
          <p:spPr>
            <a:xfrm>
              <a:off x="1365507" y="3612300"/>
              <a:ext cx="34833" cy="38957"/>
            </a:xfrm>
            <a:custGeom>
              <a:rect b="b" l="l" r="r" t="t"/>
              <a:pathLst>
                <a:path extrusionOk="0" h="38957" w="34833">
                  <a:moveTo>
                    <a:pt x="988" y="29837"/>
                  </a:moveTo>
                  <a:cubicBezTo>
                    <a:pt x="-285" y="31487"/>
                    <a:pt x="-332" y="35635"/>
                    <a:pt x="870" y="37214"/>
                  </a:cubicBezTo>
                  <a:cubicBezTo>
                    <a:pt x="2025" y="38723"/>
                    <a:pt x="5819" y="39312"/>
                    <a:pt x="8035" y="38746"/>
                  </a:cubicBezTo>
                  <a:cubicBezTo>
                    <a:pt x="21728" y="35235"/>
                    <a:pt x="34997" y="16616"/>
                    <a:pt x="34832" y="0"/>
                  </a:cubicBezTo>
                  <a:cubicBezTo>
                    <a:pt x="21209" y="8555"/>
                    <a:pt x="10062" y="18077"/>
                    <a:pt x="988" y="2983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32" name="Google Shape;1432;p45"/>
            <p:cNvSpPr/>
            <p:nvPr/>
          </p:nvSpPr>
          <p:spPr>
            <a:xfrm>
              <a:off x="852306" y="3967506"/>
              <a:ext cx="34710" cy="20637"/>
            </a:xfrm>
            <a:custGeom>
              <a:rect b="b" l="l" r="r" t="t"/>
              <a:pathLst>
                <a:path extrusionOk="0" h="20637" w="34710">
                  <a:moveTo>
                    <a:pt x="1321" y="8806"/>
                  </a:moveTo>
                  <a:cubicBezTo>
                    <a:pt x="-1012" y="13072"/>
                    <a:pt x="-470" y="16536"/>
                    <a:pt x="4691" y="17880"/>
                  </a:cubicBezTo>
                  <a:cubicBezTo>
                    <a:pt x="9193" y="19035"/>
                    <a:pt x="13788" y="19742"/>
                    <a:pt x="18314" y="20637"/>
                  </a:cubicBezTo>
                  <a:cubicBezTo>
                    <a:pt x="21637" y="20072"/>
                    <a:pt x="24889" y="19907"/>
                    <a:pt x="27859" y="18940"/>
                  </a:cubicBezTo>
                  <a:cubicBezTo>
                    <a:pt x="35518" y="16466"/>
                    <a:pt x="36933" y="9749"/>
                    <a:pt x="31205" y="4257"/>
                  </a:cubicBezTo>
                  <a:cubicBezTo>
                    <a:pt x="23522" y="-3096"/>
                    <a:pt x="6412" y="-503"/>
                    <a:pt x="1321" y="880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33" name="Google Shape;1433;p45"/>
            <p:cNvSpPr/>
            <p:nvPr/>
          </p:nvSpPr>
          <p:spPr>
            <a:xfrm>
              <a:off x="802710" y="3663838"/>
              <a:ext cx="31291" cy="26580"/>
            </a:xfrm>
            <a:custGeom>
              <a:rect b="b" l="l" r="r" t="t"/>
              <a:pathLst>
                <a:path extrusionOk="0" h="26580" w="31291">
                  <a:moveTo>
                    <a:pt x="22777" y="26567"/>
                  </a:moveTo>
                  <a:cubicBezTo>
                    <a:pt x="30318" y="26874"/>
                    <a:pt x="33476" y="21830"/>
                    <a:pt x="29682" y="14924"/>
                  </a:cubicBezTo>
                  <a:cubicBezTo>
                    <a:pt x="25133" y="6676"/>
                    <a:pt x="17827" y="1821"/>
                    <a:pt x="8612" y="171"/>
                  </a:cubicBezTo>
                  <a:cubicBezTo>
                    <a:pt x="2084" y="-984"/>
                    <a:pt x="-1593" y="3871"/>
                    <a:pt x="670" y="10187"/>
                  </a:cubicBezTo>
                  <a:cubicBezTo>
                    <a:pt x="3521" y="18153"/>
                    <a:pt x="14433" y="26214"/>
                    <a:pt x="22777" y="265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34" name="Google Shape;1434;p45"/>
            <p:cNvSpPr/>
            <p:nvPr/>
          </p:nvSpPr>
          <p:spPr>
            <a:xfrm>
              <a:off x="770993" y="2664950"/>
              <a:ext cx="26730" cy="26539"/>
            </a:xfrm>
            <a:custGeom>
              <a:rect b="b" l="l" r="r" t="t"/>
              <a:pathLst>
                <a:path extrusionOk="0" h="26539" w="26730">
                  <a:moveTo>
                    <a:pt x="13390" y="1"/>
                  </a:moveTo>
                  <a:cubicBezTo>
                    <a:pt x="6461" y="95"/>
                    <a:pt x="145" y="6317"/>
                    <a:pt x="3" y="13176"/>
                  </a:cubicBezTo>
                  <a:cubicBezTo>
                    <a:pt x="-162" y="20553"/>
                    <a:pt x="6037" y="26586"/>
                    <a:pt x="13673" y="26539"/>
                  </a:cubicBezTo>
                  <a:cubicBezTo>
                    <a:pt x="21262" y="26492"/>
                    <a:pt x="26659" y="21165"/>
                    <a:pt x="26730" y="13647"/>
                  </a:cubicBezTo>
                  <a:cubicBezTo>
                    <a:pt x="26800" y="5987"/>
                    <a:pt x="20861" y="-93"/>
                    <a:pt x="13390" y="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35" name="Google Shape;1435;p45"/>
            <p:cNvSpPr/>
            <p:nvPr/>
          </p:nvSpPr>
          <p:spPr>
            <a:xfrm>
              <a:off x="317727" y="2940566"/>
              <a:ext cx="21710" cy="34107"/>
            </a:xfrm>
            <a:custGeom>
              <a:rect b="b" l="l" r="r" t="t"/>
              <a:pathLst>
                <a:path extrusionOk="0" h="34107" w="21710">
                  <a:moveTo>
                    <a:pt x="52" y="13450"/>
                  </a:moveTo>
                  <a:cubicBezTo>
                    <a:pt x="-585" y="21675"/>
                    <a:pt x="4765" y="27119"/>
                    <a:pt x="10280" y="32069"/>
                  </a:cubicBezTo>
                  <a:cubicBezTo>
                    <a:pt x="14145" y="35533"/>
                    <a:pt x="17728" y="34520"/>
                    <a:pt x="19142" y="29500"/>
                  </a:cubicBezTo>
                  <a:cubicBezTo>
                    <a:pt x="20509" y="24598"/>
                    <a:pt x="21075" y="19460"/>
                    <a:pt x="21711" y="15948"/>
                  </a:cubicBezTo>
                  <a:cubicBezTo>
                    <a:pt x="21711" y="5672"/>
                    <a:pt x="18600" y="370"/>
                    <a:pt x="13344" y="16"/>
                  </a:cubicBezTo>
                  <a:cubicBezTo>
                    <a:pt x="7287" y="-361"/>
                    <a:pt x="641" y="5979"/>
                    <a:pt x="52" y="134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36" name="Google Shape;1436;p45"/>
            <p:cNvSpPr/>
            <p:nvPr/>
          </p:nvSpPr>
          <p:spPr>
            <a:xfrm>
              <a:off x="1176150" y="3654684"/>
              <a:ext cx="26138" cy="31666"/>
            </a:xfrm>
            <a:custGeom>
              <a:rect b="b" l="l" r="r" t="t"/>
              <a:pathLst>
                <a:path extrusionOk="0" h="31666" w="26138">
                  <a:moveTo>
                    <a:pt x="15116" y="1477"/>
                  </a:moveTo>
                  <a:cubicBezTo>
                    <a:pt x="6843" y="5884"/>
                    <a:pt x="1564" y="12790"/>
                    <a:pt x="173" y="22241"/>
                  </a:cubicBezTo>
                  <a:cubicBezTo>
                    <a:pt x="-981" y="30018"/>
                    <a:pt x="3756" y="33883"/>
                    <a:pt x="10755" y="30348"/>
                  </a:cubicBezTo>
                  <a:cubicBezTo>
                    <a:pt x="19617" y="25894"/>
                    <a:pt x="24944" y="18446"/>
                    <a:pt x="26122" y="9443"/>
                  </a:cubicBezTo>
                  <a:cubicBezTo>
                    <a:pt x="26452" y="935"/>
                    <a:pt x="21856" y="-2105"/>
                    <a:pt x="15116" y="147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37" name="Google Shape;1437;p45"/>
            <p:cNvSpPr/>
            <p:nvPr/>
          </p:nvSpPr>
          <p:spPr>
            <a:xfrm>
              <a:off x="839036" y="3893445"/>
              <a:ext cx="26399" cy="26403"/>
            </a:xfrm>
            <a:custGeom>
              <a:rect b="b" l="l" r="r" t="t"/>
              <a:pathLst>
                <a:path extrusionOk="0" h="26403" w="26399">
                  <a:moveTo>
                    <a:pt x="26399" y="13223"/>
                  </a:moveTo>
                  <a:cubicBezTo>
                    <a:pt x="26304" y="6011"/>
                    <a:pt x="20365" y="96"/>
                    <a:pt x="13106" y="1"/>
                  </a:cubicBezTo>
                  <a:cubicBezTo>
                    <a:pt x="5588" y="-93"/>
                    <a:pt x="120" y="5328"/>
                    <a:pt x="2" y="12940"/>
                  </a:cubicBezTo>
                  <a:cubicBezTo>
                    <a:pt x="-116" y="20977"/>
                    <a:pt x="4716" y="26185"/>
                    <a:pt x="12446" y="26398"/>
                  </a:cubicBezTo>
                  <a:cubicBezTo>
                    <a:pt x="20106" y="26610"/>
                    <a:pt x="26469" y="20576"/>
                    <a:pt x="26399" y="13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38" name="Google Shape;1438;p45"/>
            <p:cNvSpPr/>
            <p:nvPr/>
          </p:nvSpPr>
          <p:spPr>
            <a:xfrm>
              <a:off x="318149" y="3481100"/>
              <a:ext cx="22938" cy="32891"/>
            </a:xfrm>
            <a:custGeom>
              <a:rect b="b" l="l" r="r" t="t"/>
              <a:pathLst>
                <a:path extrusionOk="0" h="32891" w="22938">
                  <a:moveTo>
                    <a:pt x="13606" y="161"/>
                  </a:moveTo>
                  <a:cubicBezTo>
                    <a:pt x="10895" y="-923"/>
                    <a:pt x="4273" y="3696"/>
                    <a:pt x="1704" y="7349"/>
                  </a:cubicBezTo>
                  <a:cubicBezTo>
                    <a:pt x="-3387" y="14608"/>
                    <a:pt x="3731" y="30800"/>
                    <a:pt x="12498" y="32850"/>
                  </a:cubicBezTo>
                  <a:cubicBezTo>
                    <a:pt x="14218" y="33251"/>
                    <a:pt x="18037" y="30635"/>
                    <a:pt x="18673" y="28702"/>
                  </a:cubicBezTo>
                  <a:cubicBezTo>
                    <a:pt x="20275" y="23870"/>
                    <a:pt x="20605" y="18615"/>
                    <a:pt x="21454" y="13524"/>
                  </a:cubicBezTo>
                  <a:cubicBezTo>
                    <a:pt x="21949" y="13100"/>
                    <a:pt x="22444" y="12699"/>
                    <a:pt x="22939" y="12275"/>
                  </a:cubicBezTo>
                  <a:cubicBezTo>
                    <a:pt x="19922" y="8009"/>
                    <a:pt x="17683" y="1787"/>
                    <a:pt x="13606" y="16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39" name="Google Shape;1439;p45"/>
            <p:cNvSpPr/>
            <p:nvPr/>
          </p:nvSpPr>
          <p:spPr>
            <a:xfrm>
              <a:off x="447145" y="3206317"/>
              <a:ext cx="21267" cy="32733"/>
            </a:xfrm>
            <a:custGeom>
              <a:rect b="b" l="l" r="r" t="t"/>
              <a:pathLst>
                <a:path extrusionOk="0" h="32733" w="21267">
                  <a:moveTo>
                    <a:pt x="9144" y="67"/>
                  </a:moveTo>
                  <a:cubicBezTo>
                    <a:pt x="7424" y="-428"/>
                    <a:pt x="3441" y="1906"/>
                    <a:pt x="2734" y="3768"/>
                  </a:cubicBezTo>
                  <a:cubicBezTo>
                    <a:pt x="1037" y="8293"/>
                    <a:pt x="660" y="13313"/>
                    <a:pt x="0" y="16848"/>
                  </a:cubicBezTo>
                  <a:cubicBezTo>
                    <a:pt x="236" y="19723"/>
                    <a:pt x="-71" y="21420"/>
                    <a:pt x="589" y="22622"/>
                  </a:cubicBezTo>
                  <a:cubicBezTo>
                    <a:pt x="2569" y="26299"/>
                    <a:pt x="5020" y="32804"/>
                    <a:pt x="7070" y="32733"/>
                  </a:cubicBezTo>
                  <a:cubicBezTo>
                    <a:pt x="11218" y="32568"/>
                    <a:pt x="16404" y="29716"/>
                    <a:pt x="19020" y="26322"/>
                  </a:cubicBezTo>
                  <a:cubicBezTo>
                    <a:pt x="24817" y="18757"/>
                    <a:pt x="18642" y="2825"/>
                    <a:pt x="9144" y="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40" name="Google Shape;1440;p45"/>
            <p:cNvSpPr/>
            <p:nvPr/>
          </p:nvSpPr>
          <p:spPr>
            <a:xfrm>
              <a:off x="1418322" y="3503319"/>
              <a:ext cx="21332" cy="32965"/>
            </a:xfrm>
            <a:custGeom>
              <a:rect b="b" l="l" r="r" t="t"/>
              <a:pathLst>
                <a:path extrusionOk="0" h="32965" w="21332">
                  <a:moveTo>
                    <a:pt x="9121" y="49"/>
                  </a:moveTo>
                  <a:cubicBezTo>
                    <a:pt x="7283" y="-375"/>
                    <a:pt x="3464" y="2052"/>
                    <a:pt x="2663" y="4008"/>
                  </a:cubicBezTo>
                  <a:cubicBezTo>
                    <a:pt x="1013" y="7991"/>
                    <a:pt x="801" y="12587"/>
                    <a:pt x="0" y="16924"/>
                  </a:cubicBezTo>
                  <a:cubicBezTo>
                    <a:pt x="236" y="16971"/>
                    <a:pt x="448" y="16994"/>
                    <a:pt x="683" y="17042"/>
                  </a:cubicBezTo>
                  <a:cubicBezTo>
                    <a:pt x="683" y="19257"/>
                    <a:pt x="0" y="21802"/>
                    <a:pt x="825" y="23641"/>
                  </a:cubicBezTo>
                  <a:cubicBezTo>
                    <a:pt x="2333" y="27034"/>
                    <a:pt x="4148" y="31748"/>
                    <a:pt x="6929" y="32738"/>
                  </a:cubicBezTo>
                  <a:cubicBezTo>
                    <a:pt x="9639" y="33681"/>
                    <a:pt x="14589" y="31536"/>
                    <a:pt x="17111" y="29179"/>
                  </a:cubicBezTo>
                  <a:cubicBezTo>
                    <a:pt x="25595" y="21260"/>
                    <a:pt x="20457" y="2618"/>
                    <a:pt x="9121" y="4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41" name="Google Shape;1441;p45"/>
            <p:cNvSpPr/>
            <p:nvPr/>
          </p:nvSpPr>
          <p:spPr>
            <a:xfrm>
              <a:off x="1431953" y="3262303"/>
              <a:ext cx="26036" cy="32364"/>
            </a:xfrm>
            <a:custGeom>
              <a:rect b="b" l="l" r="r" t="t"/>
              <a:pathLst>
                <a:path extrusionOk="0" h="32364" w="26036">
                  <a:moveTo>
                    <a:pt x="5907" y="32"/>
                  </a:moveTo>
                  <a:cubicBezTo>
                    <a:pt x="4281" y="-227"/>
                    <a:pt x="1335" y="1117"/>
                    <a:pt x="745" y="2483"/>
                  </a:cubicBezTo>
                  <a:cubicBezTo>
                    <a:pt x="-2884" y="11133"/>
                    <a:pt x="7439" y="29988"/>
                    <a:pt x="16630" y="32085"/>
                  </a:cubicBezTo>
                  <a:cubicBezTo>
                    <a:pt x="22122" y="33334"/>
                    <a:pt x="26152" y="30294"/>
                    <a:pt x="26034" y="24944"/>
                  </a:cubicBezTo>
                  <a:cubicBezTo>
                    <a:pt x="25893" y="17355"/>
                    <a:pt x="13095" y="1140"/>
                    <a:pt x="5907" y="3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42" name="Google Shape;1442;p45"/>
            <p:cNvSpPr/>
            <p:nvPr/>
          </p:nvSpPr>
          <p:spPr>
            <a:xfrm>
              <a:off x="354326" y="3574809"/>
              <a:ext cx="18359" cy="48497"/>
            </a:xfrm>
            <a:custGeom>
              <a:rect b="b" l="l" r="r" t="t"/>
              <a:pathLst>
                <a:path extrusionOk="0" h="48497" w="18359">
                  <a:moveTo>
                    <a:pt x="3118" y="41"/>
                  </a:moveTo>
                  <a:cubicBezTo>
                    <a:pt x="1892" y="348"/>
                    <a:pt x="643" y="2869"/>
                    <a:pt x="408" y="4566"/>
                  </a:cubicBezTo>
                  <a:cubicBezTo>
                    <a:pt x="-1643" y="19862"/>
                    <a:pt x="4296" y="32895"/>
                    <a:pt x="12498" y="45174"/>
                  </a:cubicBezTo>
                  <a:cubicBezTo>
                    <a:pt x="13300" y="46353"/>
                    <a:pt x="15161" y="46824"/>
                    <a:pt x="18013" y="48497"/>
                  </a:cubicBezTo>
                  <a:cubicBezTo>
                    <a:pt x="19569" y="30868"/>
                    <a:pt x="15845" y="16209"/>
                    <a:pt x="7785" y="2563"/>
                  </a:cubicBezTo>
                  <a:cubicBezTo>
                    <a:pt x="6960" y="1196"/>
                    <a:pt x="4414" y="-265"/>
                    <a:pt x="3118" y="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43" name="Google Shape;1443;p45"/>
            <p:cNvSpPr/>
            <p:nvPr/>
          </p:nvSpPr>
          <p:spPr>
            <a:xfrm>
              <a:off x="393407" y="3572107"/>
              <a:ext cx="24734" cy="31189"/>
            </a:xfrm>
            <a:custGeom>
              <a:rect b="b" l="l" r="r" t="t"/>
              <a:pathLst>
                <a:path extrusionOk="0" h="31189" w="24734">
                  <a:moveTo>
                    <a:pt x="8134" y="1871"/>
                  </a:moveTo>
                  <a:cubicBezTo>
                    <a:pt x="3538" y="-2112"/>
                    <a:pt x="-115" y="480"/>
                    <a:pt x="3" y="7598"/>
                  </a:cubicBezTo>
                  <a:cubicBezTo>
                    <a:pt x="1228" y="15564"/>
                    <a:pt x="3184" y="24567"/>
                    <a:pt x="11033" y="29823"/>
                  </a:cubicBezTo>
                  <a:cubicBezTo>
                    <a:pt x="14238" y="31968"/>
                    <a:pt x="19612" y="30836"/>
                    <a:pt x="23972" y="31190"/>
                  </a:cubicBezTo>
                  <a:cubicBezTo>
                    <a:pt x="24066" y="27348"/>
                    <a:pt x="25669" y="22517"/>
                    <a:pt x="23925" y="19901"/>
                  </a:cubicBezTo>
                  <a:cubicBezTo>
                    <a:pt x="19517" y="13278"/>
                    <a:pt x="14144" y="7080"/>
                    <a:pt x="8134" y="187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44" name="Google Shape;1444;p45"/>
            <p:cNvSpPr/>
            <p:nvPr/>
          </p:nvSpPr>
          <p:spPr>
            <a:xfrm>
              <a:off x="357392" y="3513644"/>
              <a:ext cx="21384" cy="27248"/>
            </a:xfrm>
            <a:custGeom>
              <a:rect b="b" l="l" r="r" t="t"/>
              <a:pathLst>
                <a:path extrusionOk="0" h="27248" w="21384">
                  <a:moveTo>
                    <a:pt x="9574" y="0"/>
                  </a:moveTo>
                  <a:cubicBezTo>
                    <a:pt x="1938" y="1791"/>
                    <a:pt x="-1974" y="6717"/>
                    <a:pt x="995" y="12043"/>
                  </a:cubicBezTo>
                  <a:cubicBezTo>
                    <a:pt x="4012" y="17464"/>
                    <a:pt x="8514" y="22154"/>
                    <a:pt x="12897" y="26656"/>
                  </a:cubicBezTo>
                  <a:cubicBezTo>
                    <a:pt x="13934" y="27716"/>
                    <a:pt x="18884" y="27127"/>
                    <a:pt x="18978" y="26632"/>
                  </a:cubicBezTo>
                  <a:cubicBezTo>
                    <a:pt x="20109" y="21353"/>
                    <a:pt x="22442" y="15296"/>
                    <a:pt x="20840" y="10747"/>
                  </a:cubicBezTo>
                  <a:cubicBezTo>
                    <a:pt x="19308" y="6387"/>
                    <a:pt x="13510" y="3512"/>
                    <a:pt x="9574"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45" name="Google Shape;1445;p45"/>
            <p:cNvSpPr/>
            <p:nvPr/>
          </p:nvSpPr>
          <p:spPr>
            <a:xfrm>
              <a:off x="424681" y="3070160"/>
              <a:ext cx="22181" cy="26364"/>
            </a:xfrm>
            <a:custGeom>
              <a:rect b="b" l="l" r="r" t="t"/>
              <a:pathLst>
                <a:path extrusionOk="0" h="26364" w="22181">
                  <a:moveTo>
                    <a:pt x="946" y="9428"/>
                  </a:moveTo>
                  <a:cubicBezTo>
                    <a:pt x="3397" y="14377"/>
                    <a:pt x="6814" y="19114"/>
                    <a:pt x="10703" y="23050"/>
                  </a:cubicBezTo>
                  <a:cubicBezTo>
                    <a:pt x="16147" y="28565"/>
                    <a:pt x="19989" y="27080"/>
                    <a:pt x="21780" y="19468"/>
                  </a:cubicBezTo>
                  <a:cubicBezTo>
                    <a:pt x="22181" y="17818"/>
                    <a:pt x="22134" y="16050"/>
                    <a:pt x="22181" y="15555"/>
                  </a:cubicBezTo>
                  <a:cubicBezTo>
                    <a:pt x="22275" y="4950"/>
                    <a:pt x="15794" y="-1013"/>
                    <a:pt x="6673" y="142"/>
                  </a:cubicBezTo>
                  <a:cubicBezTo>
                    <a:pt x="1016" y="873"/>
                    <a:pt x="-1529" y="4431"/>
                    <a:pt x="946" y="94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46" name="Google Shape;1446;p45"/>
            <p:cNvSpPr/>
            <p:nvPr/>
          </p:nvSpPr>
          <p:spPr>
            <a:xfrm>
              <a:off x="1205100" y="2369792"/>
              <a:ext cx="32759" cy="10679"/>
            </a:xfrm>
            <a:custGeom>
              <a:rect b="b" l="l" r="r" t="t"/>
              <a:pathLst>
                <a:path extrusionOk="0" h="10679" w="32759">
                  <a:moveTo>
                    <a:pt x="32760" y="6684"/>
                  </a:moveTo>
                  <a:cubicBezTo>
                    <a:pt x="23804" y="-1989"/>
                    <a:pt x="6599" y="-2366"/>
                    <a:pt x="0" y="6401"/>
                  </a:cubicBezTo>
                  <a:cubicBezTo>
                    <a:pt x="8838" y="12057"/>
                    <a:pt x="25737" y="12057"/>
                    <a:pt x="32760" y="668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47" name="Google Shape;1447;p45"/>
            <p:cNvSpPr/>
            <p:nvPr/>
          </p:nvSpPr>
          <p:spPr>
            <a:xfrm>
              <a:off x="232642" y="3261935"/>
              <a:ext cx="10529" cy="32217"/>
            </a:xfrm>
            <a:custGeom>
              <a:rect b="b" l="l" r="r" t="t"/>
              <a:pathLst>
                <a:path extrusionOk="0" h="32217" w="10529">
                  <a:moveTo>
                    <a:pt x="4793" y="0"/>
                  </a:moveTo>
                  <a:cubicBezTo>
                    <a:pt x="3638" y="1367"/>
                    <a:pt x="1823" y="2569"/>
                    <a:pt x="1470" y="4124"/>
                  </a:cubicBezTo>
                  <a:cubicBezTo>
                    <a:pt x="-769" y="13575"/>
                    <a:pt x="-699" y="22979"/>
                    <a:pt x="3426" y="32218"/>
                  </a:cubicBezTo>
                  <a:cubicBezTo>
                    <a:pt x="10261" y="23545"/>
                    <a:pt x="12405" y="14117"/>
                    <a:pt x="8799" y="3842"/>
                  </a:cubicBezTo>
                  <a:cubicBezTo>
                    <a:pt x="8234" y="2286"/>
                    <a:pt x="6160" y="1273"/>
                    <a:pt x="4793"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48" name="Google Shape;1448;p45"/>
            <p:cNvSpPr/>
            <p:nvPr/>
          </p:nvSpPr>
          <p:spPr>
            <a:xfrm>
              <a:off x="340633" y="3166837"/>
              <a:ext cx="10070" cy="34056"/>
            </a:xfrm>
            <a:custGeom>
              <a:rect b="b" l="l" r="r" t="t"/>
              <a:pathLst>
                <a:path extrusionOk="0" h="34056" w="10070">
                  <a:moveTo>
                    <a:pt x="3047" y="0"/>
                  </a:moveTo>
                  <a:cubicBezTo>
                    <a:pt x="-1667" y="10983"/>
                    <a:pt x="-40" y="21754"/>
                    <a:pt x="2128" y="34056"/>
                  </a:cubicBezTo>
                  <a:cubicBezTo>
                    <a:pt x="12451" y="23780"/>
                    <a:pt x="12663" y="5020"/>
                    <a:pt x="304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449" name="Google Shape;1449;p45"/>
            <p:cNvSpPr/>
            <p:nvPr/>
          </p:nvSpPr>
          <p:spPr>
            <a:xfrm>
              <a:off x="1406508" y="3639982"/>
              <a:ext cx="10152" cy="33383"/>
            </a:xfrm>
            <a:custGeom>
              <a:rect b="b" l="l" r="r" t="t"/>
              <a:pathLst>
                <a:path extrusionOk="0" h="33383" w="10152">
                  <a:moveTo>
                    <a:pt x="4225" y="11"/>
                  </a:moveTo>
                  <a:cubicBezTo>
                    <a:pt x="3565" y="-177"/>
                    <a:pt x="1396" y="2062"/>
                    <a:pt x="1161" y="3381"/>
                  </a:cubicBezTo>
                  <a:cubicBezTo>
                    <a:pt x="-442" y="13044"/>
                    <a:pt x="-701" y="22707"/>
                    <a:pt x="2433" y="33384"/>
                  </a:cubicBezTo>
                  <a:cubicBezTo>
                    <a:pt x="9527" y="25559"/>
                    <a:pt x="12238" y="10475"/>
                    <a:pt x="8420" y="3405"/>
                  </a:cubicBezTo>
                  <a:cubicBezTo>
                    <a:pt x="7618" y="1897"/>
                    <a:pt x="5851" y="483"/>
                    <a:pt x="4225" y="1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grpSp>
      <p:grpSp>
        <p:nvGrpSpPr>
          <p:cNvPr id="1450" name="Google Shape;1450;p45"/>
          <p:cNvGrpSpPr/>
          <p:nvPr/>
        </p:nvGrpSpPr>
        <p:grpSpPr>
          <a:xfrm>
            <a:off x="0" y="0"/>
            <a:ext cx="227000" cy="253951"/>
            <a:chOff x="1582614" y="2839915"/>
            <a:chExt cx="589086" cy="589086"/>
          </a:xfrm>
        </p:grpSpPr>
        <p:sp>
          <p:nvSpPr>
            <p:cNvPr id="1451" name="Google Shape;1451;p45"/>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1452" name="Google Shape;1452;p45"/>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1453" name="Google Shape;1453;p45"/>
          <p:cNvGrpSpPr/>
          <p:nvPr/>
        </p:nvGrpSpPr>
        <p:grpSpPr>
          <a:xfrm rot="5400000">
            <a:off x="833427" y="13476"/>
            <a:ext cx="253951" cy="227000"/>
            <a:chOff x="1582614" y="2839915"/>
            <a:chExt cx="589086" cy="589086"/>
          </a:xfrm>
        </p:grpSpPr>
        <p:sp>
          <p:nvSpPr>
            <p:cNvPr id="1454" name="Google Shape;1454;p45"/>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1455" name="Google Shape;1455;p45"/>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1456" name="Google Shape;1456;p45"/>
          <p:cNvGrpSpPr/>
          <p:nvPr/>
        </p:nvGrpSpPr>
        <p:grpSpPr>
          <a:xfrm flipH="1" rot="10800000">
            <a:off x="0" y="1006216"/>
            <a:ext cx="227000" cy="253951"/>
            <a:chOff x="1582614" y="2839915"/>
            <a:chExt cx="589086" cy="589086"/>
          </a:xfrm>
        </p:grpSpPr>
        <p:sp>
          <p:nvSpPr>
            <p:cNvPr id="1457" name="Google Shape;1457;p45"/>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1458" name="Google Shape;1458;p45"/>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1459" name="Google Shape;1459;p45"/>
          <p:cNvGrpSpPr/>
          <p:nvPr/>
        </p:nvGrpSpPr>
        <p:grpSpPr>
          <a:xfrm flipH="1" rot="5400000">
            <a:off x="847071" y="1019692"/>
            <a:ext cx="253953" cy="227003"/>
            <a:chOff x="1582614" y="2839909"/>
            <a:chExt cx="589091" cy="589092"/>
          </a:xfrm>
        </p:grpSpPr>
        <p:sp>
          <p:nvSpPr>
            <p:cNvPr id="1460" name="Google Shape;1460;p45"/>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1461" name="Google Shape;1461;p45"/>
            <p:cNvSpPr/>
            <p:nvPr/>
          </p:nvSpPr>
          <p:spPr>
            <a:xfrm rot="5400000">
              <a:off x="1808581" y="2613946"/>
              <a:ext cx="137161" cy="58908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1462" name="Google Shape;1462;p45"/>
          <p:cNvGrpSpPr/>
          <p:nvPr/>
        </p:nvGrpSpPr>
        <p:grpSpPr>
          <a:xfrm>
            <a:off x="11027391" y="5854890"/>
            <a:ext cx="1127771" cy="970434"/>
            <a:chOff x="7350231" y="1734252"/>
            <a:chExt cx="4870814" cy="5345793"/>
          </a:xfrm>
        </p:grpSpPr>
        <p:grpSp>
          <p:nvGrpSpPr>
            <p:cNvPr id="1463" name="Google Shape;1463;p45"/>
            <p:cNvGrpSpPr/>
            <p:nvPr/>
          </p:nvGrpSpPr>
          <p:grpSpPr>
            <a:xfrm>
              <a:off x="7496004" y="1839383"/>
              <a:ext cx="3874490" cy="3979118"/>
              <a:chOff x="7496004" y="1839383"/>
              <a:chExt cx="3874490" cy="3979118"/>
            </a:xfrm>
          </p:grpSpPr>
          <p:sp>
            <p:nvSpPr>
              <p:cNvPr id="1464" name="Google Shape;1464;p45"/>
              <p:cNvSpPr/>
              <p:nvPr/>
            </p:nvSpPr>
            <p:spPr>
              <a:xfrm rot="8201235">
                <a:off x="10839502" y="4413955"/>
                <a:ext cx="427534" cy="471394"/>
              </a:xfrm>
              <a:custGeom>
                <a:rect b="b" l="l" r="r" t="t"/>
                <a:pathLst>
                  <a:path extrusionOk="0" h="4725490" w="4285801">
                    <a:moveTo>
                      <a:pt x="1428251" y="4622752"/>
                    </a:moveTo>
                    <a:cubicBezTo>
                      <a:pt x="1313180" y="4505074"/>
                      <a:pt x="1240588" y="4345285"/>
                      <a:pt x="1235771" y="4167715"/>
                    </a:cubicBezTo>
                    <a:cubicBezTo>
                      <a:pt x="1227835" y="3875156"/>
                      <a:pt x="1406218" y="3620819"/>
                      <a:pt x="1664050" y="3520754"/>
                    </a:cubicBezTo>
                    <a:lnTo>
                      <a:pt x="1635892" y="2482688"/>
                    </a:lnTo>
                    <a:lnTo>
                      <a:pt x="1044642" y="2469039"/>
                    </a:lnTo>
                    <a:lnTo>
                      <a:pt x="1044642" y="2667331"/>
                    </a:lnTo>
                    <a:cubicBezTo>
                      <a:pt x="1044642" y="2727000"/>
                      <a:pt x="996271" y="2775371"/>
                      <a:pt x="936601" y="2775372"/>
                    </a:cubicBezTo>
                    <a:lnTo>
                      <a:pt x="657382" y="2775371"/>
                    </a:lnTo>
                    <a:cubicBezTo>
                      <a:pt x="637755" y="2823613"/>
                      <a:pt x="630101" y="2874237"/>
                      <a:pt x="622448" y="2945800"/>
                    </a:cubicBezTo>
                    <a:lnTo>
                      <a:pt x="252030" y="2945800"/>
                    </a:lnTo>
                    <a:cubicBezTo>
                      <a:pt x="256275" y="2883407"/>
                      <a:pt x="252593" y="2828938"/>
                      <a:pt x="235967" y="2775370"/>
                    </a:cubicBezTo>
                    <a:lnTo>
                      <a:pt x="7267" y="2775370"/>
                    </a:lnTo>
                    <a:cubicBezTo>
                      <a:pt x="1003" y="2679903"/>
                      <a:pt x="-1109" y="2594661"/>
                      <a:pt x="535" y="2514852"/>
                    </a:cubicBezTo>
                    <a:cubicBezTo>
                      <a:pt x="5466" y="2275424"/>
                      <a:pt x="44187" y="2084887"/>
                      <a:pt x="105917" y="1813823"/>
                    </a:cubicBezTo>
                    <a:cubicBezTo>
                      <a:pt x="258635" y="1288584"/>
                      <a:pt x="488046" y="911620"/>
                      <a:pt x="870837" y="570445"/>
                    </a:cubicBezTo>
                    <a:cubicBezTo>
                      <a:pt x="674179" y="1284154"/>
                      <a:pt x="622718" y="1497188"/>
                      <a:pt x="741752" y="1669956"/>
                    </a:cubicBezTo>
                    <a:cubicBezTo>
                      <a:pt x="882751" y="1699943"/>
                      <a:pt x="788174" y="1674807"/>
                      <a:pt x="936601" y="1710419"/>
                    </a:cubicBezTo>
                    <a:cubicBezTo>
                      <a:pt x="1001384" y="1730870"/>
                      <a:pt x="1044642" y="1758791"/>
                      <a:pt x="1044642" y="1818460"/>
                    </a:cubicBezTo>
                    <a:lnTo>
                      <a:pt x="1044642" y="1970448"/>
                    </a:lnTo>
                    <a:lnTo>
                      <a:pt x="1621635" y="1957128"/>
                    </a:lnTo>
                    <a:lnTo>
                      <a:pt x="1601569" y="1217379"/>
                    </a:lnTo>
                    <a:cubicBezTo>
                      <a:pt x="1338692" y="1131438"/>
                      <a:pt x="1146783" y="887145"/>
                      <a:pt x="1138847" y="594588"/>
                    </a:cubicBezTo>
                    <a:cubicBezTo>
                      <a:pt x="1132425" y="357828"/>
                      <a:pt x="1248029" y="146099"/>
                      <a:pt x="1428910" y="20243"/>
                    </a:cubicBezTo>
                    <a:lnTo>
                      <a:pt x="1447318" y="698863"/>
                    </a:lnTo>
                    <a:lnTo>
                      <a:pt x="2193594" y="678620"/>
                    </a:lnTo>
                    <a:lnTo>
                      <a:pt x="2175185" y="0"/>
                    </a:lnTo>
                    <a:cubicBezTo>
                      <a:pt x="2362624" y="115865"/>
                      <a:pt x="2489536" y="321015"/>
                      <a:pt x="2495958" y="557775"/>
                    </a:cubicBezTo>
                    <a:cubicBezTo>
                      <a:pt x="2503894" y="850332"/>
                      <a:pt x="2325511" y="1104670"/>
                      <a:pt x="2067679" y="1204735"/>
                    </a:cubicBezTo>
                    <a:lnTo>
                      <a:pt x="2087796" y="1946367"/>
                    </a:lnTo>
                    <a:lnTo>
                      <a:pt x="4285801" y="1895627"/>
                    </a:lnTo>
                    <a:lnTo>
                      <a:pt x="4285801" y="2543859"/>
                    </a:lnTo>
                    <a:lnTo>
                      <a:pt x="2102637" y="2493462"/>
                    </a:lnTo>
                    <a:lnTo>
                      <a:pt x="2130160" y="3508110"/>
                    </a:lnTo>
                    <a:cubicBezTo>
                      <a:pt x="2393037" y="3594051"/>
                      <a:pt x="2584946" y="3838344"/>
                      <a:pt x="2592882" y="4130902"/>
                    </a:cubicBezTo>
                    <a:cubicBezTo>
                      <a:pt x="2599304" y="4367662"/>
                      <a:pt x="2483700" y="4579391"/>
                      <a:pt x="2302820" y="4705247"/>
                    </a:cubicBezTo>
                    <a:lnTo>
                      <a:pt x="2284411" y="4026626"/>
                    </a:lnTo>
                    <a:lnTo>
                      <a:pt x="1538135" y="4046869"/>
                    </a:lnTo>
                    <a:lnTo>
                      <a:pt x="1556544" y="4725490"/>
                    </a:lnTo>
                    <a:cubicBezTo>
                      <a:pt x="1509684" y="4696524"/>
                      <a:pt x="1466607" y="4661977"/>
                      <a:pt x="1428251" y="4622752"/>
                    </a:cubicBezTo>
                    <a:close/>
                    <a:moveTo>
                      <a:pt x="44807" y="3562389"/>
                    </a:moveTo>
                    <a:cubicBezTo>
                      <a:pt x="25255" y="3542837"/>
                      <a:pt x="13162" y="3515827"/>
                      <a:pt x="13162" y="3485992"/>
                    </a:cubicBezTo>
                    <a:lnTo>
                      <a:pt x="13162" y="3053842"/>
                    </a:lnTo>
                    <a:cubicBezTo>
                      <a:pt x="13162" y="2994173"/>
                      <a:pt x="61534" y="2945801"/>
                      <a:pt x="121203" y="2945801"/>
                    </a:cubicBezTo>
                    <a:lnTo>
                      <a:pt x="757287" y="2945801"/>
                    </a:lnTo>
                    <a:cubicBezTo>
                      <a:pt x="816956" y="2945801"/>
                      <a:pt x="865328" y="2994173"/>
                      <a:pt x="865328" y="3053842"/>
                    </a:cubicBezTo>
                    <a:lnTo>
                      <a:pt x="865328" y="3485992"/>
                    </a:lnTo>
                    <a:cubicBezTo>
                      <a:pt x="865328" y="3545662"/>
                      <a:pt x="816956" y="3594033"/>
                      <a:pt x="757287" y="3594033"/>
                    </a:cubicBezTo>
                    <a:lnTo>
                      <a:pt x="121203" y="3594033"/>
                    </a:lnTo>
                    <a:cubicBezTo>
                      <a:pt x="91368" y="3594033"/>
                      <a:pt x="64358" y="3581940"/>
                      <a:pt x="44807" y="356238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465" name="Google Shape;1465;p45"/>
              <p:cNvSpPr/>
              <p:nvPr/>
            </p:nvSpPr>
            <p:spPr>
              <a:xfrm rot="-900000">
                <a:off x="7608221" y="2961416"/>
                <a:ext cx="392828" cy="319096"/>
              </a:xfrm>
              <a:custGeom>
                <a:rect b="b" l="l" r="r" t="t"/>
                <a:pathLst>
                  <a:path extrusionOk="0" h="3321003" w="4088377">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466" name="Google Shape;1466;p45"/>
              <p:cNvSpPr/>
              <p:nvPr/>
            </p:nvSpPr>
            <p:spPr>
              <a:xfrm flipH="1" rot="5400000">
                <a:off x="10824557" y="2917080"/>
                <a:ext cx="392828" cy="392828"/>
              </a:xfrm>
              <a:custGeom>
                <a:rect b="b" l="l" r="r" t="t"/>
                <a:pathLst>
                  <a:path extrusionOk="0" h="3786923" w="3287892">
                    <a:moveTo>
                      <a:pt x="2574092" y="3411971"/>
                    </a:moveTo>
                    <a:cubicBezTo>
                      <a:pt x="2577477" y="3551838"/>
                      <a:pt x="2489596" y="3681234"/>
                      <a:pt x="2347458" y="3745664"/>
                    </a:cubicBezTo>
                    <a:cubicBezTo>
                      <a:pt x="2228355" y="3799653"/>
                      <a:pt x="2086904" y="3800713"/>
                      <a:pt x="1966757" y="3748519"/>
                    </a:cubicBezTo>
                    <a:cubicBezTo>
                      <a:pt x="1823914" y="3686464"/>
                      <a:pt x="1733597" y="3559106"/>
                      <a:pt x="1733597" y="3419734"/>
                    </a:cubicBezTo>
                    <a:cubicBezTo>
                      <a:pt x="2013762" y="3417146"/>
                      <a:pt x="2293927" y="3414559"/>
                      <a:pt x="2574092" y="3411971"/>
                    </a:cubicBezTo>
                    <a:close/>
                    <a:moveTo>
                      <a:pt x="2574187" y="367189"/>
                    </a:moveTo>
                    <a:cubicBezTo>
                      <a:pt x="2294022" y="369777"/>
                      <a:pt x="2013857" y="372364"/>
                      <a:pt x="1733692" y="374952"/>
                    </a:cubicBezTo>
                    <a:cubicBezTo>
                      <a:pt x="1730307" y="235085"/>
                      <a:pt x="1818188" y="105689"/>
                      <a:pt x="1960326" y="41259"/>
                    </a:cubicBezTo>
                    <a:cubicBezTo>
                      <a:pt x="2079429" y="-12730"/>
                      <a:pt x="2220880" y="-13790"/>
                      <a:pt x="2341027" y="38404"/>
                    </a:cubicBezTo>
                    <a:cubicBezTo>
                      <a:pt x="2483870" y="100459"/>
                      <a:pt x="2574187" y="227817"/>
                      <a:pt x="2574187" y="367189"/>
                    </a:cubicBezTo>
                    <a:close/>
                    <a:moveTo>
                      <a:pt x="2688290" y="635445"/>
                    </a:moveTo>
                    <a:lnTo>
                      <a:pt x="2688290" y="1612884"/>
                    </a:lnTo>
                    <a:lnTo>
                      <a:pt x="1619492" y="1612884"/>
                    </a:lnTo>
                    <a:lnTo>
                      <a:pt x="1619492" y="1396859"/>
                    </a:lnTo>
                    <a:lnTo>
                      <a:pt x="201708" y="1396859"/>
                    </a:lnTo>
                    <a:cubicBezTo>
                      <a:pt x="90308" y="1396859"/>
                      <a:pt x="0" y="1306551"/>
                      <a:pt x="0" y="1195151"/>
                    </a:cubicBezTo>
                    <a:lnTo>
                      <a:pt x="0" y="907003"/>
                    </a:lnTo>
                    <a:cubicBezTo>
                      <a:pt x="0" y="795603"/>
                      <a:pt x="90308" y="705295"/>
                      <a:pt x="201708" y="705295"/>
                    </a:cubicBezTo>
                    <a:lnTo>
                      <a:pt x="1619492" y="705295"/>
                    </a:lnTo>
                    <a:lnTo>
                      <a:pt x="1619492" y="635445"/>
                    </a:lnTo>
                    <a:cubicBezTo>
                      <a:pt x="1619492" y="537063"/>
                      <a:pt x="1699247" y="457308"/>
                      <a:pt x="1797629" y="457308"/>
                    </a:cubicBezTo>
                    <a:lnTo>
                      <a:pt x="2510153" y="457308"/>
                    </a:lnTo>
                    <a:cubicBezTo>
                      <a:pt x="2608535" y="457308"/>
                      <a:pt x="2688290" y="537063"/>
                      <a:pt x="2688290" y="635445"/>
                    </a:cubicBezTo>
                    <a:close/>
                    <a:moveTo>
                      <a:pt x="3177333" y="2901044"/>
                    </a:moveTo>
                    <a:lnTo>
                      <a:pt x="1130451" y="2901044"/>
                    </a:lnTo>
                    <a:cubicBezTo>
                      <a:pt x="1350134" y="2526253"/>
                      <a:pt x="1481437" y="2165059"/>
                      <a:pt x="1605942" y="1684892"/>
                    </a:cubicBezTo>
                    <a:lnTo>
                      <a:pt x="2701842" y="1684892"/>
                    </a:lnTo>
                    <a:cubicBezTo>
                      <a:pt x="2809350" y="2117470"/>
                      <a:pt x="2933855" y="2516056"/>
                      <a:pt x="3177333" y="2901044"/>
                    </a:cubicBezTo>
                    <a:close/>
                    <a:moveTo>
                      <a:pt x="3287892" y="3137537"/>
                    </a:moveTo>
                    <a:lnTo>
                      <a:pt x="3287892" y="3248909"/>
                    </a:lnTo>
                    <a:cubicBezTo>
                      <a:pt x="3287892" y="3295849"/>
                      <a:pt x="3249839" y="3333902"/>
                      <a:pt x="3202899" y="3333902"/>
                    </a:cubicBezTo>
                    <a:lnTo>
                      <a:pt x="1104885" y="3333902"/>
                    </a:lnTo>
                    <a:cubicBezTo>
                      <a:pt x="1057945" y="3333902"/>
                      <a:pt x="1019892" y="3295849"/>
                      <a:pt x="1019892" y="3248909"/>
                    </a:cubicBezTo>
                    <a:lnTo>
                      <a:pt x="1019892" y="3137537"/>
                    </a:lnTo>
                    <a:cubicBezTo>
                      <a:pt x="1019892" y="3090597"/>
                      <a:pt x="1057945" y="3052544"/>
                      <a:pt x="1104885" y="3052544"/>
                    </a:cubicBezTo>
                    <a:lnTo>
                      <a:pt x="3202899" y="3052544"/>
                    </a:lnTo>
                    <a:cubicBezTo>
                      <a:pt x="3249839" y="3052544"/>
                      <a:pt x="3287892" y="3090597"/>
                      <a:pt x="3287892" y="313753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467" name="Google Shape;1467;p45"/>
              <p:cNvSpPr/>
              <p:nvPr/>
            </p:nvSpPr>
            <p:spPr>
              <a:xfrm>
                <a:off x="11062223" y="3784811"/>
                <a:ext cx="285020" cy="285020"/>
              </a:xfrm>
              <a:custGeom>
                <a:rect b="b" l="l" r="r" t="t"/>
                <a:pathLst>
                  <a:path extrusionOk="0" h="2964099" w="2801488">
                    <a:moveTo>
                      <a:pt x="1393788" y="2251706"/>
                    </a:moveTo>
                    <a:cubicBezTo>
                      <a:pt x="1338380" y="2251706"/>
                      <a:pt x="1293463" y="2296623"/>
                      <a:pt x="1293463" y="2352031"/>
                    </a:cubicBezTo>
                    <a:cubicBezTo>
                      <a:pt x="1293463" y="2407439"/>
                      <a:pt x="1338380" y="2452356"/>
                      <a:pt x="1393788" y="2452356"/>
                    </a:cubicBezTo>
                    <a:cubicBezTo>
                      <a:pt x="1449196" y="2452356"/>
                      <a:pt x="1494113" y="2407439"/>
                      <a:pt x="1494113" y="2352031"/>
                    </a:cubicBezTo>
                    <a:cubicBezTo>
                      <a:pt x="1494113" y="2296623"/>
                      <a:pt x="1449196" y="2251706"/>
                      <a:pt x="1393788" y="2251706"/>
                    </a:cubicBezTo>
                    <a:close/>
                    <a:moveTo>
                      <a:pt x="2189420" y="1936547"/>
                    </a:moveTo>
                    <a:cubicBezTo>
                      <a:pt x="1959955" y="1936547"/>
                      <a:pt x="1773936" y="2122566"/>
                      <a:pt x="1773936" y="2352031"/>
                    </a:cubicBezTo>
                    <a:cubicBezTo>
                      <a:pt x="1773936" y="2581496"/>
                      <a:pt x="1959955" y="2767515"/>
                      <a:pt x="2189420" y="2767515"/>
                    </a:cubicBezTo>
                    <a:cubicBezTo>
                      <a:pt x="2418885" y="2767515"/>
                      <a:pt x="2604904" y="2581496"/>
                      <a:pt x="2604904" y="2352031"/>
                    </a:cubicBezTo>
                    <a:cubicBezTo>
                      <a:pt x="2604904" y="2122566"/>
                      <a:pt x="2418885" y="1936547"/>
                      <a:pt x="2189420" y="1936547"/>
                    </a:cubicBezTo>
                    <a:close/>
                    <a:moveTo>
                      <a:pt x="612068" y="1936547"/>
                    </a:moveTo>
                    <a:cubicBezTo>
                      <a:pt x="382603" y="1936547"/>
                      <a:pt x="196584" y="2122566"/>
                      <a:pt x="196584" y="2352031"/>
                    </a:cubicBezTo>
                    <a:cubicBezTo>
                      <a:pt x="196584" y="2581496"/>
                      <a:pt x="382603" y="2767515"/>
                      <a:pt x="612068" y="2767515"/>
                    </a:cubicBezTo>
                    <a:cubicBezTo>
                      <a:pt x="841533" y="2767515"/>
                      <a:pt x="1027552" y="2581496"/>
                      <a:pt x="1027552" y="2352031"/>
                    </a:cubicBezTo>
                    <a:cubicBezTo>
                      <a:pt x="1027552" y="2122566"/>
                      <a:pt x="841533" y="1936547"/>
                      <a:pt x="612068" y="1936547"/>
                    </a:cubicBezTo>
                    <a:close/>
                    <a:moveTo>
                      <a:pt x="845776" y="315"/>
                    </a:moveTo>
                    <a:cubicBezTo>
                      <a:pt x="1032101" y="7965"/>
                      <a:pt x="1181399" y="153129"/>
                      <a:pt x="1195696" y="335717"/>
                    </a:cubicBezTo>
                    <a:lnTo>
                      <a:pt x="1198885" y="335806"/>
                    </a:lnTo>
                    <a:lnTo>
                      <a:pt x="1198706" y="366401"/>
                    </a:lnTo>
                    <a:cubicBezTo>
                      <a:pt x="1198883" y="367005"/>
                      <a:pt x="1198884" y="367612"/>
                      <a:pt x="1198884" y="368218"/>
                    </a:cubicBezTo>
                    <a:lnTo>
                      <a:pt x="1198695" y="368210"/>
                    </a:lnTo>
                    <a:lnTo>
                      <a:pt x="1197421" y="585651"/>
                    </a:lnTo>
                    <a:cubicBezTo>
                      <a:pt x="1245519" y="531733"/>
                      <a:pt x="1316597" y="499778"/>
                      <a:pt x="1394104" y="502960"/>
                    </a:cubicBezTo>
                    <a:cubicBezTo>
                      <a:pt x="1472998" y="506199"/>
                      <a:pt x="1542269" y="545176"/>
                      <a:pt x="1585751" y="604519"/>
                    </a:cubicBezTo>
                    <a:cubicBezTo>
                      <a:pt x="1585226" y="514948"/>
                      <a:pt x="1584701" y="425377"/>
                      <a:pt x="1584176" y="335806"/>
                    </a:cubicBezTo>
                    <a:lnTo>
                      <a:pt x="1585829" y="335760"/>
                    </a:lnTo>
                    <a:cubicBezTo>
                      <a:pt x="1602915" y="140060"/>
                      <a:pt x="1770945" y="-7755"/>
                      <a:pt x="1967493" y="315"/>
                    </a:cubicBezTo>
                    <a:cubicBezTo>
                      <a:pt x="2146853" y="7679"/>
                      <a:pt x="2291902" y="142468"/>
                      <a:pt x="2315427" y="315465"/>
                    </a:cubicBezTo>
                    <a:lnTo>
                      <a:pt x="2320109" y="315335"/>
                    </a:lnTo>
                    <a:lnTo>
                      <a:pt x="2729306" y="2069418"/>
                    </a:lnTo>
                    <a:cubicBezTo>
                      <a:pt x="2776307" y="2152970"/>
                      <a:pt x="2801488" y="2249560"/>
                      <a:pt x="2801488" y="2352031"/>
                    </a:cubicBezTo>
                    <a:cubicBezTo>
                      <a:pt x="2801488" y="2690067"/>
                      <a:pt x="2527456" y="2964099"/>
                      <a:pt x="2189420" y="2964099"/>
                    </a:cubicBezTo>
                    <a:cubicBezTo>
                      <a:pt x="1922036" y="2964099"/>
                      <a:pt x="1694697" y="2792645"/>
                      <a:pt x="1613824" y="2552817"/>
                    </a:cubicBezTo>
                    <a:cubicBezTo>
                      <a:pt x="1559905" y="2613347"/>
                      <a:pt x="1481232" y="2650901"/>
                      <a:pt x="1393788" y="2650901"/>
                    </a:cubicBezTo>
                    <a:cubicBezTo>
                      <a:pt x="1311973" y="2650901"/>
                      <a:pt x="1237837" y="2618027"/>
                      <a:pt x="1183996" y="2564635"/>
                    </a:cubicBezTo>
                    <a:cubicBezTo>
                      <a:pt x="1099341" y="2798210"/>
                      <a:pt x="875077" y="2964099"/>
                      <a:pt x="612068" y="2964099"/>
                    </a:cubicBezTo>
                    <a:cubicBezTo>
                      <a:pt x="274032" y="2964099"/>
                      <a:pt x="0" y="2690067"/>
                      <a:pt x="0" y="2352031"/>
                    </a:cubicBezTo>
                    <a:cubicBezTo>
                      <a:pt x="0" y="2288533"/>
                      <a:pt x="9669" y="2227293"/>
                      <a:pt x="30466" y="2170591"/>
                    </a:cubicBezTo>
                    <a:lnTo>
                      <a:pt x="30153" y="2170591"/>
                    </a:lnTo>
                    <a:lnTo>
                      <a:pt x="462952" y="315335"/>
                    </a:lnTo>
                    <a:lnTo>
                      <a:pt x="467801" y="315470"/>
                    </a:lnTo>
                    <a:cubicBezTo>
                      <a:pt x="493068" y="129842"/>
                      <a:pt x="656149" y="-7470"/>
                      <a:pt x="845776" y="3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468" name="Google Shape;1468;p45"/>
              <p:cNvSpPr/>
              <p:nvPr/>
            </p:nvSpPr>
            <p:spPr>
              <a:xfrm>
                <a:off x="8077159" y="2346892"/>
                <a:ext cx="392828" cy="303948"/>
              </a:xfrm>
              <a:custGeom>
                <a:rect b="b" l="l" r="r" t="t"/>
                <a:pathLst>
                  <a:path extrusionOk="0" h="3064028" w="3960000">
                    <a:moveTo>
                      <a:pt x="1955333" y="1285185"/>
                    </a:moveTo>
                    <a:cubicBezTo>
                      <a:pt x="2192176" y="1285185"/>
                      <a:pt x="2384176" y="1477185"/>
                      <a:pt x="2384176" y="1714028"/>
                    </a:cubicBezTo>
                    <a:cubicBezTo>
                      <a:pt x="2384176" y="1950871"/>
                      <a:pt x="2192176" y="2142871"/>
                      <a:pt x="1955333" y="2142871"/>
                    </a:cubicBezTo>
                    <a:cubicBezTo>
                      <a:pt x="1718490" y="2142871"/>
                      <a:pt x="1526490" y="1950871"/>
                      <a:pt x="1526490" y="1714028"/>
                    </a:cubicBezTo>
                    <a:cubicBezTo>
                      <a:pt x="1526490" y="1477185"/>
                      <a:pt x="1718490" y="1285185"/>
                      <a:pt x="1955333" y="1285185"/>
                    </a:cubicBezTo>
                    <a:close/>
                    <a:moveTo>
                      <a:pt x="1955333" y="1074136"/>
                    </a:moveTo>
                    <a:cubicBezTo>
                      <a:pt x="1601930" y="1074136"/>
                      <a:pt x="1315441" y="1360625"/>
                      <a:pt x="1315441" y="1714028"/>
                    </a:cubicBezTo>
                    <a:cubicBezTo>
                      <a:pt x="1315441" y="2067431"/>
                      <a:pt x="1601930" y="2353920"/>
                      <a:pt x="1955333" y="2353920"/>
                    </a:cubicBezTo>
                    <a:cubicBezTo>
                      <a:pt x="2308736" y="2353920"/>
                      <a:pt x="2595225" y="2067431"/>
                      <a:pt x="2595225" y="1714028"/>
                    </a:cubicBezTo>
                    <a:cubicBezTo>
                      <a:pt x="2595225" y="1360625"/>
                      <a:pt x="2308736" y="1074136"/>
                      <a:pt x="1955333" y="1074136"/>
                    </a:cubicBezTo>
                    <a:close/>
                    <a:moveTo>
                      <a:pt x="1955333" y="849503"/>
                    </a:moveTo>
                    <a:cubicBezTo>
                      <a:pt x="2432797" y="849503"/>
                      <a:pt x="2819858" y="1236564"/>
                      <a:pt x="2819858" y="1714028"/>
                    </a:cubicBezTo>
                    <a:cubicBezTo>
                      <a:pt x="2819858" y="2191492"/>
                      <a:pt x="2432797" y="2578553"/>
                      <a:pt x="1955333" y="2578553"/>
                    </a:cubicBezTo>
                    <a:cubicBezTo>
                      <a:pt x="1477869" y="2578553"/>
                      <a:pt x="1090808" y="2191492"/>
                      <a:pt x="1090808" y="1714028"/>
                    </a:cubicBezTo>
                    <a:cubicBezTo>
                      <a:pt x="1090808" y="1236564"/>
                      <a:pt x="1477869" y="849503"/>
                      <a:pt x="1955333" y="849503"/>
                    </a:cubicBezTo>
                    <a:close/>
                    <a:moveTo>
                      <a:pt x="3253503" y="756254"/>
                    </a:moveTo>
                    <a:cubicBezTo>
                      <a:pt x="3162525" y="756254"/>
                      <a:pt x="3088773" y="830006"/>
                      <a:pt x="3088773" y="920984"/>
                    </a:cubicBezTo>
                    <a:cubicBezTo>
                      <a:pt x="3088773" y="1011962"/>
                      <a:pt x="3162525" y="1085714"/>
                      <a:pt x="3253503" y="1085714"/>
                    </a:cubicBezTo>
                    <a:cubicBezTo>
                      <a:pt x="3344481" y="1085714"/>
                      <a:pt x="3418233" y="1011962"/>
                      <a:pt x="3418233" y="920984"/>
                    </a:cubicBezTo>
                    <a:cubicBezTo>
                      <a:pt x="3418233" y="830006"/>
                      <a:pt x="3344481" y="756254"/>
                      <a:pt x="3253503" y="756254"/>
                    </a:cubicBezTo>
                    <a:close/>
                    <a:moveTo>
                      <a:pt x="1955333" y="744677"/>
                    </a:moveTo>
                    <a:cubicBezTo>
                      <a:pt x="1419975" y="744677"/>
                      <a:pt x="985982" y="1178670"/>
                      <a:pt x="985982" y="1714028"/>
                    </a:cubicBezTo>
                    <a:cubicBezTo>
                      <a:pt x="985982" y="2249386"/>
                      <a:pt x="1419975" y="2683379"/>
                      <a:pt x="1955333" y="2683379"/>
                    </a:cubicBezTo>
                    <a:cubicBezTo>
                      <a:pt x="2490691" y="2683379"/>
                      <a:pt x="2924684" y="2249386"/>
                      <a:pt x="2924684" y="1714028"/>
                    </a:cubicBezTo>
                    <a:cubicBezTo>
                      <a:pt x="2924684" y="1178670"/>
                      <a:pt x="2490691" y="744677"/>
                      <a:pt x="1955333" y="744677"/>
                    </a:cubicBezTo>
                    <a:close/>
                    <a:moveTo>
                      <a:pt x="1333922" y="0"/>
                    </a:moveTo>
                    <a:lnTo>
                      <a:pt x="2626078" y="0"/>
                    </a:lnTo>
                    <a:lnTo>
                      <a:pt x="2717085" y="364028"/>
                    </a:lnTo>
                    <a:lnTo>
                      <a:pt x="3699990" y="364028"/>
                    </a:lnTo>
                    <a:cubicBezTo>
                      <a:pt x="3843590" y="364028"/>
                      <a:pt x="3960000" y="480438"/>
                      <a:pt x="3960000" y="624038"/>
                    </a:cubicBezTo>
                    <a:lnTo>
                      <a:pt x="3960000" y="2804018"/>
                    </a:lnTo>
                    <a:cubicBezTo>
                      <a:pt x="3960000" y="2947618"/>
                      <a:pt x="3843590" y="3064028"/>
                      <a:pt x="3699990" y="3064028"/>
                    </a:cubicBezTo>
                    <a:lnTo>
                      <a:pt x="260010" y="3064028"/>
                    </a:lnTo>
                    <a:cubicBezTo>
                      <a:pt x="116410" y="3064028"/>
                      <a:pt x="0" y="2947618"/>
                      <a:pt x="0" y="2804018"/>
                    </a:cubicBezTo>
                    <a:lnTo>
                      <a:pt x="0" y="624038"/>
                    </a:lnTo>
                    <a:cubicBezTo>
                      <a:pt x="0" y="480438"/>
                      <a:pt x="116410" y="364028"/>
                      <a:pt x="260010" y="364028"/>
                    </a:cubicBezTo>
                    <a:lnTo>
                      <a:pt x="443165" y="364028"/>
                    </a:lnTo>
                    <a:lnTo>
                      <a:pt x="443165" y="237982"/>
                    </a:lnTo>
                    <a:cubicBezTo>
                      <a:pt x="443165" y="195266"/>
                      <a:pt x="477794" y="160637"/>
                      <a:pt x="520510" y="160637"/>
                    </a:cubicBezTo>
                    <a:lnTo>
                      <a:pt x="1049896" y="160637"/>
                    </a:lnTo>
                    <a:cubicBezTo>
                      <a:pt x="1092612" y="160637"/>
                      <a:pt x="1127241" y="195266"/>
                      <a:pt x="1127241" y="237982"/>
                    </a:cubicBezTo>
                    <a:lnTo>
                      <a:pt x="1127241" y="364028"/>
                    </a:lnTo>
                    <a:lnTo>
                      <a:pt x="1242915" y="364028"/>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469" name="Google Shape;1469;p45"/>
              <p:cNvSpPr/>
              <p:nvPr/>
            </p:nvSpPr>
            <p:spPr>
              <a:xfrm>
                <a:off x="8560619" y="5355763"/>
                <a:ext cx="372889" cy="259826"/>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470" name="Google Shape;1470;p45"/>
              <p:cNvSpPr/>
              <p:nvPr/>
            </p:nvSpPr>
            <p:spPr>
              <a:xfrm rot="2498363">
                <a:off x="8831623" y="1920263"/>
                <a:ext cx="392828" cy="392828"/>
              </a:xfrm>
              <a:custGeom>
                <a:rect b="b" l="l" r="r" t="t"/>
                <a:pathLst>
                  <a:path extrusionOk="0" h="3938940" w="3860438">
                    <a:moveTo>
                      <a:pt x="1862067" y="2433815"/>
                    </a:moveTo>
                    <a:lnTo>
                      <a:pt x="1970067" y="2433815"/>
                    </a:lnTo>
                    <a:lnTo>
                      <a:pt x="1970067" y="3362873"/>
                    </a:lnTo>
                    <a:lnTo>
                      <a:pt x="2004792" y="3362873"/>
                    </a:lnTo>
                    <a:lnTo>
                      <a:pt x="2004792" y="3650907"/>
                    </a:lnTo>
                    <a:cubicBezTo>
                      <a:pt x="2004792" y="3808349"/>
                      <a:pt x="1878374" y="3936619"/>
                      <a:pt x="1720949" y="3938909"/>
                    </a:cubicBezTo>
                    <a:cubicBezTo>
                      <a:pt x="1564029" y="3941192"/>
                      <a:pt x="1434265" y="3817458"/>
                      <a:pt x="1429045" y="3660794"/>
                    </a:cubicBezTo>
                    <a:lnTo>
                      <a:pt x="1428727" y="3660794"/>
                    </a:lnTo>
                    <a:lnTo>
                      <a:pt x="1428727" y="3588794"/>
                    </a:lnTo>
                    <a:cubicBezTo>
                      <a:pt x="1428727" y="3549029"/>
                      <a:pt x="1460962" y="3516794"/>
                      <a:pt x="1500727" y="3516794"/>
                    </a:cubicBezTo>
                    <a:lnTo>
                      <a:pt x="1536727" y="3516794"/>
                    </a:lnTo>
                    <a:cubicBezTo>
                      <a:pt x="1576492" y="3516794"/>
                      <a:pt x="1608727" y="3549029"/>
                      <a:pt x="1608727" y="3588794"/>
                    </a:cubicBezTo>
                    <a:lnTo>
                      <a:pt x="1608727" y="3654789"/>
                    </a:lnTo>
                    <a:cubicBezTo>
                      <a:pt x="1610687" y="3713589"/>
                      <a:pt x="1659418" y="3760001"/>
                      <a:pt x="1718334" y="3759144"/>
                    </a:cubicBezTo>
                    <a:cubicBezTo>
                      <a:pt x="1777498" y="3758284"/>
                      <a:pt x="1825008" y="3710077"/>
                      <a:pt x="1825008" y="3650907"/>
                    </a:cubicBezTo>
                    <a:lnTo>
                      <a:pt x="1824792" y="3650907"/>
                    </a:lnTo>
                    <a:lnTo>
                      <a:pt x="1824792" y="3362873"/>
                    </a:lnTo>
                    <a:lnTo>
                      <a:pt x="1862067" y="3362873"/>
                    </a:lnTo>
                    <a:close/>
                    <a:moveTo>
                      <a:pt x="1963773" y="341826"/>
                    </a:moveTo>
                    <a:cubicBezTo>
                      <a:pt x="2603866" y="1105515"/>
                      <a:pt x="2803203" y="1464631"/>
                      <a:pt x="2867684" y="2396069"/>
                    </a:cubicBezTo>
                    <a:cubicBezTo>
                      <a:pt x="2523234" y="2107144"/>
                      <a:pt x="2324834" y="2107144"/>
                      <a:pt x="1967684" y="2396069"/>
                    </a:cubicBezTo>
                    <a:cubicBezTo>
                      <a:pt x="1966380" y="1713514"/>
                      <a:pt x="1965077" y="1024381"/>
                      <a:pt x="1963773" y="341826"/>
                    </a:cubicBezTo>
                    <a:close/>
                    <a:moveTo>
                      <a:pt x="1882676" y="341826"/>
                    </a:moveTo>
                    <a:cubicBezTo>
                      <a:pt x="1881372" y="1024381"/>
                      <a:pt x="1880069" y="1713514"/>
                      <a:pt x="1878765" y="2396069"/>
                    </a:cubicBezTo>
                    <a:cubicBezTo>
                      <a:pt x="1521615" y="2107144"/>
                      <a:pt x="1323215" y="2107144"/>
                      <a:pt x="978765" y="2396069"/>
                    </a:cubicBezTo>
                    <a:cubicBezTo>
                      <a:pt x="1043246" y="1464631"/>
                      <a:pt x="1242583" y="1105515"/>
                      <a:pt x="1882676" y="341826"/>
                    </a:cubicBezTo>
                    <a:close/>
                    <a:moveTo>
                      <a:pt x="2058573" y="335248"/>
                    </a:moveTo>
                    <a:cubicBezTo>
                      <a:pt x="3026489" y="598978"/>
                      <a:pt x="3714825" y="1273857"/>
                      <a:pt x="3860438" y="2396070"/>
                    </a:cubicBezTo>
                    <a:cubicBezTo>
                      <a:pt x="3515988" y="2107145"/>
                      <a:pt x="3317588" y="2107145"/>
                      <a:pt x="2960438" y="2396070"/>
                    </a:cubicBezTo>
                    <a:cubicBezTo>
                      <a:pt x="2910892" y="1313327"/>
                      <a:pt x="2647549" y="1036442"/>
                      <a:pt x="2058573" y="335248"/>
                    </a:cubicBezTo>
                    <a:close/>
                    <a:moveTo>
                      <a:pt x="1801865" y="335248"/>
                    </a:moveTo>
                    <a:cubicBezTo>
                      <a:pt x="1212889" y="1036442"/>
                      <a:pt x="949546" y="1313327"/>
                      <a:pt x="900000" y="2396070"/>
                    </a:cubicBezTo>
                    <a:cubicBezTo>
                      <a:pt x="542850" y="2107145"/>
                      <a:pt x="344450" y="2107145"/>
                      <a:pt x="0" y="2396070"/>
                    </a:cubicBezTo>
                    <a:cubicBezTo>
                      <a:pt x="145613" y="1273857"/>
                      <a:pt x="833949" y="598978"/>
                      <a:pt x="1801865" y="335248"/>
                    </a:cubicBezTo>
                    <a:close/>
                    <a:moveTo>
                      <a:pt x="1902679" y="0"/>
                    </a:moveTo>
                    <a:lnTo>
                      <a:pt x="1929455" y="0"/>
                    </a:lnTo>
                    <a:lnTo>
                      <a:pt x="1970067" y="288000"/>
                    </a:lnTo>
                    <a:lnTo>
                      <a:pt x="1862067" y="288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471" name="Google Shape;1471;p45"/>
              <p:cNvSpPr/>
              <p:nvPr/>
            </p:nvSpPr>
            <p:spPr>
              <a:xfrm rot="-2129845">
                <a:off x="10110329" y="1972655"/>
                <a:ext cx="132806" cy="502999"/>
              </a:xfrm>
              <a:custGeom>
                <a:rect b="b" l="l" r="r" t="t"/>
                <a:pathLst>
                  <a:path extrusionOk="0" h="5014044" w="1323851">
                    <a:moveTo>
                      <a:pt x="797140" y="4503940"/>
                    </a:moveTo>
                    <a:cubicBezTo>
                      <a:pt x="732770" y="4439570"/>
                      <a:pt x="628407" y="4439570"/>
                      <a:pt x="564037" y="4503940"/>
                    </a:cubicBezTo>
                    <a:cubicBezTo>
                      <a:pt x="499667" y="4568310"/>
                      <a:pt x="499667" y="4672672"/>
                      <a:pt x="564037" y="4737042"/>
                    </a:cubicBezTo>
                    <a:cubicBezTo>
                      <a:pt x="628407" y="4801412"/>
                      <a:pt x="732770" y="4801413"/>
                      <a:pt x="797140" y="4737043"/>
                    </a:cubicBezTo>
                    <a:cubicBezTo>
                      <a:pt x="861510" y="4672673"/>
                      <a:pt x="861510" y="4568310"/>
                      <a:pt x="797140" y="4503940"/>
                    </a:cubicBezTo>
                    <a:close/>
                    <a:moveTo>
                      <a:pt x="1019859" y="4396571"/>
                    </a:moveTo>
                    <a:lnTo>
                      <a:pt x="1019859" y="4844408"/>
                    </a:lnTo>
                    <a:lnTo>
                      <a:pt x="680589" y="5014044"/>
                    </a:lnTo>
                    <a:lnTo>
                      <a:pt x="341319" y="4844409"/>
                    </a:lnTo>
                    <a:lnTo>
                      <a:pt x="341319" y="4396572"/>
                    </a:lnTo>
                    <a:lnTo>
                      <a:pt x="680589" y="4226937"/>
                    </a:lnTo>
                    <a:close/>
                    <a:moveTo>
                      <a:pt x="800624" y="237293"/>
                    </a:moveTo>
                    <a:cubicBezTo>
                      <a:pt x="730322" y="166991"/>
                      <a:pt x="616339" y="166991"/>
                      <a:pt x="546037" y="237293"/>
                    </a:cubicBezTo>
                    <a:cubicBezTo>
                      <a:pt x="475735" y="307595"/>
                      <a:pt x="475735" y="421577"/>
                      <a:pt x="546037" y="491879"/>
                    </a:cubicBezTo>
                    <a:cubicBezTo>
                      <a:pt x="616339" y="562181"/>
                      <a:pt x="730322" y="562181"/>
                      <a:pt x="800624" y="491879"/>
                    </a:cubicBezTo>
                    <a:cubicBezTo>
                      <a:pt x="870926" y="421577"/>
                      <a:pt x="870926" y="307595"/>
                      <a:pt x="800624" y="237293"/>
                    </a:cubicBezTo>
                    <a:close/>
                    <a:moveTo>
                      <a:pt x="1079384" y="68015"/>
                    </a:moveTo>
                    <a:cubicBezTo>
                      <a:pt x="1121407" y="110039"/>
                      <a:pt x="1147399" y="168093"/>
                      <a:pt x="1147399" y="232219"/>
                    </a:cubicBezTo>
                    <a:cubicBezTo>
                      <a:pt x="1147399" y="1159793"/>
                      <a:pt x="1034554" y="2087367"/>
                      <a:pt x="1023948" y="3014957"/>
                    </a:cubicBezTo>
                    <a:cubicBezTo>
                      <a:pt x="1133082" y="3060182"/>
                      <a:pt x="1235152" y="3127360"/>
                      <a:pt x="1323851" y="3216059"/>
                    </a:cubicBezTo>
                    <a:cubicBezTo>
                      <a:pt x="1689423" y="3581630"/>
                      <a:pt x="1689423" y="4174338"/>
                      <a:pt x="1323851" y="4539910"/>
                    </a:cubicBezTo>
                    <a:cubicBezTo>
                      <a:pt x="1261218" y="4602543"/>
                      <a:pt x="1191917" y="4654446"/>
                      <a:pt x="1117803" y="4694845"/>
                    </a:cubicBezTo>
                    <a:lnTo>
                      <a:pt x="1117303" y="3872699"/>
                    </a:lnTo>
                    <a:lnTo>
                      <a:pt x="684319" y="3565900"/>
                    </a:lnTo>
                    <a:lnTo>
                      <a:pt x="251709" y="3873225"/>
                    </a:lnTo>
                    <a:lnTo>
                      <a:pt x="252223" y="4718882"/>
                    </a:lnTo>
                    <a:cubicBezTo>
                      <a:pt x="160837" y="4675423"/>
                      <a:pt x="75567" y="4615476"/>
                      <a:pt x="0" y="4539910"/>
                    </a:cubicBezTo>
                    <a:cubicBezTo>
                      <a:pt x="-365571" y="4174338"/>
                      <a:pt x="-365571" y="3581630"/>
                      <a:pt x="0" y="3216059"/>
                    </a:cubicBezTo>
                    <a:cubicBezTo>
                      <a:pt x="100968" y="3115091"/>
                      <a:pt x="219261" y="3042010"/>
                      <a:pt x="345675" y="2997831"/>
                    </a:cubicBezTo>
                    <a:lnTo>
                      <a:pt x="211295" y="232219"/>
                    </a:lnTo>
                    <a:cubicBezTo>
                      <a:pt x="211295" y="103968"/>
                      <a:pt x="315263" y="0"/>
                      <a:pt x="443514" y="0"/>
                    </a:cubicBezTo>
                    <a:lnTo>
                      <a:pt x="915180" y="0"/>
                    </a:lnTo>
                    <a:cubicBezTo>
                      <a:pt x="979305" y="0"/>
                      <a:pt x="1037360" y="25992"/>
                      <a:pt x="1079384" y="680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472" name="Google Shape;1472;p45"/>
              <p:cNvSpPr/>
              <p:nvPr/>
            </p:nvSpPr>
            <p:spPr>
              <a:xfrm rot="-8100000">
                <a:off x="9503918" y="5364438"/>
                <a:ext cx="71616" cy="502304"/>
              </a:xfrm>
              <a:custGeom>
                <a:rect b="b" l="l" r="r" t="t"/>
                <a:pathLst>
                  <a:path extrusionOk="0" h="460327" w="65631">
                    <a:moveTo>
                      <a:pt x="42919" y="215685"/>
                    </a:moveTo>
                    <a:lnTo>
                      <a:pt x="22708" y="215685"/>
                    </a:lnTo>
                    <a:lnTo>
                      <a:pt x="0" y="185855"/>
                    </a:lnTo>
                    <a:lnTo>
                      <a:pt x="3" y="185856"/>
                    </a:lnTo>
                    <a:lnTo>
                      <a:pt x="3" y="32814"/>
                    </a:lnTo>
                    <a:cubicBezTo>
                      <a:pt x="3" y="14690"/>
                      <a:pt x="14694" y="0"/>
                      <a:pt x="32817" y="0"/>
                    </a:cubicBezTo>
                    <a:cubicBezTo>
                      <a:pt x="50940" y="0"/>
                      <a:pt x="65631" y="14690"/>
                      <a:pt x="65631" y="32814"/>
                    </a:cubicBezTo>
                    <a:lnTo>
                      <a:pt x="65631" y="185856"/>
                    </a:lnTo>
                    <a:lnTo>
                      <a:pt x="65626" y="185856"/>
                    </a:lnTo>
                    <a:close/>
                    <a:moveTo>
                      <a:pt x="57234" y="460327"/>
                    </a:moveTo>
                    <a:lnTo>
                      <a:pt x="11300" y="460327"/>
                    </a:lnTo>
                    <a:lnTo>
                      <a:pt x="11300" y="366559"/>
                    </a:lnTo>
                    <a:cubicBezTo>
                      <a:pt x="13577" y="349655"/>
                      <a:pt x="25635" y="358815"/>
                      <a:pt x="25452" y="346112"/>
                    </a:cubicBezTo>
                    <a:cubicBezTo>
                      <a:pt x="25288" y="302926"/>
                      <a:pt x="25124" y="259739"/>
                      <a:pt x="24960" y="216553"/>
                    </a:cubicBezTo>
                    <a:lnTo>
                      <a:pt x="42858" y="216553"/>
                    </a:lnTo>
                    <a:cubicBezTo>
                      <a:pt x="42694" y="259576"/>
                      <a:pt x="42530" y="302598"/>
                      <a:pt x="42366" y="345621"/>
                    </a:cubicBezTo>
                    <a:cubicBezTo>
                      <a:pt x="39843" y="359799"/>
                      <a:pt x="54756" y="347441"/>
                      <a:pt x="57234" y="36655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473" name="Google Shape;1473;p45"/>
              <p:cNvSpPr/>
              <p:nvPr/>
            </p:nvSpPr>
            <p:spPr>
              <a:xfrm>
                <a:off x="10146073" y="5282722"/>
                <a:ext cx="141778" cy="392828"/>
              </a:xfrm>
              <a:custGeom>
                <a:rect b="b" l="l" r="r" t="t"/>
                <a:pathLst>
                  <a:path extrusionOk="0" h="3871427" w="1397263">
                    <a:moveTo>
                      <a:pt x="698631" y="1778701"/>
                    </a:moveTo>
                    <a:cubicBezTo>
                      <a:pt x="609151" y="1778701"/>
                      <a:pt x="536613" y="1851239"/>
                      <a:pt x="536613" y="1940719"/>
                    </a:cubicBezTo>
                    <a:cubicBezTo>
                      <a:pt x="536613" y="2030199"/>
                      <a:pt x="609151" y="2102737"/>
                      <a:pt x="698631" y="2102737"/>
                    </a:cubicBezTo>
                    <a:cubicBezTo>
                      <a:pt x="788111" y="2102737"/>
                      <a:pt x="860649" y="2030199"/>
                      <a:pt x="860649" y="1940719"/>
                    </a:cubicBezTo>
                    <a:cubicBezTo>
                      <a:pt x="860649" y="1851239"/>
                      <a:pt x="788111" y="1778701"/>
                      <a:pt x="698631" y="1778701"/>
                    </a:cubicBezTo>
                    <a:close/>
                    <a:moveTo>
                      <a:pt x="999594" y="0"/>
                    </a:moveTo>
                    <a:lnTo>
                      <a:pt x="1321063" y="0"/>
                    </a:lnTo>
                    <a:lnTo>
                      <a:pt x="1390119" y="95250"/>
                    </a:lnTo>
                    <a:cubicBezTo>
                      <a:pt x="1392500" y="284956"/>
                      <a:pt x="1394882" y="474663"/>
                      <a:pt x="1397263" y="664369"/>
                    </a:cubicBezTo>
                    <a:lnTo>
                      <a:pt x="1256769" y="833438"/>
                    </a:lnTo>
                    <a:lnTo>
                      <a:pt x="921013" y="978694"/>
                    </a:lnTo>
                    <a:lnTo>
                      <a:pt x="913199" y="978651"/>
                    </a:lnTo>
                    <a:lnTo>
                      <a:pt x="913199" y="1700779"/>
                    </a:lnTo>
                    <a:cubicBezTo>
                      <a:pt x="979823" y="1759212"/>
                      <a:pt x="1021211" y="1845132"/>
                      <a:pt x="1021211" y="1940719"/>
                    </a:cubicBezTo>
                    <a:cubicBezTo>
                      <a:pt x="1021211" y="2036306"/>
                      <a:pt x="979823" y="2122226"/>
                      <a:pt x="913199" y="2180659"/>
                    </a:cubicBezTo>
                    <a:lnTo>
                      <a:pt x="913199" y="2896482"/>
                    </a:lnTo>
                    <a:lnTo>
                      <a:pt x="1238250" y="3021320"/>
                    </a:lnTo>
                    <a:lnTo>
                      <a:pt x="1390650" y="3199914"/>
                    </a:lnTo>
                    <a:lnTo>
                      <a:pt x="1393032" y="3764270"/>
                    </a:lnTo>
                    <a:lnTo>
                      <a:pt x="1316832" y="3869045"/>
                    </a:lnTo>
                    <a:lnTo>
                      <a:pt x="997744" y="3869045"/>
                    </a:lnTo>
                    <a:lnTo>
                      <a:pt x="995363" y="3276114"/>
                    </a:lnTo>
                    <a:lnTo>
                      <a:pt x="700088" y="3111808"/>
                    </a:lnTo>
                    <a:lnTo>
                      <a:pt x="409575" y="3288020"/>
                    </a:lnTo>
                    <a:lnTo>
                      <a:pt x="397669" y="3871427"/>
                    </a:lnTo>
                    <a:lnTo>
                      <a:pt x="76200" y="3871427"/>
                    </a:lnTo>
                    <a:lnTo>
                      <a:pt x="7144" y="3776177"/>
                    </a:lnTo>
                    <a:cubicBezTo>
                      <a:pt x="4763" y="3586471"/>
                      <a:pt x="2381" y="3396764"/>
                      <a:pt x="0" y="3207058"/>
                    </a:cubicBezTo>
                    <a:lnTo>
                      <a:pt x="140494" y="3037989"/>
                    </a:lnTo>
                    <a:lnTo>
                      <a:pt x="476250" y="2892733"/>
                    </a:lnTo>
                    <a:lnTo>
                      <a:pt x="481151" y="2892760"/>
                    </a:lnTo>
                    <a:lnTo>
                      <a:pt x="481151" y="2180659"/>
                    </a:lnTo>
                    <a:cubicBezTo>
                      <a:pt x="414527" y="2122226"/>
                      <a:pt x="373139" y="2036306"/>
                      <a:pt x="373139" y="1940719"/>
                    </a:cubicBezTo>
                    <a:cubicBezTo>
                      <a:pt x="373139" y="1845132"/>
                      <a:pt x="414527" y="1759212"/>
                      <a:pt x="481151" y="1700779"/>
                    </a:cubicBezTo>
                    <a:lnTo>
                      <a:pt x="481151" y="973827"/>
                    </a:lnTo>
                    <a:lnTo>
                      <a:pt x="159013" y="850107"/>
                    </a:lnTo>
                    <a:lnTo>
                      <a:pt x="6613" y="671513"/>
                    </a:lnTo>
                    <a:lnTo>
                      <a:pt x="4231" y="107157"/>
                    </a:lnTo>
                    <a:lnTo>
                      <a:pt x="80431" y="2382"/>
                    </a:lnTo>
                    <a:lnTo>
                      <a:pt x="399519" y="2382"/>
                    </a:lnTo>
                    <a:cubicBezTo>
                      <a:pt x="400313" y="198438"/>
                      <a:pt x="401106" y="396875"/>
                      <a:pt x="401900" y="595313"/>
                    </a:cubicBezTo>
                    <a:lnTo>
                      <a:pt x="697175" y="759619"/>
                    </a:lnTo>
                    <a:lnTo>
                      <a:pt x="987688" y="583407"/>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474" name="Google Shape;1474;p45"/>
              <p:cNvSpPr/>
              <p:nvPr/>
            </p:nvSpPr>
            <p:spPr>
              <a:xfrm rot="10800000">
                <a:off x="9233259" y="1922064"/>
                <a:ext cx="351266" cy="351266"/>
              </a:xfrm>
              <a:custGeom>
                <a:rect b="b" l="l" r="r" t="t"/>
                <a:pathLst>
                  <a:path extrusionOk="0" h="3915008" w="3982665">
                    <a:moveTo>
                      <a:pt x="0" y="2664000"/>
                    </a:moveTo>
                    <a:lnTo>
                      <a:pt x="1911318" y="72000"/>
                    </a:lnTo>
                    <a:lnTo>
                      <a:pt x="1142725" y="2655962"/>
                    </a:lnTo>
                    <a:close/>
                    <a:moveTo>
                      <a:pt x="3982665" y="2664000"/>
                    </a:moveTo>
                    <a:lnTo>
                      <a:pt x="2839940" y="2655962"/>
                    </a:lnTo>
                    <a:lnTo>
                      <a:pt x="2071347" y="72000"/>
                    </a:lnTo>
                    <a:close/>
                    <a:moveTo>
                      <a:pt x="2621333" y="2664000"/>
                    </a:moveTo>
                    <a:lnTo>
                      <a:pt x="1361333" y="2664000"/>
                    </a:lnTo>
                    <a:lnTo>
                      <a:pt x="1991333" y="0"/>
                    </a:lnTo>
                    <a:close/>
                    <a:moveTo>
                      <a:pt x="1806654" y="3915007"/>
                    </a:moveTo>
                    <a:lnTo>
                      <a:pt x="726654" y="3915007"/>
                    </a:lnTo>
                    <a:lnTo>
                      <a:pt x="1266654" y="2835007"/>
                    </a:lnTo>
                    <a:close/>
                    <a:moveTo>
                      <a:pt x="555902" y="3915008"/>
                    </a:moveTo>
                    <a:lnTo>
                      <a:pt x="15902" y="2835008"/>
                    </a:lnTo>
                    <a:lnTo>
                      <a:pt x="1095902" y="2835008"/>
                    </a:lnTo>
                    <a:close/>
                    <a:moveTo>
                      <a:pt x="1977406" y="3915008"/>
                    </a:moveTo>
                    <a:lnTo>
                      <a:pt x="1437406" y="2835008"/>
                    </a:lnTo>
                    <a:lnTo>
                      <a:pt x="2517406" y="2835008"/>
                    </a:lnTo>
                    <a:close/>
                    <a:moveTo>
                      <a:pt x="3228158" y="3915008"/>
                    </a:moveTo>
                    <a:lnTo>
                      <a:pt x="2148158" y="3915008"/>
                    </a:lnTo>
                    <a:lnTo>
                      <a:pt x="2688158" y="2835008"/>
                    </a:lnTo>
                    <a:close/>
                    <a:moveTo>
                      <a:pt x="3398910" y="3915008"/>
                    </a:moveTo>
                    <a:lnTo>
                      <a:pt x="2858910" y="2835008"/>
                    </a:lnTo>
                    <a:lnTo>
                      <a:pt x="3938910" y="2835008"/>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475" name="Google Shape;1475;p45"/>
              <p:cNvSpPr/>
              <p:nvPr/>
            </p:nvSpPr>
            <p:spPr>
              <a:xfrm>
                <a:off x="8136976" y="5049647"/>
                <a:ext cx="351266" cy="351266"/>
              </a:xfrm>
              <a:custGeom>
                <a:rect b="b" l="l" r="r" t="t"/>
                <a:pathLst>
                  <a:path extrusionOk="0" h="3954781" w="3928707">
                    <a:moveTo>
                      <a:pt x="2773336" y="2238726"/>
                    </a:moveTo>
                    <a:cubicBezTo>
                      <a:pt x="2746826" y="2238726"/>
                      <a:pt x="2725335" y="2260217"/>
                      <a:pt x="2725335" y="2286727"/>
                    </a:cubicBezTo>
                    <a:lnTo>
                      <a:pt x="2725335" y="2478725"/>
                    </a:lnTo>
                    <a:cubicBezTo>
                      <a:pt x="2725335" y="2505235"/>
                      <a:pt x="2746826" y="2526726"/>
                      <a:pt x="2773336" y="2526726"/>
                    </a:cubicBezTo>
                    <a:lnTo>
                      <a:pt x="2965334" y="2526726"/>
                    </a:lnTo>
                    <a:cubicBezTo>
                      <a:pt x="2991844" y="2526726"/>
                      <a:pt x="3013335" y="2505235"/>
                      <a:pt x="3013335" y="2478725"/>
                    </a:cubicBezTo>
                    <a:lnTo>
                      <a:pt x="3013335" y="2286727"/>
                    </a:lnTo>
                    <a:cubicBezTo>
                      <a:pt x="3013335" y="2260217"/>
                      <a:pt x="2991844" y="2238726"/>
                      <a:pt x="2965334" y="2238726"/>
                    </a:cubicBezTo>
                    <a:close/>
                    <a:moveTo>
                      <a:pt x="2313922" y="2238726"/>
                    </a:moveTo>
                    <a:cubicBezTo>
                      <a:pt x="2287412" y="2238726"/>
                      <a:pt x="2265921" y="2260217"/>
                      <a:pt x="2265921" y="2286727"/>
                    </a:cubicBezTo>
                    <a:lnTo>
                      <a:pt x="2265921" y="2478725"/>
                    </a:lnTo>
                    <a:cubicBezTo>
                      <a:pt x="2265921" y="2505235"/>
                      <a:pt x="2287412" y="2526726"/>
                      <a:pt x="2313922" y="2526726"/>
                    </a:cubicBezTo>
                    <a:lnTo>
                      <a:pt x="2505920" y="2526726"/>
                    </a:lnTo>
                    <a:cubicBezTo>
                      <a:pt x="2532430" y="2526726"/>
                      <a:pt x="2553921" y="2505235"/>
                      <a:pt x="2553921" y="2478725"/>
                    </a:cubicBezTo>
                    <a:lnTo>
                      <a:pt x="2553921" y="2286727"/>
                    </a:lnTo>
                    <a:cubicBezTo>
                      <a:pt x="2553921" y="2260217"/>
                      <a:pt x="2532430" y="2238726"/>
                      <a:pt x="2505920" y="2238726"/>
                    </a:cubicBezTo>
                    <a:close/>
                    <a:moveTo>
                      <a:pt x="1854508" y="2238726"/>
                    </a:moveTo>
                    <a:cubicBezTo>
                      <a:pt x="1827998" y="2238726"/>
                      <a:pt x="1806507" y="2260217"/>
                      <a:pt x="1806507" y="2286727"/>
                    </a:cubicBezTo>
                    <a:lnTo>
                      <a:pt x="1806507" y="2478725"/>
                    </a:lnTo>
                    <a:cubicBezTo>
                      <a:pt x="1806507" y="2505235"/>
                      <a:pt x="1827998" y="2526726"/>
                      <a:pt x="1854508" y="2526726"/>
                    </a:cubicBezTo>
                    <a:lnTo>
                      <a:pt x="2046506" y="2526726"/>
                    </a:lnTo>
                    <a:cubicBezTo>
                      <a:pt x="2073016" y="2526726"/>
                      <a:pt x="2094507" y="2505235"/>
                      <a:pt x="2094507" y="2478725"/>
                    </a:cubicBezTo>
                    <a:lnTo>
                      <a:pt x="2094507" y="2286727"/>
                    </a:lnTo>
                    <a:cubicBezTo>
                      <a:pt x="2094507" y="2260217"/>
                      <a:pt x="2073016" y="2238726"/>
                      <a:pt x="2046506" y="2238726"/>
                    </a:cubicBezTo>
                    <a:close/>
                    <a:moveTo>
                      <a:pt x="879732" y="2133675"/>
                    </a:moveTo>
                    <a:cubicBezTo>
                      <a:pt x="767330" y="2133675"/>
                      <a:pt x="676210" y="2224795"/>
                      <a:pt x="676210" y="2337197"/>
                    </a:cubicBezTo>
                    <a:cubicBezTo>
                      <a:pt x="676210" y="2449599"/>
                      <a:pt x="767330" y="2540719"/>
                      <a:pt x="879732" y="2540719"/>
                    </a:cubicBezTo>
                    <a:cubicBezTo>
                      <a:pt x="956121" y="2540719"/>
                      <a:pt x="1022681" y="2498634"/>
                      <a:pt x="1054808" y="2434886"/>
                    </a:cubicBezTo>
                    <a:lnTo>
                      <a:pt x="1469273" y="2434887"/>
                    </a:lnTo>
                    <a:cubicBezTo>
                      <a:pt x="1529381" y="2434887"/>
                      <a:pt x="1578108" y="2386160"/>
                      <a:pt x="1578108" y="2326052"/>
                    </a:cubicBezTo>
                    <a:cubicBezTo>
                      <a:pt x="1578108" y="2265944"/>
                      <a:pt x="1529381" y="2217217"/>
                      <a:pt x="1469273" y="2217217"/>
                    </a:cubicBezTo>
                    <a:lnTo>
                      <a:pt x="1039779" y="2217217"/>
                    </a:lnTo>
                    <a:cubicBezTo>
                      <a:pt x="1005455" y="2165662"/>
                      <a:pt x="946329" y="2133675"/>
                      <a:pt x="879732" y="2133675"/>
                    </a:cubicBezTo>
                    <a:close/>
                    <a:moveTo>
                      <a:pt x="2773336" y="1699178"/>
                    </a:moveTo>
                    <a:cubicBezTo>
                      <a:pt x="2746826" y="1699178"/>
                      <a:pt x="2725335" y="1720669"/>
                      <a:pt x="2725335" y="1747179"/>
                    </a:cubicBezTo>
                    <a:lnTo>
                      <a:pt x="2725335" y="1939177"/>
                    </a:lnTo>
                    <a:cubicBezTo>
                      <a:pt x="2725335" y="1965687"/>
                      <a:pt x="2746826" y="1987178"/>
                      <a:pt x="2773336" y="1987178"/>
                    </a:cubicBezTo>
                    <a:lnTo>
                      <a:pt x="2965334" y="1987178"/>
                    </a:lnTo>
                    <a:cubicBezTo>
                      <a:pt x="2991844" y="1987178"/>
                      <a:pt x="3013335" y="1965687"/>
                      <a:pt x="3013335" y="1939177"/>
                    </a:cubicBezTo>
                    <a:lnTo>
                      <a:pt x="3013335" y="1747179"/>
                    </a:lnTo>
                    <a:cubicBezTo>
                      <a:pt x="3013335" y="1720669"/>
                      <a:pt x="2991844" y="1699178"/>
                      <a:pt x="2965334" y="1699178"/>
                    </a:cubicBezTo>
                    <a:close/>
                    <a:moveTo>
                      <a:pt x="2313922" y="1699178"/>
                    </a:moveTo>
                    <a:cubicBezTo>
                      <a:pt x="2287412" y="1699178"/>
                      <a:pt x="2265921" y="1720669"/>
                      <a:pt x="2265921" y="1747179"/>
                    </a:cubicBezTo>
                    <a:lnTo>
                      <a:pt x="2265921" y="1939177"/>
                    </a:lnTo>
                    <a:cubicBezTo>
                      <a:pt x="2265921" y="1965687"/>
                      <a:pt x="2287412" y="1987178"/>
                      <a:pt x="2313922" y="1987178"/>
                    </a:cubicBezTo>
                    <a:lnTo>
                      <a:pt x="2505920" y="1987178"/>
                    </a:lnTo>
                    <a:cubicBezTo>
                      <a:pt x="2532430" y="1987178"/>
                      <a:pt x="2553921" y="1965687"/>
                      <a:pt x="2553921" y="1939177"/>
                    </a:cubicBezTo>
                    <a:lnTo>
                      <a:pt x="2553921" y="1747179"/>
                    </a:lnTo>
                    <a:cubicBezTo>
                      <a:pt x="2553921" y="1720669"/>
                      <a:pt x="2532430" y="1699178"/>
                      <a:pt x="2505920" y="1699178"/>
                    </a:cubicBezTo>
                    <a:close/>
                    <a:moveTo>
                      <a:pt x="1854508" y="1699178"/>
                    </a:moveTo>
                    <a:cubicBezTo>
                      <a:pt x="1827998" y="1699178"/>
                      <a:pt x="1806507" y="1720669"/>
                      <a:pt x="1806507" y="1747179"/>
                    </a:cubicBezTo>
                    <a:lnTo>
                      <a:pt x="1806507" y="1939177"/>
                    </a:lnTo>
                    <a:cubicBezTo>
                      <a:pt x="1806507" y="1965687"/>
                      <a:pt x="1827998" y="1987178"/>
                      <a:pt x="1854508" y="1987178"/>
                    </a:cubicBezTo>
                    <a:lnTo>
                      <a:pt x="2046506" y="1987178"/>
                    </a:lnTo>
                    <a:cubicBezTo>
                      <a:pt x="2073016" y="1987178"/>
                      <a:pt x="2094507" y="1965687"/>
                      <a:pt x="2094507" y="1939177"/>
                    </a:cubicBezTo>
                    <a:lnTo>
                      <a:pt x="2094507" y="1747179"/>
                    </a:lnTo>
                    <a:cubicBezTo>
                      <a:pt x="2094507" y="1720669"/>
                      <a:pt x="2073016" y="1699178"/>
                      <a:pt x="2046506" y="1699178"/>
                    </a:cubicBezTo>
                    <a:close/>
                    <a:moveTo>
                      <a:pt x="1035948" y="1186216"/>
                    </a:moveTo>
                    <a:cubicBezTo>
                      <a:pt x="1165960" y="1186216"/>
                      <a:pt x="1271356" y="1291612"/>
                      <a:pt x="1271356" y="1421624"/>
                    </a:cubicBezTo>
                    <a:cubicBezTo>
                      <a:pt x="1271356" y="1551636"/>
                      <a:pt x="1165960" y="1657032"/>
                      <a:pt x="1035948" y="1657032"/>
                    </a:cubicBezTo>
                    <a:cubicBezTo>
                      <a:pt x="905936" y="1657032"/>
                      <a:pt x="800540" y="1551636"/>
                      <a:pt x="800540" y="1421624"/>
                    </a:cubicBezTo>
                    <a:cubicBezTo>
                      <a:pt x="800540" y="1291612"/>
                      <a:pt x="905936" y="1186216"/>
                      <a:pt x="1035948" y="1186216"/>
                    </a:cubicBezTo>
                    <a:close/>
                    <a:moveTo>
                      <a:pt x="2773336" y="1159631"/>
                    </a:moveTo>
                    <a:cubicBezTo>
                      <a:pt x="2746826" y="1159631"/>
                      <a:pt x="2725335" y="1181122"/>
                      <a:pt x="2725335" y="1207632"/>
                    </a:cubicBezTo>
                    <a:lnTo>
                      <a:pt x="2725335" y="1399630"/>
                    </a:lnTo>
                    <a:cubicBezTo>
                      <a:pt x="2725335" y="1426140"/>
                      <a:pt x="2746826" y="1447631"/>
                      <a:pt x="2773336" y="1447631"/>
                    </a:cubicBezTo>
                    <a:lnTo>
                      <a:pt x="2965334" y="1447631"/>
                    </a:lnTo>
                    <a:cubicBezTo>
                      <a:pt x="2991844" y="1447631"/>
                      <a:pt x="3013335" y="1426140"/>
                      <a:pt x="3013335" y="1399630"/>
                    </a:cubicBezTo>
                    <a:lnTo>
                      <a:pt x="3013335" y="1207632"/>
                    </a:lnTo>
                    <a:cubicBezTo>
                      <a:pt x="3013335" y="1181122"/>
                      <a:pt x="2991844" y="1159631"/>
                      <a:pt x="2965334" y="1159631"/>
                    </a:cubicBezTo>
                    <a:close/>
                    <a:moveTo>
                      <a:pt x="2313922" y="1159631"/>
                    </a:moveTo>
                    <a:cubicBezTo>
                      <a:pt x="2287412" y="1159631"/>
                      <a:pt x="2265921" y="1181122"/>
                      <a:pt x="2265921" y="1207632"/>
                    </a:cubicBezTo>
                    <a:lnTo>
                      <a:pt x="2265921" y="1399630"/>
                    </a:lnTo>
                    <a:cubicBezTo>
                      <a:pt x="2265921" y="1426140"/>
                      <a:pt x="2287412" y="1447631"/>
                      <a:pt x="2313922" y="1447631"/>
                    </a:cubicBezTo>
                    <a:lnTo>
                      <a:pt x="2505920" y="1447631"/>
                    </a:lnTo>
                    <a:cubicBezTo>
                      <a:pt x="2532430" y="1447631"/>
                      <a:pt x="2553921" y="1426140"/>
                      <a:pt x="2553921" y="1399630"/>
                    </a:cubicBezTo>
                    <a:lnTo>
                      <a:pt x="2553921" y="1207632"/>
                    </a:lnTo>
                    <a:cubicBezTo>
                      <a:pt x="2553921" y="1181122"/>
                      <a:pt x="2532430" y="1159631"/>
                      <a:pt x="2505920" y="1159631"/>
                    </a:cubicBezTo>
                    <a:close/>
                    <a:moveTo>
                      <a:pt x="1854508" y="1159631"/>
                    </a:moveTo>
                    <a:cubicBezTo>
                      <a:pt x="1827998" y="1159631"/>
                      <a:pt x="1806507" y="1181122"/>
                      <a:pt x="1806507" y="1207632"/>
                    </a:cubicBezTo>
                    <a:lnTo>
                      <a:pt x="1806507" y="1399630"/>
                    </a:lnTo>
                    <a:cubicBezTo>
                      <a:pt x="1806507" y="1426140"/>
                      <a:pt x="1827998" y="1447631"/>
                      <a:pt x="1854508" y="1447631"/>
                    </a:cubicBezTo>
                    <a:lnTo>
                      <a:pt x="2046506" y="1447631"/>
                    </a:lnTo>
                    <a:cubicBezTo>
                      <a:pt x="2073016" y="1447631"/>
                      <a:pt x="2094507" y="1426140"/>
                      <a:pt x="2094507" y="1399630"/>
                    </a:cubicBezTo>
                    <a:lnTo>
                      <a:pt x="2094507" y="1207632"/>
                    </a:lnTo>
                    <a:cubicBezTo>
                      <a:pt x="2094507" y="1181122"/>
                      <a:pt x="2073016" y="1159631"/>
                      <a:pt x="2046506" y="1159631"/>
                    </a:cubicBezTo>
                    <a:close/>
                    <a:moveTo>
                      <a:pt x="1035947" y="1097587"/>
                    </a:moveTo>
                    <a:cubicBezTo>
                      <a:pt x="856987" y="1097587"/>
                      <a:pt x="711911" y="1242663"/>
                      <a:pt x="711911" y="1421623"/>
                    </a:cubicBezTo>
                    <a:cubicBezTo>
                      <a:pt x="711911" y="1600583"/>
                      <a:pt x="856987" y="1745659"/>
                      <a:pt x="1035947" y="1745659"/>
                    </a:cubicBezTo>
                    <a:cubicBezTo>
                      <a:pt x="1214907" y="1745659"/>
                      <a:pt x="1359983" y="1600583"/>
                      <a:pt x="1359983" y="1421623"/>
                    </a:cubicBezTo>
                    <a:cubicBezTo>
                      <a:pt x="1359983" y="1242663"/>
                      <a:pt x="1214907" y="1097587"/>
                      <a:pt x="1035947" y="1097587"/>
                    </a:cubicBezTo>
                    <a:close/>
                    <a:moveTo>
                      <a:pt x="593124" y="376367"/>
                    </a:moveTo>
                    <a:lnTo>
                      <a:pt x="3225543" y="376367"/>
                    </a:lnTo>
                    <a:cubicBezTo>
                      <a:pt x="3328637" y="376367"/>
                      <a:pt x="3412211" y="459941"/>
                      <a:pt x="3412211" y="563035"/>
                    </a:cubicBezTo>
                    <a:lnTo>
                      <a:pt x="3412211" y="3074837"/>
                    </a:lnTo>
                    <a:cubicBezTo>
                      <a:pt x="3412211" y="3177931"/>
                      <a:pt x="3328637" y="3261505"/>
                      <a:pt x="3225543" y="3261505"/>
                    </a:cubicBezTo>
                    <a:lnTo>
                      <a:pt x="593124" y="3261505"/>
                    </a:lnTo>
                    <a:cubicBezTo>
                      <a:pt x="490030" y="3261505"/>
                      <a:pt x="406456" y="3177931"/>
                      <a:pt x="406456" y="3074837"/>
                    </a:cubicBezTo>
                    <a:lnTo>
                      <a:pt x="406456" y="563035"/>
                    </a:lnTo>
                    <a:cubicBezTo>
                      <a:pt x="406456" y="459941"/>
                      <a:pt x="490030" y="376367"/>
                      <a:pt x="593124" y="376367"/>
                    </a:cubicBezTo>
                    <a:close/>
                    <a:moveTo>
                      <a:pt x="466365" y="263607"/>
                    </a:moveTo>
                    <a:cubicBezTo>
                      <a:pt x="353740" y="263607"/>
                      <a:pt x="262440" y="354907"/>
                      <a:pt x="262440" y="467532"/>
                    </a:cubicBezTo>
                    <a:lnTo>
                      <a:pt x="262440" y="3211530"/>
                    </a:lnTo>
                    <a:cubicBezTo>
                      <a:pt x="262440" y="3324155"/>
                      <a:pt x="353740" y="3415455"/>
                      <a:pt x="466365" y="3415455"/>
                    </a:cubicBezTo>
                    <a:lnTo>
                      <a:pt x="3352302" y="3415455"/>
                    </a:lnTo>
                    <a:cubicBezTo>
                      <a:pt x="3464927" y="3415455"/>
                      <a:pt x="3556227" y="3324155"/>
                      <a:pt x="3556227" y="3211530"/>
                    </a:cubicBezTo>
                    <a:lnTo>
                      <a:pt x="3556227" y="2945906"/>
                    </a:lnTo>
                    <a:lnTo>
                      <a:pt x="3604113" y="2945906"/>
                    </a:lnTo>
                    <a:cubicBezTo>
                      <a:pt x="3647262" y="2945906"/>
                      <a:pt x="3682241" y="2910927"/>
                      <a:pt x="3682241" y="2867778"/>
                    </a:cubicBezTo>
                    <a:lnTo>
                      <a:pt x="3682241" y="2555278"/>
                    </a:lnTo>
                    <a:cubicBezTo>
                      <a:pt x="3682241" y="2512129"/>
                      <a:pt x="3647262" y="2477150"/>
                      <a:pt x="3604113" y="2477150"/>
                    </a:cubicBezTo>
                    <a:lnTo>
                      <a:pt x="3556227" y="2477150"/>
                    </a:lnTo>
                    <a:lnTo>
                      <a:pt x="3556227" y="1181006"/>
                    </a:lnTo>
                    <a:lnTo>
                      <a:pt x="3604113" y="1181006"/>
                    </a:lnTo>
                    <a:cubicBezTo>
                      <a:pt x="3647262" y="1181006"/>
                      <a:pt x="3682241" y="1146027"/>
                      <a:pt x="3682241" y="1102878"/>
                    </a:cubicBezTo>
                    <a:lnTo>
                      <a:pt x="3682241" y="790378"/>
                    </a:lnTo>
                    <a:cubicBezTo>
                      <a:pt x="3682241" y="747229"/>
                      <a:pt x="3647262" y="712250"/>
                      <a:pt x="3604113" y="712250"/>
                    </a:cubicBezTo>
                    <a:lnTo>
                      <a:pt x="3556227" y="712250"/>
                    </a:lnTo>
                    <a:lnTo>
                      <a:pt x="3556227" y="467532"/>
                    </a:lnTo>
                    <a:cubicBezTo>
                      <a:pt x="3556227" y="354907"/>
                      <a:pt x="3464927" y="263607"/>
                      <a:pt x="3352302" y="263607"/>
                    </a:cubicBezTo>
                    <a:close/>
                    <a:moveTo>
                      <a:pt x="235370" y="0"/>
                    </a:moveTo>
                    <a:lnTo>
                      <a:pt x="3693337" y="0"/>
                    </a:lnTo>
                    <a:cubicBezTo>
                      <a:pt x="3823328" y="0"/>
                      <a:pt x="3928707" y="105379"/>
                      <a:pt x="3928707" y="235370"/>
                    </a:cubicBezTo>
                    <a:lnTo>
                      <a:pt x="3928707" y="3402502"/>
                    </a:lnTo>
                    <a:cubicBezTo>
                      <a:pt x="3928707" y="3485210"/>
                      <a:pt x="3886047" y="3557954"/>
                      <a:pt x="3821334" y="3599629"/>
                    </a:cubicBezTo>
                    <a:lnTo>
                      <a:pt x="3732546" y="3954781"/>
                    </a:lnTo>
                    <a:lnTo>
                      <a:pt x="2998166" y="3954781"/>
                    </a:lnTo>
                    <a:lnTo>
                      <a:pt x="2918939" y="3637872"/>
                    </a:lnTo>
                    <a:lnTo>
                      <a:pt x="1025164" y="3637872"/>
                    </a:lnTo>
                    <a:lnTo>
                      <a:pt x="945937" y="3954781"/>
                    </a:lnTo>
                    <a:lnTo>
                      <a:pt x="211557" y="3954781"/>
                    </a:lnTo>
                    <a:lnTo>
                      <a:pt x="125186" y="3609298"/>
                    </a:lnTo>
                    <a:cubicBezTo>
                      <a:pt x="50483" y="3570656"/>
                      <a:pt x="0" y="3492475"/>
                      <a:pt x="0" y="3402502"/>
                    </a:cubicBezTo>
                    <a:lnTo>
                      <a:pt x="0" y="235370"/>
                    </a:lnTo>
                    <a:cubicBezTo>
                      <a:pt x="0" y="105379"/>
                      <a:pt x="105379" y="0"/>
                      <a:pt x="23537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476" name="Google Shape;1476;p45"/>
              <p:cNvSpPr/>
              <p:nvPr/>
            </p:nvSpPr>
            <p:spPr>
              <a:xfrm>
                <a:off x="9626515" y="1969444"/>
                <a:ext cx="330976" cy="339180"/>
              </a:xfrm>
              <a:custGeom>
                <a:rect b="b" l="l" r="r" t="t"/>
                <a:pathLst>
                  <a:path extrusionOk="0" h="3984815" w="3888432">
                    <a:moveTo>
                      <a:pt x="3131805" y="2156163"/>
                    </a:moveTo>
                    <a:lnTo>
                      <a:pt x="3132791" y="2156712"/>
                    </a:lnTo>
                    <a:lnTo>
                      <a:pt x="3132791" y="3458037"/>
                    </a:lnTo>
                    <a:lnTo>
                      <a:pt x="2592791" y="3458037"/>
                    </a:lnTo>
                    <a:lnTo>
                      <a:pt x="2592791" y="2392416"/>
                    </a:lnTo>
                    <a:lnTo>
                      <a:pt x="3131805" y="2392416"/>
                    </a:lnTo>
                    <a:close/>
                    <a:moveTo>
                      <a:pt x="1894806" y="1447696"/>
                    </a:moveTo>
                    <a:lnTo>
                      <a:pt x="2434806" y="1447696"/>
                    </a:lnTo>
                    <a:lnTo>
                      <a:pt x="2434806" y="3067696"/>
                    </a:lnTo>
                    <a:lnTo>
                      <a:pt x="2425859" y="3067696"/>
                    </a:lnTo>
                    <a:lnTo>
                      <a:pt x="2425859" y="3458037"/>
                    </a:lnTo>
                    <a:lnTo>
                      <a:pt x="1885859" y="3458037"/>
                    </a:lnTo>
                    <a:lnTo>
                      <a:pt x="1885859" y="1462222"/>
                    </a:lnTo>
                    <a:lnTo>
                      <a:pt x="1894806" y="1467205"/>
                    </a:lnTo>
                    <a:close/>
                    <a:moveTo>
                      <a:pt x="1178927" y="1068489"/>
                    </a:moveTo>
                    <a:lnTo>
                      <a:pt x="1179306" y="1068700"/>
                    </a:lnTo>
                    <a:lnTo>
                      <a:pt x="1179306" y="1992407"/>
                    </a:lnTo>
                    <a:lnTo>
                      <a:pt x="1718927" y="1992407"/>
                    </a:lnTo>
                    <a:lnTo>
                      <a:pt x="1718927" y="3458037"/>
                    </a:lnTo>
                    <a:lnTo>
                      <a:pt x="1178927" y="3458037"/>
                    </a:lnTo>
                    <a:close/>
                    <a:moveTo>
                      <a:pt x="471995" y="674757"/>
                    </a:moveTo>
                    <a:lnTo>
                      <a:pt x="482407" y="680556"/>
                    </a:lnTo>
                    <a:lnTo>
                      <a:pt x="1022307" y="680556"/>
                    </a:lnTo>
                    <a:lnTo>
                      <a:pt x="1022307" y="2085638"/>
                    </a:lnTo>
                    <a:lnTo>
                      <a:pt x="1011995" y="2085638"/>
                    </a:lnTo>
                    <a:lnTo>
                      <a:pt x="1011995" y="3458037"/>
                    </a:lnTo>
                    <a:lnTo>
                      <a:pt x="471995" y="3458037"/>
                    </a:lnTo>
                    <a:close/>
                    <a:moveTo>
                      <a:pt x="3301860" y="259154"/>
                    </a:moveTo>
                    <a:lnTo>
                      <a:pt x="3841860" y="259154"/>
                    </a:lnTo>
                    <a:lnTo>
                      <a:pt x="3841860" y="2548347"/>
                    </a:lnTo>
                    <a:lnTo>
                      <a:pt x="3835956" y="2548347"/>
                    </a:lnTo>
                    <a:lnTo>
                      <a:pt x="3839723" y="2550445"/>
                    </a:lnTo>
                    <a:lnTo>
                      <a:pt x="3839723" y="3458037"/>
                    </a:lnTo>
                    <a:lnTo>
                      <a:pt x="3299723" y="3458037"/>
                    </a:lnTo>
                    <a:lnTo>
                      <a:pt x="3299723" y="2249687"/>
                    </a:lnTo>
                    <a:lnTo>
                      <a:pt x="3301860" y="2250877"/>
                    </a:lnTo>
                    <a:close/>
                    <a:moveTo>
                      <a:pt x="0" y="0"/>
                    </a:moveTo>
                    <a:lnTo>
                      <a:pt x="360000" y="0"/>
                    </a:lnTo>
                    <a:lnTo>
                      <a:pt x="360000" y="3624815"/>
                    </a:lnTo>
                    <a:lnTo>
                      <a:pt x="3888432" y="3624815"/>
                    </a:lnTo>
                    <a:lnTo>
                      <a:pt x="3888432" y="3984815"/>
                    </a:lnTo>
                    <a:lnTo>
                      <a:pt x="0" y="3984815"/>
                    </a:lnTo>
                    <a:lnTo>
                      <a:pt x="0" y="3888432"/>
                    </a:lnTo>
                    <a:lnTo>
                      <a:pt x="0" y="362481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477" name="Google Shape;1477;p45"/>
              <p:cNvSpPr/>
              <p:nvPr/>
            </p:nvSpPr>
            <p:spPr>
              <a:xfrm>
                <a:off x="10765361" y="4863776"/>
                <a:ext cx="330939" cy="234666"/>
              </a:xfrm>
              <a:custGeom>
                <a:rect b="b" l="l" r="r" t="t"/>
                <a:pathLst>
                  <a:path extrusionOk="0" h="2808000" w="3960000">
                    <a:moveTo>
                      <a:pt x="2137982" y="2165237"/>
                    </a:moveTo>
                    <a:lnTo>
                      <a:pt x="2111402" y="2204211"/>
                    </a:lnTo>
                    <a:lnTo>
                      <a:pt x="2137982" y="2204211"/>
                    </a:lnTo>
                    <a:close/>
                    <a:moveTo>
                      <a:pt x="2635730" y="2101964"/>
                    </a:moveTo>
                    <a:cubicBezTo>
                      <a:pt x="2615812" y="2101964"/>
                      <a:pt x="2599666" y="2142287"/>
                      <a:pt x="2599666" y="2192028"/>
                    </a:cubicBezTo>
                    <a:cubicBezTo>
                      <a:pt x="2599666" y="2241769"/>
                      <a:pt x="2615812" y="2282092"/>
                      <a:pt x="2635730" y="2282092"/>
                    </a:cubicBezTo>
                    <a:cubicBezTo>
                      <a:pt x="2655648" y="2282092"/>
                      <a:pt x="2671794" y="2241769"/>
                      <a:pt x="2671794" y="2192028"/>
                    </a:cubicBezTo>
                    <a:cubicBezTo>
                      <a:pt x="2671794" y="2142287"/>
                      <a:pt x="2655648" y="2101964"/>
                      <a:pt x="2635730" y="2101964"/>
                    </a:cubicBezTo>
                    <a:close/>
                    <a:moveTo>
                      <a:pt x="1280012" y="2101964"/>
                    </a:moveTo>
                    <a:cubicBezTo>
                      <a:pt x="1260094" y="2101964"/>
                      <a:pt x="1243948" y="2142287"/>
                      <a:pt x="1243948" y="2192028"/>
                    </a:cubicBezTo>
                    <a:cubicBezTo>
                      <a:pt x="1243948" y="2241769"/>
                      <a:pt x="1260094" y="2282092"/>
                      <a:pt x="1280012" y="2282092"/>
                    </a:cubicBezTo>
                    <a:cubicBezTo>
                      <a:pt x="1299930" y="2282092"/>
                      <a:pt x="1316076" y="2241769"/>
                      <a:pt x="1316076" y="2192028"/>
                    </a:cubicBezTo>
                    <a:cubicBezTo>
                      <a:pt x="1316076" y="2142287"/>
                      <a:pt x="1299930" y="2101964"/>
                      <a:pt x="1280012" y="2101964"/>
                    </a:cubicBezTo>
                    <a:close/>
                    <a:moveTo>
                      <a:pt x="2138296" y="2025749"/>
                    </a:moveTo>
                    <a:lnTo>
                      <a:pt x="2139137" y="2026323"/>
                    </a:lnTo>
                    <a:lnTo>
                      <a:pt x="2216315" y="2026323"/>
                    </a:lnTo>
                    <a:lnTo>
                      <a:pt x="2216315" y="2204211"/>
                    </a:lnTo>
                    <a:lnTo>
                      <a:pt x="2256063" y="2204211"/>
                    </a:lnTo>
                    <a:lnTo>
                      <a:pt x="2256063" y="2282544"/>
                    </a:lnTo>
                    <a:lnTo>
                      <a:pt x="2216315" y="2282544"/>
                    </a:lnTo>
                    <a:lnTo>
                      <a:pt x="2216315" y="2357732"/>
                    </a:lnTo>
                    <a:lnTo>
                      <a:pt x="2137982" y="2357732"/>
                    </a:lnTo>
                    <a:lnTo>
                      <a:pt x="2137982" y="2282544"/>
                    </a:lnTo>
                    <a:lnTo>
                      <a:pt x="2015039" y="2282544"/>
                    </a:lnTo>
                    <a:lnTo>
                      <a:pt x="2015039" y="2208059"/>
                    </a:lnTo>
                    <a:lnTo>
                      <a:pt x="2014304" y="2207558"/>
                    </a:lnTo>
                    <a:lnTo>
                      <a:pt x="2015039" y="2206481"/>
                    </a:lnTo>
                    <a:lnTo>
                      <a:pt x="2015039" y="2204211"/>
                    </a:lnTo>
                    <a:lnTo>
                      <a:pt x="2016587" y="2204211"/>
                    </a:lnTo>
                    <a:close/>
                    <a:moveTo>
                      <a:pt x="1855876" y="2017651"/>
                    </a:moveTo>
                    <a:cubicBezTo>
                      <a:pt x="1914135" y="2017257"/>
                      <a:pt x="1961791" y="2063958"/>
                      <a:pt x="1962577" y="2122214"/>
                    </a:cubicBezTo>
                    <a:cubicBezTo>
                      <a:pt x="1962954" y="2150145"/>
                      <a:pt x="1952489" y="2175712"/>
                      <a:pt x="1934995" y="2194820"/>
                    </a:cubicBezTo>
                    <a:cubicBezTo>
                      <a:pt x="1952694" y="2214184"/>
                      <a:pt x="1963194" y="2240138"/>
                      <a:pt x="1962560" y="2268406"/>
                    </a:cubicBezTo>
                    <a:cubicBezTo>
                      <a:pt x="1961260" y="2326468"/>
                      <a:pt x="1913477" y="2372672"/>
                      <a:pt x="1855404" y="2372021"/>
                    </a:cubicBezTo>
                    <a:cubicBezTo>
                      <a:pt x="1797331" y="2371371"/>
                      <a:pt x="1750595" y="2324109"/>
                      <a:pt x="1750595" y="2266032"/>
                    </a:cubicBezTo>
                    <a:lnTo>
                      <a:pt x="1826499" y="2266032"/>
                    </a:lnTo>
                    <a:cubicBezTo>
                      <a:pt x="1826499" y="2282520"/>
                      <a:pt x="1839767" y="2295938"/>
                      <a:pt x="1856254" y="2296122"/>
                    </a:cubicBezTo>
                    <a:cubicBezTo>
                      <a:pt x="1872741" y="2296307"/>
                      <a:pt x="1886306" y="2283190"/>
                      <a:pt x="1886676" y="2266706"/>
                    </a:cubicBezTo>
                    <a:cubicBezTo>
                      <a:pt x="1887039" y="2250493"/>
                      <a:pt x="1874503" y="2236962"/>
                      <a:pt x="1858407" y="2236065"/>
                    </a:cubicBezTo>
                    <a:lnTo>
                      <a:pt x="1814193" y="2236065"/>
                    </a:lnTo>
                    <a:lnTo>
                      <a:pt x="1814193" y="2152552"/>
                    </a:lnTo>
                    <a:lnTo>
                      <a:pt x="1857384" y="2152552"/>
                    </a:lnTo>
                    <a:cubicBezTo>
                      <a:pt x="1873190" y="2152141"/>
                      <a:pt x="1885741" y="2139089"/>
                      <a:pt x="1885527" y="2123254"/>
                    </a:cubicBezTo>
                    <a:cubicBezTo>
                      <a:pt x="1885313" y="2107349"/>
                      <a:pt x="1872302" y="2094598"/>
                      <a:pt x="1856396" y="2094706"/>
                    </a:cubicBezTo>
                    <a:cubicBezTo>
                      <a:pt x="1840490" y="2094813"/>
                      <a:pt x="1827652" y="2107738"/>
                      <a:pt x="1827652" y="2123644"/>
                    </a:cubicBezTo>
                    <a:lnTo>
                      <a:pt x="1750595" y="2123644"/>
                    </a:lnTo>
                    <a:cubicBezTo>
                      <a:pt x="1750595" y="2065383"/>
                      <a:pt x="1797616" y="2018044"/>
                      <a:pt x="1855876" y="2017651"/>
                    </a:cubicBezTo>
                    <a:close/>
                    <a:moveTo>
                      <a:pt x="2930344" y="2012028"/>
                    </a:moveTo>
                    <a:cubicBezTo>
                      <a:pt x="2996416" y="2014229"/>
                      <a:pt x="3045968" y="2074602"/>
                      <a:pt x="3038901" y="2136479"/>
                    </a:cubicBezTo>
                    <a:cubicBezTo>
                      <a:pt x="3029916" y="2202312"/>
                      <a:pt x="2982346" y="2231435"/>
                      <a:pt x="2939412" y="2275597"/>
                    </a:cubicBezTo>
                    <a:lnTo>
                      <a:pt x="3031192" y="2275597"/>
                    </a:lnTo>
                    <a:lnTo>
                      <a:pt x="3031192" y="2357732"/>
                    </a:lnTo>
                    <a:lnTo>
                      <a:pt x="2819358" y="2357732"/>
                    </a:lnTo>
                    <a:cubicBezTo>
                      <a:pt x="2819409" y="2335416"/>
                      <a:pt x="2820521" y="2314113"/>
                      <a:pt x="2820571" y="2291797"/>
                    </a:cubicBezTo>
                    <a:cubicBezTo>
                      <a:pt x="2870625" y="2240158"/>
                      <a:pt x="2905662" y="2213324"/>
                      <a:pt x="2965770" y="2143601"/>
                    </a:cubicBezTo>
                    <a:cubicBezTo>
                      <a:pt x="2980233" y="2116927"/>
                      <a:pt x="2957264" y="2092452"/>
                      <a:pt x="2931831" y="2093607"/>
                    </a:cubicBezTo>
                    <a:cubicBezTo>
                      <a:pt x="2910102" y="2094595"/>
                      <a:pt x="2891536" y="2110969"/>
                      <a:pt x="2889885" y="2139461"/>
                    </a:cubicBezTo>
                    <a:lnTo>
                      <a:pt x="2818945" y="2139461"/>
                    </a:lnTo>
                    <a:cubicBezTo>
                      <a:pt x="2821421" y="2064364"/>
                      <a:pt x="2869776" y="2012037"/>
                      <a:pt x="2930344" y="2012028"/>
                    </a:cubicBezTo>
                    <a:close/>
                    <a:moveTo>
                      <a:pt x="2635730" y="2012028"/>
                    </a:moveTo>
                    <a:cubicBezTo>
                      <a:pt x="2705318" y="2012028"/>
                      <a:pt x="2761730" y="2092617"/>
                      <a:pt x="2761730" y="2192028"/>
                    </a:cubicBezTo>
                    <a:cubicBezTo>
                      <a:pt x="2761730" y="2291439"/>
                      <a:pt x="2705318" y="2372028"/>
                      <a:pt x="2635730" y="2372028"/>
                    </a:cubicBezTo>
                    <a:cubicBezTo>
                      <a:pt x="2566142" y="2372028"/>
                      <a:pt x="2509730" y="2291439"/>
                      <a:pt x="2509730" y="2192028"/>
                    </a:cubicBezTo>
                    <a:cubicBezTo>
                      <a:pt x="2509730" y="2092617"/>
                      <a:pt x="2566142" y="2012028"/>
                      <a:pt x="2635730" y="2012028"/>
                    </a:cubicBezTo>
                    <a:close/>
                    <a:moveTo>
                      <a:pt x="2436237" y="2012028"/>
                    </a:moveTo>
                    <a:lnTo>
                      <a:pt x="2436206" y="2012510"/>
                    </a:lnTo>
                    <a:lnTo>
                      <a:pt x="2452515" y="2012510"/>
                    </a:lnTo>
                    <a:lnTo>
                      <a:pt x="2452515" y="2372028"/>
                    </a:lnTo>
                    <a:lnTo>
                      <a:pt x="2364870" y="2372028"/>
                    </a:lnTo>
                    <a:lnTo>
                      <a:pt x="2364870" y="2101874"/>
                    </a:lnTo>
                    <a:cubicBezTo>
                      <a:pt x="2347394" y="2108434"/>
                      <a:pt x="2328091" y="2111607"/>
                      <a:pt x="2308515" y="2111039"/>
                    </a:cubicBezTo>
                    <a:lnTo>
                      <a:pt x="2311564" y="2043892"/>
                    </a:lnTo>
                    <a:cubicBezTo>
                      <a:pt x="2321741" y="2044066"/>
                      <a:pt x="2331771" y="2042373"/>
                      <a:pt x="2340372" y="2039030"/>
                    </a:cubicBezTo>
                    <a:cubicBezTo>
                      <a:pt x="2355279" y="2033236"/>
                      <a:pt x="2364268" y="2023137"/>
                      <a:pt x="2364156" y="2012310"/>
                    </a:cubicBezTo>
                    <a:cubicBezTo>
                      <a:pt x="2388183" y="2012216"/>
                      <a:pt x="2412210" y="2012122"/>
                      <a:pt x="2436237" y="2012028"/>
                    </a:cubicBezTo>
                    <a:close/>
                    <a:moveTo>
                      <a:pt x="1574625" y="2012028"/>
                    </a:moveTo>
                    <a:cubicBezTo>
                      <a:pt x="1640698" y="2014229"/>
                      <a:pt x="1690250" y="2074602"/>
                      <a:pt x="1683183" y="2136479"/>
                    </a:cubicBezTo>
                    <a:cubicBezTo>
                      <a:pt x="1674198" y="2202312"/>
                      <a:pt x="1626628" y="2231435"/>
                      <a:pt x="1583694" y="2275597"/>
                    </a:cubicBezTo>
                    <a:lnTo>
                      <a:pt x="1675474" y="2275597"/>
                    </a:lnTo>
                    <a:lnTo>
                      <a:pt x="1675474" y="2357732"/>
                    </a:lnTo>
                    <a:lnTo>
                      <a:pt x="1463640" y="2357732"/>
                    </a:lnTo>
                    <a:cubicBezTo>
                      <a:pt x="1463691" y="2335416"/>
                      <a:pt x="1464802" y="2314113"/>
                      <a:pt x="1464853" y="2291797"/>
                    </a:cubicBezTo>
                    <a:cubicBezTo>
                      <a:pt x="1514907" y="2240158"/>
                      <a:pt x="1549943" y="2213324"/>
                      <a:pt x="1610052" y="2143601"/>
                    </a:cubicBezTo>
                    <a:cubicBezTo>
                      <a:pt x="1624515" y="2116927"/>
                      <a:pt x="1601546" y="2092452"/>
                      <a:pt x="1576112" y="2093607"/>
                    </a:cubicBezTo>
                    <a:cubicBezTo>
                      <a:pt x="1554383" y="2094595"/>
                      <a:pt x="1535817" y="2110969"/>
                      <a:pt x="1534167" y="2139461"/>
                    </a:cubicBezTo>
                    <a:lnTo>
                      <a:pt x="1463227" y="2139461"/>
                    </a:lnTo>
                    <a:cubicBezTo>
                      <a:pt x="1465703" y="2064364"/>
                      <a:pt x="1514058" y="2012037"/>
                      <a:pt x="1574625" y="2012028"/>
                    </a:cubicBezTo>
                    <a:close/>
                    <a:moveTo>
                      <a:pt x="1280012" y="2012028"/>
                    </a:moveTo>
                    <a:cubicBezTo>
                      <a:pt x="1349600" y="2012028"/>
                      <a:pt x="1406012" y="2092617"/>
                      <a:pt x="1406012" y="2192028"/>
                    </a:cubicBezTo>
                    <a:cubicBezTo>
                      <a:pt x="1406012" y="2291439"/>
                      <a:pt x="1349600" y="2372028"/>
                      <a:pt x="1280012" y="2372028"/>
                    </a:cubicBezTo>
                    <a:cubicBezTo>
                      <a:pt x="1210424" y="2372028"/>
                      <a:pt x="1154012" y="2291439"/>
                      <a:pt x="1154012" y="2192028"/>
                    </a:cubicBezTo>
                    <a:cubicBezTo>
                      <a:pt x="1154012" y="2092617"/>
                      <a:pt x="1210424" y="2012028"/>
                      <a:pt x="1280012" y="2012028"/>
                    </a:cubicBezTo>
                    <a:close/>
                    <a:moveTo>
                      <a:pt x="1080519" y="2012028"/>
                    </a:moveTo>
                    <a:lnTo>
                      <a:pt x="1080488" y="2012510"/>
                    </a:lnTo>
                    <a:lnTo>
                      <a:pt x="1096797" y="2012510"/>
                    </a:lnTo>
                    <a:lnTo>
                      <a:pt x="1096797" y="2372028"/>
                    </a:lnTo>
                    <a:lnTo>
                      <a:pt x="1009152" y="2372028"/>
                    </a:lnTo>
                    <a:lnTo>
                      <a:pt x="1009152" y="2101874"/>
                    </a:lnTo>
                    <a:cubicBezTo>
                      <a:pt x="991676" y="2108434"/>
                      <a:pt x="972373" y="2111607"/>
                      <a:pt x="952797" y="2111039"/>
                    </a:cubicBezTo>
                    <a:lnTo>
                      <a:pt x="955846" y="2043892"/>
                    </a:lnTo>
                    <a:cubicBezTo>
                      <a:pt x="966023" y="2044066"/>
                      <a:pt x="976053" y="2042373"/>
                      <a:pt x="984654" y="2039030"/>
                    </a:cubicBezTo>
                    <a:cubicBezTo>
                      <a:pt x="999561" y="2033236"/>
                      <a:pt x="1008550" y="2023137"/>
                      <a:pt x="1008438" y="2012310"/>
                    </a:cubicBezTo>
                    <a:cubicBezTo>
                      <a:pt x="1032465" y="2012216"/>
                      <a:pt x="1056492" y="2012122"/>
                      <a:pt x="1080519" y="2012028"/>
                    </a:cubicBezTo>
                    <a:close/>
                    <a:moveTo>
                      <a:pt x="3373743" y="362438"/>
                    </a:moveTo>
                    <a:lnTo>
                      <a:pt x="3553743" y="362438"/>
                    </a:lnTo>
                    <a:lnTo>
                      <a:pt x="3553743" y="2414438"/>
                    </a:lnTo>
                    <a:lnTo>
                      <a:pt x="3373743" y="2414438"/>
                    </a:lnTo>
                    <a:close/>
                    <a:moveTo>
                      <a:pt x="3129580" y="362438"/>
                    </a:moveTo>
                    <a:lnTo>
                      <a:pt x="3273580" y="362438"/>
                    </a:lnTo>
                    <a:lnTo>
                      <a:pt x="3273580" y="2414438"/>
                    </a:lnTo>
                    <a:lnTo>
                      <a:pt x="3129580" y="2414438"/>
                    </a:lnTo>
                    <a:close/>
                    <a:moveTo>
                      <a:pt x="2939411" y="362438"/>
                    </a:moveTo>
                    <a:lnTo>
                      <a:pt x="3029411" y="362438"/>
                    </a:lnTo>
                    <a:lnTo>
                      <a:pt x="3029411" y="1957238"/>
                    </a:lnTo>
                    <a:lnTo>
                      <a:pt x="2939411" y="1957238"/>
                    </a:lnTo>
                    <a:close/>
                    <a:moveTo>
                      <a:pt x="2731242" y="362438"/>
                    </a:moveTo>
                    <a:lnTo>
                      <a:pt x="2839242" y="362438"/>
                    </a:lnTo>
                    <a:lnTo>
                      <a:pt x="2839242" y="1957238"/>
                    </a:lnTo>
                    <a:lnTo>
                      <a:pt x="2731242" y="1957238"/>
                    </a:lnTo>
                    <a:close/>
                    <a:moveTo>
                      <a:pt x="2487073" y="362438"/>
                    </a:moveTo>
                    <a:lnTo>
                      <a:pt x="2631073" y="362438"/>
                    </a:lnTo>
                    <a:lnTo>
                      <a:pt x="2631073" y="1957238"/>
                    </a:lnTo>
                    <a:lnTo>
                      <a:pt x="2487073" y="1957238"/>
                    </a:lnTo>
                    <a:close/>
                    <a:moveTo>
                      <a:pt x="2296904" y="362438"/>
                    </a:moveTo>
                    <a:lnTo>
                      <a:pt x="2386904" y="362438"/>
                    </a:lnTo>
                    <a:lnTo>
                      <a:pt x="2386904" y="1957238"/>
                    </a:lnTo>
                    <a:lnTo>
                      <a:pt x="2296904" y="1957238"/>
                    </a:lnTo>
                    <a:close/>
                    <a:moveTo>
                      <a:pt x="2016735" y="362438"/>
                    </a:moveTo>
                    <a:lnTo>
                      <a:pt x="2196735" y="362438"/>
                    </a:lnTo>
                    <a:lnTo>
                      <a:pt x="2196735" y="1957238"/>
                    </a:lnTo>
                    <a:lnTo>
                      <a:pt x="2016735" y="1957238"/>
                    </a:lnTo>
                    <a:close/>
                    <a:moveTo>
                      <a:pt x="1826566" y="362438"/>
                    </a:moveTo>
                    <a:lnTo>
                      <a:pt x="1916566" y="362438"/>
                    </a:lnTo>
                    <a:lnTo>
                      <a:pt x="1916566" y="1957238"/>
                    </a:lnTo>
                    <a:lnTo>
                      <a:pt x="1826566" y="1957238"/>
                    </a:lnTo>
                    <a:close/>
                    <a:moveTo>
                      <a:pt x="1582397" y="362438"/>
                    </a:moveTo>
                    <a:lnTo>
                      <a:pt x="1726397" y="362438"/>
                    </a:lnTo>
                    <a:lnTo>
                      <a:pt x="1726397" y="1957238"/>
                    </a:lnTo>
                    <a:lnTo>
                      <a:pt x="1582397" y="1957238"/>
                    </a:lnTo>
                    <a:close/>
                    <a:moveTo>
                      <a:pt x="1302228" y="362438"/>
                    </a:moveTo>
                    <a:lnTo>
                      <a:pt x="1482228" y="362438"/>
                    </a:lnTo>
                    <a:lnTo>
                      <a:pt x="1482228" y="1957238"/>
                    </a:lnTo>
                    <a:lnTo>
                      <a:pt x="1302228" y="1957238"/>
                    </a:lnTo>
                    <a:close/>
                    <a:moveTo>
                      <a:pt x="1094059" y="362438"/>
                    </a:moveTo>
                    <a:lnTo>
                      <a:pt x="1202059" y="362438"/>
                    </a:lnTo>
                    <a:lnTo>
                      <a:pt x="1202059" y="1957238"/>
                    </a:lnTo>
                    <a:lnTo>
                      <a:pt x="1094059" y="1957238"/>
                    </a:lnTo>
                    <a:close/>
                    <a:moveTo>
                      <a:pt x="903890" y="362438"/>
                    </a:moveTo>
                    <a:lnTo>
                      <a:pt x="993890" y="362438"/>
                    </a:lnTo>
                    <a:lnTo>
                      <a:pt x="993890" y="1957238"/>
                    </a:lnTo>
                    <a:lnTo>
                      <a:pt x="903890" y="1957238"/>
                    </a:lnTo>
                    <a:close/>
                    <a:moveTo>
                      <a:pt x="623721" y="362438"/>
                    </a:moveTo>
                    <a:lnTo>
                      <a:pt x="803721" y="362438"/>
                    </a:lnTo>
                    <a:lnTo>
                      <a:pt x="803721" y="2414438"/>
                    </a:lnTo>
                    <a:lnTo>
                      <a:pt x="623721" y="2414438"/>
                    </a:lnTo>
                    <a:close/>
                    <a:moveTo>
                      <a:pt x="433552" y="362438"/>
                    </a:moveTo>
                    <a:lnTo>
                      <a:pt x="523552" y="362438"/>
                    </a:lnTo>
                    <a:lnTo>
                      <a:pt x="523552" y="2414438"/>
                    </a:lnTo>
                    <a:lnTo>
                      <a:pt x="433552" y="2414438"/>
                    </a:lnTo>
                    <a:close/>
                    <a:moveTo>
                      <a:pt x="303674" y="216000"/>
                    </a:moveTo>
                    <a:cubicBezTo>
                      <a:pt x="255253" y="216000"/>
                      <a:pt x="216000" y="255253"/>
                      <a:pt x="216000" y="303674"/>
                    </a:cubicBezTo>
                    <a:lnTo>
                      <a:pt x="216000" y="2504326"/>
                    </a:lnTo>
                    <a:cubicBezTo>
                      <a:pt x="216000" y="2552747"/>
                      <a:pt x="255253" y="2592000"/>
                      <a:pt x="303674" y="2592000"/>
                    </a:cubicBezTo>
                    <a:lnTo>
                      <a:pt x="3656326" y="2592000"/>
                    </a:lnTo>
                    <a:cubicBezTo>
                      <a:pt x="3704747" y="2592000"/>
                      <a:pt x="3744000" y="2552747"/>
                      <a:pt x="3744000" y="2504326"/>
                    </a:cubicBezTo>
                    <a:lnTo>
                      <a:pt x="3744000" y="303674"/>
                    </a:lnTo>
                    <a:cubicBezTo>
                      <a:pt x="3744000" y="255253"/>
                      <a:pt x="3704747" y="216000"/>
                      <a:pt x="3656326" y="216000"/>
                    </a:cubicBezTo>
                    <a:close/>
                    <a:moveTo>
                      <a:pt x="149021" y="0"/>
                    </a:moveTo>
                    <a:lnTo>
                      <a:pt x="3810979" y="0"/>
                    </a:lnTo>
                    <a:cubicBezTo>
                      <a:pt x="3893281" y="0"/>
                      <a:pt x="3960000" y="66719"/>
                      <a:pt x="3960000" y="149021"/>
                    </a:cubicBezTo>
                    <a:lnTo>
                      <a:pt x="3960000" y="2658979"/>
                    </a:lnTo>
                    <a:cubicBezTo>
                      <a:pt x="3960000" y="2741281"/>
                      <a:pt x="3893281" y="2808000"/>
                      <a:pt x="3810979" y="2808000"/>
                    </a:cubicBezTo>
                    <a:lnTo>
                      <a:pt x="149021" y="2808000"/>
                    </a:lnTo>
                    <a:cubicBezTo>
                      <a:pt x="66719" y="2808000"/>
                      <a:pt x="0" y="2741281"/>
                      <a:pt x="0" y="2658979"/>
                    </a:cubicBezTo>
                    <a:lnTo>
                      <a:pt x="0" y="149021"/>
                    </a:lnTo>
                    <a:cubicBezTo>
                      <a:pt x="0" y="66719"/>
                      <a:pt x="66719" y="0"/>
                      <a:pt x="14902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478" name="Google Shape;1478;p45"/>
              <p:cNvSpPr/>
              <p:nvPr/>
            </p:nvSpPr>
            <p:spPr>
              <a:xfrm>
                <a:off x="7818475" y="4673961"/>
                <a:ext cx="330939" cy="330692"/>
              </a:xfrm>
              <a:custGeom>
                <a:rect b="b" l="l" r="r" t="t"/>
                <a:pathLst>
                  <a:path extrusionOk="0" h="3968213" w="3971162">
                    <a:moveTo>
                      <a:pt x="808855" y="2815607"/>
                    </a:moveTo>
                    <a:lnTo>
                      <a:pt x="1168895" y="2815607"/>
                    </a:lnTo>
                    <a:lnTo>
                      <a:pt x="1168895" y="3175607"/>
                    </a:lnTo>
                    <a:lnTo>
                      <a:pt x="808855" y="3175607"/>
                    </a:lnTo>
                    <a:close/>
                    <a:moveTo>
                      <a:pt x="697665" y="2704397"/>
                    </a:moveTo>
                    <a:lnTo>
                      <a:pt x="697665" y="3286817"/>
                    </a:lnTo>
                    <a:lnTo>
                      <a:pt x="1280085" y="3286817"/>
                    </a:lnTo>
                    <a:lnTo>
                      <a:pt x="1280085" y="2704397"/>
                    </a:lnTo>
                    <a:close/>
                    <a:moveTo>
                      <a:pt x="537750" y="2544482"/>
                    </a:moveTo>
                    <a:lnTo>
                      <a:pt x="1440000" y="2544482"/>
                    </a:lnTo>
                    <a:lnTo>
                      <a:pt x="1440000" y="3446732"/>
                    </a:lnTo>
                    <a:lnTo>
                      <a:pt x="537750" y="3446732"/>
                    </a:lnTo>
                    <a:close/>
                    <a:moveTo>
                      <a:pt x="0" y="2528213"/>
                    </a:moveTo>
                    <a:lnTo>
                      <a:pt x="360000" y="2528213"/>
                    </a:lnTo>
                    <a:lnTo>
                      <a:pt x="360000" y="3608213"/>
                    </a:lnTo>
                    <a:lnTo>
                      <a:pt x="1440000" y="3608213"/>
                    </a:lnTo>
                    <a:lnTo>
                      <a:pt x="1440000" y="3968213"/>
                    </a:lnTo>
                    <a:lnTo>
                      <a:pt x="360000" y="3968213"/>
                    </a:lnTo>
                    <a:lnTo>
                      <a:pt x="0" y="3968213"/>
                    </a:lnTo>
                    <a:lnTo>
                      <a:pt x="0" y="3608213"/>
                    </a:lnTo>
                    <a:close/>
                    <a:moveTo>
                      <a:pt x="3605829" y="2524046"/>
                    </a:moveTo>
                    <a:lnTo>
                      <a:pt x="3965829" y="2524046"/>
                    </a:lnTo>
                    <a:lnTo>
                      <a:pt x="3965829" y="3604046"/>
                    </a:lnTo>
                    <a:lnTo>
                      <a:pt x="3965829" y="3964046"/>
                    </a:lnTo>
                    <a:lnTo>
                      <a:pt x="3605829" y="3964046"/>
                    </a:lnTo>
                    <a:lnTo>
                      <a:pt x="2525829" y="3964046"/>
                    </a:lnTo>
                    <a:lnTo>
                      <a:pt x="2525829" y="3604046"/>
                    </a:lnTo>
                    <a:lnTo>
                      <a:pt x="3605829" y="3604046"/>
                    </a:lnTo>
                    <a:close/>
                    <a:moveTo>
                      <a:pt x="1542677" y="2468095"/>
                    </a:moveTo>
                    <a:lnTo>
                      <a:pt x="1758701" y="2468095"/>
                    </a:lnTo>
                    <a:lnTo>
                      <a:pt x="1758701" y="2835684"/>
                    </a:lnTo>
                    <a:lnTo>
                      <a:pt x="1542677" y="2835684"/>
                    </a:lnTo>
                    <a:close/>
                    <a:moveTo>
                      <a:pt x="3174101" y="2437460"/>
                    </a:moveTo>
                    <a:lnTo>
                      <a:pt x="3390125" y="2437460"/>
                    </a:lnTo>
                    <a:lnTo>
                      <a:pt x="3390125" y="2663201"/>
                    </a:lnTo>
                    <a:lnTo>
                      <a:pt x="3174101" y="2663201"/>
                    </a:lnTo>
                    <a:close/>
                    <a:moveTo>
                      <a:pt x="2809842" y="2295613"/>
                    </a:moveTo>
                    <a:lnTo>
                      <a:pt x="3025866" y="2295613"/>
                    </a:lnTo>
                    <a:lnTo>
                      <a:pt x="3025866" y="2663202"/>
                    </a:lnTo>
                    <a:lnTo>
                      <a:pt x="3389097" y="2663202"/>
                    </a:lnTo>
                    <a:lnTo>
                      <a:pt x="3389097" y="2873898"/>
                    </a:lnTo>
                    <a:lnTo>
                      <a:pt x="3389097" y="2873898"/>
                    </a:lnTo>
                    <a:lnTo>
                      <a:pt x="3389097" y="3446732"/>
                    </a:lnTo>
                    <a:lnTo>
                      <a:pt x="3173073" y="3446732"/>
                    </a:lnTo>
                    <a:lnTo>
                      <a:pt x="3173073" y="2879226"/>
                    </a:lnTo>
                    <a:lnTo>
                      <a:pt x="3021508" y="2879226"/>
                    </a:lnTo>
                    <a:lnTo>
                      <a:pt x="3021508" y="2663202"/>
                    </a:lnTo>
                    <a:lnTo>
                      <a:pt x="2809842" y="2663202"/>
                    </a:lnTo>
                    <a:close/>
                    <a:moveTo>
                      <a:pt x="2093780" y="2089306"/>
                    </a:moveTo>
                    <a:lnTo>
                      <a:pt x="2309804" y="2089306"/>
                    </a:lnTo>
                    <a:lnTo>
                      <a:pt x="2309804" y="2315047"/>
                    </a:lnTo>
                    <a:lnTo>
                      <a:pt x="2093780" y="2315047"/>
                    </a:lnTo>
                    <a:close/>
                    <a:moveTo>
                      <a:pt x="2656492" y="1853849"/>
                    </a:moveTo>
                    <a:lnTo>
                      <a:pt x="2872516" y="1853849"/>
                    </a:lnTo>
                    <a:lnTo>
                      <a:pt x="2872516" y="2038657"/>
                    </a:lnTo>
                    <a:lnTo>
                      <a:pt x="2989835" y="2038657"/>
                    </a:lnTo>
                    <a:lnTo>
                      <a:pt x="2989835" y="1887092"/>
                    </a:lnTo>
                    <a:lnTo>
                      <a:pt x="3205859" y="1887092"/>
                    </a:lnTo>
                    <a:lnTo>
                      <a:pt x="3205859" y="2028940"/>
                    </a:lnTo>
                    <a:lnTo>
                      <a:pt x="3390125" y="2028940"/>
                    </a:lnTo>
                    <a:lnTo>
                      <a:pt x="3390125" y="2254681"/>
                    </a:lnTo>
                    <a:lnTo>
                      <a:pt x="3205859" y="2254681"/>
                    </a:lnTo>
                    <a:lnTo>
                      <a:pt x="3174101" y="2254681"/>
                    </a:lnTo>
                    <a:lnTo>
                      <a:pt x="3005149" y="2254681"/>
                    </a:lnTo>
                    <a:lnTo>
                      <a:pt x="2989835" y="2254681"/>
                    </a:lnTo>
                    <a:lnTo>
                      <a:pt x="2688721" y="2254681"/>
                    </a:lnTo>
                    <a:lnTo>
                      <a:pt x="2688721" y="2447179"/>
                    </a:lnTo>
                    <a:lnTo>
                      <a:pt x="2488606" y="2447179"/>
                    </a:lnTo>
                    <a:lnTo>
                      <a:pt x="2488606" y="2663841"/>
                    </a:lnTo>
                    <a:lnTo>
                      <a:pt x="2486018" y="2663841"/>
                    </a:lnTo>
                    <a:lnTo>
                      <a:pt x="2486018" y="2846997"/>
                    </a:lnTo>
                    <a:lnTo>
                      <a:pt x="2840287" y="2846997"/>
                    </a:lnTo>
                    <a:lnTo>
                      <a:pt x="2840287" y="3046907"/>
                    </a:lnTo>
                    <a:lnTo>
                      <a:pt x="3045880" y="3046907"/>
                    </a:lnTo>
                    <a:lnTo>
                      <a:pt x="3045880" y="3272648"/>
                    </a:lnTo>
                    <a:lnTo>
                      <a:pt x="2829856" y="3272648"/>
                    </a:lnTo>
                    <a:lnTo>
                      <a:pt x="2829856" y="3063021"/>
                    </a:lnTo>
                    <a:lnTo>
                      <a:pt x="2472698" y="3063021"/>
                    </a:lnTo>
                    <a:lnTo>
                      <a:pt x="2472698" y="2847499"/>
                    </a:lnTo>
                    <a:lnTo>
                      <a:pt x="2093780" y="2847499"/>
                    </a:lnTo>
                    <a:lnTo>
                      <a:pt x="2088510" y="2847499"/>
                    </a:lnTo>
                    <a:lnTo>
                      <a:pt x="1910267" y="2847499"/>
                    </a:lnTo>
                    <a:lnTo>
                      <a:pt x="1910267" y="3028023"/>
                    </a:lnTo>
                    <a:lnTo>
                      <a:pt x="2277575" y="3028023"/>
                    </a:lnTo>
                    <a:lnTo>
                      <a:pt x="2277575" y="3241488"/>
                    </a:lnTo>
                    <a:lnTo>
                      <a:pt x="2829855" y="3241488"/>
                    </a:lnTo>
                    <a:lnTo>
                      <a:pt x="2829855" y="3457512"/>
                    </a:lnTo>
                    <a:lnTo>
                      <a:pt x="2269993" y="3457512"/>
                    </a:lnTo>
                    <a:lnTo>
                      <a:pt x="2269993" y="3244047"/>
                    </a:lnTo>
                    <a:lnTo>
                      <a:pt x="2111604" y="3244047"/>
                    </a:lnTo>
                    <a:lnTo>
                      <a:pt x="2111604" y="3446733"/>
                    </a:lnTo>
                    <a:lnTo>
                      <a:pt x="1744015" y="3446733"/>
                    </a:lnTo>
                    <a:lnTo>
                      <a:pt x="1744015" y="3230709"/>
                    </a:lnTo>
                    <a:lnTo>
                      <a:pt x="1909986" y="3230709"/>
                    </a:lnTo>
                    <a:lnTo>
                      <a:pt x="1909986" y="3051709"/>
                    </a:lnTo>
                    <a:lnTo>
                      <a:pt x="1542678" y="3051709"/>
                    </a:lnTo>
                    <a:lnTo>
                      <a:pt x="1542678" y="2835685"/>
                    </a:lnTo>
                    <a:lnTo>
                      <a:pt x="1877756" y="2835685"/>
                    </a:lnTo>
                    <a:lnTo>
                      <a:pt x="1877756" y="2315047"/>
                    </a:lnTo>
                    <a:lnTo>
                      <a:pt x="2093780" y="2315047"/>
                    </a:lnTo>
                    <a:lnTo>
                      <a:pt x="2093780" y="2631475"/>
                    </a:lnTo>
                    <a:lnTo>
                      <a:pt x="2272582" y="2631475"/>
                    </a:lnTo>
                    <a:lnTo>
                      <a:pt x="2272582" y="2438100"/>
                    </a:lnTo>
                    <a:lnTo>
                      <a:pt x="2472697" y="2438100"/>
                    </a:lnTo>
                    <a:lnTo>
                      <a:pt x="2472697" y="2254681"/>
                    </a:lnTo>
                    <a:lnTo>
                      <a:pt x="2472697" y="2221438"/>
                    </a:lnTo>
                    <a:lnTo>
                      <a:pt x="2472697" y="2038657"/>
                    </a:lnTo>
                    <a:lnTo>
                      <a:pt x="2656492" y="2038657"/>
                    </a:lnTo>
                    <a:close/>
                    <a:moveTo>
                      <a:pt x="2989836" y="1667759"/>
                    </a:moveTo>
                    <a:lnTo>
                      <a:pt x="3357425" y="1667759"/>
                    </a:lnTo>
                    <a:lnTo>
                      <a:pt x="3357425" y="1883783"/>
                    </a:lnTo>
                    <a:lnTo>
                      <a:pt x="2989836" y="1883783"/>
                    </a:lnTo>
                    <a:close/>
                    <a:moveTo>
                      <a:pt x="2309586" y="1554888"/>
                    </a:moveTo>
                    <a:lnTo>
                      <a:pt x="2829824" y="1554888"/>
                    </a:lnTo>
                    <a:lnTo>
                      <a:pt x="2829824" y="1770912"/>
                    </a:lnTo>
                    <a:lnTo>
                      <a:pt x="2525643" y="1770912"/>
                    </a:lnTo>
                    <a:lnTo>
                      <a:pt x="2525643" y="1927296"/>
                    </a:lnTo>
                    <a:lnTo>
                      <a:pt x="2309619" y="1927296"/>
                    </a:lnTo>
                    <a:lnTo>
                      <a:pt x="2309619" y="1770912"/>
                    </a:lnTo>
                    <a:lnTo>
                      <a:pt x="2309586" y="1770912"/>
                    </a:lnTo>
                    <a:close/>
                    <a:moveTo>
                      <a:pt x="616397" y="1550030"/>
                    </a:moveTo>
                    <a:lnTo>
                      <a:pt x="808855" y="1550030"/>
                    </a:lnTo>
                    <a:lnTo>
                      <a:pt x="832421" y="1550030"/>
                    </a:lnTo>
                    <a:lnTo>
                      <a:pt x="1024879" y="1550030"/>
                    </a:lnTo>
                    <a:lnTo>
                      <a:pt x="1024879" y="1775771"/>
                    </a:lnTo>
                    <a:lnTo>
                      <a:pt x="832421" y="1775771"/>
                    </a:lnTo>
                    <a:lnTo>
                      <a:pt x="832421" y="2079590"/>
                    </a:lnTo>
                    <a:lnTo>
                      <a:pt x="1028931" y="2079590"/>
                    </a:lnTo>
                    <a:lnTo>
                      <a:pt x="1192537" y="2079590"/>
                    </a:lnTo>
                    <a:lnTo>
                      <a:pt x="1244955" y="2079590"/>
                    </a:lnTo>
                    <a:lnTo>
                      <a:pt x="1244955" y="2231155"/>
                    </a:lnTo>
                    <a:lnTo>
                      <a:pt x="1468668" y="2231155"/>
                    </a:lnTo>
                    <a:lnTo>
                      <a:pt x="1468668" y="2447179"/>
                    </a:lnTo>
                    <a:lnTo>
                      <a:pt x="1244955" y="2447179"/>
                    </a:lnTo>
                    <a:lnTo>
                      <a:pt x="1244955" y="2447179"/>
                    </a:lnTo>
                    <a:lnTo>
                      <a:pt x="1028931" y="2447179"/>
                    </a:lnTo>
                    <a:lnTo>
                      <a:pt x="1028931" y="2295614"/>
                    </a:lnTo>
                    <a:lnTo>
                      <a:pt x="619703" y="2295614"/>
                    </a:lnTo>
                    <a:lnTo>
                      <a:pt x="619703" y="2082482"/>
                    </a:lnTo>
                    <a:lnTo>
                      <a:pt x="616397" y="2082482"/>
                    </a:lnTo>
                    <a:close/>
                    <a:moveTo>
                      <a:pt x="1747452" y="1324289"/>
                    </a:moveTo>
                    <a:lnTo>
                      <a:pt x="1963476" y="1324289"/>
                    </a:lnTo>
                    <a:lnTo>
                      <a:pt x="1963476" y="1528779"/>
                    </a:lnTo>
                    <a:lnTo>
                      <a:pt x="2151955" y="1528779"/>
                    </a:lnTo>
                    <a:lnTo>
                      <a:pt x="2151955" y="1754520"/>
                    </a:lnTo>
                    <a:lnTo>
                      <a:pt x="1935931" y="1754520"/>
                    </a:lnTo>
                    <a:lnTo>
                      <a:pt x="1935931" y="1550030"/>
                    </a:lnTo>
                    <a:lnTo>
                      <a:pt x="1758702" y="1550030"/>
                    </a:lnTo>
                    <a:lnTo>
                      <a:pt x="1758702" y="1863566"/>
                    </a:lnTo>
                    <a:lnTo>
                      <a:pt x="2119726" y="1863566"/>
                    </a:lnTo>
                    <a:lnTo>
                      <a:pt x="2119726" y="2079590"/>
                    </a:lnTo>
                    <a:lnTo>
                      <a:pt x="1761543" y="2079590"/>
                    </a:lnTo>
                    <a:lnTo>
                      <a:pt x="1761543" y="2259540"/>
                    </a:lnTo>
                    <a:lnTo>
                      <a:pt x="1545519" y="2259540"/>
                    </a:lnTo>
                    <a:lnTo>
                      <a:pt x="1545519" y="2082482"/>
                    </a:lnTo>
                    <a:lnTo>
                      <a:pt x="1542678" y="2082482"/>
                    </a:lnTo>
                    <a:lnTo>
                      <a:pt x="1542678" y="2079589"/>
                    </a:lnTo>
                    <a:lnTo>
                      <a:pt x="1030691" y="2079589"/>
                    </a:lnTo>
                    <a:lnTo>
                      <a:pt x="1030691" y="1863565"/>
                    </a:lnTo>
                    <a:lnTo>
                      <a:pt x="1192537" y="1863565"/>
                    </a:lnTo>
                    <a:lnTo>
                      <a:pt x="1192537" y="1662900"/>
                    </a:lnTo>
                    <a:lnTo>
                      <a:pt x="1440000" y="1662900"/>
                    </a:lnTo>
                    <a:lnTo>
                      <a:pt x="1440000" y="1863565"/>
                    </a:lnTo>
                    <a:lnTo>
                      <a:pt x="1542678" y="1863565"/>
                    </a:lnTo>
                    <a:lnTo>
                      <a:pt x="1542678" y="1550030"/>
                    </a:lnTo>
                    <a:lnTo>
                      <a:pt x="1747452" y="1550030"/>
                    </a:lnTo>
                    <a:close/>
                    <a:moveTo>
                      <a:pt x="2802267" y="814725"/>
                    </a:moveTo>
                    <a:lnTo>
                      <a:pt x="3162307" y="814725"/>
                    </a:lnTo>
                    <a:lnTo>
                      <a:pt x="3162307" y="1174725"/>
                    </a:lnTo>
                    <a:lnTo>
                      <a:pt x="2802267" y="1174725"/>
                    </a:lnTo>
                    <a:close/>
                    <a:moveTo>
                      <a:pt x="884915" y="814725"/>
                    </a:moveTo>
                    <a:lnTo>
                      <a:pt x="1244955" y="814725"/>
                    </a:lnTo>
                    <a:lnTo>
                      <a:pt x="1244955" y="1174725"/>
                    </a:lnTo>
                    <a:lnTo>
                      <a:pt x="884915" y="1174725"/>
                    </a:lnTo>
                    <a:close/>
                    <a:moveTo>
                      <a:pt x="2691077" y="703515"/>
                    </a:moveTo>
                    <a:lnTo>
                      <a:pt x="2691077" y="1285935"/>
                    </a:lnTo>
                    <a:lnTo>
                      <a:pt x="3273497" y="1285935"/>
                    </a:lnTo>
                    <a:lnTo>
                      <a:pt x="3273497" y="703515"/>
                    </a:lnTo>
                    <a:close/>
                    <a:moveTo>
                      <a:pt x="773725" y="703515"/>
                    </a:moveTo>
                    <a:lnTo>
                      <a:pt x="773725" y="1285935"/>
                    </a:lnTo>
                    <a:lnTo>
                      <a:pt x="1356145" y="1285935"/>
                    </a:lnTo>
                    <a:lnTo>
                      <a:pt x="1356145" y="703515"/>
                    </a:lnTo>
                    <a:close/>
                    <a:moveTo>
                      <a:pt x="2531162" y="543600"/>
                    </a:moveTo>
                    <a:lnTo>
                      <a:pt x="3433412" y="543600"/>
                    </a:lnTo>
                    <a:lnTo>
                      <a:pt x="3433412" y="1445850"/>
                    </a:lnTo>
                    <a:lnTo>
                      <a:pt x="2531162" y="1445850"/>
                    </a:lnTo>
                    <a:close/>
                    <a:moveTo>
                      <a:pt x="613810" y="543600"/>
                    </a:moveTo>
                    <a:lnTo>
                      <a:pt x="1516060" y="543600"/>
                    </a:lnTo>
                    <a:lnTo>
                      <a:pt x="1516060" y="1445850"/>
                    </a:lnTo>
                    <a:lnTo>
                      <a:pt x="613810" y="1445850"/>
                    </a:lnTo>
                    <a:close/>
                    <a:moveTo>
                      <a:pt x="2088509" y="543244"/>
                    </a:moveTo>
                    <a:lnTo>
                      <a:pt x="2283187" y="543244"/>
                    </a:lnTo>
                    <a:lnTo>
                      <a:pt x="2283187" y="759268"/>
                    </a:lnTo>
                    <a:lnTo>
                      <a:pt x="2088509" y="759268"/>
                    </a:lnTo>
                    <a:close/>
                    <a:moveTo>
                      <a:pt x="1751276" y="543243"/>
                    </a:moveTo>
                    <a:lnTo>
                      <a:pt x="1967300" y="543243"/>
                    </a:lnTo>
                    <a:lnTo>
                      <a:pt x="1967300" y="986389"/>
                    </a:lnTo>
                    <a:lnTo>
                      <a:pt x="2119726" y="986389"/>
                    </a:lnTo>
                    <a:lnTo>
                      <a:pt x="2119726" y="986388"/>
                    </a:lnTo>
                    <a:lnTo>
                      <a:pt x="2335750" y="986388"/>
                    </a:lnTo>
                    <a:lnTo>
                      <a:pt x="2335750" y="1491348"/>
                    </a:lnTo>
                    <a:lnTo>
                      <a:pt x="2119726" y="1491348"/>
                    </a:lnTo>
                    <a:lnTo>
                      <a:pt x="2119726" y="1202413"/>
                    </a:lnTo>
                    <a:lnTo>
                      <a:pt x="1747396" y="1202413"/>
                    </a:lnTo>
                    <a:lnTo>
                      <a:pt x="1747396" y="986389"/>
                    </a:lnTo>
                    <a:lnTo>
                      <a:pt x="1751276" y="986389"/>
                    </a:lnTo>
                    <a:close/>
                    <a:moveTo>
                      <a:pt x="4409" y="5850"/>
                    </a:moveTo>
                    <a:lnTo>
                      <a:pt x="364409" y="5850"/>
                    </a:lnTo>
                    <a:lnTo>
                      <a:pt x="1444409" y="5850"/>
                    </a:lnTo>
                    <a:lnTo>
                      <a:pt x="1444409" y="365850"/>
                    </a:lnTo>
                    <a:lnTo>
                      <a:pt x="364409" y="365850"/>
                    </a:lnTo>
                    <a:lnTo>
                      <a:pt x="364409" y="1445850"/>
                    </a:lnTo>
                    <a:lnTo>
                      <a:pt x="4409" y="1445850"/>
                    </a:lnTo>
                    <a:lnTo>
                      <a:pt x="4409" y="365850"/>
                    </a:lnTo>
                    <a:close/>
                    <a:moveTo>
                      <a:pt x="2531162" y="0"/>
                    </a:moveTo>
                    <a:lnTo>
                      <a:pt x="3611162" y="0"/>
                    </a:lnTo>
                    <a:lnTo>
                      <a:pt x="3971162" y="0"/>
                    </a:lnTo>
                    <a:lnTo>
                      <a:pt x="3971162" y="360000"/>
                    </a:lnTo>
                    <a:lnTo>
                      <a:pt x="3971162" y="1440000"/>
                    </a:lnTo>
                    <a:lnTo>
                      <a:pt x="3611162" y="1440000"/>
                    </a:lnTo>
                    <a:lnTo>
                      <a:pt x="3611162" y="360000"/>
                    </a:lnTo>
                    <a:lnTo>
                      <a:pt x="2531162" y="36000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479" name="Google Shape;1479;p45"/>
              <p:cNvSpPr/>
              <p:nvPr/>
            </p:nvSpPr>
            <p:spPr>
              <a:xfrm>
                <a:off x="10999746" y="4139499"/>
                <a:ext cx="330940" cy="232884"/>
              </a:xfrm>
              <a:custGeom>
                <a:rect b="b" l="l" r="r" t="t"/>
                <a:pathLst>
                  <a:path extrusionOk="0" h="2736304" w="3888432">
                    <a:moveTo>
                      <a:pt x="1324542" y="1693069"/>
                    </a:moveTo>
                    <a:lnTo>
                      <a:pt x="1371242" y="1693069"/>
                    </a:lnTo>
                    <a:cubicBezTo>
                      <a:pt x="1385857" y="1693069"/>
                      <a:pt x="1397704" y="1704917"/>
                      <a:pt x="1397704" y="1719531"/>
                    </a:cubicBezTo>
                    <a:lnTo>
                      <a:pt x="1397704" y="1766231"/>
                    </a:lnTo>
                    <a:cubicBezTo>
                      <a:pt x="1397704" y="1780846"/>
                      <a:pt x="1385857" y="1792693"/>
                      <a:pt x="1371242" y="1792693"/>
                    </a:cubicBezTo>
                    <a:lnTo>
                      <a:pt x="1324542" y="1792693"/>
                    </a:lnTo>
                    <a:cubicBezTo>
                      <a:pt x="1309928" y="1792693"/>
                      <a:pt x="1298080" y="1780846"/>
                      <a:pt x="1298080" y="1766231"/>
                    </a:cubicBezTo>
                    <a:lnTo>
                      <a:pt x="1298080" y="1719531"/>
                    </a:lnTo>
                    <a:cubicBezTo>
                      <a:pt x="1298080" y="1704917"/>
                      <a:pt x="1309928" y="1693069"/>
                      <a:pt x="1324542" y="1693069"/>
                    </a:cubicBezTo>
                    <a:close/>
                    <a:moveTo>
                      <a:pt x="1174792" y="1693069"/>
                    </a:moveTo>
                    <a:lnTo>
                      <a:pt x="1221492" y="1693069"/>
                    </a:lnTo>
                    <a:cubicBezTo>
                      <a:pt x="1236107" y="1693069"/>
                      <a:pt x="1247954" y="1704917"/>
                      <a:pt x="1247954" y="1719531"/>
                    </a:cubicBezTo>
                    <a:lnTo>
                      <a:pt x="1247954" y="1766231"/>
                    </a:lnTo>
                    <a:cubicBezTo>
                      <a:pt x="1247954" y="1780846"/>
                      <a:pt x="1236107" y="1792693"/>
                      <a:pt x="1221492" y="1792693"/>
                    </a:cubicBezTo>
                    <a:lnTo>
                      <a:pt x="1174792" y="1792693"/>
                    </a:lnTo>
                    <a:cubicBezTo>
                      <a:pt x="1160178" y="1792693"/>
                      <a:pt x="1148330" y="1780846"/>
                      <a:pt x="1148330" y="1766231"/>
                    </a:cubicBezTo>
                    <a:lnTo>
                      <a:pt x="1148330" y="1719531"/>
                    </a:lnTo>
                    <a:cubicBezTo>
                      <a:pt x="1148330" y="1704917"/>
                      <a:pt x="1160178" y="1693069"/>
                      <a:pt x="1174792" y="1693069"/>
                    </a:cubicBezTo>
                    <a:close/>
                    <a:moveTo>
                      <a:pt x="1025670" y="1693069"/>
                    </a:moveTo>
                    <a:lnTo>
                      <a:pt x="1072369" y="1693069"/>
                    </a:lnTo>
                    <a:cubicBezTo>
                      <a:pt x="1086984" y="1693069"/>
                      <a:pt x="1098832" y="1704917"/>
                      <a:pt x="1098832" y="1719531"/>
                    </a:cubicBezTo>
                    <a:lnTo>
                      <a:pt x="1098832" y="1766231"/>
                    </a:lnTo>
                    <a:cubicBezTo>
                      <a:pt x="1098832" y="1780846"/>
                      <a:pt x="1086984" y="1792693"/>
                      <a:pt x="1072369" y="1792693"/>
                    </a:cubicBezTo>
                    <a:lnTo>
                      <a:pt x="1025670" y="1792693"/>
                    </a:lnTo>
                    <a:cubicBezTo>
                      <a:pt x="1011055" y="1792693"/>
                      <a:pt x="999207" y="1780846"/>
                      <a:pt x="999207" y="1766231"/>
                    </a:cubicBezTo>
                    <a:lnTo>
                      <a:pt x="999207" y="1719531"/>
                    </a:lnTo>
                    <a:cubicBezTo>
                      <a:pt x="999207" y="1704917"/>
                      <a:pt x="1011055" y="1693069"/>
                      <a:pt x="1025670" y="1693069"/>
                    </a:cubicBezTo>
                    <a:close/>
                    <a:moveTo>
                      <a:pt x="2538530" y="1609316"/>
                    </a:moveTo>
                    <a:lnTo>
                      <a:pt x="2133002" y="1939195"/>
                    </a:lnTo>
                    <a:lnTo>
                      <a:pt x="3272021" y="1939195"/>
                    </a:lnTo>
                    <a:lnTo>
                      <a:pt x="2866494" y="1609316"/>
                    </a:lnTo>
                    <a:close/>
                    <a:moveTo>
                      <a:pt x="1324542" y="1547147"/>
                    </a:moveTo>
                    <a:lnTo>
                      <a:pt x="1371242" y="1547147"/>
                    </a:lnTo>
                    <a:cubicBezTo>
                      <a:pt x="1385857" y="1547147"/>
                      <a:pt x="1397704" y="1558995"/>
                      <a:pt x="1397704" y="1573609"/>
                    </a:cubicBezTo>
                    <a:lnTo>
                      <a:pt x="1397704" y="1620309"/>
                    </a:lnTo>
                    <a:cubicBezTo>
                      <a:pt x="1397704" y="1634924"/>
                      <a:pt x="1385857" y="1646771"/>
                      <a:pt x="1371242" y="1646771"/>
                    </a:cubicBezTo>
                    <a:lnTo>
                      <a:pt x="1324542" y="1646771"/>
                    </a:lnTo>
                    <a:cubicBezTo>
                      <a:pt x="1309928" y="1646771"/>
                      <a:pt x="1298080" y="1634924"/>
                      <a:pt x="1298080" y="1620309"/>
                    </a:cubicBezTo>
                    <a:lnTo>
                      <a:pt x="1298080" y="1573609"/>
                    </a:lnTo>
                    <a:cubicBezTo>
                      <a:pt x="1298080" y="1558995"/>
                      <a:pt x="1309928" y="1547147"/>
                      <a:pt x="1324542" y="1547147"/>
                    </a:cubicBezTo>
                    <a:close/>
                    <a:moveTo>
                      <a:pt x="1174792" y="1547147"/>
                    </a:moveTo>
                    <a:lnTo>
                      <a:pt x="1221492" y="1547147"/>
                    </a:lnTo>
                    <a:cubicBezTo>
                      <a:pt x="1236107" y="1547147"/>
                      <a:pt x="1247954" y="1558995"/>
                      <a:pt x="1247954" y="1573609"/>
                    </a:cubicBezTo>
                    <a:lnTo>
                      <a:pt x="1247954" y="1620309"/>
                    </a:lnTo>
                    <a:cubicBezTo>
                      <a:pt x="1247954" y="1634924"/>
                      <a:pt x="1236107" y="1646771"/>
                      <a:pt x="1221492" y="1646771"/>
                    </a:cubicBezTo>
                    <a:lnTo>
                      <a:pt x="1174792" y="1646771"/>
                    </a:lnTo>
                    <a:cubicBezTo>
                      <a:pt x="1160178" y="1646771"/>
                      <a:pt x="1148330" y="1634924"/>
                      <a:pt x="1148330" y="1620309"/>
                    </a:cubicBezTo>
                    <a:lnTo>
                      <a:pt x="1148330" y="1573609"/>
                    </a:lnTo>
                    <a:cubicBezTo>
                      <a:pt x="1148330" y="1558995"/>
                      <a:pt x="1160178" y="1547147"/>
                      <a:pt x="1174792" y="1547147"/>
                    </a:cubicBezTo>
                    <a:close/>
                    <a:moveTo>
                      <a:pt x="1025670" y="1547147"/>
                    </a:moveTo>
                    <a:lnTo>
                      <a:pt x="1072369" y="1547147"/>
                    </a:lnTo>
                    <a:cubicBezTo>
                      <a:pt x="1086984" y="1547147"/>
                      <a:pt x="1098832" y="1558995"/>
                      <a:pt x="1098832" y="1573609"/>
                    </a:cubicBezTo>
                    <a:lnTo>
                      <a:pt x="1098832" y="1620309"/>
                    </a:lnTo>
                    <a:cubicBezTo>
                      <a:pt x="1098832" y="1634924"/>
                      <a:pt x="1086984" y="1646771"/>
                      <a:pt x="1072369" y="1646771"/>
                    </a:cubicBezTo>
                    <a:lnTo>
                      <a:pt x="1025670" y="1646771"/>
                    </a:lnTo>
                    <a:cubicBezTo>
                      <a:pt x="1011055" y="1646771"/>
                      <a:pt x="999207" y="1634924"/>
                      <a:pt x="999207" y="1620309"/>
                    </a:cubicBezTo>
                    <a:lnTo>
                      <a:pt x="999207" y="1573609"/>
                    </a:lnTo>
                    <a:cubicBezTo>
                      <a:pt x="999207" y="1558995"/>
                      <a:pt x="1011055" y="1547147"/>
                      <a:pt x="1025670" y="1547147"/>
                    </a:cubicBezTo>
                    <a:close/>
                    <a:moveTo>
                      <a:pt x="2504665" y="1505875"/>
                    </a:moveTo>
                    <a:cubicBezTo>
                      <a:pt x="2501347" y="1505875"/>
                      <a:pt x="2498657" y="1508565"/>
                      <a:pt x="2498657" y="1511883"/>
                    </a:cubicBezTo>
                    <a:lnTo>
                      <a:pt x="2498657" y="1535912"/>
                    </a:lnTo>
                    <a:cubicBezTo>
                      <a:pt x="2498657" y="1539230"/>
                      <a:pt x="2501347" y="1541920"/>
                      <a:pt x="2504665" y="1541920"/>
                    </a:cubicBezTo>
                    <a:lnTo>
                      <a:pt x="2893211" y="1541920"/>
                    </a:lnTo>
                    <a:cubicBezTo>
                      <a:pt x="2896529" y="1541920"/>
                      <a:pt x="2899219" y="1539230"/>
                      <a:pt x="2899219" y="1535912"/>
                    </a:cubicBezTo>
                    <a:lnTo>
                      <a:pt x="2899219" y="1511883"/>
                    </a:lnTo>
                    <a:cubicBezTo>
                      <a:pt x="2899219" y="1508565"/>
                      <a:pt x="2896529" y="1505875"/>
                      <a:pt x="2893211" y="1505875"/>
                    </a:cubicBezTo>
                    <a:close/>
                    <a:moveTo>
                      <a:pt x="2504665" y="1422733"/>
                    </a:moveTo>
                    <a:cubicBezTo>
                      <a:pt x="2501347" y="1422733"/>
                      <a:pt x="2498657" y="1425422"/>
                      <a:pt x="2498657" y="1428740"/>
                    </a:cubicBezTo>
                    <a:lnTo>
                      <a:pt x="2498657" y="1452770"/>
                    </a:lnTo>
                    <a:cubicBezTo>
                      <a:pt x="2498657" y="1456088"/>
                      <a:pt x="2501347" y="1458777"/>
                      <a:pt x="2504665" y="1458777"/>
                    </a:cubicBezTo>
                    <a:lnTo>
                      <a:pt x="2893211" y="1458777"/>
                    </a:lnTo>
                    <a:cubicBezTo>
                      <a:pt x="2896529" y="1458777"/>
                      <a:pt x="2899219" y="1456088"/>
                      <a:pt x="2899219" y="1452770"/>
                    </a:cubicBezTo>
                    <a:lnTo>
                      <a:pt x="2899219" y="1428740"/>
                    </a:lnTo>
                    <a:cubicBezTo>
                      <a:pt x="2899219" y="1425422"/>
                      <a:pt x="2896529" y="1422733"/>
                      <a:pt x="2893211" y="1422733"/>
                    </a:cubicBezTo>
                    <a:close/>
                    <a:moveTo>
                      <a:pt x="1324542" y="1401225"/>
                    </a:moveTo>
                    <a:lnTo>
                      <a:pt x="1371242" y="1401225"/>
                    </a:lnTo>
                    <a:cubicBezTo>
                      <a:pt x="1385857" y="1401225"/>
                      <a:pt x="1397704" y="1413073"/>
                      <a:pt x="1397704" y="1427687"/>
                    </a:cubicBezTo>
                    <a:lnTo>
                      <a:pt x="1397704" y="1474387"/>
                    </a:lnTo>
                    <a:cubicBezTo>
                      <a:pt x="1397704" y="1489001"/>
                      <a:pt x="1385857" y="1500849"/>
                      <a:pt x="1371242" y="1500849"/>
                    </a:cubicBezTo>
                    <a:lnTo>
                      <a:pt x="1324542" y="1500849"/>
                    </a:lnTo>
                    <a:cubicBezTo>
                      <a:pt x="1309928" y="1500849"/>
                      <a:pt x="1298080" y="1489001"/>
                      <a:pt x="1298080" y="1474387"/>
                    </a:cubicBezTo>
                    <a:lnTo>
                      <a:pt x="1298080" y="1427687"/>
                    </a:lnTo>
                    <a:cubicBezTo>
                      <a:pt x="1298080" y="1413073"/>
                      <a:pt x="1309928" y="1401225"/>
                      <a:pt x="1324542" y="1401225"/>
                    </a:cubicBezTo>
                    <a:close/>
                    <a:moveTo>
                      <a:pt x="1174792" y="1401225"/>
                    </a:moveTo>
                    <a:lnTo>
                      <a:pt x="1221492" y="1401225"/>
                    </a:lnTo>
                    <a:cubicBezTo>
                      <a:pt x="1236107" y="1401225"/>
                      <a:pt x="1247954" y="1413073"/>
                      <a:pt x="1247954" y="1427687"/>
                    </a:cubicBezTo>
                    <a:lnTo>
                      <a:pt x="1247954" y="1474387"/>
                    </a:lnTo>
                    <a:cubicBezTo>
                      <a:pt x="1247954" y="1489001"/>
                      <a:pt x="1236107" y="1500849"/>
                      <a:pt x="1221492" y="1500849"/>
                    </a:cubicBezTo>
                    <a:lnTo>
                      <a:pt x="1174792" y="1500849"/>
                    </a:lnTo>
                    <a:cubicBezTo>
                      <a:pt x="1160178" y="1500849"/>
                      <a:pt x="1148330" y="1489001"/>
                      <a:pt x="1148330" y="1474387"/>
                    </a:cubicBezTo>
                    <a:lnTo>
                      <a:pt x="1148330" y="1427687"/>
                    </a:lnTo>
                    <a:cubicBezTo>
                      <a:pt x="1148330" y="1413073"/>
                      <a:pt x="1160178" y="1401225"/>
                      <a:pt x="1174792" y="1401225"/>
                    </a:cubicBezTo>
                    <a:close/>
                    <a:moveTo>
                      <a:pt x="1025670" y="1401225"/>
                    </a:moveTo>
                    <a:lnTo>
                      <a:pt x="1072369" y="1401225"/>
                    </a:lnTo>
                    <a:cubicBezTo>
                      <a:pt x="1086984" y="1401225"/>
                      <a:pt x="1098832" y="1413073"/>
                      <a:pt x="1098832" y="1427687"/>
                    </a:cubicBezTo>
                    <a:lnTo>
                      <a:pt x="1098832" y="1474387"/>
                    </a:lnTo>
                    <a:cubicBezTo>
                      <a:pt x="1098832" y="1489001"/>
                      <a:pt x="1086984" y="1500849"/>
                      <a:pt x="1072369" y="1500849"/>
                    </a:cubicBezTo>
                    <a:lnTo>
                      <a:pt x="1025670" y="1500849"/>
                    </a:lnTo>
                    <a:cubicBezTo>
                      <a:pt x="1011055" y="1500849"/>
                      <a:pt x="999207" y="1489001"/>
                      <a:pt x="999207" y="1474387"/>
                    </a:cubicBezTo>
                    <a:lnTo>
                      <a:pt x="999207" y="1427687"/>
                    </a:lnTo>
                    <a:cubicBezTo>
                      <a:pt x="999207" y="1413073"/>
                      <a:pt x="1011055" y="1401225"/>
                      <a:pt x="1025670" y="1401225"/>
                    </a:cubicBezTo>
                    <a:close/>
                    <a:moveTo>
                      <a:pt x="2504665" y="1339590"/>
                    </a:moveTo>
                    <a:cubicBezTo>
                      <a:pt x="2501347" y="1339590"/>
                      <a:pt x="2498657" y="1342280"/>
                      <a:pt x="2498657" y="1345598"/>
                    </a:cubicBezTo>
                    <a:lnTo>
                      <a:pt x="2498657" y="1369628"/>
                    </a:lnTo>
                    <a:cubicBezTo>
                      <a:pt x="2498657" y="1372945"/>
                      <a:pt x="2501347" y="1375635"/>
                      <a:pt x="2504665" y="1375635"/>
                    </a:cubicBezTo>
                    <a:lnTo>
                      <a:pt x="2893211" y="1375635"/>
                    </a:lnTo>
                    <a:cubicBezTo>
                      <a:pt x="2896529" y="1375635"/>
                      <a:pt x="2899219" y="1372945"/>
                      <a:pt x="2899219" y="1369628"/>
                    </a:cubicBezTo>
                    <a:lnTo>
                      <a:pt x="2899219" y="1345598"/>
                    </a:lnTo>
                    <a:cubicBezTo>
                      <a:pt x="2899219" y="1342280"/>
                      <a:pt x="2896529" y="1339590"/>
                      <a:pt x="2893211" y="1339590"/>
                    </a:cubicBezTo>
                    <a:close/>
                    <a:moveTo>
                      <a:pt x="2088232" y="1285358"/>
                    </a:moveTo>
                    <a:lnTo>
                      <a:pt x="2088232" y="1938513"/>
                    </a:lnTo>
                    <a:lnTo>
                      <a:pt x="2504773" y="1611936"/>
                    </a:lnTo>
                    <a:close/>
                    <a:moveTo>
                      <a:pt x="3314199" y="1280118"/>
                    </a:moveTo>
                    <a:lnTo>
                      <a:pt x="2897658" y="1608841"/>
                    </a:lnTo>
                    <a:lnTo>
                      <a:pt x="3314199" y="1937564"/>
                    </a:lnTo>
                    <a:close/>
                    <a:moveTo>
                      <a:pt x="1527230" y="1221901"/>
                    </a:moveTo>
                    <a:cubicBezTo>
                      <a:pt x="1521727" y="1221901"/>
                      <a:pt x="1517267" y="1226362"/>
                      <a:pt x="1517267" y="1231864"/>
                    </a:cubicBezTo>
                    <a:lnTo>
                      <a:pt x="1517267" y="1271713"/>
                    </a:lnTo>
                    <a:cubicBezTo>
                      <a:pt x="1517267" y="1277215"/>
                      <a:pt x="1521727" y="1281676"/>
                      <a:pt x="1527230" y="1281676"/>
                    </a:cubicBezTo>
                    <a:lnTo>
                      <a:pt x="1732319" y="1281676"/>
                    </a:lnTo>
                    <a:cubicBezTo>
                      <a:pt x="1737821" y="1281676"/>
                      <a:pt x="1742281" y="1277215"/>
                      <a:pt x="1742281" y="1271713"/>
                    </a:cubicBezTo>
                    <a:lnTo>
                      <a:pt x="1742281" y="1231864"/>
                    </a:lnTo>
                    <a:cubicBezTo>
                      <a:pt x="1742281" y="1226362"/>
                      <a:pt x="1737821" y="1221901"/>
                      <a:pt x="1732319" y="1221901"/>
                    </a:cubicBezTo>
                    <a:close/>
                    <a:moveTo>
                      <a:pt x="666834" y="1221901"/>
                    </a:moveTo>
                    <a:cubicBezTo>
                      <a:pt x="661332" y="1221901"/>
                      <a:pt x="656871" y="1226362"/>
                      <a:pt x="656871" y="1231864"/>
                    </a:cubicBezTo>
                    <a:lnTo>
                      <a:pt x="656871" y="1271713"/>
                    </a:lnTo>
                    <a:cubicBezTo>
                      <a:pt x="656871" y="1277215"/>
                      <a:pt x="661332" y="1281676"/>
                      <a:pt x="666834" y="1281676"/>
                    </a:cubicBezTo>
                    <a:lnTo>
                      <a:pt x="871923" y="1281676"/>
                    </a:lnTo>
                    <a:cubicBezTo>
                      <a:pt x="877425" y="1281676"/>
                      <a:pt x="881885" y="1277215"/>
                      <a:pt x="881885" y="1271713"/>
                    </a:cubicBezTo>
                    <a:lnTo>
                      <a:pt x="881885" y="1231864"/>
                    </a:lnTo>
                    <a:cubicBezTo>
                      <a:pt x="881885" y="1226362"/>
                      <a:pt x="877425" y="1221901"/>
                      <a:pt x="871923" y="1221901"/>
                    </a:cubicBezTo>
                    <a:close/>
                    <a:moveTo>
                      <a:pt x="1052149" y="1111644"/>
                    </a:moveTo>
                    <a:cubicBezTo>
                      <a:pt x="1044919" y="1111644"/>
                      <a:pt x="1039057" y="1117506"/>
                      <a:pt x="1039057" y="1124736"/>
                    </a:cubicBezTo>
                    <a:lnTo>
                      <a:pt x="1039057" y="1168203"/>
                    </a:lnTo>
                    <a:lnTo>
                      <a:pt x="1009466" y="1168203"/>
                    </a:lnTo>
                    <a:cubicBezTo>
                      <a:pt x="969193" y="1174775"/>
                      <a:pt x="956437" y="1243393"/>
                      <a:pt x="940007" y="1277093"/>
                    </a:cubicBezTo>
                    <a:cubicBezTo>
                      <a:pt x="776268" y="1309492"/>
                      <a:pt x="775043" y="1328679"/>
                      <a:pt x="736793" y="1421744"/>
                    </a:cubicBezTo>
                    <a:lnTo>
                      <a:pt x="648072" y="1812480"/>
                    </a:lnTo>
                    <a:cubicBezTo>
                      <a:pt x="648072" y="1882463"/>
                      <a:pt x="704805" y="1939195"/>
                      <a:pt x="774788" y="1939195"/>
                    </a:cubicBezTo>
                    <a:lnTo>
                      <a:pt x="1183772" y="1939195"/>
                    </a:lnTo>
                    <a:lnTo>
                      <a:pt x="1198456" y="1939195"/>
                    </a:lnTo>
                    <a:lnTo>
                      <a:pt x="1607440" y="1939195"/>
                    </a:lnTo>
                    <a:cubicBezTo>
                      <a:pt x="1677423" y="1939195"/>
                      <a:pt x="1734156" y="1882463"/>
                      <a:pt x="1734156" y="1812480"/>
                    </a:cubicBezTo>
                    <a:lnTo>
                      <a:pt x="1645435" y="1421744"/>
                    </a:lnTo>
                    <a:cubicBezTo>
                      <a:pt x="1607185" y="1328679"/>
                      <a:pt x="1605960" y="1309492"/>
                      <a:pt x="1442221" y="1277093"/>
                    </a:cubicBezTo>
                    <a:cubicBezTo>
                      <a:pt x="1425791" y="1243393"/>
                      <a:pt x="1413035" y="1174775"/>
                      <a:pt x="1372762" y="1168203"/>
                    </a:cubicBezTo>
                    <a:lnTo>
                      <a:pt x="1357854" y="1168203"/>
                    </a:lnTo>
                    <a:lnTo>
                      <a:pt x="1357854" y="1124736"/>
                    </a:lnTo>
                    <a:cubicBezTo>
                      <a:pt x="1357854" y="1117506"/>
                      <a:pt x="1351993" y="1111644"/>
                      <a:pt x="1344762" y="1111644"/>
                    </a:cubicBezTo>
                    <a:lnTo>
                      <a:pt x="1268702" y="1111644"/>
                    </a:lnTo>
                    <a:cubicBezTo>
                      <a:pt x="1261471" y="1111644"/>
                      <a:pt x="1255610" y="1117506"/>
                      <a:pt x="1255610" y="1124736"/>
                    </a:cubicBezTo>
                    <a:lnTo>
                      <a:pt x="1255610" y="1168203"/>
                    </a:lnTo>
                    <a:lnTo>
                      <a:pt x="1198456" y="1168203"/>
                    </a:lnTo>
                    <a:lnTo>
                      <a:pt x="1183772" y="1168203"/>
                    </a:lnTo>
                    <a:lnTo>
                      <a:pt x="1141302" y="1168203"/>
                    </a:lnTo>
                    <a:lnTo>
                      <a:pt x="1141302" y="1124736"/>
                    </a:lnTo>
                    <a:cubicBezTo>
                      <a:pt x="1141302" y="1117506"/>
                      <a:pt x="1135440" y="1111644"/>
                      <a:pt x="1128210" y="1111644"/>
                    </a:cubicBezTo>
                    <a:close/>
                    <a:moveTo>
                      <a:pt x="2705133" y="840243"/>
                    </a:moveTo>
                    <a:lnTo>
                      <a:pt x="2088233" y="1255464"/>
                    </a:lnTo>
                    <a:lnTo>
                      <a:pt x="2299068" y="1414858"/>
                    </a:lnTo>
                    <a:lnTo>
                      <a:pt x="2299068" y="1228076"/>
                    </a:lnTo>
                    <a:lnTo>
                      <a:pt x="3108494" y="1228076"/>
                    </a:lnTo>
                    <a:lnTo>
                      <a:pt x="3108494" y="1416902"/>
                    </a:lnTo>
                    <a:lnTo>
                      <a:pt x="3322033" y="1255464"/>
                    </a:lnTo>
                    <a:lnTo>
                      <a:pt x="3322033" y="1255464"/>
                    </a:lnTo>
                    <a:close/>
                    <a:moveTo>
                      <a:pt x="1195706" y="835207"/>
                    </a:moveTo>
                    <a:lnTo>
                      <a:pt x="1195706" y="835221"/>
                    </a:lnTo>
                    <a:cubicBezTo>
                      <a:pt x="866618" y="834160"/>
                      <a:pt x="692194" y="969423"/>
                      <a:pt x="665970" y="1132153"/>
                    </a:cubicBezTo>
                    <a:cubicBezTo>
                      <a:pt x="665970" y="1145595"/>
                      <a:pt x="659622" y="1181725"/>
                      <a:pt x="663418" y="1194550"/>
                    </a:cubicBezTo>
                    <a:lnTo>
                      <a:pt x="878440" y="1194550"/>
                    </a:lnTo>
                    <a:cubicBezTo>
                      <a:pt x="887485" y="1007425"/>
                      <a:pt x="1085027" y="1006045"/>
                      <a:pt x="1195706" y="1007712"/>
                    </a:cubicBezTo>
                    <a:lnTo>
                      <a:pt x="1195706" y="1007714"/>
                    </a:lnTo>
                    <a:cubicBezTo>
                      <a:pt x="1195809" y="1007712"/>
                      <a:pt x="1195911" y="1007710"/>
                      <a:pt x="1196014" y="1007712"/>
                    </a:cubicBezTo>
                    <a:lnTo>
                      <a:pt x="1196322" y="1007714"/>
                    </a:lnTo>
                    <a:lnTo>
                      <a:pt x="1196322" y="1007712"/>
                    </a:lnTo>
                    <a:cubicBezTo>
                      <a:pt x="1307001" y="1006045"/>
                      <a:pt x="1504542" y="1007425"/>
                      <a:pt x="1513587" y="1194550"/>
                    </a:cubicBezTo>
                    <a:lnTo>
                      <a:pt x="1728609" y="1194550"/>
                    </a:lnTo>
                    <a:cubicBezTo>
                      <a:pt x="1732405" y="1181725"/>
                      <a:pt x="1726057" y="1145595"/>
                      <a:pt x="1726057" y="1132153"/>
                    </a:cubicBezTo>
                    <a:cubicBezTo>
                      <a:pt x="1699834" y="969423"/>
                      <a:pt x="1525410" y="834160"/>
                      <a:pt x="1196322" y="835221"/>
                    </a:cubicBezTo>
                    <a:lnTo>
                      <a:pt x="1196322" y="835207"/>
                    </a:lnTo>
                    <a:cubicBezTo>
                      <a:pt x="1196219" y="835207"/>
                      <a:pt x="1196117" y="835206"/>
                      <a:pt x="1196014" y="835214"/>
                    </a:cubicBezTo>
                    <a:close/>
                    <a:moveTo>
                      <a:pt x="713043" y="263029"/>
                    </a:moveTo>
                    <a:lnTo>
                      <a:pt x="3158596" y="263029"/>
                    </a:lnTo>
                    <a:cubicBezTo>
                      <a:pt x="3365555" y="263029"/>
                      <a:pt x="3533328" y="430802"/>
                      <a:pt x="3533328" y="637761"/>
                    </a:cubicBezTo>
                    <a:lnTo>
                      <a:pt x="3533328" y="2136642"/>
                    </a:lnTo>
                    <a:cubicBezTo>
                      <a:pt x="3533328" y="2343601"/>
                      <a:pt x="3365555" y="2511374"/>
                      <a:pt x="3158596" y="2511374"/>
                    </a:cubicBezTo>
                    <a:lnTo>
                      <a:pt x="713043" y="2511374"/>
                    </a:lnTo>
                    <a:cubicBezTo>
                      <a:pt x="506084" y="2511374"/>
                      <a:pt x="338311" y="2343601"/>
                      <a:pt x="338311" y="2136642"/>
                    </a:cubicBezTo>
                    <a:lnTo>
                      <a:pt x="338311" y="637761"/>
                    </a:lnTo>
                    <a:cubicBezTo>
                      <a:pt x="338311" y="430802"/>
                      <a:pt x="506084" y="263029"/>
                      <a:pt x="713043" y="263029"/>
                    </a:cubicBezTo>
                    <a:close/>
                    <a:moveTo>
                      <a:pt x="593824" y="142875"/>
                    </a:moveTo>
                    <a:cubicBezTo>
                      <a:pt x="365814" y="142875"/>
                      <a:pt x="180975" y="327714"/>
                      <a:pt x="180975" y="555724"/>
                    </a:cubicBezTo>
                    <a:lnTo>
                      <a:pt x="180975" y="2207068"/>
                    </a:lnTo>
                    <a:cubicBezTo>
                      <a:pt x="180975" y="2435078"/>
                      <a:pt x="365814" y="2619917"/>
                      <a:pt x="593824" y="2619917"/>
                    </a:cubicBezTo>
                    <a:lnTo>
                      <a:pt x="3288134" y="2619917"/>
                    </a:lnTo>
                    <a:cubicBezTo>
                      <a:pt x="3516144" y="2619917"/>
                      <a:pt x="3700983" y="2435078"/>
                      <a:pt x="3700983" y="2207068"/>
                    </a:cubicBezTo>
                    <a:lnTo>
                      <a:pt x="3700983" y="555724"/>
                    </a:lnTo>
                    <a:cubicBezTo>
                      <a:pt x="3700983" y="327714"/>
                      <a:pt x="3516144" y="142875"/>
                      <a:pt x="3288134" y="142875"/>
                    </a:cubicBezTo>
                    <a:close/>
                    <a:moveTo>
                      <a:pt x="456060" y="0"/>
                    </a:moveTo>
                    <a:lnTo>
                      <a:pt x="3432372" y="0"/>
                    </a:lnTo>
                    <a:cubicBezTo>
                      <a:pt x="3684247" y="0"/>
                      <a:pt x="3888432" y="204185"/>
                      <a:pt x="3888432" y="456060"/>
                    </a:cubicBezTo>
                    <a:lnTo>
                      <a:pt x="3888432" y="2280244"/>
                    </a:lnTo>
                    <a:cubicBezTo>
                      <a:pt x="3888432" y="2532119"/>
                      <a:pt x="3684247" y="2736304"/>
                      <a:pt x="3432372" y="2736304"/>
                    </a:cubicBezTo>
                    <a:lnTo>
                      <a:pt x="456060" y="2736304"/>
                    </a:lnTo>
                    <a:cubicBezTo>
                      <a:pt x="204185" y="2736304"/>
                      <a:pt x="0" y="2532119"/>
                      <a:pt x="0" y="2280244"/>
                    </a:cubicBezTo>
                    <a:lnTo>
                      <a:pt x="0" y="456060"/>
                    </a:lnTo>
                    <a:cubicBezTo>
                      <a:pt x="0" y="204185"/>
                      <a:pt x="204185" y="0"/>
                      <a:pt x="456060"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480" name="Google Shape;1480;p45"/>
              <p:cNvSpPr/>
              <p:nvPr/>
            </p:nvSpPr>
            <p:spPr>
              <a:xfrm>
                <a:off x="9698244" y="5398653"/>
                <a:ext cx="300703" cy="366439"/>
              </a:xfrm>
              <a:custGeom>
                <a:rect b="b" l="l" r="r" t="t"/>
                <a:pathLst>
                  <a:path extrusionOk="0" h="3949460" w="3240944">
                    <a:moveTo>
                      <a:pt x="2411668" y="919204"/>
                    </a:moveTo>
                    <a:cubicBezTo>
                      <a:pt x="2652037" y="921566"/>
                      <a:pt x="2997179" y="1088232"/>
                      <a:pt x="3147060" y="1333480"/>
                    </a:cubicBezTo>
                    <a:cubicBezTo>
                      <a:pt x="2837519" y="1559133"/>
                      <a:pt x="2713715" y="1818123"/>
                      <a:pt x="2716116" y="2148550"/>
                    </a:cubicBezTo>
                    <a:cubicBezTo>
                      <a:pt x="2724370" y="2506677"/>
                      <a:pt x="2937416" y="2788602"/>
                      <a:pt x="3240944" y="2908604"/>
                    </a:cubicBezTo>
                    <a:cubicBezTo>
                      <a:pt x="3111039" y="3296832"/>
                      <a:pt x="2835874" y="3920800"/>
                      <a:pt x="2360688" y="3949460"/>
                    </a:cubicBezTo>
                    <a:cubicBezTo>
                      <a:pt x="2104982" y="3948826"/>
                      <a:pt x="1887379" y="3871989"/>
                      <a:pt x="1655487" y="3790391"/>
                    </a:cubicBezTo>
                    <a:cubicBezTo>
                      <a:pt x="1465920" y="3881513"/>
                      <a:pt x="1178719" y="3984543"/>
                      <a:pt x="936764" y="3932790"/>
                    </a:cubicBezTo>
                    <a:cubicBezTo>
                      <a:pt x="634032" y="3867349"/>
                      <a:pt x="33306" y="3304229"/>
                      <a:pt x="0" y="2002921"/>
                    </a:cubicBezTo>
                    <a:cubicBezTo>
                      <a:pt x="5122" y="1625861"/>
                      <a:pt x="224231" y="988116"/>
                      <a:pt x="1004287" y="951010"/>
                    </a:cubicBezTo>
                    <a:cubicBezTo>
                      <a:pt x="1237754" y="955627"/>
                      <a:pt x="1430737" y="1013358"/>
                      <a:pt x="1654678" y="1150601"/>
                    </a:cubicBezTo>
                    <a:cubicBezTo>
                      <a:pt x="1907007" y="1025844"/>
                      <a:pt x="2042657" y="934423"/>
                      <a:pt x="2411668" y="919204"/>
                    </a:cubicBezTo>
                    <a:close/>
                    <a:moveTo>
                      <a:pt x="2423572" y="0"/>
                    </a:moveTo>
                    <a:cubicBezTo>
                      <a:pt x="2449670" y="236641"/>
                      <a:pt x="2449574" y="370890"/>
                      <a:pt x="2275646" y="605149"/>
                    </a:cubicBezTo>
                    <a:cubicBezTo>
                      <a:pt x="2098536" y="787863"/>
                      <a:pt x="1909519" y="903902"/>
                      <a:pt x="1627634" y="908022"/>
                    </a:cubicBezTo>
                    <a:cubicBezTo>
                      <a:pt x="1601565" y="662380"/>
                      <a:pt x="1689794" y="371496"/>
                      <a:pt x="1823269" y="256823"/>
                    </a:cubicBezTo>
                    <a:cubicBezTo>
                      <a:pt x="1945582" y="131527"/>
                      <a:pt x="2156003" y="39571"/>
                      <a:pt x="2423572" y="0"/>
                    </a:cubicBez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481" name="Google Shape;1481;p45"/>
              <p:cNvSpPr/>
              <p:nvPr/>
            </p:nvSpPr>
            <p:spPr>
              <a:xfrm>
                <a:off x="7800500" y="2582839"/>
                <a:ext cx="300170" cy="347427"/>
              </a:xfrm>
              <a:custGeom>
                <a:rect b="b" l="l" r="r" t="t"/>
                <a:pathLst>
                  <a:path extrusionOk="0" h="3842533" w="3319870">
                    <a:moveTo>
                      <a:pt x="579936" y="1296382"/>
                    </a:moveTo>
                    <a:lnTo>
                      <a:pt x="2739936" y="1296382"/>
                    </a:lnTo>
                    <a:lnTo>
                      <a:pt x="2739936" y="2796543"/>
                    </a:lnTo>
                    <a:cubicBezTo>
                      <a:pt x="2739936" y="2962250"/>
                      <a:pt x="2605604" y="3096582"/>
                      <a:pt x="2439897" y="3096582"/>
                    </a:cubicBezTo>
                    <a:lnTo>
                      <a:pt x="2272003" y="3096582"/>
                    </a:lnTo>
                    <a:lnTo>
                      <a:pt x="2272003" y="3590505"/>
                    </a:lnTo>
                    <a:cubicBezTo>
                      <a:pt x="2272003" y="3729696"/>
                      <a:pt x="2159166" y="3842533"/>
                      <a:pt x="2019975" y="3842533"/>
                    </a:cubicBezTo>
                    <a:cubicBezTo>
                      <a:pt x="1880784" y="3842533"/>
                      <a:pt x="1767947" y="3729696"/>
                      <a:pt x="1767947" y="3590505"/>
                    </a:cubicBezTo>
                    <a:lnTo>
                      <a:pt x="1767947" y="3096582"/>
                    </a:lnTo>
                    <a:lnTo>
                      <a:pt x="1492066" y="3096582"/>
                    </a:lnTo>
                    <a:lnTo>
                      <a:pt x="1492066" y="3590505"/>
                    </a:lnTo>
                    <a:cubicBezTo>
                      <a:pt x="1492066" y="3729696"/>
                      <a:pt x="1379229" y="3842533"/>
                      <a:pt x="1240038" y="3842533"/>
                    </a:cubicBezTo>
                    <a:cubicBezTo>
                      <a:pt x="1100847" y="3842533"/>
                      <a:pt x="988010" y="3729696"/>
                      <a:pt x="988010" y="3590505"/>
                    </a:cubicBezTo>
                    <a:lnTo>
                      <a:pt x="988010" y="3096582"/>
                    </a:lnTo>
                    <a:lnTo>
                      <a:pt x="879975" y="3096582"/>
                    </a:lnTo>
                    <a:cubicBezTo>
                      <a:pt x="714268" y="3096582"/>
                      <a:pt x="579936" y="2962250"/>
                      <a:pt x="579936" y="2796543"/>
                    </a:cubicBezTo>
                    <a:close/>
                    <a:moveTo>
                      <a:pt x="3067842" y="1281925"/>
                    </a:moveTo>
                    <a:cubicBezTo>
                      <a:pt x="3207033" y="1281925"/>
                      <a:pt x="3319870" y="1394762"/>
                      <a:pt x="3319870" y="1533953"/>
                    </a:cubicBezTo>
                    <a:lnTo>
                      <a:pt x="3319870" y="2505897"/>
                    </a:lnTo>
                    <a:cubicBezTo>
                      <a:pt x="3319870" y="2645088"/>
                      <a:pt x="3207033" y="2757925"/>
                      <a:pt x="3067842" y="2757925"/>
                    </a:cubicBezTo>
                    <a:cubicBezTo>
                      <a:pt x="2928651" y="2757925"/>
                      <a:pt x="2815814" y="2645088"/>
                      <a:pt x="2815814" y="2505897"/>
                    </a:cubicBezTo>
                    <a:lnTo>
                      <a:pt x="2815814" y="1533953"/>
                    </a:lnTo>
                    <a:cubicBezTo>
                      <a:pt x="2815814" y="1394762"/>
                      <a:pt x="2928651" y="1281925"/>
                      <a:pt x="3067842" y="1281925"/>
                    </a:cubicBezTo>
                    <a:close/>
                    <a:moveTo>
                      <a:pt x="252028" y="1281925"/>
                    </a:moveTo>
                    <a:cubicBezTo>
                      <a:pt x="391219" y="1281925"/>
                      <a:pt x="504056" y="1394762"/>
                      <a:pt x="504056" y="1533953"/>
                    </a:cubicBezTo>
                    <a:lnTo>
                      <a:pt x="504056" y="2505897"/>
                    </a:lnTo>
                    <a:cubicBezTo>
                      <a:pt x="504056" y="2645088"/>
                      <a:pt x="391219" y="2757925"/>
                      <a:pt x="252028" y="2757925"/>
                    </a:cubicBezTo>
                    <a:cubicBezTo>
                      <a:pt x="112837" y="2757925"/>
                      <a:pt x="0" y="2645088"/>
                      <a:pt x="0" y="2505897"/>
                    </a:cubicBezTo>
                    <a:lnTo>
                      <a:pt x="0" y="1533953"/>
                    </a:lnTo>
                    <a:cubicBezTo>
                      <a:pt x="0" y="1394762"/>
                      <a:pt x="112837" y="1281925"/>
                      <a:pt x="252028" y="1281925"/>
                    </a:cubicBezTo>
                    <a:close/>
                    <a:moveTo>
                      <a:pt x="2134062" y="558521"/>
                    </a:moveTo>
                    <a:cubicBezTo>
                      <a:pt x="2073373" y="558521"/>
                      <a:pt x="2024174" y="607720"/>
                      <a:pt x="2024174" y="668409"/>
                    </a:cubicBezTo>
                    <a:cubicBezTo>
                      <a:pt x="2024174" y="729098"/>
                      <a:pt x="2073373" y="778297"/>
                      <a:pt x="2134062" y="778297"/>
                    </a:cubicBezTo>
                    <a:cubicBezTo>
                      <a:pt x="2194751" y="778297"/>
                      <a:pt x="2243950" y="729098"/>
                      <a:pt x="2243950" y="668409"/>
                    </a:cubicBezTo>
                    <a:cubicBezTo>
                      <a:pt x="2243950" y="607720"/>
                      <a:pt x="2194751" y="558521"/>
                      <a:pt x="2134062" y="558521"/>
                    </a:cubicBezTo>
                    <a:close/>
                    <a:moveTo>
                      <a:pt x="1177409" y="558521"/>
                    </a:moveTo>
                    <a:cubicBezTo>
                      <a:pt x="1116720" y="558521"/>
                      <a:pt x="1067521" y="607720"/>
                      <a:pt x="1067521" y="668409"/>
                    </a:cubicBezTo>
                    <a:cubicBezTo>
                      <a:pt x="1067521" y="729098"/>
                      <a:pt x="1116720" y="778297"/>
                      <a:pt x="1177409" y="778297"/>
                    </a:cubicBezTo>
                    <a:cubicBezTo>
                      <a:pt x="1238098" y="778297"/>
                      <a:pt x="1287297" y="729098"/>
                      <a:pt x="1287297" y="668409"/>
                    </a:cubicBezTo>
                    <a:cubicBezTo>
                      <a:pt x="1287297" y="607720"/>
                      <a:pt x="1238098" y="558521"/>
                      <a:pt x="1177409" y="558521"/>
                    </a:cubicBezTo>
                    <a:close/>
                    <a:moveTo>
                      <a:pt x="1041854" y="0"/>
                    </a:moveTo>
                    <a:lnTo>
                      <a:pt x="1215617" y="300965"/>
                    </a:lnTo>
                    <a:cubicBezTo>
                      <a:pt x="1350827" y="238508"/>
                      <a:pt x="1501239" y="204386"/>
                      <a:pt x="1659158" y="204272"/>
                    </a:cubicBezTo>
                    <a:cubicBezTo>
                      <a:pt x="1823689" y="204153"/>
                      <a:pt x="1980124" y="240963"/>
                      <a:pt x="2119837" y="308065"/>
                    </a:cubicBezTo>
                    <a:lnTo>
                      <a:pt x="2297698" y="0"/>
                    </a:lnTo>
                    <a:lnTo>
                      <a:pt x="2391229" y="54000"/>
                    </a:lnTo>
                    <a:lnTo>
                      <a:pt x="2215205" y="358882"/>
                    </a:lnTo>
                    <a:cubicBezTo>
                      <a:pt x="2507692" y="533629"/>
                      <a:pt x="2710924" y="843756"/>
                      <a:pt x="2737127" y="1206450"/>
                    </a:cubicBezTo>
                    <a:cubicBezTo>
                      <a:pt x="2018962" y="1206967"/>
                      <a:pt x="1300797" y="1207483"/>
                      <a:pt x="582632" y="1208000"/>
                    </a:cubicBezTo>
                    <a:cubicBezTo>
                      <a:pt x="608780" y="838665"/>
                      <a:pt x="818541" y="523565"/>
                      <a:pt x="1119462" y="350420"/>
                    </a:cubicBezTo>
                    <a:lnTo>
                      <a:pt x="948323" y="5400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482" name="Google Shape;1482;p45"/>
              <p:cNvSpPr/>
              <p:nvPr/>
            </p:nvSpPr>
            <p:spPr>
              <a:xfrm>
                <a:off x="10645011" y="2518278"/>
                <a:ext cx="340001" cy="338281"/>
              </a:xfrm>
              <a:custGeom>
                <a:rect b="b" l="l" r="r" t="t"/>
                <a:pathLst>
                  <a:path extrusionOk="0" h="2941055" w="2956013">
                    <a:moveTo>
                      <a:pt x="2169165" y="2259549"/>
                    </a:moveTo>
                    <a:cubicBezTo>
                      <a:pt x="2305163" y="2320579"/>
                      <a:pt x="2430502" y="2400997"/>
                      <a:pt x="2542352" y="2496872"/>
                    </a:cubicBezTo>
                    <a:cubicBezTo>
                      <a:pt x="2303978" y="2744099"/>
                      <a:pt x="1979593" y="2907447"/>
                      <a:pt x="1617206" y="2939204"/>
                    </a:cubicBezTo>
                    <a:lnTo>
                      <a:pt x="1588575" y="2925411"/>
                    </a:lnTo>
                    <a:cubicBezTo>
                      <a:pt x="1835671" y="2758142"/>
                      <a:pt x="2037335" y="2529257"/>
                      <a:pt x="2169165" y="2259549"/>
                    </a:cubicBezTo>
                    <a:close/>
                    <a:moveTo>
                      <a:pt x="797309" y="2254509"/>
                    </a:moveTo>
                    <a:cubicBezTo>
                      <a:pt x="928512" y="2525684"/>
                      <a:pt x="1129977" y="2756161"/>
                      <a:pt x="1376879" y="2925229"/>
                    </a:cubicBezTo>
                    <a:cubicBezTo>
                      <a:pt x="1367940" y="2931748"/>
                      <a:pt x="1358086" y="2936536"/>
                      <a:pt x="1348086" y="2941055"/>
                    </a:cubicBezTo>
                    <a:cubicBezTo>
                      <a:pt x="981929" y="2910776"/>
                      <a:pt x="654006" y="2746454"/>
                      <a:pt x="413461" y="2497054"/>
                    </a:cubicBezTo>
                    <a:cubicBezTo>
                      <a:pt x="528278" y="2398621"/>
                      <a:pt x="657289" y="2316447"/>
                      <a:pt x="797309" y="2254509"/>
                    </a:cubicBezTo>
                    <a:close/>
                    <a:moveTo>
                      <a:pt x="1426305" y="2108791"/>
                    </a:moveTo>
                    <a:lnTo>
                      <a:pt x="1426305" y="2824067"/>
                    </a:lnTo>
                    <a:cubicBezTo>
                      <a:pt x="1203050" y="2668305"/>
                      <a:pt x="1020431" y="2458508"/>
                      <a:pt x="899682" y="2212532"/>
                    </a:cubicBezTo>
                    <a:cubicBezTo>
                      <a:pt x="1063835" y="2148883"/>
                      <a:pt x="1241204" y="2112683"/>
                      <a:pt x="1426305" y="2108791"/>
                    </a:cubicBezTo>
                    <a:close/>
                    <a:moveTo>
                      <a:pt x="1527809" y="2108695"/>
                    </a:moveTo>
                    <a:cubicBezTo>
                      <a:pt x="1717707" y="2112557"/>
                      <a:pt x="1899494" y="2150291"/>
                      <a:pt x="2067336" y="2216559"/>
                    </a:cubicBezTo>
                    <a:cubicBezTo>
                      <a:pt x="1943936" y="2466549"/>
                      <a:pt x="1756622" y="2679032"/>
                      <a:pt x="1527809" y="2835300"/>
                    </a:cubicBezTo>
                    <a:close/>
                    <a:moveTo>
                      <a:pt x="2354776" y="1530125"/>
                    </a:moveTo>
                    <a:lnTo>
                      <a:pt x="2955077" y="1530125"/>
                    </a:lnTo>
                    <a:cubicBezTo>
                      <a:pt x="2942393" y="1866074"/>
                      <a:pt x="2817414" y="2173186"/>
                      <a:pt x="2615767" y="2414127"/>
                    </a:cubicBezTo>
                    <a:cubicBezTo>
                      <a:pt x="2496453" y="2311434"/>
                      <a:pt x="2362630" y="2225327"/>
                      <a:pt x="2217376" y="2159975"/>
                    </a:cubicBezTo>
                    <a:cubicBezTo>
                      <a:pt x="2300477" y="1965771"/>
                      <a:pt x="2348521" y="1753185"/>
                      <a:pt x="2354776" y="1530125"/>
                    </a:cubicBezTo>
                    <a:close/>
                    <a:moveTo>
                      <a:pt x="1527809" y="1530125"/>
                    </a:moveTo>
                    <a:lnTo>
                      <a:pt x="2244039" y="1530125"/>
                    </a:lnTo>
                    <a:cubicBezTo>
                      <a:pt x="2237819" y="1737690"/>
                      <a:pt x="2192963" y="1935525"/>
                      <a:pt x="2115825" y="2116496"/>
                    </a:cubicBezTo>
                    <a:cubicBezTo>
                      <a:pt x="1933189" y="2043464"/>
                      <a:pt x="1735000" y="2001899"/>
                      <a:pt x="1527809" y="1997958"/>
                    </a:cubicBezTo>
                    <a:close/>
                    <a:moveTo>
                      <a:pt x="725097" y="1530125"/>
                    </a:moveTo>
                    <a:lnTo>
                      <a:pt x="1426305" y="1530125"/>
                    </a:lnTo>
                    <a:lnTo>
                      <a:pt x="1426305" y="1998054"/>
                    </a:lnTo>
                    <a:cubicBezTo>
                      <a:pt x="1224105" y="2002029"/>
                      <a:pt x="1030504" y="2041966"/>
                      <a:pt x="851699" y="2112283"/>
                    </a:cubicBezTo>
                    <a:cubicBezTo>
                      <a:pt x="775482" y="1932518"/>
                      <a:pt x="731260" y="1736112"/>
                      <a:pt x="725097" y="1530125"/>
                    </a:cubicBezTo>
                    <a:close/>
                    <a:moveTo>
                      <a:pt x="934" y="1530125"/>
                    </a:moveTo>
                    <a:lnTo>
                      <a:pt x="614360" y="1530125"/>
                    </a:lnTo>
                    <a:cubicBezTo>
                      <a:pt x="620543" y="1751166"/>
                      <a:pt x="667772" y="1961919"/>
                      <a:pt x="749235" y="2154869"/>
                    </a:cubicBezTo>
                    <a:cubicBezTo>
                      <a:pt x="599936" y="2221117"/>
                      <a:pt x="462426" y="2308980"/>
                      <a:pt x="340129" y="2414234"/>
                    </a:cubicBezTo>
                    <a:cubicBezTo>
                      <a:pt x="138582" y="2173144"/>
                      <a:pt x="13619" y="1866051"/>
                      <a:pt x="934" y="1530125"/>
                    </a:cubicBezTo>
                    <a:close/>
                    <a:moveTo>
                      <a:pt x="883886" y="768586"/>
                    </a:moveTo>
                    <a:cubicBezTo>
                      <a:pt x="1053566" y="831753"/>
                      <a:pt x="1236128" y="867407"/>
                      <a:pt x="1426305" y="871035"/>
                    </a:cubicBezTo>
                    <a:lnTo>
                      <a:pt x="1426305" y="1428622"/>
                    </a:lnTo>
                    <a:lnTo>
                      <a:pt x="724559" y="1428622"/>
                    </a:lnTo>
                    <a:cubicBezTo>
                      <a:pt x="730221" y="1192426"/>
                      <a:pt x="785872" y="968634"/>
                      <a:pt x="883886" y="768586"/>
                    </a:cubicBezTo>
                    <a:close/>
                    <a:moveTo>
                      <a:pt x="2083288" y="764501"/>
                    </a:moveTo>
                    <a:cubicBezTo>
                      <a:pt x="2182501" y="965616"/>
                      <a:pt x="2238869" y="1190833"/>
                      <a:pt x="2244577" y="1428622"/>
                    </a:cubicBezTo>
                    <a:lnTo>
                      <a:pt x="1527809" y="1428622"/>
                    </a:lnTo>
                    <a:lnTo>
                      <a:pt x="1527809" y="871130"/>
                    </a:lnTo>
                    <a:cubicBezTo>
                      <a:pt x="1722835" y="867528"/>
                      <a:pt x="1909881" y="830382"/>
                      <a:pt x="2083288" y="764501"/>
                    </a:cubicBezTo>
                    <a:close/>
                    <a:moveTo>
                      <a:pt x="375750" y="484510"/>
                    </a:moveTo>
                    <a:cubicBezTo>
                      <a:pt x="497688" y="583858"/>
                      <a:pt x="633678" y="666438"/>
                      <a:pt x="780212" y="729142"/>
                    </a:cubicBezTo>
                    <a:cubicBezTo>
                      <a:pt x="677519" y="941475"/>
                      <a:pt x="619429" y="1178562"/>
                      <a:pt x="613822" y="1428622"/>
                    </a:cubicBezTo>
                    <a:lnTo>
                      <a:pt x="0" y="1428622"/>
                    </a:lnTo>
                    <a:cubicBezTo>
                      <a:pt x="9263" y="1065848"/>
                      <a:pt x="149371" y="735691"/>
                      <a:pt x="375750" y="484510"/>
                    </a:cubicBezTo>
                    <a:close/>
                    <a:moveTo>
                      <a:pt x="2580304" y="484479"/>
                    </a:moveTo>
                    <a:cubicBezTo>
                      <a:pt x="2806628" y="735651"/>
                      <a:pt x="2946750" y="1065827"/>
                      <a:pt x="2956013" y="1428622"/>
                    </a:cubicBezTo>
                    <a:lnTo>
                      <a:pt x="2355314" y="1428622"/>
                    </a:lnTo>
                    <a:cubicBezTo>
                      <a:pt x="2349636" y="1176504"/>
                      <a:pt x="2290630" y="937573"/>
                      <a:pt x="2186241" y="724113"/>
                    </a:cubicBezTo>
                    <a:cubicBezTo>
                      <a:pt x="2328935" y="662418"/>
                      <a:pt x="2461323" y="581449"/>
                      <a:pt x="2580304" y="484479"/>
                    </a:cubicBezTo>
                    <a:close/>
                    <a:moveTo>
                      <a:pt x="1426305" y="124032"/>
                    </a:moveTo>
                    <a:lnTo>
                      <a:pt x="1426305" y="760298"/>
                    </a:lnTo>
                    <a:cubicBezTo>
                      <a:pt x="1253727" y="756791"/>
                      <a:pt x="1087879" y="724966"/>
                      <a:pt x="933247" y="668842"/>
                    </a:cubicBezTo>
                    <a:cubicBezTo>
                      <a:pt x="1054039" y="451822"/>
                      <a:pt x="1223389" y="265609"/>
                      <a:pt x="1426305" y="124032"/>
                    </a:cubicBezTo>
                    <a:close/>
                    <a:moveTo>
                      <a:pt x="1527809" y="112799"/>
                    </a:moveTo>
                    <a:cubicBezTo>
                      <a:pt x="1736145" y="255085"/>
                      <a:pt x="1910079" y="443973"/>
                      <a:pt x="2033951" y="664748"/>
                    </a:cubicBezTo>
                    <a:cubicBezTo>
                      <a:pt x="1875578" y="723616"/>
                      <a:pt x="1705238" y="756901"/>
                      <a:pt x="1527809" y="760394"/>
                    </a:cubicBezTo>
                    <a:close/>
                    <a:moveTo>
                      <a:pt x="1632157" y="1693"/>
                    </a:moveTo>
                    <a:cubicBezTo>
                      <a:pt x="1969090" y="34839"/>
                      <a:pt x="2272411" y="181752"/>
                      <a:pt x="2502559" y="404493"/>
                    </a:cubicBezTo>
                    <a:cubicBezTo>
                      <a:pt x="2392455" y="493535"/>
                      <a:pt x="2270018" y="567692"/>
                      <a:pt x="2138287" y="624414"/>
                    </a:cubicBezTo>
                    <a:cubicBezTo>
                      <a:pt x="2004803" y="382989"/>
                      <a:pt x="1815448" y="176841"/>
                      <a:pt x="1587368" y="23269"/>
                    </a:cubicBezTo>
                    <a:close/>
                    <a:moveTo>
                      <a:pt x="1333466" y="0"/>
                    </a:moveTo>
                    <a:lnTo>
                      <a:pt x="1376468" y="23177"/>
                    </a:lnTo>
                    <a:cubicBezTo>
                      <a:pt x="1149236" y="178863"/>
                      <a:pt x="960516" y="386575"/>
                      <a:pt x="827965" y="629347"/>
                    </a:cubicBezTo>
                    <a:cubicBezTo>
                      <a:pt x="692459" y="571593"/>
                      <a:pt x="566467" y="495851"/>
                      <a:pt x="453430" y="404475"/>
                    </a:cubicBezTo>
                    <a:cubicBezTo>
                      <a:pt x="685742" y="179438"/>
                      <a:pt x="992667" y="31629"/>
                      <a:pt x="1333466"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1483" name="Google Shape;1483;p45"/>
              <p:cNvSpPr/>
              <p:nvPr/>
            </p:nvSpPr>
            <p:spPr>
              <a:xfrm flipH="1">
                <a:off x="10345251" y="2251006"/>
                <a:ext cx="441966" cy="281210"/>
              </a:xfrm>
              <a:custGeom>
                <a:rect b="b" l="l" r="r" t="t"/>
                <a:pathLst>
                  <a:path extrusionOk="0" h="2532594" w="3980365">
                    <a:moveTo>
                      <a:pt x="1988360" y="58973"/>
                    </a:moveTo>
                    <a:cubicBezTo>
                      <a:pt x="1988306" y="58975"/>
                      <a:pt x="1988252" y="58977"/>
                      <a:pt x="1988199" y="58995"/>
                    </a:cubicBezTo>
                    <a:cubicBezTo>
                      <a:pt x="1988145" y="58977"/>
                      <a:pt x="1988091" y="58975"/>
                      <a:pt x="1988037" y="58973"/>
                    </a:cubicBezTo>
                    <a:lnTo>
                      <a:pt x="1988037" y="59017"/>
                    </a:lnTo>
                    <a:cubicBezTo>
                      <a:pt x="1574406" y="74019"/>
                      <a:pt x="1375335" y="406725"/>
                      <a:pt x="1370318" y="708381"/>
                    </a:cubicBezTo>
                    <a:cubicBezTo>
                      <a:pt x="1362506" y="1089140"/>
                      <a:pt x="1497435" y="1312904"/>
                      <a:pt x="1568575" y="1407072"/>
                    </a:cubicBezTo>
                    <a:cubicBezTo>
                      <a:pt x="1631785" y="1490670"/>
                      <a:pt x="1727890" y="1649476"/>
                      <a:pt x="1617443" y="1704159"/>
                    </a:cubicBezTo>
                    <a:cubicBezTo>
                      <a:pt x="1318592" y="1846636"/>
                      <a:pt x="1062028" y="1946829"/>
                      <a:pt x="927030" y="2049664"/>
                    </a:cubicBezTo>
                    <a:cubicBezTo>
                      <a:pt x="705669" y="2234426"/>
                      <a:pt x="740656" y="2445615"/>
                      <a:pt x="754501" y="2532594"/>
                    </a:cubicBezTo>
                    <a:lnTo>
                      <a:pt x="1988199" y="2531551"/>
                    </a:lnTo>
                    <a:lnTo>
                      <a:pt x="3221896" y="2532594"/>
                    </a:lnTo>
                    <a:cubicBezTo>
                      <a:pt x="3235741" y="2445615"/>
                      <a:pt x="3270728" y="2234426"/>
                      <a:pt x="3049367" y="2049664"/>
                    </a:cubicBezTo>
                    <a:cubicBezTo>
                      <a:pt x="2914369" y="1946829"/>
                      <a:pt x="2657805" y="1846636"/>
                      <a:pt x="2358954" y="1704159"/>
                    </a:cubicBezTo>
                    <a:cubicBezTo>
                      <a:pt x="2248507" y="1649476"/>
                      <a:pt x="2344612" y="1490670"/>
                      <a:pt x="2407822" y="1407072"/>
                    </a:cubicBezTo>
                    <a:cubicBezTo>
                      <a:pt x="2478962" y="1312904"/>
                      <a:pt x="2613891" y="1089140"/>
                      <a:pt x="2606079" y="708381"/>
                    </a:cubicBezTo>
                    <a:cubicBezTo>
                      <a:pt x="2601062" y="406725"/>
                      <a:pt x="2401991" y="74019"/>
                      <a:pt x="1988360" y="59017"/>
                    </a:cubicBezTo>
                    <a:close/>
                    <a:moveTo>
                      <a:pt x="1093515" y="0"/>
                    </a:moveTo>
                    <a:cubicBezTo>
                      <a:pt x="736613" y="12826"/>
                      <a:pt x="553627" y="327881"/>
                      <a:pt x="549299" y="588096"/>
                    </a:cubicBezTo>
                    <a:cubicBezTo>
                      <a:pt x="542562" y="916461"/>
                      <a:pt x="658924" y="1109434"/>
                      <a:pt x="720275" y="1190644"/>
                    </a:cubicBezTo>
                    <a:cubicBezTo>
                      <a:pt x="774787" y="1262738"/>
                      <a:pt x="857667" y="1399692"/>
                      <a:pt x="762418" y="1446850"/>
                    </a:cubicBezTo>
                    <a:cubicBezTo>
                      <a:pt x="504691" y="1569722"/>
                      <a:pt x="283431" y="1656128"/>
                      <a:pt x="167010" y="1744812"/>
                    </a:cubicBezTo>
                    <a:cubicBezTo>
                      <a:pt x="-23891" y="1904150"/>
                      <a:pt x="672" y="2013351"/>
                      <a:pt x="1392" y="2161289"/>
                    </a:cubicBezTo>
                    <a:cubicBezTo>
                      <a:pt x="356083" y="2160989"/>
                      <a:pt x="261990" y="2166300"/>
                      <a:pt x="616681" y="2166000"/>
                    </a:cubicBezTo>
                    <a:cubicBezTo>
                      <a:pt x="794788" y="1846239"/>
                      <a:pt x="1045824" y="1778915"/>
                      <a:pt x="1453932" y="1593789"/>
                    </a:cubicBezTo>
                    <a:cubicBezTo>
                      <a:pt x="1171572" y="1115084"/>
                      <a:pt x="1046285" y="714919"/>
                      <a:pt x="1414663" y="124017"/>
                    </a:cubicBezTo>
                    <a:cubicBezTo>
                      <a:pt x="1309485" y="41539"/>
                      <a:pt x="1305280" y="26381"/>
                      <a:pt x="1093515" y="0"/>
                    </a:cubicBezTo>
                    <a:close/>
                    <a:moveTo>
                      <a:pt x="2886850" y="0"/>
                    </a:moveTo>
                    <a:cubicBezTo>
                      <a:pt x="2675085" y="26381"/>
                      <a:pt x="2670880" y="41539"/>
                      <a:pt x="2565702" y="124017"/>
                    </a:cubicBezTo>
                    <a:cubicBezTo>
                      <a:pt x="2934080" y="714919"/>
                      <a:pt x="2808793" y="1115084"/>
                      <a:pt x="2526433" y="1593789"/>
                    </a:cubicBezTo>
                    <a:cubicBezTo>
                      <a:pt x="2934542" y="1778915"/>
                      <a:pt x="3185577" y="1846239"/>
                      <a:pt x="3363685" y="2166000"/>
                    </a:cubicBezTo>
                    <a:cubicBezTo>
                      <a:pt x="3718376" y="2166300"/>
                      <a:pt x="3624282" y="2160989"/>
                      <a:pt x="3978973" y="2161289"/>
                    </a:cubicBezTo>
                    <a:cubicBezTo>
                      <a:pt x="3979693" y="2013351"/>
                      <a:pt x="4004256" y="1904150"/>
                      <a:pt x="3813355" y="1744812"/>
                    </a:cubicBezTo>
                    <a:cubicBezTo>
                      <a:pt x="3696934" y="1656128"/>
                      <a:pt x="3475674" y="1569722"/>
                      <a:pt x="3217947" y="1446850"/>
                    </a:cubicBezTo>
                    <a:cubicBezTo>
                      <a:pt x="3122698" y="1399692"/>
                      <a:pt x="3205579" y="1262738"/>
                      <a:pt x="3260090" y="1190644"/>
                    </a:cubicBezTo>
                    <a:cubicBezTo>
                      <a:pt x="3321441" y="1109434"/>
                      <a:pt x="3437803" y="916461"/>
                      <a:pt x="3431066" y="588096"/>
                    </a:cubicBezTo>
                    <a:cubicBezTo>
                      <a:pt x="3426739" y="327881"/>
                      <a:pt x="3243752" y="12826"/>
                      <a:pt x="288685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484" name="Google Shape;1484;p45"/>
              <p:cNvSpPr/>
              <p:nvPr/>
            </p:nvSpPr>
            <p:spPr>
              <a:xfrm>
                <a:off x="11003273" y="3365017"/>
                <a:ext cx="357359" cy="364685"/>
              </a:xfrm>
              <a:custGeom>
                <a:rect b="b" l="l" r="r" t="t"/>
                <a:pathLst>
                  <a:path extrusionOk="0" h="3940019" w="3860876">
                    <a:moveTo>
                      <a:pt x="3248876" y="1942264"/>
                    </a:moveTo>
                    <a:lnTo>
                      <a:pt x="3860876" y="1942264"/>
                    </a:lnTo>
                    <a:lnTo>
                      <a:pt x="3860876" y="2090815"/>
                    </a:lnTo>
                    <a:lnTo>
                      <a:pt x="3859023" y="2090815"/>
                    </a:lnTo>
                    <a:cubicBezTo>
                      <a:pt x="3817225" y="2949620"/>
                      <a:pt x="3215273" y="3679864"/>
                      <a:pt x="2378197" y="3884304"/>
                    </a:cubicBezTo>
                    <a:cubicBezTo>
                      <a:pt x="2219818" y="3922985"/>
                      <a:pt x="2060231" y="3941082"/>
                      <a:pt x="1902626" y="3939971"/>
                    </a:cubicBezTo>
                    <a:cubicBezTo>
                      <a:pt x="1286982" y="3935631"/>
                      <a:pt x="701577" y="3638194"/>
                      <a:pt x="337583" y="3128887"/>
                    </a:cubicBezTo>
                    <a:lnTo>
                      <a:pt x="30667" y="3435803"/>
                    </a:lnTo>
                    <a:lnTo>
                      <a:pt x="30667" y="2342045"/>
                    </a:lnTo>
                    <a:lnTo>
                      <a:pt x="1124425" y="2342045"/>
                    </a:lnTo>
                    <a:lnTo>
                      <a:pt x="781340" y="2685130"/>
                    </a:lnTo>
                    <a:cubicBezTo>
                      <a:pt x="1079782" y="3180935"/>
                      <a:pt x="1667379" y="3425841"/>
                      <a:pt x="2232517" y="3287817"/>
                    </a:cubicBezTo>
                    <a:cubicBezTo>
                      <a:pt x="2810639" y="3146622"/>
                      <a:pt x="3224897" y="2638979"/>
                      <a:pt x="3247291" y="2044286"/>
                    </a:cubicBezTo>
                    <a:lnTo>
                      <a:pt x="3248876" y="2044345"/>
                    </a:lnTo>
                    <a:close/>
                    <a:moveTo>
                      <a:pt x="1958249" y="48"/>
                    </a:moveTo>
                    <a:cubicBezTo>
                      <a:pt x="2573893" y="4388"/>
                      <a:pt x="3159298" y="301825"/>
                      <a:pt x="3523293" y="811132"/>
                    </a:cubicBezTo>
                    <a:lnTo>
                      <a:pt x="3830209" y="504216"/>
                    </a:lnTo>
                    <a:lnTo>
                      <a:pt x="3830209" y="1597974"/>
                    </a:lnTo>
                    <a:lnTo>
                      <a:pt x="2736450" y="1597974"/>
                    </a:lnTo>
                    <a:lnTo>
                      <a:pt x="3079535" y="1254889"/>
                    </a:lnTo>
                    <a:cubicBezTo>
                      <a:pt x="2781093" y="759084"/>
                      <a:pt x="2193496" y="514178"/>
                      <a:pt x="1628358" y="652202"/>
                    </a:cubicBezTo>
                    <a:cubicBezTo>
                      <a:pt x="1050236" y="793397"/>
                      <a:pt x="635978" y="1301040"/>
                      <a:pt x="613584" y="1895733"/>
                    </a:cubicBezTo>
                    <a:lnTo>
                      <a:pt x="612000" y="1895674"/>
                    </a:lnTo>
                    <a:lnTo>
                      <a:pt x="612000" y="1985958"/>
                    </a:lnTo>
                    <a:lnTo>
                      <a:pt x="0" y="1985958"/>
                    </a:lnTo>
                    <a:lnTo>
                      <a:pt x="0" y="1837407"/>
                    </a:lnTo>
                    <a:lnTo>
                      <a:pt x="2787" y="1837407"/>
                    </a:lnTo>
                    <a:cubicBezTo>
                      <a:pt x="49183" y="983705"/>
                      <a:pt x="649445" y="259216"/>
                      <a:pt x="1482678" y="55715"/>
                    </a:cubicBezTo>
                    <a:cubicBezTo>
                      <a:pt x="1641057" y="17034"/>
                      <a:pt x="1800644" y="-1063"/>
                      <a:pt x="1958249" y="4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485" name="Google Shape;1485;p45"/>
              <p:cNvSpPr/>
              <p:nvPr/>
            </p:nvSpPr>
            <p:spPr>
              <a:xfrm>
                <a:off x="9028038" y="5418963"/>
                <a:ext cx="353455" cy="397548"/>
              </a:xfrm>
              <a:custGeom>
                <a:rect b="b" l="l" r="r" t="t"/>
                <a:pathLst>
                  <a:path extrusionOk="0" h="3110058" w="2765122">
                    <a:moveTo>
                      <a:pt x="1376433" y="2257187"/>
                    </a:moveTo>
                    <a:lnTo>
                      <a:pt x="1145400" y="2354829"/>
                    </a:lnTo>
                    <a:lnTo>
                      <a:pt x="1036105" y="2389775"/>
                    </a:lnTo>
                    <a:lnTo>
                      <a:pt x="1040146" y="2406930"/>
                    </a:lnTo>
                    <a:cubicBezTo>
                      <a:pt x="1121535" y="2704580"/>
                      <a:pt x="1244707" y="2894301"/>
                      <a:pt x="1382560" y="2894301"/>
                    </a:cubicBezTo>
                    <a:cubicBezTo>
                      <a:pt x="1520414" y="2894301"/>
                      <a:pt x="1643585" y="2704580"/>
                      <a:pt x="1724974" y="2406930"/>
                    </a:cubicBezTo>
                    <a:lnTo>
                      <a:pt x="1726723" y="2399874"/>
                    </a:lnTo>
                    <a:lnTo>
                      <a:pt x="1605728" y="2358846"/>
                    </a:lnTo>
                    <a:close/>
                    <a:moveTo>
                      <a:pt x="1795887" y="2033026"/>
                    </a:moveTo>
                    <a:lnTo>
                      <a:pt x="1694075" y="2094586"/>
                    </a:lnTo>
                    <a:lnTo>
                      <a:pt x="1578650" y="2155153"/>
                    </a:lnTo>
                    <a:lnTo>
                      <a:pt x="1618821" y="2173994"/>
                    </a:lnTo>
                    <a:lnTo>
                      <a:pt x="1763952" y="2229138"/>
                    </a:lnTo>
                    <a:lnTo>
                      <a:pt x="1791432" y="2076334"/>
                    </a:lnTo>
                    <a:close/>
                    <a:moveTo>
                      <a:pt x="969005" y="2030800"/>
                    </a:moveTo>
                    <a:lnTo>
                      <a:pt x="973688" y="2076334"/>
                    </a:lnTo>
                    <a:lnTo>
                      <a:pt x="997942" y="2219324"/>
                    </a:lnTo>
                    <a:lnTo>
                      <a:pt x="1135534" y="2169774"/>
                    </a:lnTo>
                    <a:lnTo>
                      <a:pt x="1176026" y="2151638"/>
                    </a:lnTo>
                    <a:lnTo>
                      <a:pt x="1061678" y="2089068"/>
                    </a:lnTo>
                    <a:close/>
                    <a:moveTo>
                      <a:pt x="2270995" y="1682607"/>
                    </a:moveTo>
                    <a:lnTo>
                      <a:pt x="2193789" y="1749541"/>
                    </a:lnTo>
                    <a:cubicBezTo>
                      <a:pt x="2157450" y="1779622"/>
                      <a:pt x="2119670" y="1809519"/>
                      <a:pt x="2080535" y="1839120"/>
                    </a:cubicBezTo>
                    <a:lnTo>
                      <a:pt x="1988274" y="1905861"/>
                    </a:lnTo>
                    <a:lnTo>
                      <a:pt x="1956628" y="2160317"/>
                    </a:lnTo>
                    <a:lnTo>
                      <a:pt x="1929983" y="2282840"/>
                    </a:lnTo>
                    <a:lnTo>
                      <a:pt x="2032699" y="2311732"/>
                    </a:lnTo>
                    <a:cubicBezTo>
                      <a:pt x="2281801" y="2367725"/>
                      <a:pt x="2467430" y="2349840"/>
                      <a:pt x="2530541" y="2244806"/>
                    </a:cubicBezTo>
                    <a:cubicBezTo>
                      <a:pt x="2601541" y="2126643"/>
                      <a:pt x="2502356" y="1923350"/>
                      <a:pt x="2289139" y="1700285"/>
                    </a:cubicBezTo>
                    <a:close/>
                    <a:moveTo>
                      <a:pt x="491768" y="1666932"/>
                    </a:moveTo>
                    <a:lnTo>
                      <a:pt x="473585" y="1684439"/>
                    </a:lnTo>
                    <a:cubicBezTo>
                      <a:pt x="256508" y="1903749"/>
                      <a:pt x="153790" y="2105280"/>
                      <a:pt x="222717" y="2224664"/>
                    </a:cubicBezTo>
                    <a:cubicBezTo>
                      <a:pt x="283985" y="2330784"/>
                      <a:pt x="469273" y="2351906"/>
                      <a:pt x="719315" y="2300269"/>
                    </a:cubicBezTo>
                    <a:lnTo>
                      <a:pt x="831176" y="2270901"/>
                    </a:lnTo>
                    <a:lnTo>
                      <a:pt x="808495" y="2160317"/>
                    </a:lnTo>
                    <a:lnTo>
                      <a:pt x="776012" y="1899134"/>
                    </a:lnTo>
                    <a:lnTo>
                      <a:pt x="679735" y="1826895"/>
                    </a:lnTo>
                    <a:cubicBezTo>
                      <a:pt x="616990" y="1777691"/>
                      <a:pt x="557836" y="1727770"/>
                      <a:pt x="502637" y="1677612"/>
                    </a:cubicBezTo>
                    <a:close/>
                    <a:moveTo>
                      <a:pt x="2001099" y="1443878"/>
                    </a:moveTo>
                    <a:lnTo>
                      <a:pt x="2005588" y="1555029"/>
                    </a:lnTo>
                    <a:lnTo>
                      <a:pt x="2000712" y="1675767"/>
                    </a:lnTo>
                    <a:lnTo>
                      <a:pt x="2038461" y="1648469"/>
                    </a:lnTo>
                    <a:cubicBezTo>
                      <a:pt x="2070345" y="1623579"/>
                      <a:pt x="2101053" y="1598643"/>
                      <a:pt x="2130505" y="1573751"/>
                    </a:cubicBezTo>
                    <a:lnTo>
                      <a:pt x="2143759" y="1562074"/>
                    </a:lnTo>
                    <a:lnTo>
                      <a:pt x="2039991" y="1473050"/>
                    </a:lnTo>
                    <a:close/>
                    <a:moveTo>
                      <a:pt x="764411" y="1434288"/>
                    </a:moveTo>
                    <a:lnTo>
                      <a:pt x="726661" y="1461587"/>
                    </a:lnTo>
                    <a:cubicBezTo>
                      <a:pt x="694778" y="1486477"/>
                      <a:pt x="664070" y="1511412"/>
                      <a:pt x="634617" y="1536305"/>
                    </a:cubicBezTo>
                    <a:lnTo>
                      <a:pt x="621360" y="1547985"/>
                    </a:lnTo>
                    <a:lnTo>
                      <a:pt x="725129" y="1637009"/>
                    </a:lnTo>
                    <a:lnTo>
                      <a:pt x="764024" y="1666183"/>
                    </a:lnTo>
                    <a:lnTo>
                      <a:pt x="759534" y="1555029"/>
                    </a:lnTo>
                    <a:close/>
                    <a:moveTo>
                      <a:pt x="1386966" y="1049980"/>
                    </a:moveTo>
                    <a:lnTo>
                      <a:pt x="1160689" y="1170734"/>
                    </a:lnTo>
                    <a:lnTo>
                      <a:pt x="947211" y="1303680"/>
                    </a:lnTo>
                    <a:lnTo>
                      <a:pt x="938816" y="1555028"/>
                    </a:lnTo>
                    <a:lnTo>
                      <a:pt x="947046" y="1801432"/>
                    </a:lnTo>
                    <a:lnTo>
                      <a:pt x="1154015" y="1935392"/>
                    </a:lnTo>
                    <a:lnTo>
                      <a:pt x="1378151" y="2060078"/>
                    </a:lnTo>
                    <a:lnTo>
                      <a:pt x="1604433" y="1939321"/>
                    </a:lnTo>
                    <a:lnTo>
                      <a:pt x="1817909" y="1806377"/>
                    </a:lnTo>
                    <a:lnTo>
                      <a:pt x="1826304" y="1555028"/>
                    </a:lnTo>
                    <a:lnTo>
                      <a:pt x="1818074" y="1308628"/>
                    </a:lnTo>
                    <a:lnTo>
                      <a:pt x="1611105" y="1174667"/>
                    </a:lnTo>
                    <a:close/>
                    <a:moveTo>
                      <a:pt x="1767179" y="890733"/>
                    </a:moveTo>
                    <a:lnTo>
                      <a:pt x="1629589" y="940281"/>
                    </a:lnTo>
                    <a:lnTo>
                      <a:pt x="1589093" y="958419"/>
                    </a:lnTo>
                    <a:lnTo>
                      <a:pt x="1703444" y="1020991"/>
                    </a:lnTo>
                    <a:lnTo>
                      <a:pt x="1796116" y="1079257"/>
                    </a:lnTo>
                    <a:lnTo>
                      <a:pt x="1791432" y="1033723"/>
                    </a:lnTo>
                    <a:close/>
                    <a:moveTo>
                      <a:pt x="1001168" y="880921"/>
                    </a:moveTo>
                    <a:lnTo>
                      <a:pt x="973688" y="1033723"/>
                    </a:lnTo>
                    <a:lnTo>
                      <a:pt x="969233" y="1077033"/>
                    </a:lnTo>
                    <a:lnTo>
                      <a:pt x="1071048" y="1015472"/>
                    </a:lnTo>
                    <a:lnTo>
                      <a:pt x="1186470" y="954907"/>
                    </a:lnTo>
                    <a:lnTo>
                      <a:pt x="1146299" y="936065"/>
                    </a:lnTo>
                    <a:close/>
                    <a:moveTo>
                      <a:pt x="2296662" y="783036"/>
                    </a:moveTo>
                    <a:cubicBezTo>
                      <a:pt x="2224233" y="781291"/>
                      <a:pt x="2139574" y="790423"/>
                      <a:pt x="2045808" y="809787"/>
                    </a:cubicBezTo>
                    <a:lnTo>
                      <a:pt x="1933945" y="839155"/>
                    </a:lnTo>
                    <a:lnTo>
                      <a:pt x="1956628" y="949742"/>
                    </a:lnTo>
                    <a:lnTo>
                      <a:pt x="1989111" y="1210925"/>
                    </a:lnTo>
                    <a:lnTo>
                      <a:pt x="2085387" y="1283163"/>
                    </a:lnTo>
                    <a:cubicBezTo>
                      <a:pt x="2148132" y="1332368"/>
                      <a:pt x="2207286" y="1382289"/>
                      <a:pt x="2262485" y="1432446"/>
                    </a:cubicBezTo>
                    <a:lnTo>
                      <a:pt x="2273353" y="1443125"/>
                    </a:lnTo>
                    <a:lnTo>
                      <a:pt x="2291537" y="1425616"/>
                    </a:lnTo>
                    <a:cubicBezTo>
                      <a:pt x="2508615" y="1206306"/>
                      <a:pt x="2611333" y="1004776"/>
                      <a:pt x="2542406" y="885391"/>
                    </a:cubicBezTo>
                    <a:cubicBezTo>
                      <a:pt x="2504113" y="819067"/>
                      <a:pt x="2417375" y="785944"/>
                      <a:pt x="2296662" y="783036"/>
                    </a:cubicBezTo>
                    <a:close/>
                    <a:moveTo>
                      <a:pt x="482072" y="767202"/>
                    </a:moveTo>
                    <a:cubicBezTo>
                      <a:pt x="361326" y="768003"/>
                      <a:pt x="274023" y="799606"/>
                      <a:pt x="234579" y="865253"/>
                    </a:cubicBezTo>
                    <a:cubicBezTo>
                      <a:pt x="163579" y="983417"/>
                      <a:pt x="262764" y="1186709"/>
                      <a:pt x="475981" y="1409774"/>
                    </a:cubicBezTo>
                    <a:lnTo>
                      <a:pt x="494126" y="1427453"/>
                    </a:lnTo>
                    <a:lnTo>
                      <a:pt x="571333" y="1360517"/>
                    </a:lnTo>
                    <a:cubicBezTo>
                      <a:pt x="607672" y="1330436"/>
                      <a:pt x="645452" y="1300540"/>
                      <a:pt x="684587" y="1270938"/>
                    </a:cubicBezTo>
                    <a:lnTo>
                      <a:pt x="776848" y="1204197"/>
                    </a:lnTo>
                    <a:lnTo>
                      <a:pt x="808495" y="949742"/>
                    </a:lnTo>
                    <a:lnTo>
                      <a:pt x="835139" y="827220"/>
                    </a:lnTo>
                    <a:lnTo>
                      <a:pt x="732420" y="798327"/>
                    </a:lnTo>
                    <a:cubicBezTo>
                      <a:pt x="639007" y="777329"/>
                      <a:pt x="554520" y="766721"/>
                      <a:pt x="482072" y="767202"/>
                    </a:cubicBezTo>
                    <a:close/>
                    <a:moveTo>
                      <a:pt x="1382560" y="215755"/>
                    </a:moveTo>
                    <a:cubicBezTo>
                      <a:pt x="1244707" y="215755"/>
                      <a:pt x="1121535" y="405476"/>
                      <a:pt x="1040146" y="703126"/>
                    </a:cubicBezTo>
                    <a:lnTo>
                      <a:pt x="1038397" y="710184"/>
                    </a:lnTo>
                    <a:lnTo>
                      <a:pt x="1159394" y="751212"/>
                    </a:lnTo>
                    <a:lnTo>
                      <a:pt x="1388689" y="852872"/>
                    </a:lnTo>
                    <a:lnTo>
                      <a:pt x="1619722" y="755229"/>
                    </a:lnTo>
                    <a:lnTo>
                      <a:pt x="1729016" y="720284"/>
                    </a:lnTo>
                    <a:lnTo>
                      <a:pt x="1724974" y="703126"/>
                    </a:lnTo>
                    <a:cubicBezTo>
                      <a:pt x="1643585" y="405476"/>
                      <a:pt x="1520414" y="215755"/>
                      <a:pt x="1382560" y="215755"/>
                    </a:cubicBezTo>
                    <a:close/>
                    <a:moveTo>
                      <a:pt x="1382561" y="0"/>
                    </a:moveTo>
                    <a:cubicBezTo>
                      <a:pt x="1576111" y="0"/>
                      <a:pt x="1749046" y="220285"/>
                      <a:pt x="1863319" y="565886"/>
                    </a:cubicBezTo>
                    <a:lnTo>
                      <a:pt x="1892754" y="669221"/>
                    </a:lnTo>
                    <a:lnTo>
                      <a:pt x="1998805" y="644109"/>
                    </a:lnTo>
                    <a:cubicBezTo>
                      <a:pt x="2355240" y="570272"/>
                      <a:pt x="2632481" y="609896"/>
                      <a:pt x="2729256" y="777515"/>
                    </a:cubicBezTo>
                    <a:cubicBezTo>
                      <a:pt x="2826030" y="945133"/>
                      <a:pt x="2721726" y="1205043"/>
                      <a:pt x="2479563" y="1476806"/>
                    </a:cubicBezTo>
                    <a:lnTo>
                      <a:pt x="2396868" y="1564493"/>
                    </a:lnTo>
                    <a:lnTo>
                      <a:pt x="2415853" y="1583149"/>
                    </a:lnTo>
                    <a:cubicBezTo>
                      <a:pt x="2697403" y="1884053"/>
                      <a:pt x="2823474" y="2176199"/>
                      <a:pt x="2715481" y="2355928"/>
                    </a:cubicBezTo>
                    <a:cubicBezTo>
                      <a:pt x="2615796" y="2521833"/>
                      <a:pt x="2337906" y="2556612"/>
                      <a:pt x="1982813" y="2476565"/>
                    </a:cubicBezTo>
                    <a:lnTo>
                      <a:pt x="1890625" y="2453030"/>
                    </a:lnTo>
                    <a:lnTo>
                      <a:pt x="1863319" y="2544172"/>
                    </a:lnTo>
                    <a:cubicBezTo>
                      <a:pt x="1749047" y="2889773"/>
                      <a:pt x="1576111" y="3110058"/>
                      <a:pt x="1382561" y="3110058"/>
                    </a:cubicBezTo>
                    <a:cubicBezTo>
                      <a:pt x="1189012" y="3110058"/>
                      <a:pt x="1016076" y="2889773"/>
                      <a:pt x="901803" y="2544172"/>
                    </a:cubicBezTo>
                    <a:lnTo>
                      <a:pt x="872368" y="2440837"/>
                    </a:lnTo>
                    <a:lnTo>
                      <a:pt x="766317" y="2465949"/>
                    </a:lnTo>
                    <a:cubicBezTo>
                      <a:pt x="409882" y="2539787"/>
                      <a:pt x="132641" y="2500163"/>
                      <a:pt x="35866" y="2332544"/>
                    </a:cubicBezTo>
                    <a:cubicBezTo>
                      <a:pt x="-60908" y="2164925"/>
                      <a:pt x="43396" y="1905015"/>
                      <a:pt x="285559" y="1633252"/>
                    </a:cubicBezTo>
                    <a:lnTo>
                      <a:pt x="368254" y="1545565"/>
                    </a:lnTo>
                    <a:lnTo>
                      <a:pt x="349269" y="1526910"/>
                    </a:lnTo>
                    <a:cubicBezTo>
                      <a:pt x="67719" y="1226005"/>
                      <a:pt x="-58351" y="933860"/>
                      <a:pt x="49641" y="754130"/>
                    </a:cubicBezTo>
                    <a:cubicBezTo>
                      <a:pt x="149326" y="588226"/>
                      <a:pt x="427216" y="553446"/>
                      <a:pt x="782309" y="633493"/>
                    </a:cubicBezTo>
                    <a:lnTo>
                      <a:pt x="874497" y="657029"/>
                    </a:lnTo>
                    <a:lnTo>
                      <a:pt x="901803" y="565886"/>
                    </a:lnTo>
                    <a:cubicBezTo>
                      <a:pt x="1016076" y="220285"/>
                      <a:pt x="1189012" y="0"/>
                      <a:pt x="138256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1486" name="Google Shape;1486;p45"/>
              <p:cNvSpPr/>
              <p:nvPr/>
            </p:nvSpPr>
            <p:spPr>
              <a:xfrm>
                <a:off x="7496004" y="3682990"/>
                <a:ext cx="320490" cy="269438"/>
              </a:xfrm>
              <a:custGeom>
                <a:rect b="b" l="l" r="r" t="t"/>
                <a:pathLst>
                  <a:path extrusionOk="0" h="3350285" w="3985089">
                    <a:moveTo>
                      <a:pt x="1489879" y="1687056"/>
                    </a:moveTo>
                    <a:cubicBezTo>
                      <a:pt x="1413602" y="1687056"/>
                      <a:pt x="1351768" y="1748890"/>
                      <a:pt x="1351768" y="1825167"/>
                    </a:cubicBezTo>
                    <a:lnTo>
                      <a:pt x="1351768" y="1828965"/>
                    </a:lnTo>
                    <a:cubicBezTo>
                      <a:pt x="1351768" y="1905242"/>
                      <a:pt x="1413602" y="1967076"/>
                      <a:pt x="1489879" y="1967076"/>
                    </a:cubicBezTo>
                    <a:lnTo>
                      <a:pt x="1717713" y="1967076"/>
                    </a:lnTo>
                    <a:cubicBezTo>
                      <a:pt x="1793990" y="1967076"/>
                      <a:pt x="1855824" y="1905242"/>
                      <a:pt x="1855824" y="1828965"/>
                    </a:cubicBezTo>
                    <a:lnTo>
                      <a:pt x="1855824" y="1825167"/>
                    </a:lnTo>
                    <a:cubicBezTo>
                      <a:pt x="1855824" y="1748890"/>
                      <a:pt x="1793990" y="1687056"/>
                      <a:pt x="1717713" y="1687056"/>
                    </a:cubicBezTo>
                    <a:close/>
                    <a:moveTo>
                      <a:pt x="2281462" y="1675141"/>
                    </a:moveTo>
                    <a:cubicBezTo>
                      <a:pt x="2205185" y="1675141"/>
                      <a:pt x="2143351" y="1736975"/>
                      <a:pt x="2143351" y="1813252"/>
                    </a:cubicBezTo>
                    <a:lnTo>
                      <a:pt x="2143351" y="1817050"/>
                    </a:lnTo>
                    <a:cubicBezTo>
                      <a:pt x="2143351" y="1893327"/>
                      <a:pt x="2205185" y="1955161"/>
                      <a:pt x="2281462" y="1955161"/>
                    </a:cubicBezTo>
                    <a:lnTo>
                      <a:pt x="2509296" y="1955161"/>
                    </a:lnTo>
                    <a:cubicBezTo>
                      <a:pt x="2585573" y="1955161"/>
                      <a:pt x="2647407" y="1893327"/>
                      <a:pt x="2647407" y="1817050"/>
                    </a:cubicBezTo>
                    <a:lnTo>
                      <a:pt x="2647407" y="1813252"/>
                    </a:lnTo>
                    <a:cubicBezTo>
                      <a:pt x="2647407" y="1736975"/>
                      <a:pt x="2585573" y="1675141"/>
                      <a:pt x="2509296" y="1675141"/>
                    </a:cubicBezTo>
                    <a:close/>
                    <a:moveTo>
                      <a:pt x="2837535" y="1159396"/>
                    </a:moveTo>
                    <a:cubicBezTo>
                      <a:pt x="2731595" y="1159396"/>
                      <a:pt x="2645713" y="1245278"/>
                      <a:pt x="2645713" y="1351218"/>
                    </a:cubicBezTo>
                    <a:cubicBezTo>
                      <a:pt x="2645713" y="1457158"/>
                      <a:pt x="2731595" y="1543040"/>
                      <a:pt x="2837535" y="1543040"/>
                    </a:cubicBezTo>
                    <a:cubicBezTo>
                      <a:pt x="2943475" y="1543040"/>
                      <a:pt x="3029357" y="1457158"/>
                      <a:pt x="3029357" y="1351218"/>
                    </a:cubicBezTo>
                    <a:cubicBezTo>
                      <a:pt x="3029357" y="1245278"/>
                      <a:pt x="2943475" y="1159396"/>
                      <a:pt x="2837535" y="1159396"/>
                    </a:cubicBezTo>
                    <a:close/>
                    <a:moveTo>
                      <a:pt x="3235655" y="750352"/>
                    </a:moveTo>
                    <a:cubicBezTo>
                      <a:pt x="3129715" y="750352"/>
                      <a:pt x="3043833" y="836234"/>
                      <a:pt x="3043833" y="942174"/>
                    </a:cubicBezTo>
                    <a:cubicBezTo>
                      <a:pt x="3043833" y="1048114"/>
                      <a:pt x="3129715" y="1133996"/>
                      <a:pt x="3235655" y="1133996"/>
                    </a:cubicBezTo>
                    <a:cubicBezTo>
                      <a:pt x="3341595" y="1133996"/>
                      <a:pt x="3427477" y="1048114"/>
                      <a:pt x="3427477" y="942174"/>
                    </a:cubicBezTo>
                    <a:cubicBezTo>
                      <a:pt x="3427477" y="836234"/>
                      <a:pt x="3341595" y="750352"/>
                      <a:pt x="3235655" y="750352"/>
                    </a:cubicBezTo>
                    <a:close/>
                    <a:moveTo>
                      <a:pt x="2455585" y="750352"/>
                    </a:moveTo>
                    <a:cubicBezTo>
                      <a:pt x="2349645" y="750352"/>
                      <a:pt x="2263763" y="836234"/>
                      <a:pt x="2263763" y="942174"/>
                    </a:cubicBezTo>
                    <a:cubicBezTo>
                      <a:pt x="2263763" y="1048114"/>
                      <a:pt x="2349645" y="1133996"/>
                      <a:pt x="2455585" y="1133996"/>
                    </a:cubicBezTo>
                    <a:cubicBezTo>
                      <a:pt x="2561525" y="1133996"/>
                      <a:pt x="2647407" y="1048114"/>
                      <a:pt x="2647407" y="942174"/>
                    </a:cubicBezTo>
                    <a:cubicBezTo>
                      <a:pt x="2647407" y="836234"/>
                      <a:pt x="2561525" y="750352"/>
                      <a:pt x="2455585" y="750352"/>
                    </a:cubicBezTo>
                    <a:close/>
                    <a:moveTo>
                      <a:pt x="941776" y="640989"/>
                    </a:moveTo>
                    <a:lnTo>
                      <a:pt x="1181794" y="640989"/>
                    </a:lnTo>
                    <a:lnTo>
                      <a:pt x="1181794" y="881020"/>
                    </a:lnTo>
                    <a:lnTo>
                      <a:pt x="1421825" y="881020"/>
                    </a:lnTo>
                    <a:lnTo>
                      <a:pt x="1421825" y="1121038"/>
                    </a:lnTo>
                    <a:lnTo>
                      <a:pt x="1181794" y="1121038"/>
                    </a:lnTo>
                    <a:lnTo>
                      <a:pt x="1181794" y="1361069"/>
                    </a:lnTo>
                    <a:lnTo>
                      <a:pt x="941776" y="1361069"/>
                    </a:lnTo>
                    <a:lnTo>
                      <a:pt x="941776" y="1121038"/>
                    </a:lnTo>
                    <a:lnTo>
                      <a:pt x="701745" y="1121038"/>
                    </a:lnTo>
                    <a:lnTo>
                      <a:pt x="701745" y="881020"/>
                    </a:lnTo>
                    <a:lnTo>
                      <a:pt x="941776" y="881020"/>
                    </a:lnTo>
                    <a:close/>
                    <a:moveTo>
                      <a:pt x="1061785" y="459017"/>
                    </a:moveTo>
                    <a:cubicBezTo>
                      <a:pt x="762440" y="459017"/>
                      <a:pt x="519773" y="701684"/>
                      <a:pt x="519773" y="1001029"/>
                    </a:cubicBezTo>
                    <a:cubicBezTo>
                      <a:pt x="519773" y="1300374"/>
                      <a:pt x="762440" y="1543041"/>
                      <a:pt x="1061785" y="1543041"/>
                    </a:cubicBezTo>
                    <a:cubicBezTo>
                      <a:pt x="1361130" y="1543041"/>
                      <a:pt x="1603797" y="1300374"/>
                      <a:pt x="1603797" y="1001029"/>
                    </a:cubicBezTo>
                    <a:cubicBezTo>
                      <a:pt x="1603797" y="701684"/>
                      <a:pt x="1361130" y="459017"/>
                      <a:pt x="1061785" y="459017"/>
                    </a:cubicBezTo>
                    <a:close/>
                    <a:moveTo>
                      <a:pt x="2837535" y="359296"/>
                    </a:moveTo>
                    <a:cubicBezTo>
                      <a:pt x="2731595" y="359296"/>
                      <a:pt x="2645713" y="445178"/>
                      <a:pt x="2645713" y="551118"/>
                    </a:cubicBezTo>
                    <a:cubicBezTo>
                      <a:pt x="2645713" y="657058"/>
                      <a:pt x="2731595" y="742940"/>
                      <a:pt x="2837535" y="742940"/>
                    </a:cubicBezTo>
                    <a:cubicBezTo>
                      <a:pt x="2943475" y="742940"/>
                      <a:pt x="3029357" y="657058"/>
                      <a:pt x="3029357" y="551118"/>
                    </a:cubicBezTo>
                    <a:cubicBezTo>
                      <a:pt x="3029357" y="445178"/>
                      <a:pt x="2943475" y="359296"/>
                      <a:pt x="2837535" y="359296"/>
                    </a:cubicBezTo>
                    <a:close/>
                    <a:moveTo>
                      <a:pt x="927799" y="0"/>
                    </a:moveTo>
                    <a:lnTo>
                      <a:pt x="2978398" y="0"/>
                    </a:lnTo>
                    <a:cubicBezTo>
                      <a:pt x="3447374" y="0"/>
                      <a:pt x="3902811" y="418280"/>
                      <a:pt x="3926614" y="887256"/>
                    </a:cubicBezTo>
                    <a:cubicBezTo>
                      <a:pt x="4011721" y="1784310"/>
                      <a:pt x="4065643" y="3326870"/>
                      <a:pt x="3630620" y="3349891"/>
                    </a:cubicBezTo>
                    <a:cubicBezTo>
                      <a:pt x="3101375" y="3362701"/>
                      <a:pt x="2778421" y="2566209"/>
                      <a:pt x="2352321" y="2174369"/>
                    </a:cubicBezTo>
                    <a:lnTo>
                      <a:pt x="1572952" y="2174369"/>
                    </a:lnTo>
                    <a:cubicBezTo>
                      <a:pt x="1161652" y="2566210"/>
                      <a:pt x="901104" y="3370635"/>
                      <a:pt x="339051" y="3349892"/>
                    </a:cubicBezTo>
                    <a:cubicBezTo>
                      <a:pt x="-171518" y="3349299"/>
                      <a:pt x="45251" y="1463012"/>
                      <a:pt x="48163" y="849156"/>
                    </a:cubicBezTo>
                    <a:cubicBezTo>
                      <a:pt x="48163" y="380180"/>
                      <a:pt x="458823" y="0"/>
                      <a:pt x="927799"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487" name="Google Shape;1487;p45"/>
              <p:cNvSpPr/>
              <p:nvPr/>
            </p:nvSpPr>
            <p:spPr>
              <a:xfrm>
                <a:off x="7501595" y="3961380"/>
                <a:ext cx="348693" cy="269437"/>
              </a:xfrm>
              <a:custGeom>
                <a:rect b="b" l="l" r="r" t="t"/>
                <a:pathLst>
                  <a:path extrusionOk="0" h="3051548" w="3949160">
                    <a:moveTo>
                      <a:pt x="2339911" y="638678"/>
                    </a:moveTo>
                    <a:cubicBezTo>
                      <a:pt x="3228675" y="638678"/>
                      <a:pt x="3949160" y="1138384"/>
                      <a:pt x="3949160" y="1754802"/>
                    </a:cubicBezTo>
                    <a:cubicBezTo>
                      <a:pt x="3949160" y="2075792"/>
                      <a:pt x="3753790" y="2365135"/>
                      <a:pt x="3440317" y="2567662"/>
                    </a:cubicBezTo>
                    <a:lnTo>
                      <a:pt x="3655878" y="3051548"/>
                    </a:lnTo>
                    <a:lnTo>
                      <a:pt x="2882697" y="2804439"/>
                    </a:lnTo>
                    <a:cubicBezTo>
                      <a:pt x="2713357" y="2847946"/>
                      <a:pt x="2530504" y="2870926"/>
                      <a:pt x="2339911" y="2870926"/>
                    </a:cubicBezTo>
                    <a:cubicBezTo>
                      <a:pt x="1451147" y="2870926"/>
                      <a:pt x="730662" y="2371220"/>
                      <a:pt x="730662" y="1754802"/>
                    </a:cubicBezTo>
                    <a:cubicBezTo>
                      <a:pt x="730662" y="1138384"/>
                      <a:pt x="1451147" y="638678"/>
                      <a:pt x="2339911" y="638678"/>
                    </a:cubicBezTo>
                    <a:close/>
                    <a:moveTo>
                      <a:pt x="1609249" y="0"/>
                    </a:moveTo>
                    <a:cubicBezTo>
                      <a:pt x="2214487" y="0"/>
                      <a:pt x="2741687" y="231736"/>
                      <a:pt x="3015976" y="574644"/>
                    </a:cubicBezTo>
                    <a:cubicBezTo>
                      <a:pt x="2789246" y="488504"/>
                      <a:pt x="2533611" y="440957"/>
                      <a:pt x="2263344" y="440957"/>
                    </a:cubicBezTo>
                    <a:cubicBezTo>
                      <a:pt x="1318096" y="440957"/>
                      <a:pt x="551821" y="1022559"/>
                      <a:pt x="551821" y="1740001"/>
                    </a:cubicBezTo>
                    <a:cubicBezTo>
                      <a:pt x="551821" y="1819940"/>
                      <a:pt x="561334" y="1898193"/>
                      <a:pt x="580963" y="1973803"/>
                    </a:cubicBezTo>
                    <a:cubicBezTo>
                      <a:pt x="578579" y="1972737"/>
                      <a:pt x="677277" y="2155498"/>
                      <a:pt x="675039" y="2154187"/>
                    </a:cubicBezTo>
                    <a:lnTo>
                      <a:pt x="502119" y="2089690"/>
                    </a:lnTo>
                    <a:lnTo>
                      <a:pt x="213774" y="2502637"/>
                    </a:lnTo>
                    <a:cubicBezTo>
                      <a:pt x="162937" y="2145510"/>
                      <a:pt x="82414" y="1758692"/>
                      <a:pt x="31577" y="1383752"/>
                    </a:cubicBezTo>
                    <a:cubicBezTo>
                      <a:pt x="6733" y="1307252"/>
                      <a:pt x="0" y="1197870"/>
                      <a:pt x="0" y="1116124"/>
                    </a:cubicBezTo>
                    <a:cubicBezTo>
                      <a:pt x="0" y="499706"/>
                      <a:pt x="720485" y="0"/>
                      <a:pt x="1609249"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488" name="Google Shape;1488;p45"/>
              <p:cNvSpPr/>
              <p:nvPr/>
            </p:nvSpPr>
            <p:spPr>
              <a:xfrm rot="10800000">
                <a:off x="7556822" y="3332187"/>
                <a:ext cx="299221" cy="322665"/>
              </a:xfrm>
              <a:custGeom>
                <a:rect b="b" l="l" r="r" t="t"/>
                <a:pathLst>
                  <a:path extrusionOk="0" h="3963955" w="3672275">
                    <a:moveTo>
                      <a:pt x="984766" y="3417555"/>
                    </a:moveTo>
                    <a:cubicBezTo>
                      <a:pt x="932254" y="3417555"/>
                      <a:pt x="882982" y="3403623"/>
                      <a:pt x="841068" y="3378104"/>
                    </a:cubicBezTo>
                    <a:lnTo>
                      <a:pt x="840676" y="3378710"/>
                    </a:lnTo>
                    <a:lnTo>
                      <a:pt x="835545" y="3375094"/>
                    </a:lnTo>
                    <a:cubicBezTo>
                      <a:pt x="823791" y="3369308"/>
                      <a:pt x="813094" y="3361844"/>
                      <a:pt x="803763" y="3352697"/>
                    </a:cubicBezTo>
                    <a:cubicBezTo>
                      <a:pt x="147868" y="2908007"/>
                      <a:pt x="-148746" y="2089941"/>
                      <a:pt x="72539" y="1325492"/>
                    </a:cubicBezTo>
                    <a:cubicBezTo>
                      <a:pt x="298018" y="546553"/>
                      <a:pt x="1007805" y="7791"/>
                      <a:pt x="1818686" y="83"/>
                    </a:cubicBezTo>
                    <a:cubicBezTo>
                      <a:pt x="2629567" y="-7624"/>
                      <a:pt x="3349467" y="517549"/>
                      <a:pt x="3589711" y="1292061"/>
                    </a:cubicBezTo>
                    <a:cubicBezTo>
                      <a:pt x="3828334" y="2061344"/>
                      <a:pt x="3537615" y="2895621"/>
                      <a:pt x="2873980" y="3349798"/>
                    </a:cubicBezTo>
                    <a:cubicBezTo>
                      <a:pt x="2824845" y="3391084"/>
                      <a:pt x="2761401" y="3415171"/>
                      <a:pt x="2692355" y="3415171"/>
                    </a:cubicBezTo>
                    <a:cubicBezTo>
                      <a:pt x="2531252" y="3415171"/>
                      <a:pt x="2400652" y="3284038"/>
                      <a:pt x="2400652" y="3122277"/>
                    </a:cubicBezTo>
                    <a:cubicBezTo>
                      <a:pt x="2400652" y="3018609"/>
                      <a:pt x="2454292" y="2927520"/>
                      <a:pt x="2535552" y="2875976"/>
                    </a:cubicBezTo>
                    <a:lnTo>
                      <a:pt x="2534959" y="2875094"/>
                    </a:lnTo>
                    <a:cubicBezTo>
                      <a:pt x="2993902" y="2566441"/>
                      <a:pt x="3196002" y="1993261"/>
                      <a:pt x="3032146" y="1465012"/>
                    </a:cubicBezTo>
                    <a:cubicBezTo>
                      <a:pt x="2868290" y="936764"/>
                      <a:pt x="2377289" y="578575"/>
                      <a:pt x="1824236" y="583831"/>
                    </a:cubicBezTo>
                    <a:cubicBezTo>
                      <a:pt x="1271183" y="589088"/>
                      <a:pt x="787080" y="956545"/>
                      <a:pt x="633294" y="1487812"/>
                    </a:cubicBezTo>
                    <a:cubicBezTo>
                      <a:pt x="479508" y="2019079"/>
                      <a:pt x="692467" y="2588315"/>
                      <a:pt x="1157194" y="2888188"/>
                    </a:cubicBezTo>
                    <a:lnTo>
                      <a:pt x="1156634" y="2889057"/>
                    </a:lnTo>
                    <a:cubicBezTo>
                      <a:pt x="1229500" y="2941659"/>
                      <a:pt x="1276469" y="3027652"/>
                      <a:pt x="1276469" y="3124661"/>
                    </a:cubicBezTo>
                    <a:cubicBezTo>
                      <a:pt x="1276469" y="3286422"/>
                      <a:pt x="1145869" y="3417555"/>
                      <a:pt x="984766" y="3417555"/>
                    </a:cubicBezTo>
                    <a:close/>
                    <a:moveTo>
                      <a:pt x="1836138" y="3963955"/>
                    </a:moveTo>
                    <a:cubicBezTo>
                      <a:pt x="1677062" y="3963955"/>
                      <a:pt x="1548106" y="3834999"/>
                      <a:pt x="1548106" y="3675923"/>
                    </a:cubicBezTo>
                    <a:lnTo>
                      <a:pt x="1548106" y="1958036"/>
                    </a:lnTo>
                    <a:cubicBezTo>
                      <a:pt x="1548106" y="1798960"/>
                      <a:pt x="1677062" y="1670004"/>
                      <a:pt x="1836138" y="1670004"/>
                    </a:cubicBezTo>
                    <a:cubicBezTo>
                      <a:pt x="1995214" y="1670004"/>
                      <a:pt x="2124170" y="1798960"/>
                      <a:pt x="2124170" y="1958036"/>
                    </a:cubicBezTo>
                    <a:lnTo>
                      <a:pt x="2124170" y="3675923"/>
                    </a:lnTo>
                    <a:cubicBezTo>
                      <a:pt x="2124170" y="3834999"/>
                      <a:pt x="1995214" y="3963955"/>
                      <a:pt x="1836138" y="396395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489" name="Google Shape;1489;p45"/>
              <p:cNvSpPr/>
              <p:nvPr/>
            </p:nvSpPr>
            <p:spPr>
              <a:xfrm>
                <a:off x="8516432" y="2099615"/>
                <a:ext cx="296548" cy="296548"/>
              </a:xfrm>
              <a:custGeom>
                <a:rect b="b" l="l" r="r" t="t"/>
                <a:pathLst>
                  <a:path extrusionOk="0" h="3960000" w="3960440">
                    <a:moveTo>
                      <a:pt x="1588743" y="1414211"/>
                    </a:moveTo>
                    <a:cubicBezTo>
                      <a:pt x="1540407" y="1411706"/>
                      <a:pt x="1506842" y="1440258"/>
                      <a:pt x="1506842" y="1478573"/>
                    </a:cubicBezTo>
                    <a:lnTo>
                      <a:pt x="1506842" y="2462752"/>
                    </a:lnTo>
                    <a:cubicBezTo>
                      <a:pt x="1506842" y="2484086"/>
                      <a:pt x="1516471" y="2503171"/>
                      <a:pt x="1532201" y="2515206"/>
                    </a:cubicBezTo>
                    <a:cubicBezTo>
                      <a:pt x="1552351" y="2541621"/>
                      <a:pt x="1589483" y="2548946"/>
                      <a:pt x="1619199" y="2531790"/>
                    </a:cubicBezTo>
                    <a:lnTo>
                      <a:pt x="2471524" y="2039700"/>
                    </a:lnTo>
                    <a:cubicBezTo>
                      <a:pt x="2509339" y="2017643"/>
                      <a:pt x="2509577" y="1945490"/>
                      <a:pt x="2464719" y="1913406"/>
                    </a:cubicBezTo>
                    <a:cubicBezTo>
                      <a:pt x="2315501" y="1808322"/>
                      <a:pt x="1748389" y="1486683"/>
                      <a:pt x="1588743" y="1414211"/>
                    </a:cubicBezTo>
                    <a:close/>
                    <a:moveTo>
                      <a:pt x="1982320" y="904379"/>
                    </a:moveTo>
                    <a:cubicBezTo>
                      <a:pt x="2575020" y="904379"/>
                      <a:pt x="3055498" y="1384857"/>
                      <a:pt x="3055498" y="1977557"/>
                    </a:cubicBezTo>
                    <a:cubicBezTo>
                      <a:pt x="3055498" y="2570257"/>
                      <a:pt x="2575020" y="3050735"/>
                      <a:pt x="1982320" y="3050735"/>
                    </a:cubicBezTo>
                    <a:cubicBezTo>
                      <a:pt x="1389620" y="3050735"/>
                      <a:pt x="909142" y="2570257"/>
                      <a:pt x="909142" y="1977557"/>
                    </a:cubicBezTo>
                    <a:cubicBezTo>
                      <a:pt x="909142" y="1384857"/>
                      <a:pt x="1389620" y="904379"/>
                      <a:pt x="1982320" y="904379"/>
                    </a:cubicBezTo>
                    <a:close/>
                    <a:moveTo>
                      <a:pt x="1982320" y="537397"/>
                    </a:moveTo>
                    <a:cubicBezTo>
                      <a:pt x="1186942" y="537397"/>
                      <a:pt x="542160" y="1182179"/>
                      <a:pt x="542160" y="1977557"/>
                    </a:cubicBezTo>
                    <a:cubicBezTo>
                      <a:pt x="542160" y="2772935"/>
                      <a:pt x="1186942" y="3417717"/>
                      <a:pt x="1982320" y="3417717"/>
                    </a:cubicBezTo>
                    <a:cubicBezTo>
                      <a:pt x="2777698" y="3417717"/>
                      <a:pt x="3422480" y="2772935"/>
                      <a:pt x="3422480" y="1977557"/>
                    </a:cubicBezTo>
                    <a:cubicBezTo>
                      <a:pt x="3422480" y="1182179"/>
                      <a:pt x="2777698" y="537397"/>
                      <a:pt x="1982320" y="537397"/>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490" name="Google Shape;1490;p45"/>
              <p:cNvSpPr/>
              <p:nvPr/>
            </p:nvSpPr>
            <p:spPr>
              <a:xfrm flipH="1">
                <a:off x="7608791" y="4297323"/>
                <a:ext cx="336694" cy="323742"/>
              </a:xfrm>
              <a:custGeom>
                <a:rect b="b" l="l" r="r" t="t"/>
                <a:pathLst>
                  <a:path extrusionOk="0" h="3817544" w="3948393">
                    <a:moveTo>
                      <a:pt x="1888045" y="2370407"/>
                    </a:moveTo>
                    <a:lnTo>
                      <a:pt x="1180379" y="2998560"/>
                    </a:lnTo>
                    <a:lnTo>
                      <a:pt x="695350" y="2712314"/>
                    </a:lnTo>
                    <a:lnTo>
                      <a:pt x="703301" y="3014463"/>
                    </a:lnTo>
                    <a:lnTo>
                      <a:pt x="1888044" y="3817544"/>
                    </a:lnTo>
                    <a:cubicBezTo>
                      <a:pt x="1885393" y="3356368"/>
                      <a:pt x="1874793" y="2911096"/>
                      <a:pt x="1888045" y="2370407"/>
                    </a:cubicBezTo>
                    <a:close/>
                    <a:moveTo>
                      <a:pt x="2059390" y="2370407"/>
                    </a:moveTo>
                    <a:cubicBezTo>
                      <a:pt x="2072642" y="2911096"/>
                      <a:pt x="2062042" y="3356368"/>
                      <a:pt x="2059391" y="3817544"/>
                    </a:cubicBezTo>
                    <a:lnTo>
                      <a:pt x="3244134" y="3014463"/>
                    </a:lnTo>
                    <a:lnTo>
                      <a:pt x="3252085" y="2712314"/>
                    </a:lnTo>
                    <a:lnTo>
                      <a:pt x="2767056" y="2998560"/>
                    </a:lnTo>
                    <a:close/>
                    <a:moveTo>
                      <a:pt x="733907" y="1451867"/>
                    </a:moveTo>
                    <a:lnTo>
                      <a:pt x="0" y="2113471"/>
                    </a:lnTo>
                    <a:lnTo>
                      <a:pt x="1170450" y="2848461"/>
                    </a:lnTo>
                    <a:lnTo>
                      <a:pt x="1919327" y="2170968"/>
                    </a:lnTo>
                    <a:close/>
                    <a:moveTo>
                      <a:pt x="3206900" y="1451867"/>
                    </a:moveTo>
                    <a:lnTo>
                      <a:pt x="2021479" y="2170968"/>
                    </a:lnTo>
                    <a:lnTo>
                      <a:pt x="2770356" y="2848461"/>
                    </a:lnTo>
                    <a:lnTo>
                      <a:pt x="3940806" y="2113471"/>
                    </a:lnTo>
                    <a:close/>
                    <a:moveTo>
                      <a:pt x="1195981" y="0"/>
                    </a:moveTo>
                    <a:lnTo>
                      <a:pt x="10560" y="719101"/>
                    </a:lnTo>
                    <a:lnTo>
                      <a:pt x="759438" y="1396594"/>
                    </a:lnTo>
                    <a:lnTo>
                      <a:pt x="1929887" y="661605"/>
                    </a:lnTo>
                    <a:close/>
                    <a:moveTo>
                      <a:pt x="2762973" y="0"/>
                    </a:moveTo>
                    <a:lnTo>
                      <a:pt x="2029067" y="661605"/>
                    </a:lnTo>
                    <a:lnTo>
                      <a:pt x="3199516" y="1396594"/>
                    </a:lnTo>
                    <a:lnTo>
                      <a:pt x="3948393" y="719101"/>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sp>
          <p:nvSpPr>
            <p:cNvPr id="1491" name="Google Shape;1491;p45"/>
            <p:cNvSpPr/>
            <p:nvPr/>
          </p:nvSpPr>
          <p:spPr>
            <a:xfrm>
              <a:off x="7350231" y="1734252"/>
              <a:ext cx="4243993" cy="4243993"/>
            </a:xfrm>
            <a:prstGeom prst="donut">
              <a:avLst>
                <a:gd fmla="val 14003" name="adj"/>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grpSp>
          <p:nvGrpSpPr>
            <p:cNvPr id="1492" name="Google Shape;1492;p45"/>
            <p:cNvGrpSpPr/>
            <p:nvPr/>
          </p:nvGrpSpPr>
          <p:grpSpPr>
            <a:xfrm>
              <a:off x="7907899" y="2308624"/>
              <a:ext cx="4313146" cy="4771421"/>
              <a:chOff x="7907899" y="2308624"/>
              <a:chExt cx="4313146" cy="4771421"/>
            </a:xfrm>
          </p:grpSpPr>
          <p:sp>
            <p:nvSpPr>
              <p:cNvPr id="1493" name="Google Shape;1493;p45"/>
              <p:cNvSpPr/>
              <p:nvPr/>
            </p:nvSpPr>
            <p:spPr>
              <a:xfrm rot="8348922">
                <a:off x="11198871" y="4958370"/>
                <a:ext cx="306777" cy="2301677"/>
              </a:xfrm>
              <a:custGeom>
                <a:rect b="b" l="l" r="r" t="t"/>
                <a:pathLst>
                  <a:path extrusionOk="0" h="2109330" w="281140">
                    <a:moveTo>
                      <a:pt x="0" y="2109328"/>
                    </a:moveTo>
                    <a:lnTo>
                      <a:pt x="0" y="0"/>
                    </a:lnTo>
                    <a:lnTo>
                      <a:pt x="281140" y="243113"/>
                    </a:lnTo>
                    <a:lnTo>
                      <a:pt x="281140" y="2109330"/>
                    </a:lnTo>
                    <a:close/>
                  </a:path>
                </a:pathLst>
              </a:custGeom>
              <a:solidFill>
                <a:srgbClr val="3F3F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494" name="Google Shape;1494;p45"/>
              <p:cNvSpPr/>
              <p:nvPr/>
            </p:nvSpPr>
            <p:spPr>
              <a:xfrm>
                <a:off x="7907899" y="2308624"/>
                <a:ext cx="3099805" cy="3099806"/>
              </a:xfrm>
              <a:prstGeom prst="donut">
                <a:avLst>
                  <a:gd fmla="val 3665" name="adj"/>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495" name="Google Shape;1495;p45"/>
              <p:cNvSpPr/>
              <p:nvPr/>
            </p:nvSpPr>
            <p:spPr>
              <a:xfrm rot="8399802">
                <a:off x="10257449" y="4979836"/>
                <a:ext cx="498891" cy="307559"/>
              </a:xfrm>
              <a:prstGeom prst="round2SameRect">
                <a:avLst>
                  <a:gd fmla="val 31004" name="adj1"/>
                  <a:gd fmla="val 0" name="adj2"/>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grpSp>
        <p:grpSp>
          <p:nvGrpSpPr>
            <p:cNvPr id="1496" name="Google Shape;1496;p45"/>
            <p:cNvGrpSpPr/>
            <p:nvPr/>
          </p:nvGrpSpPr>
          <p:grpSpPr>
            <a:xfrm>
              <a:off x="8045579" y="2409380"/>
              <a:ext cx="2811142" cy="2844985"/>
              <a:chOff x="8045579" y="2409380"/>
              <a:chExt cx="2811142" cy="2844985"/>
            </a:xfrm>
          </p:grpSpPr>
          <p:sp>
            <p:nvSpPr>
              <p:cNvPr id="1497" name="Google Shape;1497;p45"/>
              <p:cNvSpPr/>
              <p:nvPr/>
            </p:nvSpPr>
            <p:spPr>
              <a:xfrm>
                <a:off x="10509374" y="3444941"/>
                <a:ext cx="343339" cy="343339"/>
              </a:xfrm>
              <a:custGeom>
                <a:rect b="b" l="l" r="r" t="t"/>
                <a:pathLst>
                  <a:path extrusionOk="0" h="2700265" w="2376266">
                    <a:moveTo>
                      <a:pt x="1656387" y="1972892"/>
                    </a:moveTo>
                    <a:cubicBezTo>
                      <a:pt x="1611887" y="1973356"/>
                      <a:pt x="1563385" y="2005080"/>
                      <a:pt x="1534629" y="2057337"/>
                    </a:cubicBezTo>
                    <a:cubicBezTo>
                      <a:pt x="1496288" y="2127013"/>
                      <a:pt x="1507568" y="2206808"/>
                      <a:pt x="1559826" y="2235565"/>
                    </a:cubicBezTo>
                    <a:cubicBezTo>
                      <a:pt x="1612084" y="2264320"/>
                      <a:pt x="1685527" y="2231149"/>
                      <a:pt x="1723869" y="2161473"/>
                    </a:cubicBezTo>
                    <a:cubicBezTo>
                      <a:pt x="1762211" y="2091796"/>
                      <a:pt x="1750931" y="2012000"/>
                      <a:pt x="1698673" y="1983245"/>
                    </a:cubicBezTo>
                    <a:cubicBezTo>
                      <a:pt x="1685608" y="1976055"/>
                      <a:pt x="1671220" y="1972736"/>
                      <a:pt x="1656387" y="1972892"/>
                    </a:cubicBezTo>
                    <a:close/>
                    <a:moveTo>
                      <a:pt x="312688" y="1634792"/>
                    </a:moveTo>
                    <a:cubicBezTo>
                      <a:pt x="281116" y="1626772"/>
                      <a:pt x="249981" y="1631172"/>
                      <a:pt x="226763" y="1649891"/>
                    </a:cubicBezTo>
                    <a:cubicBezTo>
                      <a:pt x="180329" y="1687329"/>
                      <a:pt x="183153" y="1767868"/>
                      <a:pt x="233071" y="1829780"/>
                    </a:cubicBezTo>
                    <a:cubicBezTo>
                      <a:pt x="282989" y="1891692"/>
                      <a:pt x="361097" y="1911533"/>
                      <a:pt x="407532" y="1874094"/>
                    </a:cubicBezTo>
                    <a:cubicBezTo>
                      <a:pt x="453966" y="1836657"/>
                      <a:pt x="451142" y="1756118"/>
                      <a:pt x="401224" y="1694205"/>
                    </a:cubicBezTo>
                    <a:cubicBezTo>
                      <a:pt x="376265" y="1663249"/>
                      <a:pt x="344258" y="1642811"/>
                      <a:pt x="312688" y="1634792"/>
                    </a:cubicBezTo>
                    <a:close/>
                    <a:moveTo>
                      <a:pt x="1869299" y="1519920"/>
                    </a:moveTo>
                    <a:cubicBezTo>
                      <a:pt x="1824865" y="1522388"/>
                      <a:pt x="1777842" y="1556264"/>
                      <a:pt x="1751468" y="1609764"/>
                    </a:cubicBezTo>
                    <a:cubicBezTo>
                      <a:pt x="1716305" y="1681096"/>
                      <a:pt x="1731168" y="1760303"/>
                      <a:pt x="1784668" y="1786676"/>
                    </a:cubicBezTo>
                    <a:cubicBezTo>
                      <a:pt x="1838168" y="1813049"/>
                      <a:pt x="1910044" y="1776602"/>
                      <a:pt x="1945208" y="1705269"/>
                    </a:cubicBezTo>
                    <a:cubicBezTo>
                      <a:pt x="1980371" y="1633937"/>
                      <a:pt x="1965508" y="1554730"/>
                      <a:pt x="1912008" y="1528357"/>
                    </a:cubicBezTo>
                    <a:cubicBezTo>
                      <a:pt x="1898633" y="1521764"/>
                      <a:pt x="1884109" y="1519097"/>
                      <a:pt x="1869299" y="1519920"/>
                    </a:cubicBezTo>
                    <a:close/>
                    <a:moveTo>
                      <a:pt x="741251" y="1329992"/>
                    </a:moveTo>
                    <a:cubicBezTo>
                      <a:pt x="709680" y="1321974"/>
                      <a:pt x="678544" y="1326372"/>
                      <a:pt x="655326" y="1345092"/>
                    </a:cubicBezTo>
                    <a:cubicBezTo>
                      <a:pt x="608892" y="1382530"/>
                      <a:pt x="611716" y="1463069"/>
                      <a:pt x="661634" y="1524981"/>
                    </a:cubicBezTo>
                    <a:cubicBezTo>
                      <a:pt x="711552" y="1586893"/>
                      <a:pt x="789660" y="1606734"/>
                      <a:pt x="836094" y="1569294"/>
                    </a:cubicBezTo>
                    <a:cubicBezTo>
                      <a:pt x="882529" y="1531856"/>
                      <a:pt x="879704" y="1451317"/>
                      <a:pt x="829787" y="1389406"/>
                    </a:cubicBezTo>
                    <a:cubicBezTo>
                      <a:pt x="804828" y="1358450"/>
                      <a:pt x="772822" y="1338012"/>
                      <a:pt x="741251" y="1329992"/>
                    </a:cubicBezTo>
                    <a:close/>
                    <a:moveTo>
                      <a:pt x="2079316" y="1065457"/>
                    </a:moveTo>
                    <a:cubicBezTo>
                      <a:pt x="2035146" y="1070876"/>
                      <a:pt x="1990481" y="1107807"/>
                      <a:pt x="1967725" y="1162943"/>
                    </a:cubicBezTo>
                    <a:cubicBezTo>
                      <a:pt x="1937386" y="1236457"/>
                      <a:pt x="1957487" y="1314499"/>
                      <a:pt x="2012623" y="1337253"/>
                    </a:cubicBezTo>
                    <a:cubicBezTo>
                      <a:pt x="2067759" y="1360009"/>
                      <a:pt x="2137051" y="1318860"/>
                      <a:pt x="2167391" y="1245345"/>
                    </a:cubicBezTo>
                    <a:cubicBezTo>
                      <a:pt x="2197730" y="1171831"/>
                      <a:pt x="2177629" y="1093789"/>
                      <a:pt x="2122493" y="1071035"/>
                    </a:cubicBezTo>
                    <a:cubicBezTo>
                      <a:pt x="2108709" y="1065345"/>
                      <a:pt x="2094040" y="1063650"/>
                      <a:pt x="2079316" y="1065457"/>
                    </a:cubicBezTo>
                    <a:close/>
                    <a:moveTo>
                      <a:pt x="0" y="654162"/>
                    </a:moveTo>
                    <a:lnTo>
                      <a:pt x="1082073" y="1244384"/>
                    </a:lnTo>
                    <a:lnTo>
                      <a:pt x="1121421" y="2700265"/>
                    </a:lnTo>
                    <a:lnTo>
                      <a:pt x="4918" y="1923139"/>
                    </a:lnTo>
                    <a:cubicBezTo>
                      <a:pt x="3279" y="1498508"/>
                      <a:pt x="1639" y="1073875"/>
                      <a:pt x="0" y="654162"/>
                    </a:cubicBezTo>
                    <a:close/>
                    <a:moveTo>
                      <a:pt x="2375644" y="688592"/>
                    </a:moveTo>
                    <a:lnTo>
                      <a:pt x="2360889" y="1967406"/>
                    </a:lnTo>
                    <a:lnTo>
                      <a:pt x="1293570" y="2700265"/>
                    </a:lnTo>
                    <a:lnTo>
                      <a:pt x="1249303" y="1239466"/>
                    </a:lnTo>
                    <a:close/>
                    <a:moveTo>
                      <a:pt x="1214923" y="371219"/>
                    </a:moveTo>
                    <a:cubicBezTo>
                      <a:pt x="1197013" y="368793"/>
                      <a:pt x="1177834" y="369067"/>
                      <a:pt x="1158247" y="372480"/>
                    </a:cubicBezTo>
                    <a:cubicBezTo>
                      <a:pt x="1079899" y="386133"/>
                      <a:pt x="1024686" y="444836"/>
                      <a:pt x="1034926" y="503598"/>
                    </a:cubicBezTo>
                    <a:cubicBezTo>
                      <a:pt x="1045165" y="562359"/>
                      <a:pt x="1116980" y="598927"/>
                      <a:pt x="1195328" y="585274"/>
                    </a:cubicBezTo>
                    <a:cubicBezTo>
                      <a:pt x="1273676" y="571621"/>
                      <a:pt x="1328889" y="512918"/>
                      <a:pt x="1318650" y="454156"/>
                    </a:cubicBezTo>
                    <a:cubicBezTo>
                      <a:pt x="1310970" y="410086"/>
                      <a:pt x="1268654" y="378499"/>
                      <a:pt x="1214923" y="371219"/>
                    </a:cubicBezTo>
                    <a:close/>
                    <a:moveTo>
                      <a:pt x="1185985" y="0"/>
                    </a:moveTo>
                    <a:lnTo>
                      <a:pt x="2376266" y="506608"/>
                    </a:lnTo>
                    <a:lnTo>
                      <a:pt x="1161392" y="1101748"/>
                    </a:lnTo>
                    <a:lnTo>
                      <a:pt x="10460" y="491852"/>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498" name="Google Shape;1498;p45"/>
              <p:cNvSpPr/>
              <p:nvPr/>
            </p:nvSpPr>
            <p:spPr>
              <a:xfrm>
                <a:off x="8174482" y="4174830"/>
                <a:ext cx="392828" cy="392828"/>
              </a:xfrm>
              <a:custGeom>
                <a:rect b="b" l="l" r="r" t="t"/>
                <a:pathLst>
                  <a:path extrusionOk="0" h="4259405" w="4088964">
                    <a:moveTo>
                      <a:pt x="1480605" y="2231940"/>
                    </a:moveTo>
                    <a:lnTo>
                      <a:pt x="1199818" y="2044620"/>
                    </a:lnTo>
                    <a:lnTo>
                      <a:pt x="761621" y="2687221"/>
                    </a:lnTo>
                    <a:cubicBezTo>
                      <a:pt x="501536" y="2652619"/>
                      <a:pt x="265323" y="2467912"/>
                      <a:pt x="39127" y="2272940"/>
                    </a:cubicBezTo>
                    <a:cubicBezTo>
                      <a:pt x="-80639" y="2070133"/>
                      <a:pt x="269496" y="1743507"/>
                      <a:pt x="374515" y="1494038"/>
                    </a:cubicBezTo>
                    <a:lnTo>
                      <a:pt x="93728" y="1306717"/>
                    </a:lnTo>
                    <a:lnTo>
                      <a:pt x="1091841" y="1312633"/>
                    </a:lnTo>
                    <a:close/>
                    <a:moveTo>
                      <a:pt x="2759566" y="226796"/>
                    </a:moveTo>
                    <a:cubicBezTo>
                      <a:pt x="2331051" y="377379"/>
                      <a:pt x="2150002" y="492309"/>
                      <a:pt x="1991062" y="643648"/>
                    </a:cubicBezTo>
                    <a:lnTo>
                      <a:pt x="1463599" y="1446568"/>
                    </a:lnTo>
                    <a:lnTo>
                      <a:pt x="610317" y="909936"/>
                    </a:lnTo>
                    <a:cubicBezTo>
                      <a:pt x="810411" y="627556"/>
                      <a:pt x="1020899" y="239191"/>
                      <a:pt x="1244930" y="61882"/>
                    </a:cubicBezTo>
                    <a:cubicBezTo>
                      <a:pt x="1491876" y="-75367"/>
                      <a:pt x="1697752" y="31605"/>
                      <a:pt x="2759566" y="226796"/>
                    </a:cubicBezTo>
                    <a:close/>
                    <a:moveTo>
                      <a:pt x="1722488" y="3820535"/>
                    </a:moveTo>
                    <a:cubicBezTo>
                      <a:pt x="1376925" y="3801485"/>
                      <a:pt x="936112" y="3830060"/>
                      <a:pt x="666750" y="3734810"/>
                    </a:cubicBezTo>
                    <a:cubicBezTo>
                      <a:pt x="419100" y="3598835"/>
                      <a:pt x="400050" y="3367610"/>
                      <a:pt x="0" y="2364860"/>
                    </a:cubicBezTo>
                    <a:cubicBezTo>
                      <a:pt x="355600" y="2647435"/>
                      <a:pt x="549276" y="2739510"/>
                      <a:pt x="762000" y="2793485"/>
                    </a:cubicBezTo>
                    <a:lnTo>
                      <a:pt x="1722487" y="2812535"/>
                    </a:lnTo>
                    <a:close/>
                    <a:moveTo>
                      <a:pt x="3605396" y="869465"/>
                    </a:moveTo>
                    <a:lnTo>
                      <a:pt x="3069019" y="1711228"/>
                    </a:lnTo>
                    <a:lnTo>
                      <a:pt x="2083849" y="1550906"/>
                    </a:lnTo>
                    <a:lnTo>
                      <a:pt x="2391902" y="1412941"/>
                    </a:lnTo>
                    <a:lnTo>
                      <a:pt x="2081217" y="699900"/>
                    </a:lnTo>
                    <a:cubicBezTo>
                      <a:pt x="2248971" y="498156"/>
                      <a:pt x="2531081" y="396532"/>
                      <a:pt x="2816547" y="308854"/>
                    </a:cubicBezTo>
                    <a:cubicBezTo>
                      <a:pt x="3051986" y="315439"/>
                      <a:pt x="3142075" y="785719"/>
                      <a:pt x="3297344" y="1007430"/>
                    </a:cubicBezTo>
                    <a:close/>
                    <a:moveTo>
                      <a:pt x="3222215" y="3788662"/>
                    </a:moveTo>
                    <a:cubicBezTo>
                      <a:pt x="3089072" y="3954283"/>
                      <a:pt x="2662122" y="3869088"/>
                      <a:pt x="2413930" y="3921936"/>
                    </a:cubicBezTo>
                    <a:lnTo>
                      <a:pt x="2420658" y="4259405"/>
                    </a:lnTo>
                    <a:lnTo>
                      <a:pt x="1855155" y="3436926"/>
                    </a:lnTo>
                    <a:lnTo>
                      <a:pt x="2387428" y="2592563"/>
                    </a:lnTo>
                    <a:lnTo>
                      <a:pt x="2394156" y="2930032"/>
                    </a:lnTo>
                    <a:lnTo>
                      <a:pt x="3171906" y="2922431"/>
                    </a:lnTo>
                    <a:cubicBezTo>
                      <a:pt x="3292132" y="3155642"/>
                      <a:pt x="3275533" y="3455038"/>
                      <a:pt x="3244786" y="3752078"/>
                    </a:cubicBezTo>
                    <a:cubicBezTo>
                      <a:pt x="3238662" y="3765464"/>
                      <a:pt x="3231091" y="3777620"/>
                      <a:pt x="3222215" y="3788662"/>
                    </a:cubicBezTo>
                    <a:close/>
                    <a:moveTo>
                      <a:pt x="3948285" y="2834020"/>
                    </a:moveTo>
                    <a:cubicBezTo>
                      <a:pt x="3833022" y="3018741"/>
                      <a:pt x="3639730" y="3281008"/>
                      <a:pt x="3342579" y="3731662"/>
                    </a:cubicBezTo>
                    <a:cubicBezTo>
                      <a:pt x="3371271" y="3278367"/>
                      <a:pt x="3336159" y="3066813"/>
                      <a:pt x="3258895" y="2861397"/>
                    </a:cubicBezTo>
                    <a:lnTo>
                      <a:pt x="2725671" y="2062291"/>
                    </a:lnTo>
                    <a:lnTo>
                      <a:pt x="3552883" y="1486284"/>
                    </a:lnTo>
                    <a:cubicBezTo>
                      <a:pt x="3734716" y="1780754"/>
                      <a:pt x="4010062" y="2126176"/>
                      <a:pt x="4085819" y="2401657"/>
                    </a:cubicBezTo>
                    <a:cubicBezTo>
                      <a:pt x="4100783" y="2542124"/>
                      <a:pt x="4063549" y="2649298"/>
                      <a:pt x="3948285" y="283402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499" name="Google Shape;1499;p45"/>
              <p:cNvSpPr/>
              <p:nvPr/>
            </p:nvSpPr>
            <p:spPr>
              <a:xfrm>
                <a:off x="9225535" y="2409380"/>
                <a:ext cx="393582" cy="392828"/>
              </a:xfrm>
              <a:custGeom>
                <a:rect b="b" l="l" r="r" t="t"/>
                <a:pathLst>
                  <a:path extrusionOk="0" h="4012920" w="4020621">
                    <a:moveTo>
                      <a:pt x="780213" y="3724888"/>
                    </a:moveTo>
                    <a:lnTo>
                      <a:pt x="2868445" y="3724888"/>
                    </a:lnTo>
                    <a:lnTo>
                      <a:pt x="2868445" y="4012920"/>
                    </a:lnTo>
                    <a:lnTo>
                      <a:pt x="780213" y="4012920"/>
                    </a:lnTo>
                    <a:close/>
                    <a:moveTo>
                      <a:pt x="4020621" y="2152587"/>
                    </a:moveTo>
                    <a:lnTo>
                      <a:pt x="4020621" y="3448731"/>
                    </a:lnTo>
                    <a:lnTo>
                      <a:pt x="3903908" y="3386593"/>
                    </a:lnTo>
                    <a:lnTo>
                      <a:pt x="3903908" y="2214725"/>
                    </a:lnTo>
                    <a:close/>
                    <a:moveTo>
                      <a:pt x="1582587" y="1544569"/>
                    </a:moveTo>
                    <a:cubicBezTo>
                      <a:pt x="1525677" y="1652847"/>
                      <a:pt x="1434945" y="1739939"/>
                      <a:pt x="1324158" y="1792547"/>
                    </a:cubicBezTo>
                    <a:lnTo>
                      <a:pt x="1790243" y="1792547"/>
                    </a:lnTo>
                    <a:cubicBezTo>
                      <a:pt x="1708293" y="1721838"/>
                      <a:pt x="1638004" y="1638154"/>
                      <a:pt x="1582587" y="1544569"/>
                    </a:cubicBezTo>
                    <a:close/>
                    <a:moveTo>
                      <a:pt x="1238323" y="1312673"/>
                    </a:moveTo>
                    <a:cubicBezTo>
                      <a:pt x="1173622" y="1312673"/>
                      <a:pt x="1121172" y="1365123"/>
                      <a:pt x="1121172" y="1429824"/>
                    </a:cubicBezTo>
                    <a:cubicBezTo>
                      <a:pt x="1121172" y="1494525"/>
                      <a:pt x="1173622" y="1546975"/>
                      <a:pt x="1238323" y="1546975"/>
                    </a:cubicBezTo>
                    <a:cubicBezTo>
                      <a:pt x="1303024" y="1546975"/>
                      <a:pt x="1355474" y="1494525"/>
                      <a:pt x="1355474" y="1429824"/>
                    </a:cubicBezTo>
                    <a:cubicBezTo>
                      <a:pt x="1355474" y="1365123"/>
                      <a:pt x="1303024" y="1312673"/>
                      <a:pt x="1238323" y="1312673"/>
                    </a:cubicBezTo>
                    <a:close/>
                    <a:moveTo>
                      <a:pt x="870057" y="1312673"/>
                    </a:moveTo>
                    <a:cubicBezTo>
                      <a:pt x="805356" y="1312673"/>
                      <a:pt x="752906" y="1365123"/>
                      <a:pt x="752906" y="1429824"/>
                    </a:cubicBezTo>
                    <a:cubicBezTo>
                      <a:pt x="752906" y="1494525"/>
                      <a:pt x="805356" y="1546975"/>
                      <a:pt x="870057" y="1546975"/>
                    </a:cubicBezTo>
                    <a:cubicBezTo>
                      <a:pt x="934758" y="1546975"/>
                      <a:pt x="987208" y="1494525"/>
                      <a:pt x="987208" y="1429824"/>
                    </a:cubicBezTo>
                    <a:cubicBezTo>
                      <a:pt x="987208" y="1365123"/>
                      <a:pt x="934758" y="1312673"/>
                      <a:pt x="870057" y="1312673"/>
                    </a:cubicBezTo>
                    <a:close/>
                    <a:moveTo>
                      <a:pt x="2775838" y="1127627"/>
                    </a:moveTo>
                    <a:cubicBezTo>
                      <a:pt x="2666578" y="1127627"/>
                      <a:pt x="2578006" y="1216199"/>
                      <a:pt x="2578006" y="1325459"/>
                    </a:cubicBezTo>
                    <a:cubicBezTo>
                      <a:pt x="2578006" y="1434719"/>
                      <a:pt x="2666578" y="1523291"/>
                      <a:pt x="2775838" y="1523291"/>
                    </a:cubicBezTo>
                    <a:cubicBezTo>
                      <a:pt x="2885098" y="1523291"/>
                      <a:pt x="2973670" y="1434719"/>
                      <a:pt x="2973670" y="1325459"/>
                    </a:cubicBezTo>
                    <a:cubicBezTo>
                      <a:pt x="2973670" y="1216199"/>
                      <a:pt x="2885098" y="1127627"/>
                      <a:pt x="2775838" y="1127627"/>
                    </a:cubicBezTo>
                    <a:close/>
                    <a:moveTo>
                      <a:pt x="2153949" y="1127627"/>
                    </a:moveTo>
                    <a:cubicBezTo>
                      <a:pt x="2044689" y="1127627"/>
                      <a:pt x="1956117" y="1216199"/>
                      <a:pt x="1956117" y="1325459"/>
                    </a:cubicBezTo>
                    <a:cubicBezTo>
                      <a:pt x="1956117" y="1434719"/>
                      <a:pt x="2044689" y="1523291"/>
                      <a:pt x="2153949" y="1523291"/>
                    </a:cubicBezTo>
                    <a:cubicBezTo>
                      <a:pt x="2263209" y="1523291"/>
                      <a:pt x="2351781" y="1434719"/>
                      <a:pt x="2351781" y="1325459"/>
                    </a:cubicBezTo>
                    <a:cubicBezTo>
                      <a:pt x="2351781" y="1216199"/>
                      <a:pt x="2263209" y="1127627"/>
                      <a:pt x="2153949" y="1127627"/>
                    </a:cubicBezTo>
                    <a:close/>
                    <a:moveTo>
                      <a:pt x="1238323" y="956510"/>
                    </a:moveTo>
                    <a:cubicBezTo>
                      <a:pt x="1173622" y="956510"/>
                      <a:pt x="1121172" y="1008960"/>
                      <a:pt x="1121172" y="1073661"/>
                    </a:cubicBezTo>
                    <a:cubicBezTo>
                      <a:pt x="1121172" y="1138362"/>
                      <a:pt x="1173622" y="1190812"/>
                      <a:pt x="1238323" y="1190812"/>
                    </a:cubicBezTo>
                    <a:cubicBezTo>
                      <a:pt x="1303024" y="1190812"/>
                      <a:pt x="1355474" y="1138362"/>
                      <a:pt x="1355474" y="1073661"/>
                    </a:cubicBezTo>
                    <a:cubicBezTo>
                      <a:pt x="1355474" y="1008960"/>
                      <a:pt x="1303024" y="956510"/>
                      <a:pt x="1238323" y="956510"/>
                    </a:cubicBezTo>
                    <a:close/>
                    <a:moveTo>
                      <a:pt x="870057" y="956510"/>
                    </a:moveTo>
                    <a:cubicBezTo>
                      <a:pt x="805356" y="956510"/>
                      <a:pt x="752906" y="1008960"/>
                      <a:pt x="752906" y="1073661"/>
                    </a:cubicBezTo>
                    <a:cubicBezTo>
                      <a:pt x="752906" y="1138362"/>
                      <a:pt x="805356" y="1190812"/>
                      <a:pt x="870057" y="1190812"/>
                    </a:cubicBezTo>
                    <a:cubicBezTo>
                      <a:pt x="934758" y="1190812"/>
                      <a:pt x="987208" y="1138362"/>
                      <a:pt x="987208" y="1073661"/>
                    </a:cubicBezTo>
                    <a:cubicBezTo>
                      <a:pt x="987208" y="1008960"/>
                      <a:pt x="934758" y="956510"/>
                      <a:pt x="870057" y="956510"/>
                    </a:cubicBezTo>
                    <a:close/>
                    <a:moveTo>
                      <a:pt x="2775838" y="526176"/>
                    </a:moveTo>
                    <a:cubicBezTo>
                      <a:pt x="2666578" y="526176"/>
                      <a:pt x="2578006" y="614748"/>
                      <a:pt x="2578006" y="724008"/>
                    </a:cubicBezTo>
                    <a:cubicBezTo>
                      <a:pt x="2578006" y="833268"/>
                      <a:pt x="2666578" y="921840"/>
                      <a:pt x="2775838" y="921840"/>
                    </a:cubicBezTo>
                    <a:cubicBezTo>
                      <a:pt x="2885098" y="921840"/>
                      <a:pt x="2973670" y="833268"/>
                      <a:pt x="2973670" y="724008"/>
                    </a:cubicBezTo>
                    <a:cubicBezTo>
                      <a:pt x="2973670" y="614748"/>
                      <a:pt x="2885098" y="526176"/>
                      <a:pt x="2775838" y="526176"/>
                    </a:cubicBezTo>
                    <a:close/>
                    <a:moveTo>
                      <a:pt x="2153949" y="526176"/>
                    </a:moveTo>
                    <a:cubicBezTo>
                      <a:pt x="2044689" y="526176"/>
                      <a:pt x="1956117" y="614748"/>
                      <a:pt x="1956117" y="724008"/>
                    </a:cubicBezTo>
                    <a:cubicBezTo>
                      <a:pt x="1956117" y="833268"/>
                      <a:pt x="2044689" y="921840"/>
                      <a:pt x="2153949" y="921840"/>
                    </a:cubicBezTo>
                    <a:cubicBezTo>
                      <a:pt x="2263209" y="921840"/>
                      <a:pt x="2351781" y="833268"/>
                      <a:pt x="2351781" y="724008"/>
                    </a:cubicBezTo>
                    <a:cubicBezTo>
                      <a:pt x="2351781" y="614748"/>
                      <a:pt x="2263209" y="526176"/>
                      <a:pt x="2153949" y="526176"/>
                    </a:cubicBezTo>
                    <a:close/>
                    <a:moveTo>
                      <a:pt x="2464893" y="0"/>
                    </a:moveTo>
                    <a:cubicBezTo>
                      <a:pt x="3030837" y="0"/>
                      <a:pt x="3489626" y="458789"/>
                      <a:pt x="3489626" y="1024733"/>
                    </a:cubicBezTo>
                    <a:cubicBezTo>
                      <a:pt x="3489626" y="1442455"/>
                      <a:pt x="3239684" y="1801800"/>
                      <a:pt x="2880320" y="1959209"/>
                    </a:cubicBezTo>
                    <a:lnTo>
                      <a:pt x="2880320" y="2008571"/>
                    </a:lnTo>
                    <a:lnTo>
                      <a:pt x="3250857" y="2008571"/>
                    </a:lnTo>
                    <a:lnTo>
                      <a:pt x="3250857" y="2359970"/>
                    </a:lnTo>
                    <a:lnTo>
                      <a:pt x="3437294" y="2359970"/>
                    </a:lnTo>
                    <a:lnTo>
                      <a:pt x="3437294" y="2360694"/>
                    </a:lnTo>
                    <a:lnTo>
                      <a:pt x="3852060" y="2233461"/>
                    </a:lnTo>
                    <a:lnTo>
                      <a:pt x="3852060" y="3367858"/>
                    </a:lnTo>
                    <a:lnTo>
                      <a:pt x="3437294" y="3240624"/>
                    </a:lnTo>
                    <a:lnTo>
                      <a:pt x="3437294" y="3241349"/>
                    </a:lnTo>
                    <a:lnTo>
                      <a:pt x="3250857" y="3241349"/>
                    </a:lnTo>
                    <a:lnTo>
                      <a:pt x="3250857" y="3633063"/>
                    </a:lnTo>
                    <a:lnTo>
                      <a:pt x="298529" y="3633063"/>
                    </a:lnTo>
                    <a:lnTo>
                      <a:pt x="298529" y="2431730"/>
                    </a:lnTo>
                    <a:lnTo>
                      <a:pt x="0" y="2008571"/>
                    </a:lnTo>
                    <a:lnTo>
                      <a:pt x="298529" y="2008571"/>
                    </a:lnTo>
                    <a:lnTo>
                      <a:pt x="792088" y="2008571"/>
                    </a:lnTo>
                    <a:lnTo>
                      <a:pt x="792088" y="1796817"/>
                    </a:lnTo>
                    <a:cubicBezTo>
                      <a:pt x="587745" y="1700755"/>
                      <a:pt x="447370" y="1492642"/>
                      <a:pt x="447370" y="1251742"/>
                    </a:cubicBezTo>
                    <a:cubicBezTo>
                      <a:pt x="447370" y="916605"/>
                      <a:pt x="719053" y="644923"/>
                      <a:pt x="1054190" y="644923"/>
                    </a:cubicBezTo>
                    <a:cubicBezTo>
                      <a:pt x="1212753" y="644923"/>
                      <a:pt x="1357112" y="705740"/>
                      <a:pt x="1463939" y="806702"/>
                    </a:cubicBezTo>
                    <a:cubicBezTo>
                      <a:pt x="1563407" y="345444"/>
                      <a:pt x="1973809" y="0"/>
                      <a:pt x="2464893"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500" name="Google Shape;1500;p45"/>
              <p:cNvSpPr/>
              <p:nvPr/>
            </p:nvSpPr>
            <p:spPr>
              <a:xfrm rot="9900000">
                <a:off x="10073915" y="2714730"/>
                <a:ext cx="351357" cy="423598"/>
              </a:xfrm>
              <a:custGeom>
                <a:rect b="b" l="l" r="r" t="t"/>
                <a:pathLst>
                  <a:path extrusionOk="0" h="4064034" w="3370953">
                    <a:moveTo>
                      <a:pt x="307836" y="3226369"/>
                    </a:moveTo>
                    <a:lnTo>
                      <a:pt x="307836" y="2810144"/>
                    </a:lnTo>
                    <a:lnTo>
                      <a:pt x="1258549" y="2810144"/>
                    </a:lnTo>
                    <a:lnTo>
                      <a:pt x="1331954" y="2516524"/>
                    </a:lnTo>
                    <a:lnTo>
                      <a:pt x="1639161" y="2516524"/>
                    </a:lnTo>
                    <a:lnTo>
                      <a:pt x="1806826" y="1890788"/>
                    </a:lnTo>
                    <a:cubicBezTo>
                      <a:pt x="1709407" y="1836984"/>
                      <a:pt x="1651662" y="1730051"/>
                      <a:pt x="1660897" y="1618049"/>
                    </a:cubicBezTo>
                    <a:lnTo>
                      <a:pt x="497736" y="946498"/>
                    </a:lnTo>
                    <a:lnTo>
                      <a:pt x="415801" y="1252284"/>
                    </a:lnTo>
                    <a:cubicBezTo>
                      <a:pt x="388670" y="1353539"/>
                      <a:pt x="284592" y="1413628"/>
                      <a:pt x="183338" y="1386497"/>
                    </a:cubicBezTo>
                    <a:lnTo>
                      <a:pt x="0" y="1337372"/>
                    </a:lnTo>
                    <a:lnTo>
                      <a:pt x="358348" y="0"/>
                    </a:lnTo>
                    <a:lnTo>
                      <a:pt x="541685" y="49125"/>
                    </a:lnTo>
                    <a:cubicBezTo>
                      <a:pt x="642940" y="76256"/>
                      <a:pt x="703029" y="180334"/>
                      <a:pt x="675898" y="281588"/>
                    </a:cubicBezTo>
                    <a:lnTo>
                      <a:pt x="574914" y="658466"/>
                    </a:lnTo>
                    <a:lnTo>
                      <a:pt x="1826395" y="1381009"/>
                    </a:lnTo>
                    <a:cubicBezTo>
                      <a:pt x="1885142" y="1352063"/>
                      <a:pt x="1954182" y="1344264"/>
                      <a:pt x="2022379" y="1362537"/>
                    </a:cubicBezTo>
                    <a:cubicBezTo>
                      <a:pt x="2176035" y="1403709"/>
                      <a:pt x="2267221" y="1561647"/>
                      <a:pt x="2226049" y="1715303"/>
                    </a:cubicBezTo>
                    <a:cubicBezTo>
                      <a:pt x="2207347" y="1785100"/>
                      <a:pt x="2164552" y="1842007"/>
                      <a:pt x="2108323" y="1878457"/>
                    </a:cubicBezTo>
                    <a:lnTo>
                      <a:pt x="1937353" y="2516524"/>
                    </a:lnTo>
                    <a:lnTo>
                      <a:pt x="2236046" y="2516524"/>
                    </a:lnTo>
                    <a:lnTo>
                      <a:pt x="2309451" y="2810144"/>
                    </a:lnTo>
                    <a:lnTo>
                      <a:pt x="2828116" y="2810144"/>
                    </a:lnTo>
                    <a:lnTo>
                      <a:pt x="2828116" y="2930119"/>
                    </a:lnTo>
                    <a:lnTo>
                      <a:pt x="2945247" y="2930119"/>
                    </a:lnTo>
                    <a:lnTo>
                      <a:pt x="3109201" y="2856867"/>
                    </a:lnTo>
                    <a:cubicBezTo>
                      <a:pt x="3112004" y="2849082"/>
                      <a:pt x="3119624" y="2844415"/>
                      <a:pt x="3128335" y="2844415"/>
                    </a:cubicBezTo>
                    <a:lnTo>
                      <a:pt x="3223771" y="2844415"/>
                    </a:lnTo>
                    <a:cubicBezTo>
                      <a:pt x="3236949" y="2844415"/>
                      <a:pt x="3247631" y="2855097"/>
                      <a:pt x="3247631" y="2868275"/>
                    </a:cubicBezTo>
                    <a:lnTo>
                      <a:pt x="3247631" y="3606750"/>
                    </a:lnTo>
                    <a:cubicBezTo>
                      <a:pt x="3247631" y="3619928"/>
                      <a:pt x="3236949" y="3630610"/>
                      <a:pt x="3223771" y="3630610"/>
                    </a:cubicBezTo>
                    <a:lnTo>
                      <a:pt x="3128335" y="3630610"/>
                    </a:lnTo>
                    <a:cubicBezTo>
                      <a:pt x="3120852" y="3630610"/>
                      <a:pt x="3114174" y="3627166"/>
                      <a:pt x="3110472" y="3621230"/>
                    </a:cubicBezTo>
                    <a:lnTo>
                      <a:pt x="3110472" y="3624351"/>
                    </a:lnTo>
                    <a:lnTo>
                      <a:pt x="2954172" y="3554518"/>
                    </a:lnTo>
                    <a:lnTo>
                      <a:pt x="2954172" y="3558788"/>
                    </a:lnTo>
                    <a:lnTo>
                      <a:pt x="2828116" y="3558788"/>
                    </a:lnTo>
                    <a:lnTo>
                      <a:pt x="2828116" y="3630610"/>
                    </a:lnTo>
                    <a:lnTo>
                      <a:pt x="2038337" y="3226369"/>
                    </a:lnTo>
                    <a:close/>
                    <a:moveTo>
                      <a:pt x="77048" y="4064034"/>
                    </a:moveTo>
                    <a:lnTo>
                      <a:pt x="77048" y="3342578"/>
                    </a:lnTo>
                    <a:lnTo>
                      <a:pt x="2050947" y="3342578"/>
                    </a:lnTo>
                    <a:lnTo>
                      <a:pt x="3370953" y="4058524"/>
                    </a:lnTo>
                    <a:lnTo>
                      <a:pt x="3370953" y="4064034"/>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501" name="Google Shape;1501;p45"/>
              <p:cNvSpPr/>
              <p:nvPr/>
            </p:nvSpPr>
            <p:spPr>
              <a:xfrm rot="3600000">
                <a:off x="8507130" y="4424299"/>
                <a:ext cx="162074" cy="478539"/>
              </a:xfrm>
              <a:custGeom>
                <a:rect b="b" l="l" r="r" t="t"/>
                <a:pathLst>
                  <a:path extrusionOk="0" h="3920353" w="1327763">
                    <a:moveTo>
                      <a:pt x="483881" y="2840232"/>
                    </a:moveTo>
                    <a:lnTo>
                      <a:pt x="843881" y="2840232"/>
                    </a:lnTo>
                    <a:lnTo>
                      <a:pt x="843881" y="3920353"/>
                    </a:lnTo>
                    <a:lnTo>
                      <a:pt x="483881" y="3920353"/>
                    </a:lnTo>
                    <a:close/>
                    <a:moveTo>
                      <a:pt x="757697" y="168239"/>
                    </a:moveTo>
                    <a:lnTo>
                      <a:pt x="757697" y="384263"/>
                    </a:lnTo>
                    <a:lnTo>
                      <a:pt x="930062" y="384263"/>
                    </a:lnTo>
                    <a:lnTo>
                      <a:pt x="930062" y="168239"/>
                    </a:lnTo>
                    <a:close/>
                    <a:moveTo>
                      <a:pt x="432932" y="168239"/>
                    </a:moveTo>
                    <a:lnTo>
                      <a:pt x="432932" y="384263"/>
                    </a:lnTo>
                    <a:lnTo>
                      <a:pt x="605297" y="384263"/>
                    </a:lnTo>
                    <a:lnTo>
                      <a:pt x="605297" y="168239"/>
                    </a:lnTo>
                    <a:close/>
                    <a:moveTo>
                      <a:pt x="168643" y="0"/>
                    </a:moveTo>
                    <a:lnTo>
                      <a:pt x="1159119" y="0"/>
                    </a:lnTo>
                    <a:lnTo>
                      <a:pt x="1159119" y="539093"/>
                    </a:lnTo>
                    <a:lnTo>
                      <a:pt x="1327763" y="539093"/>
                    </a:lnTo>
                    <a:lnTo>
                      <a:pt x="1327763" y="2245406"/>
                    </a:lnTo>
                    <a:lnTo>
                      <a:pt x="1318300" y="2245406"/>
                    </a:lnTo>
                    <a:lnTo>
                      <a:pt x="1127664" y="2719000"/>
                    </a:lnTo>
                    <a:lnTo>
                      <a:pt x="200100" y="2719000"/>
                    </a:lnTo>
                    <a:lnTo>
                      <a:pt x="9464" y="2245406"/>
                    </a:lnTo>
                    <a:lnTo>
                      <a:pt x="0" y="2245406"/>
                    </a:lnTo>
                    <a:lnTo>
                      <a:pt x="0" y="539093"/>
                    </a:lnTo>
                    <a:lnTo>
                      <a:pt x="168643" y="539093"/>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502" name="Google Shape;1502;p45"/>
              <p:cNvSpPr/>
              <p:nvPr/>
            </p:nvSpPr>
            <p:spPr>
              <a:xfrm>
                <a:off x="8045579" y="3848133"/>
                <a:ext cx="330939" cy="260933"/>
              </a:xfrm>
              <a:custGeom>
                <a:rect b="b" l="l" r="r" t="t"/>
                <a:pathLst>
                  <a:path extrusionOk="0" h="2952328" w="3744416">
                    <a:moveTo>
                      <a:pt x="184806" y="576064"/>
                    </a:moveTo>
                    <a:lnTo>
                      <a:pt x="895314" y="576064"/>
                    </a:lnTo>
                    <a:cubicBezTo>
                      <a:pt x="997380" y="576064"/>
                      <a:pt x="1080120" y="658804"/>
                      <a:pt x="1080120" y="760870"/>
                    </a:cubicBezTo>
                    <a:lnTo>
                      <a:pt x="1080120" y="792088"/>
                    </a:lnTo>
                    <a:lnTo>
                      <a:pt x="3312368" y="792088"/>
                    </a:lnTo>
                    <a:lnTo>
                      <a:pt x="3312368" y="2952328"/>
                    </a:lnTo>
                    <a:lnTo>
                      <a:pt x="0" y="2952328"/>
                    </a:lnTo>
                    <a:lnTo>
                      <a:pt x="0" y="1072569"/>
                    </a:lnTo>
                    <a:lnTo>
                      <a:pt x="0" y="792088"/>
                    </a:lnTo>
                    <a:lnTo>
                      <a:pt x="0" y="760870"/>
                    </a:lnTo>
                    <a:cubicBezTo>
                      <a:pt x="0" y="658804"/>
                      <a:pt x="82740" y="576064"/>
                      <a:pt x="184806" y="576064"/>
                    </a:cubicBezTo>
                    <a:close/>
                    <a:moveTo>
                      <a:pt x="616854" y="0"/>
                    </a:moveTo>
                    <a:lnTo>
                      <a:pt x="1327362" y="0"/>
                    </a:lnTo>
                    <a:cubicBezTo>
                      <a:pt x="1429428" y="0"/>
                      <a:pt x="1512168" y="82740"/>
                      <a:pt x="1512168" y="184806"/>
                    </a:cubicBezTo>
                    <a:lnTo>
                      <a:pt x="1512168" y="216024"/>
                    </a:lnTo>
                    <a:lnTo>
                      <a:pt x="3744416" y="216024"/>
                    </a:lnTo>
                    <a:lnTo>
                      <a:pt x="3744416" y="2376264"/>
                    </a:lnTo>
                    <a:lnTo>
                      <a:pt x="3464768" y="2376264"/>
                    </a:lnTo>
                    <a:lnTo>
                      <a:pt x="3464768" y="648072"/>
                    </a:lnTo>
                    <a:lnTo>
                      <a:pt x="1232520" y="648072"/>
                    </a:lnTo>
                    <a:lnTo>
                      <a:pt x="1232520" y="616854"/>
                    </a:lnTo>
                    <a:cubicBezTo>
                      <a:pt x="1232520" y="514788"/>
                      <a:pt x="1149780" y="432048"/>
                      <a:pt x="1047714" y="432048"/>
                    </a:cubicBezTo>
                    <a:lnTo>
                      <a:pt x="432048" y="432048"/>
                    </a:lnTo>
                    <a:lnTo>
                      <a:pt x="432048" y="216024"/>
                    </a:lnTo>
                    <a:lnTo>
                      <a:pt x="432048" y="184806"/>
                    </a:lnTo>
                    <a:cubicBezTo>
                      <a:pt x="432048" y="82740"/>
                      <a:pt x="514788" y="0"/>
                      <a:pt x="61685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503" name="Google Shape;1503;p45"/>
              <p:cNvSpPr/>
              <p:nvPr/>
            </p:nvSpPr>
            <p:spPr>
              <a:xfrm>
                <a:off x="9003511" y="4923426"/>
                <a:ext cx="304410" cy="330939"/>
              </a:xfrm>
              <a:custGeom>
                <a:rect b="b" l="l" r="r" t="t"/>
                <a:pathLst>
                  <a:path extrusionOk="0" h="4031150" w="3708000">
                    <a:moveTo>
                      <a:pt x="2226025" y="2078010"/>
                    </a:moveTo>
                    <a:lnTo>
                      <a:pt x="1976753" y="2339372"/>
                    </a:lnTo>
                    <a:lnTo>
                      <a:pt x="1976910" y="2339581"/>
                    </a:lnTo>
                    <a:lnTo>
                      <a:pt x="1976204" y="2339948"/>
                    </a:lnTo>
                    <a:lnTo>
                      <a:pt x="1975656" y="2340523"/>
                    </a:lnTo>
                    <a:lnTo>
                      <a:pt x="1975499" y="2340314"/>
                    </a:lnTo>
                    <a:lnTo>
                      <a:pt x="1688579" y="2489240"/>
                    </a:lnTo>
                    <a:cubicBezTo>
                      <a:pt x="1740712" y="2519877"/>
                      <a:pt x="1801557" y="2536438"/>
                      <a:pt x="1866270" y="2536438"/>
                    </a:cubicBezTo>
                    <a:cubicBezTo>
                      <a:pt x="2071258" y="2536438"/>
                      <a:pt x="2237434" y="2370262"/>
                      <a:pt x="2237434" y="2165274"/>
                    </a:cubicBezTo>
                    <a:cubicBezTo>
                      <a:pt x="2237434" y="2135129"/>
                      <a:pt x="2233840" y="2105822"/>
                      <a:pt x="2226025" y="2078010"/>
                    </a:cubicBezTo>
                    <a:close/>
                    <a:moveTo>
                      <a:pt x="1866270" y="1794110"/>
                    </a:moveTo>
                    <a:cubicBezTo>
                      <a:pt x="1661282" y="1794110"/>
                      <a:pt x="1495106" y="1960286"/>
                      <a:pt x="1495106" y="2165274"/>
                    </a:cubicBezTo>
                    <a:cubicBezTo>
                      <a:pt x="1495106" y="2194876"/>
                      <a:pt x="1498572" y="2223668"/>
                      <a:pt x="1506052" y="2251046"/>
                    </a:cubicBezTo>
                    <a:lnTo>
                      <a:pt x="1731247" y="2014929"/>
                    </a:lnTo>
                    <a:lnTo>
                      <a:pt x="1731090" y="2014720"/>
                    </a:lnTo>
                    <a:lnTo>
                      <a:pt x="1731796" y="2014353"/>
                    </a:lnTo>
                    <a:lnTo>
                      <a:pt x="1732344" y="2013778"/>
                    </a:lnTo>
                    <a:lnTo>
                      <a:pt x="1732501" y="2013987"/>
                    </a:lnTo>
                    <a:lnTo>
                      <a:pt x="2054335" y="1846939"/>
                    </a:lnTo>
                    <a:cubicBezTo>
                      <a:pt x="1999773" y="1812909"/>
                      <a:pt x="1935217" y="1794110"/>
                      <a:pt x="1866270" y="1794110"/>
                    </a:cubicBezTo>
                    <a:close/>
                    <a:moveTo>
                      <a:pt x="1866270" y="1281021"/>
                    </a:moveTo>
                    <a:lnTo>
                      <a:pt x="1995916" y="1728077"/>
                    </a:lnTo>
                    <a:cubicBezTo>
                      <a:pt x="2049420" y="1742880"/>
                      <a:pt x="2098387" y="1768442"/>
                      <a:pt x="2141027" y="1801941"/>
                    </a:cubicBezTo>
                    <a:lnTo>
                      <a:pt x="2830781" y="1443923"/>
                    </a:lnTo>
                    <a:lnTo>
                      <a:pt x="2293677" y="2007077"/>
                    </a:lnTo>
                    <a:lnTo>
                      <a:pt x="2302169" y="2036187"/>
                    </a:lnTo>
                    <a:lnTo>
                      <a:pt x="2755181" y="2167560"/>
                    </a:lnTo>
                    <a:lnTo>
                      <a:pt x="2301207" y="2299213"/>
                    </a:lnTo>
                    <a:cubicBezTo>
                      <a:pt x="2288949" y="2340747"/>
                      <a:pt x="2270868" y="2379745"/>
                      <a:pt x="2246307" y="2414255"/>
                    </a:cubicBezTo>
                    <a:lnTo>
                      <a:pt x="2368615" y="2636476"/>
                    </a:lnTo>
                    <a:lnTo>
                      <a:pt x="2152396" y="2517472"/>
                    </a:lnTo>
                    <a:cubicBezTo>
                      <a:pt x="2112986" y="2553805"/>
                      <a:pt x="2065424" y="2580505"/>
                      <a:pt x="2013636" y="2598144"/>
                    </a:cubicBezTo>
                    <a:lnTo>
                      <a:pt x="1875846" y="3073280"/>
                    </a:lnTo>
                    <a:lnTo>
                      <a:pt x="1739624" y="2603548"/>
                    </a:lnTo>
                    <a:cubicBezTo>
                      <a:pt x="1688445" y="2589723"/>
                      <a:pt x="1641302" y="2566161"/>
                      <a:pt x="1599709" y="2535368"/>
                    </a:cubicBezTo>
                    <a:lnTo>
                      <a:pt x="877219" y="2910378"/>
                    </a:lnTo>
                    <a:lnTo>
                      <a:pt x="1438400" y="2321979"/>
                    </a:lnTo>
                    <a:lnTo>
                      <a:pt x="1437655" y="2319411"/>
                    </a:lnTo>
                    <a:lnTo>
                      <a:pt x="963153" y="2181805"/>
                    </a:lnTo>
                    <a:lnTo>
                      <a:pt x="1425898" y="2047609"/>
                    </a:lnTo>
                    <a:cubicBezTo>
                      <a:pt x="1440318" y="1991458"/>
                      <a:pt x="1465316" y="1939627"/>
                      <a:pt x="1501635" y="1896529"/>
                    </a:cubicBezTo>
                    <a:lnTo>
                      <a:pt x="1375628" y="1667588"/>
                    </a:lnTo>
                    <a:lnTo>
                      <a:pt x="1605635" y="1794181"/>
                    </a:lnTo>
                    <a:cubicBezTo>
                      <a:pt x="1643852" y="1764149"/>
                      <a:pt x="1688437" y="1742763"/>
                      <a:pt x="1736328" y="1729097"/>
                    </a:cubicBezTo>
                    <a:close/>
                    <a:moveTo>
                      <a:pt x="1801446" y="873772"/>
                    </a:moveTo>
                    <a:cubicBezTo>
                      <a:pt x="1122607" y="899096"/>
                      <a:pt x="577020" y="1443990"/>
                      <a:pt x="550657" y="2122563"/>
                    </a:cubicBezTo>
                    <a:lnTo>
                      <a:pt x="754935" y="2181804"/>
                    </a:lnTo>
                    <a:lnTo>
                      <a:pt x="551187" y="2240891"/>
                    </a:lnTo>
                    <a:cubicBezTo>
                      <a:pt x="582476" y="2925954"/>
                      <a:pt x="1143118" y="3472541"/>
                      <a:pt x="1833783" y="3482192"/>
                    </a:cubicBezTo>
                    <a:lnTo>
                      <a:pt x="1883029" y="3312376"/>
                    </a:lnTo>
                    <a:lnTo>
                      <a:pt x="1931451" y="3479348"/>
                    </a:lnTo>
                    <a:cubicBezTo>
                      <a:pt x="2602724" y="3441618"/>
                      <a:pt x="3137685" y="2895457"/>
                      <a:pt x="3157888" y="2219621"/>
                    </a:cubicBezTo>
                    <a:lnTo>
                      <a:pt x="2970483" y="2165273"/>
                    </a:lnTo>
                    <a:lnTo>
                      <a:pt x="3156785" y="2111246"/>
                    </a:lnTo>
                    <a:cubicBezTo>
                      <a:pt x="3124894" y="1437932"/>
                      <a:pt x="2581609" y="898954"/>
                      <a:pt x="1906553" y="873772"/>
                    </a:cubicBezTo>
                    <a:lnTo>
                      <a:pt x="1853999" y="1054992"/>
                    </a:lnTo>
                    <a:close/>
                    <a:moveTo>
                      <a:pt x="1842112" y="204015"/>
                    </a:moveTo>
                    <a:cubicBezTo>
                      <a:pt x="1750186" y="208331"/>
                      <a:pt x="1671595" y="261235"/>
                      <a:pt x="1631665" y="337724"/>
                    </a:cubicBezTo>
                    <a:cubicBezTo>
                      <a:pt x="1704451" y="327639"/>
                      <a:pt x="1778701" y="323150"/>
                      <a:pt x="1854000" y="323150"/>
                    </a:cubicBezTo>
                    <a:cubicBezTo>
                      <a:pt x="1929687" y="323150"/>
                      <a:pt x="2004315" y="327685"/>
                      <a:pt x="2077458" y="337895"/>
                    </a:cubicBezTo>
                    <a:cubicBezTo>
                      <a:pt x="2032849" y="253989"/>
                      <a:pt x="1942703" y="199292"/>
                      <a:pt x="1842112" y="204015"/>
                    </a:cubicBezTo>
                    <a:close/>
                    <a:moveTo>
                      <a:pt x="1832557" y="511"/>
                    </a:moveTo>
                    <a:cubicBezTo>
                      <a:pt x="2064724" y="-10390"/>
                      <a:pt x="2266043" y="154192"/>
                      <a:pt x="2302551" y="380077"/>
                    </a:cubicBezTo>
                    <a:cubicBezTo>
                      <a:pt x="3110034" y="578670"/>
                      <a:pt x="3708000" y="1308079"/>
                      <a:pt x="3708000" y="2177150"/>
                    </a:cubicBezTo>
                    <a:cubicBezTo>
                      <a:pt x="3708000" y="3201086"/>
                      <a:pt x="2877936" y="4031150"/>
                      <a:pt x="1854000" y="4031150"/>
                    </a:cubicBezTo>
                    <a:cubicBezTo>
                      <a:pt x="830064" y="4031150"/>
                      <a:pt x="0" y="3201086"/>
                      <a:pt x="0" y="2177150"/>
                    </a:cubicBezTo>
                    <a:cubicBezTo>
                      <a:pt x="0" y="1308490"/>
                      <a:pt x="597400" y="579361"/>
                      <a:pt x="1404307" y="380371"/>
                    </a:cubicBezTo>
                    <a:cubicBezTo>
                      <a:pt x="1438620" y="172028"/>
                      <a:pt x="1614858" y="10733"/>
                      <a:pt x="1832557" y="51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504" name="Google Shape;1504;p45"/>
              <p:cNvSpPr/>
              <p:nvPr/>
            </p:nvSpPr>
            <p:spPr>
              <a:xfrm>
                <a:off x="9848127" y="4821478"/>
                <a:ext cx="257012" cy="330939"/>
              </a:xfrm>
              <a:custGeom>
                <a:rect b="b" l="l" r="r" t="t"/>
                <a:pathLst>
                  <a:path extrusionOk="0" h="3913585" w="3039346">
                    <a:moveTo>
                      <a:pt x="1527178" y="2618567"/>
                    </a:moveTo>
                    <a:cubicBezTo>
                      <a:pt x="1429201" y="2618567"/>
                      <a:pt x="1349775" y="2697993"/>
                      <a:pt x="1349775" y="2795971"/>
                    </a:cubicBezTo>
                    <a:cubicBezTo>
                      <a:pt x="1349775" y="2861110"/>
                      <a:pt x="1384883" y="2918050"/>
                      <a:pt x="1437574" y="2948279"/>
                    </a:cubicBezTo>
                    <a:lnTo>
                      <a:pt x="1275150" y="3311239"/>
                    </a:lnTo>
                    <a:lnTo>
                      <a:pt x="1779206" y="3311239"/>
                    </a:lnTo>
                    <a:lnTo>
                      <a:pt x="1616782" y="2948279"/>
                    </a:lnTo>
                    <a:cubicBezTo>
                      <a:pt x="1669475" y="2918050"/>
                      <a:pt x="1704582" y="2861110"/>
                      <a:pt x="1704582" y="2795971"/>
                    </a:cubicBezTo>
                    <a:cubicBezTo>
                      <a:pt x="1704582" y="2697993"/>
                      <a:pt x="1625156" y="2618567"/>
                      <a:pt x="1527178" y="2618567"/>
                    </a:cubicBezTo>
                    <a:close/>
                    <a:moveTo>
                      <a:pt x="1527178" y="0"/>
                    </a:moveTo>
                    <a:cubicBezTo>
                      <a:pt x="2026975" y="0"/>
                      <a:pt x="2435288" y="391686"/>
                      <a:pt x="2460697" y="884907"/>
                    </a:cubicBezTo>
                    <a:lnTo>
                      <a:pt x="2463282" y="884907"/>
                    </a:lnTo>
                    <a:lnTo>
                      <a:pt x="2463282" y="936104"/>
                    </a:lnTo>
                    <a:lnTo>
                      <a:pt x="2463282" y="1656184"/>
                    </a:lnTo>
                    <a:lnTo>
                      <a:pt x="2067282" y="1656184"/>
                    </a:lnTo>
                    <a:lnTo>
                      <a:pt x="2067282" y="1427425"/>
                    </a:lnTo>
                    <a:lnTo>
                      <a:pt x="2310132" y="1427584"/>
                    </a:lnTo>
                    <a:cubicBezTo>
                      <a:pt x="2310132" y="1320268"/>
                      <a:pt x="2206785" y="1230216"/>
                      <a:pt x="2067282" y="1206340"/>
                    </a:cubicBezTo>
                    <a:lnTo>
                      <a:pt x="2067282" y="936104"/>
                    </a:lnTo>
                    <a:lnTo>
                      <a:pt x="2066786" y="936104"/>
                    </a:lnTo>
                    <a:cubicBezTo>
                      <a:pt x="2066786" y="638087"/>
                      <a:pt x="1825195" y="396496"/>
                      <a:pt x="1527178" y="396496"/>
                    </a:cubicBezTo>
                    <a:cubicBezTo>
                      <a:pt x="1229161" y="396496"/>
                      <a:pt x="987570" y="638087"/>
                      <a:pt x="987570" y="936104"/>
                    </a:cubicBezTo>
                    <a:lnTo>
                      <a:pt x="987074" y="936104"/>
                    </a:lnTo>
                    <a:lnTo>
                      <a:pt x="987074" y="1872209"/>
                    </a:lnTo>
                    <a:lnTo>
                      <a:pt x="2699110" y="1872209"/>
                    </a:lnTo>
                    <a:cubicBezTo>
                      <a:pt x="2887017" y="1872209"/>
                      <a:pt x="3039346" y="2024538"/>
                      <a:pt x="3039346" y="2212445"/>
                    </a:cubicBezTo>
                    <a:lnTo>
                      <a:pt x="3039346" y="3573349"/>
                    </a:lnTo>
                    <a:cubicBezTo>
                      <a:pt x="3039346" y="3761256"/>
                      <a:pt x="2887017" y="3913585"/>
                      <a:pt x="2699110" y="3913585"/>
                    </a:cubicBezTo>
                    <a:lnTo>
                      <a:pt x="340236" y="3913585"/>
                    </a:lnTo>
                    <a:cubicBezTo>
                      <a:pt x="152329" y="3913585"/>
                      <a:pt x="0" y="3761256"/>
                      <a:pt x="0" y="3573349"/>
                    </a:cubicBezTo>
                    <a:lnTo>
                      <a:pt x="0" y="2212445"/>
                    </a:lnTo>
                    <a:cubicBezTo>
                      <a:pt x="0" y="2024538"/>
                      <a:pt x="152329" y="1872209"/>
                      <a:pt x="340236" y="1872209"/>
                    </a:cubicBezTo>
                    <a:lnTo>
                      <a:pt x="591074" y="1872209"/>
                    </a:lnTo>
                    <a:lnTo>
                      <a:pt x="591074" y="936104"/>
                    </a:lnTo>
                    <a:cubicBezTo>
                      <a:pt x="591074" y="419108"/>
                      <a:pt x="1010182" y="0"/>
                      <a:pt x="1527178"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505" name="Google Shape;1505;p45"/>
              <p:cNvSpPr/>
              <p:nvPr/>
            </p:nvSpPr>
            <p:spPr>
              <a:xfrm>
                <a:off x="10547386" y="3842640"/>
                <a:ext cx="309335" cy="309300"/>
              </a:xfrm>
              <a:custGeom>
                <a:rect b="b" l="l" r="r" t="t"/>
                <a:pathLst>
                  <a:path extrusionOk="0" h="3960000" w="3960440">
                    <a:moveTo>
                      <a:pt x="2117745" y="2289258"/>
                    </a:moveTo>
                    <a:cubicBezTo>
                      <a:pt x="2253931" y="2373161"/>
                      <a:pt x="2290104" y="2397532"/>
                      <a:pt x="2392952" y="2510010"/>
                    </a:cubicBezTo>
                    <a:cubicBezTo>
                      <a:pt x="2551302" y="2699530"/>
                      <a:pt x="2456894" y="2911213"/>
                      <a:pt x="2285214" y="2987744"/>
                    </a:cubicBezTo>
                    <a:cubicBezTo>
                      <a:pt x="2046443" y="3084914"/>
                      <a:pt x="1864058" y="3073352"/>
                      <a:pt x="1634211" y="2962065"/>
                    </a:cubicBezTo>
                    <a:cubicBezTo>
                      <a:pt x="1390134" y="2803501"/>
                      <a:pt x="1391670" y="2463226"/>
                      <a:pt x="1703848" y="2355742"/>
                    </a:cubicBezTo>
                    <a:cubicBezTo>
                      <a:pt x="1867216" y="2309770"/>
                      <a:pt x="1932946" y="2304275"/>
                      <a:pt x="2117745" y="2289258"/>
                    </a:cubicBezTo>
                    <a:close/>
                    <a:moveTo>
                      <a:pt x="1895201" y="880902"/>
                    </a:moveTo>
                    <a:cubicBezTo>
                      <a:pt x="2049819" y="878570"/>
                      <a:pt x="2210983" y="1023567"/>
                      <a:pt x="2276065" y="1236504"/>
                    </a:cubicBezTo>
                    <a:cubicBezTo>
                      <a:pt x="2350446" y="1479859"/>
                      <a:pt x="2271166" y="1719799"/>
                      <a:pt x="2098990" y="1772423"/>
                    </a:cubicBezTo>
                    <a:cubicBezTo>
                      <a:pt x="1926813" y="1825048"/>
                      <a:pt x="1726940" y="1670429"/>
                      <a:pt x="1652559" y="1427074"/>
                    </a:cubicBezTo>
                    <a:cubicBezTo>
                      <a:pt x="1578180" y="1183717"/>
                      <a:pt x="1657458" y="943778"/>
                      <a:pt x="1829635" y="891153"/>
                    </a:cubicBezTo>
                    <a:close/>
                    <a:moveTo>
                      <a:pt x="2577034" y="759541"/>
                    </a:moveTo>
                    <a:lnTo>
                      <a:pt x="1972441" y="767241"/>
                    </a:lnTo>
                    <a:cubicBezTo>
                      <a:pt x="1929619" y="768623"/>
                      <a:pt x="1886068" y="773785"/>
                      <a:pt x="1842289" y="783004"/>
                    </a:cubicBezTo>
                    <a:cubicBezTo>
                      <a:pt x="1492048" y="856758"/>
                      <a:pt x="1259862" y="1162246"/>
                      <a:pt x="1323686" y="1465331"/>
                    </a:cubicBezTo>
                    <a:cubicBezTo>
                      <a:pt x="1380617" y="1735681"/>
                      <a:pt x="1653838" y="1912801"/>
                      <a:pt x="1960688" y="1894227"/>
                    </a:cubicBezTo>
                    <a:lnTo>
                      <a:pt x="1954787" y="1896039"/>
                    </a:lnTo>
                    <a:cubicBezTo>
                      <a:pt x="1858317" y="2000800"/>
                      <a:pt x="1978682" y="2148499"/>
                      <a:pt x="2028445" y="2210716"/>
                    </a:cubicBezTo>
                    <a:lnTo>
                      <a:pt x="1914361" y="2213518"/>
                    </a:lnTo>
                    <a:cubicBezTo>
                      <a:pt x="1373805" y="2249742"/>
                      <a:pt x="1143478" y="2466102"/>
                      <a:pt x="1177422" y="2809298"/>
                    </a:cubicBezTo>
                    <a:cubicBezTo>
                      <a:pt x="1211366" y="3152493"/>
                      <a:pt x="1741992" y="3244646"/>
                      <a:pt x="2060873" y="3229704"/>
                    </a:cubicBezTo>
                    <a:cubicBezTo>
                      <a:pt x="2379755" y="3214763"/>
                      <a:pt x="2698110" y="2930571"/>
                      <a:pt x="2719230" y="2648210"/>
                    </a:cubicBezTo>
                    <a:cubicBezTo>
                      <a:pt x="2699867" y="2070575"/>
                      <a:pt x="2052418" y="2112562"/>
                      <a:pt x="2282832" y="1799863"/>
                    </a:cubicBezTo>
                    <a:cubicBezTo>
                      <a:pt x="2510843" y="1673695"/>
                      <a:pt x="2641919" y="1435236"/>
                      <a:pt x="2592014" y="1198247"/>
                    </a:cubicBezTo>
                    <a:cubicBezTo>
                      <a:pt x="2566015" y="1074781"/>
                      <a:pt x="2494906" y="970760"/>
                      <a:pt x="2395028" y="897200"/>
                    </a:cubicBezTo>
                    <a:lnTo>
                      <a:pt x="2564389" y="891152"/>
                    </a:lnTo>
                    <a:cubicBezTo>
                      <a:pt x="2644558" y="859402"/>
                      <a:pt x="2739013" y="796695"/>
                      <a:pt x="2769176" y="767327"/>
                    </a:cubicBezTo>
                    <a:cubicBezTo>
                      <a:pt x="2755484" y="761968"/>
                      <a:pt x="2680847" y="759625"/>
                      <a:pt x="2577034" y="759541"/>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506" name="Google Shape;1506;p45"/>
              <p:cNvSpPr/>
              <p:nvPr/>
            </p:nvSpPr>
            <p:spPr>
              <a:xfrm>
                <a:off x="10401733" y="3025716"/>
                <a:ext cx="257188" cy="377708"/>
              </a:xfrm>
              <a:custGeom>
                <a:rect b="b" l="l" r="r" t="t"/>
                <a:pathLst>
                  <a:path extrusionOk="0" h="4032448" w="2745756">
                    <a:moveTo>
                      <a:pt x="1622229" y="1008112"/>
                    </a:moveTo>
                    <a:lnTo>
                      <a:pt x="2371247" y="1008112"/>
                    </a:lnTo>
                    <a:lnTo>
                      <a:pt x="2371247" y="3081405"/>
                    </a:lnTo>
                    <a:lnTo>
                      <a:pt x="2745756" y="3081405"/>
                    </a:lnTo>
                    <a:lnTo>
                      <a:pt x="1996738" y="4032448"/>
                    </a:lnTo>
                    <a:lnTo>
                      <a:pt x="1247720" y="3081405"/>
                    </a:lnTo>
                    <a:lnTo>
                      <a:pt x="1622229" y="3081405"/>
                    </a:lnTo>
                    <a:close/>
                    <a:moveTo>
                      <a:pt x="749018" y="0"/>
                    </a:moveTo>
                    <a:lnTo>
                      <a:pt x="1498036" y="951043"/>
                    </a:lnTo>
                    <a:lnTo>
                      <a:pt x="1123527" y="951043"/>
                    </a:lnTo>
                    <a:lnTo>
                      <a:pt x="1123527" y="3024336"/>
                    </a:lnTo>
                    <a:lnTo>
                      <a:pt x="374509" y="3024336"/>
                    </a:lnTo>
                    <a:lnTo>
                      <a:pt x="374509" y="951043"/>
                    </a:lnTo>
                    <a:lnTo>
                      <a:pt x="0" y="951043"/>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507" name="Google Shape;1507;p45"/>
              <p:cNvSpPr/>
              <p:nvPr/>
            </p:nvSpPr>
            <p:spPr>
              <a:xfrm>
                <a:off x="9438297" y="5013963"/>
                <a:ext cx="300437" cy="209342"/>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508" name="Google Shape;1508;p45"/>
              <p:cNvSpPr/>
              <p:nvPr/>
            </p:nvSpPr>
            <p:spPr>
              <a:xfrm rot="678773">
                <a:off x="10108027" y="4569149"/>
                <a:ext cx="338104" cy="343148"/>
              </a:xfrm>
              <a:custGeom>
                <a:rect b="b" l="l" r="r" t="t"/>
                <a:pathLst>
                  <a:path extrusionOk="0" h="3948462" w="3890413">
                    <a:moveTo>
                      <a:pt x="1853384" y="1371624"/>
                    </a:moveTo>
                    <a:lnTo>
                      <a:pt x="1768767" y="1390324"/>
                    </a:lnTo>
                    <a:cubicBezTo>
                      <a:pt x="1579409" y="1463487"/>
                      <a:pt x="1490873" y="1833773"/>
                      <a:pt x="1517577" y="2042010"/>
                    </a:cubicBezTo>
                    <a:cubicBezTo>
                      <a:pt x="1544281" y="2250247"/>
                      <a:pt x="1644086" y="2624290"/>
                      <a:pt x="1928990" y="2639747"/>
                    </a:cubicBezTo>
                    <a:cubicBezTo>
                      <a:pt x="2177093" y="2653207"/>
                      <a:pt x="2337423" y="2363017"/>
                      <a:pt x="2318674" y="2006358"/>
                    </a:cubicBezTo>
                    <a:cubicBezTo>
                      <a:pt x="2310210" y="1948950"/>
                      <a:pt x="2301678" y="1891436"/>
                      <a:pt x="2293344" y="1834228"/>
                    </a:cubicBezTo>
                    <a:cubicBezTo>
                      <a:pt x="2229725" y="1555945"/>
                      <a:pt x="2050691" y="1359067"/>
                      <a:pt x="1853384" y="1371624"/>
                    </a:cubicBezTo>
                    <a:close/>
                    <a:moveTo>
                      <a:pt x="1594841" y="45653"/>
                    </a:moveTo>
                    <a:cubicBezTo>
                      <a:pt x="2527821" y="-128041"/>
                      <a:pt x="3626282" y="158796"/>
                      <a:pt x="3869632" y="1517323"/>
                    </a:cubicBezTo>
                    <a:cubicBezTo>
                      <a:pt x="3939308" y="2058696"/>
                      <a:pt x="3820785" y="2251376"/>
                      <a:pt x="3706266" y="2457195"/>
                    </a:cubicBezTo>
                    <a:cubicBezTo>
                      <a:pt x="3132098" y="3124925"/>
                      <a:pt x="2589274" y="2611359"/>
                      <a:pt x="2548384" y="2446988"/>
                    </a:cubicBezTo>
                    <a:cubicBezTo>
                      <a:pt x="2411721" y="3024903"/>
                      <a:pt x="2005702" y="3164775"/>
                      <a:pt x="1746058" y="3093574"/>
                    </a:cubicBezTo>
                    <a:cubicBezTo>
                      <a:pt x="1486414" y="3022373"/>
                      <a:pt x="990519" y="2612821"/>
                      <a:pt x="990519" y="2019783"/>
                    </a:cubicBezTo>
                    <a:cubicBezTo>
                      <a:pt x="990519" y="1500875"/>
                      <a:pt x="1249504" y="1067935"/>
                      <a:pt x="1593790" y="967808"/>
                    </a:cubicBezTo>
                    <a:cubicBezTo>
                      <a:pt x="1642974" y="953504"/>
                      <a:pt x="1694009" y="949376"/>
                      <a:pt x="1746058" y="945992"/>
                    </a:cubicBezTo>
                    <a:cubicBezTo>
                      <a:pt x="2004670" y="929176"/>
                      <a:pt x="2081338" y="1030119"/>
                      <a:pt x="2206475" y="1173924"/>
                    </a:cubicBezTo>
                    <a:cubicBezTo>
                      <a:pt x="2194343" y="1061758"/>
                      <a:pt x="2187003" y="961165"/>
                      <a:pt x="2185910" y="877882"/>
                    </a:cubicBezTo>
                    <a:lnTo>
                      <a:pt x="2656644" y="803138"/>
                    </a:lnTo>
                    <a:lnTo>
                      <a:pt x="2828567" y="2099525"/>
                    </a:lnTo>
                    <a:cubicBezTo>
                      <a:pt x="2888366" y="2544108"/>
                      <a:pt x="3261961" y="2420799"/>
                      <a:pt x="3362812" y="2002360"/>
                    </a:cubicBezTo>
                    <a:cubicBezTo>
                      <a:pt x="3355320" y="1625023"/>
                      <a:pt x="3366534" y="1729632"/>
                      <a:pt x="3289926" y="1346695"/>
                    </a:cubicBezTo>
                    <a:lnTo>
                      <a:pt x="3290031" y="1346798"/>
                    </a:lnTo>
                    <a:cubicBezTo>
                      <a:pt x="3068547" y="637774"/>
                      <a:pt x="2419129" y="439933"/>
                      <a:pt x="1700745" y="575031"/>
                    </a:cubicBezTo>
                    <a:cubicBezTo>
                      <a:pt x="890947" y="727320"/>
                      <a:pt x="415476" y="1491783"/>
                      <a:pt x="571995" y="2274165"/>
                    </a:cubicBezTo>
                    <a:cubicBezTo>
                      <a:pt x="728513" y="3056546"/>
                      <a:pt x="1580131" y="3572543"/>
                      <a:pt x="2267548" y="3408286"/>
                    </a:cubicBezTo>
                    <a:cubicBezTo>
                      <a:pt x="2796517" y="3281890"/>
                      <a:pt x="2641988" y="3320887"/>
                      <a:pt x="3194376" y="3072653"/>
                    </a:cubicBezTo>
                    <a:cubicBezTo>
                      <a:pt x="3249441" y="3306078"/>
                      <a:pt x="3239115" y="3309742"/>
                      <a:pt x="3268026" y="3509545"/>
                    </a:cubicBezTo>
                    <a:cubicBezTo>
                      <a:pt x="3021841" y="3717756"/>
                      <a:pt x="2685602" y="3836362"/>
                      <a:pt x="2347298" y="3904041"/>
                    </a:cubicBezTo>
                    <a:cubicBezTo>
                      <a:pt x="1157336" y="4112956"/>
                      <a:pt x="289475" y="3581660"/>
                      <a:pt x="42617" y="2380068"/>
                    </a:cubicBezTo>
                    <a:cubicBezTo>
                      <a:pt x="-204242" y="1178477"/>
                      <a:pt x="661862" y="219348"/>
                      <a:pt x="1594841" y="45653"/>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509" name="Google Shape;1509;p45"/>
              <p:cNvSpPr/>
              <p:nvPr/>
            </p:nvSpPr>
            <p:spPr>
              <a:xfrm>
                <a:off x="8506880" y="2771935"/>
                <a:ext cx="315652" cy="359610"/>
              </a:xfrm>
              <a:custGeom>
                <a:rect b="b" l="l" r="r" t="t"/>
                <a:pathLst>
                  <a:path extrusionOk="0" h="3938119" w="3456727">
                    <a:moveTo>
                      <a:pt x="1728364" y="1961325"/>
                    </a:moveTo>
                    <a:cubicBezTo>
                      <a:pt x="1726089" y="2407152"/>
                      <a:pt x="1737463" y="2812034"/>
                      <a:pt x="1735188" y="3257861"/>
                    </a:cubicBezTo>
                    <a:cubicBezTo>
                      <a:pt x="2394830" y="3057694"/>
                      <a:pt x="2610919" y="2352560"/>
                      <a:pt x="2765594" y="1981796"/>
                    </a:cubicBezTo>
                    <a:close/>
                    <a:moveTo>
                      <a:pt x="1728362" y="682044"/>
                    </a:moveTo>
                    <a:cubicBezTo>
                      <a:pt x="1355324" y="868563"/>
                      <a:pt x="1166530" y="952725"/>
                      <a:pt x="609247" y="1002767"/>
                    </a:cubicBezTo>
                    <a:cubicBezTo>
                      <a:pt x="606972" y="1330312"/>
                      <a:pt x="631992" y="1623739"/>
                      <a:pt x="704780" y="1964933"/>
                    </a:cubicBezTo>
                    <a:lnTo>
                      <a:pt x="1728363" y="1971757"/>
                    </a:lnTo>
                    <a:cubicBezTo>
                      <a:pt x="1728363" y="1541853"/>
                      <a:pt x="1728362" y="1111948"/>
                      <a:pt x="1728362" y="682044"/>
                    </a:cubicBezTo>
                    <a:close/>
                    <a:moveTo>
                      <a:pt x="1723409" y="487996"/>
                    </a:moveTo>
                    <a:cubicBezTo>
                      <a:pt x="1725062" y="488690"/>
                      <a:pt x="1726712" y="489384"/>
                      <a:pt x="1728363" y="490064"/>
                    </a:cubicBezTo>
                    <a:cubicBezTo>
                      <a:pt x="1730015" y="489384"/>
                      <a:pt x="1731666" y="488690"/>
                      <a:pt x="1733319" y="487996"/>
                    </a:cubicBezTo>
                    <a:lnTo>
                      <a:pt x="1733319" y="492131"/>
                    </a:lnTo>
                    <a:cubicBezTo>
                      <a:pt x="2179467" y="679460"/>
                      <a:pt x="2405896" y="769409"/>
                      <a:pt x="2817789" y="813808"/>
                    </a:cubicBezTo>
                    <a:cubicBezTo>
                      <a:pt x="2971516" y="823489"/>
                      <a:pt x="3036247" y="875307"/>
                      <a:pt x="3033236" y="1061333"/>
                    </a:cubicBezTo>
                    <a:cubicBezTo>
                      <a:pt x="3015439" y="2441328"/>
                      <a:pt x="2363638" y="3359629"/>
                      <a:pt x="1733319" y="3448048"/>
                    </a:cubicBezTo>
                    <a:lnTo>
                      <a:pt x="1733319" y="3450123"/>
                    </a:lnTo>
                    <a:lnTo>
                      <a:pt x="1728363" y="3449086"/>
                    </a:lnTo>
                    <a:lnTo>
                      <a:pt x="1723409" y="3450123"/>
                    </a:lnTo>
                    <a:lnTo>
                      <a:pt x="1723409" y="3448048"/>
                    </a:lnTo>
                    <a:cubicBezTo>
                      <a:pt x="1093089" y="3359629"/>
                      <a:pt x="441289" y="2441328"/>
                      <a:pt x="423491" y="1061333"/>
                    </a:cubicBezTo>
                    <a:cubicBezTo>
                      <a:pt x="420479" y="875307"/>
                      <a:pt x="485211" y="823489"/>
                      <a:pt x="638937" y="813808"/>
                    </a:cubicBezTo>
                    <a:cubicBezTo>
                      <a:pt x="1050832" y="769409"/>
                      <a:pt x="1277261" y="679460"/>
                      <a:pt x="1723409" y="492131"/>
                    </a:cubicBezTo>
                    <a:close/>
                    <a:moveTo>
                      <a:pt x="1722802" y="306889"/>
                    </a:moveTo>
                    <a:lnTo>
                      <a:pt x="1722802" y="311530"/>
                    </a:lnTo>
                    <a:cubicBezTo>
                      <a:pt x="1222099" y="521767"/>
                      <a:pt x="967982" y="622713"/>
                      <a:pt x="505720" y="672542"/>
                    </a:cubicBezTo>
                    <a:cubicBezTo>
                      <a:pt x="333196" y="683408"/>
                      <a:pt x="260550" y="741561"/>
                      <a:pt x="263929" y="950334"/>
                    </a:cubicBezTo>
                    <a:cubicBezTo>
                      <a:pt x="283902" y="2499079"/>
                      <a:pt x="1015407" y="3529669"/>
                      <a:pt x="1722802" y="3628902"/>
                    </a:cubicBezTo>
                    <a:lnTo>
                      <a:pt x="1722802" y="3631230"/>
                    </a:lnTo>
                    <a:lnTo>
                      <a:pt x="1728365" y="3630065"/>
                    </a:lnTo>
                    <a:lnTo>
                      <a:pt x="1733925" y="3631230"/>
                    </a:lnTo>
                    <a:lnTo>
                      <a:pt x="1733925" y="3628902"/>
                    </a:lnTo>
                    <a:cubicBezTo>
                      <a:pt x="2441322" y="3529669"/>
                      <a:pt x="3172826" y="2499079"/>
                      <a:pt x="3192800" y="950334"/>
                    </a:cubicBezTo>
                    <a:cubicBezTo>
                      <a:pt x="3196179" y="741561"/>
                      <a:pt x="3123532" y="683408"/>
                      <a:pt x="2951007" y="672542"/>
                    </a:cubicBezTo>
                    <a:cubicBezTo>
                      <a:pt x="2488747" y="622713"/>
                      <a:pt x="2234630" y="521767"/>
                      <a:pt x="1733925" y="311530"/>
                    </a:cubicBezTo>
                    <a:lnTo>
                      <a:pt x="1733925" y="306889"/>
                    </a:lnTo>
                    <a:cubicBezTo>
                      <a:pt x="1732071" y="307669"/>
                      <a:pt x="1730218" y="308445"/>
                      <a:pt x="1728365" y="309209"/>
                    </a:cubicBezTo>
                    <a:cubicBezTo>
                      <a:pt x="1726510" y="308445"/>
                      <a:pt x="1724659" y="307669"/>
                      <a:pt x="1722802" y="306889"/>
                    </a:cubicBezTo>
                    <a:close/>
                    <a:moveTo>
                      <a:pt x="1721800" y="0"/>
                    </a:moveTo>
                    <a:cubicBezTo>
                      <a:pt x="1723991" y="923"/>
                      <a:pt x="1726176" y="1844"/>
                      <a:pt x="1728363" y="2749"/>
                    </a:cubicBezTo>
                    <a:cubicBezTo>
                      <a:pt x="1730551" y="1844"/>
                      <a:pt x="1732737" y="923"/>
                      <a:pt x="1734926" y="0"/>
                    </a:cubicBezTo>
                    <a:lnTo>
                      <a:pt x="1734926" y="5497"/>
                    </a:lnTo>
                    <a:cubicBezTo>
                      <a:pt x="2325825" y="254550"/>
                      <a:pt x="2625718" y="374136"/>
                      <a:pt x="3171248" y="433164"/>
                    </a:cubicBezTo>
                    <a:cubicBezTo>
                      <a:pt x="3374850" y="446035"/>
                      <a:pt x="3460584" y="514926"/>
                      <a:pt x="3456595" y="762245"/>
                    </a:cubicBezTo>
                    <a:cubicBezTo>
                      <a:pt x="3433024" y="2596936"/>
                      <a:pt x="2569749" y="3817807"/>
                      <a:pt x="1734926" y="3935360"/>
                    </a:cubicBezTo>
                    <a:lnTo>
                      <a:pt x="1734926" y="3938119"/>
                    </a:lnTo>
                    <a:lnTo>
                      <a:pt x="1728363" y="3936740"/>
                    </a:lnTo>
                    <a:lnTo>
                      <a:pt x="1721800" y="3938119"/>
                    </a:lnTo>
                    <a:lnTo>
                      <a:pt x="1721800" y="3935360"/>
                    </a:lnTo>
                    <a:cubicBezTo>
                      <a:pt x="886977" y="3817807"/>
                      <a:pt x="23703" y="2596936"/>
                      <a:pt x="132" y="762245"/>
                    </a:cubicBezTo>
                    <a:cubicBezTo>
                      <a:pt x="-3858" y="514926"/>
                      <a:pt x="81876" y="446035"/>
                      <a:pt x="285478" y="433164"/>
                    </a:cubicBezTo>
                    <a:cubicBezTo>
                      <a:pt x="831010" y="374136"/>
                      <a:pt x="1130903" y="254550"/>
                      <a:pt x="1721800" y="549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510" name="Google Shape;1510;p45"/>
              <p:cNvSpPr/>
              <p:nvPr/>
            </p:nvSpPr>
            <p:spPr>
              <a:xfrm>
                <a:off x="9655543" y="2519661"/>
                <a:ext cx="338578" cy="338540"/>
              </a:xfrm>
              <a:custGeom>
                <a:rect b="b" l="l" r="r" t="t"/>
                <a:pathLst>
                  <a:path extrusionOk="0" h="3960000" w="3960440">
                    <a:moveTo>
                      <a:pt x="2764687" y="782779"/>
                    </a:moveTo>
                    <a:cubicBezTo>
                      <a:pt x="2512183" y="782779"/>
                      <a:pt x="2307488" y="987475"/>
                      <a:pt x="2307487" y="1239980"/>
                    </a:cubicBezTo>
                    <a:cubicBezTo>
                      <a:pt x="2307487" y="1241985"/>
                      <a:pt x="2307500" y="1243987"/>
                      <a:pt x="2308092" y="1245978"/>
                    </a:cubicBezTo>
                    <a:lnTo>
                      <a:pt x="1570677" y="1632536"/>
                    </a:lnTo>
                    <a:cubicBezTo>
                      <a:pt x="1488749" y="1552118"/>
                      <a:pt x="1376387" y="1502860"/>
                      <a:pt x="1252520" y="1502859"/>
                    </a:cubicBezTo>
                    <a:cubicBezTo>
                      <a:pt x="1000014" y="1502859"/>
                      <a:pt x="795319" y="1707555"/>
                      <a:pt x="795319" y="1960060"/>
                    </a:cubicBezTo>
                    <a:cubicBezTo>
                      <a:pt x="795319" y="2212565"/>
                      <a:pt x="1000014" y="2417260"/>
                      <a:pt x="1252520" y="2417260"/>
                    </a:cubicBezTo>
                    <a:cubicBezTo>
                      <a:pt x="1361432" y="2417260"/>
                      <a:pt x="1461449" y="2379178"/>
                      <a:pt x="1538674" y="2313987"/>
                    </a:cubicBezTo>
                    <a:lnTo>
                      <a:pt x="2308734" y="2717656"/>
                    </a:lnTo>
                    <a:cubicBezTo>
                      <a:pt x="2314220" y="2964461"/>
                      <a:pt x="2516327" y="3162492"/>
                      <a:pt x="2764688" y="3162492"/>
                    </a:cubicBezTo>
                    <a:cubicBezTo>
                      <a:pt x="3017192" y="3162492"/>
                      <a:pt x="3221888" y="2957797"/>
                      <a:pt x="3221887" y="2705292"/>
                    </a:cubicBezTo>
                    <a:cubicBezTo>
                      <a:pt x="3221887" y="2452786"/>
                      <a:pt x="3017192" y="2248092"/>
                      <a:pt x="2764688" y="2248092"/>
                    </a:cubicBezTo>
                    <a:cubicBezTo>
                      <a:pt x="2638870" y="2248092"/>
                      <a:pt x="2524924" y="2298913"/>
                      <a:pt x="2442337" y="2381228"/>
                    </a:cubicBezTo>
                    <a:lnTo>
                      <a:pt x="1706164" y="1995322"/>
                    </a:lnTo>
                    <a:lnTo>
                      <a:pt x="1709074" y="1966451"/>
                    </a:lnTo>
                    <a:lnTo>
                      <a:pt x="2455698" y="1575067"/>
                    </a:lnTo>
                    <a:cubicBezTo>
                      <a:pt x="2536225" y="1651261"/>
                      <a:pt x="2645094" y="1697180"/>
                      <a:pt x="2764687" y="1697179"/>
                    </a:cubicBezTo>
                    <a:cubicBezTo>
                      <a:pt x="3017193" y="1697180"/>
                      <a:pt x="3221887" y="1492485"/>
                      <a:pt x="3221888" y="1239980"/>
                    </a:cubicBezTo>
                    <a:cubicBezTo>
                      <a:pt x="3221887" y="987475"/>
                      <a:pt x="3017193" y="782779"/>
                      <a:pt x="2764687" y="782779"/>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511" name="Google Shape;1511;p45"/>
              <p:cNvSpPr/>
              <p:nvPr/>
            </p:nvSpPr>
            <p:spPr>
              <a:xfrm rot="2648398">
                <a:off x="8942310" y="2514803"/>
                <a:ext cx="148930" cy="380894"/>
              </a:xfrm>
              <a:custGeom>
                <a:rect b="b" l="l" r="r" t="t"/>
                <a:pathLst>
                  <a:path extrusionOk="0" h="4764557" w="1862952">
                    <a:moveTo>
                      <a:pt x="289679" y="2004751"/>
                    </a:moveTo>
                    <a:cubicBezTo>
                      <a:pt x="458860" y="1838972"/>
                      <a:pt x="691283" y="1737733"/>
                      <a:pt x="946849" y="1740329"/>
                    </a:cubicBezTo>
                    <a:cubicBezTo>
                      <a:pt x="982916" y="1740695"/>
                      <a:pt x="1018481" y="1743119"/>
                      <a:pt x="1053366" y="1748014"/>
                    </a:cubicBezTo>
                    <a:cubicBezTo>
                      <a:pt x="1317748" y="1888655"/>
                      <a:pt x="1203170" y="2165630"/>
                      <a:pt x="978473" y="2204473"/>
                    </a:cubicBezTo>
                    <a:cubicBezTo>
                      <a:pt x="966642" y="2201190"/>
                      <a:pt x="954470" y="2200566"/>
                      <a:pt x="942176" y="2200441"/>
                    </a:cubicBezTo>
                    <a:cubicBezTo>
                      <a:pt x="697403" y="2197955"/>
                      <a:pt x="496962" y="2394367"/>
                      <a:pt x="494475" y="2639137"/>
                    </a:cubicBezTo>
                    <a:lnTo>
                      <a:pt x="482110" y="3856696"/>
                    </a:lnTo>
                    <a:cubicBezTo>
                      <a:pt x="479624" y="4101467"/>
                      <a:pt x="676035" y="4301910"/>
                      <a:pt x="920807" y="4304396"/>
                    </a:cubicBezTo>
                    <a:cubicBezTo>
                      <a:pt x="1043193" y="4305639"/>
                      <a:pt x="1154496" y="4257158"/>
                      <a:pt x="1235513" y="4177768"/>
                    </a:cubicBezTo>
                    <a:cubicBezTo>
                      <a:pt x="1316531" y="4098380"/>
                      <a:pt x="1367262" y="3988084"/>
                      <a:pt x="1368506" y="3865699"/>
                    </a:cubicBezTo>
                    <a:lnTo>
                      <a:pt x="1375662" y="3161156"/>
                    </a:lnTo>
                    <a:cubicBezTo>
                      <a:pt x="1504082" y="3167548"/>
                      <a:pt x="1792622" y="2981572"/>
                      <a:pt x="1861834" y="2783546"/>
                    </a:cubicBezTo>
                    <a:lnTo>
                      <a:pt x="1851019" y="3848423"/>
                    </a:lnTo>
                    <a:cubicBezTo>
                      <a:pt x="1848423" y="4103989"/>
                      <a:pt x="1742485" y="4334308"/>
                      <a:pt x="1573304" y="4500088"/>
                    </a:cubicBezTo>
                    <a:cubicBezTo>
                      <a:pt x="1404123" y="4665866"/>
                      <a:pt x="1171700" y="4767105"/>
                      <a:pt x="916134" y="4764509"/>
                    </a:cubicBezTo>
                    <a:cubicBezTo>
                      <a:pt x="405002" y="4759318"/>
                      <a:pt x="-5143" y="4340756"/>
                      <a:pt x="48" y="3829624"/>
                    </a:cubicBezTo>
                    <a:lnTo>
                      <a:pt x="11964" y="2656415"/>
                    </a:lnTo>
                    <a:cubicBezTo>
                      <a:pt x="14559" y="2400849"/>
                      <a:pt x="120498" y="2170529"/>
                      <a:pt x="289679" y="2004751"/>
                    </a:cubicBezTo>
                    <a:close/>
                    <a:moveTo>
                      <a:pt x="282968" y="271082"/>
                    </a:moveTo>
                    <a:cubicBezTo>
                      <a:pt x="450457" y="103594"/>
                      <a:pt x="681840" y="0"/>
                      <a:pt x="937419" y="0"/>
                    </a:cubicBezTo>
                    <a:cubicBezTo>
                      <a:pt x="1448577" y="0"/>
                      <a:pt x="1862952" y="414375"/>
                      <a:pt x="1862952" y="925533"/>
                    </a:cubicBezTo>
                    <a:lnTo>
                      <a:pt x="1862952" y="2098803"/>
                    </a:lnTo>
                    <a:cubicBezTo>
                      <a:pt x="1862952" y="2609961"/>
                      <a:pt x="1448577" y="3024336"/>
                      <a:pt x="937419" y="3024336"/>
                    </a:cubicBezTo>
                    <a:cubicBezTo>
                      <a:pt x="901350" y="3024336"/>
                      <a:pt x="865762" y="3022273"/>
                      <a:pt x="830829" y="3017733"/>
                    </a:cubicBezTo>
                    <a:cubicBezTo>
                      <a:pt x="565032" y="2879784"/>
                      <a:pt x="676792" y="2601660"/>
                      <a:pt x="901083" y="2560538"/>
                    </a:cubicBezTo>
                    <a:cubicBezTo>
                      <a:pt x="912947" y="2563700"/>
                      <a:pt x="925124" y="2564200"/>
                      <a:pt x="937419" y="2564200"/>
                    </a:cubicBezTo>
                    <a:cubicBezTo>
                      <a:pt x="1182204" y="2564200"/>
                      <a:pt x="1380640" y="2365763"/>
                      <a:pt x="1380641" y="2120980"/>
                    </a:cubicBezTo>
                    <a:lnTo>
                      <a:pt x="1380640" y="903358"/>
                    </a:lnTo>
                    <a:cubicBezTo>
                      <a:pt x="1380640" y="658574"/>
                      <a:pt x="1182204" y="460137"/>
                      <a:pt x="937419" y="460137"/>
                    </a:cubicBezTo>
                    <a:cubicBezTo>
                      <a:pt x="815027" y="460137"/>
                      <a:pt x="704222" y="509746"/>
                      <a:pt x="624015" y="589954"/>
                    </a:cubicBezTo>
                    <a:cubicBezTo>
                      <a:pt x="543808" y="670161"/>
                      <a:pt x="494199" y="780966"/>
                      <a:pt x="494199" y="903358"/>
                    </a:cubicBezTo>
                    <a:lnTo>
                      <a:pt x="494198" y="1607937"/>
                    </a:lnTo>
                    <a:cubicBezTo>
                      <a:pt x="365720" y="1602850"/>
                      <a:pt x="79084" y="1791747"/>
                      <a:pt x="11886" y="1990465"/>
                    </a:cubicBezTo>
                    <a:lnTo>
                      <a:pt x="11886" y="925533"/>
                    </a:lnTo>
                    <a:cubicBezTo>
                      <a:pt x="11886" y="669954"/>
                      <a:pt x="115480" y="438571"/>
                      <a:pt x="282968" y="271082"/>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512" name="Google Shape;1512;p45"/>
              <p:cNvSpPr/>
              <p:nvPr/>
            </p:nvSpPr>
            <p:spPr>
              <a:xfrm rot="8580000">
                <a:off x="8651645" y="4749636"/>
                <a:ext cx="318301" cy="317452"/>
              </a:xfrm>
              <a:custGeom>
                <a:rect b="b" l="l" r="r" t="t"/>
                <a:pathLst>
                  <a:path extrusionOk="0" h="3862045" w="3872365">
                    <a:moveTo>
                      <a:pt x="1786489" y="808318"/>
                    </a:moveTo>
                    <a:cubicBezTo>
                      <a:pt x="1525809" y="610106"/>
                      <a:pt x="1257124" y="397966"/>
                      <a:pt x="1040385" y="230829"/>
                    </a:cubicBezTo>
                    <a:cubicBezTo>
                      <a:pt x="1905215" y="-194386"/>
                      <a:pt x="2650439" y="24572"/>
                      <a:pt x="3162062" y="429660"/>
                    </a:cubicBezTo>
                    <a:cubicBezTo>
                      <a:pt x="3007351" y="875340"/>
                      <a:pt x="2905932" y="1443216"/>
                      <a:pt x="2745609" y="1410478"/>
                    </a:cubicBezTo>
                    <a:cubicBezTo>
                      <a:pt x="2633182" y="1430335"/>
                      <a:pt x="2220955" y="1138671"/>
                      <a:pt x="1786489" y="808318"/>
                    </a:cubicBezTo>
                    <a:close/>
                    <a:moveTo>
                      <a:pt x="2701004" y="2590217"/>
                    </a:moveTo>
                    <a:cubicBezTo>
                      <a:pt x="2682933" y="2576481"/>
                      <a:pt x="2672282" y="2559744"/>
                      <a:pt x="2670336" y="2539383"/>
                    </a:cubicBezTo>
                    <a:cubicBezTo>
                      <a:pt x="2587360" y="2376647"/>
                      <a:pt x="3042640" y="1246798"/>
                      <a:pt x="3299881" y="563773"/>
                    </a:cubicBezTo>
                    <a:cubicBezTo>
                      <a:pt x="3959368" y="1266493"/>
                      <a:pt x="3967860" y="2043171"/>
                      <a:pt x="3730056" y="2650875"/>
                    </a:cubicBezTo>
                    <a:cubicBezTo>
                      <a:pt x="3317547" y="2635434"/>
                      <a:pt x="2827499" y="2686366"/>
                      <a:pt x="2701004" y="2590217"/>
                    </a:cubicBezTo>
                    <a:close/>
                    <a:moveTo>
                      <a:pt x="19691" y="2248546"/>
                    </a:moveTo>
                    <a:cubicBezTo>
                      <a:pt x="-100797" y="1292396"/>
                      <a:pt x="348853" y="659059"/>
                      <a:pt x="898439" y="307194"/>
                    </a:cubicBezTo>
                    <a:cubicBezTo>
                      <a:pt x="1269469" y="598575"/>
                      <a:pt x="1773388" y="879352"/>
                      <a:pt x="1690237" y="1020281"/>
                    </a:cubicBezTo>
                    <a:cubicBezTo>
                      <a:pt x="1661713" y="1200709"/>
                      <a:pt x="629275" y="1847170"/>
                      <a:pt x="19691" y="2248546"/>
                    </a:cubicBezTo>
                    <a:close/>
                    <a:moveTo>
                      <a:pt x="1805382" y="3858278"/>
                    </a:moveTo>
                    <a:cubicBezTo>
                      <a:pt x="1676483" y="3404460"/>
                      <a:pt x="1433840" y="2881111"/>
                      <a:pt x="1583946" y="2815971"/>
                    </a:cubicBezTo>
                    <a:cubicBezTo>
                      <a:pt x="1713076" y="2686769"/>
                      <a:pt x="2928316" y="2770622"/>
                      <a:pt x="3657403" y="2804207"/>
                    </a:cubicBezTo>
                    <a:cubicBezTo>
                      <a:pt x="3192869" y="3648569"/>
                      <a:pt x="2456828" y="3896652"/>
                      <a:pt x="1805382" y="3858278"/>
                    </a:cubicBezTo>
                    <a:close/>
                    <a:moveTo>
                      <a:pt x="762284" y="3480575"/>
                    </a:moveTo>
                    <a:cubicBezTo>
                      <a:pt x="380940" y="3198297"/>
                      <a:pt x="161300" y="2806810"/>
                      <a:pt x="58293" y="2412172"/>
                    </a:cubicBezTo>
                    <a:cubicBezTo>
                      <a:pt x="450067" y="2149344"/>
                      <a:pt x="872820" y="1756853"/>
                      <a:pt x="981158" y="1879484"/>
                    </a:cubicBezTo>
                    <a:cubicBezTo>
                      <a:pt x="1143940" y="1962367"/>
                      <a:pt x="1439720" y="3144041"/>
                      <a:pt x="1633080" y="3847823"/>
                    </a:cubicBezTo>
                    <a:cubicBezTo>
                      <a:pt x="1278110" y="3779994"/>
                      <a:pt x="991090" y="3649942"/>
                      <a:pt x="762284" y="348057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513" name="Google Shape;1513;p45"/>
              <p:cNvSpPr/>
              <p:nvPr/>
            </p:nvSpPr>
            <p:spPr>
              <a:xfrm>
                <a:off x="8268788" y="3120081"/>
                <a:ext cx="291831" cy="251871"/>
              </a:xfrm>
              <a:custGeom>
                <a:rect b="b" l="l" r="r" t="t"/>
                <a:pathLst>
                  <a:path extrusionOk="0" h="316007" w="366142">
                    <a:moveTo>
                      <a:pt x="241139" y="0"/>
                    </a:moveTo>
                    <a:cubicBezTo>
                      <a:pt x="265040" y="0"/>
                      <a:pt x="292051" y="14516"/>
                      <a:pt x="306633" y="31202"/>
                    </a:cubicBezTo>
                    <a:cubicBezTo>
                      <a:pt x="327151" y="29858"/>
                      <a:pt x="335397" y="19692"/>
                      <a:pt x="349699" y="10558"/>
                    </a:cubicBezTo>
                    <a:cubicBezTo>
                      <a:pt x="343170" y="29574"/>
                      <a:pt x="336047" y="54091"/>
                      <a:pt x="325569" y="59830"/>
                    </a:cubicBezTo>
                    <a:cubicBezTo>
                      <a:pt x="340338" y="61437"/>
                      <a:pt x="353079" y="55334"/>
                      <a:pt x="366142" y="52395"/>
                    </a:cubicBezTo>
                    <a:cubicBezTo>
                      <a:pt x="361514" y="66282"/>
                      <a:pt x="342655" y="74263"/>
                      <a:pt x="334454" y="94697"/>
                    </a:cubicBezTo>
                    <a:cubicBezTo>
                      <a:pt x="326254" y="115131"/>
                      <a:pt x="329982" y="126199"/>
                      <a:pt x="316939" y="174999"/>
                    </a:cubicBezTo>
                    <a:cubicBezTo>
                      <a:pt x="296102" y="242622"/>
                      <a:pt x="276174" y="279635"/>
                      <a:pt x="184305" y="311458"/>
                    </a:cubicBezTo>
                    <a:cubicBezTo>
                      <a:pt x="152057" y="320905"/>
                      <a:pt x="83508" y="315693"/>
                      <a:pt x="27716" y="295316"/>
                    </a:cubicBezTo>
                    <a:lnTo>
                      <a:pt x="0" y="281129"/>
                    </a:lnTo>
                    <a:lnTo>
                      <a:pt x="0" y="268036"/>
                    </a:lnTo>
                    <a:lnTo>
                      <a:pt x="23178" y="266110"/>
                    </a:lnTo>
                    <a:cubicBezTo>
                      <a:pt x="63548" y="261698"/>
                      <a:pt x="90116" y="254801"/>
                      <a:pt x="108726" y="240807"/>
                    </a:cubicBezTo>
                    <a:cubicBezTo>
                      <a:pt x="87700" y="241375"/>
                      <a:pt x="35310" y="244403"/>
                      <a:pt x="20535" y="200079"/>
                    </a:cubicBezTo>
                    <a:cubicBezTo>
                      <a:pt x="37583" y="203299"/>
                      <a:pt x="59856" y="197334"/>
                      <a:pt x="70653" y="194871"/>
                    </a:cubicBezTo>
                    <a:cubicBezTo>
                      <a:pt x="57204" y="189662"/>
                      <a:pt x="37595" y="181773"/>
                      <a:pt x="20899" y="168840"/>
                    </a:cubicBezTo>
                    <a:lnTo>
                      <a:pt x="0" y="146258"/>
                    </a:lnTo>
                    <a:lnTo>
                      <a:pt x="0" y="116697"/>
                    </a:lnTo>
                    <a:lnTo>
                      <a:pt x="14104" y="121836"/>
                    </a:lnTo>
                    <a:cubicBezTo>
                      <a:pt x="23887" y="123910"/>
                      <a:pt x="33812" y="125203"/>
                      <a:pt x="40441" y="126434"/>
                    </a:cubicBezTo>
                    <a:cubicBezTo>
                      <a:pt x="9945" y="103325"/>
                      <a:pt x="-5039" y="60063"/>
                      <a:pt x="20722" y="8541"/>
                    </a:cubicBezTo>
                    <a:cubicBezTo>
                      <a:pt x="76047" y="73391"/>
                      <a:pt x="116697" y="97001"/>
                      <a:pt x="168525" y="104817"/>
                    </a:cubicBezTo>
                    <a:cubicBezTo>
                      <a:pt x="166649" y="98530"/>
                      <a:pt x="164888" y="89662"/>
                      <a:pt x="165796" y="68430"/>
                    </a:cubicBezTo>
                    <a:cubicBezTo>
                      <a:pt x="166838" y="44047"/>
                      <a:pt x="190944" y="0"/>
                      <a:pt x="241139"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1514" name="Google Shape;1514;p45"/>
              <p:cNvSpPr/>
              <p:nvPr/>
            </p:nvSpPr>
            <p:spPr>
              <a:xfrm>
                <a:off x="10509375" y="4197069"/>
                <a:ext cx="172150" cy="348350"/>
              </a:xfrm>
              <a:custGeom>
                <a:rect b="b" l="l" r="r" t="t"/>
                <a:pathLst>
                  <a:path extrusionOk="0" h="455920" w="225309">
                    <a:moveTo>
                      <a:pt x="139383" y="455355"/>
                    </a:moveTo>
                    <a:lnTo>
                      <a:pt x="139383" y="455920"/>
                    </a:lnTo>
                    <a:lnTo>
                      <a:pt x="139383" y="455355"/>
                    </a:lnTo>
                    <a:close/>
                    <a:moveTo>
                      <a:pt x="54403" y="455920"/>
                    </a:moveTo>
                    <a:lnTo>
                      <a:pt x="54403" y="455355"/>
                    </a:lnTo>
                    <a:lnTo>
                      <a:pt x="54403" y="455920"/>
                    </a:lnTo>
                    <a:close/>
                    <a:moveTo>
                      <a:pt x="193296" y="6"/>
                    </a:moveTo>
                    <a:cubicBezTo>
                      <a:pt x="204595" y="73"/>
                      <a:pt x="214144" y="770"/>
                      <a:pt x="225309" y="2823"/>
                    </a:cubicBezTo>
                    <a:cubicBezTo>
                      <a:pt x="225271" y="27274"/>
                      <a:pt x="222913" y="50194"/>
                      <a:pt x="219909" y="69600"/>
                    </a:cubicBezTo>
                    <a:cubicBezTo>
                      <a:pt x="188141" y="67117"/>
                      <a:pt x="138250" y="66776"/>
                      <a:pt x="139383" y="96177"/>
                    </a:cubicBezTo>
                    <a:lnTo>
                      <a:pt x="139383" y="140898"/>
                    </a:lnTo>
                    <a:lnTo>
                      <a:pt x="217171" y="140898"/>
                    </a:lnTo>
                    <a:lnTo>
                      <a:pt x="211626" y="215050"/>
                    </a:lnTo>
                    <a:lnTo>
                      <a:pt x="139383" y="216436"/>
                    </a:lnTo>
                    <a:lnTo>
                      <a:pt x="139383" y="455355"/>
                    </a:lnTo>
                    <a:lnTo>
                      <a:pt x="54403" y="455355"/>
                    </a:lnTo>
                    <a:lnTo>
                      <a:pt x="54403" y="216436"/>
                    </a:lnTo>
                    <a:lnTo>
                      <a:pt x="0" y="216436"/>
                    </a:lnTo>
                    <a:lnTo>
                      <a:pt x="0" y="140898"/>
                    </a:lnTo>
                    <a:lnTo>
                      <a:pt x="54403" y="140898"/>
                    </a:lnTo>
                    <a:lnTo>
                      <a:pt x="54403" y="90429"/>
                    </a:lnTo>
                    <a:cubicBezTo>
                      <a:pt x="54356" y="90266"/>
                      <a:pt x="54310" y="90103"/>
                      <a:pt x="54263" y="89940"/>
                    </a:cubicBezTo>
                    <a:cubicBezTo>
                      <a:pt x="54393" y="21715"/>
                      <a:pt x="104084" y="2174"/>
                      <a:pt x="150786" y="971"/>
                    </a:cubicBezTo>
                    <a:cubicBezTo>
                      <a:pt x="168948" y="503"/>
                      <a:pt x="181997" y="-60"/>
                      <a:pt x="193296" y="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1515" name="Google Shape;1515;p45"/>
              <p:cNvSpPr/>
              <p:nvPr/>
            </p:nvSpPr>
            <p:spPr>
              <a:xfrm>
                <a:off x="8105957" y="3478924"/>
                <a:ext cx="284621" cy="282605"/>
              </a:xfrm>
              <a:custGeom>
                <a:rect b="b" l="l" r="r" t="t"/>
                <a:pathLst>
                  <a:path extrusionOk="0" h="297454" w="299575">
                    <a:moveTo>
                      <a:pt x="249204" y="123541"/>
                    </a:moveTo>
                    <a:cubicBezTo>
                      <a:pt x="240190" y="123011"/>
                      <a:pt x="239659" y="128843"/>
                      <a:pt x="241250" y="136266"/>
                    </a:cubicBezTo>
                    <a:cubicBezTo>
                      <a:pt x="245492" y="158536"/>
                      <a:pt x="240720" y="179214"/>
                      <a:pt x="229055" y="198302"/>
                    </a:cubicBezTo>
                    <a:cubicBezTo>
                      <a:pt x="206255" y="234888"/>
                      <a:pt x="158536" y="250264"/>
                      <a:pt x="116648" y="234888"/>
                    </a:cubicBezTo>
                    <a:cubicBezTo>
                      <a:pt x="83774" y="222692"/>
                      <a:pt x="50901" y="185577"/>
                      <a:pt x="59914" y="135736"/>
                    </a:cubicBezTo>
                    <a:cubicBezTo>
                      <a:pt x="60444" y="132555"/>
                      <a:pt x="62565" y="127252"/>
                      <a:pt x="58324" y="125662"/>
                    </a:cubicBezTo>
                    <a:cubicBezTo>
                      <a:pt x="51431" y="122481"/>
                      <a:pt x="43477" y="123541"/>
                      <a:pt x="36585" y="125131"/>
                    </a:cubicBezTo>
                    <a:cubicBezTo>
                      <a:pt x="30222" y="126722"/>
                      <a:pt x="31813" y="133085"/>
                      <a:pt x="31813" y="137857"/>
                    </a:cubicBezTo>
                    <a:cubicBezTo>
                      <a:pt x="31813" y="174442"/>
                      <a:pt x="31813" y="210497"/>
                      <a:pt x="31813" y="247082"/>
                    </a:cubicBezTo>
                    <a:cubicBezTo>
                      <a:pt x="31813" y="262989"/>
                      <a:pt x="35524" y="266701"/>
                      <a:pt x="51961" y="266701"/>
                    </a:cubicBezTo>
                    <a:cubicBezTo>
                      <a:pt x="84835" y="266701"/>
                      <a:pt x="117178" y="266701"/>
                      <a:pt x="150052" y="266701"/>
                    </a:cubicBezTo>
                    <a:cubicBezTo>
                      <a:pt x="183456" y="266701"/>
                      <a:pt x="217390" y="266701"/>
                      <a:pt x="250794" y="266701"/>
                    </a:cubicBezTo>
                    <a:cubicBezTo>
                      <a:pt x="262459" y="266701"/>
                      <a:pt x="269352" y="261929"/>
                      <a:pt x="269352" y="250264"/>
                    </a:cubicBezTo>
                    <a:cubicBezTo>
                      <a:pt x="269352" y="211558"/>
                      <a:pt x="269352" y="173382"/>
                      <a:pt x="269352" y="134675"/>
                    </a:cubicBezTo>
                    <a:cubicBezTo>
                      <a:pt x="268822" y="126987"/>
                      <a:pt x="265773" y="124337"/>
                      <a:pt x="261863" y="123541"/>
                    </a:cubicBezTo>
                    <a:cubicBezTo>
                      <a:pt x="257952" y="122746"/>
                      <a:pt x="253180" y="123806"/>
                      <a:pt x="249204" y="123541"/>
                    </a:cubicBezTo>
                    <a:close/>
                    <a:moveTo>
                      <a:pt x="151642" y="88016"/>
                    </a:moveTo>
                    <a:cubicBezTo>
                      <a:pt x="116648" y="87486"/>
                      <a:pt x="89076" y="113997"/>
                      <a:pt x="89076" y="147931"/>
                    </a:cubicBezTo>
                    <a:cubicBezTo>
                      <a:pt x="89076" y="180805"/>
                      <a:pt x="117178" y="208377"/>
                      <a:pt x="150582" y="208377"/>
                    </a:cubicBezTo>
                    <a:cubicBezTo>
                      <a:pt x="183986" y="208377"/>
                      <a:pt x="212088" y="181335"/>
                      <a:pt x="212088" y="148461"/>
                    </a:cubicBezTo>
                    <a:cubicBezTo>
                      <a:pt x="212088" y="115058"/>
                      <a:pt x="185577" y="88546"/>
                      <a:pt x="151642" y="88016"/>
                    </a:cubicBezTo>
                    <a:close/>
                    <a:moveTo>
                      <a:pt x="234357" y="29162"/>
                    </a:moveTo>
                    <a:cubicBezTo>
                      <a:pt x="207846" y="29162"/>
                      <a:pt x="204135" y="32873"/>
                      <a:pt x="203605" y="60444"/>
                    </a:cubicBezTo>
                    <a:cubicBezTo>
                      <a:pt x="203605" y="90137"/>
                      <a:pt x="205195" y="92258"/>
                      <a:pt x="235948" y="92258"/>
                    </a:cubicBezTo>
                    <a:cubicBezTo>
                      <a:pt x="267762" y="92258"/>
                      <a:pt x="268822" y="91197"/>
                      <a:pt x="268822" y="59914"/>
                    </a:cubicBezTo>
                    <a:cubicBezTo>
                      <a:pt x="268822" y="57794"/>
                      <a:pt x="268822" y="55673"/>
                      <a:pt x="268822" y="53552"/>
                    </a:cubicBezTo>
                    <a:cubicBezTo>
                      <a:pt x="268822" y="35524"/>
                      <a:pt x="263519" y="29692"/>
                      <a:pt x="245492" y="29162"/>
                    </a:cubicBezTo>
                    <a:cubicBezTo>
                      <a:pt x="241781" y="29162"/>
                      <a:pt x="238069" y="29162"/>
                      <a:pt x="234357" y="29162"/>
                    </a:cubicBezTo>
                    <a:close/>
                    <a:moveTo>
                      <a:pt x="41887" y="0"/>
                    </a:moveTo>
                    <a:cubicBezTo>
                      <a:pt x="113998" y="0"/>
                      <a:pt x="186108" y="0"/>
                      <a:pt x="258217" y="0"/>
                    </a:cubicBezTo>
                    <a:cubicBezTo>
                      <a:pt x="284728" y="0"/>
                      <a:pt x="299575" y="14846"/>
                      <a:pt x="299575" y="41887"/>
                    </a:cubicBezTo>
                    <a:cubicBezTo>
                      <a:pt x="299575" y="112937"/>
                      <a:pt x="299575" y="184517"/>
                      <a:pt x="299575" y="255567"/>
                    </a:cubicBezTo>
                    <a:cubicBezTo>
                      <a:pt x="299575" y="283138"/>
                      <a:pt x="285789" y="297454"/>
                      <a:pt x="257687" y="297454"/>
                    </a:cubicBezTo>
                    <a:cubicBezTo>
                      <a:pt x="221632" y="297454"/>
                      <a:pt x="185577" y="297454"/>
                      <a:pt x="149522" y="297454"/>
                    </a:cubicBezTo>
                    <a:cubicBezTo>
                      <a:pt x="113467" y="297454"/>
                      <a:pt x="77412" y="297454"/>
                      <a:pt x="41357" y="297454"/>
                    </a:cubicBezTo>
                    <a:cubicBezTo>
                      <a:pt x="14315" y="297454"/>
                      <a:pt x="0" y="283138"/>
                      <a:pt x="0" y="256096"/>
                    </a:cubicBezTo>
                    <a:cubicBezTo>
                      <a:pt x="0" y="184517"/>
                      <a:pt x="0" y="112937"/>
                      <a:pt x="0" y="41357"/>
                    </a:cubicBezTo>
                    <a:cubicBezTo>
                      <a:pt x="0" y="14315"/>
                      <a:pt x="14846" y="0"/>
                      <a:pt x="41887"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grpSp>
        <p:grpSp>
          <p:nvGrpSpPr>
            <p:cNvPr id="1516" name="Google Shape;1516;p45"/>
            <p:cNvGrpSpPr/>
            <p:nvPr/>
          </p:nvGrpSpPr>
          <p:grpSpPr>
            <a:xfrm>
              <a:off x="8955547" y="3191206"/>
              <a:ext cx="1044109" cy="1340343"/>
              <a:chOff x="3425013" y="0"/>
              <a:chExt cx="5341478" cy="6856954"/>
            </a:xfrm>
          </p:grpSpPr>
          <p:sp>
            <p:nvSpPr>
              <p:cNvPr id="1517" name="Google Shape;1517;p45"/>
              <p:cNvSpPr/>
              <p:nvPr/>
            </p:nvSpPr>
            <p:spPr>
              <a:xfrm>
                <a:off x="3425013" y="0"/>
                <a:ext cx="5341478" cy="6856954"/>
              </a:xfrm>
              <a:custGeom>
                <a:rect b="b" l="l" r="r" t="t"/>
                <a:pathLst>
                  <a:path extrusionOk="0" h="6856954" w="5341478">
                    <a:moveTo>
                      <a:pt x="2688415" y="0"/>
                    </a:moveTo>
                    <a:cubicBezTo>
                      <a:pt x="2688415" y="0"/>
                      <a:pt x="956487" y="1166644"/>
                      <a:pt x="25123" y="1019550"/>
                    </a:cubicBezTo>
                    <a:cubicBezTo>
                      <a:pt x="-26116" y="2058707"/>
                      <a:pt x="15276" y="3058651"/>
                      <a:pt x="25123" y="3846231"/>
                    </a:cubicBezTo>
                    <a:cubicBezTo>
                      <a:pt x="54577" y="5744861"/>
                      <a:pt x="2642056" y="6856955"/>
                      <a:pt x="2642056" y="6856955"/>
                    </a:cubicBezTo>
                    <a:cubicBezTo>
                      <a:pt x="2642056" y="6856955"/>
                      <a:pt x="5064141" y="5921234"/>
                      <a:pt x="5338636" y="3952543"/>
                    </a:cubicBezTo>
                    <a:cubicBezTo>
                      <a:pt x="5328789" y="2980224"/>
                      <a:pt x="5348483" y="1950827"/>
                      <a:pt x="5338636" y="1048917"/>
                    </a:cubicBezTo>
                    <a:cubicBezTo>
                      <a:pt x="3593636" y="764663"/>
                      <a:pt x="2688415" y="0"/>
                      <a:pt x="2688415" y="0"/>
                    </a:cubicBezTo>
                    <a:close/>
                  </a:path>
                </a:pathLst>
              </a:custGeom>
              <a:noFill/>
              <a:ln cap="flat" cmpd="sng" w="3175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518" name="Google Shape;1518;p45"/>
              <p:cNvSpPr/>
              <p:nvPr/>
            </p:nvSpPr>
            <p:spPr>
              <a:xfrm>
                <a:off x="3692070" y="321376"/>
                <a:ext cx="4817313" cy="6184138"/>
              </a:xfrm>
              <a:custGeom>
                <a:rect b="b" l="l" r="r" t="t"/>
                <a:pathLst>
                  <a:path extrusionOk="0" h="6184138" w="4817313">
                    <a:moveTo>
                      <a:pt x="2424582" y="0"/>
                    </a:moveTo>
                    <a:cubicBezTo>
                      <a:pt x="2424582" y="0"/>
                      <a:pt x="862578" y="1052141"/>
                      <a:pt x="22626" y="919512"/>
                    </a:cubicBezTo>
                    <a:cubicBezTo>
                      <a:pt x="-23559" y="1856714"/>
                      <a:pt x="13825" y="2758537"/>
                      <a:pt x="22626" y="3468824"/>
                    </a:cubicBezTo>
                    <a:cubicBezTo>
                      <a:pt x="49117" y="5181145"/>
                      <a:pt x="2382841" y="6184138"/>
                      <a:pt x="2382841" y="6184138"/>
                    </a:cubicBezTo>
                    <a:cubicBezTo>
                      <a:pt x="2382841" y="6184138"/>
                      <a:pt x="4567206" y="5340265"/>
                      <a:pt x="4814773" y="3564766"/>
                    </a:cubicBezTo>
                    <a:cubicBezTo>
                      <a:pt x="4805973" y="2687778"/>
                      <a:pt x="4823575" y="1759465"/>
                      <a:pt x="4814773" y="946003"/>
                    </a:cubicBezTo>
                    <a:cubicBezTo>
                      <a:pt x="3240919" y="689634"/>
                      <a:pt x="2424582" y="0"/>
                      <a:pt x="2424582"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519" name="Google Shape;1519;p45"/>
              <p:cNvSpPr/>
              <p:nvPr/>
            </p:nvSpPr>
            <p:spPr>
              <a:xfrm>
                <a:off x="5077582" y="3107623"/>
                <a:ext cx="1971904" cy="1813799"/>
              </a:xfrm>
              <a:custGeom>
                <a:rect b="b" l="l" r="r" t="t"/>
                <a:pathLst>
                  <a:path extrusionOk="0" h="1813799" w="1971904">
                    <a:moveTo>
                      <a:pt x="1970433" y="1441139"/>
                    </a:moveTo>
                    <a:cubicBezTo>
                      <a:pt x="1467194" y="1954225"/>
                      <a:pt x="555524" y="1921547"/>
                      <a:pt x="0" y="1441139"/>
                    </a:cubicBezTo>
                    <a:cubicBezTo>
                      <a:pt x="0" y="1079329"/>
                      <a:pt x="0" y="0"/>
                      <a:pt x="0" y="0"/>
                    </a:cubicBezTo>
                    <a:lnTo>
                      <a:pt x="1970433" y="0"/>
                    </a:lnTo>
                    <a:cubicBezTo>
                      <a:pt x="1970433" y="87"/>
                      <a:pt x="1973745" y="1079329"/>
                      <a:pt x="1970433" y="144113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520" name="Google Shape;1520;p45"/>
              <p:cNvSpPr/>
              <p:nvPr/>
            </p:nvSpPr>
            <p:spPr>
              <a:xfrm>
                <a:off x="5332382" y="1718072"/>
                <a:ext cx="1483576" cy="1261366"/>
              </a:xfrm>
              <a:custGeom>
                <a:rect b="b" l="l" r="r" t="t"/>
                <a:pathLst>
                  <a:path extrusionOk="0" h="1261366" w="1483576">
                    <a:moveTo>
                      <a:pt x="741832" y="0"/>
                    </a:moveTo>
                    <a:lnTo>
                      <a:pt x="741832" y="0"/>
                    </a:lnTo>
                    <a:cubicBezTo>
                      <a:pt x="332182" y="0"/>
                      <a:pt x="0" y="332095"/>
                      <a:pt x="0" y="741745"/>
                    </a:cubicBezTo>
                    <a:lnTo>
                      <a:pt x="0" y="1261367"/>
                    </a:lnTo>
                    <a:lnTo>
                      <a:pt x="292445" y="1261367"/>
                    </a:lnTo>
                    <a:lnTo>
                      <a:pt x="292445" y="735209"/>
                    </a:lnTo>
                    <a:cubicBezTo>
                      <a:pt x="292445" y="499231"/>
                      <a:pt x="483720" y="307956"/>
                      <a:pt x="719698" y="307956"/>
                    </a:cubicBezTo>
                    <a:lnTo>
                      <a:pt x="719698" y="307956"/>
                    </a:lnTo>
                    <a:cubicBezTo>
                      <a:pt x="955676" y="307956"/>
                      <a:pt x="1146950" y="499231"/>
                      <a:pt x="1146950" y="735209"/>
                    </a:cubicBezTo>
                    <a:lnTo>
                      <a:pt x="1146950" y="1261367"/>
                    </a:lnTo>
                    <a:lnTo>
                      <a:pt x="1483576" y="1261367"/>
                    </a:lnTo>
                    <a:lnTo>
                      <a:pt x="1483576" y="741745"/>
                    </a:lnTo>
                    <a:cubicBezTo>
                      <a:pt x="1483664" y="332095"/>
                      <a:pt x="1151569" y="0"/>
                      <a:pt x="741832"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521" name="Google Shape;1521;p45"/>
              <p:cNvSpPr/>
              <p:nvPr/>
            </p:nvSpPr>
            <p:spPr>
              <a:xfrm>
                <a:off x="5864640" y="3547424"/>
                <a:ext cx="405205" cy="796469"/>
              </a:xfrm>
              <a:custGeom>
                <a:rect b="b" l="l" r="r" t="t"/>
                <a:pathLst>
                  <a:path extrusionOk="0" h="796469" w="405205">
                    <a:moveTo>
                      <a:pt x="353618" y="639528"/>
                    </a:moveTo>
                    <a:lnTo>
                      <a:pt x="310135" y="639528"/>
                    </a:lnTo>
                    <a:cubicBezTo>
                      <a:pt x="311006" y="635781"/>
                      <a:pt x="311529" y="631947"/>
                      <a:pt x="311529" y="628026"/>
                    </a:cubicBezTo>
                    <a:lnTo>
                      <a:pt x="311529" y="570861"/>
                    </a:lnTo>
                    <a:cubicBezTo>
                      <a:pt x="311529" y="543324"/>
                      <a:pt x="289221" y="521016"/>
                      <a:pt x="261685" y="521016"/>
                    </a:cubicBezTo>
                    <a:lnTo>
                      <a:pt x="261423" y="521016"/>
                    </a:lnTo>
                    <a:lnTo>
                      <a:pt x="261423" y="396492"/>
                    </a:lnTo>
                    <a:cubicBezTo>
                      <a:pt x="344643" y="371308"/>
                      <a:pt x="405206" y="294014"/>
                      <a:pt x="405206" y="202603"/>
                    </a:cubicBezTo>
                    <a:cubicBezTo>
                      <a:pt x="405206" y="90714"/>
                      <a:pt x="314492" y="0"/>
                      <a:pt x="202603" y="0"/>
                    </a:cubicBezTo>
                    <a:cubicBezTo>
                      <a:pt x="90714" y="0"/>
                      <a:pt x="0" y="90714"/>
                      <a:pt x="0" y="202603"/>
                    </a:cubicBezTo>
                    <a:cubicBezTo>
                      <a:pt x="0" y="294014"/>
                      <a:pt x="60563" y="371308"/>
                      <a:pt x="143783" y="396492"/>
                    </a:cubicBezTo>
                    <a:lnTo>
                      <a:pt x="143783" y="521016"/>
                    </a:lnTo>
                    <a:lnTo>
                      <a:pt x="143521" y="521016"/>
                    </a:lnTo>
                    <a:cubicBezTo>
                      <a:pt x="115985" y="521016"/>
                      <a:pt x="93677" y="543324"/>
                      <a:pt x="93677" y="570861"/>
                    </a:cubicBezTo>
                    <a:lnTo>
                      <a:pt x="93677" y="628026"/>
                    </a:lnTo>
                    <a:cubicBezTo>
                      <a:pt x="93677" y="632034"/>
                      <a:pt x="94199" y="635868"/>
                      <a:pt x="95071" y="639528"/>
                    </a:cubicBezTo>
                    <a:lnTo>
                      <a:pt x="51587" y="639528"/>
                    </a:lnTo>
                    <a:cubicBezTo>
                      <a:pt x="35118" y="639528"/>
                      <a:pt x="21785" y="652861"/>
                      <a:pt x="21785" y="669330"/>
                    </a:cubicBezTo>
                    <a:lnTo>
                      <a:pt x="21785" y="766667"/>
                    </a:lnTo>
                    <a:cubicBezTo>
                      <a:pt x="21785" y="783137"/>
                      <a:pt x="35118" y="796469"/>
                      <a:pt x="51587" y="796469"/>
                    </a:cubicBezTo>
                    <a:lnTo>
                      <a:pt x="353705" y="796469"/>
                    </a:lnTo>
                    <a:cubicBezTo>
                      <a:pt x="370175" y="796469"/>
                      <a:pt x="383508" y="783137"/>
                      <a:pt x="383508" y="766667"/>
                    </a:cubicBezTo>
                    <a:lnTo>
                      <a:pt x="383508" y="669330"/>
                    </a:lnTo>
                    <a:cubicBezTo>
                      <a:pt x="383333" y="652861"/>
                      <a:pt x="370001" y="639528"/>
                      <a:pt x="353618" y="63952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grpSp>
      <p:sp>
        <p:nvSpPr>
          <p:cNvPr id="1522" name="Google Shape;1522;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340"/>
                                        </p:tgtEl>
                                        <p:attrNameLst>
                                          <p:attrName>style.visibility</p:attrName>
                                        </p:attrNameLst>
                                      </p:cBhvr>
                                      <p:to>
                                        <p:strVal val="visible"/>
                                      </p:to>
                                    </p:set>
                                    <p:anim calcmode="lin" valueType="num">
                                      <p:cBhvr additive="base">
                                        <p:cTn dur="500"/>
                                        <p:tgtEl>
                                          <p:spTgt spid="1340"/>
                                        </p:tgtEl>
                                        <p:attrNameLst>
                                          <p:attrName>ppt_w</p:attrName>
                                        </p:attrNameLst>
                                      </p:cBhvr>
                                      <p:tavLst>
                                        <p:tav fmla="" tm="0">
                                          <p:val>
                                            <p:strVal val="0"/>
                                          </p:val>
                                        </p:tav>
                                        <p:tav fmla="" tm="100000">
                                          <p:val>
                                            <p:strVal val="#ppt_w"/>
                                          </p:val>
                                        </p:tav>
                                      </p:tavLst>
                                    </p:anim>
                                    <p:anim calcmode="lin" valueType="num">
                                      <p:cBhvr additive="base">
                                        <p:cTn dur="500"/>
                                        <p:tgtEl>
                                          <p:spTgt spid="134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346"/>
                                        </p:tgtEl>
                                        <p:attrNameLst>
                                          <p:attrName>style.visibility</p:attrName>
                                        </p:attrNameLst>
                                      </p:cBhvr>
                                      <p:to>
                                        <p:strVal val="visible"/>
                                      </p:to>
                                    </p:set>
                                    <p:anim calcmode="lin" valueType="num">
                                      <p:cBhvr additive="base">
                                        <p:cTn dur="500"/>
                                        <p:tgtEl>
                                          <p:spTgt spid="1346"/>
                                        </p:tgtEl>
                                        <p:attrNameLst>
                                          <p:attrName>ppt_w</p:attrName>
                                        </p:attrNameLst>
                                      </p:cBhvr>
                                      <p:tavLst>
                                        <p:tav fmla="" tm="0">
                                          <p:val>
                                            <p:strVal val="0"/>
                                          </p:val>
                                        </p:tav>
                                        <p:tav fmla="" tm="100000">
                                          <p:val>
                                            <p:strVal val="#ppt_w"/>
                                          </p:val>
                                        </p:tav>
                                      </p:tavLst>
                                    </p:anim>
                                    <p:anim calcmode="lin" valueType="num">
                                      <p:cBhvr additive="base">
                                        <p:cTn dur="500"/>
                                        <p:tgtEl>
                                          <p:spTgt spid="1346"/>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339"/>
                                        </p:tgtEl>
                                        <p:attrNameLst>
                                          <p:attrName>style.visibility</p:attrName>
                                        </p:attrNameLst>
                                      </p:cBhvr>
                                      <p:to>
                                        <p:strVal val="visible"/>
                                      </p:to>
                                    </p:set>
                                    <p:anim calcmode="lin" valueType="num">
                                      <p:cBhvr additive="base">
                                        <p:cTn dur="500"/>
                                        <p:tgtEl>
                                          <p:spTgt spid="1339"/>
                                        </p:tgtEl>
                                        <p:attrNameLst>
                                          <p:attrName>ppt_w</p:attrName>
                                        </p:attrNameLst>
                                      </p:cBhvr>
                                      <p:tavLst>
                                        <p:tav fmla="" tm="0">
                                          <p:val>
                                            <p:strVal val="0"/>
                                          </p:val>
                                        </p:tav>
                                        <p:tav fmla="" tm="100000">
                                          <p:val>
                                            <p:strVal val="#ppt_w"/>
                                          </p:val>
                                        </p:tav>
                                      </p:tavLst>
                                    </p:anim>
                                    <p:anim calcmode="lin" valueType="num">
                                      <p:cBhvr additive="base">
                                        <p:cTn dur="500"/>
                                        <p:tgtEl>
                                          <p:spTgt spid="133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344"/>
                                        </p:tgtEl>
                                        <p:attrNameLst>
                                          <p:attrName>style.visibility</p:attrName>
                                        </p:attrNameLst>
                                      </p:cBhvr>
                                      <p:to>
                                        <p:strVal val="visible"/>
                                      </p:to>
                                    </p:set>
                                    <p:anim calcmode="lin" valueType="num">
                                      <p:cBhvr additive="base">
                                        <p:cTn dur="500"/>
                                        <p:tgtEl>
                                          <p:spTgt spid="1344"/>
                                        </p:tgtEl>
                                        <p:attrNameLst>
                                          <p:attrName>ppt_w</p:attrName>
                                        </p:attrNameLst>
                                      </p:cBhvr>
                                      <p:tavLst>
                                        <p:tav fmla="" tm="0">
                                          <p:val>
                                            <p:strVal val="0"/>
                                          </p:val>
                                        </p:tav>
                                        <p:tav fmla="" tm="100000">
                                          <p:val>
                                            <p:strVal val="#ppt_w"/>
                                          </p:val>
                                        </p:tav>
                                      </p:tavLst>
                                    </p:anim>
                                    <p:anim calcmode="lin" valueType="num">
                                      <p:cBhvr additive="base">
                                        <p:cTn dur="500"/>
                                        <p:tgtEl>
                                          <p:spTgt spid="1344"/>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343"/>
                                        </p:tgtEl>
                                        <p:attrNameLst>
                                          <p:attrName>style.visibility</p:attrName>
                                        </p:attrNameLst>
                                      </p:cBhvr>
                                      <p:to>
                                        <p:strVal val="visible"/>
                                      </p:to>
                                    </p:set>
                                    <p:anim calcmode="lin" valueType="num">
                                      <p:cBhvr additive="base">
                                        <p:cTn dur="500"/>
                                        <p:tgtEl>
                                          <p:spTgt spid="1343"/>
                                        </p:tgtEl>
                                        <p:attrNameLst>
                                          <p:attrName>ppt_w</p:attrName>
                                        </p:attrNameLst>
                                      </p:cBhvr>
                                      <p:tavLst>
                                        <p:tav fmla="" tm="0">
                                          <p:val>
                                            <p:strVal val="0"/>
                                          </p:val>
                                        </p:tav>
                                        <p:tav fmla="" tm="100000">
                                          <p:val>
                                            <p:strVal val="#ppt_w"/>
                                          </p:val>
                                        </p:tav>
                                      </p:tavLst>
                                    </p:anim>
                                    <p:anim calcmode="lin" valueType="num">
                                      <p:cBhvr additive="base">
                                        <p:cTn dur="500"/>
                                        <p:tgtEl>
                                          <p:spTgt spid="134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342"/>
                                        </p:tgtEl>
                                        <p:attrNameLst>
                                          <p:attrName>style.visibility</p:attrName>
                                        </p:attrNameLst>
                                      </p:cBhvr>
                                      <p:to>
                                        <p:strVal val="visible"/>
                                      </p:to>
                                    </p:set>
                                    <p:anim calcmode="lin" valueType="num">
                                      <p:cBhvr additive="base">
                                        <p:cTn dur="500"/>
                                        <p:tgtEl>
                                          <p:spTgt spid="1342"/>
                                        </p:tgtEl>
                                        <p:attrNameLst>
                                          <p:attrName>ppt_w</p:attrName>
                                        </p:attrNameLst>
                                      </p:cBhvr>
                                      <p:tavLst>
                                        <p:tav fmla="" tm="0">
                                          <p:val>
                                            <p:strVal val="0"/>
                                          </p:val>
                                        </p:tav>
                                        <p:tav fmla="" tm="100000">
                                          <p:val>
                                            <p:strVal val="#ppt_w"/>
                                          </p:val>
                                        </p:tav>
                                      </p:tavLst>
                                    </p:anim>
                                    <p:anim calcmode="lin" valueType="num">
                                      <p:cBhvr additive="base">
                                        <p:cTn dur="500"/>
                                        <p:tgtEl>
                                          <p:spTgt spid="134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5">
                                            <p:txEl>
                                              <p:pRg end="0" st="0"/>
                                            </p:txEl>
                                          </p:spTgt>
                                        </p:tgtEl>
                                        <p:attrNameLst>
                                          <p:attrName>style.visibility</p:attrName>
                                        </p:attrNameLst>
                                      </p:cBhvr>
                                      <p:to>
                                        <p:strVal val="visible"/>
                                      </p:to>
                                    </p:set>
                                    <p:animEffect filter="fade" transition="in">
                                      <p:cBhvr>
                                        <p:cTn dur="500"/>
                                        <p:tgtEl>
                                          <p:spTgt spid="13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5">
                                            <p:txEl>
                                              <p:pRg end="1" st="1"/>
                                            </p:txEl>
                                          </p:spTgt>
                                        </p:tgtEl>
                                        <p:attrNameLst>
                                          <p:attrName>style.visibility</p:attrName>
                                        </p:attrNameLst>
                                      </p:cBhvr>
                                      <p:to>
                                        <p:strVal val="visible"/>
                                      </p:to>
                                    </p:set>
                                    <p:animEffect filter="fade" transition="in">
                                      <p:cBhvr>
                                        <p:cTn dur="500"/>
                                        <p:tgtEl>
                                          <p:spTgt spid="13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5">
                                            <p:txEl>
                                              <p:pRg end="2" st="2"/>
                                            </p:txEl>
                                          </p:spTgt>
                                        </p:tgtEl>
                                        <p:attrNameLst>
                                          <p:attrName>style.visibility</p:attrName>
                                        </p:attrNameLst>
                                      </p:cBhvr>
                                      <p:to>
                                        <p:strVal val="visible"/>
                                      </p:to>
                                    </p:set>
                                    <p:animEffect filter="fade" transition="in">
                                      <p:cBhvr>
                                        <p:cTn dur="500"/>
                                        <p:tgtEl>
                                          <p:spTgt spid="134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4"/>
                                        </p:tgtEl>
                                        <p:attrNameLst>
                                          <p:attrName>style.visibility</p:attrName>
                                        </p:attrNameLst>
                                      </p:cBhvr>
                                      <p:to>
                                        <p:strVal val="visible"/>
                                      </p:to>
                                    </p:set>
                                    <p:animEffect filter="fade" transition="in">
                                      <p:cBhvr>
                                        <p:cTn dur="500"/>
                                        <p:tgtEl>
                                          <p:spTgt spid="13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348"/>
                                        </p:tgtEl>
                                        <p:attrNameLst>
                                          <p:attrName>style.visibility</p:attrName>
                                        </p:attrNameLst>
                                      </p:cBhvr>
                                      <p:to>
                                        <p:strVal val="visible"/>
                                      </p:to>
                                    </p:set>
                                    <p:anim calcmode="lin" valueType="num">
                                      <p:cBhvr additive="base">
                                        <p:cTn dur="500"/>
                                        <p:tgtEl>
                                          <p:spTgt spid="1348"/>
                                        </p:tgtEl>
                                        <p:attrNameLst>
                                          <p:attrName>ppt_w</p:attrName>
                                        </p:attrNameLst>
                                      </p:cBhvr>
                                      <p:tavLst>
                                        <p:tav fmla="" tm="0">
                                          <p:val>
                                            <p:strVal val="0"/>
                                          </p:val>
                                        </p:tav>
                                        <p:tav fmla="" tm="100000">
                                          <p:val>
                                            <p:strVal val="#ppt_w"/>
                                          </p:val>
                                        </p:tav>
                                      </p:tavLst>
                                    </p:anim>
                                    <p:anim calcmode="lin" valueType="num">
                                      <p:cBhvr additive="base">
                                        <p:cTn dur="500"/>
                                        <p:tgtEl>
                                          <p:spTgt spid="1348"/>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347"/>
                                        </p:tgtEl>
                                        <p:attrNameLst>
                                          <p:attrName>style.visibility</p:attrName>
                                        </p:attrNameLst>
                                      </p:cBhvr>
                                      <p:to>
                                        <p:strVal val="visible"/>
                                      </p:to>
                                    </p:set>
                                    <p:anim calcmode="lin" valueType="num">
                                      <p:cBhvr additive="base">
                                        <p:cTn dur="500"/>
                                        <p:tgtEl>
                                          <p:spTgt spid="1347"/>
                                        </p:tgtEl>
                                        <p:attrNameLst>
                                          <p:attrName>ppt_w</p:attrName>
                                        </p:attrNameLst>
                                      </p:cBhvr>
                                      <p:tavLst>
                                        <p:tav fmla="" tm="0">
                                          <p:val>
                                            <p:strVal val="0"/>
                                          </p:val>
                                        </p:tav>
                                        <p:tav fmla="" tm="100000">
                                          <p:val>
                                            <p:strVal val="#ppt_w"/>
                                          </p:val>
                                        </p:tav>
                                      </p:tavLst>
                                    </p:anim>
                                    <p:anim calcmode="lin" valueType="num">
                                      <p:cBhvr additive="base">
                                        <p:cTn dur="500"/>
                                        <p:tgtEl>
                                          <p:spTgt spid="1347"/>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351"/>
                                        </p:tgtEl>
                                        <p:attrNameLst>
                                          <p:attrName>style.visibility</p:attrName>
                                        </p:attrNameLst>
                                      </p:cBhvr>
                                      <p:to>
                                        <p:strVal val="visible"/>
                                      </p:to>
                                    </p:set>
                                    <p:anim calcmode="lin" valueType="num">
                                      <p:cBhvr additive="base">
                                        <p:cTn dur="500"/>
                                        <p:tgtEl>
                                          <p:spTgt spid="1351"/>
                                        </p:tgtEl>
                                        <p:attrNameLst>
                                          <p:attrName>ppt_w</p:attrName>
                                        </p:attrNameLst>
                                      </p:cBhvr>
                                      <p:tavLst>
                                        <p:tav fmla="" tm="0">
                                          <p:val>
                                            <p:strVal val="0"/>
                                          </p:val>
                                        </p:tav>
                                        <p:tav fmla="" tm="100000">
                                          <p:val>
                                            <p:strVal val="#ppt_w"/>
                                          </p:val>
                                        </p:tav>
                                      </p:tavLst>
                                    </p:anim>
                                    <p:anim calcmode="lin" valueType="num">
                                      <p:cBhvr additive="base">
                                        <p:cTn dur="500"/>
                                        <p:tgtEl>
                                          <p:spTgt spid="135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355"/>
                                        </p:tgtEl>
                                        <p:attrNameLst>
                                          <p:attrName>style.visibility</p:attrName>
                                        </p:attrNameLst>
                                      </p:cBhvr>
                                      <p:to>
                                        <p:strVal val="visible"/>
                                      </p:to>
                                    </p:set>
                                    <p:anim calcmode="lin" valueType="num">
                                      <p:cBhvr additive="base">
                                        <p:cTn dur="500"/>
                                        <p:tgtEl>
                                          <p:spTgt spid="1355"/>
                                        </p:tgtEl>
                                        <p:attrNameLst>
                                          <p:attrName>ppt_w</p:attrName>
                                        </p:attrNameLst>
                                      </p:cBhvr>
                                      <p:tavLst>
                                        <p:tav fmla="" tm="0">
                                          <p:val>
                                            <p:strVal val="0"/>
                                          </p:val>
                                        </p:tav>
                                        <p:tav fmla="" tm="100000">
                                          <p:val>
                                            <p:strVal val="#ppt_w"/>
                                          </p:val>
                                        </p:tav>
                                      </p:tavLst>
                                    </p:anim>
                                    <p:anim calcmode="lin" valueType="num">
                                      <p:cBhvr additive="base">
                                        <p:cTn dur="500"/>
                                        <p:tgtEl>
                                          <p:spTgt spid="135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352"/>
                                        </p:tgtEl>
                                        <p:attrNameLst>
                                          <p:attrName>style.visibility</p:attrName>
                                        </p:attrNameLst>
                                      </p:cBhvr>
                                      <p:to>
                                        <p:strVal val="visible"/>
                                      </p:to>
                                    </p:set>
                                    <p:anim calcmode="lin" valueType="num">
                                      <p:cBhvr additive="base">
                                        <p:cTn dur="500"/>
                                        <p:tgtEl>
                                          <p:spTgt spid="1352"/>
                                        </p:tgtEl>
                                        <p:attrNameLst>
                                          <p:attrName>ppt_w</p:attrName>
                                        </p:attrNameLst>
                                      </p:cBhvr>
                                      <p:tavLst>
                                        <p:tav fmla="" tm="0">
                                          <p:val>
                                            <p:strVal val="0"/>
                                          </p:val>
                                        </p:tav>
                                        <p:tav fmla="" tm="100000">
                                          <p:val>
                                            <p:strVal val="#ppt_w"/>
                                          </p:val>
                                        </p:tav>
                                      </p:tavLst>
                                    </p:anim>
                                    <p:anim calcmode="lin" valueType="num">
                                      <p:cBhvr additive="base">
                                        <p:cTn dur="500"/>
                                        <p:tgtEl>
                                          <p:spTgt spid="1352"/>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353"/>
                                        </p:tgtEl>
                                        <p:attrNameLst>
                                          <p:attrName>style.visibility</p:attrName>
                                        </p:attrNameLst>
                                      </p:cBhvr>
                                      <p:to>
                                        <p:strVal val="visible"/>
                                      </p:to>
                                    </p:set>
                                    <p:anim calcmode="lin" valueType="num">
                                      <p:cBhvr additive="base">
                                        <p:cTn dur="500"/>
                                        <p:tgtEl>
                                          <p:spTgt spid="1353"/>
                                        </p:tgtEl>
                                        <p:attrNameLst>
                                          <p:attrName>ppt_w</p:attrName>
                                        </p:attrNameLst>
                                      </p:cBhvr>
                                      <p:tavLst>
                                        <p:tav fmla="" tm="0">
                                          <p:val>
                                            <p:strVal val="0"/>
                                          </p:val>
                                        </p:tav>
                                        <p:tav fmla="" tm="100000">
                                          <p:val>
                                            <p:strVal val="#ppt_w"/>
                                          </p:val>
                                        </p:tav>
                                      </p:tavLst>
                                    </p:anim>
                                    <p:anim calcmode="lin" valueType="num">
                                      <p:cBhvr additive="base">
                                        <p:cTn dur="500"/>
                                        <p:tgtEl>
                                          <p:spTgt spid="135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350"/>
                                        </p:tgtEl>
                                        <p:attrNameLst>
                                          <p:attrName>style.visibility</p:attrName>
                                        </p:attrNameLst>
                                      </p:cBhvr>
                                      <p:to>
                                        <p:strVal val="visible"/>
                                      </p:to>
                                    </p:set>
                                    <p:anim calcmode="lin" valueType="num">
                                      <p:cBhvr additive="base">
                                        <p:cTn dur="500"/>
                                        <p:tgtEl>
                                          <p:spTgt spid="1350"/>
                                        </p:tgtEl>
                                        <p:attrNameLst>
                                          <p:attrName>ppt_w</p:attrName>
                                        </p:attrNameLst>
                                      </p:cBhvr>
                                      <p:tavLst>
                                        <p:tav fmla="" tm="0">
                                          <p:val>
                                            <p:strVal val="0"/>
                                          </p:val>
                                        </p:tav>
                                        <p:tav fmla="" tm="100000">
                                          <p:val>
                                            <p:strVal val="#ppt_w"/>
                                          </p:val>
                                        </p:tav>
                                      </p:tavLst>
                                    </p:anim>
                                    <p:anim calcmode="lin" valueType="num">
                                      <p:cBhvr additive="base">
                                        <p:cTn dur="500"/>
                                        <p:tgtEl>
                                          <p:spTgt spid="135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349"/>
                                        </p:tgtEl>
                                        <p:attrNameLst>
                                          <p:attrName>style.visibility</p:attrName>
                                        </p:attrNameLst>
                                      </p:cBhvr>
                                      <p:to>
                                        <p:strVal val="visible"/>
                                      </p:to>
                                    </p:set>
                                    <p:anim calcmode="lin" valueType="num">
                                      <p:cBhvr additive="base">
                                        <p:cTn dur="500"/>
                                        <p:tgtEl>
                                          <p:spTgt spid="1349"/>
                                        </p:tgtEl>
                                        <p:attrNameLst>
                                          <p:attrName>ppt_w</p:attrName>
                                        </p:attrNameLst>
                                      </p:cBhvr>
                                      <p:tavLst>
                                        <p:tav fmla="" tm="0">
                                          <p:val>
                                            <p:strVal val="0"/>
                                          </p:val>
                                        </p:tav>
                                        <p:tav fmla="" tm="100000">
                                          <p:val>
                                            <p:strVal val="#ppt_w"/>
                                          </p:val>
                                        </p:tav>
                                      </p:tavLst>
                                    </p:anim>
                                    <p:anim calcmode="lin" valueType="num">
                                      <p:cBhvr additive="base">
                                        <p:cTn dur="500"/>
                                        <p:tgtEl>
                                          <p:spTgt spid="134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6">
                                            <p:txEl>
                                              <p:pRg end="0" st="0"/>
                                            </p:txEl>
                                          </p:spTgt>
                                        </p:tgtEl>
                                        <p:attrNameLst>
                                          <p:attrName>style.visibility</p:attrName>
                                        </p:attrNameLst>
                                      </p:cBhvr>
                                      <p:to>
                                        <p:strVal val="visible"/>
                                      </p:to>
                                    </p:set>
                                    <p:animEffect filter="fade" transition="in">
                                      <p:cBhvr>
                                        <p:cTn dur="500"/>
                                        <p:tgtEl>
                                          <p:spTgt spid="13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6">
                                            <p:txEl>
                                              <p:pRg end="1" st="1"/>
                                            </p:txEl>
                                          </p:spTgt>
                                        </p:tgtEl>
                                        <p:attrNameLst>
                                          <p:attrName>style.visibility</p:attrName>
                                        </p:attrNameLst>
                                      </p:cBhvr>
                                      <p:to>
                                        <p:strVal val="visible"/>
                                      </p:to>
                                    </p:set>
                                    <p:animEffect filter="fade" transition="in">
                                      <p:cBhvr>
                                        <p:cTn dur="500"/>
                                        <p:tgtEl>
                                          <p:spTgt spid="135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6">
                                            <p:txEl>
                                              <p:pRg end="2" st="2"/>
                                            </p:txEl>
                                          </p:spTgt>
                                        </p:tgtEl>
                                        <p:attrNameLst>
                                          <p:attrName>style.visibility</p:attrName>
                                        </p:attrNameLst>
                                      </p:cBhvr>
                                      <p:to>
                                        <p:strVal val="visible"/>
                                      </p:to>
                                    </p:set>
                                    <p:animEffect filter="fade" transition="in">
                                      <p:cBhvr>
                                        <p:cTn dur="500"/>
                                        <p:tgtEl>
                                          <p:spTgt spid="1356">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6" name="Shape 1526"/>
        <p:cNvGrpSpPr/>
        <p:nvPr/>
      </p:nvGrpSpPr>
      <p:grpSpPr>
        <a:xfrm>
          <a:off x="0" y="0"/>
          <a:ext cx="0" cy="0"/>
          <a:chOff x="0" y="0"/>
          <a:chExt cx="0" cy="0"/>
        </a:xfrm>
      </p:grpSpPr>
      <p:sp>
        <p:nvSpPr>
          <p:cNvPr id="1527" name="Google Shape;1527;p46"/>
          <p:cNvSpPr txBox="1"/>
          <p:nvPr/>
        </p:nvSpPr>
        <p:spPr>
          <a:xfrm>
            <a:off x="3275621" y="31553"/>
            <a:ext cx="680481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4000"/>
              <a:buFont typeface="Arial"/>
              <a:buNone/>
            </a:pPr>
            <a:r>
              <a:rPr b="0" i="0" lang="en-US" sz="4000" u="none" cap="none" strike="noStrike">
                <a:solidFill>
                  <a:schemeClr val="accent1"/>
                </a:solidFill>
                <a:latin typeface="Arial"/>
                <a:ea typeface="Arial"/>
                <a:cs typeface="Arial"/>
                <a:sym typeface="Arial"/>
              </a:rPr>
              <a:t>Usage of Present Perfect Simple</a:t>
            </a:r>
            <a:endParaRPr b="0" i="0" sz="4000" u="none" cap="none" strike="noStrike">
              <a:solidFill>
                <a:schemeClr val="accent1"/>
              </a:solidFill>
              <a:latin typeface="Arial"/>
              <a:ea typeface="Arial"/>
              <a:cs typeface="Arial"/>
              <a:sym typeface="Arial"/>
            </a:endParaRPr>
          </a:p>
        </p:txBody>
      </p:sp>
      <p:sp>
        <p:nvSpPr>
          <p:cNvPr id="1528" name="Google Shape;1528;p46"/>
          <p:cNvSpPr txBox="1"/>
          <p:nvPr/>
        </p:nvSpPr>
        <p:spPr>
          <a:xfrm>
            <a:off x="179127" y="1994642"/>
            <a:ext cx="5471046"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600"/>
              <a:buFont typeface="Arial"/>
              <a:buNone/>
            </a:pPr>
            <a:r>
              <a:rPr b="0" i="0" lang="en-US" sz="3600" u="none" cap="none" strike="noStrike">
                <a:solidFill>
                  <a:schemeClr val="dk1"/>
                </a:solidFill>
                <a:latin typeface="Arial"/>
                <a:ea typeface="Arial"/>
                <a:cs typeface="Arial"/>
                <a:sym typeface="Arial"/>
              </a:rPr>
              <a:t>We </a:t>
            </a:r>
            <a:r>
              <a:rPr b="1" i="0" lang="en-US" sz="3600" u="none" cap="none" strike="noStrike">
                <a:solidFill>
                  <a:srgbClr val="169C7C"/>
                </a:solidFill>
                <a:latin typeface="Arial"/>
                <a:ea typeface="Arial"/>
                <a:cs typeface="Arial"/>
                <a:sym typeface="Arial"/>
              </a:rPr>
              <a:t>have painted </a:t>
            </a:r>
            <a:r>
              <a:rPr b="0" i="0" lang="en-US" sz="3600" u="none" cap="none" strike="noStrike">
                <a:solidFill>
                  <a:schemeClr val="dk1"/>
                </a:solidFill>
                <a:latin typeface="Arial"/>
                <a:ea typeface="Arial"/>
                <a:cs typeface="Arial"/>
                <a:sym typeface="Arial"/>
              </a:rPr>
              <a:t>the flat.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3600"/>
              <a:buFont typeface="Arial"/>
              <a:buNone/>
            </a:pPr>
            <a:r>
              <a:rPr b="0" i="0" lang="en-US" sz="3600" u="none" cap="none" strike="noStrike">
                <a:solidFill>
                  <a:schemeClr val="dk1"/>
                </a:solidFill>
                <a:latin typeface="Arial"/>
                <a:ea typeface="Arial"/>
                <a:cs typeface="Arial"/>
                <a:sym typeface="Arial"/>
              </a:rPr>
              <a:t>All the rooms are painted now.</a:t>
            </a:r>
            <a:endParaRPr b="0" i="0" sz="3600" u="none" cap="none" strike="noStrike">
              <a:solidFill>
                <a:schemeClr val="dk1"/>
              </a:solidFill>
              <a:latin typeface="Arial"/>
              <a:ea typeface="Arial"/>
              <a:cs typeface="Arial"/>
              <a:sym typeface="Arial"/>
            </a:endParaRPr>
          </a:p>
        </p:txBody>
      </p:sp>
      <p:sp>
        <p:nvSpPr>
          <p:cNvPr id="1529" name="Google Shape;1529;p46"/>
          <p:cNvSpPr txBox="1"/>
          <p:nvPr/>
        </p:nvSpPr>
        <p:spPr>
          <a:xfrm>
            <a:off x="467177" y="4267200"/>
            <a:ext cx="5670387" cy="19389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4000"/>
              <a:buFont typeface="Arial"/>
              <a:buNone/>
            </a:pPr>
            <a:r>
              <a:rPr b="0" i="0" lang="en-US" sz="4000" u="none" cap="none" strike="noStrike">
                <a:solidFill>
                  <a:srgbClr val="0070C0"/>
                </a:solidFill>
                <a:latin typeface="Arial"/>
                <a:ea typeface="Arial"/>
                <a:cs typeface="Arial"/>
                <a:sym typeface="Arial"/>
              </a:rPr>
              <a:t>to emphasize </a:t>
            </a:r>
            <a:r>
              <a:rPr b="1" i="0" lang="en-US" sz="4000" u="none" cap="none" strike="noStrike">
                <a:solidFill>
                  <a:srgbClr val="0070C0"/>
                </a:solidFill>
                <a:latin typeface="Arial"/>
                <a:ea typeface="Arial"/>
                <a:cs typeface="Arial"/>
                <a:sym typeface="Arial"/>
              </a:rPr>
              <a:t>the result of the action </a:t>
            </a:r>
            <a:r>
              <a:rPr b="0" i="0" lang="en-US" sz="4000" u="none" cap="none" strike="noStrike">
                <a:solidFill>
                  <a:srgbClr val="0070C0"/>
                </a:solidFill>
                <a:latin typeface="Arial"/>
                <a:ea typeface="Arial"/>
                <a:cs typeface="Arial"/>
                <a:sym typeface="Arial"/>
              </a:rPr>
              <a:t>which is complete now</a:t>
            </a:r>
            <a:endParaRPr b="0" i="0" sz="4000" u="none" cap="none" strike="noStrike">
              <a:solidFill>
                <a:srgbClr val="0070C0"/>
              </a:solidFill>
              <a:latin typeface="Arial"/>
              <a:ea typeface="Arial"/>
              <a:cs typeface="Arial"/>
              <a:sym typeface="Arial"/>
            </a:endParaRPr>
          </a:p>
        </p:txBody>
      </p:sp>
      <p:pic>
        <p:nvPicPr>
          <p:cNvPr descr="https://azamwalimilak.files.wordpress.com/2018/03/piquant-paint-colours-then-colour-consultancyhome-asian-paints-inside-interior-house-paint-colors-s-house-painting-images-home-colour-selection-house-painting-colour-combinations-wall-in.jpg" id="1530" name="Google Shape;1530;p46"/>
          <p:cNvPicPr preferRelativeResize="0"/>
          <p:nvPr/>
        </p:nvPicPr>
        <p:blipFill rotWithShape="1">
          <a:blip r:embed="rId3">
            <a:alphaModFix/>
          </a:blip>
          <a:srcRect b="0" l="0" r="0" t="0"/>
          <a:stretch/>
        </p:blipFill>
        <p:spPr>
          <a:xfrm flipH="1" rot="-362907">
            <a:off x="6180479" y="1969949"/>
            <a:ext cx="3192842" cy="2038938"/>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pic>
        <p:nvPicPr>
          <p:cNvPr descr="https://nipponpaint.co.in/wp-content/uploads/2019/01/Pick-furnitures-and-decors-before-chosing-paint.jpg" id="1531" name="Google Shape;1531;p46"/>
          <p:cNvPicPr preferRelativeResize="0"/>
          <p:nvPr/>
        </p:nvPicPr>
        <p:blipFill rotWithShape="1">
          <a:blip r:embed="rId4">
            <a:alphaModFix/>
          </a:blip>
          <a:srcRect b="0" l="0" r="0" t="0"/>
          <a:stretch/>
        </p:blipFill>
        <p:spPr>
          <a:xfrm rot="199871">
            <a:off x="8048420" y="4103385"/>
            <a:ext cx="3736206" cy="2335129"/>
          </a:xfrm>
          <a:prstGeom prst="rect">
            <a:avLst/>
          </a:prstGeom>
          <a:solidFill>
            <a:srgbClr val="ECECEC"/>
          </a:solidFill>
          <a:ln cap="rnd" cmpd="sng" w="190500">
            <a:solidFill>
              <a:srgbClr val="FFFFFF"/>
            </a:solidFill>
            <a:prstDash val="solid"/>
            <a:round/>
            <a:headEnd len="sm" w="sm" type="none"/>
            <a:tailEnd len="sm" w="sm" type="none"/>
          </a:ln>
          <a:effectLst>
            <a:outerShdw blurRad="50000" rotWithShape="0" algn="tl">
              <a:srgbClr val="000000">
                <a:alpha val="40000"/>
              </a:srgbClr>
            </a:outerShdw>
          </a:effectLst>
        </p:spPr>
      </p:pic>
      <p:pic>
        <p:nvPicPr>
          <p:cNvPr descr="https://roetsjordanbrewery.com/wp-content/uploads/2019/10/colour-shades-for-living-room-latest-colour-combination-for-living-room-room-colour-paint-design.jpg" id="1532" name="Google Shape;1532;p46"/>
          <p:cNvPicPr preferRelativeResize="0"/>
          <p:nvPr/>
        </p:nvPicPr>
        <p:blipFill rotWithShape="1">
          <a:blip r:embed="rId5">
            <a:alphaModFix/>
          </a:blip>
          <a:srcRect b="0" l="0" r="0" t="0"/>
          <a:stretch/>
        </p:blipFill>
        <p:spPr>
          <a:xfrm rot="507015">
            <a:off x="8724876" y="1016571"/>
            <a:ext cx="3303034" cy="2477276"/>
          </a:xfrm>
          <a:prstGeom prst="rect">
            <a:avLst/>
          </a:prstGeom>
          <a:solidFill>
            <a:srgbClr val="ECECEC"/>
          </a:solidFill>
          <a:ln cap="rnd" cmpd="sng" w="190500">
            <a:solidFill>
              <a:srgbClr val="FFFFFF"/>
            </a:solidFill>
            <a:prstDash val="solid"/>
            <a:round/>
            <a:headEnd len="sm" w="sm" type="none"/>
            <a:tailEnd len="sm" w="sm" type="none"/>
          </a:ln>
          <a:effectLst>
            <a:outerShdw blurRad="50000" rotWithShape="0" algn="tl">
              <a:srgbClr val="000000">
                <a:alpha val="40000"/>
              </a:srgbClr>
            </a:outerShdw>
          </a:effectLst>
        </p:spPr>
      </p:pic>
      <p:grpSp>
        <p:nvGrpSpPr>
          <p:cNvPr id="1533" name="Google Shape;1533;p46"/>
          <p:cNvGrpSpPr/>
          <p:nvPr/>
        </p:nvGrpSpPr>
        <p:grpSpPr>
          <a:xfrm>
            <a:off x="155100" y="20496"/>
            <a:ext cx="768029" cy="1252175"/>
            <a:chOff x="169229" y="2084489"/>
            <a:chExt cx="1306245" cy="1903654"/>
          </a:xfrm>
        </p:grpSpPr>
        <p:sp>
          <p:nvSpPr>
            <p:cNvPr id="1534" name="Google Shape;1534;p46"/>
            <p:cNvSpPr/>
            <p:nvPr/>
          </p:nvSpPr>
          <p:spPr>
            <a:xfrm>
              <a:off x="1162276" y="2834478"/>
              <a:ext cx="313198" cy="613622"/>
            </a:xfrm>
            <a:custGeom>
              <a:rect b="b" l="l" r="r" t="t"/>
              <a:pathLst>
                <a:path extrusionOk="0" h="613622" w="313198">
                  <a:moveTo>
                    <a:pt x="297384" y="307094"/>
                  </a:moveTo>
                  <a:cubicBezTo>
                    <a:pt x="292364" y="293707"/>
                    <a:pt x="287509" y="280038"/>
                    <a:pt x="294721" y="265708"/>
                  </a:cubicBezTo>
                  <a:cubicBezTo>
                    <a:pt x="294815" y="265520"/>
                    <a:pt x="294203" y="264954"/>
                    <a:pt x="293543" y="264011"/>
                  </a:cubicBezTo>
                  <a:cubicBezTo>
                    <a:pt x="278907" y="272732"/>
                    <a:pt x="270799" y="262338"/>
                    <a:pt x="263140" y="252463"/>
                  </a:cubicBezTo>
                  <a:cubicBezTo>
                    <a:pt x="257860" y="245675"/>
                    <a:pt x="254396" y="237474"/>
                    <a:pt x="249187" y="230639"/>
                  </a:cubicBezTo>
                  <a:cubicBezTo>
                    <a:pt x="243413" y="223050"/>
                    <a:pt x="236790" y="216027"/>
                    <a:pt x="230050" y="209262"/>
                  </a:cubicBezTo>
                  <a:cubicBezTo>
                    <a:pt x="225972" y="205162"/>
                    <a:pt x="219798" y="202828"/>
                    <a:pt x="216592" y="198280"/>
                  </a:cubicBezTo>
                  <a:cubicBezTo>
                    <a:pt x="205209" y="182135"/>
                    <a:pt x="194980" y="165190"/>
                    <a:pt x="183785" y="148904"/>
                  </a:cubicBezTo>
                  <a:cubicBezTo>
                    <a:pt x="175701" y="137120"/>
                    <a:pt x="167075" y="125642"/>
                    <a:pt x="158049" y="114565"/>
                  </a:cubicBezTo>
                  <a:cubicBezTo>
                    <a:pt x="155527" y="111478"/>
                    <a:pt x="150672" y="108697"/>
                    <a:pt x="146830" y="108626"/>
                  </a:cubicBezTo>
                  <a:cubicBezTo>
                    <a:pt x="138110" y="108461"/>
                    <a:pt x="135494" y="107259"/>
                    <a:pt x="134905" y="98445"/>
                  </a:cubicBezTo>
                  <a:cubicBezTo>
                    <a:pt x="133538" y="78011"/>
                    <a:pt x="121895" y="64318"/>
                    <a:pt x="105633" y="53806"/>
                  </a:cubicBezTo>
                  <a:cubicBezTo>
                    <a:pt x="103276" y="52274"/>
                    <a:pt x="98044" y="51284"/>
                    <a:pt x="97030" y="52510"/>
                  </a:cubicBezTo>
                  <a:cubicBezTo>
                    <a:pt x="95192" y="54678"/>
                    <a:pt x="94014" y="59581"/>
                    <a:pt x="95286" y="61749"/>
                  </a:cubicBezTo>
                  <a:cubicBezTo>
                    <a:pt x="99293" y="68607"/>
                    <a:pt x="104007" y="75277"/>
                    <a:pt x="109474" y="81028"/>
                  </a:cubicBezTo>
                  <a:cubicBezTo>
                    <a:pt x="116309" y="88192"/>
                    <a:pt x="121094" y="95711"/>
                    <a:pt x="121023" y="108202"/>
                  </a:cubicBezTo>
                  <a:cubicBezTo>
                    <a:pt x="115744" y="104879"/>
                    <a:pt x="111619" y="103135"/>
                    <a:pt x="108602" y="100212"/>
                  </a:cubicBezTo>
                  <a:cubicBezTo>
                    <a:pt x="92930" y="85105"/>
                    <a:pt x="77540" y="69715"/>
                    <a:pt x="62032" y="54419"/>
                  </a:cubicBezTo>
                  <a:cubicBezTo>
                    <a:pt x="45652" y="38275"/>
                    <a:pt x="29390" y="21989"/>
                    <a:pt x="12798" y="6081"/>
                  </a:cubicBezTo>
                  <a:cubicBezTo>
                    <a:pt x="9922" y="3323"/>
                    <a:pt x="5656" y="1980"/>
                    <a:pt x="2027" y="0"/>
                  </a:cubicBezTo>
                  <a:cubicBezTo>
                    <a:pt x="1343" y="683"/>
                    <a:pt x="660" y="1367"/>
                    <a:pt x="0" y="2050"/>
                  </a:cubicBezTo>
                  <a:cubicBezTo>
                    <a:pt x="2098" y="6623"/>
                    <a:pt x="3465" y="11713"/>
                    <a:pt x="6387" y="15649"/>
                  </a:cubicBezTo>
                  <a:cubicBezTo>
                    <a:pt x="23686" y="38840"/>
                    <a:pt x="40537" y="62409"/>
                    <a:pt x="59062" y="84586"/>
                  </a:cubicBezTo>
                  <a:cubicBezTo>
                    <a:pt x="92623" y="124747"/>
                    <a:pt x="125077" y="165755"/>
                    <a:pt x="149328" y="212185"/>
                  </a:cubicBezTo>
                  <a:cubicBezTo>
                    <a:pt x="181735" y="274240"/>
                    <a:pt x="204949" y="340137"/>
                    <a:pt x="225713" y="406929"/>
                  </a:cubicBezTo>
                  <a:cubicBezTo>
                    <a:pt x="236932" y="443012"/>
                    <a:pt x="237969" y="480863"/>
                    <a:pt x="246312" y="517417"/>
                  </a:cubicBezTo>
                  <a:cubicBezTo>
                    <a:pt x="252722" y="545534"/>
                    <a:pt x="259062" y="573651"/>
                    <a:pt x="265756" y="601697"/>
                  </a:cubicBezTo>
                  <a:cubicBezTo>
                    <a:pt x="266769" y="605892"/>
                    <a:pt x="269621" y="609663"/>
                    <a:pt x="271600" y="613623"/>
                  </a:cubicBezTo>
                  <a:cubicBezTo>
                    <a:pt x="272308" y="613481"/>
                    <a:pt x="272991" y="613316"/>
                    <a:pt x="273698" y="613175"/>
                  </a:cubicBezTo>
                  <a:cubicBezTo>
                    <a:pt x="274452" y="610417"/>
                    <a:pt x="275914" y="607660"/>
                    <a:pt x="275843" y="604926"/>
                  </a:cubicBezTo>
                  <a:cubicBezTo>
                    <a:pt x="275442" y="587391"/>
                    <a:pt x="276927" y="569432"/>
                    <a:pt x="273698" y="552392"/>
                  </a:cubicBezTo>
                  <a:cubicBezTo>
                    <a:pt x="263776" y="500071"/>
                    <a:pt x="251945" y="448103"/>
                    <a:pt x="240985" y="395970"/>
                  </a:cubicBezTo>
                  <a:cubicBezTo>
                    <a:pt x="234457" y="364836"/>
                    <a:pt x="228070" y="333656"/>
                    <a:pt x="221895" y="302451"/>
                  </a:cubicBezTo>
                  <a:cubicBezTo>
                    <a:pt x="221188" y="298845"/>
                    <a:pt x="222154" y="294909"/>
                    <a:pt x="222366" y="291139"/>
                  </a:cubicBezTo>
                  <a:cubicBezTo>
                    <a:pt x="223521" y="290879"/>
                    <a:pt x="224676" y="290620"/>
                    <a:pt x="225831" y="290361"/>
                  </a:cubicBezTo>
                  <a:cubicBezTo>
                    <a:pt x="228730" y="295286"/>
                    <a:pt x="232336" y="299953"/>
                    <a:pt x="234363" y="305209"/>
                  </a:cubicBezTo>
                  <a:cubicBezTo>
                    <a:pt x="240090" y="319915"/>
                    <a:pt x="244332" y="335235"/>
                    <a:pt x="250719" y="349635"/>
                  </a:cubicBezTo>
                  <a:cubicBezTo>
                    <a:pt x="256847" y="363517"/>
                    <a:pt x="264082" y="377092"/>
                    <a:pt x="272402" y="389748"/>
                  </a:cubicBezTo>
                  <a:cubicBezTo>
                    <a:pt x="277917" y="398138"/>
                    <a:pt x="285789" y="398728"/>
                    <a:pt x="295805" y="394650"/>
                  </a:cubicBezTo>
                  <a:cubicBezTo>
                    <a:pt x="294792" y="393236"/>
                    <a:pt x="294132" y="391468"/>
                    <a:pt x="292883" y="390691"/>
                  </a:cubicBezTo>
                  <a:cubicBezTo>
                    <a:pt x="283644" y="384869"/>
                    <a:pt x="278011" y="376055"/>
                    <a:pt x="274075" y="366415"/>
                  </a:cubicBezTo>
                  <a:cubicBezTo>
                    <a:pt x="266439" y="347726"/>
                    <a:pt x="259793" y="328612"/>
                    <a:pt x="252227" y="309875"/>
                  </a:cubicBezTo>
                  <a:cubicBezTo>
                    <a:pt x="247632" y="298468"/>
                    <a:pt x="242376" y="287297"/>
                    <a:pt x="236743" y="276361"/>
                  </a:cubicBezTo>
                  <a:cubicBezTo>
                    <a:pt x="235305" y="273557"/>
                    <a:pt x="231417" y="271742"/>
                    <a:pt x="228306" y="270139"/>
                  </a:cubicBezTo>
                  <a:cubicBezTo>
                    <a:pt x="223686" y="267782"/>
                    <a:pt x="217653" y="267170"/>
                    <a:pt x="214188" y="263776"/>
                  </a:cubicBezTo>
                  <a:cubicBezTo>
                    <a:pt x="207330" y="257106"/>
                    <a:pt x="201202" y="249493"/>
                    <a:pt x="195899" y="241504"/>
                  </a:cubicBezTo>
                  <a:cubicBezTo>
                    <a:pt x="178930" y="215979"/>
                    <a:pt x="162267" y="190219"/>
                    <a:pt x="145887" y="164294"/>
                  </a:cubicBezTo>
                  <a:cubicBezTo>
                    <a:pt x="138911" y="153241"/>
                    <a:pt x="132760" y="141669"/>
                    <a:pt x="126609" y="130120"/>
                  </a:cubicBezTo>
                  <a:cubicBezTo>
                    <a:pt x="125030" y="127174"/>
                    <a:pt x="124888" y="123498"/>
                    <a:pt x="124063" y="120151"/>
                  </a:cubicBezTo>
                  <a:cubicBezTo>
                    <a:pt x="124912" y="119632"/>
                    <a:pt x="125760" y="119114"/>
                    <a:pt x="126609" y="118595"/>
                  </a:cubicBezTo>
                  <a:cubicBezTo>
                    <a:pt x="133066" y="125171"/>
                    <a:pt x="140207" y="131228"/>
                    <a:pt x="145887" y="138440"/>
                  </a:cubicBezTo>
                  <a:cubicBezTo>
                    <a:pt x="176998" y="177893"/>
                    <a:pt x="208296" y="217181"/>
                    <a:pt x="238393" y="257389"/>
                  </a:cubicBezTo>
                  <a:cubicBezTo>
                    <a:pt x="258049" y="283667"/>
                    <a:pt x="277610" y="310205"/>
                    <a:pt x="291115" y="340538"/>
                  </a:cubicBezTo>
                  <a:cubicBezTo>
                    <a:pt x="293330" y="345510"/>
                    <a:pt x="297526" y="350130"/>
                    <a:pt x="301909" y="353406"/>
                  </a:cubicBezTo>
                  <a:cubicBezTo>
                    <a:pt x="304549" y="355362"/>
                    <a:pt x="309357" y="354443"/>
                    <a:pt x="313199" y="354796"/>
                  </a:cubicBezTo>
                  <a:cubicBezTo>
                    <a:pt x="313199" y="351332"/>
                    <a:pt x="313199" y="347867"/>
                    <a:pt x="313199" y="344379"/>
                  </a:cubicBezTo>
                  <a:cubicBezTo>
                    <a:pt x="307848" y="331959"/>
                    <a:pt x="302121" y="319727"/>
                    <a:pt x="297384" y="3070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35" name="Google Shape;1535;p46"/>
            <p:cNvSpPr/>
            <p:nvPr/>
          </p:nvSpPr>
          <p:spPr>
            <a:xfrm>
              <a:off x="720533" y="2084489"/>
              <a:ext cx="230932" cy="61420"/>
            </a:xfrm>
            <a:custGeom>
              <a:rect b="b" l="l" r="r" t="t"/>
              <a:pathLst>
                <a:path extrusionOk="0" h="61420" w="230932">
                  <a:moveTo>
                    <a:pt x="21640" y="61089"/>
                  </a:moveTo>
                  <a:cubicBezTo>
                    <a:pt x="44878" y="58190"/>
                    <a:pt x="68163" y="54938"/>
                    <a:pt x="91543" y="53830"/>
                  </a:cubicBezTo>
                  <a:cubicBezTo>
                    <a:pt x="124421" y="52251"/>
                    <a:pt x="157369" y="52628"/>
                    <a:pt x="190294" y="51803"/>
                  </a:cubicBezTo>
                  <a:cubicBezTo>
                    <a:pt x="200145" y="51544"/>
                    <a:pt x="210044" y="50554"/>
                    <a:pt x="219754" y="48975"/>
                  </a:cubicBezTo>
                  <a:cubicBezTo>
                    <a:pt x="230855" y="47160"/>
                    <a:pt x="233730" y="42022"/>
                    <a:pt x="228192" y="32359"/>
                  </a:cubicBezTo>
                  <a:cubicBezTo>
                    <a:pt x="221758" y="21117"/>
                    <a:pt x="213768" y="10747"/>
                    <a:pt x="206438" y="0"/>
                  </a:cubicBezTo>
                  <a:cubicBezTo>
                    <a:pt x="204953" y="0"/>
                    <a:pt x="203469" y="0"/>
                    <a:pt x="201984" y="0"/>
                  </a:cubicBezTo>
                  <a:cubicBezTo>
                    <a:pt x="202926" y="3983"/>
                    <a:pt x="203398" y="8178"/>
                    <a:pt x="204883" y="11949"/>
                  </a:cubicBezTo>
                  <a:cubicBezTo>
                    <a:pt x="208159" y="20222"/>
                    <a:pt x="207075" y="24935"/>
                    <a:pt x="198637" y="27787"/>
                  </a:cubicBezTo>
                  <a:cubicBezTo>
                    <a:pt x="191025" y="30356"/>
                    <a:pt x="182870" y="32171"/>
                    <a:pt x="174880" y="32548"/>
                  </a:cubicBezTo>
                  <a:cubicBezTo>
                    <a:pt x="131633" y="34622"/>
                    <a:pt x="89210" y="27622"/>
                    <a:pt x="46834" y="20057"/>
                  </a:cubicBezTo>
                  <a:cubicBezTo>
                    <a:pt x="36158" y="18148"/>
                    <a:pt x="25387" y="16356"/>
                    <a:pt x="14593" y="15696"/>
                  </a:cubicBezTo>
                  <a:cubicBezTo>
                    <a:pt x="4293" y="15060"/>
                    <a:pt x="287" y="19067"/>
                    <a:pt x="27" y="29036"/>
                  </a:cubicBezTo>
                  <a:cubicBezTo>
                    <a:pt x="-138" y="35164"/>
                    <a:pt x="452" y="41409"/>
                    <a:pt x="1512" y="47466"/>
                  </a:cubicBezTo>
                  <a:cubicBezTo>
                    <a:pt x="3539" y="59251"/>
                    <a:pt x="9643" y="62574"/>
                    <a:pt x="21640" y="6108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36" name="Google Shape;1536;p46"/>
            <p:cNvSpPr/>
            <p:nvPr/>
          </p:nvSpPr>
          <p:spPr>
            <a:xfrm>
              <a:off x="517440" y="2721140"/>
              <a:ext cx="900505" cy="1154323"/>
            </a:xfrm>
            <a:custGeom>
              <a:rect b="b" l="l" r="r" t="t"/>
              <a:pathLst>
                <a:path extrusionOk="0" h="1154323" w="900505">
                  <a:moveTo>
                    <a:pt x="894354" y="849656"/>
                  </a:moveTo>
                  <a:cubicBezTo>
                    <a:pt x="889475" y="846993"/>
                    <a:pt x="887283" y="843835"/>
                    <a:pt x="886671" y="839027"/>
                  </a:cubicBezTo>
                  <a:cubicBezTo>
                    <a:pt x="884573" y="822859"/>
                    <a:pt x="881981" y="806715"/>
                    <a:pt x="880896" y="790477"/>
                  </a:cubicBezTo>
                  <a:cubicBezTo>
                    <a:pt x="878869" y="760592"/>
                    <a:pt x="878115" y="730637"/>
                    <a:pt x="876253" y="700752"/>
                  </a:cubicBezTo>
                  <a:cubicBezTo>
                    <a:pt x="873590" y="658023"/>
                    <a:pt x="867439" y="615695"/>
                    <a:pt x="858059" y="573955"/>
                  </a:cubicBezTo>
                  <a:cubicBezTo>
                    <a:pt x="854170" y="556727"/>
                    <a:pt x="848019" y="539993"/>
                    <a:pt x="842433" y="523213"/>
                  </a:cubicBezTo>
                  <a:cubicBezTo>
                    <a:pt x="841608" y="520714"/>
                    <a:pt x="838191" y="519065"/>
                    <a:pt x="835952" y="517014"/>
                  </a:cubicBezTo>
                  <a:cubicBezTo>
                    <a:pt x="834019" y="519630"/>
                    <a:pt x="830814" y="522034"/>
                    <a:pt x="830390" y="524862"/>
                  </a:cubicBezTo>
                  <a:cubicBezTo>
                    <a:pt x="829070" y="533583"/>
                    <a:pt x="828245" y="542492"/>
                    <a:pt x="828268" y="551306"/>
                  </a:cubicBezTo>
                  <a:cubicBezTo>
                    <a:pt x="828292" y="560356"/>
                    <a:pt x="829565" y="569406"/>
                    <a:pt x="830272" y="578433"/>
                  </a:cubicBezTo>
                  <a:cubicBezTo>
                    <a:pt x="829565" y="578551"/>
                    <a:pt x="828858" y="578645"/>
                    <a:pt x="828174" y="578763"/>
                  </a:cubicBezTo>
                  <a:cubicBezTo>
                    <a:pt x="824380" y="566602"/>
                    <a:pt x="820609" y="554441"/>
                    <a:pt x="816791" y="542279"/>
                  </a:cubicBezTo>
                  <a:cubicBezTo>
                    <a:pt x="802744" y="497570"/>
                    <a:pt x="790159" y="452414"/>
                    <a:pt x="770833" y="409496"/>
                  </a:cubicBezTo>
                  <a:cubicBezTo>
                    <a:pt x="757564" y="380036"/>
                    <a:pt x="745497" y="350010"/>
                    <a:pt x="733100" y="320149"/>
                  </a:cubicBezTo>
                  <a:cubicBezTo>
                    <a:pt x="730625" y="314186"/>
                    <a:pt x="729070" y="307823"/>
                    <a:pt x="727090" y="301648"/>
                  </a:cubicBezTo>
                  <a:cubicBezTo>
                    <a:pt x="727797" y="301318"/>
                    <a:pt x="728480" y="300964"/>
                    <a:pt x="729188" y="300634"/>
                  </a:cubicBezTo>
                  <a:cubicBezTo>
                    <a:pt x="731851" y="304664"/>
                    <a:pt x="734867" y="308482"/>
                    <a:pt x="737106" y="312725"/>
                  </a:cubicBezTo>
                  <a:cubicBezTo>
                    <a:pt x="753321" y="343269"/>
                    <a:pt x="768994" y="374120"/>
                    <a:pt x="785633" y="404452"/>
                  </a:cubicBezTo>
                  <a:cubicBezTo>
                    <a:pt x="799162" y="429128"/>
                    <a:pt x="813680" y="453262"/>
                    <a:pt x="828009" y="477490"/>
                  </a:cubicBezTo>
                  <a:cubicBezTo>
                    <a:pt x="829848" y="480578"/>
                    <a:pt x="833123" y="482817"/>
                    <a:pt x="837107" y="486800"/>
                  </a:cubicBezTo>
                  <a:cubicBezTo>
                    <a:pt x="838827" y="473861"/>
                    <a:pt x="834632" y="464481"/>
                    <a:pt x="831262" y="455171"/>
                  </a:cubicBezTo>
                  <a:cubicBezTo>
                    <a:pt x="815518" y="411664"/>
                    <a:pt x="795839" y="369854"/>
                    <a:pt x="773449" y="329458"/>
                  </a:cubicBezTo>
                  <a:cubicBezTo>
                    <a:pt x="758624" y="302708"/>
                    <a:pt x="741844" y="277019"/>
                    <a:pt x="725676" y="251023"/>
                  </a:cubicBezTo>
                  <a:cubicBezTo>
                    <a:pt x="723413" y="247370"/>
                    <a:pt x="719619" y="244660"/>
                    <a:pt x="716531" y="241525"/>
                  </a:cubicBezTo>
                  <a:cubicBezTo>
                    <a:pt x="715824" y="241973"/>
                    <a:pt x="715141" y="242421"/>
                    <a:pt x="714434" y="242868"/>
                  </a:cubicBezTo>
                  <a:cubicBezTo>
                    <a:pt x="715212" y="246639"/>
                    <a:pt x="716154" y="250363"/>
                    <a:pt x="716696" y="254181"/>
                  </a:cubicBezTo>
                  <a:cubicBezTo>
                    <a:pt x="717545" y="260003"/>
                    <a:pt x="719006" y="265942"/>
                    <a:pt x="718535" y="271716"/>
                  </a:cubicBezTo>
                  <a:cubicBezTo>
                    <a:pt x="718275" y="274898"/>
                    <a:pt x="715235" y="279234"/>
                    <a:pt x="712336" y="280554"/>
                  </a:cubicBezTo>
                  <a:cubicBezTo>
                    <a:pt x="702320" y="285079"/>
                    <a:pt x="700364" y="287742"/>
                    <a:pt x="703522" y="298490"/>
                  </a:cubicBezTo>
                  <a:cubicBezTo>
                    <a:pt x="709814" y="319772"/>
                    <a:pt x="715871" y="341124"/>
                    <a:pt x="722942" y="362147"/>
                  </a:cubicBezTo>
                  <a:cubicBezTo>
                    <a:pt x="737083" y="404240"/>
                    <a:pt x="752190" y="446097"/>
                    <a:pt x="756503" y="490689"/>
                  </a:cubicBezTo>
                  <a:cubicBezTo>
                    <a:pt x="758789" y="514280"/>
                    <a:pt x="760251" y="537990"/>
                    <a:pt x="761547" y="561653"/>
                  </a:cubicBezTo>
                  <a:cubicBezTo>
                    <a:pt x="761853" y="567450"/>
                    <a:pt x="761476" y="573908"/>
                    <a:pt x="755914" y="578457"/>
                  </a:cubicBezTo>
                  <a:cubicBezTo>
                    <a:pt x="748584" y="574167"/>
                    <a:pt x="746746" y="566838"/>
                    <a:pt x="745803" y="560026"/>
                  </a:cubicBezTo>
                  <a:cubicBezTo>
                    <a:pt x="742834" y="538744"/>
                    <a:pt x="741160" y="517273"/>
                    <a:pt x="738214" y="495991"/>
                  </a:cubicBezTo>
                  <a:cubicBezTo>
                    <a:pt x="730484" y="440158"/>
                    <a:pt x="715754" y="386328"/>
                    <a:pt x="691997" y="335067"/>
                  </a:cubicBezTo>
                  <a:cubicBezTo>
                    <a:pt x="687660" y="325711"/>
                    <a:pt x="684102" y="315930"/>
                    <a:pt x="680943" y="306126"/>
                  </a:cubicBezTo>
                  <a:cubicBezTo>
                    <a:pt x="678469" y="298466"/>
                    <a:pt x="680637" y="292008"/>
                    <a:pt x="687048" y="286258"/>
                  </a:cubicBezTo>
                  <a:cubicBezTo>
                    <a:pt x="691219" y="282534"/>
                    <a:pt x="694637" y="277019"/>
                    <a:pt x="696333" y="271669"/>
                  </a:cubicBezTo>
                  <a:cubicBezTo>
                    <a:pt x="700316" y="259178"/>
                    <a:pt x="697630" y="246757"/>
                    <a:pt x="693411" y="234667"/>
                  </a:cubicBezTo>
                  <a:cubicBezTo>
                    <a:pt x="686883" y="215930"/>
                    <a:pt x="674344" y="201483"/>
                    <a:pt x="660345" y="187884"/>
                  </a:cubicBezTo>
                  <a:cubicBezTo>
                    <a:pt x="664658" y="203957"/>
                    <a:pt x="670078" y="219512"/>
                    <a:pt x="674745" y="235279"/>
                  </a:cubicBezTo>
                  <a:cubicBezTo>
                    <a:pt x="678092" y="246592"/>
                    <a:pt x="681226" y="258070"/>
                    <a:pt x="683017" y="269689"/>
                  </a:cubicBezTo>
                  <a:cubicBezTo>
                    <a:pt x="684573" y="279753"/>
                    <a:pt x="682640" y="280837"/>
                    <a:pt x="672671" y="279588"/>
                  </a:cubicBezTo>
                  <a:cubicBezTo>
                    <a:pt x="670220" y="279281"/>
                    <a:pt x="667722" y="279234"/>
                    <a:pt x="665247" y="279281"/>
                  </a:cubicBezTo>
                  <a:cubicBezTo>
                    <a:pt x="657422" y="279423"/>
                    <a:pt x="653722" y="282463"/>
                    <a:pt x="654971" y="290146"/>
                  </a:cubicBezTo>
                  <a:cubicBezTo>
                    <a:pt x="656597" y="300021"/>
                    <a:pt x="659402" y="309826"/>
                    <a:pt x="662796" y="319277"/>
                  </a:cubicBezTo>
                  <a:cubicBezTo>
                    <a:pt x="671375" y="343175"/>
                    <a:pt x="680660" y="366814"/>
                    <a:pt x="689357" y="390665"/>
                  </a:cubicBezTo>
                  <a:cubicBezTo>
                    <a:pt x="690583" y="393988"/>
                    <a:pt x="691832" y="399314"/>
                    <a:pt x="690182" y="401294"/>
                  </a:cubicBezTo>
                  <a:cubicBezTo>
                    <a:pt x="686058" y="406244"/>
                    <a:pt x="689169" y="409519"/>
                    <a:pt x="691101" y="413173"/>
                  </a:cubicBezTo>
                  <a:cubicBezTo>
                    <a:pt x="692704" y="416213"/>
                    <a:pt x="695061" y="418852"/>
                    <a:pt x="696852" y="421822"/>
                  </a:cubicBezTo>
                  <a:cubicBezTo>
                    <a:pt x="706161" y="437165"/>
                    <a:pt x="709956" y="453710"/>
                    <a:pt x="706751" y="471480"/>
                  </a:cubicBezTo>
                  <a:cubicBezTo>
                    <a:pt x="705737" y="477066"/>
                    <a:pt x="703899" y="483406"/>
                    <a:pt x="696758" y="483477"/>
                  </a:cubicBezTo>
                  <a:cubicBezTo>
                    <a:pt x="689451" y="483524"/>
                    <a:pt x="687165" y="477608"/>
                    <a:pt x="685963" y="471457"/>
                  </a:cubicBezTo>
                  <a:cubicBezTo>
                    <a:pt x="685115" y="467097"/>
                    <a:pt x="684832" y="462595"/>
                    <a:pt x="683630" y="458353"/>
                  </a:cubicBezTo>
                  <a:cubicBezTo>
                    <a:pt x="669866" y="410227"/>
                    <a:pt x="656480" y="362006"/>
                    <a:pt x="641985" y="314092"/>
                  </a:cubicBezTo>
                  <a:cubicBezTo>
                    <a:pt x="624120" y="254982"/>
                    <a:pt x="595131" y="202166"/>
                    <a:pt x="551389" y="157811"/>
                  </a:cubicBezTo>
                  <a:cubicBezTo>
                    <a:pt x="538568" y="144825"/>
                    <a:pt x="526948" y="130495"/>
                    <a:pt x="515966" y="115859"/>
                  </a:cubicBezTo>
                  <a:cubicBezTo>
                    <a:pt x="505525" y="101907"/>
                    <a:pt x="506727" y="94506"/>
                    <a:pt x="518629" y="81897"/>
                  </a:cubicBezTo>
                  <a:cubicBezTo>
                    <a:pt x="521858" y="78480"/>
                    <a:pt x="525275" y="75204"/>
                    <a:pt x="528952" y="72305"/>
                  </a:cubicBezTo>
                  <a:cubicBezTo>
                    <a:pt x="538803" y="64480"/>
                    <a:pt x="542928" y="65541"/>
                    <a:pt x="547712" y="76854"/>
                  </a:cubicBezTo>
                  <a:cubicBezTo>
                    <a:pt x="550658" y="83783"/>
                    <a:pt x="555136" y="89651"/>
                    <a:pt x="562678" y="90971"/>
                  </a:cubicBezTo>
                  <a:cubicBezTo>
                    <a:pt x="566402" y="91631"/>
                    <a:pt x="572341" y="90311"/>
                    <a:pt x="574250" y="87672"/>
                  </a:cubicBezTo>
                  <a:cubicBezTo>
                    <a:pt x="576489" y="84631"/>
                    <a:pt x="576725" y="78716"/>
                    <a:pt x="575428" y="74874"/>
                  </a:cubicBezTo>
                  <a:cubicBezTo>
                    <a:pt x="574108" y="71032"/>
                    <a:pt x="570196" y="67733"/>
                    <a:pt x="566779" y="64999"/>
                  </a:cubicBezTo>
                  <a:cubicBezTo>
                    <a:pt x="549668" y="51282"/>
                    <a:pt x="530790" y="40606"/>
                    <a:pt x="509814" y="34054"/>
                  </a:cubicBezTo>
                  <a:cubicBezTo>
                    <a:pt x="505030" y="32569"/>
                    <a:pt x="499656" y="32852"/>
                    <a:pt x="494542" y="32475"/>
                  </a:cubicBezTo>
                  <a:cubicBezTo>
                    <a:pt x="488839" y="32050"/>
                    <a:pt x="482734" y="32993"/>
                    <a:pt x="477502" y="31249"/>
                  </a:cubicBezTo>
                  <a:cubicBezTo>
                    <a:pt x="469866" y="28680"/>
                    <a:pt x="462748" y="24414"/>
                    <a:pt x="455607" y="20549"/>
                  </a:cubicBezTo>
                  <a:cubicBezTo>
                    <a:pt x="443894" y="14233"/>
                    <a:pt x="432393" y="7540"/>
                    <a:pt x="420656" y="1270"/>
                  </a:cubicBezTo>
                  <a:cubicBezTo>
                    <a:pt x="415164" y="-1652"/>
                    <a:pt x="410545" y="823"/>
                    <a:pt x="406868" y="5088"/>
                  </a:cubicBezTo>
                  <a:cubicBezTo>
                    <a:pt x="404936" y="7304"/>
                    <a:pt x="403357" y="9873"/>
                    <a:pt x="401895" y="12442"/>
                  </a:cubicBezTo>
                  <a:cubicBezTo>
                    <a:pt x="396121" y="22670"/>
                    <a:pt x="387448" y="29340"/>
                    <a:pt x="375805" y="29529"/>
                  </a:cubicBezTo>
                  <a:cubicBezTo>
                    <a:pt x="354099" y="29906"/>
                    <a:pt x="332345" y="29387"/>
                    <a:pt x="310639" y="28657"/>
                  </a:cubicBezTo>
                  <a:cubicBezTo>
                    <a:pt x="292845" y="28067"/>
                    <a:pt x="275098" y="26182"/>
                    <a:pt x="257328" y="25711"/>
                  </a:cubicBezTo>
                  <a:cubicBezTo>
                    <a:pt x="231685" y="25051"/>
                    <a:pt x="209060" y="34619"/>
                    <a:pt x="187683" y="47841"/>
                  </a:cubicBezTo>
                  <a:cubicBezTo>
                    <a:pt x="154381" y="68440"/>
                    <a:pt x="121409" y="89510"/>
                    <a:pt x="93905" y="117792"/>
                  </a:cubicBezTo>
                  <a:cubicBezTo>
                    <a:pt x="88296" y="123542"/>
                    <a:pt x="83818" y="130519"/>
                    <a:pt x="79529" y="137377"/>
                  </a:cubicBezTo>
                  <a:cubicBezTo>
                    <a:pt x="78350" y="139262"/>
                    <a:pt x="78940" y="143410"/>
                    <a:pt x="80330" y="145319"/>
                  </a:cubicBezTo>
                  <a:cubicBezTo>
                    <a:pt x="81273" y="146592"/>
                    <a:pt x="85562" y="146710"/>
                    <a:pt x="87518" y="145720"/>
                  </a:cubicBezTo>
                  <a:cubicBezTo>
                    <a:pt x="94518" y="142138"/>
                    <a:pt x="101754" y="138603"/>
                    <a:pt x="107858" y="133724"/>
                  </a:cubicBezTo>
                  <a:cubicBezTo>
                    <a:pt x="129328" y="116566"/>
                    <a:pt x="150163" y="98654"/>
                    <a:pt x="171610" y="81450"/>
                  </a:cubicBezTo>
                  <a:cubicBezTo>
                    <a:pt x="185939" y="69972"/>
                    <a:pt x="201306" y="60097"/>
                    <a:pt x="219713" y="56161"/>
                  </a:cubicBezTo>
                  <a:cubicBezTo>
                    <a:pt x="248631" y="49962"/>
                    <a:pt x="277808" y="50528"/>
                    <a:pt x="306868" y="53898"/>
                  </a:cubicBezTo>
                  <a:cubicBezTo>
                    <a:pt x="350846" y="58989"/>
                    <a:pt x="389027" y="79352"/>
                    <a:pt x="426312" y="101577"/>
                  </a:cubicBezTo>
                  <a:cubicBezTo>
                    <a:pt x="428009" y="102590"/>
                    <a:pt x="429612" y="106385"/>
                    <a:pt x="428999" y="108035"/>
                  </a:cubicBezTo>
                  <a:cubicBezTo>
                    <a:pt x="428174" y="110250"/>
                    <a:pt x="425322" y="112819"/>
                    <a:pt x="423036" y="113149"/>
                  </a:cubicBezTo>
                  <a:cubicBezTo>
                    <a:pt x="419524" y="113667"/>
                    <a:pt x="415518" y="113031"/>
                    <a:pt x="412124" y="111805"/>
                  </a:cubicBezTo>
                  <a:cubicBezTo>
                    <a:pt x="389875" y="103769"/>
                    <a:pt x="367556" y="95873"/>
                    <a:pt x="345614" y="87035"/>
                  </a:cubicBezTo>
                  <a:cubicBezTo>
                    <a:pt x="323319" y="78056"/>
                    <a:pt x="300646" y="71268"/>
                    <a:pt x="276418" y="74520"/>
                  </a:cubicBezTo>
                  <a:cubicBezTo>
                    <a:pt x="212336" y="83123"/>
                    <a:pt x="159402" y="112560"/>
                    <a:pt x="118110" y="162218"/>
                  </a:cubicBezTo>
                  <a:cubicBezTo>
                    <a:pt x="67815" y="222694"/>
                    <a:pt x="45638" y="293517"/>
                    <a:pt x="44388" y="371245"/>
                  </a:cubicBezTo>
                  <a:cubicBezTo>
                    <a:pt x="44011" y="394931"/>
                    <a:pt x="46934" y="418664"/>
                    <a:pt x="48301" y="442397"/>
                  </a:cubicBezTo>
                  <a:cubicBezTo>
                    <a:pt x="50775" y="485810"/>
                    <a:pt x="60179" y="527219"/>
                    <a:pt x="80660" y="566107"/>
                  </a:cubicBezTo>
                  <a:cubicBezTo>
                    <a:pt x="91242" y="586211"/>
                    <a:pt x="103427" y="606904"/>
                    <a:pt x="92609" y="633583"/>
                  </a:cubicBezTo>
                  <a:cubicBezTo>
                    <a:pt x="100245" y="626041"/>
                    <a:pt x="105972" y="628987"/>
                    <a:pt x="111487" y="632687"/>
                  </a:cubicBezTo>
                  <a:cubicBezTo>
                    <a:pt x="132227" y="646640"/>
                    <a:pt x="149786" y="664127"/>
                    <a:pt x="165246" y="683547"/>
                  </a:cubicBezTo>
                  <a:cubicBezTo>
                    <a:pt x="172718" y="692928"/>
                    <a:pt x="179717" y="703109"/>
                    <a:pt x="184620" y="713974"/>
                  </a:cubicBezTo>
                  <a:cubicBezTo>
                    <a:pt x="187566" y="720479"/>
                    <a:pt x="190724" y="723967"/>
                    <a:pt x="197205" y="723873"/>
                  </a:cubicBezTo>
                  <a:cubicBezTo>
                    <a:pt x="211747" y="723684"/>
                    <a:pt x="226383" y="723826"/>
                    <a:pt x="240806" y="722270"/>
                  </a:cubicBezTo>
                  <a:cubicBezTo>
                    <a:pt x="264398" y="719748"/>
                    <a:pt x="287613" y="715082"/>
                    <a:pt x="309767" y="706102"/>
                  </a:cubicBezTo>
                  <a:cubicBezTo>
                    <a:pt x="317804" y="702850"/>
                    <a:pt x="324356" y="698160"/>
                    <a:pt x="328409" y="690123"/>
                  </a:cubicBezTo>
                  <a:cubicBezTo>
                    <a:pt x="340429" y="666319"/>
                    <a:pt x="352638" y="642633"/>
                    <a:pt x="364846" y="618947"/>
                  </a:cubicBezTo>
                  <a:cubicBezTo>
                    <a:pt x="366779" y="615200"/>
                    <a:pt x="369112" y="611641"/>
                    <a:pt x="371257" y="607988"/>
                  </a:cubicBezTo>
                  <a:cubicBezTo>
                    <a:pt x="372058" y="608176"/>
                    <a:pt x="372836" y="608365"/>
                    <a:pt x="373637" y="608553"/>
                  </a:cubicBezTo>
                  <a:cubicBezTo>
                    <a:pt x="374910" y="624085"/>
                    <a:pt x="376206" y="639616"/>
                    <a:pt x="377479" y="655124"/>
                  </a:cubicBezTo>
                  <a:cubicBezTo>
                    <a:pt x="378327" y="655148"/>
                    <a:pt x="379199" y="655171"/>
                    <a:pt x="380047" y="655195"/>
                  </a:cubicBezTo>
                  <a:cubicBezTo>
                    <a:pt x="381132" y="653050"/>
                    <a:pt x="382192" y="650929"/>
                    <a:pt x="383276" y="648784"/>
                  </a:cubicBezTo>
                  <a:cubicBezTo>
                    <a:pt x="390842" y="633818"/>
                    <a:pt x="393316" y="617627"/>
                    <a:pt x="392633" y="601247"/>
                  </a:cubicBezTo>
                  <a:cubicBezTo>
                    <a:pt x="392138" y="589534"/>
                    <a:pt x="389734" y="577773"/>
                    <a:pt x="386812" y="566366"/>
                  </a:cubicBezTo>
                  <a:cubicBezTo>
                    <a:pt x="384808" y="558612"/>
                    <a:pt x="380142" y="557505"/>
                    <a:pt x="373213" y="561723"/>
                  </a:cubicBezTo>
                  <a:cubicBezTo>
                    <a:pt x="367933" y="564905"/>
                    <a:pt x="363243" y="569053"/>
                    <a:pt x="357988" y="572235"/>
                  </a:cubicBezTo>
                  <a:cubicBezTo>
                    <a:pt x="349786" y="577208"/>
                    <a:pt x="342833" y="576595"/>
                    <a:pt x="335504" y="570396"/>
                  </a:cubicBezTo>
                  <a:cubicBezTo>
                    <a:pt x="332110" y="567545"/>
                    <a:pt x="328952" y="564316"/>
                    <a:pt x="326218" y="560828"/>
                  </a:cubicBezTo>
                  <a:cubicBezTo>
                    <a:pt x="324709" y="558895"/>
                    <a:pt x="324261" y="556114"/>
                    <a:pt x="323342" y="553710"/>
                  </a:cubicBezTo>
                  <a:cubicBezTo>
                    <a:pt x="325558" y="552909"/>
                    <a:pt x="327773" y="551495"/>
                    <a:pt x="330012" y="551471"/>
                  </a:cubicBezTo>
                  <a:cubicBezTo>
                    <a:pt x="335574" y="551400"/>
                    <a:pt x="339157" y="548761"/>
                    <a:pt x="340429" y="543741"/>
                  </a:cubicBezTo>
                  <a:cubicBezTo>
                    <a:pt x="342079" y="537307"/>
                    <a:pt x="344106" y="530684"/>
                    <a:pt x="343988" y="524179"/>
                  </a:cubicBezTo>
                  <a:cubicBezTo>
                    <a:pt x="343540" y="498937"/>
                    <a:pt x="342786" y="473696"/>
                    <a:pt x="341231" y="448525"/>
                  </a:cubicBezTo>
                  <a:cubicBezTo>
                    <a:pt x="339062" y="413620"/>
                    <a:pt x="332369" y="379494"/>
                    <a:pt x="320255" y="346616"/>
                  </a:cubicBezTo>
                  <a:cubicBezTo>
                    <a:pt x="309885" y="318452"/>
                    <a:pt x="294990" y="293092"/>
                    <a:pt x="273660" y="271598"/>
                  </a:cubicBezTo>
                  <a:cubicBezTo>
                    <a:pt x="264422" y="262289"/>
                    <a:pt x="254287" y="260498"/>
                    <a:pt x="242574" y="265070"/>
                  </a:cubicBezTo>
                  <a:cubicBezTo>
                    <a:pt x="237766" y="266955"/>
                    <a:pt x="233099" y="269288"/>
                    <a:pt x="228409" y="271480"/>
                  </a:cubicBezTo>
                  <a:cubicBezTo>
                    <a:pt x="214103" y="278197"/>
                    <a:pt x="199868" y="285056"/>
                    <a:pt x="185468" y="291584"/>
                  </a:cubicBezTo>
                  <a:cubicBezTo>
                    <a:pt x="182475" y="292951"/>
                    <a:pt x="178916" y="293045"/>
                    <a:pt x="175593" y="293729"/>
                  </a:cubicBezTo>
                  <a:cubicBezTo>
                    <a:pt x="175122" y="292904"/>
                    <a:pt x="174650" y="292102"/>
                    <a:pt x="174179" y="291278"/>
                  </a:cubicBezTo>
                  <a:cubicBezTo>
                    <a:pt x="178256" y="285574"/>
                    <a:pt x="182404" y="279894"/>
                    <a:pt x="186434" y="274120"/>
                  </a:cubicBezTo>
                  <a:cubicBezTo>
                    <a:pt x="191996" y="266154"/>
                    <a:pt x="197888" y="257740"/>
                    <a:pt x="195532" y="247653"/>
                  </a:cubicBezTo>
                  <a:cubicBezTo>
                    <a:pt x="193693" y="239805"/>
                    <a:pt x="197323" y="236576"/>
                    <a:pt x="203144" y="235279"/>
                  </a:cubicBezTo>
                  <a:cubicBezTo>
                    <a:pt x="214669" y="232687"/>
                    <a:pt x="226335" y="230283"/>
                    <a:pt x="238072" y="229317"/>
                  </a:cubicBezTo>
                  <a:cubicBezTo>
                    <a:pt x="256856" y="227761"/>
                    <a:pt x="274768" y="230849"/>
                    <a:pt x="288721" y="245131"/>
                  </a:cubicBezTo>
                  <a:cubicBezTo>
                    <a:pt x="307575" y="264457"/>
                    <a:pt x="321881" y="286894"/>
                    <a:pt x="332251" y="311782"/>
                  </a:cubicBezTo>
                  <a:cubicBezTo>
                    <a:pt x="333241" y="314162"/>
                    <a:pt x="333217" y="317038"/>
                    <a:pt x="333264" y="319701"/>
                  </a:cubicBezTo>
                  <a:cubicBezTo>
                    <a:pt x="333359" y="327596"/>
                    <a:pt x="332958" y="335492"/>
                    <a:pt x="333288" y="343387"/>
                  </a:cubicBezTo>
                  <a:cubicBezTo>
                    <a:pt x="333547" y="349326"/>
                    <a:pt x="334631" y="355218"/>
                    <a:pt x="335339" y="361110"/>
                  </a:cubicBezTo>
                  <a:cubicBezTo>
                    <a:pt x="336211" y="361322"/>
                    <a:pt x="337083" y="361535"/>
                    <a:pt x="337955" y="361747"/>
                  </a:cubicBezTo>
                  <a:cubicBezTo>
                    <a:pt x="341490" y="357222"/>
                    <a:pt x="344907" y="352602"/>
                    <a:pt x="348607" y="348219"/>
                  </a:cubicBezTo>
                  <a:cubicBezTo>
                    <a:pt x="353250" y="342727"/>
                    <a:pt x="356668" y="342491"/>
                    <a:pt x="361429" y="347841"/>
                  </a:cubicBezTo>
                  <a:cubicBezTo>
                    <a:pt x="364516" y="351306"/>
                    <a:pt x="367132" y="355313"/>
                    <a:pt x="369324" y="359413"/>
                  </a:cubicBezTo>
                  <a:cubicBezTo>
                    <a:pt x="376913" y="373531"/>
                    <a:pt x="384007" y="387931"/>
                    <a:pt x="391761" y="401978"/>
                  </a:cubicBezTo>
                  <a:cubicBezTo>
                    <a:pt x="394236" y="406432"/>
                    <a:pt x="397653" y="410698"/>
                    <a:pt x="401589" y="413856"/>
                  </a:cubicBezTo>
                  <a:cubicBezTo>
                    <a:pt x="403734" y="415577"/>
                    <a:pt x="408212" y="415789"/>
                    <a:pt x="410969" y="414822"/>
                  </a:cubicBezTo>
                  <a:cubicBezTo>
                    <a:pt x="412619" y="414233"/>
                    <a:pt x="414009" y="409967"/>
                    <a:pt x="413774" y="407516"/>
                  </a:cubicBezTo>
                  <a:cubicBezTo>
                    <a:pt x="413349" y="403180"/>
                    <a:pt x="412100" y="398749"/>
                    <a:pt x="410309" y="394766"/>
                  </a:cubicBezTo>
                  <a:cubicBezTo>
                    <a:pt x="390347" y="350269"/>
                    <a:pt x="368829" y="306621"/>
                    <a:pt x="336918" y="269100"/>
                  </a:cubicBezTo>
                  <a:cubicBezTo>
                    <a:pt x="319619" y="248761"/>
                    <a:pt x="300175" y="231061"/>
                    <a:pt x="275687" y="219465"/>
                  </a:cubicBezTo>
                  <a:cubicBezTo>
                    <a:pt x="258058" y="211122"/>
                    <a:pt x="239510" y="210439"/>
                    <a:pt x="220608" y="210839"/>
                  </a:cubicBezTo>
                  <a:cubicBezTo>
                    <a:pt x="215682" y="210934"/>
                    <a:pt x="210757" y="209896"/>
                    <a:pt x="205831" y="209354"/>
                  </a:cubicBezTo>
                  <a:cubicBezTo>
                    <a:pt x="205666" y="208600"/>
                    <a:pt x="205501" y="207846"/>
                    <a:pt x="205312" y="207092"/>
                  </a:cubicBezTo>
                  <a:cubicBezTo>
                    <a:pt x="207245" y="205395"/>
                    <a:pt x="209036" y="203486"/>
                    <a:pt x="211134" y="202025"/>
                  </a:cubicBezTo>
                  <a:cubicBezTo>
                    <a:pt x="220396" y="195543"/>
                    <a:pt x="231143" y="192904"/>
                    <a:pt x="242008" y="193304"/>
                  </a:cubicBezTo>
                  <a:cubicBezTo>
                    <a:pt x="263950" y="194106"/>
                    <a:pt x="286010" y="194954"/>
                    <a:pt x="307669" y="198089"/>
                  </a:cubicBezTo>
                  <a:cubicBezTo>
                    <a:pt x="321598" y="200116"/>
                    <a:pt x="335079" y="205796"/>
                    <a:pt x="348442" y="210721"/>
                  </a:cubicBezTo>
                  <a:cubicBezTo>
                    <a:pt x="354311" y="212890"/>
                    <a:pt x="359237" y="217344"/>
                    <a:pt x="358836" y="226536"/>
                  </a:cubicBezTo>
                  <a:cubicBezTo>
                    <a:pt x="349385" y="224556"/>
                    <a:pt x="340806" y="222765"/>
                    <a:pt x="332251" y="220974"/>
                  </a:cubicBezTo>
                  <a:cubicBezTo>
                    <a:pt x="331685" y="221704"/>
                    <a:pt x="331096" y="222411"/>
                    <a:pt x="330531" y="223142"/>
                  </a:cubicBezTo>
                  <a:cubicBezTo>
                    <a:pt x="333547" y="228633"/>
                    <a:pt x="336211" y="234337"/>
                    <a:pt x="339604" y="239569"/>
                  </a:cubicBezTo>
                  <a:cubicBezTo>
                    <a:pt x="356574" y="265682"/>
                    <a:pt x="374839" y="291018"/>
                    <a:pt x="390559" y="317863"/>
                  </a:cubicBezTo>
                  <a:cubicBezTo>
                    <a:pt x="411653" y="353875"/>
                    <a:pt x="430861" y="390971"/>
                    <a:pt x="438591" y="432758"/>
                  </a:cubicBezTo>
                  <a:cubicBezTo>
                    <a:pt x="445379" y="469524"/>
                    <a:pt x="450587" y="506456"/>
                    <a:pt x="450847" y="543906"/>
                  </a:cubicBezTo>
                  <a:cubicBezTo>
                    <a:pt x="450894" y="551754"/>
                    <a:pt x="449456" y="559626"/>
                    <a:pt x="448325" y="567427"/>
                  </a:cubicBezTo>
                  <a:cubicBezTo>
                    <a:pt x="448089" y="569077"/>
                    <a:pt x="446204" y="570491"/>
                    <a:pt x="445096" y="572022"/>
                  </a:cubicBezTo>
                  <a:cubicBezTo>
                    <a:pt x="443423" y="570797"/>
                    <a:pt x="440971" y="569901"/>
                    <a:pt x="440194" y="568252"/>
                  </a:cubicBezTo>
                  <a:cubicBezTo>
                    <a:pt x="438025" y="563609"/>
                    <a:pt x="436046" y="558730"/>
                    <a:pt x="434844" y="553757"/>
                  </a:cubicBezTo>
                  <a:cubicBezTo>
                    <a:pt x="429187" y="530236"/>
                    <a:pt x="429093" y="506220"/>
                    <a:pt x="428598" y="482180"/>
                  </a:cubicBezTo>
                  <a:cubicBezTo>
                    <a:pt x="428339" y="469406"/>
                    <a:pt x="426359" y="456609"/>
                    <a:pt x="424167" y="443976"/>
                  </a:cubicBezTo>
                  <a:cubicBezTo>
                    <a:pt x="422824" y="436222"/>
                    <a:pt x="417827" y="431367"/>
                    <a:pt x="409296" y="429482"/>
                  </a:cubicBezTo>
                  <a:cubicBezTo>
                    <a:pt x="403121" y="428115"/>
                    <a:pt x="396168" y="425357"/>
                    <a:pt x="391997" y="420926"/>
                  </a:cubicBezTo>
                  <a:cubicBezTo>
                    <a:pt x="385374" y="413880"/>
                    <a:pt x="380260" y="405207"/>
                    <a:pt x="375452" y="396698"/>
                  </a:cubicBezTo>
                  <a:cubicBezTo>
                    <a:pt x="370384" y="387695"/>
                    <a:pt x="366590" y="377985"/>
                    <a:pt x="361806" y="368794"/>
                  </a:cubicBezTo>
                  <a:cubicBezTo>
                    <a:pt x="360721" y="366720"/>
                    <a:pt x="357846" y="365588"/>
                    <a:pt x="355819" y="364009"/>
                  </a:cubicBezTo>
                  <a:cubicBezTo>
                    <a:pt x="354759" y="366272"/>
                    <a:pt x="352685" y="368558"/>
                    <a:pt x="352779" y="370750"/>
                  </a:cubicBezTo>
                  <a:cubicBezTo>
                    <a:pt x="353321" y="382298"/>
                    <a:pt x="354170" y="393870"/>
                    <a:pt x="355395" y="405372"/>
                  </a:cubicBezTo>
                  <a:cubicBezTo>
                    <a:pt x="358954" y="438532"/>
                    <a:pt x="362678" y="471645"/>
                    <a:pt x="366496" y="504782"/>
                  </a:cubicBezTo>
                  <a:cubicBezTo>
                    <a:pt x="367179" y="510651"/>
                    <a:pt x="368028" y="516614"/>
                    <a:pt x="369890" y="522152"/>
                  </a:cubicBezTo>
                  <a:cubicBezTo>
                    <a:pt x="370809" y="524886"/>
                    <a:pt x="374250" y="526795"/>
                    <a:pt x="376536" y="529081"/>
                  </a:cubicBezTo>
                  <a:cubicBezTo>
                    <a:pt x="378657" y="526889"/>
                    <a:pt x="382192" y="524980"/>
                    <a:pt x="382664" y="522482"/>
                  </a:cubicBezTo>
                  <a:cubicBezTo>
                    <a:pt x="384408" y="513361"/>
                    <a:pt x="385916" y="504052"/>
                    <a:pt x="386034" y="494789"/>
                  </a:cubicBezTo>
                  <a:cubicBezTo>
                    <a:pt x="386199" y="483689"/>
                    <a:pt x="384643" y="472565"/>
                    <a:pt x="384290" y="461464"/>
                  </a:cubicBezTo>
                  <a:cubicBezTo>
                    <a:pt x="384196" y="458400"/>
                    <a:pt x="385704" y="455265"/>
                    <a:pt x="386482" y="452178"/>
                  </a:cubicBezTo>
                  <a:cubicBezTo>
                    <a:pt x="387354" y="452060"/>
                    <a:pt x="388226" y="451942"/>
                    <a:pt x="389121" y="451824"/>
                  </a:cubicBezTo>
                  <a:cubicBezTo>
                    <a:pt x="390983" y="454771"/>
                    <a:pt x="393741" y="457504"/>
                    <a:pt x="394518" y="460733"/>
                  </a:cubicBezTo>
                  <a:cubicBezTo>
                    <a:pt x="396969" y="470797"/>
                    <a:pt x="399798" y="480955"/>
                    <a:pt x="400434" y="491207"/>
                  </a:cubicBezTo>
                  <a:cubicBezTo>
                    <a:pt x="402720" y="528256"/>
                    <a:pt x="405336" y="565353"/>
                    <a:pt x="405572" y="602426"/>
                  </a:cubicBezTo>
                  <a:cubicBezTo>
                    <a:pt x="405737" y="629553"/>
                    <a:pt x="402979" y="656750"/>
                    <a:pt x="400340" y="683783"/>
                  </a:cubicBezTo>
                  <a:cubicBezTo>
                    <a:pt x="399326" y="694177"/>
                    <a:pt x="394872" y="704217"/>
                    <a:pt x="392374" y="714516"/>
                  </a:cubicBezTo>
                  <a:cubicBezTo>
                    <a:pt x="391808" y="716849"/>
                    <a:pt x="392845" y="719560"/>
                    <a:pt x="393128" y="722105"/>
                  </a:cubicBezTo>
                  <a:cubicBezTo>
                    <a:pt x="395461" y="721704"/>
                    <a:pt x="397936" y="721657"/>
                    <a:pt x="400104" y="720809"/>
                  </a:cubicBezTo>
                  <a:cubicBezTo>
                    <a:pt x="404252" y="719159"/>
                    <a:pt x="408212" y="717062"/>
                    <a:pt x="412242" y="715129"/>
                  </a:cubicBezTo>
                  <a:cubicBezTo>
                    <a:pt x="411488" y="721516"/>
                    <a:pt x="408919" y="726277"/>
                    <a:pt x="407811" y="731367"/>
                  </a:cubicBezTo>
                  <a:cubicBezTo>
                    <a:pt x="407316" y="733724"/>
                    <a:pt x="409036" y="738108"/>
                    <a:pt x="410945" y="739004"/>
                  </a:cubicBezTo>
                  <a:cubicBezTo>
                    <a:pt x="412878" y="739899"/>
                    <a:pt x="417380" y="738438"/>
                    <a:pt x="418794" y="736529"/>
                  </a:cubicBezTo>
                  <a:cubicBezTo>
                    <a:pt x="421386" y="733112"/>
                    <a:pt x="423602" y="728704"/>
                    <a:pt x="424097" y="724485"/>
                  </a:cubicBezTo>
                  <a:cubicBezTo>
                    <a:pt x="425699" y="711028"/>
                    <a:pt x="426336" y="697453"/>
                    <a:pt x="427537" y="683925"/>
                  </a:cubicBezTo>
                  <a:cubicBezTo>
                    <a:pt x="429399" y="662784"/>
                    <a:pt x="430743" y="641572"/>
                    <a:pt x="433571" y="620550"/>
                  </a:cubicBezTo>
                  <a:cubicBezTo>
                    <a:pt x="435174" y="608600"/>
                    <a:pt x="442503" y="599857"/>
                    <a:pt x="454712" y="596180"/>
                  </a:cubicBezTo>
                  <a:cubicBezTo>
                    <a:pt x="457776" y="595261"/>
                    <a:pt x="460792" y="594177"/>
                    <a:pt x="463809" y="593069"/>
                  </a:cubicBezTo>
                  <a:cubicBezTo>
                    <a:pt x="472317" y="589958"/>
                    <a:pt x="477526" y="583877"/>
                    <a:pt x="477761" y="574851"/>
                  </a:cubicBezTo>
                  <a:cubicBezTo>
                    <a:pt x="478068" y="563019"/>
                    <a:pt x="478139" y="551094"/>
                    <a:pt x="476960" y="539333"/>
                  </a:cubicBezTo>
                  <a:cubicBezTo>
                    <a:pt x="474839" y="518193"/>
                    <a:pt x="471940" y="497123"/>
                    <a:pt x="468923" y="476076"/>
                  </a:cubicBezTo>
                  <a:cubicBezTo>
                    <a:pt x="464186" y="443081"/>
                    <a:pt x="459802" y="409802"/>
                    <a:pt x="447759" y="378574"/>
                  </a:cubicBezTo>
                  <a:cubicBezTo>
                    <a:pt x="438992" y="355831"/>
                    <a:pt x="427090" y="334313"/>
                    <a:pt x="416720" y="312183"/>
                  </a:cubicBezTo>
                  <a:cubicBezTo>
                    <a:pt x="407339" y="292150"/>
                    <a:pt x="398101" y="272046"/>
                    <a:pt x="388815" y="251966"/>
                  </a:cubicBezTo>
                  <a:cubicBezTo>
                    <a:pt x="389357" y="251636"/>
                    <a:pt x="389875" y="251282"/>
                    <a:pt x="390418" y="250952"/>
                  </a:cubicBezTo>
                  <a:cubicBezTo>
                    <a:pt x="401188" y="265305"/>
                    <a:pt x="412925" y="279022"/>
                    <a:pt x="422494" y="294129"/>
                  </a:cubicBezTo>
                  <a:cubicBezTo>
                    <a:pt x="440005" y="321775"/>
                    <a:pt x="452096" y="352131"/>
                    <a:pt x="462984" y="382887"/>
                  </a:cubicBezTo>
                  <a:cubicBezTo>
                    <a:pt x="480707" y="433017"/>
                    <a:pt x="497252" y="483453"/>
                    <a:pt x="497488" y="537542"/>
                  </a:cubicBezTo>
                  <a:cubicBezTo>
                    <a:pt x="497512" y="543010"/>
                    <a:pt x="499609" y="548714"/>
                    <a:pt x="501825" y="553828"/>
                  </a:cubicBezTo>
                  <a:cubicBezTo>
                    <a:pt x="502744" y="555925"/>
                    <a:pt x="506868" y="558400"/>
                    <a:pt x="508942" y="557952"/>
                  </a:cubicBezTo>
                  <a:cubicBezTo>
                    <a:pt x="522305" y="555030"/>
                    <a:pt x="526147" y="556538"/>
                    <a:pt x="529824" y="569666"/>
                  </a:cubicBezTo>
                  <a:cubicBezTo>
                    <a:pt x="532652" y="579824"/>
                    <a:pt x="534679" y="590288"/>
                    <a:pt x="536187" y="600752"/>
                  </a:cubicBezTo>
                  <a:cubicBezTo>
                    <a:pt x="542951" y="647370"/>
                    <a:pt x="540901" y="693493"/>
                    <a:pt x="526901" y="738674"/>
                  </a:cubicBezTo>
                  <a:cubicBezTo>
                    <a:pt x="524238" y="747229"/>
                    <a:pt x="519477" y="755242"/>
                    <a:pt x="514881" y="763020"/>
                  </a:cubicBezTo>
                  <a:cubicBezTo>
                    <a:pt x="513609" y="765164"/>
                    <a:pt x="509154" y="767050"/>
                    <a:pt x="506774" y="766460"/>
                  </a:cubicBezTo>
                  <a:cubicBezTo>
                    <a:pt x="504511" y="765918"/>
                    <a:pt x="501707" y="762077"/>
                    <a:pt x="501542" y="759531"/>
                  </a:cubicBezTo>
                  <a:cubicBezTo>
                    <a:pt x="501165" y="753757"/>
                    <a:pt x="502084" y="747865"/>
                    <a:pt x="502791" y="742067"/>
                  </a:cubicBezTo>
                  <a:cubicBezTo>
                    <a:pt x="503545" y="735963"/>
                    <a:pt x="505666" y="729859"/>
                    <a:pt x="505266" y="723873"/>
                  </a:cubicBezTo>
                  <a:cubicBezTo>
                    <a:pt x="505030" y="720290"/>
                    <a:pt x="501306" y="714351"/>
                    <a:pt x="498714" y="714092"/>
                  </a:cubicBezTo>
                  <a:cubicBezTo>
                    <a:pt x="494566" y="713691"/>
                    <a:pt x="489711" y="716637"/>
                    <a:pt x="485845" y="719206"/>
                  </a:cubicBezTo>
                  <a:cubicBezTo>
                    <a:pt x="484031" y="720408"/>
                    <a:pt x="483583" y="723967"/>
                    <a:pt x="482970" y="726583"/>
                  </a:cubicBezTo>
                  <a:cubicBezTo>
                    <a:pt x="481037" y="734785"/>
                    <a:pt x="476724" y="738249"/>
                    <a:pt x="468546" y="740300"/>
                  </a:cubicBezTo>
                  <a:cubicBezTo>
                    <a:pt x="462772" y="741761"/>
                    <a:pt x="455914" y="743576"/>
                    <a:pt x="452237" y="747653"/>
                  </a:cubicBezTo>
                  <a:cubicBezTo>
                    <a:pt x="440854" y="760239"/>
                    <a:pt x="430814" y="774026"/>
                    <a:pt x="420161" y="787271"/>
                  </a:cubicBezTo>
                  <a:cubicBezTo>
                    <a:pt x="413208" y="795897"/>
                    <a:pt x="406232" y="804523"/>
                    <a:pt x="398855" y="812796"/>
                  </a:cubicBezTo>
                  <a:cubicBezTo>
                    <a:pt x="397394" y="814446"/>
                    <a:pt x="394141" y="814493"/>
                    <a:pt x="391737" y="815270"/>
                  </a:cubicBezTo>
                  <a:cubicBezTo>
                    <a:pt x="391266" y="812725"/>
                    <a:pt x="389781" y="809873"/>
                    <a:pt x="390488" y="807728"/>
                  </a:cubicBezTo>
                  <a:cubicBezTo>
                    <a:pt x="392869" y="800493"/>
                    <a:pt x="395768" y="793399"/>
                    <a:pt x="398973" y="786470"/>
                  </a:cubicBezTo>
                  <a:cubicBezTo>
                    <a:pt x="406138" y="771056"/>
                    <a:pt x="403757" y="756562"/>
                    <a:pt x="394848" y="742869"/>
                  </a:cubicBezTo>
                  <a:cubicBezTo>
                    <a:pt x="390865" y="736717"/>
                    <a:pt x="385657" y="731415"/>
                    <a:pt x="377266" y="732805"/>
                  </a:cubicBezTo>
                  <a:cubicBezTo>
                    <a:pt x="369112" y="734172"/>
                    <a:pt x="365200" y="740606"/>
                    <a:pt x="363243" y="747512"/>
                  </a:cubicBezTo>
                  <a:cubicBezTo>
                    <a:pt x="362088" y="751565"/>
                    <a:pt x="362819" y="756845"/>
                    <a:pt x="364681" y="760639"/>
                  </a:cubicBezTo>
                  <a:cubicBezTo>
                    <a:pt x="365294" y="761912"/>
                    <a:pt x="371964" y="760286"/>
                    <a:pt x="375829" y="759885"/>
                  </a:cubicBezTo>
                  <a:cubicBezTo>
                    <a:pt x="376536" y="759814"/>
                    <a:pt x="377196" y="759037"/>
                    <a:pt x="377856" y="759037"/>
                  </a:cubicBezTo>
                  <a:cubicBezTo>
                    <a:pt x="380637" y="759107"/>
                    <a:pt x="384290" y="758377"/>
                    <a:pt x="385987" y="759814"/>
                  </a:cubicBezTo>
                  <a:cubicBezTo>
                    <a:pt x="387731" y="761299"/>
                    <a:pt x="388579" y="765164"/>
                    <a:pt x="388155" y="767710"/>
                  </a:cubicBezTo>
                  <a:cubicBezTo>
                    <a:pt x="386717" y="776430"/>
                    <a:pt x="381744" y="783170"/>
                    <a:pt x="374203" y="787743"/>
                  </a:cubicBezTo>
                  <a:cubicBezTo>
                    <a:pt x="368358" y="791278"/>
                    <a:pt x="363408" y="788945"/>
                    <a:pt x="361994" y="782416"/>
                  </a:cubicBezTo>
                  <a:cubicBezTo>
                    <a:pt x="359661" y="771551"/>
                    <a:pt x="357446" y="770632"/>
                    <a:pt x="347995" y="776760"/>
                  </a:cubicBezTo>
                  <a:cubicBezTo>
                    <a:pt x="345709" y="778245"/>
                    <a:pt x="343517" y="779894"/>
                    <a:pt x="341537" y="781733"/>
                  </a:cubicBezTo>
                  <a:cubicBezTo>
                    <a:pt x="316484" y="805136"/>
                    <a:pt x="286599" y="807493"/>
                    <a:pt x="254806" y="801789"/>
                  </a:cubicBezTo>
                  <a:cubicBezTo>
                    <a:pt x="230389" y="797406"/>
                    <a:pt x="208471" y="786706"/>
                    <a:pt x="186788" y="775322"/>
                  </a:cubicBezTo>
                  <a:cubicBezTo>
                    <a:pt x="183017" y="773343"/>
                    <a:pt x="179057" y="771763"/>
                    <a:pt x="174603" y="769713"/>
                  </a:cubicBezTo>
                  <a:cubicBezTo>
                    <a:pt x="174886" y="771433"/>
                    <a:pt x="174815" y="772023"/>
                    <a:pt x="175074" y="772353"/>
                  </a:cubicBezTo>
                  <a:cubicBezTo>
                    <a:pt x="176253" y="773932"/>
                    <a:pt x="177549" y="775440"/>
                    <a:pt x="178775" y="776996"/>
                  </a:cubicBezTo>
                  <a:cubicBezTo>
                    <a:pt x="193599" y="795567"/>
                    <a:pt x="213726" y="806574"/>
                    <a:pt x="234820" y="816072"/>
                  </a:cubicBezTo>
                  <a:cubicBezTo>
                    <a:pt x="256927" y="826017"/>
                    <a:pt x="279435" y="834832"/>
                    <a:pt x="303828" y="837448"/>
                  </a:cubicBezTo>
                  <a:cubicBezTo>
                    <a:pt x="310710" y="838179"/>
                    <a:pt x="316767" y="837684"/>
                    <a:pt x="321009" y="830448"/>
                  </a:cubicBezTo>
                  <a:cubicBezTo>
                    <a:pt x="322871" y="827267"/>
                    <a:pt x="327396" y="824721"/>
                    <a:pt x="331190" y="823708"/>
                  </a:cubicBezTo>
                  <a:cubicBezTo>
                    <a:pt x="346345" y="819678"/>
                    <a:pt x="361240" y="820927"/>
                    <a:pt x="374792" y="829199"/>
                  </a:cubicBezTo>
                  <a:cubicBezTo>
                    <a:pt x="378798" y="831627"/>
                    <a:pt x="381792" y="835987"/>
                    <a:pt x="384667" y="839876"/>
                  </a:cubicBezTo>
                  <a:cubicBezTo>
                    <a:pt x="385680" y="841266"/>
                    <a:pt x="385657" y="844283"/>
                    <a:pt x="384808" y="845862"/>
                  </a:cubicBezTo>
                  <a:cubicBezTo>
                    <a:pt x="384266" y="846852"/>
                    <a:pt x="381202" y="847040"/>
                    <a:pt x="379458" y="846663"/>
                  </a:cubicBezTo>
                  <a:cubicBezTo>
                    <a:pt x="375852" y="845909"/>
                    <a:pt x="372388" y="844495"/>
                    <a:pt x="368829" y="843458"/>
                  </a:cubicBezTo>
                  <a:cubicBezTo>
                    <a:pt x="353792" y="839051"/>
                    <a:pt x="339699" y="840536"/>
                    <a:pt x="326288" y="849279"/>
                  </a:cubicBezTo>
                  <a:cubicBezTo>
                    <a:pt x="321645" y="852320"/>
                    <a:pt x="316154" y="854912"/>
                    <a:pt x="310733" y="855808"/>
                  </a:cubicBezTo>
                  <a:cubicBezTo>
                    <a:pt x="282546" y="860498"/>
                    <a:pt x="255042" y="857340"/>
                    <a:pt x="228551" y="846640"/>
                  </a:cubicBezTo>
                  <a:cubicBezTo>
                    <a:pt x="220420" y="843364"/>
                    <a:pt x="213114" y="838815"/>
                    <a:pt x="212548" y="828280"/>
                  </a:cubicBezTo>
                  <a:cubicBezTo>
                    <a:pt x="212336" y="824226"/>
                    <a:pt x="209955" y="822152"/>
                    <a:pt x="205265" y="824603"/>
                  </a:cubicBezTo>
                  <a:cubicBezTo>
                    <a:pt x="203286" y="825640"/>
                    <a:pt x="199986" y="825711"/>
                    <a:pt x="197936" y="824792"/>
                  </a:cubicBezTo>
                  <a:cubicBezTo>
                    <a:pt x="193717" y="822859"/>
                    <a:pt x="189475" y="820479"/>
                    <a:pt x="186010" y="817415"/>
                  </a:cubicBezTo>
                  <a:cubicBezTo>
                    <a:pt x="153722" y="788780"/>
                    <a:pt x="120467" y="761535"/>
                    <a:pt x="101871" y="720290"/>
                  </a:cubicBezTo>
                  <a:cubicBezTo>
                    <a:pt x="90794" y="695732"/>
                    <a:pt x="71138" y="676124"/>
                    <a:pt x="51530" y="657410"/>
                  </a:cubicBezTo>
                  <a:cubicBezTo>
                    <a:pt x="48489" y="654511"/>
                    <a:pt x="44483" y="652626"/>
                    <a:pt x="40924" y="650269"/>
                  </a:cubicBezTo>
                  <a:cubicBezTo>
                    <a:pt x="40358" y="650693"/>
                    <a:pt x="39793" y="651141"/>
                    <a:pt x="39203" y="651565"/>
                  </a:cubicBezTo>
                  <a:cubicBezTo>
                    <a:pt x="39604" y="654629"/>
                    <a:pt x="39368" y="657952"/>
                    <a:pt x="40523" y="660710"/>
                  </a:cubicBezTo>
                  <a:cubicBezTo>
                    <a:pt x="43564" y="667992"/>
                    <a:pt x="46722" y="675275"/>
                    <a:pt x="50658" y="682110"/>
                  </a:cubicBezTo>
                  <a:cubicBezTo>
                    <a:pt x="75286" y="724957"/>
                    <a:pt x="106891" y="762289"/>
                    <a:pt x="142244" y="796534"/>
                  </a:cubicBezTo>
                  <a:cubicBezTo>
                    <a:pt x="164681" y="818264"/>
                    <a:pt x="188249" y="838697"/>
                    <a:pt x="214999" y="855077"/>
                  </a:cubicBezTo>
                  <a:cubicBezTo>
                    <a:pt x="228362" y="863255"/>
                    <a:pt x="242268" y="870467"/>
                    <a:pt x="258294" y="871033"/>
                  </a:cubicBezTo>
                  <a:cubicBezTo>
                    <a:pt x="282004" y="871881"/>
                    <a:pt x="305737" y="872918"/>
                    <a:pt x="329423" y="872235"/>
                  </a:cubicBezTo>
                  <a:cubicBezTo>
                    <a:pt x="355442" y="871504"/>
                    <a:pt x="379105" y="863208"/>
                    <a:pt x="396852" y="842987"/>
                  </a:cubicBezTo>
                  <a:cubicBezTo>
                    <a:pt x="410380" y="827549"/>
                    <a:pt x="422989" y="811287"/>
                    <a:pt x="436258" y="795638"/>
                  </a:cubicBezTo>
                  <a:cubicBezTo>
                    <a:pt x="443611" y="786965"/>
                    <a:pt x="451365" y="778622"/>
                    <a:pt x="459284" y="770467"/>
                  </a:cubicBezTo>
                  <a:cubicBezTo>
                    <a:pt x="460839" y="768864"/>
                    <a:pt x="464328" y="767969"/>
                    <a:pt x="466449" y="768534"/>
                  </a:cubicBezTo>
                  <a:cubicBezTo>
                    <a:pt x="467816" y="768912"/>
                    <a:pt x="469277" y="772730"/>
                    <a:pt x="468947" y="774733"/>
                  </a:cubicBezTo>
                  <a:cubicBezTo>
                    <a:pt x="467792" y="781921"/>
                    <a:pt x="467179" y="789652"/>
                    <a:pt x="464045" y="796039"/>
                  </a:cubicBezTo>
                  <a:cubicBezTo>
                    <a:pt x="446557" y="831627"/>
                    <a:pt x="419807" y="859649"/>
                    <a:pt x="389239" y="884160"/>
                  </a:cubicBezTo>
                  <a:cubicBezTo>
                    <a:pt x="378987" y="892386"/>
                    <a:pt x="366425" y="896439"/>
                    <a:pt x="353321" y="896227"/>
                  </a:cubicBezTo>
                  <a:cubicBezTo>
                    <a:pt x="327632" y="895779"/>
                    <a:pt x="301872" y="895426"/>
                    <a:pt x="276300" y="893211"/>
                  </a:cubicBezTo>
                  <a:cubicBezTo>
                    <a:pt x="239392" y="890005"/>
                    <a:pt x="204912" y="878363"/>
                    <a:pt x="173448" y="858447"/>
                  </a:cubicBezTo>
                  <a:cubicBezTo>
                    <a:pt x="138049" y="836034"/>
                    <a:pt x="110592" y="805725"/>
                    <a:pt x="87990" y="770891"/>
                  </a:cubicBezTo>
                  <a:cubicBezTo>
                    <a:pt x="71704" y="745815"/>
                    <a:pt x="56620" y="719960"/>
                    <a:pt x="40382" y="694860"/>
                  </a:cubicBezTo>
                  <a:cubicBezTo>
                    <a:pt x="35338" y="687083"/>
                    <a:pt x="29423" y="678716"/>
                    <a:pt x="21787" y="674120"/>
                  </a:cubicBezTo>
                  <a:cubicBezTo>
                    <a:pt x="14716" y="669854"/>
                    <a:pt x="13443" y="666720"/>
                    <a:pt x="17026" y="660521"/>
                  </a:cubicBezTo>
                  <a:cubicBezTo>
                    <a:pt x="25227" y="646286"/>
                    <a:pt x="12383" y="617934"/>
                    <a:pt x="599" y="608954"/>
                  </a:cubicBezTo>
                  <a:cubicBezTo>
                    <a:pt x="363" y="611216"/>
                    <a:pt x="-132" y="613102"/>
                    <a:pt x="33" y="614917"/>
                  </a:cubicBezTo>
                  <a:cubicBezTo>
                    <a:pt x="2013" y="636647"/>
                    <a:pt x="5831" y="658023"/>
                    <a:pt x="13703" y="678433"/>
                  </a:cubicBezTo>
                  <a:cubicBezTo>
                    <a:pt x="49738" y="771669"/>
                    <a:pt x="111794" y="842916"/>
                    <a:pt x="197276" y="893918"/>
                  </a:cubicBezTo>
                  <a:cubicBezTo>
                    <a:pt x="248277" y="924344"/>
                    <a:pt x="303286" y="929859"/>
                    <a:pt x="360439" y="916991"/>
                  </a:cubicBezTo>
                  <a:cubicBezTo>
                    <a:pt x="395249" y="909143"/>
                    <a:pt x="425346" y="893423"/>
                    <a:pt x="444954" y="861794"/>
                  </a:cubicBezTo>
                  <a:cubicBezTo>
                    <a:pt x="457493" y="841572"/>
                    <a:pt x="472411" y="825499"/>
                    <a:pt x="499044" y="824556"/>
                  </a:cubicBezTo>
                  <a:cubicBezTo>
                    <a:pt x="513727" y="824038"/>
                    <a:pt x="524262" y="808907"/>
                    <a:pt x="522588" y="794083"/>
                  </a:cubicBezTo>
                  <a:cubicBezTo>
                    <a:pt x="519595" y="795850"/>
                    <a:pt x="516790" y="797194"/>
                    <a:pt x="514339" y="799008"/>
                  </a:cubicBezTo>
                  <a:cubicBezTo>
                    <a:pt x="507575" y="804005"/>
                    <a:pt x="501094" y="809425"/>
                    <a:pt x="494188" y="814210"/>
                  </a:cubicBezTo>
                  <a:cubicBezTo>
                    <a:pt x="487236" y="819041"/>
                    <a:pt x="484596" y="817863"/>
                    <a:pt x="483559" y="809661"/>
                  </a:cubicBezTo>
                  <a:cubicBezTo>
                    <a:pt x="483017" y="805277"/>
                    <a:pt x="482829" y="800729"/>
                    <a:pt x="483371" y="796369"/>
                  </a:cubicBezTo>
                  <a:cubicBezTo>
                    <a:pt x="484690" y="785621"/>
                    <a:pt x="489663" y="781827"/>
                    <a:pt x="500411" y="783005"/>
                  </a:cubicBezTo>
                  <a:cubicBezTo>
                    <a:pt x="505053" y="783524"/>
                    <a:pt x="509696" y="784278"/>
                    <a:pt x="514292" y="785244"/>
                  </a:cubicBezTo>
                  <a:cubicBezTo>
                    <a:pt x="529894" y="788520"/>
                    <a:pt x="535622" y="784867"/>
                    <a:pt x="536706" y="768864"/>
                  </a:cubicBezTo>
                  <a:cubicBezTo>
                    <a:pt x="537955" y="750175"/>
                    <a:pt x="545426" y="734526"/>
                    <a:pt x="557823" y="721045"/>
                  </a:cubicBezTo>
                  <a:cubicBezTo>
                    <a:pt x="570173" y="707611"/>
                    <a:pt x="575381" y="691608"/>
                    <a:pt x="576135" y="673743"/>
                  </a:cubicBezTo>
                  <a:cubicBezTo>
                    <a:pt x="577314" y="645225"/>
                    <a:pt x="568806" y="619112"/>
                    <a:pt x="555961" y="594247"/>
                  </a:cubicBezTo>
                  <a:cubicBezTo>
                    <a:pt x="544365" y="571763"/>
                    <a:pt x="534160" y="548784"/>
                    <a:pt x="529447" y="523825"/>
                  </a:cubicBezTo>
                  <a:cubicBezTo>
                    <a:pt x="527679" y="514445"/>
                    <a:pt x="527443" y="504735"/>
                    <a:pt x="527137" y="495143"/>
                  </a:cubicBezTo>
                  <a:cubicBezTo>
                    <a:pt x="527066" y="493092"/>
                    <a:pt x="529447" y="489651"/>
                    <a:pt x="531309" y="489180"/>
                  </a:cubicBezTo>
                  <a:cubicBezTo>
                    <a:pt x="533241" y="488685"/>
                    <a:pt x="536329" y="490524"/>
                    <a:pt x="538073" y="492220"/>
                  </a:cubicBezTo>
                  <a:cubicBezTo>
                    <a:pt x="539934" y="494035"/>
                    <a:pt x="541254" y="496722"/>
                    <a:pt x="541985" y="499267"/>
                  </a:cubicBezTo>
                  <a:cubicBezTo>
                    <a:pt x="546039" y="513220"/>
                    <a:pt x="550470" y="527078"/>
                    <a:pt x="553604" y="541242"/>
                  </a:cubicBezTo>
                  <a:cubicBezTo>
                    <a:pt x="558223" y="562195"/>
                    <a:pt x="561429" y="583524"/>
                    <a:pt x="571705" y="602756"/>
                  </a:cubicBezTo>
                  <a:cubicBezTo>
                    <a:pt x="573637" y="606385"/>
                    <a:pt x="576300" y="609850"/>
                    <a:pt x="579341" y="612583"/>
                  </a:cubicBezTo>
                  <a:cubicBezTo>
                    <a:pt x="581038" y="614115"/>
                    <a:pt x="584997" y="615270"/>
                    <a:pt x="586458" y="614328"/>
                  </a:cubicBezTo>
                  <a:cubicBezTo>
                    <a:pt x="588155" y="613243"/>
                    <a:pt x="588933" y="609637"/>
                    <a:pt x="588886" y="607116"/>
                  </a:cubicBezTo>
                  <a:cubicBezTo>
                    <a:pt x="588839" y="603463"/>
                    <a:pt x="587825" y="599810"/>
                    <a:pt x="587047" y="596204"/>
                  </a:cubicBezTo>
                  <a:cubicBezTo>
                    <a:pt x="580778" y="567026"/>
                    <a:pt x="574533" y="537825"/>
                    <a:pt x="568169" y="508671"/>
                  </a:cubicBezTo>
                  <a:cubicBezTo>
                    <a:pt x="562890" y="484561"/>
                    <a:pt x="557752" y="460356"/>
                    <a:pt x="544695" y="438885"/>
                  </a:cubicBezTo>
                  <a:cubicBezTo>
                    <a:pt x="541796" y="434125"/>
                    <a:pt x="538568" y="427973"/>
                    <a:pt x="531709" y="430448"/>
                  </a:cubicBezTo>
                  <a:cubicBezTo>
                    <a:pt x="524238" y="433135"/>
                    <a:pt x="526948" y="440323"/>
                    <a:pt x="527184" y="446003"/>
                  </a:cubicBezTo>
                  <a:cubicBezTo>
                    <a:pt x="527278" y="448148"/>
                    <a:pt x="528339" y="450269"/>
                    <a:pt x="528928" y="452414"/>
                  </a:cubicBezTo>
                  <a:cubicBezTo>
                    <a:pt x="529329" y="453828"/>
                    <a:pt x="530177" y="455407"/>
                    <a:pt x="529894" y="456703"/>
                  </a:cubicBezTo>
                  <a:cubicBezTo>
                    <a:pt x="528952" y="460969"/>
                    <a:pt x="528857" y="466979"/>
                    <a:pt x="526076" y="468935"/>
                  </a:cubicBezTo>
                  <a:cubicBezTo>
                    <a:pt x="521410" y="472211"/>
                    <a:pt x="517262" y="467403"/>
                    <a:pt x="514716" y="463514"/>
                  </a:cubicBezTo>
                  <a:cubicBezTo>
                    <a:pt x="511346" y="458400"/>
                    <a:pt x="508117" y="452979"/>
                    <a:pt x="506091" y="447229"/>
                  </a:cubicBezTo>
                  <a:cubicBezTo>
                    <a:pt x="499326" y="428162"/>
                    <a:pt x="493623" y="408742"/>
                    <a:pt x="486647" y="389769"/>
                  </a:cubicBezTo>
                  <a:cubicBezTo>
                    <a:pt x="470950" y="347017"/>
                    <a:pt x="452591" y="305489"/>
                    <a:pt x="426406" y="267922"/>
                  </a:cubicBezTo>
                  <a:cubicBezTo>
                    <a:pt x="418864" y="257104"/>
                    <a:pt x="410309" y="247653"/>
                    <a:pt x="397276" y="242515"/>
                  </a:cubicBezTo>
                  <a:cubicBezTo>
                    <a:pt x="384950" y="237683"/>
                    <a:pt x="380448" y="220314"/>
                    <a:pt x="387212" y="208836"/>
                  </a:cubicBezTo>
                  <a:cubicBezTo>
                    <a:pt x="392986" y="199031"/>
                    <a:pt x="402555" y="197759"/>
                    <a:pt x="410262" y="205866"/>
                  </a:cubicBezTo>
                  <a:cubicBezTo>
                    <a:pt x="412972" y="208742"/>
                    <a:pt x="415565" y="211758"/>
                    <a:pt x="417874" y="214964"/>
                  </a:cubicBezTo>
                  <a:cubicBezTo>
                    <a:pt x="444530" y="252013"/>
                    <a:pt x="466755" y="291631"/>
                    <a:pt x="485539" y="333158"/>
                  </a:cubicBezTo>
                  <a:cubicBezTo>
                    <a:pt x="490064" y="343175"/>
                    <a:pt x="494212" y="353804"/>
                    <a:pt x="495956" y="364575"/>
                  </a:cubicBezTo>
                  <a:cubicBezTo>
                    <a:pt x="499185" y="384443"/>
                    <a:pt x="509932" y="398466"/>
                    <a:pt x="525746" y="409496"/>
                  </a:cubicBezTo>
                  <a:cubicBezTo>
                    <a:pt x="527514" y="410745"/>
                    <a:pt x="529800" y="411264"/>
                    <a:pt x="533548" y="412866"/>
                  </a:cubicBezTo>
                  <a:cubicBezTo>
                    <a:pt x="532181" y="407634"/>
                    <a:pt x="531521" y="404311"/>
                    <a:pt x="530436" y="401153"/>
                  </a:cubicBezTo>
                  <a:cubicBezTo>
                    <a:pt x="513043" y="350033"/>
                    <a:pt x="490606" y="301176"/>
                    <a:pt x="463927" y="254323"/>
                  </a:cubicBezTo>
                  <a:cubicBezTo>
                    <a:pt x="456008" y="240394"/>
                    <a:pt x="448089" y="225781"/>
                    <a:pt x="437177" y="214398"/>
                  </a:cubicBezTo>
                  <a:cubicBezTo>
                    <a:pt x="407528" y="183476"/>
                    <a:pt x="376324" y="154016"/>
                    <a:pt x="341513" y="128798"/>
                  </a:cubicBezTo>
                  <a:cubicBezTo>
                    <a:pt x="328080" y="119064"/>
                    <a:pt x="313444" y="111876"/>
                    <a:pt x="296192" y="113149"/>
                  </a:cubicBezTo>
                  <a:cubicBezTo>
                    <a:pt x="283371" y="114092"/>
                    <a:pt x="270620" y="116637"/>
                    <a:pt x="257799" y="116755"/>
                  </a:cubicBezTo>
                  <a:cubicBezTo>
                    <a:pt x="242268" y="116896"/>
                    <a:pt x="229682" y="123071"/>
                    <a:pt x="217709" y="131886"/>
                  </a:cubicBezTo>
                  <a:cubicBezTo>
                    <a:pt x="188909" y="153073"/>
                    <a:pt x="162135" y="176571"/>
                    <a:pt x="137837" y="202802"/>
                  </a:cubicBezTo>
                  <a:cubicBezTo>
                    <a:pt x="133830" y="207139"/>
                    <a:pt x="130200" y="211923"/>
                    <a:pt x="127042" y="216920"/>
                  </a:cubicBezTo>
                  <a:cubicBezTo>
                    <a:pt x="125675" y="219088"/>
                    <a:pt x="125746" y="222270"/>
                    <a:pt x="125463" y="225027"/>
                  </a:cubicBezTo>
                  <a:cubicBezTo>
                    <a:pt x="125086" y="228822"/>
                    <a:pt x="126005" y="233088"/>
                    <a:pt x="124568" y="236340"/>
                  </a:cubicBezTo>
                  <a:cubicBezTo>
                    <a:pt x="121999" y="242138"/>
                    <a:pt x="117992" y="247323"/>
                    <a:pt x="114740" y="252838"/>
                  </a:cubicBezTo>
                  <a:cubicBezTo>
                    <a:pt x="112218" y="257104"/>
                    <a:pt x="107363" y="261629"/>
                    <a:pt x="111699" y="266272"/>
                  </a:cubicBezTo>
                  <a:cubicBezTo>
                    <a:pt x="112713" y="267356"/>
                    <a:pt x="121409" y="263679"/>
                    <a:pt x="124143" y="260238"/>
                  </a:cubicBezTo>
                  <a:cubicBezTo>
                    <a:pt x="133641" y="248266"/>
                    <a:pt x="142503" y="235727"/>
                    <a:pt x="150846" y="222906"/>
                  </a:cubicBezTo>
                  <a:cubicBezTo>
                    <a:pt x="161169" y="206998"/>
                    <a:pt x="172859" y="192432"/>
                    <a:pt x="187542" y="180365"/>
                  </a:cubicBezTo>
                  <a:cubicBezTo>
                    <a:pt x="215093" y="157716"/>
                    <a:pt x="247240" y="145767"/>
                    <a:pt x="282098" y="141171"/>
                  </a:cubicBezTo>
                  <a:cubicBezTo>
                    <a:pt x="295414" y="139404"/>
                    <a:pt x="309366" y="138697"/>
                    <a:pt x="322565" y="140606"/>
                  </a:cubicBezTo>
                  <a:cubicBezTo>
                    <a:pt x="341537" y="143340"/>
                    <a:pt x="353840" y="157716"/>
                    <a:pt x="365742" y="171410"/>
                  </a:cubicBezTo>
                  <a:cubicBezTo>
                    <a:pt x="370714" y="177113"/>
                    <a:pt x="374957" y="183641"/>
                    <a:pt x="378445" y="190382"/>
                  </a:cubicBezTo>
                  <a:cubicBezTo>
                    <a:pt x="381579" y="196415"/>
                    <a:pt x="378728" y="200163"/>
                    <a:pt x="371964" y="199361"/>
                  </a:cubicBezTo>
                  <a:cubicBezTo>
                    <a:pt x="366920" y="198749"/>
                    <a:pt x="361688" y="197405"/>
                    <a:pt x="357163" y="195119"/>
                  </a:cubicBezTo>
                  <a:cubicBezTo>
                    <a:pt x="346368" y="189698"/>
                    <a:pt x="335881" y="183594"/>
                    <a:pt x="325346" y="177679"/>
                  </a:cubicBezTo>
                  <a:cubicBezTo>
                    <a:pt x="304417" y="165895"/>
                    <a:pt x="281980" y="162548"/>
                    <a:pt x="258695" y="167049"/>
                  </a:cubicBezTo>
                  <a:cubicBezTo>
                    <a:pt x="214127" y="175699"/>
                    <a:pt x="186953" y="205230"/>
                    <a:pt x="168711" y="244589"/>
                  </a:cubicBezTo>
                  <a:cubicBezTo>
                    <a:pt x="167014" y="248242"/>
                    <a:pt x="168334" y="253191"/>
                    <a:pt x="167415" y="257339"/>
                  </a:cubicBezTo>
                  <a:cubicBezTo>
                    <a:pt x="166543" y="261252"/>
                    <a:pt x="165671" y="266696"/>
                    <a:pt x="162913" y="268393"/>
                  </a:cubicBezTo>
                  <a:cubicBezTo>
                    <a:pt x="155348" y="273012"/>
                    <a:pt x="150611" y="279564"/>
                    <a:pt x="148372" y="287389"/>
                  </a:cubicBezTo>
                  <a:cubicBezTo>
                    <a:pt x="144153" y="302048"/>
                    <a:pt x="140406" y="316920"/>
                    <a:pt x="137954" y="331956"/>
                  </a:cubicBezTo>
                  <a:cubicBezTo>
                    <a:pt x="136658" y="339781"/>
                    <a:pt x="137695" y="348289"/>
                    <a:pt x="139180" y="356185"/>
                  </a:cubicBezTo>
                  <a:cubicBezTo>
                    <a:pt x="140476" y="363043"/>
                    <a:pt x="146203" y="364575"/>
                    <a:pt x="150469" y="359131"/>
                  </a:cubicBezTo>
                  <a:cubicBezTo>
                    <a:pt x="154217" y="354323"/>
                    <a:pt x="156668" y="348077"/>
                    <a:pt x="158247" y="342091"/>
                  </a:cubicBezTo>
                  <a:cubicBezTo>
                    <a:pt x="160368" y="334054"/>
                    <a:pt x="160627" y="325522"/>
                    <a:pt x="162583" y="317415"/>
                  </a:cubicBezTo>
                  <a:cubicBezTo>
                    <a:pt x="163809" y="312277"/>
                    <a:pt x="166849" y="307328"/>
                    <a:pt x="173472" y="308695"/>
                  </a:cubicBezTo>
                  <a:cubicBezTo>
                    <a:pt x="179835" y="310014"/>
                    <a:pt x="180542" y="315482"/>
                    <a:pt x="180754" y="320903"/>
                  </a:cubicBezTo>
                  <a:cubicBezTo>
                    <a:pt x="181202" y="333535"/>
                    <a:pt x="176159" y="344471"/>
                    <a:pt x="170267" y="355171"/>
                  </a:cubicBezTo>
                  <a:cubicBezTo>
                    <a:pt x="162866" y="368605"/>
                    <a:pt x="163667" y="373696"/>
                    <a:pt x="174957" y="384184"/>
                  </a:cubicBezTo>
                  <a:cubicBezTo>
                    <a:pt x="180377" y="389227"/>
                    <a:pt x="182286" y="395072"/>
                    <a:pt x="179552" y="402237"/>
                  </a:cubicBezTo>
                  <a:cubicBezTo>
                    <a:pt x="177879" y="406621"/>
                    <a:pt x="173684" y="411923"/>
                    <a:pt x="180142" y="415152"/>
                  </a:cubicBezTo>
                  <a:cubicBezTo>
                    <a:pt x="186835" y="418499"/>
                    <a:pt x="188815" y="411782"/>
                    <a:pt x="191596" y="407705"/>
                  </a:cubicBezTo>
                  <a:cubicBezTo>
                    <a:pt x="192680" y="406102"/>
                    <a:pt x="193505" y="404217"/>
                    <a:pt x="194023" y="402331"/>
                  </a:cubicBezTo>
                  <a:cubicBezTo>
                    <a:pt x="197559" y="389510"/>
                    <a:pt x="200929" y="376665"/>
                    <a:pt x="204464" y="363844"/>
                  </a:cubicBezTo>
                  <a:cubicBezTo>
                    <a:pt x="208306" y="349845"/>
                    <a:pt x="211864" y="335751"/>
                    <a:pt x="216319" y="321963"/>
                  </a:cubicBezTo>
                  <a:cubicBezTo>
                    <a:pt x="218581" y="314940"/>
                    <a:pt x="222235" y="308459"/>
                    <a:pt x="231190" y="307045"/>
                  </a:cubicBezTo>
                  <a:cubicBezTo>
                    <a:pt x="232934" y="306762"/>
                    <a:pt x="234679" y="301883"/>
                    <a:pt x="235056" y="298937"/>
                  </a:cubicBezTo>
                  <a:cubicBezTo>
                    <a:pt x="235315" y="296840"/>
                    <a:pt x="233264" y="294459"/>
                    <a:pt x="232322" y="292173"/>
                  </a:cubicBezTo>
                  <a:cubicBezTo>
                    <a:pt x="228999" y="283971"/>
                    <a:pt x="231261" y="280837"/>
                    <a:pt x="239769" y="281897"/>
                  </a:cubicBezTo>
                  <a:cubicBezTo>
                    <a:pt x="255489" y="283877"/>
                    <a:pt x="266048" y="293988"/>
                    <a:pt x="275357" y="305442"/>
                  </a:cubicBezTo>
                  <a:cubicBezTo>
                    <a:pt x="292963" y="327078"/>
                    <a:pt x="303498" y="352343"/>
                    <a:pt x="310851" y="378951"/>
                  </a:cubicBezTo>
                  <a:cubicBezTo>
                    <a:pt x="321528" y="417533"/>
                    <a:pt x="324921" y="456515"/>
                    <a:pt x="317639" y="496321"/>
                  </a:cubicBezTo>
                  <a:cubicBezTo>
                    <a:pt x="312831" y="522529"/>
                    <a:pt x="308966" y="548949"/>
                    <a:pt x="305831" y="575416"/>
                  </a:cubicBezTo>
                  <a:cubicBezTo>
                    <a:pt x="304016" y="590783"/>
                    <a:pt x="300740" y="597948"/>
                    <a:pt x="285751" y="601719"/>
                  </a:cubicBezTo>
                  <a:cubicBezTo>
                    <a:pt x="252850" y="610038"/>
                    <a:pt x="222140" y="607233"/>
                    <a:pt x="196474" y="581662"/>
                  </a:cubicBezTo>
                  <a:cubicBezTo>
                    <a:pt x="186458" y="571693"/>
                    <a:pt x="174391" y="567167"/>
                    <a:pt x="159920" y="571669"/>
                  </a:cubicBezTo>
                  <a:cubicBezTo>
                    <a:pt x="156785" y="572659"/>
                    <a:pt x="151553" y="572847"/>
                    <a:pt x="149880" y="571009"/>
                  </a:cubicBezTo>
                  <a:cubicBezTo>
                    <a:pt x="148136" y="569100"/>
                    <a:pt x="149385" y="564316"/>
                    <a:pt x="149550" y="560804"/>
                  </a:cubicBezTo>
                  <a:cubicBezTo>
                    <a:pt x="149880" y="553569"/>
                    <a:pt x="151553" y="546168"/>
                    <a:pt x="150446" y="539192"/>
                  </a:cubicBezTo>
                  <a:cubicBezTo>
                    <a:pt x="149456" y="532970"/>
                    <a:pt x="144648" y="528068"/>
                    <a:pt x="137177" y="528681"/>
                  </a:cubicBezTo>
                  <a:cubicBezTo>
                    <a:pt x="129894" y="529270"/>
                    <a:pt x="125652" y="534360"/>
                    <a:pt x="125322" y="540865"/>
                  </a:cubicBezTo>
                  <a:cubicBezTo>
                    <a:pt x="124968" y="547582"/>
                    <a:pt x="125840" y="554794"/>
                    <a:pt x="128079" y="561110"/>
                  </a:cubicBezTo>
                  <a:cubicBezTo>
                    <a:pt x="138402" y="590052"/>
                    <a:pt x="155018" y="615082"/>
                    <a:pt x="178185" y="635280"/>
                  </a:cubicBezTo>
                  <a:cubicBezTo>
                    <a:pt x="185327" y="641502"/>
                    <a:pt x="194212" y="645838"/>
                    <a:pt x="202649" y="650387"/>
                  </a:cubicBezTo>
                  <a:cubicBezTo>
                    <a:pt x="205242" y="651777"/>
                    <a:pt x="209036" y="650976"/>
                    <a:pt x="212289" y="651188"/>
                  </a:cubicBezTo>
                  <a:cubicBezTo>
                    <a:pt x="211181" y="647959"/>
                    <a:pt x="210992" y="643717"/>
                    <a:pt x="208777" y="641643"/>
                  </a:cubicBezTo>
                  <a:cubicBezTo>
                    <a:pt x="200717" y="634054"/>
                    <a:pt x="191666" y="627502"/>
                    <a:pt x="183606" y="619913"/>
                  </a:cubicBezTo>
                  <a:cubicBezTo>
                    <a:pt x="175781" y="612536"/>
                    <a:pt x="168287" y="604665"/>
                    <a:pt x="161570" y="596274"/>
                  </a:cubicBezTo>
                  <a:cubicBezTo>
                    <a:pt x="159684" y="593941"/>
                    <a:pt x="161028" y="589039"/>
                    <a:pt x="160886" y="585291"/>
                  </a:cubicBezTo>
                  <a:cubicBezTo>
                    <a:pt x="164304" y="585786"/>
                    <a:pt x="168357" y="585268"/>
                    <a:pt x="170997" y="586965"/>
                  </a:cubicBezTo>
                  <a:cubicBezTo>
                    <a:pt x="178233" y="591631"/>
                    <a:pt x="184455" y="597995"/>
                    <a:pt x="191879" y="602308"/>
                  </a:cubicBezTo>
                  <a:cubicBezTo>
                    <a:pt x="202225" y="608294"/>
                    <a:pt x="212854" y="614445"/>
                    <a:pt x="224167" y="617863"/>
                  </a:cubicBezTo>
                  <a:cubicBezTo>
                    <a:pt x="234891" y="621115"/>
                    <a:pt x="238968" y="625075"/>
                    <a:pt x="236163" y="636081"/>
                  </a:cubicBezTo>
                  <a:cubicBezTo>
                    <a:pt x="234702" y="641785"/>
                    <a:pt x="233052" y="647535"/>
                    <a:pt x="232605" y="653357"/>
                  </a:cubicBezTo>
                  <a:cubicBezTo>
                    <a:pt x="231827" y="663302"/>
                    <a:pt x="237530" y="668275"/>
                    <a:pt x="246887" y="664716"/>
                  </a:cubicBezTo>
                  <a:cubicBezTo>
                    <a:pt x="256432" y="661063"/>
                    <a:pt x="266095" y="656468"/>
                    <a:pt x="274014" y="650128"/>
                  </a:cubicBezTo>
                  <a:cubicBezTo>
                    <a:pt x="285963" y="640583"/>
                    <a:pt x="296215" y="628963"/>
                    <a:pt x="307575" y="618641"/>
                  </a:cubicBezTo>
                  <a:cubicBezTo>
                    <a:pt x="315282" y="611641"/>
                    <a:pt x="322470" y="603675"/>
                    <a:pt x="334113" y="600116"/>
                  </a:cubicBezTo>
                  <a:cubicBezTo>
                    <a:pt x="334113" y="603486"/>
                    <a:pt x="334467" y="605867"/>
                    <a:pt x="334066" y="608105"/>
                  </a:cubicBezTo>
                  <a:cubicBezTo>
                    <a:pt x="329140" y="635515"/>
                    <a:pt x="317026" y="659555"/>
                    <a:pt x="298761" y="680366"/>
                  </a:cubicBezTo>
                  <a:cubicBezTo>
                    <a:pt x="295815" y="683736"/>
                    <a:pt x="290582" y="686305"/>
                    <a:pt x="286104" y="686894"/>
                  </a:cubicBezTo>
                  <a:cubicBezTo>
                    <a:pt x="265034" y="689699"/>
                    <a:pt x="243894" y="692103"/>
                    <a:pt x="222706" y="693823"/>
                  </a:cubicBezTo>
                  <a:cubicBezTo>
                    <a:pt x="209767" y="694860"/>
                    <a:pt x="197111" y="692008"/>
                    <a:pt x="187778" y="682393"/>
                  </a:cubicBezTo>
                  <a:cubicBezTo>
                    <a:pt x="175404" y="669642"/>
                    <a:pt x="162913" y="656750"/>
                    <a:pt x="152472" y="642468"/>
                  </a:cubicBezTo>
                  <a:cubicBezTo>
                    <a:pt x="129800" y="611476"/>
                    <a:pt x="105006" y="581615"/>
                    <a:pt x="94777" y="543128"/>
                  </a:cubicBezTo>
                  <a:cubicBezTo>
                    <a:pt x="92303" y="533748"/>
                    <a:pt x="85986" y="525475"/>
                    <a:pt x="82357" y="516307"/>
                  </a:cubicBezTo>
                  <a:cubicBezTo>
                    <a:pt x="69559" y="484160"/>
                    <a:pt x="65953" y="450128"/>
                    <a:pt x="65105" y="416071"/>
                  </a:cubicBezTo>
                  <a:cubicBezTo>
                    <a:pt x="64351" y="386187"/>
                    <a:pt x="65906" y="356185"/>
                    <a:pt x="67792" y="326324"/>
                  </a:cubicBezTo>
                  <a:cubicBezTo>
                    <a:pt x="70149" y="288897"/>
                    <a:pt x="79882" y="253356"/>
                    <a:pt x="99043" y="220761"/>
                  </a:cubicBezTo>
                  <a:cubicBezTo>
                    <a:pt x="136870" y="156420"/>
                    <a:pt x="188697" y="110438"/>
                    <a:pt x="264304" y="96957"/>
                  </a:cubicBezTo>
                  <a:cubicBezTo>
                    <a:pt x="303168" y="90028"/>
                    <a:pt x="339840" y="95001"/>
                    <a:pt x="372364" y="120502"/>
                  </a:cubicBezTo>
                  <a:cubicBezTo>
                    <a:pt x="419666" y="157575"/>
                    <a:pt x="458223" y="202143"/>
                    <a:pt x="485586" y="255407"/>
                  </a:cubicBezTo>
                  <a:cubicBezTo>
                    <a:pt x="521716" y="325711"/>
                    <a:pt x="551577" y="398867"/>
                    <a:pt x="576866" y="473790"/>
                  </a:cubicBezTo>
                  <a:cubicBezTo>
                    <a:pt x="583795" y="494318"/>
                    <a:pt x="590300" y="514964"/>
                    <a:pt x="591502" y="537047"/>
                  </a:cubicBezTo>
                  <a:cubicBezTo>
                    <a:pt x="592162" y="549303"/>
                    <a:pt x="596145" y="561110"/>
                    <a:pt x="603498" y="571622"/>
                  </a:cubicBezTo>
                  <a:cubicBezTo>
                    <a:pt x="607952" y="578009"/>
                    <a:pt x="612218" y="584985"/>
                    <a:pt x="614528" y="592338"/>
                  </a:cubicBezTo>
                  <a:cubicBezTo>
                    <a:pt x="626265" y="629741"/>
                    <a:pt x="629659" y="668346"/>
                    <a:pt x="628858" y="707328"/>
                  </a:cubicBezTo>
                  <a:cubicBezTo>
                    <a:pt x="628693" y="715883"/>
                    <a:pt x="626925" y="724509"/>
                    <a:pt x="624851" y="732852"/>
                  </a:cubicBezTo>
                  <a:cubicBezTo>
                    <a:pt x="624144" y="735657"/>
                    <a:pt x="619053" y="740088"/>
                    <a:pt x="617945" y="739569"/>
                  </a:cubicBezTo>
                  <a:cubicBezTo>
                    <a:pt x="614387" y="737872"/>
                    <a:pt x="610380" y="734738"/>
                    <a:pt x="609178" y="731226"/>
                  </a:cubicBezTo>
                  <a:cubicBezTo>
                    <a:pt x="607858" y="727384"/>
                    <a:pt x="609272" y="722506"/>
                    <a:pt x="609862" y="718122"/>
                  </a:cubicBezTo>
                  <a:cubicBezTo>
                    <a:pt x="610828" y="711052"/>
                    <a:pt x="612996" y="704028"/>
                    <a:pt x="612925" y="697005"/>
                  </a:cubicBezTo>
                  <a:cubicBezTo>
                    <a:pt x="612878" y="693493"/>
                    <a:pt x="609461" y="687648"/>
                    <a:pt x="606798" y="687153"/>
                  </a:cubicBezTo>
                  <a:cubicBezTo>
                    <a:pt x="603757" y="686588"/>
                    <a:pt x="598077" y="690052"/>
                    <a:pt x="596640" y="693163"/>
                  </a:cubicBezTo>
                  <a:cubicBezTo>
                    <a:pt x="593647" y="699739"/>
                    <a:pt x="591903" y="707139"/>
                    <a:pt x="591054" y="714375"/>
                  </a:cubicBezTo>
                  <a:cubicBezTo>
                    <a:pt x="587896" y="741360"/>
                    <a:pt x="585256" y="768417"/>
                    <a:pt x="582522" y="795473"/>
                  </a:cubicBezTo>
                  <a:cubicBezTo>
                    <a:pt x="581132" y="809213"/>
                    <a:pt x="579458" y="822977"/>
                    <a:pt x="579011" y="836741"/>
                  </a:cubicBezTo>
                  <a:cubicBezTo>
                    <a:pt x="578775" y="844189"/>
                    <a:pt x="581910" y="845508"/>
                    <a:pt x="588414" y="842586"/>
                  </a:cubicBezTo>
                  <a:cubicBezTo>
                    <a:pt x="599232" y="837731"/>
                    <a:pt x="601353" y="839051"/>
                    <a:pt x="601542" y="850788"/>
                  </a:cubicBezTo>
                  <a:cubicBezTo>
                    <a:pt x="601565" y="852273"/>
                    <a:pt x="601542" y="853757"/>
                    <a:pt x="601448" y="855242"/>
                  </a:cubicBezTo>
                  <a:cubicBezTo>
                    <a:pt x="599091" y="895025"/>
                    <a:pt x="587542" y="932357"/>
                    <a:pt x="570668" y="968134"/>
                  </a:cubicBezTo>
                  <a:cubicBezTo>
                    <a:pt x="561594" y="987366"/>
                    <a:pt x="551931" y="1006385"/>
                    <a:pt x="533877" y="1019395"/>
                  </a:cubicBezTo>
                  <a:cubicBezTo>
                    <a:pt x="529211" y="1022742"/>
                    <a:pt x="527420" y="1027927"/>
                    <a:pt x="529517" y="1033960"/>
                  </a:cubicBezTo>
                  <a:cubicBezTo>
                    <a:pt x="531803" y="1040536"/>
                    <a:pt x="536446" y="1044307"/>
                    <a:pt x="543140" y="1044754"/>
                  </a:cubicBezTo>
                  <a:cubicBezTo>
                    <a:pt x="547523" y="1045061"/>
                    <a:pt x="551978" y="1043977"/>
                    <a:pt x="557281" y="1043435"/>
                  </a:cubicBezTo>
                  <a:cubicBezTo>
                    <a:pt x="555230" y="1045956"/>
                    <a:pt x="553934" y="1048078"/>
                    <a:pt x="552143" y="1049680"/>
                  </a:cubicBezTo>
                  <a:cubicBezTo>
                    <a:pt x="535409" y="1064764"/>
                    <a:pt x="519029" y="1080248"/>
                    <a:pt x="501683" y="1094578"/>
                  </a:cubicBezTo>
                  <a:cubicBezTo>
                    <a:pt x="492044" y="1102544"/>
                    <a:pt x="480825" y="1108648"/>
                    <a:pt x="470125" y="1115271"/>
                  </a:cubicBezTo>
                  <a:cubicBezTo>
                    <a:pt x="467745" y="1116732"/>
                    <a:pt x="464563" y="1116897"/>
                    <a:pt x="459590" y="1118264"/>
                  </a:cubicBezTo>
                  <a:cubicBezTo>
                    <a:pt x="461546" y="1114139"/>
                    <a:pt x="462018" y="1111830"/>
                    <a:pt x="463408" y="1110463"/>
                  </a:cubicBezTo>
                  <a:cubicBezTo>
                    <a:pt x="469183" y="1104712"/>
                    <a:pt x="475240" y="1099244"/>
                    <a:pt x="481155" y="1093635"/>
                  </a:cubicBezTo>
                  <a:cubicBezTo>
                    <a:pt x="493340" y="1082087"/>
                    <a:pt x="505878" y="1070868"/>
                    <a:pt x="517474" y="1058777"/>
                  </a:cubicBezTo>
                  <a:cubicBezTo>
                    <a:pt x="520538" y="1055596"/>
                    <a:pt x="520797" y="1049704"/>
                    <a:pt x="522353" y="1045061"/>
                  </a:cubicBezTo>
                  <a:cubicBezTo>
                    <a:pt x="517875" y="1046451"/>
                    <a:pt x="512595" y="1046758"/>
                    <a:pt x="509060" y="1049397"/>
                  </a:cubicBezTo>
                  <a:cubicBezTo>
                    <a:pt x="498596" y="1057269"/>
                    <a:pt x="488768" y="1065989"/>
                    <a:pt x="478775" y="1074497"/>
                  </a:cubicBezTo>
                  <a:cubicBezTo>
                    <a:pt x="465011" y="1086235"/>
                    <a:pt x="451153" y="1097830"/>
                    <a:pt x="433430" y="1103298"/>
                  </a:cubicBezTo>
                  <a:cubicBezTo>
                    <a:pt x="424851" y="1105938"/>
                    <a:pt x="419524" y="1104311"/>
                    <a:pt x="416743" y="1098514"/>
                  </a:cubicBezTo>
                  <a:cubicBezTo>
                    <a:pt x="413868" y="1092551"/>
                    <a:pt x="415824" y="1087908"/>
                    <a:pt x="423554" y="1082699"/>
                  </a:cubicBezTo>
                  <a:cubicBezTo>
                    <a:pt x="425393" y="1081474"/>
                    <a:pt x="427325" y="1080248"/>
                    <a:pt x="429376" y="1079470"/>
                  </a:cubicBezTo>
                  <a:cubicBezTo>
                    <a:pt x="437908" y="1076265"/>
                    <a:pt x="446722" y="1073743"/>
                    <a:pt x="455018" y="1070043"/>
                  </a:cubicBezTo>
                  <a:cubicBezTo>
                    <a:pt x="463291" y="1066366"/>
                    <a:pt x="471374" y="1062101"/>
                    <a:pt x="478916" y="1057104"/>
                  </a:cubicBezTo>
                  <a:cubicBezTo>
                    <a:pt x="483465" y="1054087"/>
                    <a:pt x="484101" y="1044896"/>
                    <a:pt x="480990" y="1040866"/>
                  </a:cubicBezTo>
                  <a:cubicBezTo>
                    <a:pt x="477361" y="1036199"/>
                    <a:pt x="473024" y="1039004"/>
                    <a:pt x="468947" y="1040276"/>
                  </a:cubicBezTo>
                  <a:cubicBezTo>
                    <a:pt x="467533" y="1040724"/>
                    <a:pt x="466072" y="1041125"/>
                    <a:pt x="464822" y="1041879"/>
                  </a:cubicBezTo>
                  <a:cubicBezTo>
                    <a:pt x="447217" y="1052367"/>
                    <a:pt x="429093" y="1062124"/>
                    <a:pt x="412195" y="1073649"/>
                  </a:cubicBezTo>
                  <a:cubicBezTo>
                    <a:pt x="394212" y="1085905"/>
                    <a:pt x="395414" y="1097759"/>
                    <a:pt x="414316" y="1109025"/>
                  </a:cubicBezTo>
                  <a:cubicBezTo>
                    <a:pt x="423130" y="1114281"/>
                    <a:pt x="432345" y="1118052"/>
                    <a:pt x="442928" y="1118028"/>
                  </a:cubicBezTo>
                  <a:cubicBezTo>
                    <a:pt x="445826" y="1118028"/>
                    <a:pt x="450092" y="1119136"/>
                    <a:pt x="451271" y="1121186"/>
                  </a:cubicBezTo>
                  <a:cubicBezTo>
                    <a:pt x="452308" y="1122977"/>
                    <a:pt x="450517" y="1127149"/>
                    <a:pt x="448914" y="1129576"/>
                  </a:cubicBezTo>
                  <a:cubicBezTo>
                    <a:pt x="445096" y="1135351"/>
                    <a:pt x="440594" y="1140654"/>
                    <a:pt x="436517" y="1146263"/>
                  </a:cubicBezTo>
                  <a:cubicBezTo>
                    <a:pt x="435079" y="1148243"/>
                    <a:pt x="434160" y="1150576"/>
                    <a:pt x="432157" y="1154323"/>
                  </a:cubicBezTo>
                  <a:cubicBezTo>
                    <a:pt x="436682" y="1153498"/>
                    <a:pt x="439487" y="1153522"/>
                    <a:pt x="441820" y="1152485"/>
                  </a:cubicBezTo>
                  <a:cubicBezTo>
                    <a:pt x="453321" y="1147465"/>
                    <a:pt x="465223" y="1143058"/>
                    <a:pt x="476065" y="1136835"/>
                  </a:cubicBezTo>
                  <a:cubicBezTo>
                    <a:pt x="513727" y="1115247"/>
                    <a:pt x="548867" y="1090076"/>
                    <a:pt x="581415" y="1061229"/>
                  </a:cubicBezTo>
                  <a:cubicBezTo>
                    <a:pt x="591313" y="1052438"/>
                    <a:pt x="592327" y="1042727"/>
                    <a:pt x="588721" y="1031179"/>
                  </a:cubicBezTo>
                  <a:cubicBezTo>
                    <a:pt x="586364" y="1023684"/>
                    <a:pt x="580637" y="1017722"/>
                    <a:pt x="572152" y="1020903"/>
                  </a:cubicBezTo>
                  <a:cubicBezTo>
                    <a:pt x="570809" y="1021422"/>
                    <a:pt x="568994" y="1020715"/>
                    <a:pt x="566048" y="1020432"/>
                  </a:cubicBezTo>
                  <a:cubicBezTo>
                    <a:pt x="568216" y="1016378"/>
                    <a:pt x="569913" y="1013173"/>
                    <a:pt x="571634" y="1010015"/>
                  </a:cubicBezTo>
                  <a:cubicBezTo>
                    <a:pt x="575523" y="1002874"/>
                    <a:pt x="580142" y="996015"/>
                    <a:pt x="583206" y="988544"/>
                  </a:cubicBezTo>
                  <a:cubicBezTo>
                    <a:pt x="603310" y="939546"/>
                    <a:pt x="617498" y="888756"/>
                    <a:pt x="627821" y="836859"/>
                  </a:cubicBezTo>
                  <a:cubicBezTo>
                    <a:pt x="630625" y="822812"/>
                    <a:pt x="633359" y="808553"/>
                    <a:pt x="629329" y="794271"/>
                  </a:cubicBezTo>
                  <a:cubicBezTo>
                    <a:pt x="627326" y="787177"/>
                    <a:pt x="624191" y="781096"/>
                    <a:pt x="615306" y="780059"/>
                  </a:cubicBezTo>
                  <a:cubicBezTo>
                    <a:pt x="608518" y="779258"/>
                    <a:pt x="603687" y="772400"/>
                    <a:pt x="604323" y="766296"/>
                  </a:cubicBezTo>
                  <a:cubicBezTo>
                    <a:pt x="604936" y="760356"/>
                    <a:pt x="610168" y="756043"/>
                    <a:pt x="617922" y="756633"/>
                  </a:cubicBezTo>
                  <a:cubicBezTo>
                    <a:pt x="625134" y="757175"/>
                    <a:pt x="628386" y="753687"/>
                    <a:pt x="630319" y="747700"/>
                  </a:cubicBezTo>
                  <a:cubicBezTo>
                    <a:pt x="631144" y="745131"/>
                    <a:pt x="632086" y="742539"/>
                    <a:pt x="632558" y="739899"/>
                  </a:cubicBezTo>
                  <a:cubicBezTo>
                    <a:pt x="641679" y="688285"/>
                    <a:pt x="639463" y="636977"/>
                    <a:pt x="628127" y="585951"/>
                  </a:cubicBezTo>
                  <a:cubicBezTo>
                    <a:pt x="625770" y="575322"/>
                    <a:pt x="621457" y="565871"/>
                    <a:pt x="611629" y="559744"/>
                  </a:cubicBezTo>
                  <a:cubicBezTo>
                    <a:pt x="609249" y="558259"/>
                    <a:pt x="607175" y="555548"/>
                    <a:pt x="606114" y="552956"/>
                  </a:cubicBezTo>
                  <a:cubicBezTo>
                    <a:pt x="605219" y="550740"/>
                    <a:pt x="605030" y="547134"/>
                    <a:pt x="606303" y="545485"/>
                  </a:cubicBezTo>
                  <a:cubicBezTo>
                    <a:pt x="607505" y="543906"/>
                    <a:pt x="611441" y="542916"/>
                    <a:pt x="613350" y="543693"/>
                  </a:cubicBezTo>
                  <a:cubicBezTo>
                    <a:pt x="618982" y="545980"/>
                    <a:pt x="624709" y="548596"/>
                    <a:pt x="629541" y="552249"/>
                  </a:cubicBezTo>
                  <a:cubicBezTo>
                    <a:pt x="649857" y="567615"/>
                    <a:pt x="657045" y="589793"/>
                    <a:pt x="659096" y="613785"/>
                  </a:cubicBezTo>
                  <a:cubicBezTo>
                    <a:pt x="660910" y="634973"/>
                    <a:pt x="660816" y="656326"/>
                    <a:pt x="662466" y="677538"/>
                  </a:cubicBezTo>
                  <a:cubicBezTo>
                    <a:pt x="662961" y="683830"/>
                    <a:pt x="665341" y="690618"/>
                    <a:pt x="668806" y="695897"/>
                  </a:cubicBezTo>
                  <a:cubicBezTo>
                    <a:pt x="672765" y="701931"/>
                    <a:pt x="678634" y="700469"/>
                    <a:pt x="680778" y="693493"/>
                  </a:cubicBezTo>
                  <a:cubicBezTo>
                    <a:pt x="682145" y="689062"/>
                    <a:pt x="683229" y="684207"/>
                    <a:pt x="682876" y="679659"/>
                  </a:cubicBezTo>
                  <a:cubicBezTo>
                    <a:pt x="681203" y="658000"/>
                    <a:pt x="680142" y="636199"/>
                    <a:pt x="676654" y="614799"/>
                  </a:cubicBezTo>
                  <a:cubicBezTo>
                    <a:pt x="671870" y="585456"/>
                    <a:pt x="659143" y="559861"/>
                    <a:pt x="635009" y="540983"/>
                  </a:cubicBezTo>
                  <a:cubicBezTo>
                    <a:pt x="630743" y="537660"/>
                    <a:pt x="626925" y="533630"/>
                    <a:pt x="623460" y="529435"/>
                  </a:cubicBezTo>
                  <a:cubicBezTo>
                    <a:pt x="614457" y="518523"/>
                    <a:pt x="606421" y="507281"/>
                    <a:pt x="604040" y="492574"/>
                  </a:cubicBezTo>
                  <a:cubicBezTo>
                    <a:pt x="601778" y="478527"/>
                    <a:pt x="599350" y="464174"/>
                    <a:pt x="594330" y="451000"/>
                  </a:cubicBezTo>
                  <a:cubicBezTo>
                    <a:pt x="587212" y="432357"/>
                    <a:pt x="577455" y="414752"/>
                    <a:pt x="569112" y="396581"/>
                  </a:cubicBezTo>
                  <a:cubicBezTo>
                    <a:pt x="556055" y="368087"/>
                    <a:pt x="542833" y="339593"/>
                    <a:pt x="535268" y="309001"/>
                  </a:cubicBezTo>
                  <a:cubicBezTo>
                    <a:pt x="532086" y="296156"/>
                    <a:pt x="529989" y="282864"/>
                    <a:pt x="536399" y="270561"/>
                  </a:cubicBezTo>
                  <a:cubicBezTo>
                    <a:pt x="539298" y="264999"/>
                    <a:pt x="544436" y="258188"/>
                    <a:pt x="549645" y="257104"/>
                  </a:cubicBezTo>
                  <a:cubicBezTo>
                    <a:pt x="553345" y="256326"/>
                    <a:pt x="560085" y="263373"/>
                    <a:pt x="563338" y="268322"/>
                  </a:cubicBezTo>
                  <a:cubicBezTo>
                    <a:pt x="579341" y="292668"/>
                    <a:pt x="589993" y="319442"/>
                    <a:pt x="596899" y="347700"/>
                  </a:cubicBezTo>
                  <a:cubicBezTo>
                    <a:pt x="597653" y="350787"/>
                    <a:pt x="597936" y="353993"/>
                    <a:pt x="598431" y="357151"/>
                  </a:cubicBezTo>
                  <a:cubicBezTo>
                    <a:pt x="597512" y="357575"/>
                    <a:pt x="596593" y="357999"/>
                    <a:pt x="595673" y="358447"/>
                  </a:cubicBezTo>
                  <a:cubicBezTo>
                    <a:pt x="577879" y="333535"/>
                    <a:pt x="560062" y="308647"/>
                    <a:pt x="542268" y="283736"/>
                  </a:cubicBezTo>
                  <a:cubicBezTo>
                    <a:pt x="542126" y="286753"/>
                    <a:pt x="542881" y="289274"/>
                    <a:pt x="543941" y="291655"/>
                  </a:cubicBezTo>
                  <a:cubicBezTo>
                    <a:pt x="561641" y="330802"/>
                    <a:pt x="579694" y="369783"/>
                    <a:pt x="596993" y="409095"/>
                  </a:cubicBezTo>
                  <a:cubicBezTo>
                    <a:pt x="606515" y="430731"/>
                    <a:pt x="615188" y="452649"/>
                    <a:pt x="618440" y="476524"/>
                  </a:cubicBezTo>
                  <a:cubicBezTo>
                    <a:pt x="620891" y="494389"/>
                    <a:pt x="631733" y="507658"/>
                    <a:pt x="647194" y="516779"/>
                  </a:cubicBezTo>
                  <a:cubicBezTo>
                    <a:pt x="649621" y="518216"/>
                    <a:pt x="653675" y="518782"/>
                    <a:pt x="656055" y="517674"/>
                  </a:cubicBezTo>
                  <a:cubicBezTo>
                    <a:pt x="657540" y="516991"/>
                    <a:pt x="658059" y="512324"/>
                    <a:pt x="657611" y="509708"/>
                  </a:cubicBezTo>
                  <a:cubicBezTo>
                    <a:pt x="656126" y="500917"/>
                    <a:pt x="650493" y="494766"/>
                    <a:pt x="643588" y="489534"/>
                  </a:cubicBezTo>
                  <a:cubicBezTo>
                    <a:pt x="635810" y="483618"/>
                    <a:pt x="632605" y="475982"/>
                    <a:pt x="634679" y="466107"/>
                  </a:cubicBezTo>
                  <a:cubicBezTo>
                    <a:pt x="635480" y="462289"/>
                    <a:pt x="635763" y="458117"/>
                    <a:pt x="635103" y="454323"/>
                  </a:cubicBezTo>
                  <a:cubicBezTo>
                    <a:pt x="632133" y="437047"/>
                    <a:pt x="629682" y="419607"/>
                    <a:pt x="625346" y="402661"/>
                  </a:cubicBezTo>
                  <a:cubicBezTo>
                    <a:pt x="614481" y="360120"/>
                    <a:pt x="602932" y="317768"/>
                    <a:pt x="591101" y="275487"/>
                  </a:cubicBezTo>
                  <a:cubicBezTo>
                    <a:pt x="588744" y="267097"/>
                    <a:pt x="585351" y="258353"/>
                    <a:pt x="580118" y="251518"/>
                  </a:cubicBezTo>
                  <a:cubicBezTo>
                    <a:pt x="562560" y="228539"/>
                    <a:pt x="543588" y="206620"/>
                    <a:pt x="525864" y="183759"/>
                  </a:cubicBezTo>
                  <a:cubicBezTo>
                    <a:pt x="515188" y="169972"/>
                    <a:pt x="505902" y="155124"/>
                    <a:pt x="495720" y="140936"/>
                  </a:cubicBezTo>
                  <a:cubicBezTo>
                    <a:pt x="493976" y="138485"/>
                    <a:pt x="491195" y="136010"/>
                    <a:pt x="488414" y="135256"/>
                  </a:cubicBezTo>
                  <a:cubicBezTo>
                    <a:pt x="482263" y="133583"/>
                    <a:pt x="475805" y="133205"/>
                    <a:pt x="469536" y="131933"/>
                  </a:cubicBezTo>
                  <a:cubicBezTo>
                    <a:pt x="464681" y="130966"/>
                    <a:pt x="458671" y="129859"/>
                    <a:pt x="460698" y="122953"/>
                  </a:cubicBezTo>
                  <a:cubicBezTo>
                    <a:pt x="462324" y="117344"/>
                    <a:pt x="460250" y="113385"/>
                    <a:pt x="456833" y="110344"/>
                  </a:cubicBezTo>
                  <a:cubicBezTo>
                    <a:pt x="448160" y="102661"/>
                    <a:pt x="439133" y="95402"/>
                    <a:pt x="429942" y="88355"/>
                  </a:cubicBezTo>
                  <a:cubicBezTo>
                    <a:pt x="420726" y="81308"/>
                    <a:pt x="410804" y="75133"/>
                    <a:pt x="401942" y="67709"/>
                  </a:cubicBezTo>
                  <a:cubicBezTo>
                    <a:pt x="398596" y="64905"/>
                    <a:pt x="397370" y="59602"/>
                    <a:pt x="395178" y="55430"/>
                  </a:cubicBezTo>
                  <a:cubicBezTo>
                    <a:pt x="400057" y="55077"/>
                    <a:pt x="405289" y="53427"/>
                    <a:pt x="409767" y="54582"/>
                  </a:cubicBezTo>
                  <a:cubicBezTo>
                    <a:pt x="428032" y="59272"/>
                    <a:pt x="443941" y="68652"/>
                    <a:pt x="457941" y="81261"/>
                  </a:cubicBezTo>
                  <a:cubicBezTo>
                    <a:pt x="501801" y="120785"/>
                    <a:pt x="538167" y="166790"/>
                    <a:pt x="572223" y="214681"/>
                  </a:cubicBezTo>
                  <a:cubicBezTo>
                    <a:pt x="591030" y="241101"/>
                    <a:pt x="608117" y="268416"/>
                    <a:pt x="616649" y="300422"/>
                  </a:cubicBezTo>
                  <a:cubicBezTo>
                    <a:pt x="619124" y="309684"/>
                    <a:pt x="624238" y="318947"/>
                    <a:pt x="630366" y="326347"/>
                  </a:cubicBezTo>
                  <a:cubicBezTo>
                    <a:pt x="636187" y="333370"/>
                    <a:pt x="640100" y="340582"/>
                    <a:pt x="641349" y="349232"/>
                  </a:cubicBezTo>
                  <a:cubicBezTo>
                    <a:pt x="642833" y="359484"/>
                    <a:pt x="643305" y="369878"/>
                    <a:pt x="644601" y="380153"/>
                  </a:cubicBezTo>
                  <a:cubicBezTo>
                    <a:pt x="646251" y="393092"/>
                    <a:pt x="647901" y="406055"/>
                    <a:pt x="650375" y="418829"/>
                  </a:cubicBezTo>
                  <a:cubicBezTo>
                    <a:pt x="651436" y="424368"/>
                    <a:pt x="654405" y="429058"/>
                    <a:pt x="661594" y="429906"/>
                  </a:cubicBezTo>
                  <a:cubicBezTo>
                    <a:pt x="666520" y="430472"/>
                    <a:pt x="669041" y="434148"/>
                    <a:pt x="666920" y="439852"/>
                  </a:cubicBezTo>
                  <a:cubicBezTo>
                    <a:pt x="665765" y="443010"/>
                    <a:pt x="664846" y="446687"/>
                    <a:pt x="665294" y="449915"/>
                  </a:cubicBezTo>
                  <a:cubicBezTo>
                    <a:pt x="668971" y="476524"/>
                    <a:pt x="671799" y="503368"/>
                    <a:pt x="677243" y="529623"/>
                  </a:cubicBezTo>
                  <a:cubicBezTo>
                    <a:pt x="683371" y="559272"/>
                    <a:pt x="691879" y="588450"/>
                    <a:pt x="699609" y="617769"/>
                  </a:cubicBezTo>
                  <a:cubicBezTo>
                    <a:pt x="700529" y="621233"/>
                    <a:pt x="702980" y="624273"/>
                    <a:pt x="704724" y="627526"/>
                  </a:cubicBezTo>
                  <a:cubicBezTo>
                    <a:pt x="707151" y="624792"/>
                    <a:pt x="708000" y="622765"/>
                    <a:pt x="708353" y="620644"/>
                  </a:cubicBezTo>
                  <a:cubicBezTo>
                    <a:pt x="711676" y="600092"/>
                    <a:pt x="710097" y="579635"/>
                    <a:pt x="705973" y="559437"/>
                  </a:cubicBezTo>
                  <a:cubicBezTo>
                    <a:pt x="702673" y="543269"/>
                    <a:pt x="697960" y="527408"/>
                    <a:pt x="694731" y="511216"/>
                  </a:cubicBezTo>
                  <a:cubicBezTo>
                    <a:pt x="693906" y="507021"/>
                    <a:pt x="696239" y="502213"/>
                    <a:pt x="697135" y="497665"/>
                  </a:cubicBezTo>
                  <a:cubicBezTo>
                    <a:pt x="700387" y="500658"/>
                    <a:pt x="705172" y="503038"/>
                    <a:pt x="706586" y="506738"/>
                  </a:cubicBezTo>
                  <a:cubicBezTo>
                    <a:pt x="712006" y="520714"/>
                    <a:pt x="717168" y="534903"/>
                    <a:pt x="720939" y="549373"/>
                  </a:cubicBezTo>
                  <a:cubicBezTo>
                    <a:pt x="731002" y="588143"/>
                    <a:pt x="738662" y="627266"/>
                    <a:pt x="740029" y="667592"/>
                  </a:cubicBezTo>
                  <a:cubicBezTo>
                    <a:pt x="740760" y="689487"/>
                    <a:pt x="743871" y="711382"/>
                    <a:pt x="747288" y="733064"/>
                  </a:cubicBezTo>
                  <a:cubicBezTo>
                    <a:pt x="748584" y="741243"/>
                    <a:pt x="751907" y="750717"/>
                    <a:pt x="757587" y="756208"/>
                  </a:cubicBezTo>
                  <a:cubicBezTo>
                    <a:pt x="765129" y="763491"/>
                    <a:pt x="767604" y="771598"/>
                    <a:pt x="767510" y="780578"/>
                  </a:cubicBezTo>
                  <a:cubicBezTo>
                    <a:pt x="767297" y="800587"/>
                    <a:pt x="766732" y="820667"/>
                    <a:pt x="764728" y="840559"/>
                  </a:cubicBezTo>
                  <a:cubicBezTo>
                    <a:pt x="760580" y="881733"/>
                    <a:pt x="751153" y="921775"/>
                    <a:pt x="735622" y="960262"/>
                  </a:cubicBezTo>
                  <a:cubicBezTo>
                    <a:pt x="732181" y="968794"/>
                    <a:pt x="729117" y="977491"/>
                    <a:pt x="725888" y="986117"/>
                  </a:cubicBezTo>
                  <a:cubicBezTo>
                    <a:pt x="735645" y="978221"/>
                    <a:pt x="744248" y="969713"/>
                    <a:pt x="752732" y="961087"/>
                  </a:cubicBezTo>
                  <a:cubicBezTo>
                    <a:pt x="761971" y="951707"/>
                    <a:pt x="768806" y="940701"/>
                    <a:pt x="771021" y="927738"/>
                  </a:cubicBezTo>
                  <a:cubicBezTo>
                    <a:pt x="774910" y="904900"/>
                    <a:pt x="778445" y="881968"/>
                    <a:pt x="780943" y="858942"/>
                  </a:cubicBezTo>
                  <a:cubicBezTo>
                    <a:pt x="783112" y="839027"/>
                    <a:pt x="784102" y="818947"/>
                    <a:pt x="784761" y="798914"/>
                  </a:cubicBezTo>
                  <a:cubicBezTo>
                    <a:pt x="785846" y="766484"/>
                    <a:pt x="786317" y="734031"/>
                    <a:pt x="786883" y="701577"/>
                  </a:cubicBezTo>
                  <a:cubicBezTo>
                    <a:pt x="786953" y="697901"/>
                    <a:pt x="785893" y="694224"/>
                    <a:pt x="785351" y="690547"/>
                  </a:cubicBezTo>
                  <a:cubicBezTo>
                    <a:pt x="777880" y="704193"/>
                    <a:pt x="778210" y="720149"/>
                    <a:pt x="769701" y="733583"/>
                  </a:cubicBezTo>
                  <a:cubicBezTo>
                    <a:pt x="762183" y="721775"/>
                    <a:pt x="753180" y="607233"/>
                    <a:pt x="759378" y="596298"/>
                  </a:cubicBezTo>
                  <a:cubicBezTo>
                    <a:pt x="769254" y="611429"/>
                    <a:pt x="778728" y="625923"/>
                    <a:pt x="788202" y="640418"/>
                  </a:cubicBezTo>
                  <a:cubicBezTo>
                    <a:pt x="789381" y="639970"/>
                    <a:pt x="790559" y="639546"/>
                    <a:pt x="791738" y="639098"/>
                  </a:cubicBezTo>
                  <a:cubicBezTo>
                    <a:pt x="788603" y="607941"/>
                    <a:pt x="785445" y="576807"/>
                    <a:pt x="782310" y="545650"/>
                  </a:cubicBezTo>
                  <a:cubicBezTo>
                    <a:pt x="783135" y="545438"/>
                    <a:pt x="783937" y="545225"/>
                    <a:pt x="784761" y="545013"/>
                  </a:cubicBezTo>
                  <a:cubicBezTo>
                    <a:pt x="785987" y="547512"/>
                    <a:pt x="787354" y="549939"/>
                    <a:pt x="788438" y="552508"/>
                  </a:cubicBezTo>
                  <a:cubicBezTo>
                    <a:pt x="792115" y="561134"/>
                    <a:pt x="795037" y="570161"/>
                    <a:pt x="799492" y="578362"/>
                  </a:cubicBezTo>
                  <a:cubicBezTo>
                    <a:pt x="804040" y="586753"/>
                    <a:pt x="809579" y="594742"/>
                    <a:pt x="815589" y="602190"/>
                  </a:cubicBezTo>
                  <a:cubicBezTo>
                    <a:pt x="819666" y="607233"/>
                    <a:pt x="825228" y="609897"/>
                    <a:pt x="832723" y="608270"/>
                  </a:cubicBezTo>
                  <a:cubicBezTo>
                    <a:pt x="835928" y="607587"/>
                    <a:pt x="841113" y="610038"/>
                    <a:pt x="843494" y="612748"/>
                  </a:cubicBezTo>
                  <a:cubicBezTo>
                    <a:pt x="852261" y="622694"/>
                    <a:pt x="845473" y="642350"/>
                    <a:pt x="832487" y="644896"/>
                  </a:cubicBezTo>
                  <a:cubicBezTo>
                    <a:pt x="826336" y="646121"/>
                    <a:pt x="822518" y="649232"/>
                    <a:pt x="820915" y="654888"/>
                  </a:cubicBezTo>
                  <a:cubicBezTo>
                    <a:pt x="817851" y="665801"/>
                    <a:pt x="814222" y="676642"/>
                    <a:pt x="812525" y="687790"/>
                  </a:cubicBezTo>
                  <a:cubicBezTo>
                    <a:pt x="807034" y="723896"/>
                    <a:pt x="805808" y="760333"/>
                    <a:pt x="809697" y="796628"/>
                  </a:cubicBezTo>
                  <a:cubicBezTo>
                    <a:pt x="811394" y="812466"/>
                    <a:pt x="809932" y="830495"/>
                    <a:pt x="828009" y="841549"/>
                  </a:cubicBezTo>
                  <a:cubicBezTo>
                    <a:pt x="822659" y="841148"/>
                    <a:pt x="818723" y="840606"/>
                    <a:pt x="814787" y="840630"/>
                  </a:cubicBezTo>
                  <a:cubicBezTo>
                    <a:pt x="810144" y="840653"/>
                    <a:pt x="805289" y="840418"/>
                    <a:pt x="800953" y="841690"/>
                  </a:cubicBezTo>
                  <a:cubicBezTo>
                    <a:pt x="798054" y="842539"/>
                    <a:pt x="794236" y="845626"/>
                    <a:pt x="793835" y="848172"/>
                  </a:cubicBezTo>
                  <a:cubicBezTo>
                    <a:pt x="793364" y="851165"/>
                    <a:pt x="795626" y="855101"/>
                    <a:pt x="797724" y="857811"/>
                  </a:cubicBezTo>
                  <a:cubicBezTo>
                    <a:pt x="799185" y="859696"/>
                    <a:pt x="802320" y="860592"/>
                    <a:pt x="804889" y="861252"/>
                  </a:cubicBezTo>
                  <a:cubicBezTo>
                    <a:pt x="818935" y="864881"/>
                    <a:pt x="826194" y="889251"/>
                    <a:pt x="815777" y="901436"/>
                  </a:cubicBezTo>
                  <a:cubicBezTo>
                    <a:pt x="809084" y="893211"/>
                    <a:pt x="802461" y="885127"/>
                    <a:pt x="795862" y="877043"/>
                  </a:cubicBezTo>
                  <a:cubicBezTo>
                    <a:pt x="795367" y="881049"/>
                    <a:pt x="796121" y="884349"/>
                    <a:pt x="797300" y="887483"/>
                  </a:cubicBezTo>
                  <a:cubicBezTo>
                    <a:pt x="802414" y="901059"/>
                    <a:pt x="801354" y="914587"/>
                    <a:pt x="794660" y="926913"/>
                  </a:cubicBezTo>
                  <a:cubicBezTo>
                    <a:pt x="786317" y="942256"/>
                    <a:pt x="776395" y="956751"/>
                    <a:pt x="767392" y="971764"/>
                  </a:cubicBezTo>
                  <a:cubicBezTo>
                    <a:pt x="761830" y="981049"/>
                    <a:pt x="755961" y="990241"/>
                    <a:pt x="751554" y="1000092"/>
                  </a:cubicBezTo>
                  <a:cubicBezTo>
                    <a:pt x="747854" y="1008341"/>
                    <a:pt x="750045" y="1011924"/>
                    <a:pt x="757776" y="1016567"/>
                  </a:cubicBezTo>
                  <a:cubicBezTo>
                    <a:pt x="760958" y="1018476"/>
                    <a:pt x="763856" y="1020833"/>
                    <a:pt x="767910" y="1023708"/>
                  </a:cubicBezTo>
                  <a:cubicBezTo>
                    <a:pt x="764021" y="1026395"/>
                    <a:pt x="761806" y="1028351"/>
                    <a:pt x="759261" y="1029624"/>
                  </a:cubicBezTo>
                  <a:cubicBezTo>
                    <a:pt x="746934" y="1035775"/>
                    <a:pt x="740312" y="1045414"/>
                    <a:pt x="739228" y="1059343"/>
                  </a:cubicBezTo>
                  <a:cubicBezTo>
                    <a:pt x="738379" y="1070420"/>
                    <a:pt x="729235" y="1077962"/>
                    <a:pt x="717757" y="1077514"/>
                  </a:cubicBezTo>
                  <a:cubicBezTo>
                    <a:pt x="711276" y="1077255"/>
                    <a:pt x="702343" y="1078151"/>
                    <a:pt x="700694" y="1070585"/>
                  </a:cubicBezTo>
                  <a:cubicBezTo>
                    <a:pt x="699727" y="1066107"/>
                    <a:pt x="704370" y="1059225"/>
                    <a:pt x="708306" y="1055171"/>
                  </a:cubicBezTo>
                  <a:cubicBezTo>
                    <a:pt x="715494" y="1047771"/>
                    <a:pt x="724168" y="1041785"/>
                    <a:pt x="731992" y="1034974"/>
                  </a:cubicBezTo>
                  <a:cubicBezTo>
                    <a:pt x="740712" y="1027408"/>
                    <a:pt x="741137" y="1022482"/>
                    <a:pt x="733713" y="1013597"/>
                  </a:cubicBezTo>
                  <a:cubicBezTo>
                    <a:pt x="728952" y="1007894"/>
                    <a:pt x="723908" y="1002402"/>
                    <a:pt x="718558" y="997241"/>
                  </a:cubicBezTo>
                  <a:cubicBezTo>
                    <a:pt x="706185" y="985315"/>
                    <a:pt x="704394" y="972023"/>
                    <a:pt x="712148" y="956915"/>
                  </a:cubicBezTo>
                  <a:cubicBezTo>
                    <a:pt x="724144" y="933559"/>
                    <a:pt x="733359" y="909213"/>
                    <a:pt x="738898" y="883430"/>
                  </a:cubicBezTo>
                  <a:cubicBezTo>
                    <a:pt x="745662" y="851966"/>
                    <a:pt x="751460" y="820385"/>
                    <a:pt x="751200" y="788049"/>
                  </a:cubicBezTo>
                  <a:cubicBezTo>
                    <a:pt x="751153" y="782463"/>
                    <a:pt x="750163" y="776689"/>
                    <a:pt x="748490" y="771339"/>
                  </a:cubicBezTo>
                  <a:cubicBezTo>
                    <a:pt x="746817" y="765966"/>
                    <a:pt x="743140" y="765612"/>
                    <a:pt x="740053" y="770349"/>
                  </a:cubicBezTo>
                  <a:cubicBezTo>
                    <a:pt x="737813" y="773790"/>
                    <a:pt x="735810" y="777820"/>
                    <a:pt x="735150" y="781827"/>
                  </a:cubicBezTo>
                  <a:cubicBezTo>
                    <a:pt x="733218" y="793493"/>
                    <a:pt x="731332" y="805230"/>
                    <a:pt x="730649" y="817014"/>
                  </a:cubicBezTo>
                  <a:cubicBezTo>
                    <a:pt x="728952" y="846757"/>
                    <a:pt x="725487" y="876289"/>
                    <a:pt x="714552" y="904099"/>
                  </a:cubicBezTo>
                  <a:cubicBezTo>
                    <a:pt x="701000" y="938532"/>
                    <a:pt x="685846" y="972329"/>
                    <a:pt x="671492" y="1006432"/>
                  </a:cubicBezTo>
                  <a:cubicBezTo>
                    <a:pt x="667910" y="1014941"/>
                    <a:pt x="664776" y="1023614"/>
                    <a:pt x="661452" y="1032216"/>
                  </a:cubicBezTo>
                  <a:cubicBezTo>
                    <a:pt x="662136" y="1032640"/>
                    <a:pt x="662819" y="1033064"/>
                    <a:pt x="663526" y="1033489"/>
                  </a:cubicBezTo>
                  <a:cubicBezTo>
                    <a:pt x="666449" y="1030283"/>
                    <a:pt x="669206" y="1026937"/>
                    <a:pt x="672341" y="1023944"/>
                  </a:cubicBezTo>
                  <a:cubicBezTo>
                    <a:pt x="680331" y="1016307"/>
                    <a:pt x="688179" y="1008483"/>
                    <a:pt x="696734" y="1001507"/>
                  </a:cubicBezTo>
                  <a:cubicBezTo>
                    <a:pt x="698926" y="999715"/>
                    <a:pt x="704606" y="999362"/>
                    <a:pt x="706656" y="1000964"/>
                  </a:cubicBezTo>
                  <a:cubicBezTo>
                    <a:pt x="708683" y="1002567"/>
                    <a:pt x="709037" y="1007564"/>
                    <a:pt x="708518" y="1010816"/>
                  </a:cubicBezTo>
                  <a:cubicBezTo>
                    <a:pt x="707882" y="1014823"/>
                    <a:pt x="706232" y="1019018"/>
                    <a:pt x="703922" y="1022388"/>
                  </a:cubicBezTo>
                  <a:cubicBezTo>
                    <a:pt x="698596" y="1030118"/>
                    <a:pt x="692374" y="1037212"/>
                    <a:pt x="686953" y="1044849"/>
                  </a:cubicBezTo>
                  <a:cubicBezTo>
                    <a:pt x="678964" y="1056114"/>
                    <a:pt x="671186" y="1067545"/>
                    <a:pt x="663762" y="1079188"/>
                  </a:cubicBezTo>
                  <a:cubicBezTo>
                    <a:pt x="662419" y="1081309"/>
                    <a:pt x="663149" y="1084773"/>
                    <a:pt x="662914" y="1087601"/>
                  </a:cubicBezTo>
                  <a:cubicBezTo>
                    <a:pt x="665671" y="1087814"/>
                    <a:pt x="668546" y="1088662"/>
                    <a:pt x="671162" y="1088120"/>
                  </a:cubicBezTo>
                  <a:cubicBezTo>
                    <a:pt x="676465" y="1087036"/>
                    <a:pt x="681509" y="1084726"/>
                    <a:pt x="686835" y="1083831"/>
                  </a:cubicBezTo>
                  <a:cubicBezTo>
                    <a:pt x="689970" y="1083312"/>
                    <a:pt x="695367" y="1083501"/>
                    <a:pt x="696263" y="1085198"/>
                  </a:cubicBezTo>
                  <a:cubicBezTo>
                    <a:pt x="697583" y="1087743"/>
                    <a:pt x="696899" y="1092574"/>
                    <a:pt x="695202" y="1095214"/>
                  </a:cubicBezTo>
                  <a:cubicBezTo>
                    <a:pt x="688744" y="1105136"/>
                    <a:pt x="681674" y="1114681"/>
                    <a:pt x="674533" y="1124132"/>
                  </a:cubicBezTo>
                  <a:cubicBezTo>
                    <a:pt x="669607" y="1130684"/>
                    <a:pt x="664186" y="1136859"/>
                    <a:pt x="659001" y="1143223"/>
                  </a:cubicBezTo>
                  <a:cubicBezTo>
                    <a:pt x="662089" y="1142963"/>
                    <a:pt x="664139" y="1141785"/>
                    <a:pt x="666072" y="1140394"/>
                  </a:cubicBezTo>
                  <a:cubicBezTo>
                    <a:pt x="724662" y="1098160"/>
                    <a:pt x="775994" y="1048078"/>
                    <a:pt x="823319" y="993800"/>
                  </a:cubicBezTo>
                  <a:cubicBezTo>
                    <a:pt x="832369" y="983430"/>
                    <a:pt x="839888" y="971646"/>
                    <a:pt x="847571" y="960168"/>
                  </a:cubicBezTo>
                  <a:cubicBezTo>
                    <a:pt x="849173" y="957764"/>
                    <a:pt x="848396" y="953781"/>
                    <a:pt x="848702" y="950529"/>
                  </a:cubicBezTo>
                  <a:cubicBezTo>
                    <a:pt x="844955" y="950269"/>
                    <a:pt x="839817" y="948313"/>
                    <a:pt x="837743" y="950034"/>
                  </a:cubicBezTo>
                  <a:cubicBezTo>
                    <a:pt x="832511" y="954441"/>
                    <a:pt x="827349" y="959909"/>
                    <a:pt x="824498" y="966036"/>
                  </a:cubicBezTo>
                  <a:cubicBezTo>
                    <a:pt x="818299" y="979258"/>
                    <a:pt x="811040" y="991443"/>
                    <a:pt x="799303" y="1000352"/>
                  </a:cubicBezTo>
                  <a:cubicBezTo>
                    <a:pt x="792044" y="1005867"/>
                    <a:pt x="784149" y="1010415"/>
                    <a:pt x="773001" y="1008954"/>
                  </a:cubicBezTo>
                  <a:cubicBezTo>
                    <a:pt x="775028" y="1004170"/>
                    <a:pt x="776230" y="999833"/>
                    <a:pt x="778539" y="996227"/>
                  </a:cubicBezTo>
                  <a:cubicBezTo>
                    <a:pt x="786128" y="984349"/>
                    <a:pt x="794094" y="972730"/>
                    <a:pt x="801966" y="961040"/>
                  </a:cubicBezTo>
                  <a:cubicBezTo>
                    <a:pt x="817922" y="937354"/>
                    <a:pt x="832888" y="913456"/>
                    <a:pt x="834302" y="883500"/>
                  </a:cubicBezTo>
                  <a:cubicBezTo>
                    <a:pt x="834891" y="871056"/>
                    <a:pt x="840194" y="867592"/>
                    <a:pt x="852968" y="867922"/>
                  </a:cubicBezTo>
                  <a:cubicBezTo>
                    <a:pt x="856904" y="868016"/>
                    <a:pt x="860816" y="868935"/>
                    <a:pt x="864752" y="869030"/>
                  </a:cubicBezTo>
                  <a:cubicBezTo>
                    <a:pt x="873826" y="869289"/>
                    <a:pt x="882970" y="869949"/>
                    <a:pt x="891950" y="869030"/>
                  </a:cubicBezTo>
                  <a:cubicBezTo>
                    <a:pt x="895202" y="868700"/>
                    <a:pt x="900576" y="864222"/>
                    <a:pt x="900505" y="861794"/>
                  </a:cubicBezTo>
                  <a:cubicBezTo>
                    <a:pt x="900317" y="857623"/>
                    <a:pt x="897771" y="851542"/>
                    <a:pt x="894354" y="849656"/>
                  </a:cubicBezTo>
                  <a:close/>
                  <a:moveTo>
                    <a:pt x="443917" y="128492"/>
                  </a:moveTo>
                  <a:cubicBezTo>
                    <a:pt x="470644" y="147676"/>
                    <a:pt x="494566" y="169595"/>
                    <a:pt x="510403" y="199055"/>
                  </a:cubicBezTo>
                  <a:cubicBezTo>
                    <a:pt x="515023" y="207634"/>
                    <a:pt x="516578" y="216448"/>
                    <a:pt x="513255" y="226111"/>
                  </a:cubicBezTo>
                  <a:cubicBezTo>
                    <a:pt x="510710" y="233441"/>
                    <a:pt x="512878" y="235892"/>
                    <a:pt x="520750" y="234714"/>
                  </a:cubicBezTo>
                  <a:cubicBezTo>
                    <a:pt x="526783" y="233818"/>
                    <a:pt x="532605" y="231556"/>
                    <a:pt x="538544" y="230047"/>
                  </a:cubicBezTo>
                  <a:cubicBezTo>
                    <a:pt x="541325" y="229340"/>
                    <a:pt x="544177" y="228963"/>
                    <a:pt x="547005" y="228445"/>
                  </a:cubicBezTo>
                  <a:cubicBezTo>
                    <a:pt x="547264" y="229057"/>
                    <a:pt x="547547" y="229670"/>
                    <a:pt x="547806" y="230259"/>
                  </a:cubicBezTo>
                  <a:cubicBezTo>
                    <a:pt x="538332" y="240865"/>
                    <a:pt x="528999" y="251636"/>
                    <a:pt x="519171" y="261888"/>
                  </a:cubicBezTo>
                  <a:cubicBezTo>
                    <a:pt x="517898" y="263208"/>
                    <a:pt x="513255" y="263019"/>
                    <a:pt x="511440" y="261723"/>
                  </a:cubicBezTo>
                  <a:cubicBezTo>
                    <a:pt x="508589" y="259673"/>
                    <a:pt x="506043" y="256444"/>
                    <a:pt x="504700" y="253168"/>
                  </a:cubicBezTo>
                  <a:cubicBezTo>
                    <a:pt x="490653" y="219041"/>
                    <a:pt x="468806" y="189675"/>
                    <a:pt x="448207" y="159531"/>
                  </a:cubicBezTo>
                  <a:cubicBezTo>
                    <a:pt x="443093" y="152036"/>
                    <a:pt x="438945" y="143835"/>
                    <a:pt x="434797" y="135727"/>
                  </a:cubicBezTo>
                  <a:cubicBezTo>
                    <a:pt x="433430" y="133088"/>
                    <a:pt x="433453" y="129741"/>
                    <a:pt x="432345" y="124320"/>
                  </a:cubicBezTo>
                  <a:cubicBezTo>
                    <a:pt x="437554" y="126111"/>
                    <a:pt x="441254" y="126559"/>
                    <a:pt x="443917" y="128492"/>
                  </a:cubicBezTo>
                  <a:close/>
                  <a:moveTo>
                    <a:pt x="457634" y="61511"/>
                  </a:moveTo>
                  <a:cubicBezTo>
                    <a:pt x="445921" y="53993"/>
                    <a:pt x="435598" y="44235"/>
                    <a:pt x="425086" y="34997"/>
                  </a:cubicBezTo>
                  <a:cubicBezTo>
                    <a:pt x="423107" y="33252"/>
                    <a:pt x="422918" y="29458"/>
                    <a:pt x="421928" y="26606"/>
                  </a:cubicBezTo>
                  <a:cubicBezTo>
                    <a:pt x="425157" y="26465"/>
                    <a:pt x="428904" y="25216"/>
                    <a:pt x="431497" y="26441"/>
                  </a:cubicBezTo>
                  <a:cubicBezTo>
                    <a:pt x="437200" y="29081"/>
                    <a:pt x="443658" y="31909"/>
                    <a:pt x="447382" y="36576"/>
                  </a:cubicBezTo>
                  <a:cubicBezTo>
                    <a:pt x="456691" y="48336"/>
                    <a:pt x="468240" y="49703"/>
                    <a:pt x="481815" y="47959"/>
                  </a:cubicBezTo>
                  <a:cubicBezTo>
                    <a:pt x="490700" y="46828"/>
                    <a:pt x="499845" y="46969"/>
                    <a:pt x="508801" y="47653"/>
                  </a:cubicBezTo>
                  <a:cubicBezTo>
                    <a:pt x="511912" y="47888"/>
                    <a:pt x="515494" y="50929"/>
                    <a:pt x="517568" y="53686"/>
                  </a:cubicBezTo>
                  <a:cubicBezTo>
                    <a:pt x="523319" y="61299"/>
                    <a:pt x="521975" y="64080"/>
                    <a:pt x="512855" y="66389"/>
                  </a:cubicBezTo>
                  <a:cubicBezTo>
                    <a:pt x="504771" y="68440"/>
                    <a:pt x="496781" y="70844"/>
                    <a:pt x="486552" y="73719"/>
                  </a:cubicBezTo>
                  <a:cubicBezTo>
                    <a:pt x="477738" y="70137"/>
                    <a:pt x="466708" y="67332"/>
                    <a:pt x="457634" y="61511"/>
                  </a:cubicBezTo>
                  <a:close/>
                  <a:moveTo>
                    <a:pt x="867415" y="745720"/>
                  </a:moveTo>
                  <a:cubicBezTo>
                    <a:pt x="866991" y="749821"/>
                    <a:pt x="866261" y="754158"/>
                    <a:pt x="864469" y="757787"/>
                  </a:cubicBezTo>
                  <a:cubicBezTo>
                    <a:pt x="857493" y="771952"/>
                    <a:pt x="857587" y="786800"/>
                    <a:pt x="858954" y="801954"/>
                  </a:cubicBezTo>
                  <a:cubicBezTo>
                    <a:pt x="859520" y="808082"/>
                    <a:pt x="859049" y="814281"/>
                    <a:pt x="859049" y="820455"/>
                  </a:cubicBezTo>
                  <a:cubicBezTo>
                    <a:pt x="857540" y="820785"/>
                    <a:pt x="856032" y="821092"/>
                    <a:pt x="854500" y="821422"/>
                  </a:cubicBezTo>
                  <a:cubicBezTo>
                    <a:pt x="838945" y="797901"/>
                    <a:pt x="832959" y="770255"/>
                    <a:pt x="821269" y="745061"/>
                  </a:cubicBezTo>
                  <a:cubicBezTo>
                    <a:pt x="822023" y="744377"/>
                    <a:pt x="822801" y="743694"/>
                    <a:pt x="823555" y="742987"/>
                  </a:cubicBezTo>
                  <a:cubicBezTo>
                    <a:pt x="826124" y="743788"/>
                    <a:pt x="828811" y="744330"/>
                    <a:pt x="831238" y="745438"/>
                  </a:cubicBezTo>
                  <a:cubicBezTo>
                    <a:pt x="840359" y="749538"/>
                    <a:pt x="848961" y="748007"/>
                    <a:pt x="853039" y="741313"/>
                  </a:cubicBezTo>
                  <a:cubicBezTo>
                    <a:pt x="857399" y="734172"/>
                    <a:pt x="855749" y="725782"/>
                    <a:pt x="847241" y="720149"/>
                  </a:cubicBezTo>
                  <a:cubicBezTo>
                    <a:pt x="831804" y="709897"/>
                    <a:pt x="830979" y="675888"/>
                    <a:pt x="839723" y="665141"/>
                  </a:cubicBezTo>
                  <a:cubicBezTo>
                    <a:pt x="841962" y="662407"/>
                    <a:pt x="846015" y="660074"/>
                    <a:pt x="849480" y="659626"/>
                  </a:cubicBezTo>
                  <a:cubicBezTo>
                    <a:pt x="857517" y="658589"/>
                    <a:pt x="857470" y="661252"/>
                    <a:pt x="856527" y="669077"/>
                  </a:cubicBezTo>
                  <a:cubicBezTo>
                    <a:pt x="855396" y="678551"/>
                    <a:pt x="856315" y="688732"/>
                    <a:pt x="858577" y="698066"/>
                  </a:cubicBezTo>
                  <a:cubicBezTo>
                    <a:pt x="862490" y="713809"/>
                    <a:pt x="869159" y="728987"/>
                    <a:pt x="867415" y="74572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37" name="Google Shape;1537;p46"/>
            <p:cNvSpPr/>
            <p:nvPr/>
          </p:nvSpPr>
          <p:spPr>
            <a:xfrm>
              <a:off x="342903" y="2442120"/>
              <a:ext cx="1122602" cy="585900"/>
            </a:xfrm>
            <a:custGeom>
              <a:rect b="b" l="l" r="r" t="t"/>
              <a:pathLst>
                <a:path extrusionOk="0" h="585900" w="1122602">
                  <a:moveTo>
                    <a:pt x="1037851" y="440319"/>
                  </a:moveTo>
                  <a:cubicBezTo>
                    <a:pt x="1032172" y="434356"/>
                    <a:pt x="1025313" y="429313"/>
                    <a:pt x="1020600" y="422690"/>
                  </a:cubicBezTo>
                  <a:cubicBezTo>
                    <a:pt x="1014896" y="414701"/>
                    <a:pt x="1010984" y="405462"/>
                    <a:pt x="1006105" y="396883"/>
                  </a:cubicBezTo>
                  <a:cubicBezTo>
                    <a:pt x="1003300" y="391957"/>
                    <a:pt x="1000543" y="386890"/>
                    <a:pt x="996913" y="382577"/>
                  </a:cubicBezTo>
                  <a:cubicBezTo>
                    <a:pt x="994981" y="380291"/>
                    <a:pt x="991304" y="379466"/>
                    <a:pt x="988405" y="378005"/>
                  </a:cubicBezTo>
                  <a:cubicBezTo>
                    <a:pt x="986897" y="380951"/>
                    <a:pt x="984422" y="383779"/>
                    <a:pt x="984069" y="386843"/>
                  </a:cubicBezTo>
                  <a:cubicBezTo>
                    <a:pt x="982867" y="397637"/>
                    <a:pt x="986755" y="407088"/>
                    <a:pt x="992600" y="416091"/>
                  </a:cubicBezTo>
                  <a:cubicBezTo>
                    <a:pt x="996183" y="421583"/>
                    <a:pt x="999129" y="427616"/>
                    <a:pt x="1001439" y="433744"/>
                  </a:cubicBezTo>
                  <a:cubicBezTo>
                    <a:pt x="1002287" y="436006"/>
                    <a:pt x="1001439" y="440366"/>
                    <a:pt x="999718" y="441710"/>
                  </a:cubicBezTo>
                  <a:cubicBezTo>
                    <a:pt x="998233" y="442888"/>
                    <a:pt x="994227" y="441663"/>
                    <a:pt x="991752" y="440579"/>
                  </a:cubicBezTo>
                  <a:cubicBezTo>
                    <a:pt x="988641" y="439212"/>
                    <a:pt x="985601" y="437232"/>
                    <a:pt x="983079" y="434922"/>
                  </a:cubicBezTo>
                  <a:cubicBezTo>
                    <a:pt x="965544" y="418896"/>
                    <a:pt x="948316" y="402563"/>
                    <a:pt x="930687" y="386631"/>
                  </a:cubicBezTo>
                  <a:cubicBezTo>
                    <a:pt x="919515" y="376544"/>
                    <a:pt x="908273" y="366409"/>
                    <a:pt x="896277" y="357359"/>
                  </a:cubicBezTo>
                  <a:cubicBezTo>
                    <a:pt x="885318" y="349110"/>
                    <a:pt x="872756" y="346824"/>
                    <a:pt x="859086" y="351090"/>
                  </a:cubicBezTo>
                  <a:cubicBezTo>
                    <a:pt x="853571" y="352810"/>
                    <a:pt x="847279" y="353447"/>
                    <a:pt x="841575" y="352693"/>
                  </a:cubicBezTo>
                  <a:cubicBezTo>
                    <a:pt x="838346" y="352268"/>
                    <a:pt x="834905" y="348497"/>
                    <a:pt x="832808" y="345410"/>
                  </a:cubicBezTo>
                  <a:cubicBezTo>
                    <a:pt x="829697" y="340791"/>
                    <a:pt x="828660" y="334592"/>
                    <a:pt x="825077" y="330538"/>
                  </a:cubicBezTo>
                  <a:cubicBezTo>
                    <a:pt x="812633" y="316468"/>
                    <a:pt x="799341" y="303129"/>
                    <a:pt x="786614" y="289318"/>
                  </a:cubicBezTo>
                  <a:cubicBezTo>
                    <a:pt x="776574" y="278429"/>
                    <a:pt x="766628" y="267399"/>
                    <a:pt x="757106" y="256039"/>
                  </a:cubicBezTo>
                  <a:cubicBezTo>
                    <a:pt x="754349" y="252763"/>
                    <a:pt x="753194" y="248120"/>
                    <a:pt x="751309" y="244114"/>
                  </a:cubicBezTo>
                  <a:cubicBezTo>
                    <a:pt x="752063" y="243407"/>
                    <a:pt x="752841" y="242676"/>
                    <a:pt x="753595" y="241969"/>
                  </a:cubicBezTo>
                  <a:cubicBezTo>
                    <a:pt x="758780" y="244891"/>
                    <a:pt x="764507" y="247154"/>
                    <a:pt x="769032" y="250901"/>
                  </a:cubicBezTo>
                  <a:cubicBezTo>
                    <a:pt x="781995" y="261625"/>
                    <a:pt x="794062" y="273456"/>
                    <a:pt x="807236" y="283897"/>
                  </a:cubicBezTo>
                  <a:cubicBezTo>
                    <a:pt x="818808" y="293065"/>
                    <a:pt x="831087" y="301432"/>
                    <a:pt x="843626" y="309256"/>
                  </a:cubicBezTo>
                  <a:cubicBezTo>
                    <a:pt x="850861" y="313781"/>
                    <a:pt x="859228" y="314088"/>
                    <a:pt x="867948" y="312132"/>
                  </a:cubicBezTo>
                  <a:cubicBezTo>
                    <a:pt x="881759" y="309021"/>
                    <a:pt x="893614" y="312603"/>
                    <a:pt x="903041" y="324057"/>
                  </a:cubicBezTo>
                  <a:cubicBezTo>
                    <a:pt x="919562" y="344137"/>
                    <a:pt x="936343" y="363982"/>
                    <a:pt x="953524" y="383496"/>
                  </a:cubicBezTo>
                  <a:cubicBezTo>
                    <a:pt x="956258" y="386607"/>
                    <a:pt x="961608" y="387409"/>
                    <a:pt x="965733" y="389270"/>
                  </a:cubicBezTo>
                  <a:cubicBezTo>
                    <a:pt x="965591" y="384368"/>
                    <a:pt x="965615" y="379443"/>
                    <a:pt x="965167" y="374540"/>
                  </a:cubicBezTo>
                  <a:cubicBezTo>
                    <a:pt x="965026" y="372985"/>
                    <a:pt x="963682" y="371429"/>
                    <a:pt x="962645" y="370062"/>
                  </a:cubicBezTo>
                  <a:cubicBezTo>
                    <a:pt x="955575" y="360847"/>
                    <a:pt x="948976" y="351208"/>
                    <a:pt x="941245" y="342558"/>
                  </a:cubicBezTo>
                  <a:cubicBezTo>
                    <a:pt x="896371" y="292429"/>
                    <a:pt x="846949" y="247036"/>
                    <a:pt x="795075" y="204330"/>
                  </a:cubicBezTo>
                  <a:cubicBezTo>
                    <a:pt x="770635" y="184203"/>
                    <a:pt x="745817" y="164477"/>
                    <a:pt x="717135" y="150430"/>
                  </a:cubicBezTo>
                  <a:cubicBezTo>
                    <a:pt x="670328" y="127522"/>
                    <a:pt x="620906" y="112249"/>
                    <a:pt x="570352" y="100418"/>
                  </a:cubicBezTo>
                  <a:cubicBezTo>
                    <a:pt x="546548" y="94856"/>
                    <a:pt x="522579" y="89482"/>
                    <a:pt x="497856" y="91415"/>
                  </a:cubicBezTo>
                  <a:cubicBezTo>
                    <a:pt x="494273" y="91698"/>
                    <a:pt x="490927" y="94880"/>
                    <a:pt x="487486" y="96741"/>
                  </a:cubicBezTo>
                  <a:cubicBezTo>
                    <a:pt x="489748" y="99758"/>
                    <a:pt x="491422" y="104425"/>
                    <a:pt x="494415" y="105509"/>
                  </a:cubicBezTo>
                  <a:cubicBezTo>
                    <a:pt x="503818" y="108973"/>
                    <a:pt x="513623" y="112815"/>
                    <a:pt x="523451" y="113404"/>
                  </a:cubicBezTo>
                  <a:cubicBezTo>
                    <a:pt x="557601" y="115455"/>
                    <a:pt x="591327" y="119603"/>
                    <a:pt x="623969" y="130208"/>
                  </a:cubicBezTo>
                  <a:cubicBezTo>
                    <a:pt x="653830" y="139895"/>
                    <a:pt x="683574" y="149746"/>
                    <a:pt x="707566" y="171641"/>
                  </a:cubicBezTo>
                  <a:cubicBezTo>
                    <a:pt x="712822" y="176426"/>
                    <a:pt x="720411" y="178782"/>
                    <a:pt x="727128" y="181823"/>
                  </a:cubicBezTo>
                  <a:cubicBezTo>
                    <a:pt x="733774" y="184840"/>
                    <a:pt x="741363" y="186301"/>
                    <a:pt x="747373" y="190213"/>
                  </a:cubicBezTo>
                  <a:cubicBezTo>
                    <a:pt x="779614" y="211236"/>
                    <a:pt x="808768" y="236195"/>
                    <a:pt x="836626" y="262638"/>
                  </a:cubicBezTo>
                  <a:cubicBezTo>
                    <a:pt x="846289" y="271830"/>
                    <a:pt x="855197" y="281823"/>
                    <a:pt x="864177" y="291722"/>
                  </a:cubicBezTo>
                  <a:cubicBezTo>
                    <a:pt x="866180" y="293937"/>
                    <a:pt x="867029" y="297213"/>
                    <a:pt x="868419" y="299994"/>
                  </a:cubicBezTo>
                  <a:cubicBezTo>
                    <a:pt x="867618" y="300701"/>
                    <a:pt x="866817" y="301432"/>
                    <a:pt x="866015" y="302139"/>
                  </a:cubicBezTo>
                  <a:cubicBezTo>
                    <a:pt x="856847" y="296553"/>
                    <a:pt x="847137" y="291651"/>
                    <a:pt x="838582" y="285217"/>
                  </a:cubicBezTo>
                  <a:cubicBezTo>
                    <a:pt x="807542" y="261837"/>
                    <a:pt x="777139" y="237656"/>
                    <a:pt x="745982" y="214441"/>
                  </a:cubicBezTo>
                  <a:cubicBezTo>
                    <a:pt x="736178" y="207135"/>
                    <a:pt x="724912" y="201762"/>
                    <a:pt x="714118" y="195869"/>
                  </a:cubicBezTo>
                  <a:cubicBezTo>
                    <a:pt x="705162" y="190967"/>
                    <a:pt x="695711" y="186961"/>
                    <a:pt x="686849" y="181870"/>
                  </a:cubicBezTo>
                  <a:cubicBezTo>
                    <a:pt x="680038" y="177958"/>
                    <a:pt x="674240" y="172207"/>
                    <a:pt x="667288" y="168648"/>
                  </a:cubicBezTo>
                  <a:cubicBezTo>
                    <a:pt x="645935" y="157783"/>
                    <a:pt x="622862" y="152551"/>
                    <a:pt x="599270" y="149393"/>
                  </a:cubicBezTo>
                  <a:cubicBezTo>
                    <a:pt x="590502" y="148214"/>
                    <a:pt x="581735" y="147130"/>
                    <a:pt x="572944" y="145999"/>
                  </a:cubicBezTo>
                  <a:cubicBezTo>
                    <a:pt x="572756" y="146848"/>
                    <a:pt x="572543" y="147672"/>
                    <a:pt x="572355" y="148521"/>
                  </a:cubicBezTo>
                  <a:cubicBezTo>
                    <a:pt x="583974" y="153729"/>
                    <a:pt x="595570" y="158962"/>
                    <a:pt x="607189" y="164147"/>
                  </a:cubicBezTo>
                  <a:cubicBezTo>
                    <a:pt x="647349" y="182082"/>
                    <a:pt x="687651" y="199711"/>
                    <a:pt x="724158" y="224670"/>
                  </a:cubicBezTo>
                  <a:cubicBezTo>
                    <a:pt x="728612" y="227710"/>
                    <a:pt x="732690" y="231481"/>
                    <a:pt x="736249" y="235535"/>
                  </a:cubicBezTo>
                  <a:cubicBezTo>
                    <a:pt x="737663" y="237137"/>
                    <a:pt x="737168" y="240390"/>
                    <a:pt x="737568" y="242888"/>
                  </a:cubicBezTo>
                  <a:cubicBezTo>
                    <a:pt x="734882" y="243242"/>
                    <a:pt x="732030" y="244326"/>
                    <a:pt x="729532" y="243784"/>
                  </a:cubicBezTo>
                  <a:cubicBezTo>
                    <a:pt x="727033" y="243242"/>
                    <a:pt x="724889" y="241097"/>
                    <a:pt x="722555" y="239683"/>
                  </a:cubicBezTo>
                  <a:cubicBezTo>
                    <a:pt x="717088" y="236313"/>
                    <a:pt x="711879" y="232400"/>
                    <a:pt x="706105" y="229713"/>
                  </a:cubicBezTo>
                  <a:cubicBezTo>
                    <a:pt x="652770" y="204778"/>
                    <a:pt x="597573" y="185052"/>
                    <a:pt x="540396" y="170981"/>
                  </a:cubicBezTo>
                  <a:cubicBezTo>
                    <a:pt x="533915" y="169379"/>
                    <a:pt x="526727" y="169497"/>
                    <a:pt x="520033" y="170251"/>
                  </a:cubicBezTo>
                  <a:cubicBezTo>
                    <a:pt x="514872" y="170840"/>
                    <a:pt x="512444" y="175318"/>
                    <a:pt x="515037" y="180338"/>
                  </a:cubicBezTo>
                  <a:cubicBezTo>
                    <a:pt x="518831" y="187644"/>
                    <a:pt x="515296" y="191014"/>
                    <a:pt x="508980" y="192947"/>
                  </a:cubicBezTo>
                  <a:cubicBezTo>
                    <a:pt x="495357" y="197142"/>
                    <a:pt x="481641" y="197024"/>
                    <a:pt x="468230" y="192216"/>
                  </a:cubicBezTo>
                  <a:cubicBezTo>
                    <a:pt x="462032" y="190001"/>
                    <a:pt x="458355" y="185806"/>
                    <a:pt x="458025" y="178311"/>
                  </a:cubicBezTo>
                  <a:cubicBezTo>
                    <a:pt x="457884" y="175059"/>
                    <a:pt x="454396" y="170722"/>
                    <a:pt x="451285" y="169143"/>
                  </a:cubicBezTo>
                  <a:cubicBezTo>
                    <a:pt x="446830" y="166904"/>
                    <a:pt x="441363" y="166008"/>
                    <a:pt x="436272" y="165867"/>
                  </a:cubicBezTo>
                  <a:cubicBezTo>
                    <a:pt x="422154" y="165466"/>
                    <a:pt x="408037" y="165844"/>
                    <a:pt x="393920" y="165679"/>
                  </a:cubicBezTo>
                  <a:cubicBezTo>
                    <a:pt x="389937" y="165631"/>
                    <a:pt x="385954" y="164712"/>
                    <a:pt x="381146" y="164076"/>
                  </a:cubicBezTo>
                  <a:cubicBezTo>
                    <a:pt x="396701" y="148662"/>
                    <a:pt x="396041" y="148969"/>
                    <a:pt x="387509" y="129431"/>
                  </a:cubicBezTo>
                  <a:cubicBezTo>
                    <a:pt x="383173" y="119485"/>
                    <a:pt x="381004" y="108384"/>
                    <a:pt x="379213" y="97566"/>
                  </a:cubicBezTo>
                  <a:cubicBezTo>
                    <a:pt x="378270" y="91910"/>
                    <a:pt x="380816" y="86395"/>
                    <a:pt x="388263" y="85429"/>
                  </a:cubicBezTo>
                  <a:cubicBezTo>
                    <a:pt x="406859" y="83001"/>
                    <a:pt x="425383" y="79796"/>
                    <a:pt x="444026" y="77887"/>
                  </a:cubicBezTo>
                  <a:cubicBezTo>
                    <a:pt x="489442" y="73244"/>
                    <a:pt x="534740" y="71783"/>
                    <a:pt x="579638" y="83425"/>
                  </a:cubicBezTo>
                  <a:cubicBezTo>
                    <a:pt x="595193" y="87456"/>
                    <a:pt x="610135" y="86206"/>
                    <a:pt x="620246" y="70369"/>
                  </a:cubicBezTo>
                  <a:cubicBezTo>
                    <a:pt x="623993" y="64500"/>
                    <a:pt x="631087" y="62945"/>
                    <a:pt x="637568" y="64288"/>
                  </a:cubicBezTo>
                  <a:cubicBezTo>
                    <a:pt x="650554" y="66998"/>
                    <a:pt x="663328" y="70675"/>
                    <a:pt x="676197" y="73951"/>
                  </a:cubicBezTo>
                  <a:cubicBezTo>
                    <a:pt x="683574" y="75836"/>
                    <a:pt x="690903" y="78028"/>
                    <a:pt x="698351" y="79560"/>
                  </a:cubicBezTo>
                  <a:cubicBezTo>
                    <a:pt x="702876" y="80503"/>
                    <a:pt x="704973" y="77651"/>
                    <a:pt x="704031" y="73385"/>
                  </a:cubicBezTo>
                  <a:cubicBezTo>
                    <a:pt x="701344" y="61177"/>
                    <a:pt x="697361" y="49676"/>
                    <a:pt x="687156" y="41262"/>
                  </a:cubicBezTo>
                  <a:cubicBezTo>
                    <a:pt x="672968" y="29548"/>
                    <a:pt x="656659" y="22030"/>
                    <a:pt x="639194" y="17151"/>
                  </a:cubicBezTo>
                  <a:cubicBezTo>
                    <a:pt x="619727" y="11707"/>
                    <a:pt x="600048" y="8243"/>
                    <a:pt x="580792" y="18424"/>
                  </a:cubicBezTo>
                  <a:cubicBezTo>
                    <a:pt x="580156" y="18754"/>
                    <a:pt x="579048" y="18165"/>
                    <a:pt x="577894" y="17953"/>
                  </a:cubicBezTo>
                  <a:cubicBezTo>
                    <a:pt x="578223" y="16609"/>
                    <a:pt x="578365" y="15643"/>
                    <a:pt x="578718" y="14747"/>
                  </a:cubicBezTo>
                  <a:cubicBezTo>
                    <a:pt x="582419" y="5650"/>
                    <a:pt x="581287" y="2115"/>
                    <a:pt x="571813" y="677"/>
                  </a:cubicBezTo>
                  <a:cubicBezTo>
                    <a:pt x="563682" y="-548"/>
                    <a:pt x="555150" y="112"/>
                    <a:pt x="546901" y="913"/>
                  </a:cubicBezTo>
                  <a:cubicBezTo>
                    <a:pt x="543743" y="1219"/>
                    <a:pt x="538629" y="3977"/>
                    <a:pt x="538393" y="6098"/>
                  </a:cubicBezTo>
                  <a:cubicBezTo>
                    <a:pt x="538016" y="9185"/>
                    <a:pt x="540373" y="13923"/>
                    <a:pt x="543060" y="15808"/>
                  </a:cubicBezTo>
                  <a:cubicBezTo>
                    <a:pt x="551544" y="21724"/>
                    <a:pt x="560736" y="26555"/>
                    <a:pt x="569597" y="31929"/>
                  </a:cubicBezTo>
                  <a:cubicBezTo>
                    <a:pt x="572261" y="33555"/>
                    <a:pt x="574688" y="35582"/>
                    <a:pt x="577210" y="37420"/>
                  </a:cubicBezTo>
                  <a:cubicBezTo>
                    <a:pt x="576904" y="38104"/>
                    <a:pt x="576597" y="38764"/>
                    <a:pt x="576291" y="39447"/>
                  </a:cubicBezTo>
                  <a:cubicBezTo>
                    <a:pt x="571153" y="39801"/>
                    <a:pt x="565992" y="40720"/>
                    <a:pt x="560901" y="40413"/>
                  </a:cubicBezTo>
                  <a:cubicBezTo>
                    <a:pt x="537945" y="39070"/>
                    <a:pt x="515013" y="36855"/>
                    <a:pt x="492034" y="35959"/>
                  </a:cubicBezTo>
                  <a:cubicBezTo>
                    <a:pt x="475277" y="35299"/>
                    <a:pt x="458450" y="35770"/>
                    <a:pt x="441693" y="36595"/>
                  </a:cubicBezTo>
                  <a:cubicBezTo>
                    <a:pt x="434669" y="36949"/>
                    <a:pt x="428188" y="39636"/>
                    <a:pt x="427740" y="48921"/>
                  </a:cubicBezTo>
                  <a:cubicBezTo>
                    <a:pt x="427481" y="54342"/>
                    <a:pt x="423569" y="57524"/>
                    <a:pt x="418148" y="57123"/>
                  </a:cubicBezTo>
                  <a:cubicBezTo>
                    <a:pt x="413057" y="56723"/>
                    <a:pt x="408037" y="55285"/>
                    <a:pt x="403017" y="54177"/>
                  </a:cubicBezTo>
                  <a:cubicBezTo>
                    <a:pt x="398893" y="53258"/>
                    <a:pt x="394839" y="52174"/>
                    <a:pt x="390738" y="51160"/>
                  </a:cubicBezTo>
                  <a:cubicBezTo>
                    <a:pt x="395805" y="60022"/>
                    <a:pt x="391751" y="65608"/>
                    <a:pt x="385836" y="69308"/>
                  </a:cubicBezTo>
                  <a:cubicBezTo>
                    <a:pt x="374782" y="76213"/>
                    <a:pt x="363116" y="82106"/>
                    <a:pt x="351709" y="88493"/>
                  </a:cubicBezTo>
                  <a:cubicBezTo>
                    <a:pt x="347372" y="90920"/>
                    <a:pt x="343130" y="93489"/>
                    <a:pt x="338864" y="95987"/>
                  </a:cubicBezTo>
                  <a:cubicBezTo>
                    <a:pt x="339053" y="96789"/>
                    <a:pt x="339241" y="97590"/>
                    <a:pt x="339430" y="98391"/>
                  </a:cubicBezTo>
                  <a:cubicBezTo>
                    <a:pt x="350248" y="99829"/>
                    <a:pt x="361042" y="101267"/>
                    <a:pt x="371860" y="102704"/>
                  </a:cubicBezTo>
                  <a:cubicBezTo>
                    <a:pt x="372001" y="103671"/>
                    <a:pt x="372166" y="104660"/>
                    <a:pt x="372308" y="105627"/>
                  </a:cubicBezTo>
                  <a:cubicBezTo>
                    <a:pt x="363870" y="112179"/>
                    <a:pt x="355433" y="118731"/>
                    <a:pt x="345699" y="126272"/>
                  </a:cubicBezTo>
                  <a:cubicBezTo>
                    <a:pt x="352982" y="127309"/>
                    <a:pt x="357719" y="127993"/>
                    <a:pt x="364954" y="129030"/>
                  </a:cubicBezTo>
                  <a:cubicBezTo>
                    <a:pt x="358591" y="134804"/>
                    <a:pt x="354419" y="139824"/>
                    <a:pt x="349187" y="143100"/>
                  </a:cubicBezTo>
                  <a:cubicBezTo>
                    <a:pt x="317818" y="162827"/>
                    <a:pt x="286566" y="182789"/>
                    <a:pt x="254537" y="201384"/>
                  </a:cubicBezTo>
                  <a:cubicBezTo>
                    <a:pt x="239053" y="210388"/>
                    <a:pt x="222013" y="216704"/>
                    <a:pt x="205539" y="223963"/>
                  </a:cubicBezTo>
                  <a:cubicBezTo>
                    <a:pt x="203300" y="224953"/>
                    <a:pt x="200377" y="224387"/>
                    <a:pt x="197761" y="224528"/>
                  </a:cubicBezTo>
                  <a:cubicBezTo>
                    <a:pt x="197525" y="223798"/>
                    <a:pt x="197266" y="223067"/>
                    <a:pt x="197031" y="222360"/>
                  </a:cubicBezTo>
                  <a:cubicBezTo>
                    <a:pt x="209592" y="203859"/>
                    <a:pt x="229131" y="192405"/>
                    <a:pt x="244426" y="176473"/>
                  </a:cubicBezTo>
                  <a:cubicBezTo>
                    <a:pt x="241221" y="177604"/>
                    <a:pt x="238251" y="179183"/>
                    <a:pt x="235400" y="180904"/>
                  </a:cubicBezTo>
                  <a:cubicBezTo>
                    <a:pt x="219279" y="190567"/>
                    <a:pt x="203323" y="200489"/>
                    <a:pt x="187038" y="209893"/>
                  </a:cubicBezTo>
                  <a:cubicBezTo>
                    <a:pt x="168419" y="220640"/>
                    <a:pt x="149446" y="230774"/>
                    <a:pt x="130780" y="241403"/>
                  </a:cubicBezTo>
                  <a:cubicBezTo>
                    <a:pt x="119915" y="247602"/>
                    <a:pt x="108485" y="254696"/>
                    <a:pt x="105586" y="267328"/>
                  </a:cubicBezTo>
                  <a:cubicBezTo>
                    <a:pt x="101202" y="286395"/>
                    <a:pt x="91233" y="302068"/>
                    <a:pt x="79496" y="316633"/>
                  </a:cubicBezTo>
                  <a:cubicBezTo>
                    <a:pt x="57672" y="343689"/>
                    <a:pt x="37615" y="371429"/>
                    <a:pt x="26090" y="404849"/>
                  </a:cubicBezTo>
                  <a:cubicBezTo>
                    <a:pt x="19679" y="423421"/>
                    <a:pt x="10181" y="440932"/>
                    <a:pt x="2616" y="459150"/>
                  </a:cubicBezTo>
                  <a:cubicBezTo>
                    <a:pt x="683" y="463817"/>
                    <a:pt x="825" y="469332"/>
                    <a:pt x="0" y="474470"/>
                  </a:cubicBezTo>
                  <a:cubicBezTo>
                    <a:pt x="1084" y="474965"/>
                    <a:pt x="2145" y="475460"/>
                    <a:pt x="3229" y="475954"/>
                  </a:cubicBezTo>
                  <a:cubicBezTo>
                    <a:pt x="5586" y="473668"/>
                    <a:pt x="8485" y="471712"/>
                    <a:pt x="10229" y="469025"/>
                  </a:cubicBezTo>
                  <a:cubicBezTo>
                    <a:pt x="14942" y="461790"/>
                    <a:pt x="19844" y="454578"/>
                    <a:pt x="23450" y="446777"/>
                  </a:cubicBezTo>
                  <a:cubicBezTo>
                    <a:pt x="45510" y="398981"/>
                    <a:pt x="73038" y="354460"/>
                    <a:pt x="104572" y="312438"/>
                  </a:cubicBezTo>
                  <a:cubicBezTo>
                    <a:pt x="122249" y="288870"/>
                    <a:pt x="140231" y="265467"/>
                    <a:pt x="163281" y="246635"/>
                  </a:cubicBezTo>
                  <a:cubicBezTo>
                    <a:pt x="169927" y="241215"/>
                    <a:pt x="177163" y="237114"/>
                    <a:pt x="186071" y="237161"/>
                  </a:cubicBezTo>
                  <a:cubicBezTo>
                    <a:pt x="191233" y="237185"/>
                    <a:pt x="193236" y="239589"/>
                    <a:pt x="190054" y="244114"/>
                  </a:cubicBezTo>
                  <a:cubicBezTo>
                    <a:pt x="186071" y="249770"/>
                    <a:pt x="181947" y="255356"/>
                    <a:pt x="177280" y="260446"/>
                  </a:cubicBezTo>
                  <a:cubicBezTo>
                    <a:pt x="160900" y="278358"/>
                    <a:pt x="143578" y="295469"/>
                    <a:pt x="127952" y="313994"/>
                  </a:cubicBezTo>
                  <a:cubicBezTo>
                    <a:pt x="117346" y="326555"/>
                    <a:pt x="108579" y="340743"/>
                    <a:pt x="99906" y="354790"/>
                  </a:cubicBezTo>
                  <a:cubicBezTo>
                    <a:pt x="97950" y="357972"/>
                    <a:pt x="98185" y="365961"/>
                    <a:pt x="100330" y="367423"/>
                  </a:cubicBezTo>
                  <a:cubicBezTo>
                    <a:pt x="104148" y="370015"/>
                    <a:pt x="110464" y="370557"/>
                    <a:pt x="115272" y="369638"/>
                  </a:cubicBezTo>
                  <a:cubicBezTo>
                    <a:pt x="119491" y="368837"/>
                    <a:pt x="123993" y="365584"/>
                    <a:pt x="126774" y="362120"/>
                  </a:cubicBezTo>
                  <a:cubicBezTo>
                    <a:pt x="131204" y="356652"/>
                    <a:pt x="134410" y="350171"/>
                    <a:pt x="137992" y="344019"/>
                  </a:cubicBezTo>
                  <a:cubicBezTo>
                    <a:pt x="145652" y="330868"/>
                    <a:pt x="152298" y="316963"/>
                    <a:pt x="161136" y="304660"/>
                  </a:cubicBezTo>
                  <a:cubicBezTo>
                    <a:pt x="169644" y="292782"/>
                    <a:pt x="180910" y="283096"/>
                    <a:pt x="195074" y="277887"/>
                  </a:cubicBezTo>
                  <a:cubicBezTo>
                    <a:pt x="203040" y="274965"/>
                    <a:pt x="208202" y="276756"/>
                    <a:pt x="210818" y="282671"/>
                  </a:cubicBezTo>
                  <a:cubicBezTo>
                    <a:pt x="214165" y="290190"/>
                    <a:pt x="211973" y="297213"/>
                    <a:pt x="204337" y="300654"/>
                  </a:cubicBezTo>
                  <a:cubicBezTo>
                    <a:pt x="200165" y="302539"/>
                    <a:pt x="195263" y="302657"/>
                    <a:pt x="190832" y="304048"/>
                  </a:cubicBezTo>
                  <a:cubicBezTo>
                    <a:pt x="185553" y="305721"/>
                    <a:pt x="179944" y="307135"/>
                    <a:pt x="175395" y="310058"/>
                  </a:cubicBezTo>
                  <a:cubicBezTo>
                    <a:pt x="171035" y="312862"/>
                    <a:pt x="170634" y="323185"/>
                    <a:pt x="173981" y="327050"/>
                  </a:cubicBezTo>
                  <a:cubicBezTo>
                    <a:pt x="178176" y="331858"/>
                    <a:pt x="183125" y="329666"/>
                    <a:pt x="187485" y="327380"/>
                  </a:cubicBezTo>
                  <a:cubicBezTo>
                    <a:pt x="191610" y="325212"/>
                    <a:pt x="195711" y="322667"/>
                    <a:pt x="199175" y="319556"/>
                  </a:cubicBezTo>
                  <a:cubicBezTo>
                    <a:pt x="210370" y="309445"/>
                    <a:pt x="221117" y="298792"/>
                    <a:pt x="232336" y="288705"/>
                  </a:cubicBezTo>
                  <a:cubicBezTo>
                    <a:pt x="244285" y="277958"/>
                    <a:pt x="256022" y="266881"/>
                    <a:pt x="268867" y="257265"/>
                  </a:cubicBezTo>
                  <a:cubicBezTo>
                    <a:pt x="295923" y="236972"/>
                    <a:pt x="326467" y="226037"/>
                    <a:pt x="360641" y="226602"/>
                  </a:cubicBezTo>
                  <a:cubicBezTo>
                    <a:pt x="363305" y="226650"/>
                    <a:pt x="365944" y="227451"/>
                    <a:pt x="368607" y="227899"/>
                  </a:cubicBezTo>
                  <a:cubicBezTo>
                    <a:pt x="368796" y="228676"/>
                    <a:pt x="369008" y="229431"/>
                    <a:pt x="369197" y="230208"/>
                  </a:cubicBezTo>
                  <a:cubicBezTo>
                    <a:pt x="366133" y="232400"/>
                    <a:pt x="363328" y="235087"/>
                    <a:pt x="359958" y="236666"/>
                  </a:cubicBezTo>
                  <a:cubicBezTo>
                    <a:pt x="352581" y="240083"/>
                    <a:pt x="345110" y="243454"/>
                    <a:pt x="337403" y="245928"/>
                  </a:cubicBezTo>
                  <a:cubicBezTo>
                    <a:pt x="314448" y="253258"/>
                    <a:pt x="294155" y="265184"/>
                    <a:pt x="275466" y="280149"/>
                  </a:cubicBezTo>
                  <a:cubicBezTo>
                    <a:pt x="239618" y="308856"/>
                    <a:pt x="209640" y="343053"/>
                    <a:pt x="183149" y="380338"/>
                  </a:cubicBezTo>
                  <a:cubicBezTo>
                    <a:pt x="145840" y="432848"/>
                    <a:pt x="114919" y="488540"/>
                    <a:pt x="100283" y="552033"/>
                  </a:cubicBezTo>
                  <a:cubicBezTo>
                    <a:pt x="98256" y="560824"/>
                    <a:pt x="97101" y="569827"/>
                    <a:pt x="95546" y="578736"/>
                  </a:cubicBezTo>
                  <a:cubicBezTo>
                    <a:pt x="96253" y="578901"/>
                    <a:pt x="96960" y="579042"/>
                    <a:pt x="97667" y="579207"/>
                  </a:cubicBezTo>
                  <a:cubicBezTo>
                    <a:pt x="99104" y="576685"/>
                    <a:pt x="100778" y="574258"/>
                    <a:pt x="101909" y="571618"/>
                  </a:cubicBezTo>
                  <a:cubicBezTo>
                    <a:pt x="110040" y="552551"/>
                    <a:pt x="118030" y="533437"/>
                    <a:pt x="126137" y="514371"/>
                  </a:cubicBezTo>
                  <a:cubicBezTo>
                    <a:pt x="129885" y="505533"/>
                    <a:pt x="133161" y="496412"/>
                    <a:pt x="137709" y="487998"/>
                  </a:cubicBezTo>
                  <a:cubicBezTo>
                    <a:pt x="144756" y="474941"/>
                    <a:pt x="153476" y="471382"/>
                    <a:pt x="167994" y="474399"/>
                  </a:cubicBezTo>
                  <a:cubicBezTo>
                    <a:pt x="179614" y="476827"/>
                    <a:pt x="189724" y="474069"/>
                    <a:pt x="197573" y="465160"/>
                  </a:cubicBezTo>
                  <a:cubicBezTo>
                    <a:pt x="201956" y="460187"/>
                    <a:pt x="205798" y="454649"/>
                    <a:pt x="209310" y="449016"/>
                  </a:cubicBezTo>
                  <a:cubicBezTo>
                    <a:pt x="217417" y="436006"/>
                    <a:pt x="224511" y="422360"/>
                    <a:pt x="233161" y="409728"/>
                  </a:cubicBezTo>
                  <a:cubicBezTo>
                    <a:pt x="266675" y="360847"/>
                    <a:pt x="309828" y="323256"/>
                    <a:pt x="364907" y="300371"/>
                  </a:cubicBezTo>
                  <a:cubicBezTo>
                    <a:pt x="407636" y="282601"/>
                    <a:pt x="451261" y="277581"/>
                    <a:pt x="496701" y="290095"/>
                  </a:cubicBezTo>
                  <a:cubicBezTo>
                    <a:pt x="509734" y="293701"/>
                    <a:pt x="524087" y="293136"/>
                    <a:pt x="537828" y="293348"/>
                  </a:cubicBezTo>
                  <a:cubicBezTo>
                    <a:pt x="542565" y="293418"/>
                    <a:pt x="547844" y="290732"/>
                    <a:pt x="551992" y="287974"/>
                  </a:cubicBezTo>
                  <a:cubicBezTo>
                    <a:pt x="558120" y="283873"/>
                    <a:pt x="557507" y="278995"/>
                    <a:pt x="551191" y="275318"/>
                  </a:cubicBezTo>
                  <a:cubicBezTo>
                    <a:pt x="549305" y="274210"/>
                    <a:pt x="547184" y="273150"/>
                    <a:pt x="545063" y="272820"/>
                  </a:cubicBezTo>
                  <a:cubicBezTo>
                    <a:pt x="527505" y="270251"/>
                    <a:pt x="509946" y="265914"/>
                    <a:pt x="492364" y="265844"/>
                  </a:cubicBezTo>
                  <a:cubicBezTo>
                    <a:pt x="463234" y="265749"/>
                    <a:pt x="433986" y="267258"/>
                    <a:pt x="404997" y="270274"/>
                  </a:cubicBezTo>
                  <a:cubicBezTo>
                    <a:pt x="376079" y="273268"/>
                    <a:pt x="348504" y="281469"/>
                    <a:pt x="324158" y="298792"/>
                  </a:cubicBezTo>
                  <a:cubicBezTo>
                    <a:pt x="282324" y="328535"/>
                    <a:pt x="244992" y="363110"/>
                    <a:pt x="212232" y="402539"/>
                  </a:cubicBezTo>
                  <a:cubicBezTo>
                    <a:pt x="199505" y="417859"/>
                    <a:pt x="186189" y="433225"/>
                    <a:pt x="184209" y="454531"/>
                  </a:cubicBezTo>
                  <a:cubicBezTo>
                    <a:pt x="184092" y="455709"/>
                    <a:pt x="183408" y="456864"/>
                    <a:pt x="182842" y="457948"/>
                  </a:cubicBezTo>
                  <a:cubicBezTo>
                    <a:pt x="178883" y="465490"/>
                    <a:pt x="171247" y="468012"/>
                    <a:pt x="163234" y="464170"/>
                  </a:cubicBezTo>
                  <a:cubicBezTo>
                    <a:pt x="155056" y="460234"/>
                    <a:pt x="158921" y="454319"/>
                    <a:pt x="161325" y="449087"/>
                  </a:cubicBezTo>
                  <a:cubicBezTo>
                    <a:pt x="174688" y="419886"/>
                    <a:pt x="192883" y="393890"/>
                    <a:pt x="212892" y="368813"/>
                  </a:cubicBezTo>
                  <a:cubicBezTo>
                    <a:pt x="235023" y="341073"/>
                    <a:pt x="256635" y="313381"/>
                    <a:pt x="287839" y="294715"/>
                  </a:cubicBezTo>
                  <a:cubicBezTo>
                    <a:pt x="318690" y="276261"/>
                    <a:pt x="349564" y="258349"/>
                    <a:pt x="385577" y="251868"/>
                  </a:cubicBezTo>
                  <a:cubicBezTo>
                    <a:pt x="389418" y="251184"/>
                    <a:pt x="393236" y="249864"/>
                    <a:pt x="396842" y="248332"/>
                  </a:cubicBezTo>
                  <a:cubicBezTo>
                    <a:pt x="404620" y="245009"/>
                    <a:pt x="405892" y="241238"/>
                    <a:pt x="400519" y="234804"/>
                  </a:cubicBezTo>
                  <a:cubicBezTo>
                    <a:pt x="388570" y="220522"/>
                    <a:pt x="374099" y="210340"/>
                    <a:pt x="354773" y="208832"/>
                  </a:cubicBezTo>
                  <a:cubicBezTo>
                    <a:pt x="352817" y="208691"/>
                    <a:pt x="350884" y="207913"/>
                    <a:pt x="348645" y="207371"/>
                  </a:cubicBezTo>
                  <a:cubicBezTo>
                    <a:pt x="357035" y="193301"/>
                    <a:pt x="374735" y="187338"/>
                    <a:pt x="388475" y="194974"/>
                  </a:cubicBezTo>
                  <a:cubicBezTo>
                    <a:pt x="398963" y="200795"/>
                    <a:pt x="408037" y="209091"/>
                    <a:pt x="417794" y="216256"/>
                  </a:cubicBezTo>
                  <a:cubicBezTo>
                    <a:pt x="420788" y="218448"/>
                    <a:pt x="423875" y="220522"/>
                    <a:pt x="426915" y="222643"/>
                  </a:cubicBezTo>
                  <a:cubicBezTo>
                    <a:pt x="427457" y="222195"/>
                    <a:pt x="427999" y="221771"/>
                    <a:pt x="428518" y="221323"/>
                  </a:cubicBezTo>
                  <a:cubicBezTo>
                    <a:pt x="427339" y="217411"/>
                    <a:pt x="425878" y="213546"/>
                    <a:pt x="425077" y="209539"/>
                  </a:cubicBezTo>
                  <a:cubicBezTo>
                    <a:pt x="423757" y="203058"/>
                    <a:pt x="421990" y="196506"/>
                    <a:pt x="421990" y="190001"/>
                  </a:cubicBezTo>
                  <a:cubicBezTo>
                    <a:pt x="421990" y="182860"/>
                    <a:pt x="427882" y="179961"/>
                    <a:pt x="433915" y="183850"/>
                  </a:cubicBezTo>
                  <a:cubicBezTo>
                    <a:pt x="436838" y="185735"/>
                    <a:pt x="440302" y="189058"/>
                    <a:pt x="440679" y="192099"/>
                  </a:cubicBezTo>
                  <a:cubicBezTo>
                    <a:pt x="441645" y="199852"/>
                    <a:pt x="446713" y="202963"/>
                    <a:pt x="452840" y="204213"/>
                  </a:cubicBezTo>
                  <a:cubicBezTo>
                    <a:pt x="463187" y="206334"/>
                    <a:pt x="473745" y="207441"/>
                    <a:pt x="484210" y="208903"/>
                  </a:cubicBezTo>
                  <a:cubicBezTo>
                    <a:pt x="505680" y="211896"/>
                    <a:pt x="527363" y="213852"/>
                    <a:pt x="548551" y="218212"/>
                  </a:cubicBezTo>
                  <a:cubicBezTo>
                    <a:pt x="560170" y="220593"/>
                    <a:pt x="570823" y="227357"/>
                    <a:pt x="582183" y="231481"/>
                  </a:cubicBezTo>
                  <a:cubicBezTo>
                    <a:pt x="592718" y="235299"/>
                    <a:pt x="596088" y="233579"/>
                    <a:pt x="600873" y="223609"/>
                  </a:cubicBezTo>
                  <a:cubicBezTo>
                    <a:pt x="604431" y="216209"/>
                    <a:pt x="610158" y="211401"/>
                    <a:pt x="618077" y="209704"/>
                  </a:cubicBezTo>
                  <a:cubicBezTo>
                    <a:pt x="620387" y="209209"/>
                    <a:pt x="624040" y="209845"/>
                    <a:pt x="625336" y="211401"/>
                  </a:cubicBezTo>
                  <a:cubicBezTo>
                    <a:pt x="626444" y="212697"/>
                    <a:pt x="625713" y="216492"/>
                    <a:pt x="624606" y="218542"/>
                  </a:cubicBezTo>
                  <a:cubicBezTo>
                    <a:pt x="615155" y="236100"/>
                    <a:pt x="594674" y="245999"/>
                    <a:pt x="575136" y="242558"/>
                  </a:cubicBezTo>
                  <a:cubicBezTo>
                    <a:pt x="569550" y="241568"/>
                    <a:pt x="564059" y="240178"/>
                    <a:pt x="558544" y="238834"/>
                  </a:cubicBezTo>
                  <a:cubicBezTo>
                    <a:pt x="538747" y="233979"/>
                    <a:pt x="518808" y="230821"/>
                    <a:pt x="498374" y="234144"/>
                  </a:cubicBezTo>
                  <a:cubicBezTo>
                    <a:pt x="491681" y="235228"/>
                    <a:pt x="484846" y="236195"/>
                    <a:pt x="479284" y="243053"/>
                  </a:cubicBezTo>
                  <a:cubicBezTo>
                    <a:pt x="483715" y="244774"/>
                    <a:pt x="487179" y="246730"/>
                    <a:pt x="490903" y="247460"/>
                  </a:cubicBezTo>
                  <a:cubicBezTo>
                    <a:pt x="504950" y="250194"/>
                    <a:pt x="519067" y="252551"/>
                    <a:pt x="533161" y="254979"/>
                  </a:cubicBezTo>
                  <a:cubicBezTo>
                    <a:pt x="568560" y="261036"/>
                    <a:pt x="603465" y="268507"/>
                    <a:pt x="634222" y="288610"/>
                  </a:cubicBezTo>
                  <a:cubicBezTo>
                    <a:pt x="637686" y="290873"/>
                    <a:pt x="641669" y="292523"/>
                    <a:pt x="645582" y="293937"/>
                  </a:cubicBezTo>
                  <a:cubicBezTo>
                    <a:pt x="654113" y="296977"/>
                    <a:pt x="655739" y="295964"/>
                    <a:pt x="657507" y="287267"/>
                  </a:cubicBezTo>
                  <a:cubicBezTo>
                    <a:pt x="659228" y="278783"/>
                    <a:pt x="662833" y="276119"/>
                    <a:pt x="671130" y="278688"/>
                  </a:cubicBezTo>
                  <a:cubicBezTo>
                    <a:pt x="677422" y="280644"/>
                    <a:pt x="683951" y="283119"/>
                    <a:pt x="689183" y="286961"/>
                  </a:cubicBezTo>
                  <a:cubicBezTo>
                    <a:pt x="712115" y="303788"/>
                    <a:pt x="735047" y="320640"/>
                    <a:pt x="757059" y="338599"/>
                  </a:cubicBezTo>
                  <a:cubicBezTo>
                    <a:pt x="768466" y="347908"/>
                    <a:pt x="778082" y="359457"/>
                    <a:pt x="788146" y="370345"/>
                  </a:cubicBezTo>
                  <a:cubicBezTo>
                    <a:pt x="789819" y="372136"/>
                    <a:pt x="789583" y="375695"/>
                    <a:pt x="790220" y="378429"/>
                  </a:cubicBezTo>
                  <a:cubicBezTo>
                    <a:pt x="787439" y="378759"/>
                    <a:pt x="784516" y="379772"/>
                    <a:pt x="781900" y="379254"/>
                  </a:cubicBezTo>
                  <a:cubicBezTo>
                    <a:pt x="777092" y="378288"/>
                    <a:pt x="772497" y="376355"/>
                    <a:pt x="767759" y="374941"/>
                  </a:cubicBezTo>
                  <a:cubicBezTo>
                    <a:pt x="758898" y="372278"/>
                    <a:pt x="755905" y="374729"/>
                    <a:pt x="757931" y="383779"/>
                  </a:cubicBezTo>
                  <a:cubicBezTo>
                    <a:pt x="759416" y="390496"/>
                    <a:pt x="762126" y="396930"/>
                    <a:pt x="764083" y="403553"/>
                  </a:cubicBezTo>
                  <a:cubicBezTo>
                    <a:pt x="764766" y="405886"/>
                    <a:pt x="764837" y="408384"/>
                    <a:pt x="765473" y="412839"/>
                  </a:cubicBezTo>
                  <a:cubicBezTo>
                    <a:pt x="760406" y="409421"/>
                    <a:pt x="757130" y="407324"/>
                    <a:pt x="753972" y="405061"/>
                  </a:cubicBezTo>
                  <a:cubicBezTo>
                    <a:pt x="746124" y="399476"/>
                    <a:pt x="738488" y="393513"/>
                    <a:pt x="730404" y="388304"/>
                  </a:cubicBezTo>
                  <a:cubicBezTo>
                    <a:pt x="727458" y="386419"/>
                    <a:pt x="723427" y="386230"/>
                    <a:pt x="717653" y="384628"/>
                  </a:cubicBezTo>
                  <a:cubicBezTo>
                    <a:pt x="719515" y="390732"/>
                    <a:pt x="720034" y="394715"/>
                    <a:pt x="721872" y="397967"/>
                  </a:cubicBezTo>
                  <a:cubicBezTo>
                    <a:pt x="726114" y="405485"/>
                    <a:pt x="730498" y="413004"/>
                    <a:pt x="735659" y="419909"/>
                  </a:cubicBezTo>
                  <a:cubicBezTo>
                    <a:pt x="748457" y="436973"/>
                    <a:pt x="761844" y="453659"/>
                    <a:pt x="781028" y="464147"/>
                  </a:cubicBezTo>
                  <a:cubicBezTo>
                    <a:pt x="789819" y="468955"/>
                    <a:pt x="799529" y="473221"/>
                    <a:pt x="808839" y="466244"/>
                  </a:cubicBezTo>
                  <a:cubicBezTo>
                    <a:pt x="818125" y="459268"/>
                    <a:pt x="816711" y="448615"/>
                    <a:pt x="814778" y="438882"/>
                  </a:cubicBezTo>
                  <a:cubicBezTo>
                    <a:pt x="811172" y="420522"/>
                    <a:pt x="804620" y="402445"/>
                    <a:pt x="803536" y="383991"/>
                  </a:cubicBezTo>
                  <a:cubicBezTo>
                    <a:pt x="802711" y="369850"/>
                    <a:pt x="796913" y="360069"/>
                    <a:pt x="788523" y="350689"/>
                  </a:cubicBezTo>
                  <a:cubicBezTo>
                    <a:pt x="761961" y="320993"/>
                    <a:pt x="731629" y="295681"/>
                    <a:pt x="698445" y="273715"/>
                  </a:cubicBezTo>
                  <a:cubicBezTo>
                    <a:pt x="685718" y="265278"/>
                    <a:pt x="672143" y="260164"/>
                    <a:pt x="656635" y="261201"/>
                  </a:cubicBezTo>
                  <a:cubicBezTo>
                    <a:pt x="648975" y="261719"/>
                    <a:pt x="641316" y="262238"/>
                    <a:pt x="633656" y="262379"/>
                  </a:cubicBezTo>
                  <a:cubicBezTo>
                    <a:pt x="625855" y="262520"/>
                    <a:pt x="622909" y="259174"/>
                    <a:pt x="623427" y="251420"/>
                  </a:cubicBezTo>
                  <a:cubicBezTo>
                    <a:pt x="624394" y="236454"/>
                    <a:pt x="635306" y="226650"/>
                    <a:pt x="650130" y="227781"/>
                  </a:cubicBezTo>
                  <a:cubicBezTo>
                    <a:pt x="655009" y="228158"/>
                    <a:pt x="660312" y="228488"/>
                    <a:pt x="664554" y="230585"/>
                  </a:cubicBezTo>
                  <a:cubicBezTo>
                    <a:pt x="680604" y="238622"/>
                    <a:pt x="697290" y="245976"/>
                    <a:pt x="711973" y="256133"/>
                  </a:cubicBezTo>
                  <a:cubicBezTo>
                    <a:pt x="758521" y="288351"/>
                    <a:pt x="796560" y="329855"/>
                    <a:pt x="835235" y="370746"/>
                  </a:cubicBezTo>
                  <a:cubicBezTo>
                    <a:pt x="854585" y="391203"/>
                    <a:pt x="875890" y="409798"/>
                    <a:pt x="896513" y="428983"/>
                  </a:cubicBezTo>
                  <a:cubicBezTo>
                    <a:pt x="899600" y="431835"/>
                    <a:pt x="903913" y="433367"/>
                    <a:pt x="907660" y="435511"/>
                  </a:cubicBezTo>
                  <a:cubicBezTo>
                    <a:pt x="908462" y="435087"/>
                    <a:pt x="909263" y="434663"/>
                    <a:pt x="910064" y="434215"/>
                  </a:cubicBezTo>
                  <a:cubicBezTo>
                    <a:pt x="909381" y="430114"/>
                    <a:pt x="909805" y="425330"/>
                    <a:pt x="907778" y="422077"/>
                  </a:cubicBezTo>
                  <a:cubicBezTo>
                    <a:pt x="900260" y="409940"/>
                    <a:pt x="892482" y="397920"/>
                    <a:pt x="883786" y="386631"/>
                  </a:cubicBezTo>
                  <a:cubicBezTo>
                    <a:pt x="875608" y="376002"/>
                    <a:pt x="866157" y="366339"/>
                    <a:pt x="857248" y="356228"/>
                  </a:cubicBezTo>
                  <a:cubicBezTo>
                    <a:pt x="861255" y="358019"/>
                    <a:pt x="864366" y="360682"/>
                    <a:pt x="867594" y="363204"/>
                  </a:cubicBezTo>
                  <a:cubicBezTo>
                    <a:pt x="915037" y="400277"/>
                    <a:pt x="957602" y="442252"/>
                    <a:pt x="994769" y="489671"/>
                  </a:cubicBezTo>
                  <a:cubicBezTo>
                    <a:pt x="1015367" y="515973"/>
                    <a:pt x="1035872" y="542346"/>
                    <a:pt x="1056777" y="568413"/>
                  </a:cubicBezTo>
                  <a:cubicBezTo>
                    <a:pt x="1061538" y="574328"/>
                    <a:pt x="1067453" y="579490"/>
                    <a:pt x="1073534" y="584086"/>
                  </a:cubicBezTo>
                  <a:cubicBezTo>
                    <a:pt x="1075985" y="585947"/>
                    <a:pt x="1080251" y="585382"/>
                    <a:pt x="1083692" y="585900"/>
                  </a:cubicBezTo>
                  <a:cubicBezTo>
                    <a:pt x="1083220" y="582954"/>
                    <a:pt x="1083645" y="579466"/>
                    <a:pt x="1082160" y="577157"/>
                  </a:cubicBezTo>
                  <a:cubicBezTo>
                    <a:pt x="1073817" y="564029"/>
                    <a:pt x="1065214" y="551019"/>
                    <a:pt x="1056353" y="538245"/>
                  </a:cubicBezTo>
                  <a:cubicBezTo>
                    <a:pt x="1041434" y="516704"/>
                    <a:pt x="1025949" y="495563"/>
                    <a:pt x="1011361" y="473810"/>
                  </a:cubicBezTo>
                  <a:cubicBezTo>
                    <a:pt x="1007778" y="468483"/>
                    <a:pt x="1005775" y="461672"/>
                    <a:pt x="1004597" y="455238"/>
                  </a:cubicBezTo>
                  <a:cubicBezTo>
                    <a:pt x="1002994" y="446447"/>
                    <a:pt x="1007802" y="442700"/>
                    <a:pt x="1015132" y="447248"/>
                  </a:cubicBezTo>
                  <a:cubicBezTo>
                    <a:pt x="1022344" y="451703"/>
                    <a:pt x="1029155" y="457501"/>
                    <a:pt x="1034528" y="464052"/>
                  </a:cubicBezTo>
                  <a:cubicBezTo>
                    <a:pt x="1044262" y="475884"/>
                    <a:pt x="1051969" y="489388"/>
                    <a:pt x="1061985" y="500937"/>
                  </a:cubicBezTo>
                  <a:cubicBezTo>
                    <a:pt x="1078153" y="519603"/>
                    <a:pt x="1095429" y="537326"/>
                    <a:pt x="1112445" y="555214"/>
                  </a:cubicBezTo>
                  <a:cubicBezTo>
                    <a:pt x="1114708" y="557595"/>
                    <a:pt x="1118290" y="558726"/>
                    <a:pt x="1122603" y="561201"/>
                  </a:cubicBezTo>
                  <a:cubicBezTo>
                    <a:pt x="1122037" y="557595"/>
                    <a:pt x="1122108" y="556016"/>
                    <a:pt x="1121542" y="554743"/>
                  </a:cubicBezTo>
                  <a:cubicBezTo>
                    <a:pt x="1119586" y="550477"/>
                    <a:pt x="1117866" y="545999"/>
                    <a:pt x="1115226" y="542205"/>
                  </a:cubicBezTo>
                  <a:cubicBezTo>
                    <a:pt x="1097738" y="517034"/>
                    <a:pt x="1080416" y="491745"/>
                    <a:pt x="1062245" y="467069"/>
                  </a:cubicBezTo>
                  <a:cubicBezTo>
                    <a:pt x="1055316" y="457312"/>
                    <a:pt x="1046218" y="449063"/>
                    <a:pt x="1037851" y="440319"/>
                  </a:cubicBezTo>
                  <a:close/>
                  <a:moveTo>
                    <a:pt x="503418" y="55780"/>
                  </a:moveTo>
                  <a:cubicBezTo>
                    <a:pt x="488617" y="59999"/>
                    <a:pt x="475254" y="59598"/>
                    <a:pt x="460736" y="55945"/>
                  </a:cubicBezTo>
                  <a:cubicBezTo>
                    <a:pt x="470187" y="47390"/>
                    <a:pt x="493331" y="47272"/>
                    <a:pt x="503418" y="55780"/>
                  </a:cubicBezTo>
                  <a:close/>
                  <a:moveTo>
                    <a:pt x="341999" y="187126"/>
                  </a:moveTo>
                  <a:cubicBezTo>
                    <a:pt x="311926" y="208266"/>
                    <a:pt x="281782" y="229313"/>
                    <a:pt x="251214" y="249699"/>
                  </a:cubicBezTo>
                  <a:cubicBezTo>
                    <a:pt x="243342" y="254955"/>
                    <a:pt x="234056" y="258372"/>
                    <a:pt x="225006" y="261436"/>
                  </a:cubicBezTo>
                  <a:cubicBezTo>
                    <a:pt x="214801" y="264877"/>
                    <a:pt x="210040" y="259951"/>
                    <a:pt x="212986" y="249676"/>
                  </a:cubicBezTo>
                  <a:cubicBezTo>
                    <a:pt x="214636" y="243949"/>
                    <a:pt x="217417" y="239235"/>
                    <a:pt x="223757" y="236572"/>
                  </a:cubicBezTo>
                  <a:cubicBezTo>
                    <a:pt x="240703" y="229454"/>
                    <a:pt x="257766" y="222337"/>
                    <a:pt x="273981" y="213711"/>
                  </a:cubicBezTo>
                  <a:cubicBezTo>
                    <a:pt x="296842" y="201573"/>
                    <a:pt x="318878" y="187927"/>
                    <a:pt x="341457" y="175247"/>
                  </a:cubicBezTo>
                  <a:cubicBezTo>
                    <a:pt x="346642" y="172325"/>
                    <a:pt x="352581" y="170699"/>
                    <a:pt x="358167" y="168483"/>
                  </a:cubicBezTo>
                  <a:cubicBezTo>
                    <a:pt x="358756" y="169402"/>
                    <a:pt x="359369" y="170321"/>
                    <a:pt x="359958" y="171241"/>
                  </a:cubicBezTo>
                  <a:cubicBezTo>
                    <a:pt x="353972" y="176567"/>
                    <a:pt x="348480" y="182553"/>
                    <a:pt x="341999" y="18712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38" name="Google Shape;1538;p46"/>
            <p:cNvSpPr/>
            <p:nvPr/>
          </p:nvSpPr>
          <p:spPr>
            <a:xfrm>
              <a:off x="190581" y="2180046"/>
              <a:ext cx="1006655" cy="452263"/>
            </a:xfrm>
            <a:custGeom>
              <a:rect b="b" l="l" r="r" t="t"/>
              <a:pathLst>
                <a:path extrusionOk="0" h="452263" w="1006655">
                  <a:moveTo>
                    <a:pt x="12020" y="446890"/>
                  </a:moveTo>
                  <a:cubicBezTo>
                    <a:pt x="21777" y="438900"/>
                    <a:pt x="31794" y="431099"/>
                    <a:pt x="40726" y="422238"/>
                  </a:cubicBezTo>
                  <a:cubicBezTo>
                    <a:pt x="69031" y="394144"/>
                    <a:pt x="96465" y="365155"/>
                    <a:pt x="125077" y="337368"/>
                  </a:cubicBezTo>
                  <a:cubicBezTo>
                    <a:pt x="141362" y="321554"/>
                    <a:pt x="158709" y="306659"/>
                    <a:pt x="176668" y="292777"/>
                  </a:cubicBezTo>
                  <a:cubicBezTo>
                    <a:pt x="188900" y="283326"/>
                    <a:pt x="195334" y="285518"/>
                    <a:pt x="204313" y="297986"/>
                  </a:cubicBezTo>
                  <a:cubicBezTo>
                    <a:pt x="211172" y="307507"/>
                    <a:pt x="216734" y="309039"/>
                    <a:pt x="226114" y="302252"/>
                  </a:cubicBezTo>
                  <a:cubicBezTo>
                    <a:pt x="235305" y="295605"/>
                    <a:pt x="243649" y="287781"/>
                    <a:pt x="252416" y="280545"/>
                  </a:cubicBezTo>
                  <a:cubicBezTo>
                    <a:pt x="264719" y="270364"/>
                    <a:pt x="278223" y="262303"/>
                    <a:pt x="293590" y="257661"/>
                  </a:cubicBezTo>
                  <a:cubicBezTo>
                    <a:pt x="303677" y="254620"/>
                    <a:pt x="313717" y="254997"/>
                    <a:pt x="324888" y="258061"/>
                  </a:cubicBezTo>
                  <a:cubicBezTo>
                    <a:pt x="314330" y="272344"/>
                    <a:pt x="296088" y="277811"/>
                    <a:pt x="288499" y="294828"/>
                  </a:cubicBezTo>
                  <a:cubicBezTo>
                    <a:pt x="291280" y="295228"/>
                    <a:pt x="292223" y="295440"/>
                    <a:pt x="293165" y="295488"/>
                  </a:cubicBezTo>
                  <a:cubicBezTo>
                    <a:pt x="294155" y="295535"/>
                    <a:pt x="295239" y="295676"/>
                    <a:pt x="296111" y="295346"/>
                  </a:cubicBezTo>
                  <a:cubicBezTo>
                    <a:pt x="313246" y="289077"/>
                    <a:pt x="325407" y="277387"/>
                    <a:pt x="332972" y="260937"/>
                  </a:cubicBezTo>
                  <a:cubicBezTo>
                    <a:pt x="333561" y="259664"/>
                    <a:pt x="332666" y="256317"/>
                    <a:pt x="331700" y="255940"/>
                  </a:cubicBezTo>
                  <a:cubicBezTo>
                    <a:pt x="325878" y="253725"/>
                    <a:pt x="328259" y="249977"/>
                    <a:pt x="330050" y="247031"/>
                  </a:cubicBezTo>
                  <a:cubicBezTo>
                    <a:pt x="334033" y="240503"/>
                    <a:pt x="338676" y="234399"/>
                    <a:pt x="342753" y="227917"/>
                  </a:cubicBezTo>
                  <a:cubicBezTo>
                    <a:pt x="344709" y="224806"/>
                    <a:pt x="346005" y="221248"/>
                    <a:pt x="348598" y="215827"/>
                  </a:cubicBezTo>
                  <a:cubicBezTo>
                    <a:pt x="342659" y="216746"/>
                    <a:pt x="338746" y="216487"/>
                    <a:pt x="335659" y="217948"/>
                  </a:cubicBezTo>
                  <a:cubicBezTo>
                    <a:pt x="320293" y="225231"/>
                    <a:pt x="304950" y="232584"/>
                    <a:pt x="289984" y="240668"/>
                  </a:cubicBezTo>
                  <a:cubicBezTo>
                    <a:pt x="268914" y="252028"/>
                    <a:pt x="248315" y="264307"/>
                    <a:pt x="227198" y="275620"/>
                  </a:cubicBezTo>
                  <a:cubicBezTo>
                    <a:pt x="221424" y="278707"/>
                    <a:pt x="214542" y="279744"/>
                    <a:pt x="208178" y="281724"/>
                  </a:cubicBezTo>
                  <a:cubicBezTo>
                    <a:pt x="207707" y="281017"/>
                    <a:pt x="207236" y="280333"/>
                    <a:pt x="206764" y="279626"/>
                  </a:cubicBezTo>
                  <a:cubicBezTo>
                    <a:pt x="207471" y="277151"/>
                    <a:pt x="207636" y="274347"/>
                    <a:pt x="208980" y="272273"/>
                  </a:cubicBezTo>
                  <a:cubicBezTo>
                    <a:pt x="219303" y="256459"/>
                    <a:pt x="232029" y="243920"/>
                    <a:pt x="252062" y="241563"/>
                  </a:cubicBezTo>
                  <a:cubicBezTo>
                    <a:pt x="255409" y="241163"/>
                    <a:pt x="258897" y="239961"/>
                    <a:pt x="261820" y="238264"/>
                  </a:cubicBezTo>
                  <a:cubicBezTo>
                    <a:pt x="274405" y="230981"/>
                    <a:pt x="286826" y="223392"/>
                    <a:pt x="299270" y="215874"/>
                  </a:cubicBezTo>
                  <a:cubicBezTo>
                    <a:pt x="309404" y="209746"/>
                    <a:pt x="319208" y="203006"/>
                    <a:pt x="329673" y="197561"/>
                  </a:cubicBezTo>
                  <a:cubicBezTo>
                    <a:pt x="337050" y="193720"/>
                    <a:pt x="344992" y="191410"/>
                    <a:pt x="353759" y="195582"/>
                  </a:cubicBezTo>
                  <a:cubicBezTo>
                    <a:pt x="359864" y="198504"/>
                    <a:pt x="363446" y="195700"/>
                    <a:pt x="364672" y="188888"/>
                  </a:cubicBezTo>
                  <a:cubicBezTo>
                    <a:pt x="366086" y="181087"/>
                    <a:pt x="370870" y="176350"/>
                    <a:pt x="378836" y="175054"/>
                  </a:cubicBezTo>
                  <a:cubicBezTo>
                    <a:pt x="382489" y="174465"/>
                    <a:pt x="386260" y="174323"/>
                    <a:pt x="389866" y="173545"/>
                  </a:cubicBezTo>
                  <a:cubicBezTo>
                    <a:pt x="398751" y="171636"/>
                    <a:pt x="406953" y="168195"/>
                    <a:pt x="411949" y="160064"/>
                  </a:cubicBezTo>
                  <a:cubicBezTo>
                    <a:pt x="413151" y="158108"/>
                    <a:pt x="413693" y="154337"/>
                    <a:pt x="412586" y="152711"/>
                  </a:cubicBezTo>
                  <a:cubicBezTo>
                    <a:pt x="411431" y="150991"/>
                    <a:pt x="407896" y="150001"/>
                    <a:pt x="405492" y="150142"/>
                  </a:cubicBezTo>
                  <a:cubicBezTo>
                    <a:pt x="390290" y="151038"/>
                    <a:pt x="388334" y="149317"/>
                    <a:pt x="388570" y="134069"/>
                  </a:cubicBezTo>
                  <a:cubicBezTo>
                    <a:pt x="388711" y="125231"/>
                    <a:pt x="386378" y="123581"/>
                    <a:pt x="378553" y="127045"/>
                  </a:cubicBezTo>
                  <a:cubicBezTo>
                    <a:pt x="373887" y="129096"/>
                    <a:pt x="368749" y="131618"/>
                    <a:pt x="365614" y="125584"/>
                  </a:cubicBezTo>
                  <a:cubicBezTo>
                    <a:pt x="362503" y="119598"/>
                    <a:pt x="365897" y="115026"/>
                    <a:pt x="371200" y="112150"/>
                  </a:cubicBezTo>
                  <a:cubicBezTo>
                    <a:pt x="382913" y="105787"/>
                    <a:pt x="395263" y="104844"/>
                    <a:pt x="407660" y="109628"/>
                  </a:cubicBezTo>
                  <a:cubicBezTo>
                    <a:pt x="410182" y="110618"/>
                    <a:pt x="413741" y="114955"/>
                    <a:pt x="413246" y="116722"/>
                  </a:cubicBezTo>
                  <a:cubicBezTo>
                    <a:pt x="411195" y="123958"/>
                    <a:pt x="415603" y="124712"/>
                    <a:pt x="420269" y="124524"/>
                  </a:cubicBezTo>
                  <a:cubicBezTo>
                    <a:pt x="430356" y="124123"/>
                    <a:pt x="440443" y="123180"/>
                    <a:pt x="450531" y="122261"/>
                  </a:cubicBezTo>
                  <a:cubicBezTo>
                    <a:pt x="456918" y="121672"/>
                    <a:pt x="463281" y="120729"/>
                    <a:pt x="469645" y="119928"/>
                  </a:cubicBezTo>
                  <a:cubicBezTo>
                    <a:pt x="470375" y="121177"/>
                    <a:pt x="471106" y="122450"/>
                    <a:pt x="471836" y="123699"/>
                  </a:cubicBezTo>
                  <a:cubicBezTo>
                    <a:pt x="469173" y="125396"/>
                    <a:pt x="466345" y="126880"/>
                    <a:pt x="463870" y="128837"/>
                  </a:cubicBezTo>
                  <a:cubicBezTo>
                    <a:pt x="458049" y="133432"/>
                    <a:pt x="452228" y="138099"/>
                    <a:pt x="446736" y="143072"/>
                  </a:cubicBezTo>
                  <a:cubicBezTo>
                    <a:pt x="445134" y="144533"/>
                    <a:pt x="443389" y="147620"/>
                    <a:pt x="443955" y="149152"/>
                  </a:cubicBezTo>
                  <a:cubicBezTo>
                    <a:pt x="444544" y="150802"/>
                    <a:pt x="447679" y="152263"/>
                    <a:pt x="449847" y="152523"/>
                  </a:cubicBezTo>
                  <a:cubicBezTo>
                    <a:pt x="456965" y="153347"/>
                    <a:pt x="464177" y="154196"/>
                    <a:pt x="471294" y="153960"/>
                  </a:cubicBezTo>
                  <a:cubicBezTo>
                    <a:pt x="506175" y="152758"/>
                    <a:pt x="541033" y="150708"/>
                    <a:pt x="575937" y="149907"/>
                  </a:cubicBezTo>
                  <a:cubicBezTo>
                    <a:pt x="634410" y="148563"/>
                    <a:pt x="692647" y="152051"/>
                    <a:pt x="750649" y="159923"/>
                  </a:cubicBezTo>
                  <a:cubicBezTo>
                    <a:pt x="804267" y="167206"/>
                    <a:pt x="857177" y="177576"/>
                    <a:pt x="909169" y="192683"/>
                  </a:cubicBezTo>
                  <a:cubicBezTo>
                    <a:pt x="916027" y="194686"/>
                    <a:pt x="922909" y="196784"/>
                    <a:pt x="929909" y="198056"/>
                  </a:cubicBezTo>
                  <a:cubicBezTo>
                    <a:pt x="933208" y="198669"/>
                    <a:pt x="936838" y="197420"/>
                    <a:pt x="940326" y="197019"/>
                  </a:cubicBezTo>
                  <a:cubicBezTo>
                    <a:pt x="939053" y="193531"/>
                    <a:pt x="938676" y="189218"/>
                    <a:pt x="936343" y="186767"/>
                  </a:cubicBezTo>
                  <a:cubicBezTo>
                    <a:pt x="932855" y="183138"/>
                    <a:pt x="928330" y="179791"/>
                    <a:pt x="923616" y="178283"/>
                  </a:cubicBezTo>
                  <a:cubicBezTo>
                    <a:pt x="916428" y="175973"/>
                    <a:pt x="908721" y="175360"/>
                    <a:pt x="901226" y="173993"/>
                  </a:cubicBezTo>
                  <a:cubicBezTo>
                    <a:pt x="892577" y="172438"/>
                    <a:pt x="891563" y="169704"/>
                    <a:pt x="897055" y="162893"/>
                  </a:cubicBezTo>
                  <a:cubicBezTo>
                    <a:pt x="905799" y="151981"/>
                    <a:pt x="917253" y="150849"/>
                    <a:pt x="929178" y="155327"/>
                  </a:cubicBezTo>
                  <a:cubicBezTo>
                    <a:pt x="943225" y="160630"/>
                    <a:pt x="956565" y="167818"/>
                    <a:pt x="970682" y="172956"/>
                  </a:cubicBezTo>
                  <a:cubicBezTo>
                    <a:pt x="979049" y="175997"/>
                    <a:pt x="988240" y="177175"/>
                    <a:pt x="997173" y="178236"/>
                  </a:cubicBezTo>
                  <a:cubicBezTo>
                    <a:pt x="1002405" y="178848"/>
                    <a:pt x="1006435" y="175384"/>
                    <a:pt x="1006647" y="169892"/>
                  </a:cubicBezTo>
                  <a:cubicBezTo>
                    <a:pt x="1006883" y="163906"/>
                    <a:pt x="1002051" y="162068"/>
                    <a:pt x="997149" y="161596"/>
                  </a:cubicBezTo>
                  <a:cubicBezTo>
                    <a:pt x="974618" y="159428"/>
                    <a:pt x="953972" y="151108"/>
                    <a:pt x="934010" y="141375"/>
                  </a:cubicBezTo>
                  <a:cubicBezTo>
                    <a:pt x="898398" y="123981"/>
                    <a:pt x="861632" y="109958"/>
                    <a:pt x="823380" y="99800"/>
                  </a:cubicBezTo>
                  <a:cubicBezTo>
                    <a:pt x="770941" y="85872"/>
                    <a:pt x="718101" y="74842"/>
                    <a:pt x="663305" y="78306"/>
                  </a:cubicBezTo>
                  <a:cubicBezTo>
                    <a:pt x="661584" y="78424"/>
                    <a:pt x="659840" y="78047"/>
                    <a:pt x="656046" y="77741"/>
                  </a:cubicBezTo>
                  <a:cubicBezTo>
                    <a:pt x="664035" y="74465"/>
                    <a:pt x="670045" y="72296"/>
                    <a:pt x="675796" y="69586"/>
                  </a:cubicBezTo>
                  <a:cubicBezTo>
                    <a:pt x="704644" y="55963"/>
                    <a:pt x="734599" y="54219"/>
                    <a:pt x="765544" y="60300"/>
                  </a:cubicBezTo>
                  <a:cubicBezTo>
                    <a:pt x="799812" y="67041"/>
                    <a:pt x="832548" y="78613"/>
                    <a:pt x="865025" y="91080"/>
                  </a:cubicBezTo>
                  <a:cubicBezTo>
                    <a:pt x="899529" y="104326"/>
                    <a:pt x="933585" y="118938"/>
                    <a:pt x="969951" y="126668"/>
                  </a:cubicBezTo>
                  <a:cubicBezTo>
                    <a:pt x="977635" y="128294"/>
                    <a:pt x="985601" y="130793"/>
                    <a:pt x="994934" y="126975"/>
                  </a:cubicBezTo>
                  <a:cubicBezTo>
                    <a:pt x="992270" y="124076"/>
                    <a:pt x="990691" y="121577"/>
                    <a:pt x="988429" y="120022"/>
                  </a:cubicBezTo>
                  <a:cubicBezTo>
                    <a:pt x="983126" y="116416"/>
                    <a:pt x="977729" y="112857"/>
                    <a:pt x="972025" y="109982"/>
                  </a:cubicBezTo>
                  <a:cubicBezTo>
                    <a:pt x="924559" y="85919"/>
                    <a:pt x="875466" y="65980"/>
                    <a:pt x="823687" y="53371"/>
                  </a:cubicBezTo>
                  <a:cubicBezTo>
                    <a:pt x="775325" y="41587"/>
                    <a:pt x="726727" y="30698"/>
                    <a:pt x="678153" y="19810"/>
                  </a:cubicBezTo>
                  <a:cubicBezTo>
                    <a:pt x="671059" y="18207"/>
                    <a:pt x="663470" y="18796"/>
                    <a:pt x="656117" y="18372"/>
                  </a:cubicBezTo>
                  <a:cubicBezTo>
                    <a:pt x="655975" y="19173"/>
                    <a:pt x="655834" y="19998"/>
                    <a:pt x="655692" y="20800"/>
                  </a:cubicBezTo>
                  <a:cubicBezTo>
                    <a:pt x="658850" y="23463"/>
                    <a:pt x="662244" y="25914"/>
                    <a:pt x="665120" y="28860"/>
                  </a:cubicBezTo>
                  <a:cubicBezTo>
                    <a:pt x="668254" y="32065"/>
                    <a:pt x="671365" y="35742"/>
                    <a:pt x="667971" y="40573"/>
                  </a:cubicBezTo>
                  <a:cubicBezTo>
                    <a:pt x="664389" y="45688"/>
                    <a:pt x="658945" y="47856"/>
                    <a:pt x="653783" y="44627"/>
                  </a:cubicBezTo>
                  <a:cubicBezTo>
                    <a:pt x="649447" y="41917"/>
                    <a:pt x="646359" y="37085"/>
                    <a:pt x="643060" y="32914"/>
                  </a:cubicBezTo>
                  <a:cubicBezTo>
                    <a:pt x="639289" y="28106"/>
                    <a:pt x="636390" y="22544"/>
                    <a:pt x="632218" y="18136"/>
                  </a:cubicBezTo>
                  <a:cubicBezTo>
                    <a:pt x="627575" y="13234"/>
                    <a:pt x="621118" y="10359"/>
                    <a:pt x="614778" y="14153"/>
                  </a:cubicBezTo>
                  <a:cubicBezTo>
                    <a:pt x="608297" y="18042"/>
                    <a:pt x="609970" y="24759"/>
                    <a:pt x="611596" y="30934"/>
                  </a:cubicBezTo>
                  <a:cubicBezTo>
                    <a:pt x="612350" y="33786"/>
                    <a:pt x="613269" y="36755"/>
                    <a:pt x="613128" y="39607"/>
                  </a:cubicBezTo>
                  <a:cubicBezTo>
                    <a:pt x="613010" y="41823"/>
                    <a:pt x="611902" y="44556"/>
                    <a:pt x="610300" y="46065"/>
                  </a:cubicBezTo>
                  <a:cubicBezTo>
                    <a:pt x="603041" y="52923"/>
                    <a:pt x="581523" y="49176"/>
                    <a:pt x="577139" y="40243"/>
                  </a:cubicBezTo>
                  <a:cubicBezTo>
                    <a:pt x="575937" y="37792"/>
                    <a:pt x="575631" y="34469"/>
                    <a:pt x="576032" y="31688"/>
                  </a:cubicBezTo>
                  <a:cubicBezTo>
                    <a:pt x="577493" y="21625"/>
                    <a:pt x="575160" y="17807"/>
                    <a:pt x="565025" y="17524"/>
                  </a:cubicBezTo>
                  <a:cubicBezTo>
                    <a:pt x="556446" y="17288"/>
                    <a:pt x="547679" y="17665"/>
                    <a:pt x="539242" y="19173"/>
                  </a:cubicBezTo>
                  <a:cubicBezTo>
                    <a:pt x="522791" y="22096"/>
                    <a:pt x="507189" y="27587"/>
                    <a:pt x="494674" y="39348"/>
                  </a:cubicBezTo>
                  <a:cubicBezTo>
                    <a:pt x="492058" y="41799"/>
                    <a:pt x="490361" y="45264"/>
                    <a:pt x="488263" y="48280"/>
                  </a:cubicBezTo>
                  <a:cubicBezTo>
                    <a:pt x="488735" y="49176"/>
                    <a:pt x="489230" y="50071"/>
                    <a:pt x="489701" y="50967"/>
                  </a:cubicBezTo>
                  <a:cubicBezTo>
                    <a:pt x="503559" y="49647"/>
                    <a:pt x="517441" y="48351"/>
                    <a:pt x="531299" y="47031"/>
                  </a:cubicBezTo>
                  <a:cubicBezTo>
                    <a:pt x="526114" y="50519"/>
                    <a:pt x="520646" y="52711"/>
                    <a:pt x="515697" y="55799"/>
                  </a:cubicBezTo>
                  <a:cubicBezTo>
                    <a:pt x="509734" y="59522"/>
                    <a:pt x="510017" y="64118"/>
                    <a:pt x="516592" y="66475"/>
                  </a:cubicBezTo>
                  <a:cubicBezTo>
                    <a:pt x="522791" y="68690"/>
                    <a:pt x="529508" y="70647"/>
                    <a:pt x="535989" y="70694"/>
                  </a:cubicBezTo>
                  <a:cubicBezTo>
                    <a:pt x="559699" y="70835"/>
                    <a:pt x="583432" y="70317"/>
                    <a:pt x="607165" y="69680"/>
                  </a:cubicBezTo>
                  <a:cubicBezTo>
                    <a:pt x="620411" y="69327"/>
                    <a:pt x="633632" y="68313"/>
                    <a:pt x="646854" y="67583"/>
                  </a:cubicBezTo>
                  <a:cubicBezTo>
                    <a:pt x="635494" y="71872"/>
                    <a:pt x="623946" y="74959"/>
                    <a:pt x="612350" y="77835"/>
                  </a:cubicBezTo>
                  <a:cubicBezTo>
                    <a:pt x="578648" y="86154"/>
                    <a:pt x="544851" y="92942"/>
                    <a:pt x="509875" y="85895"/>
                  </a:cubicBezTo>
                  <a:cubicBezTo>
                    <a:pt x="505115" y="84929"/>
                    <a:pt x="499812" y="84952"/>
                    <a:pt x="495145" y="86060"/>
                  </a:cubicBezTo>
                  <a:cubicBezTo>
                    <a:pt x="491869" y="86838"/>
                    <a:pt x="487580" y="89690"/>
                    <a:pt x="486614" y="92589"/>
                  </a:cubicBezTo>
                  <a:cubicBezTo>
                    <a:pt x="484233" y="99683"/>
                    <a:pt x="479331" y="103430"/>
                    <a:pt x="472921" y="104773"/>
                  </a:cubicBezTo>
                  <a:cubicBezTo>
                    <a:pt x="466227" y="106187"/>
                    <a:pt x="459227" y="106541"/>
                    <a:pt x="452345" y="106494"/>
                  </a:cubicBezTo>
                  <a:cubicBezTo>
                    <a:pt x="440656" y="106447"/>
                    <a:pt x="437050" y="101686"/>
                    <a:pt x="440019" y="90467"/>
                  </a:cubicBezTo>
                  <a:cubicBezTo>
                    <a:pt x="448150" y="59829"/>
                    <a:pt x="463022" y="33338"/>
                    <a:pt x="487981" y="13022"/>
                  </a:cubicBezTo>
                  <a:cubicBezTo>
                    <a:pt x="491327" y="10288"/>
                    <a:pt x="493731" y="6399"/>
                    <a:pt x="497431" y="2039"/>
                  </a:cubicBezTo>
                  <a:cubicBezTo>
                    <a:pt x="493401" y="955"/>
                    <a:pt x="491469" y="-129"/>
                    <a:pt x="489654" y="12"/>
                  </a:cubicBezTo>
                  <a:cubicBezTo>
                    <a:pt x="470658" y="1544"/>
                    <a:pt x="451780" y="4090"/>
                    <a:pt x="434999" y="13941"/>
                  </a:cubicBezTo>
                  <a:cubicBezTo>
                    <a:pt x="427316" y="18466"/>
                    <a:pt x="425454" y="25136"/>
                    <a:pt x="427599" y="33856"/>
                  </a:cubicBezTo>
                  <a:cubicBezTo>
                    <a:pt x="428353" y="36944"/>
                    <a:pt x="429366" y="40149"/>
                    <a:pt x="429296" y="43260"/>
                  </a:cubicBezTo>
                  <a:cubicBezTo>
                    <a:pt x="429107" y="51179"/>
                    <a:pt x="422862" y="55469"/>
                    <a:pt x="416192" y="51462"/>
                  </a:cubicBezTo>
                  <a:cubicBezTo>
                    <a:pt x="410960" y="48351"/>
                    <a:pt x="406293" y="43519"/>
                    <a:pt x="402852" y="38429"/>
                  </a:cubicBezTo>
                  <a:cubicBezTo>
                    <a:pt x="399623" y="33644"/>
                    <a:pt x="396677" y="29520"/>
                    <a:pt x="390667" y="28789"/>
                  </a:cubicBezTo>
                  <a:cubicBezTo>
                    <a:pt x="370257" y="26291"/>
                    <a:pt x="351355" y="30510"/>
                    <a:pt x="334834" y="42860"/>
                  </a:cubicBezTo>
                  <a:cubicBezTo>
                    <a:pt x="332359" y="44721"/>
                    <a:pt x="330969" y="50307"/>
                    <a:pt x="331652" y="53654"/>
                  </a:cubicBezTo>
                  <a:cubicBezTo>
                    <a:pt x="332878" y="59734"/>
                    <a:pt x="330545" y="62775"/>
                    <a:pt x="325619" y="64519"/>
                  </a:cubicBezTo>
                  <a:cubicBezTo>
                    <a:pt x="322414" y="65650"/>
                    <a:pt x="318878" y="65886"/>
                    <a:pt x="315461" y="66357"/>
                  </a:cubicBezTo>
                  <a:cubicBezTo>
                    <a:pt x="308862" y="67253"/>
                    <a:pt x="302145" y="67535"/>
                    <a:pt x="295687" y="68973"/>
                  </a:cubicBezTo>
                  <a:cubicBezTo>
                    <a:pt x="253264" y="78495"/>
                    <a:pt x="213411" y="94851"/>
                    <a:pt x="175018" y="115026"/>
                  </a:cubicBezTo>
                  <a:cubicBezTo>
                    <a:pt x="162668" y="121507"/>
                    <a:pt x="151473" y="129284"/>
                    <a:pt x="143154" y="141021"/>
                  </a:cubicBezTo>
                  <a:cubicBezTo>
                    <a:pt x="138534" y="147526"/>
                    <a:pt x="132100" y="151863"/>
                    <a:pt x="122885" y="150873"/>
                  </a:cubicBezTo>
                  <a:cubicBezTo>
                    <a:pt x="116074" y="150142"/>
                    <a:pt x="112633" y="155233"/>
                    <a:pt x="109804" y="163505"/>
                  </a:cubicBezTo>
                  <a:cubicBezTo>
                    <a:pt x="117276" y="161832"/>
                    <a:pt x="123380" y="161337"/>
                    <a:pt x="128824" y="159122"/>
                  </a:cubicBezTo>
                  <a:cubicBezTo>
                    <a:pt x="159651" y="146560"/>
                    <a:pt x="190290" y="133527"/>
                    <a:pt x="221070" y="120776"/>
                  </a:cubicBezTo>
                  <a:cubicBezTo>
                    <a:pt x="251355" y="108238"/>
                    <a:pt x="281381" y="95040"/>
                    <a:pt x="313717" y="88040"/>
                  </a:cubicBezTo>
                  <a:cubicBezTo>
                    <a:pt x="331016" y="84293"/>
                    <a:pt x="346053" y="75855"/>
                    <a:pt x="355739" y="59970"/>
                  </a:cubicBezTo>
                  <a:cubicBezTo>
                    <a:pt x="357035" y="57825"/>
                    <a:pt x="359133" y="56176"/>
                    <a:pt x="361113" y="53984"/>
                  </a:cubicBezTo>
                  <a:cubicBezTo>
                    <a:pt x="370328" y="73098"/>
                    <a:pt x="359793" y="94922"/>
                    <a:pt x="339053" y="102110"/>
                  </a:cubicBezTo>
                  <a:cubicBezTo>
                    <a:pt x="310630" y="111962"/>
                    <a:pt x="281853" y="120988"/>
                    <a:pt x="253995" y="132254"/>
                  </a:cubicBezTo>
                  <a:cubicBezTo>
                    <a:pt x="218784" y="146466"/>
                    <a:pt x="184280" y="162421"/>
                    <a:pt x="149635" y="178000"/>
                  </a:cubicBezTo>
                  <a:cubicBezTo>
                    <a:pt x="143012" y="180969"/>
                    <a:pt x="136625" y="184623"/>
                    <a:pt x="133561" y="192471"/>
                  </a:cubicBezTo>
                  <a:cubicBezTo>
                    <a:pt x="132477" y="195275"/>
                    <a:pt x="128093" y="197609"/>
                    <a:pt x="124747" y="198528"/>
                  </a:cubicBezTo>
                  <a:cubicBezTo>
                    <a:pt x="118619" y="200225"/>
                    <a:pt x="111973" y="200060"/>
                    <a:pt x="105869" y="201827"/>
                  </a:cubicBezTo>
                  <a:cubicBezTo>
                    <a:pt x="96536" y="204514"/>
                    <a:pt x="87203" y="207578"/>
                    <a:pt x="78412" y="211679"/>
                  </a:cubicBezTo>
                  <a:cubicBezTo>
                    <a:pt x="73392" y="214012"/>
                    <a:pt x="70846" y="219409"/>
                    <a:pt x="70493" y="226598"/>
                  </a:cubicBezTo>
                  <a:cubicBezTo>
                    <a:pt x="74617" y="224759"/>
                    <a:pt x="77587" y="222803"/>
                    <a:pt x="80816" y="222120"/>
                  </a:cubicBezTo>
                  <a:cubicBezTo>
                    <a:pt x="84586" y="221342"/>
                    <a:pt x="88569" y="221719"/>
                    <a:pt x="92458" y="221578"/>
                  </a:cubicBezTo>
                  <a:cubicBezTo>
                    <a:pt x="92364" y="225961"/>
                    <a:pt x="93000" y="230510"/>
                    <a:pt x="91916" y="234634"/>
                  </a:cubicBezTo>
                  <a:cubicBezTo>
                    <a:pt x="91186" y="237439"/>
                    <a:pt x="88475" y="240220"/>
                    <a:pt x="85930" y="241964"/>
                  </a:cubicBezTo>
                  <a:cubicBezTo>
                    <a:pt x="77822" y="247526"/>
                    <a:pt x="69762" y="253418"/>
                    <a:pt x="60947" y="257590"/>
                  </a:cubicBezTo>
                  <a:cubicBezTo>
                    <a:pt x="51756" y="261950"/>
                    <a:pt x="41692" y="264425"/>
                    <a:pt x="30827" y="255964"/>
                  </a:cubicBezTo>
                  <a:cubicBezTo>
                    <a:pt x="33231" y="271754"/>
                    <a:pt x="38605" y="284246"/>
                    <a:pt x="47372" y="296100"/>
                  </a:cubicBezTo>
                  <a:cubicBezTo>
                    <a:pt x="50931" y="293437"/>
                    <a:pt x="54042" y="291410"/>
                    <a:pt x="56776" y="288983"/>
                  </a:cubicBezTo>
                  <a:cubicBezTo>
                    <a:pt x="76008" y="271849"/>
                    <a:pt x="94980" y="254432"/>
                    <a:pt x="114353" y="237463"/>
                  </a:cubicBezTo>
                  <a:cubicBezTo>
                    <a:pt x="174193" y="185070"/>
                    <a:pt x="241740" y="146772"/>
                    <a:pt x="318973" y="126433"/>
                  </a:cubicBezTo>
                  <a:cubicBezTo>
                    <a:pt x="323026" y="125372"/>
                    <a:pt x="327269" y="124948"/>
                    <a:pt x="331440" y="124241"/>
                  </a:cubicBezTo>
                  <a:cubicBezTo>
                    <a:pt x="331770" y="124995"/>
                    <a:pt x="332124" y="125749"/>
                    <a:pt x="332454" y="126527"/>
                  </a:cubicBezTo>
                  <a:cubicBezTo>
                    <a:pt x="329178" y="129261"/>
                    <a:pt x="326232" y="132607"/>
                    <a:pt x="322555" y="134658"/>
                  </a:cubicBezTo>
                  <a:cubicBezTo>
                    <a:pt x="303135" y="145452"/>
                    <a:pt x="283903" y="156671"/>
                    <a:pt x="263894" y="166286"/>
                  </a:cubicBezTo>
                  <a:cubicBezTo>
                    <a:pt x="243743" y="175973"/>
                    <a:pt x="223568" y="185966"/>
                    <a:pt x="200778" y="189053"/>
                  </a:cubicBezTo>
                  <a:cubicBezTo>
                    <a:pt x="196583" y="189619"/>
                    <a:pt x="192741" y="195275"/>
                    <a:pt x="189394" y="199164"/>
                  </a:cubicBezTo>
                  <a:cubicBezTo>
                    <a:pt x="185836" y="203265"/>
                    <a:pt x="183903" y="209228"/>
                    <a:pt x="179731" y="212268"/>
                  </a:cubicBezTo>
                  <a:cubicBezTo>
                    <a:pt x="173674" y="216699"/>
                    <a:pt x="166085" y="218985"/>
                    <a:pt x="159416" y="222638"/>
                  </a:cubicBezTo>
                  <a:cubicBezTo>
                    <a:pt x="154278" y="225443"/>
                    <a:pt x="148975" y="228365"/>
                    <a:pt x="144827" y="232372"/>
                  </a:cubicBezTo>
                  <a:cubicBezTo>
                    <a:pt x="142753" y="234399"/>
                    <a:pt x="141928" y="239207"/>
                    <a:pt x="142611" y="242294"/>
                  </a:cubicBezTo>
                  <a:cubicBezTo>
                    <a:pt x="144379" y="250519"/>
                    <a:pt x="142682" y="253371"/>
                    <a:pt x="134693" y="255304"/>
                  </a:cubicBezTo>
                  <a:cubicBezTo>
                    <a:pt x="129083" y="256671"/>
                    <a:pt x="123026" y="258344"/>
                    <a:pt x="118501" y="261714"/>
                  </a:cubicBezTo>
                  <a:cubicBezTo>
                    <a:pt x="82347" y="288676"/>
                    <a:pt x="51143" y="320706"/>
                    <a:pt x="23757" y="356482"/>
                  </a:cubicBezTo>
                  <a:cubicBezTo>
                    <a:pt x="20646" y="360536"/>
                    <a:pt x="18784" y="365556"/>
                    <a:pt x="16333" y="370128"/>
                  </a:cubicBezTo>
                  <a:cubicBezTo>
                    <a:pt x="17040" y="370741"/>
                    <a:pt x="17770" y="371377"/>
                    <a:pt x="18478" y="371990"/>
                  </a:cubicBezTo>
                  <a:cubicBezTo>
                    <a:pt x="22225" y="369515"/>
                    <a:pt x="26302" y="367418"/>
                    <a:pt x="29696" y="364542"/>
                  </a:cubicBezTo>
                  <a:cubicBezTo>
                    <a:pt x="58308" y="340126"/>
                    <a:pt x="86731" y="315450"/>
                    <a:pt x="115367" y="291057"/>
                  </a:cubicBezTo>
                  <a:cubicBezTo>
                    <a:pt x="138346" y="271495"/>
                    <a:pt x="161537" y="252122"/>
                    <a:pt x="184775" y="232843"/>
                  </a:cubicBezTo>
                  <a:cubicBezTo>
                    <a:pt x="189701" y="228742"/>
                    <a:pt x="196041" y="225348"/>
                    <a:pt x="201273" y="231288"/>
                  </a:cubicBezTo>
                  <a:cubicBezTo>
                    <a:pt x="205892" y="236520"/>
                    <a:pt x="201815" y="242506"/>
                    <a:pt x="198185" y="246560"/>
                  </a:cubicBezTo>
                  <a:cubicBezTo>
                    <a:pt x="188452" y="257378"/>
                    <a:pt x="178977" y="268761"/>
                    <a:pt x="167688" y="277788"/>
                  </a:cubicBezTo>
                  <a:cubicBezTo>
                    <a:pt x="128188" y="309416"/>
                    <a:pt x="89984" y="342459"/>
                    <a:pt x="55503" y="379508"/>
                  </a:cubicBezTo>
                  <a:cubicBezTo>
                    <a:pt x="38346" y="397962"/>
                    <a:pt x="22626" y="417760"/>
                    <a:pt x="6599" y="437251"/>
                  </a:cubicBezTo>
                  <a:cubicBezTo>
                    <a:pt x="3559" y="440951"/>
                    <a:pt x="2168" y="446018"/>
                    <a:pt x="0" y="450472"/>
                  </a:cubicBezTo>
                  <a:cubicBezTo>
                    <a:pt x="660" y="451062"/>
                    <a:pt x="1343" y="451674"/>
                    <a:pt x="2003" y="452263"/>
                  </a:cubicBezTo>
                  <a:cubicBezTo>
                    <a:pt x="5468" y="450590"/>
                    <a:pt x="9144" y="449247"/>
                    <a:pt x="12020" y="446890"/>
                  </a:cubicBezTo>
                  <a:close/>
                  <a:moveTo>
                    <a:pt x="522508" y="114248"/>
                  </a:moveTo>
                  <a:cubicBezTo>
                    <a:pt x="571342" y="111042"/>
                    <a:pt x="620198" y="107366"/>
                    <a:pt x="669103" y="105905"/>
                  </a:cubicBezTo>
                  <a:cubicBezTo>
                    <a:pt x="702428" y="104915"/>
                    <a:pt x="735966" y="106022"/>
                    <a:pt x="769197" y="108662"/>
                  </a:cubicBezTo>
                  <a:cubicBezTo>
                    <a:pt x="788429" y="110194"/>
                    <a:pt x="807354" y="116204"/>
                    <a:pt x="826232" y="120988"/>
                  </a:cubicBezTo>
                  <a:cubicBezTo>
                    <a:pt x="842447" y="125089"/>
                    <a:pt x="858403" y="130180"/>
                    <a:pt x="874406" y="135035"/>
                  </a:cubicBezTo>
                  <a:cubicBezTo>
                    <a:pt x="877187" y="135883"/>
                    <a:pt x="879803" y="137486"/>
                    <a:pt x="882325" y="138994"/>
                  </a:cubicBezTo>
                  <a:cubicBezTo>
                    <a:pt x="892435" y="145004"/>
                    <a:pt x="893449" y="150944"/>
                    <a:pt x="886166" y="160088"/>
                  </a:cubicBezTo>
                  <a:cubicBezTo>
                    <a:pt x="879190" y="168879"/>
                    <a:pt x="865733" y="172343"/>
                    <a:pt x="856918" y="161879"/>
                  </a:cubicBezTo>
                  <a:cubicBezTo>
                    <a:pt x="848622" y="152051"/>
                    <a:pt x="835165" y="150236"/>
                    <a:pt x="823145" y="148540"/>
                  </a:cubicBezTo>
                  <a:cubicBezTo>
                    <a:pt x="786520" y="143355"/>
                    <a:pt x="749824" y="137392"/>
                    <a:pt x="712963" y="135294"/>
                  </a:cubicBezTo>
                  <a:cubicBezTo>
                    <a:pt x="656659" y="132089"/>
                    <a:pt x="600189" y="131971"/>
                    <a:pt x="543790" y="130251"/>
                  </a:cubicBezTo>
                  <a:cubicBezTo>
                    <a:pt x="531959" y="129897"/>
                    <a:pt x="520128" y="128530"/>
                    <a:pt x="508344" y="127281"/>
                  </a:cubicBezTo>
                  <a:cubicBezTo>
                    <a:pt x="505091" y="126927"/>
                    <a:pt x="501980" y="125348"/>
                    <a:pt x="497243" y="123840"/>
                  </a:cubicBezTo>
                  <a:cubicBezTo>
                    <a:pt x="505233" y="115450"/>
                    <a:pt x="514212" y="114790"/>
                    <a:pt x="522508" y="114248"/>
                  </a:cubicBezTo>
                  <a:close/>
                  <a:moveTo>
                    <a:pt x="214188" y="222379"/>
                  </a:moveTo>
                  <a:cubicBezTo>
                    <a:pt x="222956" y="215615"/>
                    <a:pt x="231652" y="208544"/>
                    <a:pt x="241150" y="202959"/>
                  </a:cubicBezTo>
                  <a:cubicBezTo>
                    <a:pt x="275631" y="182690"/>
                    <a:pt x="311242" y="164707"/>
                    <a:pt x="349847" y="153489"/>
                  </a:cubicBezTo>
                  <a:cubicBezTo>
                    <a:pt x="356281" y="151627"/>
                    <a:pt x="363210" y="151415"/>
                    <a:pt x="369927" y="150449"/>
                  </a:cubicBezTo>
                  <a:cubicBezTo>
                    <a:pt x="370399" y="151344"/>
                    <a:pt x="370870" y="152216"/>
                    <a:pt x="371365" y="153112"/>
                  </a:cubicBezTo>
                  <a:cubicBezTo>
                    <a:pt x="367806" y="156435"/>
                    <a:pt x="364648" y="160465"/>
                    <a:pt x="360571" y="162963"/>
                  </a:cubicBezTo>
                  <a:cubicBezTo>
                    <a:pt x="344803" y="172626"/>
                    <a:pt x="329083" y="182431"/>
                    <a:pt x="312751" y="191033"/>
                  </a:cubicBezTo>
                  <a:cubicBezTo>
                    <a:pt x="283550" y="206447"/>
                    <a:pt x="253854" y="220894"/>
                    <a:pt x="222036" y="230345"/>
                  </a:cubicBezTo>
                  <a:cubicBezTo>
                    <a:pt x="218407" y="231429"/>
                    <a:pt x="214518" y="231618"/>
                    <a:pt x="210747" y="232207"/>
                  </a:cubicBezTo>
                  <a:cubicBezTo>
                    <a:pt x="210205" y="231382"/>
                    <a:pt x="209640" y="230581"/>
                    <a:pt x="209098" y="229756"/>
                  </a:cubicBezTo>
                  <a:cubicBezTo>
                    <a:pt x="210771" y="227234"/>
                    <a:pt x="211949" y="224123"/>
                    <a:pt x="214188" y="22237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39" name="Google Shape;1539;p46"/>
            <p:cNvSpPr/>
            <p:nvPr/>
          </p:nvSpPr>
          <p:spPr>
            <a:xfrm>
              <a:off x="169229" y="2355877"/>
              <a:ext cx="1154991" cy="545553"/>
            </a:xfrm>
            <a:custGeom>
              <a:rect b="b" l="l" r="r" t="t"/>
              <a:pathLst>
                <a:path extrusionOk="0" h="545553" w="1154991">
                  <a:moveTo>
                    <a:pt x="21541" y="418383"/>
                  </a:moveTo>
                  <a:cubicBezTo>
                    <a:pt x="22083" y="410606"/>
                    <a:pt x="27032" y="407024"/>
                    <a:pt x="33584" y="405138"/>
                  </a:cubicBezTo>
                  <a:cubicBezTo>
                    <a:pt x="37331" y="404077"/>
                    <a:pt x="41338" y="403960"/>
                    <a:pt x="45227" y="403488"/>
                  </a:cubicBezTo>
                  <a:cubicBezTo>
                    <a:pt x="55832" y="402192"/>
                    <a:pt x="58778" y="397950"/>
                    <a:pt x="59415" y="387627"/>
                  </a:cubicBezTo>
                  <a:cubicBezTo>
                    <a:pt x="59792" y="381263"/>
                    <a:pt x="61748" y="374429"/>
                    <a:pt x="64906" y="368890"/>
                  </a:cubicBezTo>
                  <a:cubicBezTo>
                    <a:pt x="75818" y="349729"/>
                    <a:pt x="90831" y="333986"/>
                    <a:pt x="108625" y="320999"/>
                  </a:cubicBezTo>
                  <a:cubicBezTo>
                    <a:pt x="111760" y="318713"/>
                    <a:pt x="115389" y="316686"/>
                    <a:pt x="119090" y="315697"/>
                  </a:cubicBezTo>
                  <a:cubicBezTo>
                    <a:pt x="121729" y="314990"/>
                    <a:pt x="126207" y="315202"/>
                    <a:pt x="127456" y="316851"/>
                  </a:cubicBezTo>
                  <a:cubicBezTo>
                    <a:pt x="128776" y="318619"/>
                    <a:pt x="128399" y="323545"/>
                    <a:pt x="126796" y="325289"/>
                  </a:cubicBezTo>
                  <a:cubicBezTo>
                    <a:pt x="122342" y="330120"/>
                    <a:pt x="117133" y="334433"/>
                    <a:pt x="111713" y="338204"/>
                  </a:cubicBezTo>
                  <a:cubicBezTo>
                    <a:pt x="100824" y="345793"/>
                    <a:pt x="91043" y="354513"/>
                    <a:pt x="89441" y="368254"/>
                  </a:cubicBezTo>
                  <a:cubicBezTo>
                    <a:pt x="87673" y="383502"/>
                    <a:pt x="80791" y="395781"/>
                    <a:pt x="71387" y="407259"/>
                  </a:cubicBezTo>
                  <a:cubicBezTo>
                    <a:pt x="44496" y="440090"/>
                    <a:pt x="23921" y="476456"/>
                    <a:pt x="11147" y="516993"/>
                  </a:cubicBezTo>
                  <a:cubicBezTo>
                    <a:pt x="9403" y="522532"/>
                    <a:pt x="8366" y="528706"/>
                    <a:pt x="8884" y="534410"/>
                  </a:cubicBezTo>
                  <a:cubicBezTo>
                    <a:pt x="9262" y="538487"/>
                    <a:pt x="12373" y="545086"/>
                    <a:pt x="15036" y="545487"/>
                  </a:cubicBezTo>
                  <a:cubicBezTo>
                    <a:pt x="18760" y="546053"/>
                    <a:pt x="24581" y="542918"/>
                    <a:pt x="27008" y="539548"/>
                  </a:cubicBezTo>
                  <a:cubicBezTo>
                    <a:pt x="30779" y="534316"/>
                    <a:pt x="34150" y="527717"/>
                    <a:pt x="34668" y="521447"/>
                  </a:cubicBezTo>
                  <a:cubicBezTo>
                    <a:pt x="35823" y="507424"/>
                    <a:pt x="41149" y="495098"/>
                    <a:pt x="47395" y="483055"/>
                  </a:cubicBezTo>
                  <a:cubicBezTo>
                    <a:pt x="70586" y="438275"/>
                    <a:pt x="99881" y="397526"/>
                    <a:pt x="130827" y="357931"/>
                  </a:cubicBezTo>
                  <a:cubicBezTo>
                    <a:pt x="155102" y="326868"/>
                    <a:pt x="180037" y="296253"/>
                    <a:pt x="210723" y="271223"/>
                  </a:cubicBezTo>
                  <a:cubicBezTo>
                    <a:pt x="269596" y="223215"/>
                    <a:pt x="333773" y="183267"/>
                    <a:pt x="401296" y="148668"/>
                  </a:cubicBezTo>
                  <a:cubicBezTo>
                    <a:pt x="413716" y="142305"/>
                    <a:pt x="427268" y="138039"/>
                    <a:pt x="440631" y="133797"/>
                  </a:cubicBezTo>
                  <a:cubicBezTo>
                    <a:pt x="443766" y="132807"/>
                    <a:pt x="449634" y="134740"/>
                    <a:pt x="451614" y="137332"/>
                  </a:cubicBezTo>
                  <a:cubicBezTo>
                    <a:pt x="453523" y="139830"/>
                    <a:pt x="453122" y="145322"/>
                    <a:pt x="451850" y="148810"/>
                  </a:cubicBezTo>
                  <a:cubicBezTo>
                    <a:pt x="449516" y="155173"/>
                    <a:pt x="444049" y="158308"/>
                    <a:pt x="437355" y="160170"/>
                  </a:cubicBezTo>
                  <a:cubicBezTo>
                    <a:pt x="426726" y="163116"/>
                    <a:pt x="416120" y="166439"/>
                    <a:pt x="405986" y="170752"/>
                  </a:cubicBezTo>
                  <a:cubicBezTo>
                    <a:pt x="396252" y="174900"/>
                    <a:pt x="386684" y="179826"/>
                    <a:pt x="377893" y="185671"/>
                  </a:cubicBezTo>
                  <a:cubicBezTo>
                    <a:pt x="349469" y="204502"/>
                    <a:pt x="321447" y="223969"/>
                    <a:pt x="293188" y="243059"/>
                  </a:cubicBezTo>
                  <a:cubicBezTo>
                    <a:pt x="289370" y="245652"/>
                    <a:pt x="284115" y="250177"/>
                    <a:pt x="281145" y="249140"/>
                  </a:cubicBezTo>
                  <a:cubicBezTo>
                    <a:pt x="274758" y="246948"/>
                    <a:pt x="272024" y="250554"/>
                    <a:pt x="268654" y="253618"/>
                  </a:cubicBezTo>
                  <a:cubicBezTo>
                    <a:pt x="213410" y="303488"/>
                    <a:pt x="161913" y="357035"/>
                    <a:pt x="112679" y="412751"/>
                  </a:cubicBezTo>
                  <a:cubicBezTo>
                    <a:pt x="102898" y="423828"/>
                    <a:pt x="94531" y="436177"/>
                    <a:pt x="85882" y="448197"/>
                  </a:cubicBezTo>
                  <a:cubicBezTo>
                    <a:pt x="84232" y="450483"/>
                    <a:pt x="84044" y="453971"/>
                    <a:pt x="83714" y="456965"/>
                  </a:cubicBezTo>
                  <a:cubicBezTo>
                    <a:pt x="83360" y="459934"/>
                    <a:pt x="84704" y="463493"/>
                    <a:pt x="83478" y="465873"/>
                  </a:cubicBezTo>
                  <a:cubicBezTo>
                    <a:pt x="80768" y="471106"/>
                    <a:pt x="76525" y="475513"/>
                    <a:pt x="73674" y="480674"/>
                  </a:cubicBezTo>
                  <a:cubicBezTo>
                    <a:pt x="70492" y="486449"/>
                    <a:pt x="67452" y="492482"/>
                    <a:pt x="65778" y="498798"/>
                  </a:cubicBezTo>
                  <a:cubicBezTo>
                    <a:pt x="65024" y="501650"/>
                    <a:pt x="66815" y="506529"/>
                    <a:pt x="69125" y="508438"/>
                  </a:cubicBezTo>
                  <a:cubicBezTo>
                    <a:pt x="71034" y="509993"/>
                    <a:pt x="76266" y="509734"/>
                    <a:pt x="78576" y="508155"/>
                  </a:cubicBezTo>
                  <a:cubicBezTo>
                    <a:pt x="83124" y="505020"/>
                    <a:pt x="87225" y="500825"/>
                    <a:pt x="90548" y="496347"/>
                  </a:cubicBezTo>
                  <a:cubicBezTo>
                    <a:pt x="101296" y="481876"/>
                    <a:pt x="103393" y="481711"/>
                    <a:pt x="114635" y="496017"/>
                  </a:cubicBezTo>
                  <a:cubicBezTo>
                    <a:pt x="114942" y="496418"/>
                    <a:pt x="115224" y="496819"/>
                    <a:pt x="115554" y="497196"/>
                  </a:cubicBezTo>
                  <a:cubicBezTo>
                    <a:pt x="120386" y="502781"/>
                    <a:pt x="124227" y="502993"/>
                    <a:pt x="129035" y="497573"/>
                  </a:cubicBezTo>
                  <a:cubicBezTo>
                    <a:pt x="131157" y="495192"/>
                    <a:pt x="133231" y="492553"/>
                    <a:pt x="134503" y="489677"/>
                  </a:cubicBezTo>
                  <a:cubicBezTo>
                    <a:pt x="141126" y="474547"/>
                    <a:pt x="147607" y="459345"/>
                    <a:pt x="153829" y="444049"/>
                  </a:cubicBezTo>
                  <a:cubicBezTo>
                    <a:pt x="155102" y="440938"/>
                    <a:pt x="155055" y="437262"/>
                    <a:pt x="155620" y="433844"/>
                  </a:cubicBezTo>
                  <a:cubicBezTo>
                    <a:pt x="139570" y="445652"/>
                    <a:pt x="135658" y="466651"/>
                    <a:pt x="118335" y="477398"/>
                  </a:cubicBezTo>
                  <a:cubicBezTo>
                    <a:pt x="117133" y="473533"/>
                    <a:pt x="116285" y="469762"/>
                    <a:pt x="117275" y="466533"/>
                  </a:cubicBezTo>
                  <a:cubicBezTo>
                    <a:pt x="122177" y="450295"/>
                    <a:pt x="125830" y="433373"/>
                    <a:pt x="133160" y="418266"/>
                  </a:cubicBezTo>
                  <a:cubicBezTo>
                    <a:pt x="144496" y="394909"/>
                    <a:pt x="163092" y="376479"/>
                    <a:pt x="181357" y="358355"/>
                  </a:cubicBezTo>
                  <a:cubicBezTo>
                    <a:pt x="239288" y="300943"/>
                    <a:pt x="303464" y="251402"/>
                    <a:pt x="372920" y="208815"/>
                  </a:cubicBezTo>
                  <a:cubicBezTo>
                    <a:pt x="400518" y="191893"/>
                    <a:pt x="428989" y="176479"/>
                    <a:pt x="460523" y="167759"/>
                  </a:cubicBezTo>
                  <a:cubicBezTo>
                    <a:pt x="467876" y="165732"/>
                    <a:pt x="475300" y="163729"/>
                    <a:pt x="482300" y="160759"/>
                  </a:cubicBezTo>
                  <a:cubicBezTo>
                    <a:pt x="489182" y="157860"/>
                    <a:pt x="489253" y="153971"/>
                    <a:pt x="483290" y="149234"/>
                  </a:cubicBezTo>
                  <a:cubicBezTo>
                    <a:pt x="479613" y="146312"/>
                    <a:pt x="475607" y="143766"/>
                    <a:pt x="472166" y="140608"/>
                  </a:cubicBezTo>
                  <a:cubicBezTo>
                    <a:pt x="467923" y="136696"/>
                    <a:pt x="466509" y="131652"/>
                    <a:pt x="469927" y="126585"/>
                  </a:cubicBezTo>
                  <a:cubicBezTo>
                    <a:pt x="478411" y="114000"/>
                    <a:pt x="488828" y="107306"/>
                    <a:pt x="502451" y="121306"/>
                  </a:cubicBezTo>
                  <a:cubicBezTo>
                    <a:pt x="506080" y="125030"/>
                    <a:pt x="509191" y="129295"/>
                    <a:pt x="513104" y="132689"/>
                  </a:cubicBezTo>
                  <a:cubicBezTo>
                    <a:pt x="517912" y="136884"/>
                    <a:pt x="522908" y="141150"/>
                    <a:pt x="528494" y="144096"/>
                  </a:cubicBezTo>
                  <a:cubicBezTo>
                    <a:pt x="538180" y="149234"/>
                    <a:pt x="546052" y="145063"/>
                    <a:pt x="546641" y="133962"/>
                  </a:cubicBezTo>
                  <a:cubicBezTo>
                    <a:pt x="547348" y="120222"/>
                    <a:pt x="554914" y="113128"/>
                    <a:pt x="567146" y="110582"/>
                  </a:cubicBezTo>
                  <a:cubicBezTo>
                    <a:pt x="581357" y="107636"/>
                    <a:pt x="595757" y="104478"/>
                    <a:pt x="610181" y="103912"/>
                  </a:cubicBezTo>
                  <a:cubicBezTo>
                    <a:pt x="629908" y="103135"/>
                    <a:pt x="649729" y="104502"/>
                    <a:pt x="669503" y="105374"/>
                  </a:cubicBezTo>
                  <a:cubicBezTo>
                    <a:pt x="680038" y="105845"/>
                    <a:pt x="689583" y="103465"/>
                    <a:pt x="695970" y="95051"/>
                  </a:cubicBezTo>
                  <a:cubicBezTo>
                    <a:pt x="699057" y="90950"/>
                    <a:pt x="699363" y="84751"/>
                    <a:pt x="700919" y="79496"/>
                  </a:cubicBezTo>
                  <a:cubicBezTo>
                    <a:pt x="696323" y="78341"/>
                    <a:pt x="691586" y="75795"/>
                    <a:pt x="687179" y="76290"/>
                  </a:cubicBezTo>
                  <a:cubicBezTo>
                    <a:pt x="671247" y="78058"/>
                    <a:pt x="655432" y="80792"/>
                    <a:pt x="639594" y="83219"/>
                  </a:cubicBezTo>
                  <a:cubicBezTo>
                    <a:pt x="622036" y="85906"/>
                    <a:pt x="604525" y="88805"/>
                    <a:pt x="586943" y="91327"/>
                  </a:cubicBezTo>
                  <a:cubicBezTo>
                    <a:pt x="582182" y="92010"/>
                    <a:pt x="577115" y="91657"/>
                    <a:pt x="575489" y="85741"/>
                  </a:cubicBezTo>
                  <a:cubicBezTo>
                    <a:pt x="573768" y="79496"/>
                    <a:pt x="574758" y="73486"/>
                    <a:pt x="580886" y="70280"/>
                  </a:cubicBezTo>
                  <a:cubicBezTo>
                    <a:pt x="585128" y="68089"/>
                    <a:pt x="590078" y="66627"/>
                    <a:pt x="594838" y="66227"/>
                  </a:cubicBezTo>
                  <a:cubicBezTo>
                    <a:pt x="607565" y="65119"/>
                    <a:pt x="611713" y="62055"/>
                    <a:pt x="615413" y="49540"/>
                  </a:cubicBezTo>
                  <a:cubicBezTo>
                    <a:pt x="617134" y="43719"/>
                    <a:pt x="621093" y="43059"/>
                    <a:pt x="626490" y="44497"/>
                  </a:cubicBezTo>
                  <a:cubicBezTo>
                    <a:pt x="641456" y="48433"/>
                    <a:pt x="656328" y="53029"/>
                    <a:pt x="671553" y="55527"/>
                  </a:cubicBezTo>
                  <a:cubicBezTo>
                    <a:pt x="695663" y="59510"/>
                    <a:pt x="720127" y="61348"/>
                    <a:pt x="744261" y="65284"/>
                  </a:cubicBezTo>
                  <a:cubicBezTo>
                    <a:pt x="798680" y="74146"/>
                    <a:pt x="851614" y="88970"/>
                    <a:pt x="903417" y="107801"/>
                  </a:cubicBezTo>
                  <a:cubicBezTo>
                    <a:pt x="969597" y="131841"/>
                    <a:pt x="1033161" y="161018"/>
                    <a:pt x="1090361" y="202875"/>
                  </a:cubicBezTo>
                  <a:cubicBezTo>
                    <a:pt x="1098044" y="208485"/>
                    <a:pt x="1106859" y="212774"/>
                    <a:pt x="1115626" y="216592"/>
                  </a:cubicBezTo>
                  <a:cubicBezTo>
                    <a:pt x="1124323" y="220363"/>
                    <a:pt x="1132996" y="218501"/>
                    <a:pt x="1139171" y="211124"/>
                  </a:cubicBezTo>
                  <a:cubicBezTo>
                    <a:pt x="1144356" y="204926"/>
                    <a:pt x="1148645" y="197926"/>
                    <a:pt x="1152793" y="190950"/>
                  </a:cubicBezTo>
                  <a:cubicBezTo>
                    <a:pt x="1156116" y="185341"/>
                    <a:pt x="1155692" y="179142"/>
                    <a:pt x="1151379" y="174287"/>
                  </a:cubicBezTo>
                  <a:cubicBezTo>
                    <a:pt x="1141575" y="163210"/>
                    <a:pt x="1131817" y="151992"/>
                    <a:pt x="1121070" y="141881"/>
                  </a:cubicBezTo>
                  <a:cubicBezTo>
                    <a:pt x="1110818" y="132241"/>
                    <a:pt x="1099529" y="123615"/>
                    <a:pt x="1085341" y="120151"/>
                  </a:cubicBezTo>
                  <a:cubicBezTo>
                    <a:pt x="1078459" y="118454"/>
                    <a:pt x="1077021" y="115673"/>
                    <a:pt x="1079732" y="109074"/>
                  </a:cubicBezTo>
                  <a:cubicBezTo>
                    <a:pt x="1083691" y="99505"/>
                    <a:pt x="1091893" y="96701"/>
                    <a:pt x="1102357" y="100306"/>
                  </a:cubicBezTo>
                  <a:cubicBezTo>
                    <a:pt x="1105444" y="101367"/>
                    <a:pt x="1110629" y="101202"/>
                    <a:pt x="1112751" y="99269"/>
                  </a:cubicBezTo>
                  <a:cubicBezTo>
                    <a:pt x="1116498" y="95852"/>
                    <a:pt x="1114188" y="91539"/>
                    <a:pt x="1110771" y="88381"/>
                  </a:cubicBezTo>
                  <a:cubicBezTo>
                    <a:pt x="1107872" y="85694"/>
                    <a:pt x="1105067" y="82842"/>
                    <a:pt x="1101862" y="80556"/>
                  </a:cubicBezTo>
                  <a:cubicBezTo>
                    <a:pt x="1068489" y="56469"/>
                    <a:pt x="1031582" y="39524"/>
                    <a:pt x="992670" y="26774"/>
                  </a:cubicBezTo>
                  <a:cubicBezTo>
                    <a:pt x="988876" y="25524"/>
                    <a:pt x="984634" y="25666"/>
                    <a:pt x="980603" y="25171"/>
                  </a:cubicBezTo>
                  <a:cubicBezTo>
                    <a:pt x="980179" y="25925"/>
                    <a:pt x="979731" y="26679"/>
                    <a:pt x="979307" y="27433"/>
                  </a:cubicBezTo>
                  <a:cubicBezTo>
                    <a:pt x="982560" y="30474"/>
                    <a:pt x="985388" y="34292"/>
                    <a:pt x="989159" y="36413"/>
                  </a:cubicBezTo>
                  <a:cubicBezTo>
                    <a:pt x="1006387" y="46076"/>
                    <a:pt x="1024040" y="54938"/>
                    <a:pt x="1041197" y="64695"/>
                  </a:cubicBezTo>
                  <a:cubicBezTo>
                    <a:pt x="1051874" y="70775"/>
                    <a:pt x="1062197" y="77610"/>
                    <a:pt x="1072143" y="84822"/>
                  </a:cubicBezTo>
                  <a:cubicBezTo>
                    <a:pt x="1074829" y="86778"/>
                    <a:pt x="1075536" y="91421"/>
                    <a:pt x="1077163" y="94839"/>
                  </a:cubicBezTo>
                  <a:cubicBezTo>
                    <a:pt x="1073627" y="96182"/>
                    <a:pt x="1069715" y="99246"/>
                    <a:pt x="1066604" y="98562"/>
                  </a:cubicBezTo>
                  <a:cubicBezTo>
                    <a:pt x="1054184" y="95899"/>
                    <a:pt x="1041504" y="93283"/>
                    <a:pt x="1029837" y="88428"/>
                  </a:cubicBezTo>
                  <a:cubicBezTo>
                    <a:pt x="1008461" y="79566"/>
                    <a:pt x="988216" y="67947"/>
                    <a:pt x="964577" y="65402"/>
                  </a:cubicBezTo>
                  <a:cubicBezTo>
                    <a:pt x="959086" y="64813"/>
                    <a:pt x="953665" y="62008"/>
                    <a:pt x="952793" y="55715"/>
                  </a:cubicBezTo>
                  <a:cubicBezTo>
                    <a:pt x="951614" y="47207"/>
                    <a:pt x="945652" y="44285"/>
                    <a:pt x="938746" y="42517"/>
                  </a:cubicBezTo>
                  <a:cubicBezTo>
                    <a:pt x="932548" y="40938"/>
                    <a:pt x="926114" y="40302"/>
                    <a:pt x="919821" y="39005"/>
                  </a:cubicBezTo>
                  <a:cubicBezTo>
                    <a:pt x="858944" y="26467"/>
                    <a:pt x="798822" y="10181"/>
                    <a:pt x="736955" y="2852"/>
                  </a:cubicBezTo>
                  <a:cubicBezTo>
                    <a:pt x="723898" y="1320"/>
                    <a:pt x="710700" y="919"/>
                    <a:pt x="697572" y="0"/>
                  </a:cubicBezTo>
                  <a:cubicBezTo>
                    <a:pt x="697337" y="1013"/>
                    <a:pt x="697101" y="2027"/>
                    <a:pt x="696865" y="3040"/>
                  </a:cubicBezTo>
                  <a:cubicBezTo>
                    <a:pt x="702357" y="5209"/>
                    <a:pt x="707683" y="7990"/>
                    <a:pt x="713339" y="9427"/>
                  </a:cubicBezTo>
                  <a:cubicBezTo>
                    <a:pt x="744402" y="17323"/>
                    <a:pt x="775725" y="24205"/>
                    <a:pt x="806599" y="32736"/>
                  </a:cubicBezTo>
                  <a:cubicBezTo>
                    <a:pt x="897007" y="57719"/>
                    <a:pt x="983927" y="92010"/>
                    <a:pt x="1068112" y="133161"/>
                  </a:cubicBezTo>
                  <a:cubicBezTo>
                    <a:pt x="1088240" y="142989"/>
                    <a:pt x="1107471" y="154891"/>
                    <a:pt x="1126232" y="167170"/>
                  </a:cubicBezTo>
                  <a:cubicBezTo>
                    <a:pt x="1132571" y="171318"/>
                    <a:pt x="1137144" y="179095"/>
                    <a:pt x="1140820" y="186095"/>
                  </a:cubicBezTo>
                  <a:cubicBezTo>
                    <a:pt x="1144143" y="192411"/>
                    <a:pt x="1140891" y="196111"/>
                    <a:pt x="1133773" y="195569"/>
                  </a:cubicBezTo>
                  <a:cubicBezTo>
                    <a:pt x="1129908" y="195263"/>
                    <a:pt x="1125737" y="194650"/>
                    <a:pt x="1122343" y="192906"/>
                  </a:cubicBezTo>
                  <a:cubicBezTo>
                    <a:pt x="1103512" y="183172"/>
                    <a:pt x="1084351" y="173886"/>
                    <a:pt x="1066250" y="162880"/>
                  </a:cubicBezTo>
                  <a:cubicBezTo>
                    <a:pt x="1029696" y="140702"/>
                    <a:pt x="993967" y="116804"/>
                    <a:pt x="954348" y="100495"/>
                  </a:cubicBezTo>
                  <a:cubicBezTo>
                    <a:pt x="906316" y="80698"/>
                    <a:pt x="855739" y="68843"/>
                    <a:pt x="804902" y="58873"/>
                  </a:cubicBezTo>
                  <a:cubicBezTo>
                    <a:pt x="760853" y="50224"/>
                    <a:pt x="716498" y="43153"/>
                    <a:pt x="672142" y="36248"/>
                  </a:cubicBezTo>
                  <a:cubicBezTo>
                    <a:pt x="634457" y="30379"/>
                    <a:pt x="596465" y="27292"/>
                    <a:pt x="558237" y="29060"/>
                  </a:cubicBezTo>
                  <a:cubicBezTo>
                    <a:pt x="550671" y="29413"/>
                    <a:pt x="542917" y="30639"/>
                    <a:pt x="535753" y="33019"/>
                  </a:cubicBezTo>
                  <a:cubicBezTo>
                    <a:pt x="532359" y="34150"/>
                    <a:pt x="530167" y="38935"/>
                    <a:pt x="527433" y="42069"/>
                  </a:cubicBezTo>
                  <a:cubicBezTo>
                    <a:pt x="530921" y="43625"/>
                    <a:pt x="534527" y="46759"/>
                    <a:pt x="537874" y="46477"/>
                  </a:cubicBezTo>
                  <a:cubicBezTo>
                    <a:pt x="550884" y="45416"/>
                    <a:pt x="563775" y="42941"/>
                    <a:pt x="576785" y="41716"/>
                  </a:cubicBezTo>
                  <a:cubicBezTo>
                    <a:pt x="584563" y="40985"/>
                    <a:pt x="592481" y="41574"/>
                    <a:pt x="600330" y="41574"/>
                  </a:cubicBezTo>
                  <a:cubicBezTo>
                    <a:pt x="599269" y="44709"/>
                    <a:pt x="597879" y="46594"/>
                    <a:pt x="596040" y="47301"/>
                  </a:cubicBezTo>
                  <a:cubicBezTo>
                    <a:pt x="587108" y="50766"/>
                    <a:pt x="578246" y="54773"/>
                    <a:pt x="568984" y="57059"/>
                  </a:cubicBezTo>
                  <a:cubicBezTo>
                    <a:pt x="543153" y="63469"/>
                    <a:pt x="516875" y="68207"/>
                    <a:pt x="491256" y="75348"/>
                  </a:cubicBezTo>
                  <a:cubicBezTo>
                    <a:pt x="470681" y="81098"/>
                    <a:pt x="450718" y="89182"/>
                    <a:pt x="430662" y="96701"/>
                  </a:cubicBezTo>
                  <a:cubicBezTo>
                    <a:pt x="424676" y="98939"/>
                    <a:pt x="419231" y="102215"/>
                    <a:pt x="420150" y="110724"/>
                  </a:cubicBezTo>
                  <a:cubicBezTo>
                    <a:pt x="420433" y="113340"/>
                    <a:pt x="417322" y="117016"/>
                    <a:pt x="414824" y="119090"/>
                  </a:cubicBezTo>
                  <a:cubicBezTo>
                    <a:pt x="409333" y="123639"/>
                    <a:pt x="403535" y="128023"/>
                    <a:pt x="397336" y="131511"/>
                  </a:cubicBezTo>
                  <a:cubicBezTo>
                    <a:pt x="367499" y="148244"/>
                    <a:pt x="336130" y="159911"/>
                    <a:pt x="301414" y="161513"/>
                  </a:cubicBezTo>
                  <a:cubicBezTo>
                    <a:pt x="291774" y="161961"/>
                    <a:pt x="282465" y="165261"/>
                    <a:pt x="277845" y="175536"/>
                  </a:cubicBezTo>
                  <a:cubicBezTo>
                    <a:pt x="275159" y="181523"/>
                    <a:pt x="272825" y="187980"/>
                    <a:pt x="268842" y="193047"/>
                  </a:cubicBezTo>
                  <a:cubicBezTo>
                    <a:pt x="242870" y="225949"/>
                    <a:pt x="210912" y="252628"/>
                    <a:pt x="178081" y="278270"/>
                  </a:cubicBezTo>
                  <a:cubicBezTo>
                    <a:pt x="167405" y="286613"/>
                    <a:pt x="155668" y="293637"/>
                    <a:pt x="144001" y="300589"/>
                  </a:cubicBezTo>
                  <a:cubicBezTo>
                    <a:pt x="140914" y="302428"/>
                    <a:pt x="136342" y="301744"/>
                    <a:pt x="132429" y="302239"/>
                  </a:cubicBezTo>
                  <a:cubicBezTo>
                    <a:pt x="133160" y="298162"/>
                    <a:pt x="132688" y="293165"/>
                    <a:pt x="134904" y="290172"/>
                  </a:cubicBezTo>
                  <a:cubicBezTo>
                    <a:pt x="140277" y="282866"/>
                    <a:pt x="146335" y="275843"/>
                    <a:pt x="153099" y="269833"/>
                  </a:cubicBezTo>
                  <a:cubicBezTo>
                    <a:pt x="175465" y="249894"/>
                    <a:pt x="199057" y="231299"/>
                    <a:pt x="220645" y="210559"/>
                  </a:cubicBezTo>
                  <a:cubicBezTo>
                    <a:pt x="243271" y="188805"/>
                    <a:pt x="264223" y="165284"/>
                    <a:pt x="285599" y="142258"/>
                  </a:cubicBezTo>
                  <a:cubicBezTo>
                    <a:pt x="288404" y="139241"/>
                    <a:pt x="290148" y="134645"/>
                    <a:pt x="290949" y="130521"/>
                  </a:cubicBezTo>
                  <a:cubicBezTo>
                    <a:pt x="291468" y="127834"/>
                    <a:pt x="290266" y="123285"/>
                    <a:pt x="288263" y="122060"/>
                  </a:cubicBezTo>
                  <a:cubicBezTo>
                    <a:pt x="286377" y="120882"/>
                    <a:pt x="281899" y="122107"/>
                    <a:pt x="279613" y="123757"/>
                  </a:cubicBezTo>
                  <a:cubicBezTo>
                    <a:pt x="273415" y="128211"/>
                    <a:pt x="267782" y="133491"/>
                    <a:pt x="261913" y="138393"/>
                  </a:cubicBezTo>
                  <a:cubicBezTo>
                    <a:pt x="256045" y="143295"/>
                    <a:pt x="250435" y="148598"/>
                    <a:pt x="244166" y="152934"/>
                  </a:cubicBezTo>
                  <a:cubicBezTo>
                    <a:pt x="238557" y="156823"/>
                    <a:pt x="231439" y="157978"/>
                    <a:pt x="226160" y="153194"/>
                  </a:cubicBezTo>
                  <a:cubicBezTo>
                    <a:pt x="216214" y="144190"/>
                    <a:pt x="206740" y="146736"/>
                    <a:pt x="198161" y="153759"/>
                  </a:cubicBezTo>
                  <a:cubicBezTo>
                    <a:pt x="177727" y="170516"/>
                    <a:pt x="157317" y="187415"/>
                    <a:pt x="137921" y="205350"/>
                  </a:cubicBezTo>
                  <a:cubicBezTo>
                    <a:pt x="101555" y="238982"/>
                    <a:pt x="66108" y="273580"/>
                    <a:pt x="29860" y="307353"/>
                  </a:cubicBezTo>
                  <a:cubicBezTo>
                    <a:pt x="22342" y="314377"/>
                    <a:pt x="13056" y="319491"/>
                    <a:pt x="4642" y="325548"/>
                  </a:cubicBezTo>
                  <a:cubicBezTo>
                    <a:pt x="-1768" y="330168"/>
                    <a:pt x="-1509" y="332901"/>
                    <a:pt x="5231" y="336790"/>
                  </a:cubicBezTo>
                  <a:cubicBezTo>
                    <a:pt x="11595" y="340443"/>
                    <a:pt x="17982" y="340962"/>
                    <a:pt x="24157" y="336932"/>
                  </a:cubicBezTo>
                  <a:cubicBezTo>
                    <a:pt x="32641" y="331417"/>
                    <a:pt x="41833" y="326514"/>
                    <a:pt x="49021" y="319585"/>
                  </a:cubicBezTo>
                  <a:cubicBezTo>
                    <a:pt x="73249" y="296206"/>
                    <a:pt x="96323" y="271648"/>
                    <a:pt x="120598" y="248339"/>
                  </a:cubicBezTo>
                  <a:cubicBezTo>
                    <a:pt x="141809" y="227976"/>
                    <a:pt x="163893" y="208508"/>
                    <a:pt x="185929" y="189017"/>
                  </a:cubicBezTo>
                  <a:cubicBezTo>
                    <a:pt x="191727" y="183879"/>
                    <a:pt x="198727" y="180226"/>
                    <a:pt x="207070" y="185765"/>
                  </a:cubicBezTo>
                  <a:cubicBezTo>
                    <a:pt x="207565" y="185176"/>
                    <a:pt x="208036" y="184610"/>
                    <a:pt x="208531" y="184021"/>
                  </a:cubicBezTo>
                  <a:cubicBezTo>
                    <a:pt x="206740" y="179849"/>
                    <a:pt x="204949" y="175678"/>
                    <a:pt x="203134" y="171530"/>
                  </a:cubicBezTo>
                  <a:cubicBezTo>
                    <a:pt x="201249" y="167287"/>
                    <a:pt x="201696" y="162597"/>
                    <a:pt x="206151" y="161702"/>
                  </a:cubicBezTo>
                  <a:cubicBezTo>
                    <a:pt x="210794" y="160783"/>
                    <a:pt x="216238" y="161914"/>
                    <a:pt x="220739" y="163705"/>
                  </a:cubicBezTo>
                  <a:cubicBezTo>
                    <a:pt x="221753" y="164106"/>
                    <a:pt x="220787" y="171035"/>
                    <a:pt x="219726" y="174664"/>
                  </a:cubicBezTo>
                  <a:cubicBezTo>
                    <a:pt x="218925" y="177351"/>
                    <a:pt x="216780" y="179826"/>
                    <a:pt x="214777" y="181970"/>
                  </a:cubicBezTo>
                  <a:cubicBezTo>
                    <a:pt x="199269" y="198633"/>
                    <a:pt x="184232" y="215814"/>
                    <a:pt x="167923" y="231699"/>
                  </a:cubicBezTo>
                  <a:cubicBezTo>
                    <a:pt x="123002" y="275442"/>
                    <a:pt x="77916" y="318996"/>
                    <a:pt x="39028" y="368372"/>
                  </a:cubicBezTo>
                  <a:cubicBezTo>
                    <a:pt x="26702" y="384021"/>
                    <a:pt x="16143" y="401131"/>
                    <a:pt x="5420" y="417983"/>
                  </a:cubicBezTo>
                  <a:cubicBezTo>
                    <a:pt x="3558" y="420929"/>
                    <a:pt x="4878" y="425902"/>
                    <a:pt x="4736" y="429932"/>
                  </a:cubicBezTo>
                  <a:cubicBezTo>
                    <a:pt x="9379" y="428306"/>
                    <a:pt x="14258" y="427127"/>
                    <a:pt x="18571" y="424841"/>
                  </a:cubicBezTo>
                  <a:cubicBezTo>
                    <a:pt x="20197" y="423946"/>
                    <a:pt x="21376" y="420670"/>
                    <a:pt x="21541" y="418383"/>
                  </a:cubicBezTo>
                  <a:close/>
                  <a:moveTo>
                    <a:pt x="498161" y="87203"/>
                  </a:moveTo>
                  <a:cubicBezTo>
                    <a:pt x="508319" y="78694"/>
                    <a:pt x="545015" y="76691"/>
                    <a:pt x="557954" y="84304"/>
                  </a:cubicBezTo>
                  <a:cubicBezTo>
                    <a:pt x="546712" y="95828"/>
                    <a:pt x="533632" y="102192"/>
                    <a:pt x="518831" y="104784"/>
                  </a:cubicBezTo>
                  <a:cubicBezTo>
                    <a:pt x="513410" y="105727"/>
                    <a:pt x="507329" y="105680"/>
                    <a:pt x="502144" y="104101"/>
                  </a:cubicBezTo>
                  <a:cubicBezTo>
                    <a:pt x="498916" y="103111"/>
                    <a:pt x="495922" y="98704"/>
                    <a:pt x="494650" y="95192"/>
                  </a:cubicBezTo>
                  <a:cubicBezTo>
                    <a:pt x="493895" y="93142"/>
                    <a:pt x="496064" y="88947"/>
                    <a:pt x="498161" y="8720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40" name="Google Shape;1540;p46"/>
            <p:cNvSpPr/>
            <p:nvPr/>
          </p:nvSpPr>
          <p:spPr>
            <a:xfrm>
              <a:off x="437812" y="2880888"/>
              <a:ext cx="459214" cy="631201"/>
            </a:xfrm>
            <a:custGeom>
              <a:rect b="b" l="l" r="r" t="t"/>
              <a:pathLst>
                <a:path extrusionOk="0" h="631201" w="459214">
                  <a:moveTo>
                    <a:pt x="119444" y="78172"/>
                  </a:moveTo>
                  <a:cubicBezTo>
                    <a:pt x="124488" y="60284"/>
                    <a:pt x="132595" y="43762"/>
                    <a:pt x="147066" y="30776"/>
                  </a:cubicBezTo>
                  <a:cubicBezTo>
                    <a:pt x="151874" y="26463"/>
                    <a:pt x="154844" y="19298"/>
                    <a:pt x="156706" y="12888"/>
                  </a:cubicBezTo>
                  <a:cubicBezTo>
                    <a:pt x="157625" y="9753"/>
                    <a:pt x="155103" y="4144"/>
                    <a:pt x="152322" y="1787"/>
                  </a:cubicBezTo>
                  <a:cubicBezTo>
                    <a:pt x="148339" y="-1583"/>
                    <a:pt x="143460" y="67"/>
                    <a:pt x="140231" y="4615"/>
                  </a:cubicBezTo>
                  <a:cubicBezTo>
                    <a:pt x="137804" y="8033"/>
                    <a:pt x="134811" y="11191"/>
                    <a:pt x="132972" y="14915"/>
                  </a:cubicBezTo>
                  <a:cubicBezTo>
                    <a:pt x="119256" y="42513"/>
                    <a:pt x="105068" y="69947"/>
                    <a:pt x="92388" y="98016"/>
                  </a:cubicBezTo>
                  <a:cubicBezTo>
                    <a:pt x="83267" y="118191"/>
                    <a:pt x="75183" y="138907"/>
                    <a:pt x="72190" y="161274"/>
                  </a:cubicBezTo>
                  <a:cubicBezTo>
                    <a:pt x="71695" y="165044"/>
                    <a:pt x="66793" y="169499"/>
                    <a:pt x="62880" y="171196"/>
                  </a:cubicBezTo>
                  <a:cubicBezTo>
                    <a:pt x="58992" y="172893"/>
                    <a:pt x="53689" y="172068"/>
                    <a:pt x="49164" y="171408"/>
                  </a:cubicBezTo>
                  <a:cubicBezTo>
                    <a:pt x="33255" y="169004"/>
                    <a:pt x="28282" y="171266"/>
                    <a:pt x="23639" y="187081"/>
                  </a:cubicBezTo>
                  <a:cubicBezTo>
                    <a:pt x="18077" y="205982"/>
                    <a:pt x="13434" y="225167"/>
                    <a:pt x="9192" y="244422"/>
                  </a:cubicBezTo>
                  <a:cubicBezTo>
                    <a:pt x="5586" y="260779"/>
                    <a:pt x="2758" y="277347"/>
                    <a:pt x="283" y="293939"/>
                  </a:cubicBezTo>
                  <a:cubicBezTo>
                    <a:pt x="-660" y="300350"/>
                    <a:pt x="472" y="307279"/>
                    <a:pt x="7990" y="309777"/>
                  </a:cubicBezTo>
                  <a:cubicBezTo>
                    <a:pt x="13151" y="311497"/>
                    <a:pt x="18737" y="306383"/>
                    <a:pt x="20505" y="296862"/>
                  </a:cubicBezTo>
                  <a:cubicBezTo>
                    <a:pt x="22461" y="286232"/>
                    <a:pt x="22249" y="275202"/>
                    <a:pt x="23969" y="264502"/>
                  </a:cubicBezTo>
                  <a:cubicBezTo>
                    <a:pt x="26585" y="248240"/>
                    <a:pt x="29084" y="231860"/>
                    <a:pt x="33538" y="216046"/>
                  </a:cubicBezTo>
                  <a:cubicBezTo>
                    <a:pt x="35777" y="208104"/>
                    <a:pt x="41245" y="200538"/>
                    <a:pt x="46878" y="194222"/>
                  </a:cubicBezTo>
                  <a:cubicBezTo>
                    <a:pt x="53948" y="186303"/>
                    <a:pt x="67830" y="187741"/>
                    <a:pt x="73816" y="195660"/>
                  </a:cubicBezTo>
                  <a:cubicBezTo>
                    <a:pt x="79590" y="203319"/>
                    <a:pt x="76809" y="211332"/>
                    <a:pt x="66204" y="218002"/>
                  </a:cubicBezTo>
                  <a:cubicBezTo>
                    <a:pt x="64153" y="219299"/>
                    <a:pt x="61985" y="220854"/>
                    <a:pt x="60712" y="222834"/>
                  </a:cubicBezTo>
                  <a:cubicBezTo>
                    <a:pt x="48692" y="241806"/>
                    <a:pt x="42235" y="262570"/>
                    <a:pt x="41858" y="285054"/>
                  </a:cubicBezTo>
                  <a:cubicBezTo>
                    <a:pt x="41740" y="291653"/>
                    <a:pt x="45628" y="296107"/>
                    <a:pt x="52251" y="296320"/>
                  </a:cubicBezTo>
                  <a:cubicBezTo>
                    <a:pt x="64624" y="296744"/>
                    <a:pt x="73840" y="302919"/>
                    <a:pt x="79779" y="312700"/>
                  </a:cubicBezTo>
                  <a:cubicBezTo>
                    <a:pt x="86119" y="323117"/>
                    <a:pt x="91280" y="334477"/>
                    <a:pt x="95546" y="345931"/>
                  </a:cubicBezTo>
                  <a:cubicBezTo>
                    <a:pt x="100990" y="360543"/>
                    <a:pt x="104384" y="375815"/>
                    <a:pt x="102664" y="391677"/>
                  </a:cubicBezTo>
                  <a:cubicBezTo>
                    <a:pt x="101980" y="398064"/>
                    <a:pt x="99270" y="403437"/>
                    <a:pt x="92529" y="404733"/>
                  </a:cubicBezTo>
                  <a:cubicBezTo>
                    <a:pt x="85412" y="406100"/>
                    <a:pt x="81664" y="401128"/>
                    <a:pt x="79095" y="395424"/>
                  </a:cubicBezTo>
                  <a:cubicBezTo>
                    <a:pt x="78011" y="393020"/>
                    <a:pt x="77799" y="390192"/>
                    <a:pt x="77210" y="387576"/>
                  </a:cubicBezTo>
                  <a:cubicBezTo>
                    <a:pt x="75890" y="381849"/>
                    <a:pt x="75207" y="375862"/>
                    <a:pt x="72968" y="370536"/>
                  </a:cubicBezTo>
                  <a:cubicBezTo>
                    <a:pt x="71907" y="368014"/>
                    <a:pt x="67735" y="365139"/>
                    <a:pt x="65237" y="365375"/>
                  </a:cubicBezTo>
                  <a:cubicBezTo>
                    <a:pt x="63116" y="365563"/>
                    <a:pt x="60288" y="369782"/>
                    <a:pt x="59722" y="372610"/>
                  </a:cubicBezTo>
                  <a:cubicBezTo>
                    <a:pt x="56753" y="387387"/>
                    <a:pt x="60170" y="401528"/>
                    <a:pt x="65237" y="415339"/>
                  </a:cubicBezTo>
                  <a:cubicBezTo>
                    <a:pt x="72614" y="435396"/>
                    <a:pt x="85624" y="436268"/>
                    <a:pt x="95617" y="420218"/>
                  </a:cubicBezTo>
                  <a:cubicBezTo>
                    <a:pt x="98963" y="414868"/>
                    <a:pt x="103064" y="414467"/>
                    <a:pt x="107047" y="418615"/>
                  </a:cubicBezTo>
                  <a:cubicBezTo>
                    <a:pt x="113364" y="425167"/>
                    <a:pt x="120081" y="431648"/>
                    <a:pt x="124936" y="439237"/>
                  </a:cubicBezTo>
                  <a:cubicBezTo>
                    <a:pt x="136649" y="457550"/>
                    <a:pt x="147160" y="476617"/>
                    <a:pt x="158520" y="495165"/>
                  </a:cubicBezTo>
                  <a:cubicBezTo>
                    <a:pt x="182041" y="533581"/>
                    <a:pt x="210795" y="567331"/>
                    <a:pt x="252558" y="586280"/>
                  </a:cubicBezTo>
                  <a:cubicBezTo>
                    <a:pt x="287533" y="602141"/>
                    <a:pt x="323616" y="615716"/>
                    <a:pt x="359746" y="628867"/>
                  </a:cubicBezTo>
                  <a:cubicBezTo>
                    <a:pt x="379237" y="635962"/>
                    <a:pt x="402263" y="626181"/>
                    <a:pt x="412704" y="609070"/>
                  </a:cubicBezTo>
                  <a:cubicBezTo>
                    <a:pt x="406741" y="606548"/>
                    <a:pt x="408650" y="602612"/>
                    <a:pt x="411384" y="599101"/>
                  </a:cubicBezTo>
                  <a:cubicBezTo>
                    <a:pt x="420175" y="587788"/>
                    <a:pt x="429720" y="577017"/>
                    <a:pt x="437969" y="565327"/>
                  </a:cubicBezTo>
                  <a:cubicBezTo>
                    <a:pt x="445605" y="554510"/>
                    <a:pt x="452228" y="542938"/>
                    <a:pt x="458709" y="531366"/>
                  </a:cubicBezTo>
                  <a:cubicBezTo>
                    <a:pt x="459982" y="529103"/>
                    <a:pt x="458473" y="525309"/>
                    <a:pt x="458261" y="522245"/>
                  </a:cubicBezTo>
                  <a:cubicBezTo>
                    <a:pt x="455315" y="522763"/>
                    <a:pt x="451639" y="522363"/>
                    <a:pt x="449518" y="523965"/>
                  </a:cubicBezTo>
                  <a:cubicBezTo>
                    <a:pt x="440467" y="530824"/>
                    <a:pt x="431299" y="537682"/>
                    <a:pt x="423263" y="545624"/>
                  </a:cubicBezTo>
                  <a:cubicBezTo>
                    <a:pt x="409734" y="559011"/>
                    <a:pt x="396277" y="572846"/>
                    <a:pt x="389159" y="590946"/>
                  </a:cubicBezTo>
                  <a:cubicBezTo>
                    <a:pt x="386873" y="596791"/>
                    <a:pt x="383998" y="598464"/>
                    <a:pt x="378436" y="598417"/>
                  </a:cubicBezTo>
                  <a:cubicBezTo>
                    <a:pt x="340491" y="598111"/>
                    <a:pt x="304502" y="589956"/>
                    <a:pt x="271082" y="571597"/>
                  </a:cubicBezTo>
                  <a:cubicBezTo>
                    <a:pt x="223592" y="545530"/>
                    <a:pt x="187934" y="507373"/>
                    <a:pt x="159982" y="461651"/>
                  </a:cubicBezTo>
                  <a:cubicBezTo>
                    <a:pt x="124818" y="404121"/>
                    <a:pt x="105280" y="341500"/>
                    <a:pt x="101108" y="274213"/>
                  </a:cubicBezTo>
                  <a:cubicBezTo>
                    <a:pt x="99953" y="255452"/>
                    <a:pt x="100802" y="236574"/>
                    <a:pt x="99435" y="217837"/>
                  </a:cubicBezTo>
                  <a:cubicBezTo>
                    <a:pt x="98492" y="204828"/>
                    <a:pt x="98327" y="190145"/>
                    <a:pt x="78412" y="186986"/>
                  </a:cubicBezTo>
                  <a:cubicBezTo>
                    <a:pt x="81829" y="183428"/>
                    <a:pt x="83880" y="180835"/>
                    <a:pt x="86378" y="178785"/>
                  </a:cubicBezTo>
                  <a:cubicBezTo>
                    <a:pt x="91539" y="174542"/>
                    <a:pt x="97243" y="170937"/>
                    <a:pt x="102074" y="166388"/>
                  </a:cubicBezTo>
                  <a:cubicBezTo>
                    <a:pt x="104031" y="164549"/>
                    <a:pt x="105044" y="160944"/>
                    <a:pt x="105138" y="158115"/>
                  </a:cubicBezTo>
                  <a:cubicBezTo>
                    <a:pt x="105280" y="153520"/>
                    <a:pt x="103111" y="148641"/>
                    <a:pt x="104031" y="144304"/>
                  </a:cubicBezTo>
                  <a:cubicBezTo>
                    <a:pt x="108744" y="122150"/>
                    <a:pt x="113293" y="99949"/>
                    <a:pt x="119444" y="78172"/>
                  </a:cubicBezTo>
                  <a:close/>
                  <a:moveTo>
                    <a:pt x="68631" y="277583"/>
                  </a:moveTo>
                  <a:cubicBezTo>
                    <a:pt x="63917" y="263253"/>
                    <a:pt x="64719" y="249678"/>
                    <a:pt x="68230" y="235113"/>
                  </a:cubicBezTo>
                  <a:cubicBezTo>
                    <a:pt x="77116" y="244422"/>
                    <a:pt x="77210" y="267873"/>
                    <a:pt x="68631" y="27758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41" name="Google Shape;1541;p46"/>
            <p:cNvSpPr/>
            <p:nvPr/>
          </p:nvSpPr>
          <p:spPr>
            <a:xfrm>
              <a:off x="406776" y="3394388"/>
              <a:ext cx="471525" cy="358476"/>
            </a:xfrm>
            <a:custGeom>
              <a:rect b="b" l="l" r="r" t="t"/>
              <a:pathLst>
                <a:path extrusionOk="0" h="358476" w="471525">
                  <a:moveTo>
                    <a:pt x="200798" y="236672"/>
                  </a:moveTo>
                  <a:cubicBezTo>
                    <a:pt x="196296" y="236272"/>
                    <a:pt x="190781" y="237497"/>
                    <a:pt x="187458" y="235329"/>
                  </a:cubicBezTo>
                  <a:cubicBezTo>
                    <a:pt x="177206" y="228659"/>
                    <a:pt x="167355" y="221164"/>
                    <a:pt x="158234" y="213010"/>
                  </a:cubicBezTo>
                  <a:cubicBezTo>
                    <a:pt x="154015" y="209239"/>
                    <a:pt x="151399" y="203418"/>
                    <a:pt x="148877" y="198138"/>
                  </a:cubicBezTo>
                  <a:cubicBezTo>
                    <a:pt x="146143" y="192435"/>
                    <a:pt x="145106" y="185836"/>
                    <a:pt x="141995" y="180415"/>
                  </a:cubicBezTo>
                  <a:cubicBezTo>
                    <a:pt x="135467" y="169079"/>
                    <a:pt x="127736" y="158449"/>
                    <a:pt x="121067" y="147184"/>
                  </a:cubicBezTo>
                  <a:cubicBezTo>
                    <a:pt x="111404" y="130875"/>
                    <a:pt x="101316" y="114707"/>
                    <a:pt x="93138" y="97667"/>
                  </a:cubicBezTo>
                  <a:cubicBezTo>
                    <a:pt x="85714" y="82159"/>
                    <a:pt x="81236" y="65284"/>
                    <a:pt x="74284" y="49517"/>
                  </a:cubicBezTo>
                  <a:cubicBezTo>
                    <a:pt x="67425" y="33985"/>
                    <a:pt x="59200" y="19020"/>
                    <a:pt x="51281" y="3959"/>
                  </a:cubicBezTo>
                  <a:cubicBezTo>
                    <a:pt x="50338" y="2168"/>
                    <a:pt x="47628" y="1296"/>
                    <a:pt x="45742" y="0"/>
                  </a:cubicBezTo>
                  <a:cubicBezTo>
                    <a:pt x="44375" y="2121"/>
                    <a:pt x="42136" y="4148"/>
                    <a:pt x="41830" y="6411"/>
                  </a:cubicBezTo>
                  <a:cubicBezTo>
                    <a:pt x="41359" y="9993"/>
                    <a:pt x="41806" y="13835"/>
                    <a:pt x="42514" y="17417"/>
                  </a:cubicBezTo>
                  <a:cubicBezTo>
                    <a:pt x="47604" y="43625"/>
                    <a:pt x="58116" y="68018"/>
                    <a:pt x="70819" y="91115"/>
                  </a:cubicBezTo>
                  <a:cubicBezTo>
                    <a:pt x="91394" y="128541"/>
                    <a:pt x="114114" y="164766"/>
                    <a:pt x="135349" y="201838"/>
                  </a:cubicBezTo>
                  <a:cubicBezTo>
                    <a:pt x="143291" y="215697"/>
                    <a:pt x="149608" y="230497"/>
                    <a:pt x="156584" y="244898"/>
                  </a:cubicBezTo>
                  <a:cubicBezTo>
                    <a:pt x="159035" y="249965"/>
                    <a:pt x="156702" y="254136"/>
                    <a:pt x="152247" y="255810"/>
                  </a:cubicBezTo>
                  <a:cubicBezTo>
                    <a:pt x="150032" y="256635"/>
                    <a:pt x="146355" y="254443"/>
                    <a:pt x="143716" y="252934"/>
                  </a:cubicBezTo>
                  <a:cubicBezTo>
                    <a:pt x="141901" y="251897"/>
                    <a:pt x="140581" y="249800"/>
                    <a:pt x="139308" y="248009"/>
                  </a:cubicBezTo>
                  <a:cubicBezTo>
                    <a:pt x="125780" y="228801"/>
                    <a:pt x="111946" y="209781"/>
                    <a:pt x="98912" y="190243"/>
                  </a:cubicBezTo>
                  <a:cubicBezTo>
                    <a:pt x="72186" y="150153"/>
                    <a:pt x="45625" y="109970"/>
                    <a:pt x="31154" y="63257"/>
                  </a:cubicBezTo>
                  <a:cubicBezTo>
                    <a:pt x="28962" y="56187"/>
                    <a:pt x="24295" y="49611"/>
                    <a:pt x="19699" y="43625"/>
                  </a:cubicBezTo>
                  <a:cubicBezTo>
                    <a:pt x="15410" y="38039"/>
                    <a:pt x="8952" y="39453"/>
                    <a:pt x="3343" y="41975"/>
                  </a:cubicBezTo>
                  <a:cubicBezTo>
                    <a:pt x="-2973" y="44803"/>
                    <a:pt x="1552" y="49682"/>
                    <a:pt x="1811" y="53641"/>
                  </a:cubicBezTo>
                  <a:cubicBezTo>
                    <a:pt x="1929" y="55527"/>
                    <a:pt x="3060" y="57365"/>
                    <a:pt x="3744" y="59227"/>
                  </a:cubicBezTo>
                  <a:cubicBezTo>
                    <a:pt x="16848" y="94579"/>
                    <a:pt x="34430" y="127716"/>
                    <a:pt x="54486" y="159510"/>
                  </a:cubicBezTo>
                  <a:cubicBezTo>
                    <a:pt x="63843" y="174334"/>
                    <a:pt x="74307" y="188475"/>
                    <a:pt x="84041" y="203088"/>
                  </a:cubicBezTo>
                  <a:cubicBezTo>
                    <a:pt x="85903" y="205869"/>
                    <a:pt x="88566" y="210182"/>
                    <a:pt x="87623" y="212397"/>
                  </a:cubicBezTo>
                  <a:cubicBezTo>
                    <a:pt x="84182" y="220410"/>
                    <a:pt x="89791" y="224299"/>
                    <a:pt x="93845" y="228659"/>
                  </a:cubicBezTo>
                  <a:cubicBezTo>
                    <a:pt x="102448" y="237898"/>
                    <a:pt x="111663" y="246547"/>
                    <a:pt x="120289" y="255763"/>
                  </a:cubicBezTo>
                  <a:cubicBezTo>
                    <a:pt x="126369" y="262244"/>
                    <a:pt x="132497" y="268819"/>
                    <a:pt x="137541" y="276078"/>
                  </a:cubicBezTo>
                  <a:cubicBezTo>
                    <a:pt x="144093" y="285459"/>
                    <a:pt x="142867" y="290125"/>
                    <a:pt x="133911" y="297290"/>
                  </a:cubicBezTo>
                  <a:cubicBezTo>
                    <a:pt x="127289" y="302593"/>
                    <a:pt x="126228" y="307448"/>
                    <a:pt x="131932" y="313599"/>
                  </a:cubicBezTo>
                  <a:cubicBezTo>
                    <a:pt x="137423" y="319538"/>
                    <a:pt x="143763" y="324865"/>
                    <a:pt x="150315" y="329625"/>
                  </a:cubicBezTo>
                  <a:cubicBezTo>
                    <a:pt x="156937" y="334433"/>
                    <a:pt x="161415" y="332760"/>
                    <a:pt x="161934" y="324676"/>
                  </a:cubicBezTo>
                  <a:cubicBezTo>
                    <a:pt x="162994" y="308178"/>
                    <a:pt x="162664" y="291586"/>
                    <a:pt x="162994" y="275041"/>
                  </a:cubicBezTo>
                  <a:cubicBezTo>
                    <a:pt x="163042" y="272213"/>
                    <a:pt x="163489" y="269385"/>
                    <a:pt x="163725" y="266557"/>
                  </a:cubicBezTo>
                  <a:cubicBezTo>
                    <a:pt x="167025" y="266958"/>
                    <a:pt x="170937" y="266345"/>
                    <a:pt x="173506" y="267924"/>
                  </a:cubicBezTo>
                  <a:cubicBezTo>
                    <a:pt x="182745" y="273604"/>
                    <a:pt x="191960" y="279496"/>
                    <a:pt x="200421" y="286236"/>
                  </a:cubicBezTo>
                  <a:cubicBezTo>
                    <a:pt x="225403" y="306199"/>
                    <a:pt x="251281" y="324818"/>
                    <a:pt x="279752" y="339501"/>
                  </a:cubicBezTo>
                  <a:cubicBezTo>
                    <a:pt x="296579" y="348174"/>
                    <a:pt x="314326" y="354325"/>
                    <a:pt x="333487" y="354301"/>
                  </a:cubicBezTo>
                  <a:cubicBezTo>
                    <a:pt x="338083" y="354301"/>
                    <a:pt x="342679" y="351167"/>
                    <a:pt x="347275" y="349446"/>
                  </a:cubicBezTo>
                  <a:cubicBezTo>
                    <a:pt x="344517" y="345628"/>
                    <a:pt x="342184" y="341386"/>
                    <a:pt x="338884" y="338086"/>
                  </a:cubicBezTo>
                  <a:cubicBezTo>
                    <a:pt x="335208" y="334410"/>
                    <a:pt x="330706" y="331582"/>
                    <a:pt x="326535" y="328376"/>
                  </a:cubicBezTo>
                  <a:cubicBezTo>
                    <a:pt x="326794" y="327434"/>
                    <a:pt x="327053" y="326491"/>
                    <a:pt x="327312" y="325548"/>
                  </a:cubicBezTo>
                  <a:cubicBezTo>
                    <a:pt x="332992" y="324959"/>
                    <a:pt x="338672" y="323781"/>
                    <a:pt x="344352" y="323898"/>
                  </a:cubicBezTo>
                  <a:cubicBezTo>
                    <a:pt x="358941" y="324181"/>
                    <a:pt x="373742" y="324087"/>
                    <a:pt x="382957" y="338935"/>
                  </a:cubicBezTo>
                  <a:cubicBezTo>
                    <a:pt x="384748" y="341810"/>
                    <a:pt x="388684" y="343625"/>
                    <a:pt x="391960" y="345204"/>
                  </a:cubicBezTo>
                  <a:cubicBezTo>
                    <a:pt x="408151" y="353052"/>
                    <a:pt x="425474" y="356941"/>
                    <a:pt x="443268" y="358284"/>
                  </a:cubicBezTo>
                  <a:cubicBezTo>
                    <a:pt x="450574" y="358827"/>
                    <a:pt x="458069" y="358143"/>
                    <a:pt x="465351" y="357177"/>
                  </a:cubicBezTo>
                  <a:cubicBezTo>
                    <a:pt x="467732" y="356870"/>
                    <a:pt x="471244" y="354066"/>
                    <a:pt x="471503" y="352039"/>
                  </a:cubicBezTo>
                  <a:cubicBezTo>
                    <a:pt x="471786" y="349894"/>
                    <a:pt x="469358" y="346406"/>
                    <a:pt x="467166" y="345133"/>
                  </a:cubicBezTo>
                  <a:cubicBezTo>
                    <a:pt x="462783" y="342541"/>
                    <a:pt x="457880" y="339948"/>
                    <a:pt x="452931" y="339312"/>
                  </a:cubicBezTo>
                  <a:cubicBezTo>
                    <a:pt x="437282" y="337285"/>
                    <a:pt x="421491" y="336225"/>
                    <a:pt x="405771" y="334645"/>
                  </a:cubicBezTo>
                  <a:cubicBezTo>
                    <a:pt x="402872" y="334363"/>
                    <a:pt x="400044" y="333467"/>
                    <a:pt x="397192" y="332854"/>
                  </a:cubicBezTo>
                  <a:cubicBezTo>
                    <a:pt x="397145" y="332147"/>
                    <a:pt x="397098" y="331440"/>
                    <a:pt x="397027" y="330733"/>
                  </a:cubicBezTo>
                  <a:cubicBezTo>
                    <a:pt x="407020" y="325595"/>
                    <a:pt x="417037" y="320457"/>
                    <a:pt x="427030" y="315320"/>
                  </a:cubicBezTo>
                  <a:cubicBezTo>
                    <a:pt x="426817" y="314565"/>
                    <a:pt x="426629" y="313835"/>
                    <a:pt x="426417" y="313081"/>
                  </a:cubicBezTo>
                  <a:cubicBezTo>
                    <a:pt x="423636" y="312350"/>
                    <a:pt x="420878" y="311195"/>
                    <a:pt x="418074" y="310959"/>
                  </a:cubicBezTo>
                  <a:cubicBezTo>
                    <a:pt x="403791" y="309757"/>
                    <a:pt x="389462" y="308980"/>
                    <a:pt x="375179" y="307707"/>
                  </a:cubicBezTo>
                  <a:cubicBezTo>
                    <a:pt x="364621" y="306764"/>
                    <a:pt x="353992" y="305751"/>
                    <a:pt x="343574" y="303889"/>
                  </a:cubicBezTo>
                  <a:cubicBezTo>
                    <a:pt x="333959" y="302169"/>
                    <a:pt x="329976" y="297549"/>
                    <a:pt x="330188" y="290691"/>
                  </a:cubicBezTo>
                  <a:cubicBezTo>
                    <a:pt x="330353" y="285199"/>
                    <a:pt x="335349" y="281381"/>
                    <a:pt x="344729" y="280839"/>
                  </a:cubicBezTo>
                  <a:cubicBezTo>
                    <a:pt x="351611" y="280439"/>
                    <a:pt x="358540" y="281381"/>
                    <a:pt x="365446" y="281405"/>
                  </a:cubicBezTo>
                  <a:cubicBezTo>
                    <a:pt x="368887" y="281428"/>
                    <a:pt x="372328" y="280721"/>
                    <a:pt x="376476" y="280250"/>
                  </a:cubicBezTo>
                  <a:cubicBezTo>
                    <a:pt x="375533" y="277634"/>
                    <a:pt x="375486" y="277092"/>
                    <a:pt x="375203" y="276738"/>
                  </a:cubicBezTo>
                  <a:cubicBezTo>
                    <a:pt x="364857" y="263823"/>
                    <a:pt x="330989" y="255503"/>
                    <a:pt x="316141" y="262645"/>
                  </a:cubicBezTo>
                  <a:cubicBezTo>
                    <a:pt x="313713" y="263823"/>
                    <a:pt x="311286" y="267028"/>
                    <a:pt x="310697" y="269691"/>
                  </a:cubicBezTo>
                  <a:cubicBezTo>
                    <a:pt x="308175" y="281098"/>
                    <a:pt x="303603" y="284280"/>
                    <a:pt x="292337" y="281476"/>
                  </a:cubicBezTo>
                  <a:cubicBezTo>
                    <a:pt x="276334" y="277516"/>
                    <a:pt x="263513" y="267830"/>
                    <a:pt x="250197" y="258803"/>
                  </a:cubicBezTo>
                  <a:cubicBezTo>
                    <a:pt x="239214" y="251355"/>
                    <a:pt x="227736" y="244521"/>
                    <a:pt x="215929" y="238440"/>
                  </a:cubicBezTo>
                  <a:cubicBezTo>
                    <a:pt x="211710" y="236295"/>
                    <a:pt x="205912" y="237144"/>
                    <a:pt x="200798" y="236672"/>
                  </a:cubicBezTo>
                  <a:close/>
                  <a:moveTo>
                    <a:pt x="306831" y="306717"/>
                  </a:moveTo>
                  <a:cubicBezTo>
                    <a:pt x="307868" y="307401"/>
                    <a:pt x="308811" y="308202"/>
                    <a:pt x="309777" y="308980"/>
                  </a:cubicBezTo>
                  <a:cubicBezTo>
                    <a:pt x="320454" y="317488"/>
                    <a:pt x="319676" y="328070"/>
                    <a:pt x="307374" y="334551"/>
                  </a:cubicBezTo>
                  <a:cubicBezTo>
                    <a:pt x="305111" y="335753"/>
                    <a:pt x="300421" y="334975"/>
                    <a:pt x="298347" y="333279"/>
                  </a:cubicBezTo>
                  <a:cubicBezTo>
                    <a:pt x="294623" y="330238"/>
                    <a:pt x="292031" y="325807"/>
                    <a:pt x="289014" y="321919"/>
                  </a:cubicBezTo>
                  <a:cubicBezTo>
                    <a:pt x="285314" y="317134"/>
                    <a:pt x="280529" y="313269"/>
                    <a:pt x="274496" y="315272"/>
                  </a:cubicBezTo>
                  <a:cubicBezTo>
                    <a:pt x="266200" y="318030"/>
                    <a:pt x="259436" y="315107"/>
                    <a:pt x="254109" y="310158"/>
                  </a:cubicBezTo>
                  <a:cubicBezTo>
                    <a:pt x="240039" y="297125"/>
                    <a:pt x="226629" y="283361"/>
                    <a:pt x="213218" y="269621"/>
                  </a:cubicBezTo>
                  <a:cubicBezTo>
                    <a:pt x="210272" y="266604"/>
                    <a:pt x="208387" y="262550"/>
                    <a:pt x="206030" y="258991"/>
                  </a:cubicBezTo>
                  <a:cubicBezTo>
                    <a:pt x="206643" y="258449"/>
                    <a:pt x="207232" y="257907"/>
                    <a:pt x="207845" y="257389"/>
                  </a:cubicBezTo>
                  <a:cubicBezTo>
                    <a:pt x="241241" y="272991"/>
                    <a:pt x="275721" y="286425"/>
                    <a:pt x="306831" y="30671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42" name="Google Shape;1542;p46"/>
            <p:cNvSpPr/>
            <p:nvPr/>
          </p:nvSpPr>
          <p:spPr>
            <a:xfrm>
              <a:off x="425960" y="3624014"/>
              <a:ext cx="499682" cy="282108"/>
            </a:xfrm>
            <a:custGeom>
              <a:rect b="b" l="l" r="r" t="t"/>
              <a:pathLst>
                <a:path extrusionOk="0" h="282108" w="499682">
                  <a:moveTo>
                    <a:pt x="481968" y="218619"/>
                  </a:moveTo>
                  <a:cubicBezTo>
                    <a:pt x="483618" y="222602"/>
                    <a:pt x="485362" y="226302"/>
                    <a:pt x="486658" y="230168"/>
                  </a:cubicBezTo>
                  <a:cubicBezTo>
                    <a:pt x="488921" y="236932"/>
                    <a:pt x="484843" y="245558"/>
                    <a:pt x="477466" y="250201"/>
                  </a:cubicBezTo>
                  <a:cubicBezTo>
                    <a:pt x="469571" y="255173"/>
                    <a:pt x="461888" y="255221"/>
                    <a:pt x="456561" y="248975"/>
                  </a:cubicBezTo>
                  <a:cubicBezTo>
                    <a:pt x="437259" y="226350"/>
                    <a:pt x="411051" y="215579"/>
                    <a:pt x="384113" y="206128"/>
                  </a:cubicBezTo>
                  <a:cubicBezTo>
                    <a:pt x="348407" y="193613"/>
                    <a:pt x="310839" y="190620"/>
                    <a:pt x="273743" y="185411"/>
                  </a:cubicBezTo>
                  <a:cubicBezTo>
                    <a:pt x="256868" y="183055"/>
                    <a:pt x="240983" y="178907"/>
                    <a:pt x="226441" y="169668"/>
                  </a:cubicBezTo>
                  <a:cubicBezTo>
                    <a:pt x="200775" y="153382"/>
                    <a:pt x="175133" y="137026"/>
                    <a:pt x="149019" y="121494"/>
                  </a:cubicBezTo>
                  <a:cubicBezTo>
                    <a:pt x="107351" y="96724"/>
                    <a:pt x="70325" y="66910"/>
                    <a:pt x="40511" y="28235"/>
                  </a:cubicBezTo>
                  <a:cubicBezTo>
                    <a:pt x="32521" y="17865"/>
                    <a:pt x="21209" y="9969"/>
                    <a:pt x="10909" y="1556"/>
                  </a:cubicBezTo>
                  <a:cubicBezTo>
                    <a:pt x="8576" y="-330"/>
                    <a:pt x="4075" y="448"/>
                    <a:pt x="563" y="0"/>
                  </a:cubicBezTo>
                  <a:cubicBezTo>
                    <a:pt x="516" y="3370"/>
                    <a:pt x="-710" y="7283"/>
                    <a:pt x="610" y="9969"/>
                  </a:cubicBezTo>
                  <a:cubicBezTo>
                    <a:pt x="5371" y="19680"/>
                    <a:pt x="10132" y="29602"/>
                    <a:pt x="16448" y="38322"/>
                  </a:cubicBezTo>
                  <a:cubicBezTo>
                    <a:pt x="37400" y="67311"/>
                    <a:pt x="63914" y="90644"/>
                    <a:pt x="92738" y="111549"/>
                  </a:cubicBezTo>
                  <a:cubicBezTo>
                    <a:pt x="99102" y="116168"/>
                    <a:pt x="105230" y="121400"/>
                    <a:pt x="110297" y="127363"/>
                  </a:cubicBezTo>
                  <a:cubicBezTo>
                    <a:pt x="112913" y="130450"/>
                    <a:pt x="112960" y="135730"/>
                    <a:pt x="114162" y="140019"/>
                  </a:cubicBezTo>
                  <a:cubicBezTo>
                    <a:pt x="110014" y="139571"/>
                    <a:pt x="105017" y="140467"/>
                    <a:pt x="101836" y="138463"/>
                  </a:cubicBezTo>
                  <a:cubicBezTo>
                    <a:pt x="88472" y="130073"/>
                    <a:pt x="75463" y="121094"/>
                    <a:pt x="62689" y="111831"/>
                  </a:cubicBezTo>
                  <a:cubicBezTo>
                    <a:pt x="48289" y="101391"/>
                    <a:pt x="34407" y="90243"/>
                    <a:pt x="20030" y="79802"/>
                  </a:cubicBezTo>
                  <a:cubicBezTo>
                    <a:pt x="16943" y="77563"/>
                    <a:pt x="12630" y="77068"/>
                    <a:pt x="8859" y="75772"/>
                  </a:cubicBezTo>
                  <a:cubicBezTo>
                    <a:pt x="8340" y="76432"/>
                    <a:pt x="7846" y="77068"/>
                    <a:pt x="7327" y="77728"/>
                  </a:cubicBezTo>
                  <a:cubicBezTo>
                    <a:pt x="9425" y="81452"/>
                    <a:pt x="10980" y="85671"/>
                    <a:pt x="13738" y="88805"/>
                  </a:cubicBezTo>
                  <a:cubicBezTo>
                    <a:pt x="19936" y="95876"/>
                    <a:pt x="26134" y="103111"/>
                    <a:pt x="33370" y="109027"/>
                  </a:cubicBezTo>
                  <a:cubicBezTo>
                    <a:pt x="70349" y="139241"/>
                    <a:pt x="107421" y="169362"/>
                    <a:pt x="144966" y="198845"/>
                  </a:cubicBezTo>
                  <a:cubicBezTo>
                    <a:pt x="157480" y="208673"/>
                    <a:pt x="172046" y="214447"/>
                    <a:pt x="188590" y="215390"/>
                  </a:cubicBezTo>
                  <a:cubicBezTo>
                    <a:pt x="200304" y="216050"/>
                    <a:pt x="211145" y="220269"/>
                    <a:pt x="218711" y="230568"/>
                  </a:cubicBezTo>
                  <a:cubicBezTo>
                    <a:pt x="223354" y="236884"/>
                    <a:pt x="229646" y="241598"/>
                    <a:pt x="237942" y="241645"/>
                  </a:cubicBezTo>
                  <a:cubicBezTo>
                    <a:pt x="241077" y="241669"/>
                    <a:pt x="244211" y="239878"/>
                    <a:pt x="247346" y="238911"/>
                  </a:cubicBezTo>
                  <a:cubicBezTo>
                    <a:pt x="246215" y="235871"/>
                    <a:pt x="245979" y="231817"/>
                    <a:pt x="243811" y="229979"/>
                  </a:cubicBezTo>
                  <a:cubicBezTo>
                    <a:pt x="233511" y="221188"/>
                    <a:pt x="223306" y="212020"/>
                    <a:pt x="211923" y="204832"/>
                  </a:cubicBezTo>
                  <a:cubicBezTo>
                    <a:pt x="191065" y="191633"/>
                    <a:pt x="169241" y="179991"/>
                    <a:pt x="148147" y="167146"/>
                  </a:cubicBezTo>
                  <a:cubicBezTo>
                    <a:pt x="141925" y="163351"/>
                    <a:pt x="136717" y="157789"/>
                    <a:pt x="131320" y="152722"/>
                  </a:cubicBezTo>
                  <a:cubicBezTo>
                    <a:pt x="130188" y="151662"/>
                    <a:pt x="129411" y="148692"/>
                    <a:pt x="130070" y="147584"/>
                  </a:cubicBezTo>
                  <a:cubicBezTo>
                    <a:pt x="130825" y="146359"/>
                    <a:pt x="133535" y="145557"/>
                    <a:pt x="135185" y="145817"/>
                  </a:cubicBezTo>
                  <a:cubicBezTo>
                    <a:pt x="139545" y="146524"/>
                    <a:pt x="143929" y="147490"/>
                    <a:pt x="148029" y="149069"/>
                  </a:cubicBezTo>
                  <a:cubicBezTo>
                    <a:pt x="184065" y="162833"/>
                    <a:pt x="216802" y="182583"/>
                    <a:pt x="247982" y="205020"/>
                  </a:cubicBezTo>
                  <a:cubicBezTo>
                    <a:pt x="258447" y="212538"/>
                    <a:pt x="267898" y="221023"/>
                    <a:pt x="273672" y="233208"/>
                  </a:cubicBezTo>
                  <a:cubicBezTo>
                    <a:pt x="275722" y="237521"/>
                    <a:pt x="280530" y="241056"/>
                    <a:pt x="284843" y="243696"/>
                  </a:cubicBezTo>
                  <a:cubicBezTo>
                    <a:pt x="298206" y="251921"/>
                    <a:pt x="313007" y="254113"/>
                    <a:pt x="328374" y="251921"/>
                  </a:cubicBezTo>
                  <a:cubicBezTo>
                    <a:pt x="339168" y="250389"/>
                    <a:pt x="343245" y="245723"/>
                    <a:pt x="345084" y="234528"/>
                  </a:cubicBezTo>
                  <a:cubicBezTo>
                    <a:pt x="345956" y="229296"/>
                    <a:pt x="348147" y="224794"/>
                    <a:pt x="353898" y="223969"/>
                  </a:cubicBezTo>
                  <a:cubicBezTo>
                    <a:pt x="369194" y="221706"/>
                    <a:pt x="382722" y="227669"/>
                    <a:pt x="396510" y="232359"/>
                  </a:cubicBezTo>
                  <a:cubicBezTo>
                    <a:pt x="396674" y="233231"/>
                    <a:pt x="396839" y="234080"/>
                    <a:pt x="397004" y="234952"/>
                  </a:cubicBezTo>
                  <a:cubicBezTo>
                    <a:pt x="387082" y="240066"/>
                    <a:pt x="377160" y="245204"/>
                    <a:pt x="367238" y="250318"/>
                  </a:cubicBezTo>
                  <a:cubicBezTo>
                    <a:pt x="367450" y="251049"/>
                    <a:pt x="367686" y="251780"/>
                    <a:pt x="367898" y="252487"/>
                  </a:cubicBezTo>
                  <a:cubicBezTo>
                    <a:pt x="371244" y="252487"/>
                    <a:pt x="374591" y="252628"/>
                    <a:pt x="377914" y="252463"/>
                  </a:cubicBezTo>
                  <a:cubicBezTo>
                    <a:pt x="389274" y="251874"/>
                    <a:pt x="400610" y="250978"/>
                    <a:pt x="411970" y="250601"/>
                  </a:cubicBezTo>
                  <a:cubicBezTo>
                    <a:pt x="429976" y="249988"/>
                    <a:pt x="445696" y="252958"/>
                    <a:pt x="453450" y="272826"/>
                  </a:cubicBezTo>
                  <a:cubicBezTo>
                    <a:pt x="456986" y="281900"/>
                    <a:pt x="466177" y="284587"/>
                    <a:pt x="473059" y="279708"/>
                  </a:cubicBezTo>
                  <a:cubicBezTo>
                    <a:pt x="488473" y="268796"/>
                    <a:pt x="497877" y="253618"/>
                    <a:pt x="499621" y="234645"/>
                  </a:cubicBezTo>
                  <a:cubicBezTo>
                    <a:pt x="500493" y="225548"/>
                    <a:pt x="492079" y="218430"/>
                    <a:pt x="481968" y="218619"/>
                  </a:cubicBezTo>
                  <a:close/>
                  <a:moveTo>
                    <a:pt x="327879" y="234645"/>
                  </a:moveTo>
                  <a:cubicBezTo>
                    <a:pt x="325711" y="234363"/>
                    <a:pt x="324414" y="234433"/>
                    <a:pt x="323283" y="234033"/>
                  </a:cubicBezTo>
                  <a:cubicBezTo>
                    <a:pt x="308953" y="228730"/>
                    <a:pt x="296274" y="220905"/>
                    <a:pt x="286163" y="209333"/>
                  </a:cubicBezTo>
                  <a:cubicBezTo>
                    <a:pt x="284937" y="207943"/>
                    <a:pt x="284985" y="205444"/>
                    <a:pt x="284442" y="203465"/>
                  </a:cubicBezTo>
                  <a:cubicBezTo>
                    <a:pt x="286257" y="203040"/>
                    <a:pt x="288284" y="201886"/>
                    <a:pt x="289863" y="202310"/>
                  </a:cubicBezTo>
                  <a:cubicBezTo>
                    <a:pt x="305135" y="206364"/>
                    <a:pt x="318946" y="213151"/>
                    <a:pt x="329458" y="225312"/>
                  </a:cubicBezTo>
                  <a:cubicBezTo>
                    <a:pt x="330966" y="227033"/>
                    <a:pt x="331155" y="230191"/>
                    <a:pt x="331202" y="232689"/>
                  </a:cubicBezTo>
                  <a:cubicBezTo>
                    <a:pt x="331225" y="233444"/>
                    <a:pt x="328633" y="234245"/>
                    <a:pt x="327879" y="23464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43" name="Google Shape;1543;p46"/>
            <p:cNvSpPr/>
            <p:nvPr/>
          </p:nvSpPr>
          <p:spPr>
            <a:xfrm>
              <a:off x="1023012" y="2543575"/>
              <a:ext cx="418240" cy="362550"/>
            </a:xfrm>
            <a:custGeom>
              <a:rect b="b" l="l" r="r" t="t"/>
              <a:pathLst>
                <a:path extrusionOk="0" h="362550" w="418240">
                  <a:moveTo>
                    <a:pt x="272001" y="124794"/>
                  </a:moveTo>
                  <a:cubicBezTo>
                    <a:pt x="255103" y="112043"/>
                    <a:pt x="237427" y="100047"/>
                    <a:pt x="216757" y="93613"/>
                  </a:cubicBezTo>
                  <a:cubicBezTo>
                    <a:pt x="209569" y="91374"/>
                    <a:pt x="203865" y="92647"/>
                    <a:pt x="197502" y="97101"/>
                  </a:cubicBezTo>
                  <a:cubicBezTo>
                    <a:pt x="190856" y="101744"/>
                    <a:pt x="182772" y="104431"/>
                    <a:pt x="175088" y="107377"/>
                  </a:cubicBezTo>
                  <a:cubicBezTo>
                    <a:pt x="173415" y="108013"/>
                    <a:pt x="170186" y="106599"/>
                    <a:pt x="168819" y="105091"/>
                  </a:cubicBezTo>
                  <a:cubicBezTo>
                    <a:pt x="168089" y="104289"/>
                    <a:pt x="169173" y="100778"/>
                    <a:pt x="170422" y="99364"/>
                  </a:cubicBezTo>
                  <a:cubicBezTo>
                    <a:pt x="174240" y="95074"/>
                    <a:pt x="172402" y="91610"/>
                    <a:pt x="169385" y="88310"/>
                  </a:cubicBezTo>
                  <a:cubicBezTo>
                    <a:pt x="167570" y="86307"/>
                    <a:pt x="165473" y="84469"/>
                    <a:pt x="163187" y="83007"/>
                  </a:cubicBezTo>
                  <a:cubicBezTo>
                    <a:pt x="115343" y="52156"/>
                    <a:pt x="65072" y="25807"/>
                    <a:pt x="12915" y="3064"/>
                  </a:cubicBezTo>
                  <a:cubicBezTo>
                    <a:pt x="9262" y="1461"/>
                    <a:pt x="5114" y="990"/>
                    <a:pt x="1202" y="0"/>
                  </a:cubicBezTo>
                  <a:cubicBezTo>
                    <a:pt x="801" y="660"/>
                    <a:pt x="401" y="1296"/>
                    <a:pt x="0" y="1956"/>
                  </a:cubicBezTo>
                  <a:cubicBezTo>
                    <a:pt x="2687" y="4643"/>
                    <a:pt x="5020" y="7778"/>
                    <a:pt x="8084" y="9922"/>
                  </a:cubicBezTo>
                  <a:cubicBezTo>
                    <a:pt x="26326" y="22649"/>
                    <a:pt x="44332" y="35777"/>
                    <a:pt x="63163" y="47608"/>
                  </a:cubicBezTo>
                  <a:cubicBezTo>
                    <a:pt x="116026" y="80839"/>
                    <a:pt x="167570" y="115885"/>
                    <a:pt x="214282" y="157459"/>
                  </a:cubicBezTo>
                  <a:cubicBezTo>
                    <a:pt x="251662" y="190714"/>
                    <a:pt x="288593" y="224487"/>
                    <a:pt x="324888" y="258921"/>
                  </a:cubicBezTo>
                  <a:cubicBezTo>
                    <a:pt x="344638" y="277634"/>
                    <a:pt x="366698" y="293849"/>
                    <a:pt x="379779" y="319656"/>
                  </a:cubicBezTo>
                  <a:cubicBezTo>
                    <a:pt x="388004" y="335895"/>
                    <a:pt x="403630" y="348386"/>
                    <a:pt x="415933" y="362550"/>
                  </a:cubicBezTo>
                  <a:cubicBezTo>
                    <a:pt x="416687" y="362197"/>
                    <a:pt x="417417" y="361867"/>
                    <a:pt x="418171" y="361513"/>
                  </a:cubicBezTo>
                  <a:cubicBezTo>
                    <a:pt x="418195" y="344591"/>
                    <a:pt x="419067" y="327599"/>
                    <a:pt x="413858" y="311101"/>
                  </a:cubicBezTo>
                  <a:cubicBezTo>
                    <a:pt x="413057" y="308532"/>
                    <a:pt x="411242" y="305680"/>
                    <a:pt x="409050" y="304313"/>
                  </a:cubicBezTo>
                  <a:cubicBezTo>
                    <a:pt x="404195" y="301296"/>
                    <a:pt x="398091" y="300047"/>
                    <a:pt x="393802" y="296489"/>
                  </a:cubicBezTo>
                  <a:cubicBezTo>
                    <a:pt x="383526" y="287980"/>
                    <a:pt x="373839" y="278718"/>
                    <a:pt x="364200" y="269456"/>
                  </a:cubicBezTo>
                  <a:cubicBezTo>
                    <a:pt x="337427" y="243672"/>
                    <a:pt x="314235" y="214636"/>
                    <a:pt x="282630" y="193330"/>
                  </a:cubicBezTo>
                  <a:cubicBezTo>
                    <a:pt x="253500" y="173698"/>
                    <a:pt x="231157" y="145628"/>
                    <a:pt x="210370" y="117087"/>
                  </a:cubicBezTo>
                  <a:cubicBezTo>
                    <a:pt x="207471" y="113104"/>
                    <a:pt x="206694" y="107565"/>
                    <a:pt x="204949" y="102758"/>
                  </a:cubicBezTo>
                  <a:cubicBezTo>
                    <a:pt x="209946" y="104242"/>
                    <a:pt x="215720" y="104619"/>
                    <a:pt x="219797" y="107424"/>
                  </a:cubicBezTo>
                  <a:cubicBezTo>
                    <a:pt x="233632" y="116946"/>
                    <a:pt x="247679" y="126396"/>
                    <a:pt x="260170" y="137544"/>
                  </a:cubicBezTo>
                  <a:cubicBezTo>
                    <a:pt x="296182" y="169715"/>
                    <a:pt x="331464" y="202710"/>
                    <a:pt x="367075" y="235329"/>
                  </a:cubicBezTo>
                  <a:cubicBezTo>
                    <a:pt x="376102" y="243601"/>
                    <a:pt x="385317" y="251685"/>
                    <a:pt x="395711" y="260995"/>
                  </a:cubicBezTo>
                  <a:cubicBezTo>
                    <a:pt x="395711" y="254843"/>
                    <a:pt x="395947" y="250460"/>
                    <a:pt x="395664" y="246123"/>
                  </a:cubicBezTo>
                  <a:cubicBezTo>
                    <a:pt x="395027" y="236036"/>
                    <a:pt x="394910" y="225831"/>
                    <a:pt x="393118" y="215956"/>
                  </a:cubicBezTo>
                  <a:cubicBezTo>
                    <a:pt x="391657" y="207872"/>
                    <a:pt x="388758" y="207047"/>
                    <a:pt x="381122" y="209451"/>
                  </a:cubicBezTo>
                  <a:cubicBezTo>
                    <a:pt x="375772" y="211124"/>
                    <a:pt x="371223" y="210724"/>
                    <a:pt x="367264" y="205751"/>
                  </a:cubicBezTo>
                  <a:cubicBezTo>
                    <a:pt x="362220" y="199411"/>
                    <a:pt x="357106" y="192835"/>
                    <a:pt x="350884" y="187745"/>
                  </a:cubicBezTo>
                  <a:cubicBezTo>
                    <a:pt x="324888" y="166368"/>
                    <a:pt x="298845" y="145015"/>
                    <a:pt x="272001" y="1247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44" name="Google Shape;1544;p46"/>
            <p:cNvSpPr/>
            <p:nvPr/>
          </p:nvSpPr>
          <p:spPr>
            <a:xfrm>
              <a:off x="700050" y="3045042"/>
              <a:ext cx="117417" cy="253593"/>
            </a:xfrm>
            <a:custGeom>
              <a:rect b="b" l="l" r="r" t="t"/>
              <a:pathLst>
                <a:path extrusionOk="0" h="253593" w="117417">
                  <a:moveTo>
                    <a:pt x="2858" y="188210"/>
                  </a:moveTo>
                  <a:cubicBezTo>
                    <a:pt x="76" y="190920"/>
                    <a:pt x="-324" y="197308"/>
                    <a:pt x="194" y="201785"/>
                  </a:cubicBezTo>
                  <a:cubicBezTo>
                    <a:pt x="736" y="206476"/>
                    <a:pt x="3187" y="211213"/>
                    <a:pt x="5686" y="215384"/>
                  </a:cubicBezTo>
                  <a:cubicBezTo>
                    <a:pt x="14924" y="230822"/>
                    <a:pt x="25412" y="245292"/>
                    <a:pt x="42641" y="252599"/>
                  </a:cubicBezTo>
                  <a:cubicBezTo>
                    <a:pt x="45846" y="253966"/>
                    <a:pt x="52492" y="253612"/>
                    <a:pt x="53859" y="251562"/>
                  </a:cubicBezTo>
                  <a:cubicBezTo>
                    <a:pt x="56193" y="248074"/>
                    <a:pt x="56546" y="242488"/>
                    <a:pt x="55933" y="238033"/>
                  </a:cubicBezTo>
                  <a:cubicBezTo>
                    <a:pt x="55533" y="235135"/>
                    <a:pt x="52374" y="232094"/>
                    <a:pt x="49688" y="230138"/>
                  </a:cubicBezTo>
                  <a:cubicBezTo>
                    <a:pt x="45139" y="226815"/>
                    <a:pt x="40072" y="224199"/>
                    <a:pt x="35099" y="221512"/>
                  </a:cubicBezTo>
                  <a:cubicBezTo>
                    <a:pt x="27227" y="217246"/>
                    <a:pt x="20934" y="211613"/>
                    <a:pt x="18083" y="202822"/>
                  </a:cubicBezTo>
                  <a:cubicBezTo>
                    <a:pt x="15066" y="193489"/>
                    <a:pt x="19803" y="186537"/>
                    <a:pt x="29419" y="187173"/>
                  </a:cubicBezTo>
                  <a:cubicBezTo>
                    <a:pt x="33920" y="187456"/>
                    <a:pt x="38776" y="188894"/>
                    <a:pt x="42641" y="191203"/>
                  </a:cubicBezTo>
                  <a:cubicBezTo>
                    <a:pt x="57206" y="199900"/>
                    <a:pt x="68637" y="211920"/>
                    <a:pt x="75589" y="227404"/>
                  </a:cubicBezTo>
                  <a:cubicBezTo>
                    <a:pt x="77592" y="231835"/>
                    <a:pt x="76343" y="237727"/>
                    <a:pt x="76626" y="242936"/>
                  </a:cubicBezTo>
                  <a:cubicBezTo>
                    <a:pt x="76791" y="246094"/>
                    <a:pt x="75943" y="250972"/>
                    <a:pt x="77545" y="252033"/>
                  </a:cubicBezTo>
                  <a:cubicBezTo>
                    <a:pt x="80067" y="253683"/>
                    <a:pt x="85488" y="254248"/>
                    <a:pt x="87538" y="252622"/>
                  </a:cubicBezTo>
                  <a:cubicBezTo>
                    <a:pt x="92558" y="248592"/>
                    <a:pt x="97555" y="243666"/>
                    <a:pt x="100430" y="238010"/>
                  </a:cubicBezTo>
                  <a:cubicBezTo>
                    <a:pt x="109999" y="219273"/>
                    <a:pt x="113157" y="198651"/>
                    <a:pt x="115255" y="177982"/>
                  </a:cubicBezTo>
                  <a:cubicBezTo>
                    <a:pt x="118413" y="146872"/>
                    <a:pt x="118248" y="115738"/>
                    <a:pt x="113864" y="84698"/>
                  </a:cubicBezTo>
                  <a:cubicBezTo>
                    <a:pt x="109975" y="57053"/>
                    <a:pt x="100006" y="31764"/>
                    <a:pt x="83791" y="9068"/>
                  </a:cubicBezTo>
                  <a:cubicBezTo>
                    <a:pt x="75141" y="-3046"/>
                    <a:pt x="66657" y="-3046"/>
                    <a:pt x="58054" y="9209"/>
                  </a:cubicBezTo>
                  <a:cubicBezTo>
                    <a:pt x="52115" y="17670"/>
                    <a:pt x="46577" y="26579"/>
                    <a:pt x="42217" y="35912"/>
                  </a:cubicBezTo>
                  <a:cubicBezTo>
                    <a:pt x="34392" y="52646"/>
                    <a:pt x="31304" y="70322"/>
                    <a:pt x="37008" y="88469"/>
                  </a:cubicBezTo>
                  <a:cubicBezTo>
                    <a:pt x="40685" y="100183"/>
                    <a:pt x="48415" y="103035"/>
                    <a:pt x="59445" y="97802"/>
                  </a:cubicBezTo>
                  <a:cubicBezTo>
                    <a:pt x="62155" y="96506"/>
                    <a:pt x="65031" y="95563"/>
                    <a:pt x="69344" y="93866"/>
                  </a:cubicBezTo>
                  <a:cubicBezTo>
                    <a:pt x="64983" y="106546"/>
                    <a:pt x="60482" y="111943"/>
                    <a:pt x="50159" y="114371"/>
                  </a:cubicBezTo>
                  <a:cubicBezTo>
                    <a:pt x="43112" y="116044"/>
                    <a:pt x="35547" y="115691"/>
                    <a:pt x="28193" y="115856"/>
                  </a:cubicBezTo>
                  <a:cubicBezTo>
                    <a:pt x="19214" y="116044"/>
                    <a:pt x="15042" y="118613"/>
                    <a:pt x="14335" y="127569"/>
                  </a:cubicBezTo>
                  <a:cubicBezTo>
                    <a:pt x="13510" y="137586"/>
                    <a:pt x="14618" y="147744"/>
                    <a:pt x="14241" y="157831"/>
                  </a:cubicBezTo>
                  <a:cubicBezTo>
                    <a:pt x="13817" y="169096"/>
                    <a:pt x="11648" y="179608"/>
                    <a:pt x="2858" y="188210"/>
                  </a:cubicBezTo>
                  <a:close/>
                  <a:moveTo>
                    <a:pt x="28688" y="124552"/>
                  </a:moveTo>
                  <a:cubicBezTo>
                    <a:pt x="34203" y="127711"/>
                    <a:pt x="39341" y="131599"/>
                    <a:pt x="44455" y="135417"/>
                  </a:cubicBezTo>
                  <a:cubicBezTo>
                    <a:pt x="50560" y="139990"/>
                    <a:pt x="56051" y="145552"/>
                    <a:pt x="62579" y="149393"/>
                  </a:cubicBezTo>
                  <a:cubicBezTo>
                    <a:pt x="69862" y="153683"/>
                    <a:pt x="76414" y="151279"/>
                    <a:pt x="79337" y="143265"/>
                  </a:cubicBezTo>
                  <a:cubicBezTo>
                    <a:pt x="85700" y="125896"/>
                    <a:pt x="86030" y="107890"/>
                    <a:pt x="82118" y="89954"/>
                  </a:cubicBezTo>
                  <a:cubicBezTo>
                    <a:pt x="80751" y="83685"/>
                    <a:pt x="75801" y="80668"/>
                    <a:pt x="68990" y="82530"/>
                  </a:cubicBezTo>
                  <a:cubicBezTo>
                    <a:pt x="64724" y="83685"/>
                    <a:pt x="60529" y="85311"/>
                    <a:pt x="56193" y="86113"/>
                  </a:cubicBezTo>
                  <a:cubicBezTo>
                    <a:pt x="49829" y="87267"/>
                    <a:pt x="46883" y="84793"/>
                    <a:pt x="47873" y="78547"/>
                  </a:cubicBezTo>
                  <a:cubicBezTo>
                    <a:pt x="50583" y="61342"/>
                    <a:pt x="55768" y="44868"/>
                    <a:pt x="64913" y="29973"/>
                  </a:cubicBezTo>
                  <a:cubicBezTo>
                    <a:pt x="70333" y="21158"/>
                    <a:pt x="76791" y="21323"/>
                    <a:pt x="80373" y="30869"/>
                  </a:cubicBezTo>
                  <a:cubicBezTo>
                    <a:pt x="84498" y="41851"/>
                    <a:pt x="87845" y="53400"/>
                    <a:pt x="89518" y="65019"/>
                  </a:cubicBezTo>
                  <a:cubicBezTo>
                    <a:pt x="93289" y="90920"/>
                    <a:pt x="95811" y="116987"/>
                    <a:pt x="98521" y="140319"/>
                  </a:cubicBezTo>
                  <a:cubicBezTo>
                    <a:pt x="97531" y="149558"/>
                    <a:pt x="97932" y="156299"/>
                    <a:pt x="95811" y="162144"/>
                  </a:cubicBezTo>
                  <a:cubicBezTo>
                    <a:pt x="94373" y="166127"/>
                    <a:pt x="89801" y="170958"/>
                    <a:pt x="85936" y="171689"/>
                  </a:cubicBezTo>
                  <a:cubicBezTo>
                    <a:pt x="69414" y="174753"/>
                    <a:pt x="52940" y="174376"/>
                    <a:pt x="37856" y="165184"/>
                  </a:cubicBezTo>
                  <a:cubicBezTo>
                    <a:pt x="24493" y="157029"/>
                    <a:pt x="20769" y="144043"/>
                    <a:pt x="20322" y="129667"/>
                  </a:cubicBezTo>
                  <a:cubicBezTo>
                    <a:pt x="20157" y="124269"/>
                    <a:pt x="23645" y="121653"/>
                    <a:pt x="28688" y="12455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45" name="Google Shape;1545;p46"/>
            <p:cNvSpPr/>
            <p:nvPr/>
          </p:nvSpPr>
          <p:spPr>
            <a:xfrm>
              <a:off x="858634" y="3448973"/>
              <a:ext cx="234682" cy="295687"/>
            </a:xfrm>
            <a:custGeom>
              <a:rect b="b" l="l" r="r" t="t"/>
              <a:pathLst>
                <a:path extrusionOk="0" h="295687" w="234682">
                  <a:moveTo>
                    <a:pt x="136921" y="122248"/>
                  </a:moveTo>
                  <a:cubicBezTo>
                    <a:pt x="124524" y="118336"/>
                    <a:pt x="116864" y="124346"/>
                    <a:pt x="115686" y="137497"/>
                  </a:cubicBezTo>
                  <a:cubicBezTo>
                    <a:pt x="114673" y="148692"/>
                    <a:pt x="111373" y="158567"/>
                    <a:pt x="104090" y="167287"/>
                  </a:cubicBezTo>
                  <a:cubicBezTo>
                    <a:pt x="82361" y="193307"/>
                    <a:pt x="55563" y="209545"/>
                    <a:pt x="21060" y="211737"/>
                  </a:cubicBezTo>
                  <a:cubicBezTo>
                    <a:pt x="7555" y="212585"/>
                    <a:pt x="2087" y="217111"/>
                    <a:pt x="437" y="229484"/>
                  </a:cubicBezTo>
                  <a:cubicBezTo>
                    <a:pt x="-482" y="236437"/>
                    <a:pt x="178" y="243790"/>
                    <a:pt x="1215" y="250790"/>
                  </a:cubicBezTo>
                  <a:cubicBezTo>
                    <a:pt x="2771" y="261254"/>
                    <a:pt x="8121" y="268042"/>
                    <a:pt x="19810" y="269385"/>
                  </a:cubicBezTo>
                  <a:cubicBezTo>
                    <a:pt x="29803" y="270540"/>
                    <a:pt x="32891" y="275230"/>
                    <a:pt x="34258" y="285129"/>
                  </a:cubicBezTo>
                  <a:cubicBezTo>
                    <a:pt x="34753" y="288758"/>
                    <a:pt x="36850" y="292175"/>
                    <a:pt x="38217" y="295687"/>
                  </a:cubicBezTo>
                  <a:cubicBezTo>
                    <a:pt x="38948" y="295522"/>
                    <a:pt x="39702" y="295334"/>
                    <a:pt x="40433" y="295169"/>
                  </a:cubicBezTo>
                  <a:cubicBezTo>
                    <a:pt x="40951" y="294155"/>
                    <a:pt x="41705" y="293189"/>
                    <a:pt x="41941" y="292105"/>
                  </a:cubicBezTo>
                  <a:cubicBezTo>
                    <a:pt x="45193" y="276950"/>
                    <a:pt x="44557" y="262079"/>
                    <a:pt x="37628" y="248032"/>
                  </a:cubicBezTo>
                  <a:cubicBezTo>
                    <a:pt x="36261" y="245298"/>
                    <a:pt x="32891" y="242588"/>
                    <a:pt x="29945" y="241787"/>
                  </a:cubicBezTo>
                  <a:cubicBezTo>
                    <a:pt x="24807" y="240443"/>
                    <a:pt x="23676" y="236814"/>
                    <a:pt x="25420" y="233538"/>
                  </a:cubicBezTo>
                  <a:cubicBezTo>
                    <a:pt x="28154" y="228353"/>
                    <a:pt x="32419" y="223969"/>
                    <a:pt x="36049" y="219232"/>
                  </a:cubicBezTo>
                  <a:cubicBezTo>
                    <a:pt x="39749" y="222131"/>
                    <a:pt x="43473" y="224982"/>
                    <a:pt x="47150" y="227928"/>
                  </a:cubicBezTo>
                  <a:cubicBezTo>
                    <a:pt x="47715" y="228376"/>
                    <a:pt x="48045" y="229107"/>
                    <a:pt x="48493" y="229696"/>
                  </a:cubicBezTo>
                  <a:cubicBezTo>
                    <a:pt x="53607" y="236224"/>
                    <a:pt x="58533" y="237851"/>
                    <a:pt x="65910" y="233797"/>
                  </a:cubicBezTo>
                  <a:cubicBezTo>
                    <a:pt x="72108" y="230380"/>
                    <a:pt x="77529" y="225525"/>
                    <a:pt x="83398" y="221447"/>
                  </a:cubicBezTo>
                  <a:cubicBezTo>
                    <a:pt x="94074" y="213976"/>
                    <a:pt x="104468" y="206010"/>
                    <a:pt x="115686" y="199458"/>
                  </a:cubicBezTo>
                  <a:cubicBezTo>
                    <a:pt x="120447" y="196653"/>
                    <a:pt x="127399" y="194886"/>
                    <a:pt x="132608" y="196041"/>
                  </a:cubicBezTo>
                  <a:cubicBezTo>
                    <a:pt x="146773" y="199175"/>
                    <a:pt x="157166" y="195923"/>
                    <a:pt x="165038" y="183432"/>
                  </a:cubicBezTo>
                  <a:cubicBezTo>
                    <a:pt x="169398" y="176502"/>
                    <a:pt x="173805" y="176785"/>
                    <a:pt x="179132" y="183149"/>
                  </a:cubicBezTo>
                  <a:cubicBezTo>
                    <a:pt x="184882" y="190031"/>
                    <a:pt x="186839" y="190172"/>
                    <a:pt x="190185" y="181381"/>
                  </a:cubicBezTo>
                  <a:cubicBezTo>
                    <a:pt x="195347" y="167829"/>
                    <a:pt x="200108" y="154018"/>
                    <a:pt x="203525" y="139948"/>
                  </a:cubicBezTo>
                  <a:cubicBezTo>
                    <a:pt x="214201" y="95876"/>
                    <a:pt x="224171" y="51638"/>
                    <a:pt x="234352" y="7448"/>
                  </a:cubicBezTo>
                  <a:cubicBezTo>
                    <a:pt x="234800" y="5468"/>
                    <a:pt x="234588" y="3323"/>
                    <a:pt x="234682" y="1249"/>
                  </a:cubicBezTo>
                  <a:cubicBezTo>
                    <a:pt x="233904" y="825"/>
                    <a:pt x="233150" y="424"/>
                    <a:pt x="232373" y="0"/>
                  </a:cubicBezTo>
                  <a:cubicBezTo>
                    <a:pt x="227871" y="5916"/>
                    <a:pt x="222545" y="11407"/>
                    <a:pt x="219009" y="17865"/>
                  </a:cubicBezTo>
                  <a:cubicBezTo>
                    <a:pt x="205740" y="42022"/>
                    <a:pt x="197044" y="67994"/>
                    <a:pt x="191835" y="94980"/>
                  </a:cubicBezTo>
                  <a:cubicBezTo>
                    <a:pt x="189573" y="106693"/>
                    <a:pt x="189243" y="118831"/>
                    <a:pt x="188842" y="130827"/>
                  </a:cubicBezTo>
                  <a:cubicBezTo>
                    <a:pt x="188724" y="134575"/>
                    <a:pt x="191222" y="138416"/>
                    <a:pt x="193343" y="144615"/>
                  </a:cubicBezTo>
                  <a:cubicBezTo>
                    <a:pt x="187286" y="142258"/>
                    <a:pt x="183303" y="140773"/>
                    <a:pt x="179391" y="139170"/>
                  </a:cubicBezTo>
                  <a:cubicBezTo>
                    <a:pt x="165227" y="133443"/>
                    <a:pt x="151416" y="126797"/>
                    <a:pt x="136921" y="122248"/>
                  </a:cubicBezTo>
                  <a:close/>
                  <a:moveTo>
                    <a:pt x="135248" y="182041"/>
                  </a:moveTo>
                  <a:cubicBezTo>
                    <a:pt x="131170" y="182677"/>
                    <a:pt x="128601" y="181169"/>
                    <a:pt x="129120" y="177021"/>
                  </a:cubicBezTo>
                  <a:cubicBezTo>
                    <a:pt x="130840" y="163045"/>
                    <a:pt x="137251" y="151237"/>
                    <a:pt x="147362" y="141669"/>
                  </a:cubicBezTo>
                  <a:cubicBezTo>
                    <a:pt x="149129" y="139995"/>
                    <a:pt x="154149" y="139406"/>
                    <a:pt x="156011" y="140702"/>
                  </a:cubicBezTo>
                  <a:cubicBezTo>
                    <a:pt x="159099" y="142847"/>
                    <a:pt x="160819" y="146948"/>
                    <a:pt x="161880" y="148433"/>
                  </a:cubicBezTo>
                  <a:cubicBezTo>
                    <a:pt x="161903" y="162079"/>
                    <a:pt x="146207" y="180297"/>
                    <a:pt x="135248" y="1820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46" name="Google Shape;1546;p46"/>
            <p:cNvSpPr/>
            <p:nvPr/>
          </p:nvSpPr>
          <p:spPr>
            <a:xfrm>
              <a:off x="719618" y="2154563"/>
              <a:ext cx="409209" cy="90285"/>
            </a:xfrm>
            <a:custGeom>
              <a:rect b="b" l="l" r="r" t="t"/>
              <a:pathLst>
                <a:path extrusionOk="0" h="90285" w="409209">
                  <a:moveTo>
                    <a:pt x="20080" y="18990"/>
                  </a:moveTo>
                  <a:cubicBezTo>
                    <a:pt x="45086" y="19108"/>
                    <a:pt x="70116" y="18000"/>
                    <a:pt x="95098" y="18731"/>
                  </a:cubicBezTo>
                  <a:cubicBezTo>
                    <a:pt x="121188" y="19485"/>
                    <a:pt x="147749" y="15502"/>
                    <a:pt x="172944" y="27687"/>
                  </a:cubicBezTo>
                  <a:cubicBezTo>
                    <a:pt x="179779" y="30986"/>
                    <a:pt x="189394" y="28936"/>
                    <a:pt x="197714" y="28653"/>
                  </a:cubicBezTo>
                  <a:cubicBezTo>
                    <a:pt x="207071" y="28347"/>
                    <a:pt x="216404" y="26791"/>
                    <a:pt x="225737" y="26673"/>
                  </a:cubicBezTo>
                  <a:cubicBezTo>
                    <a:pt x="231652" y="26603"/>
                    <a:pt x="238228" y="27899"/>
                    <a:pt x="239878" y="34993"/>
                  </a:cubicBezTo>
                  <a:cubicBezTo>
                    <a:pt x="241362" y="41427"/>
                    <a:pt x="245463" y="45080"/>
                    <a:pt x="250978" y="46754"/>
                  </a:cubicBezTo>
                  <a:cubicBezTo>
                    <a:pt x="258473" y="49016"/>
                    <a:pt x="266274" y="51255"/>
                    <a:pt x="274028" y="51585"/>
                  </a:cubicBezTo>
                  <a:cubicBezTo>
                    <a:pt x="299647" y="52646"/>
                    <a:pt x="323616" y="59292"/>
                    <a:pt x="346430" y="70722"/>
                  </a:cubicBezTo>
                  <a:cubicBezTo>
                    <a:pt x="356140" y="75577"/>
                    <a:pt x="365709" y="80857"/>
                    <a:pt x="375796" y="84769"/>
                  </a:cubicBezTo>
                  <a:cubicBezTo>
                    <a:pt x="383267" y="87668"/>
                    <a:pt x="391374" y="89553"/>
                    <a:pt x="399340" y="90237"/>
                  </a:cubicBezTo>
                  <a:cubicBezTo>
                    <a:pt x="406859" y="90873"/>
                    <a:pt x="410936" y="85240"/>
                    <a:pt x="408509" y="77981"/>
                  </a:cubicBezTo>
                  <a:cubicBezTo>
                    <a:pt x="406293" y="71312"/>
                    <a:pt x="402805" y="64948"/>
                    <a:pt x="399034" y="58985"/>
                  </a:cubicBezTo>
                  <a:cubicBezTo>
                    <a:pt x="397596" y="56699"/>
                    <a:pt x="393920" y="55073"/>
                    <a:pt x="391021" y="54602"/>
                  </a:cubicBezTo>
                  <a:cubicBezTo>
                    <a:pt x="382748" y="53282"/>
                    <a:pt x="374217" y="53376"/>
                    <a:pt x="366015" y="51703"/>
                  </a:cubicBezTo>
                  <a:cubicBezTo>
                    <a:pt x="344309" y="47248"/>
                    <a:pt x="322532" y="42912"/>
                    <a:pt x="301202" y="37043"/>
                  </a:cubicBezTo>
                  <a:cubicBezTo>
                    <a:pt x="288145" y="33461"/>
                    <a:pt x="287179" y="28017"/>
                    <a:pt x="294815" y="17010"/>
                  </a:cubicBezTo>
                  <a:cubicBezTo>
                    <a:pt x="300377" y="8997"/>
                    <a:pt x="299458" y="5344"/>
                    <a:pt x="289795" y="4001"/>
                  </a:cubicBezTo>
                  <a:cubicBezTo>
                    <a:pt x="274664" y="1880"/>
                    <a:pt x="259345" y="65"/>
                    <a:pt x="244120" y="18"/>
                  </a:cubicBezTo>
                  <a:cubicBezTo>
                    <a:pt x="200307" y="-53"/>
                    <a:pt x="156446" y="18"/>
                    <a:pt x="112656" y="1597"/>
                  </a:cubicBezTo>
                  <a:cubicBezTo>
                    <a:pt x="81310" y="2704"/>
                    <a:pt x="50035" y="6145"/>
                    <a:pt x="18784" y="8950"/>
                  </a:cubicBezTo>
                  <a:cubicBezTo>
                    <a:pt x="12444" y="9516"/>
                    <a:pt x="6246" y="11849"/>
                    <a:pt x="0" y="13357"/>
                  </a:cubicBezTo>
                  <a:cubicBezTo>
                    <a:pt x="71" y="14441"/>
                    <a:pt x="118" y="15526"/>
                    <a:pt x="189" y="16586"/>
                  </a:cubicBezTo>
                  <a:cubicBezTo>
                    <a:pt x="6835" y="17411"/>
                    <a:pt x="13457" y="18943"/>
                    <a:pt x="20080" y="1899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47" name="Google Shape;1547;p46"/>
            <p:cNvSpPr/>
            <p:nvPr/>
          </p:nvSpPr>
          <p:spPr>
            <a:xfrm>
              <a:off x="288460" y="2544271"/>
              <a:ext cx="355244" cy="424215"/>
            </a:xfrm>
            <a:custGeom>
              <a:rect b="b" l="l" r="r" t="t"/>
              <a:pathLst>
                <a:path extrusionOk="0" h="424215" w="355244">
                  <a:moveTo>
                    <a:pt x="64978" y="294991"/>
                  </a:moveTo>
                  <a:cubicBezTo>
                    <a:pt x="80226" y="264517"/>
                    <a:pt x="96536" y="234562"/>
                    <a:pt x="113151" y="204795"/>
                  </a:cubicBezTo>
                  <a:cubicBezTo>
                    <a:pt x="137474" y="161265"/>
                    <a:pt x="172496" y="127209"/>
                    <a:pt x="210747" y="96004"/>
                  </a:cubicBezTo>
                  <a:cubicBezTo>
                    <a:pt x="239995" y="72153"/>
                    <a:pt x="270705" y="50918"/>
                    <a:pt x="305115" y="34986"/>
                  </a:cubicBezTo>
                  <a:cubicBezTo>
                    <a:pt x="319138" y="28505"/>
                    <a:pt x="331935" y="19266"/>
                    <a:pt x="345039" y="10876"/>
                  </a:cubicBezTo>
                  <a:cubicBezTo>
                    <a:pt x="348480" y="8684"/>
                    <a:pt x="350978" y="5031"/>
                    <a:pt x="355244" y="694"/>
                  </a:cubicBezTo>
                  <a:cubicBezTo>
                    <a:pt x="344144" y="-1710"/>
                    <a:pt x="336955" y="2627"/>
                    <a:pt x="329932" y="6092"/>
                  </a:cubicBezTo>
                  <a:cubicBezTo>
                    <a:pt x="284563" y="28387"/>
                    <a:pt x="242588" y="56292"/>
                    <a:pt x="200377" y="83937"/>
                  </a:cubicBezTo>
                  <a:cubicBezTo>
                    <a:pt x="132171" y="128623"/>
                    <a:pt x="89253" y="191550"/>
                    <a:pt x="62692" y="267251"/>
                  </a:cubicBezTo>
                  <a:cubicBezTo>
                    <a:pt x="60641" y="273073"/>
                    <a:pt x="56116" y="278116"/>
                    <a:pt x="52345" y="283231"/>
                  </a:cubicBezTo>
                  <a:cubicBezTo>
                    <a:pt x="47655" y="289570"/>
                    <a:pt x="41810" y="295133"/>
                    <a:pt x="37780" y="301826"/>
                  </a:cubicBezTo>
                  <a:cubicBezTo>
                    <a:pt x="22272" y="327445"/>
                    <a:pt x="12915" y="355491"/>
                    <a:pt x="6882" y="384668"/>
                  </a:cubicBezTo>
                  <a:cubicBezTo>
                    <a:pt x="4219" y="397607"/>
                    <a:pt x="2263" y="410688"/>
                    <a:pt x="0" y="423697"/>
                  </a:cubicBezTo>
                  <a:cubicBezTo>
                    <a:pt x="848" y="423862"/>
                    <a:pt x="1673" y="424051"/>
                    <a:pt x="2522" y="424216"/>
                  </a:cubicBezTo>
                  <a:cubicBezTo>
                    <a:pt x="3983" y="421411"/>
                    <a:pt x="5515" y="418630"/>
                    <a:pt x="6882" y="415778"/>
                  </a:cubicBezTo>
                  <a:cubicBezTo>
                    <a:pt x="26184" y="375500"/>
                    <a:pt x="44992" y="334939"/>
                    <a:pt x="64978" y="2949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48" name="Google Shape;1548;p46"/>
            <p:cNvSpPr/>
            <p:nvPr/>
          </p:nvSpPr>
          <p:spPr>
            <a:xfrm>
              <a:off x="1133971" y="2516189"/>
              <a:ext cx="242198" cy="173723"/>
            </a:xfrm>
            <a:custGeom>
              <a:rect b="b" l="l" r="r" t="t"/>
              <a:pathLst>
                <a:path extrusionOk="0" h="173723" w="242198">
                  <a:moveTo>
                    <a:pt x="186142" y="76927"/>
                  </a:moveTo>
                  <a:cubicBezTo>
                    <a:pt x="190832" y="81310"/>
                    <a:pt x="196324" y="84869"/>
                    <a:pt x="200778" y="89465"/>
                  </a:cubicBezTo>
                  <a:cubicBezTo>
                    <a:pt x="204832" y="93637"/>
                    <a:pt x="208791" y="98280"/>
                    <a:pt x="211337" y="103441"/>
                  </a:cubicBezTo>
                  <a:cubicBezTo>
                    <a:pt x="213976" y="108791"/>
                    <a:pt x="209569" y="113293"/>
                    <a:pt x="203700" y="111973"/>
                  </a:cubicBezTo>
                  <a:cubicBezTo>
                    <a:pt x="200354" y="111219"/>
                    <a:pt x="196842" y="110394"/>
                    <a:pt x="193896" y="108744"/>
                  </a:cubicBezTo>
                  <a:cubicBezTo>
                    <a:pt x="166981" y="93684"/>
                    <a:pt x="139995" y="78765"/>
                    <a:pt x="113410" y="63139"/>
                  </a:cubicBezTo>
                  <a:cubicBezTo>
                    <a:pt x="82300" y="44874"/>
                    <a:pt x="51685" y="25831"/>
                    <a:pt x="20622" y="7495"/>
                  </a:cubicBezTo>
                  <a:cubicBezTo>
                    <a:pt x="14872" y="4101"/>
                    <a:pt x="8084" y="2451"/>
                    <a:pt x="1791" y="0"/>
                  </a:cubicBezTo>
                  <a:cubicBezTo>
                    <a:pt x="1202" y="943"/>
                    <a:pt x="589" y="1862"/>
                    <a:pt x="0" y="2805"/>
                  </a:cubicBezTo>
                  <a:cubicBezTo>
                    <a:pt x="3111" y="6151"/>
                    <a:pt x="5868" y="9922"/>
                    <a:pt x="9404" y="12750"/>
                  </a:cubicBezTo>
                  <a:cubicBezTo>
                    <a:pt x="22508" y="23285"/>
                    <a:pt x="35517" y="34033"/>
                    <a:pt x="49211" y="43743"/>
                  </a:cubicBezTo>
                  <a:cubicBezTo>
                    <a:pt x="104902" y="83196"/>
                    <a:pt x="160830" y="122343"/>
                    <a:pt x="216710" y="161513"/>
                  </a:cubicBezTo>
                  <a:cubicBezTo>
                    <a:pt x="222555" y="165614"/>
                    <a:pt x="228706" y="169361"/>
                    <a:pt x="234952" y="172849"/>
                  </a:cubicBezTo>
                  <a:cubicBezTo>
                    <a:pt x="236649" y="173792"/>
                    <a:pt x="239760" y="174099"/>
                    <a:pt x="241103" y="173132"/>
                  </a:cubicBezTo>
                  <a:cubicBezTo>
                    <a:pt x="242258" y="172307"/>
                    <a:pt x="242376" y="169149"/>
                    <a:pt x="242022" y="167193"/>
                  </a:cubicBezTo>
                  <a:cubicBezTo>
                    <a:pt x="241245" y="163092"/>
                    <a:pt x="240160" y="158991"/>
                    <a:pt x="238629" y="155126"/>
                  </a:cubicBezTo>
                  <a:cubicBezTo>
                    <a:pt x="228494" y="129272"/>
                    <a:pt x="221306" y="102710"/>
                    <a:pt x="218289" y="75041"/>
                  </a:cubicBezTo>
                  <a:cubicBezTo>
                    <a:pt x="216993" y="63257"/>
                    <a:pt x="211784" y="59510"/>
                    <a:pt x="200377" y="62055"/>
                  </a:cubicBezTo>
                  <a:cubicBezTo>
                    <a:pt x="195899" y="63045"/>
                    <a:pt x="191610" y="65308"/>
                    <a:pt x="187438" y="67382"/>
                  </a:cubicBezTo>
                  <a:cubicBezTo>
                    <a:pt x="182630" y="69786"/>
                    <a:pt x="182489" y="73509"/>
                    <a:pt x="186142" y="7692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49" name="Google Shape;1549;p46"/>
            <p:cNvSpPr/>
            <p:nvPr/>
          </p:nvSpPr>
          <p:spPr>
            <a:xfrm>
              <a:off x="434135" y="2112369"/>
              <a:ext cx="278034" cy="117825"/>
            </a:xfrm>
            <a:custGeom>
              <a:rect b="b" l="l" r="r" t="t"/>
              <a:pathLst>
                <a:path extrusionOk="0" h="117825" w="278034">
                  <a:moveTo>
                    <a:pt x="19397" y="115391"/>
                  </a:moveTo>
                  <a:cubicBezTo>
                    <a:pt x="83785" y="94251"/>
                    <a:pt x="148197" y="73157"/>
                    <a:pt x="212421" y="51474"/>
                  </a:cubicBezTo>
                  <a:cubicBezTo>
                    <a:pt x="232006" y="44875"/>
                    <a:pt x="251238" y="37051"/>
                    <a:pt x="270116" y="28684"/>
                  </a:cubicBezTo>
                  <a:cubicBezTo>
                    <a:pt x="279991" y="24300"/>
                    <a:pt x="280179" y="19516"/>
                    <a:pt x="273180" y="11479"/>
                  </a:cubicBezTo>
                  <a:cubicBezTo>
                    <a:pt x="270917" y="8887"/>
                    <a:pt x="268466" y="6388"/>
                    <a:pt x="265779" y="4244"/>
                  </a:cubicBezTo>
                  <a:cubicBezTo>
                    <a:pt x="257719" y="-2214"/>
                    <a:pt x="253217" y="-1177"/>
                    <a:pt x="246288" y="6506"/>
                  </a:cubicBezTo>
                  <a:cubicBezTo>
                    <a:pt x="241763" y="11526"/>
                    <a:pt x="236555" y="16923"/>
                    <a:pt x="230521" y="19351"/>
                  </a:cubicBezTo>
                  <a:cubicBezTo>
                    <a:pt x="210417" y="27411"/>
                    <a:pt x="190078" y="35071"/>
                    <a:pt x="169361" y="41269"/>
                  </a:cubicBezTo>
                  <a:cubicBezTo>
                    <a:pt x="140750" y="49825"/>
                    <a:pt x="111643" y="56777"/>
                    <a:pt x="81664" y="58309"/>
                  </a:cubicBezTo>
                  <a:cubicBezTo>
                    <a:pt x="73297" y="58733"/>
                    <a:pt x="64836" y="57154"/>
                    <a:pt x="56022" y="56471"/>
                  </a:cubicBezTo>
                  <a:cubicBezTo>
                    <a:pt x="56257" y="57390"/>
                    <a:pt x="56422" y="58781"/>
                    <a:pt x="56941" y="60030"/>
                  </a:cubicBezTo>
                  <a:cubicBezTo>
                    <a:pt x="62385" y="72945"/>
                    <a:pt x="61065" y="78436"/>
                    <a:pt x="48951" y="85790"/>
                  </a:cubicBezTo>
                  <a:cubicBezTo>
                    <a:pt x="41622" y="90244"/>
                    <a:pt x="33278" y="92978"/>
                    <a:pt x="25689" y="97079"/>
                  </a:cubicBezTo>
                  <a:cubicBezTo>
                    <a:pt x="17676" y="101392"/>
                    <a:pt x="9993" y="106271"/>
                    <a:pt x="2310" y="111173"/>
                  </a:cubicBezTo>
                  <a:cubicBezTo>
                    <a:pt x="1108" y="111950"/>
                    <a:pt x="754" y="114048"/>
                    <a:pt x="0" y="115509"/>
                  </a:cubicBezTo>
                  <a:cubicBezTo>
                    <a:pt x="1626" y="116334"/>
                    <a:pt x="3323" y="117937"/>
                    <a:pt x="4879" y="117819"/>
                  </a:cubicBezTo>
                  <a:cubicBezTo>
                    <a:pt x="9781" y="117371"/>
                    <a:pt x="14777" y="116900"/>
                    <a:pt x="19397" y="1153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50" name="Google Shape;1550;p46"/>
            <p:cNvSpPr/>
            <p:nvPr/>
          </p:nvSpPr>
          <p:spPr>
            <a:xfrm>
              <a:off x="1170871" y="3380907"/>
              <a:ext cx="64372" cy="255206"/>
            </a:xfrm>
            <a:custGeom>
              <a:rect b="b" l="l" r="r" t="t"/>
              <a:pathLst>
                <a:path extrusionOk="0" h="255206" w="64372">
                  <a:moveTo>
                    <a:pt x="38730" y="250413"/>
                  </a:moveTo>
                  <a:cubicBezTo>
                    <a:pt x="42030" y="243696"/>
                    <a:pt x="44693" y="236319"/>
                    <a:pt x="45753" y="228942"/>
                  </a:cubicBezTo>
                  <a:cubicBezTo>
                    <a:pt x="48110" y="212821"/>
                    <a:pt x="48110" y="196300"/>
                    <a:pt x="51221" y="180344"/>
                  </a:cubicBezTo>
                  <a:cubicBezTo>
                    <a:pt x="59282" y="138935"/>
                    <a:pt x="62605" y="97148"/>
                    <a:pt x="64372" y="55008"/>
                  </a:cubicBezTo>
                  <a:cubicBezTo>
                    <a:pt x="63170" y="39500"/>
                    <a:pt x="62181" y="23945"/>
                    <a:pt x="60601" y="8485"/>
                  </a:cubicBezTo>
                  <a:cubicBezTo>
                    <a:pt x="60295" y="5538"/>
                    <a:pt x="57655" y="2828"/>
                    <a:pt x="56076" y="0"/>
                  </a:cubicBezTo>
                  <a:cubicBezTo>
                    <a:pt x="53649" y="2498"/>
                    <a:pt x="51103" y="4879"/>
                    <a:pt x="48888" y="7542"/>
                  </a:cubicBezTo>
                  <a:cubicBezTo>
                    <a:pt x="48016" y="8602"/>
                    <a:pt x="47710" y="10276"/>
                    <a:pt x="47521" y="11713"/>
                  </a:cubicBezTo>
                  <a:cubicBezTo>
                    <a:pt x="46461" y="19279"/>
                    <a:pt x="45895" y="26915"/>
                    <a:pt x="44410" y="34386"/>
                  </a:cubicBezTo>
                  <a:cubicBezTo>
                    <a:pt x="42619" y="43318"/>
                    <a:pt x="38377" y="51308"/>
                    <a:pt x="28690" y="53029"/>
                  </a:cubicBezTo>
                  <a:cubicBezTo>
                    <a:pt x="21596" y="54278"/>
                    <a:pt x="17448" y="58143"/>
                    <a:pt x="14738" y="63799"/>
                  </a:cubicBezTo>
                  <a:cubicBezTo>
                    <a:pt x="2529" y="89300"/>
                    <a:pt x="-2726" y="116121"/>
                    <a:pt x="1374" y="144332"/>
                  </a:cubicBezTo>
                  <a:cubicBezTo>
                    <a:pt x="2105" y="149352"/>
                    <a:pt x="3307" y="155951"/>
                    <a:pt x="9529" y="155645"/>
                  </a:cubicBezTo>
                  <a:cubicBezTo>
                    <a:pt x="11933" y="155527"/>
                    <a:pt x="15374" y="148786"/>
                    <a:pt x="15987" y="144709"/>
                  </a:cubicBezTo>
                  <a:cubicBezTo>
                    <a:pt x="17707" y="132996"/>
                    <a:pt x="17377" y="120952"/>
                    <a:pt x="19451" y="109333"/>
                  </a:cubicBezTo>
                  <a:cubicBezTo>
                    <a:pt x="21313" y="98798"/>
                    <a:pt x="24966" y="88522"/>
                    <a:pt x="28549" y="78364"/>
                  </a:cubicBezTo>
                  <a:cubicBezTo>
                    <a:pt x="29397" y="75937"/>
                    <a:pt x="33121" y="74546"/>
                    <a:pt x="35525" y="72661"/>
                  </a:cubicBezTo>
                  <a:cubicBezTo>
                    <a:pt x="36986" y="75371"/>
                    <a:pt x="39319" y="77964"/>
                    <a:pt x="39720" y="80815"/>
                  </a:cubicBezTo>
                  <a:cubicBezTo>
                    <a:pt x="40757" y="88145"/>
                    <a:pt x="41629" y="95616"/>
                    <a:pt x="41370" y="102993"/>
                  </a:cubicBezTo>
                  <a:cubicBezTo>
                    <a:pt x="39956" y="143318"/>
                    <a:pt x="35572" y="183267"/>
                    <a:pt x="25673" y="222508"/>
                  </a:cubicBezTo>
                  <a:cubicBezTo>
                    <a:pt x="23764" y="230073"/>
                    <a:pt x="22515" y="238039"/>
                    <a:pt x="22562" y="245793"/>
                  </a:cubicBezTo>
                  <a:cubicBezTo>
                    <a:pt x="22586" y="249046"/>
                    <a:pt x="26192" y="253853"/>
                    <a:pt x="29279" y="255032"/>
                  </a:cubicBezTo>
                  <a:cubicBezTo>
                    <a:pt x="31613" y="255951"/>
                    <a:pt x="37410" y="253076"/>
                    <a:pt x="38730" y="25041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51" name="Google Shape;1551;p46"/>
            <p:cNvSpPr/>
            <p:nvPr/>
          </p:nvSpPr>
          <p:spPr>
            <a:xfrm>
              <a:off x="383276" y="2786340"/>
              <a:ext cx="130642" cy="246511"/>
            </a:xfrm>
            <a:custGeom>
              <a:rect b="b" l="l" r="r" t="t"/>
              <a:pathLst>
                <a:path extrusionOk="0" h="246511" w="130642">
                  <a:moveTo>
                    <a:pt x="14611" y="120233"/>
                  </a:moveTo>
                  <a:cubicBezTo>
                    <a:pt x="20291" y="111913"/>
                    <a:pt x="24250" y="102438"/>
                    <a:pt x="29742" y="93954"/>
                  </a:cubicBezTo>
                  <a:cubicBezTo>
                    <a:pt x="35068" y="85705"/>
                    <a:pt x="40866" y="77598"/>
                    <a:pt x="47630" y="70527"/>
                  </a:cubicBezTo>
                  <a:cubicBezTo>
                    <a:pt x="49869" y="68194"/>
                    <a:pt x="55997" y="68288"/>
                    <a:pt x="59768" y="69349"/>
                  </a:cubicBezTo>
                  <a:cubicBezTo>
                    <a:pt x="61394" y="69797"/>
                    <a:pt x="62266" y="75547"/>
                    <a:pt x="62148" y="78847"/>
                  </a:cubicBezTo>
                  <a:cubicBezTo>
                    <a:pt x="62030" y="82170"/>
                    <a:pt x="60569" y="85564"/>
                    <a:pt x="59131" y="88675"/>
                  </a:cubicBezTo>
                  <a:cubicBezTo>
                    <a:pt x="53616" y="100529"/>
                    <a:pt x="48219" y="112479"/>
                    <a:pt x="42115" y="124027"/>
                  </a:cubicBezTo>
                  <a:cubicBezTo>
                    <a:pt x="25782" y="154925"/>
                    <a:pt x="17958" y="187614"/>
                    <a:pt x="20574" y="222542"/>
                  </a:cubicBezTo>
                  <a:cubicBezTo>
                    <a:pt x="21139" y="230178"/>
                    <a:pt x="22648" y="237744"/>
                    <a:pt x="23897" y="246511"/>
                  </a:cubicBezTo>
                  <a:cubicBezTo>
                    <a:pt x="26536" y="244720"/>
                    <a:pt x="27762" y="244343"/>
                    <a:pt x="28045" y="243612"/>
                  </a:cubicBezTo>
                  <a:cubicBezTo>
                    <a:pt x="31556" y="234727"/>
                    <a:pt x="35846" y="226030"/>
                    <a:pt x="38203" y="216815"/>
                  </a:cubicBezTo>
                  <a:cubicBezTo>
                    <a:pt x="44637" y="191527"/>
                    <a:pt x="48313" y="165366"/>
                    <a:pt x="56610" y="140760"/>
                  </a:cubicBezTo>
                  <a:cubicBezTo>
                    <a:pt x="70138" y="100624"/>
                    <a:pt x="87036" y="61854"/>
                    <a:pt x="119584" y="32347"/>
                  </a:cubicBezTo>
                  <a:cubicBezTo>
                    <a:pt x="125971" y="26572"/>
                    <a:pt x="130826" y="19078"/>
                    <a:pt x="130637" y="9627"/>
                  </a:cubicBezTo>
                  <a:cubicBezTo>
                    <a:pt x="130496" y="1849"/>
                    <a:pt x="123402" y="-2487"/>
                    <a:pt x="116779" y="1519"/>
                  </a:cubicBezTo>
                  <a:cubicBezTo>
                    <a:pt x="113456" y="3523"/>
                    <a:pt x="110157" y="6162"/>
                    <a:pt x="107918" y="9273"/>
                  </a:cubicBezTo>
                  <a:cubicBezTo>
                    <a:pt x="101295" y="18488"/>
                    <a:pt x="95426" y="28246"/>
                    <a:pt x="88851" y="37484"/>
                  </a:cubicBezTo>
                  <a:cubicBezTo>
                    <a:pt x="84444" y="43683"/>
                    <a:pt x="80013" y="50141"/>
                    <a:pt x="74309" y="54972"/>
                  </a:cubicBezTo>
                  <a:cubicBezTo>
                    <a:pt x="71599" y="57282"/>
                    <a:pt x="64623" y="57989"/>
                    <a:pt x="61842" y="56103"/>
                  </a:cubicBezTo>
                  <a:cubicBezTo>
                    <a:pt x="53993" y="50824"/>
                    <a:pt x="46829" y="52002"/>
                    <a:pt x="40701" y="57093"/>
                  </a:cubicBezTo>
                  <a:cubicBezTo>
                    <a:pt x="31816" y="64447"/>
                    <a:pt x="22695" y="72177"/>
                    <a:pt x="16096" y="81463"/>
                  </a:cubicBezTo>
                  <a:cubicBezTo>
                    <a:pt x="9214" y="91102"/>
                    <a:pt x="4477" y="102533"/>
                    <a:pt x="352" y="113728"/>
                  </a:cubicBezTo>
                  <a:cubicBezTo>
                    <a:pt x="-1062" y="117593"/>
                    <a:pt x="2167" y="123155"/>
                    <a:pt x="3275" y="127939"/>
                  </a:cubicBezTo>
                  <a:cubicBezTo>
                    <a:pt x="7093" y="125441"/>
                    <a:pt x="12207" y="123744"/>
                    <a:pt x="14611" y="12023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52" name="Google Shape;1552;p46"/>
            <p:cNvSpPr/>
            <p:nvPr/>
          </p:nvSpPr>
          <p:spPr>
            <a:xfrm>
              <a:off x="395541" y="3043174"/>
              <a:ext cx="61705" cy="337316"/>
            </a:xfrm>
            <a:custGeom>
              <a:rect b="b" l="l" r="r" t="t"/>
              <a:pathLst>
                <a:path extrusionOk="0" h="337316" w="61705">
                  <a:moveTo>
                    <a:pt x="11044" y="214848"/>
                  </a:moveTo>
                  <a:cubicBezTo>
                    <a:pt x="17784" y="221824"/>
                    <a:pt x="18491" y="230733"/>
                    <a:pt x="20047" y="239359"/>
                  </a:cubicBezTo>
                  <a:cubicBezTo>
                    <a:pt x="25326" y="268725"/>
                    <a:pt x="30275" y="298138"/>
                    <a:pt x="35719" y="327481"/>
                  </a:cubicBezTo>
                  <a:cubicBezTo>
                    <a:pt x="37251" y="335800"/>
                    <a:pt x="52217" y="340443"/>
                    <a:pt x="58722" y="334905"/>
                  </a:cubicBezTo>
                  <a:cubicBezTo>
                    <a:pt x="60254" y="333609"/>
                    <a:pt x="61597" y="331205"/>
                    <a:pt x="61668" y="329296"/>
                  </a:cubicBezTo>
                  <a:cubicBezTo>
                    <a:pt x="61786" y="325430"/>
                    <a:pt x="61692" y="321259"/>
                    <a:pt x="60419" y="317676"/>
                  </a:cubicBezTo>
                  <a:cubicBezTo>
                    <a:pt x="47032" y="280698"/>
                    <a:pt x="36945" y="242847"/>
                    <a:pt x="31336" y="203960"/>
                  </a:cubicBezTo>
                  <a:cubicBezTo>
                    <a:pt x="27282" y="175866"/>
                    <a:pt x="24218" y="147608"/>
                    <a:pt x="21767" y="119350"/>
                  </a:cubicBezTo>
                  <a:cubicBezTo>
                    <a:pt x="19080" y="88569"/>
                    <a:pt x="17902" y="57671"/>
                    <a:pt x="15357" y="26868"/>
                  </a:cubicBezTo>
                  <a:cubicBezTo>
                    <a:pt x="14602" y="17818"/>
                    <a:pt x="11491" y="8956"/>
                    <a:pt x="9464" y="0"/>
                  </a:cubicBezTo>
                  <a:cubicBezTo>
                    <a:pt x="7933" y="71"/>
                    <a:pt x="6424" y="141"/>
                    <a:pt x="4892" y="189"/>
                  </a:cubicBezTo>
                  <a:cubicBezTo>
                    <a:pt x="3549" y="9993"/>
                    <a:pt x="1381" y="19750"/>
                    <a:pt x="956" y="29602"/>
                  </a:cubicBezTo>
                  <a:cubicBezTo>
                    <a:pt x="-1542" y="88546"/>
                    <a:pt x="838" y="147302"/>
                    <a:pt x="8286" y="205845"/>
                  </a:cubicBezTo>
                  <a:cubicBezTo>
                    <a:pt x="8663" y="208956"/>
                    <a:pt x="9087" y="212821"/>
                    <a:pt x="11044" y="21484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53" name="Google Shape;1553;p46"/>
            <p:cNvSpPr/>
            <p:nvPr/>
          </p:nvSpPr>
          <p:spPr>
            <a:xfrm>
              <a:off x="946077" y="3590547"/>
              <a:ext cx="147414" cy="163626"/>
            </a:xfrm>
            <a:custGeom>
              <a:rect b="b" l="l" r="r" t="t"/>
              <a:pathLst>
                <a:path extrusionOk="0" h="163626" w="147414">
                  <a:moveTo>
                    <a:pt x="6230" y="163516"/>
                  </a:moveTo>
                  <a:cubicBezTo>
                    <a:pt x="9836" y="163022"/>
                    <a:pt x="13489" y="161890"/>
                    <a:pt x="16788" y="160335"/>
                  </a:cubicBezTo>
                  <a:cubicBezTo>
                    <a:pt x="25697" y="156116"/>
                    <a:pt x="34252" y="151190"/>
                    <a:pt x="43255" y="147184"/>
                  </a:cubicBezTo>
                  <a:cubicBezTo>
                    <a:pt x="49265" y="144520"/>
                    <a:pt x="52565" y="146712"/>
                    <a:pt x="53908" y="153005"/>
                  </a:cubicBezTo>
                  <a:cubicBezTo>
                    <a:pt x="55817" y="161937"/>
                    <a:pt x="58386" y="163069"/>
                    <a:pt x="66494" y="158426"/>
                  </a:cubicBezTo>
                  <a:cubicBezTo>
                    <a:pt x="68850" y="157082"/>
                    <a:pt x="71184" y="155621"/>
                    <a:pt x="73211" y="153830"/>
                  </a:cubicBezTo>
                  <a:cubicBezTo>
                    <a:pt x="105334" y="125902"/>
                    <a:pt x="130670" y="93377"/>
                    <a:pt x="141983" y="51473"/>
                  </a:cubicBezTo>
                  <a:cubicBezTo>
                    <a:pt x="146484" y="34763"/>
                    <a:pt x="149784" y="17935"/>
                    <a:pt x="145235" y="707"/>
                  </a:cubicBezTo>
                  <a:cubicBezTo>
                    <a:pt x="144504" y="471"/>
                    <a:pt x="143774" y="236"/>
                    <a:pt x="143067" y="0"/>
                  </a:cubicBezTo>
                  <a:cubicBezTo>
                    <a:pt x="141040" y="4902"/>
                    <a:pt x="138895" y="9781"/>
                    <a:pt x="136963" y="14754"/>
                  </a:cubicBezTo>
                  <a:cubicBezTo>
                    <a:pt x="131801" y="28046"/>
                    <a:pt x="127488" y="41763"/>
                    <a:pt x="121361" y="54608"/>
                  </a:cubicBezTo>
                  <a:cubicBezTo>
                    <a:pt x="115539" y="66816"/>
                    <a:pt x="107549" y="69338"/>
                    <a:pt x="94304" y="66227"/>
                  </a:cubicBezTo>
                  <a:cubicBezTo>
                    <a:pt x="89543" y="65119"/>
                    <a:pt x="84618" y="64294"/>
                    <a:pt x="79739" y="64082"/>
                  </a:cubicBezTo>
                  <a:cubicBezTo>
                    <a:pt x="73046" y="63799"/>
                    <a:pt x="70005" y="67594"/>
                    <a:pt x="68238" y="74098"/>
                  </a:cubicBezTo>
                  <a:cubicBezTo>
                    <a:pt x="66140" y="81805"/>
                    <a:pt x="64113" y="90549"/>
                    <a:pt x="59070" y="96182"/>
                  </a:cubicBezTo>
                  <a:cubicBezTo>
                    <a:pt x="45471" y="111431"/>
                    <a:pt x="30222" y="125194"/>
                    <a:pt x="15822" y="139760"/>
                  </a:cubicBezTo>
                  <a:cubicBezTo>
                    <a:pt x="10637" y="144992"/>
                    <a:pt x="5523" y="150460"/>
                    <a:pt x="1375" y="156493"/>
                  </a:cubicBezTo>
                  <a:cubicBezTo>
                    <a:pt x="-1736" y="161065"/>
                    <a:pt x="667" y="164271"/>
                    <a:pt x="6230" y="163516"/>
                  </a:cubicBezTo>
                  <a:close/>
                  <a:moveTo>
                    <a:pt x="69935" y="124440"/>
                  </a:moveTo>
                  <a:cubicBezTo>
                    <a:pt x="77688" y="107730"/>
                    <a:pt x="92112" y="97337"/>
                    <a:pt x="106654" y="87250"/>
                  </a:cubicBezTo>
                  <a:cubicBezTo>
                    <a:pt x="107220" y="87721"/>
                    <a:pt x="107809" y="88192"/>
                    <a:pt x="108374" y="88664"/>
                  </a:cubicBezTo>
                  <a:cubicBezTo>
                    <a:pt x="95907" y="105963"/>
                    <a:pt x="83439" y="123238"/>
                    <a:pt x="70972" y="140537"/>
                  </a:cubicBezTo>
                  <a:cubicBezTo>
                    <a:pt x="69982" y="140207"/>
                    <a:pt x="68992" y="139901"/>
                    <a:pt x="68002" y="139571"/>
                  </a:cubicBezTo>
                  <a:cubicBezTo>
                    <a:pt x="68568" y="134504"/>
                    <a:pt x="67884" y="128848"/>
                    <a:pt x="69935" y="12444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54" name="Google Shape;1554;p46"/>
            <p:cNvSpPr/>
            <p:nvPr/>
          </p:nvSpPr>
          <p:spPr>
            <a:xfrm>
              <a:off x="910894" y="3764127"/>
              <a:ext cx="266277" cy="168717"/>
            </a:xfrm>
            <a:custGeom>
              <a:rect b="b" l="l" r="r" t="t"/>
              <a:pathLst>
                <a:path extrusionOk="0" h="168717" w="266277">
                  <a:moveTo>
                    <a:pt x="181950" y="80651"/>
                  </a:moveTo>
                  <a:cubicBezTo>
                    <a:pt x="188950" y="76668"/>
                    <a:pt x="197458" y="74994"/>
                    <a:pt x="203774" y="70257"/>
                  </a:cubicBezTo>
                  <a:cubicBezTo>
                    <a:pt x="224279" y="54867"/>
                    <a:pt x="241295" y="35824"/>
                    <a:pt x="256803" y="15484"/>
                  </a:cubicBezTo>
                  <a:cubicBezTo>
                    <a:pt x="260008" y="11289"/>
                    <a:pt x="262365" y="6458"/>
                    <a:pt x="266277" y="0"/>
                  </a:cubicBezTo>
                  <a:cubicBezTo>
                    <a:pt x="260927" y="448"/>
                    <a:pt x="258146" y="212"/>
                    <a:pt x="255648" y="966"/>
                  </a:cubicBezTo>
                  <a:cubicBezTo>
                    <a:pt x="238325" y="6269"/>
                    <a:pt x="221780" y="13316"/>
                    <a:pt x="207050" y="24016"/>
                  </a:cubicBezTo>
                  <a:cubicBezTo>
                    <a:pt x="203704" y="26444"/>
                    <a:pt x="200875" y="29649"/>
                    <a:pt x="198118" y="32760"/>
                  </a:cubicBezTo>
                  <a:cubicBezTo>
                    <a:pt x="194913" y="36413"/>
                    <a:pt x="192579" y="40985"/>
                    <a:pt x="188926" y="44073"/>
                  </a:cubicBezTo>
                  <a:cubicBezTo>
                    <a:pt x="155695" y="72048"/>
                    <a:pt x="119023" y="94956"/>
                    <a:pt x="81455" y="116498"/>
                  </a:cubicBezTo>
                  <a:cubicBezTo>
                    <a:pt x="73560" y="121023"/>
                    <a:pt x="65405" y="126043"/>
                    <a:pt x="56732" y="128023"/>
                  </a:cubicBezTo>
                  <a:cubicBezTo>
                    <a:pt x="37147" y="132454"/>
                    <a:pt x="21521" y="143083"/>
                    <a:pt x="6767" y="155715"/>
                  </a:cubicBezTo>
                  <a:cubicBezTo>
                    <a:pt x="4740" y="157459"/>
                    <a:pt x="2996" y="159675"/>
                    <a:pt x="1511" y="161914"/>
                  </a:cubicBezTo>
                  <a:cubicBezTo>
                    <a:pt x="-1482" y="166486"/>
                    <a:pt x="50" y="168937"/>
                    <a:pt x="5400" y="168702"/>
                  </a:cubicBezTo>
                  <a:cubicBezTo>
                    <a:pt x="15134" y="168277"/>
                    <a:pt x="22864" y="163870"/>
                    <a:pt x="28615" y="156069"/>
                  </a:cubicBezTo>
                  <a:cubicBezTo>
                    <a:pt x="32645" y="150601"/>
                    <a:pt x="37618" y="145652"/>
                    <a:pt x="44641" y="147820"/>
                  </a:cubicBezTo>
                  <a:cubicBezTo>
                    <a:pt x="52089" y="150130"/>
                    <a:pt x="58405" y="147914"/>
                    <a:pt x="64557" y="145204"/>
                  </a:cubicBezTo>
                  <a:cubicBezTo>
                    <a:pt x="76506" y="139925"/>
                    <a:pt x="88408" y="134386"/>
                    <a:pt x="99768" y="127976"/>
                  </a:cubicBezTo>
                  <a:cubicBezTo>
                    <a:pt x="127319" y="112515"/>
                    <a:pt x="154470" y="96300"/>
                    <a:pt x="181950" y="8065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55" name="Google Shape;1555;p46"/>
            <p:cNvSpPr/>
            <p:nvPr/>
          </p:nvSpPr>
          <p:spPr>
            <a:xfrm>
              <a:off x="537211" y="2345150"/>
              <a:ext cx="282335" cy="124380"/>
            </a:xfrm>
            <a:custGeom>
              <a:rect b="b" l="l" r="r" t="t"/>
              <a:pathLst>
                <a:path extrusionOk="0" h="124380" w="282335">
                  <a:moveTo>
                    <a:pt x="40950" y="87206"/>
                  </a:moveTo>
                  <a:cubicBezTo>
                    <a:pt x="60794" y="84614"/>
                    <a:pt x="80356" y="80536"/>
                    <a:pt x="98668" y="72122"/>
                  </a:cubicBezTo>
                  <a:cubicBezTo>
                    <a:pt x="109486" y="67150"/>
                    <a:pt x="122072" y="61776"/>
                    <a:pt x="124263" y="49238"/>
                  </a:cubicBezTo>
                  <a:cubicBezTo>
                    <a:pt x="126880" y="34272"/>
                    <a:pt x="136330" y="28498"/>
                    <a:pt x="148327" y="24373"/>
                  </a:cubicBezTo>
                  <a:cubicBezTo>
                    <a:pt x="178965" y="13791"/>
                    <a:pt x="210523" y="11529"/>
                    <a:pt x="242600" y="15299"/>
                  </a:cubicBezTo>
                  <a:cubicBezTo>
                    <a:pt x="252875" y="16501"/>
                    <a:pt x="263151" y="18033"/>
                    <a:pt x="273474" y="18623"/>
                  </a:cubicBezTo>
                  <a:cubicBezTo>
                    <a:pt x="276349" y="18788"/>
                    <a:pt x="279390" y="16148"/>
                    <a:pt x="282336" y="14804"/>
                  </a:cubicBezTo>
                  <a:cubicBezTo>
                    <a:pt x="280639" y="11693"/>
                    <a:pt x="279696" y="7522"/>
                    <a:pt x="277080" y="5754"/>
                  </a:cubicBezTo>
                  <a:cubicBezTo>
                    <a:pt x="273356" y="3232"/>
                    <a:pt x="268501" y="1276"/>
                    <a:pt x="264047" y="1135"/>
                  </a:cubicBezTo>
                  <a:cubicBezTo>
                    <a:pt x="243613" y="428"/>
                    <a:pt x="223085" y="-586"/>
                    <a:pt x="202699" y="428"/>
                  </a:cubicBezTo>
                  <a:cubicBezTo>
                    <a:pt x="180026" y="1536"/>
                    <a:pt x="157495" y="5047"/>
                    <a:pt x="134846" y="6862"/>
                  </a:cubicBezTo>
                  <a:cubicBezTo>
                    <a:pt x="116745" y="8300"/>
                    <a:pt x="116910" y="7923"/>
                    <a:pt x="111678" y="25269"/>
                  </a:cubicBezTo>
                  <a:cubicBezTo>
                    <a:pt x="108921" y="34437"/>
                    <a:pt x="105833" y="43581"/>
                    <a:pt x="101897" y="52302"/>
                  </a:cubicBezTo>
                  <a:cubicBezTo>
                    <a:pt x="99069" y="58547"/>
                    <a:pt x="94143" y="62459"/>
                    <a:pt x="86342" y="58359"/>
                  </a:cubicBezTo>
                  <a:cubicBezTo>
                    <a:pt x="83891" y="57062"/>
                    <a:pt x="80568" y="57416"/>
                    <a:pt x="77669" y="57015"/>
                  </a:cubicBezTo>
                  <a:cubicBezTo>
                    <a:pt x="46748" y="62766"/>
                    <a:pt x="20492" y="75540"/>
                    <a:pt x="4584" y="104222"/>
                  </a:cubicBezTo>
                  <a:cubicBezTo>
                    <a:pt x="2463" y="108040"/>
                    <a:pt x="931" y="112353"/>
                    <a:pt x="82" y="116619"/>
                  </a:cubicBezTo>
                  <a:cubicBezTo>
                    <a:pt x="-365" y="118882"/>
                    <a:pt x="1119" y="123619"/>
                    <a:pt x="1968" y="123690"/>
                  </a:cubicBezTo>
                  <a:cubicBezTo>
                    <a:pt x="8567" y="124161"/>
                    <a:pt x="15708" y="125198"/>
                    <a:pt x="21718" y="123195"/>
                  </a:cubicBezTo>
                  <a:cubicBezTo>
                    <a:pt x="27233" y="121357"/>
                    <a:pt x="27657" y="115158"/>
                    <a:pt x="25890" y="109148"/>
                  </a:cubicBezTo>
                  <a:cubicBezTo>
                    <a:pt x="21742" y="94960"/>
                    <a:pt x="26172" y="89139"/>
                    <a:pt x="40950" y="8720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56" name="Google Shape;1556;p46"/>
            <p:cNvSpPr/>
            <p:nvPr/>
          </p:nvSpPr>
          <p:spPr>
            <a:xfrm>
              <a:off x="313772" y="2934986"/>
              <a:ext cx="76125" cy="241349"/>
            </a:xfrm>
            <a:custGeom>
              <a:rect b="b" l="l" r="r" t="t"/>
              <a:pathLst>
                <a:path extrusionOk="0" h="241349" w="76125">
                  <a:moveTo>
                    <a:pt x="73745" y="94778"/>
                  </a:moveTo>
                  <a:cubicBezTo>
                    <a:pt x="66038" y="97182"/>
                    <a:pt x="58379" y="99775"/>
                    <a:pt x="50577" y="101919"/>
                  </a:cubicBezTo>
                  <a:cubicBezTo>
                    <a:pt x="44073" y="103711"/>
                    <a:pt x="41150" y="101425"/>
                    <a:pt x="40962" y="94755"/>
                  </a:cubicBezTo>
                  <a:cubicBezTo>
                    <a:pt x="40891" y="92327"/>
                    <a:pt x="41103" y="89758"/>
                    <a:pt x="41763" y="87425"/>
                  </a:cubicBezTo>
                  <a:cubicBezTo>
                    <a:pt x="47514" y="66779"/>
                    <a:pt x="53382" y="46181"/>
                    <a:pt x="59203" y="25535"/>
                  </a:cubicBezTo>
                  <a:cubicBezTo>
                    <a:pt x="60476" y="21033"/>
                    <a:pt x="62173" y="16555"/>
                    <a:pt x="62715" y="11960"/>
                  </a:cubicBezTo>
                  <a:cubicBezTo>
                    <a:pt x="63540" y="4983"/>
                    <a:pt x="59533" y="199"/>
                    <a:pt x="53641" y="10"/>
                  </a:cubicBezTo>
                  <a:cubicBezTo>
                    <a:pt x="45722" y="-249"/>
                    <a:pt x="40655" y="4347"/>
                    <a:pt x="40938" y="11724"/>
                  </a:cubicBezTo>
                  <a:cubicBezTo>
                    <a:pt x="41127" y="16414"/>
                    <a:pt x="42022" y="21104"/>
                    <a:pt x="41857" y="25747"/>
                  </a:cubicBezTo>
                  <a:cubicBezTo>
                    <a:pt x="41197" y="44177"/>
                    <a:pt x="33726" y="52026"/>
                    <a:pt x="15531" y="53935"/>
                  </a:cubicBezTo>
                  <a:cubicBezTo>
                    <a:pt x="10535" y="54453"/>
                    <a:pt x="5562" y="55089"/>
                    <a:pt x="589" y="55655"/>
                  </a:cubicBezTo>
                  <a:cubicBezTo>
                    <a:pt x="401" y="56315"/>
                    <a:pt x="189" y="56975"/>
                    <a:pt x="0" y="57635"/>
                  </a:cubicBezTo>
                  <a:cubicBezTo>
                    <a:pt x="2522" y="59732"/>
                    <a:pt x="5350" y="61547"/>
                    <a:pt x="7495" y="63975"/>
                  </a:cubicBezTo>
                  <a:cubicBezTo>
                    <a:pt x="12774" y="69985"/>
                    <a:pt x="19420" y="75570"/>
                    <a:pt x="22437" y="82664"/>
                  </a:cubicBezTo>
                  <a:cubicBezTo>
                    <a:pt x="26609" y="92492"/>
                    <a:pt x="29083" y="103381"/>
                    <a:pt x="30332" y="114057"/>
                  </a:cubicBezTo>
                  <a:cubicBezTo>
                    <a:pt x="33019" y="137130"/>
                    <a:pt x="34127" y="160369"/>
                    <a:pt x="36554" y="183466"/>
                  </a:cubicBezTo>
                  <a:cubicBezTo>
                    <a:pt x="38487" y="201731"/>
                    <a:pt x="42564" y="219549"/>
                    <a:pt x="53029" y="235174"/>
                  </a:cubicBezTo>
                  <a:cubicBezTo>
                    <a:pt x="54537" y="237413"/>
                    <a:pt x="56587" y="239299"/>
                    <a:pt x="58402" y="241349"/>
                  </a:cubicBezTo>
                  <a:cubicBezTo>
                    <a:pt x="59109" y="241114"/>
                    <a:pt x="59793" y="240878"/>
                    <a:pt x="60500" y="240619"/>
                  </a:cubicBezTo>
                  <a:cubicBezTo>
                    <a:pt x="60500" y="236306"/>
                    <a:pt x="60877" y="231946"/>
                    <a:pt x="60429" y="227680"/>
                  </a:cubicBezTo>
                  <a:cubicBezTo>
                    <a:pt x="59038" y="214175"/>
                    <a:pt x="56799" y="200718"/>
                    <a:pt x="55904" y="187189"/>
                  </a:cubicBezTo>
                  <a:cubicBezTo>
                    <a:pt x="54042" y="159544"/>
                    <a:pt x="58143" y="132982"/>
                    <a:pt x="72284" y="108519"/>
                  </a:cubicBezTo>
                  <a:cubicBezTo>
                    <a:pt x="74334" y="104960"/>
                    <a:pt x="74876" y="100529"/>
                    <a:pt x="76125" y="96499"/>
                  </a:cubicBezTo>
                  <a:cubicBezTo>
                    <a:pt x="75301" y="95957"/>
                    <a:pt x="74523" y="95368"/>
                    <a:pt x="73745" y="947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57" name="Google Shape;1557;p46"/>
            <p:cNvSpPr/>
            <p:nvPr/>
          </p:nvSpPr>
          <p:spPr>
            <a:xfrm>
              <a:off x="609188" y="3002390"/>
              <a:ext cx="50132" cy="228685"/>
            </a:xfrm>
            <a:custGeom>
              <a:rect b="b" l="l" r="r" t="t"/>
              <a:pathLst>
                <a:path extrusionOk="0" h="228685" w="50132">
                  <a:moveTo>
                    <a:pt x="23251" y="28104"/>
                  </a:moveTo>
                  <a:cubicBezTo>
                    <a:pt x="23062" y="20798"/>
                    <a:pt x="21483" y="13374"/>
                    <a:pt x="19409" y="6351"/>
                  </a:cubicBezTo>
                  <a:cubicBezTo>
                    <a:pt x="17170" y="-1285"/>
                    <a:pt x="11349" y="-2251"/>
                    <a:pt x="7437" y="4631"/>
                  </a:cubicBezTo>
                  <a:cubicBezTo>
                    <a:pt x="4137" y="10405"/>
                    <a:pt x="1497" y="17452"/>
                    <a:pt x="1356" y="23980"/>
                  </a:cubicBezTo>
                  <a:cubicBezTo>
                    <a:pt x="413" y="61854"/>
                    <a:pt x="-459" y="99776"/>
                    <a:pt x="272" y="137650"/>
                  </a:cubicBezTo>
                  <a:cubicBezTo>
                    <a:pt x="625" y="155279"/>
                    <a:pt x="4349" y="172884"/>
                    <a:pt x="7272" y="190372"/>
                  </a:cubicBezTo>
                  <a:cubicBezTo>
                    <a:pt x="7884" y="193978"/>
                    <a:pt x="11019" y="197937"/>
                    <a:pt x="14083" y="200200"/>
                  </a:cubicBezTo>
                  <a:cubicBezTo>
                    <a:pt x="21365" y="205550"/>
                    <a:pt x="22732" y="207977"/>
                    <a:pt x="19621" y="216768"/>
                  </a:cubicBezTo>
                  <a:cubicBezTo>
                    <a:pt x="17500" y="222802"/>
                    <a:pt x="19621" y="227044"/>
                    <a:pt x="25419" y="227963"/>
                  </a:cubicBezTo>
                  <a:cubicBezTo>
                    <a:pt x="31900" y="228977"/>
                    <a:pt x="38664" y="228765"/>
                    <a:pt x="45240" y="228293"/>
                  </a:cubicBezTo>
                  <a:cubicBezTo>
                    <a:pt x="49341" y="227987"/>
                    <a:pt x="51273" y="224923"/>
                    <a:pt x="49435" y="220775"/>
                  </a:cubicBezTo>
                  <a:cubicBezTo>
                    <a:pt x="47620" y="216721"/>
                    <a:pt x="45735" y="212667"/>
                    <a:pt x="43425" y="208920"/>
                  </a:cubicBezTo>
                  <a:cubicBezTo>
                    <a:pt x="35483" y="196028"/>
                    <a:pt x="28954" y="182641"/>
                    <a:pt x="26338" y="167487"/>
                  </a:cubicBezTo>
                  <a:cubicBezTo>
                    <a:pt x="21742" y="140973"/>
                    <a:pt x="21248" y="114317"/>
                    <a:pt x="23439" y="85917"/>
                  </a:cubicBezTo>
                  <a:cubicBezTo>
                    <a:pt x="23439" y="67723"/>
                    <a:pt x="23769" y="47902"/>
                    <a:pt x="23251" y="2810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58" name="Google Shape;1558;p46"/>
            <p:cNvSpPr/>
            <p:nvPr/>
          </p:nvSpPr>
          <p:spPr>
            <a:xfrm>
              <a:off x="357150" y="3447786"/>
              <a:ext cx="154218" cy="225815"/>
            </a:xfrm>
            <a:custGeom>
              <a:rect b="b" l="l" r="r" t="t"/>
              <a:pathLst>
                <a:path extrusionOk="0" h="225815" w="154218">
                  <a:moveTo>
                    <a:pt x="139111" y="216223"/>
                  </a:moveTo>
                  <a:cubicBezTo>
                    <a:pt x="142363" y="220159"/>
                    <a:pt x="147384" y="222657"/>
                    <a:pt x="151579" y="225815"/>
                  </a:cubicBezTo>
                  <a:cubicBezTo>
                    <a:pt x="152451" y="225108"/>
                    <a:pt x="153346" y="224401"/>
                    <a:pt x="154218" y="223694"/>
                  </a:cubicBezTo>
                  <a:cubicBezTo>
                    <a:pt x="153111" y="220607"/>
                    <a:pt x="152333" y="217354"/>
                    <a:pt x="150824" y="214456"/>
                  </a:cubicBezTo>
                  <a:cubicBezTo>
                    <a:pt x="132724" y="179622"/>
                    <a:pt x="110570" y="147427"/>
                    <a:pt x="84857" y="117873"/>
                  </a:cubicBezTo>
                  <a:cubicBezTo>
                    <a:pt x="74298" y="105759"/>
                    <a:pt x="65767" y="92749"/>
                    <a:pt x="58602" y="78585"/>
                  </a:cubicBezTo>
                  <a:cubicBezTo>
                    <a:pt x="53935" y="69322"/>
                    <a:pt x="49976" y="59659"/>
                    <a:pt x="44791" y="50703"/>
                  </a:cubicBezTo>
                  <a:cubicBezTo>
                    <a:pt x="35882" y="35360"/>
                    <a:pt x="26431" y="20324"/>
                    <a:pt x="16745" y="5452"/>
                  </a:cubicBezTo>
                  <a:cubicBezTo>
                    <a:pt x="14011" y="1281"/>
                    <a:pt x="9415" y="-1830"/>
                    <a:pt x="3947" y="1234"/>
                  </a:cubicBezTo>
                  <a:cubicBezTo>
                    <a:pt x="-1379" y="4227"/>
                    <a:pt x="-342" y="9553"/>
                    <a:pt x="1449" y="13772"/>
                  </a:cubicBezTo>
                  <a:cubicBezTo>
                    <a:pt x="5998" y="24401"/>
                    <a:pt x="10051" y="35525"/>
                    <a:pt x="16438" y="45023"/>
                  </a:cubicBezTo>
                  <a:cubicBezTo>
                    <a:pt x="44296" y="86480"/>
                    <a:pt x="72601" y="127630"/>
                    <a:pt x="101402" y="168450"/>
                  </a:cubicBezTo>
                  <a:cubicBezTo>
                    <a:pt x="113092" y="185042"/>
                    <a:pt x="126196" y="200597"/>
                    <a:pt x="139111" y="216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59" name="Google Shape;1559;p46"/>
            <p:cNvSpPr/>
            <p:nvPr/>
          </p:nvSpPr>
          <p:spPr>
            <a:xfrm>
              <a:off x="478628" y="3355901"/>
              <a:ext cx="122887" cy="213703"/>
            </a:xfrm>
            <a:custGeom>
              <a:rect b="b" l="l" r="r" t="t"/>
              <a:pathLst>
                <a:path extrusionOk="0" h="213703" w="122887">
                  <a:moveTo>
                    <a:pt x="115489" y="197950"/>
                  </a:moveTo>
                  <a:cubicBezTo>
                    <a:pt x="107664" y="188405"/>
                    <a:pt x="97931" y="180085"/>
                    <a:pt x="91709" y="169644"/>
                  </a:cubicBezTo>
                  <a:cubicBezTo>
                    <a:pt x="77308" y="145534"/>
                    <a:pt x="63969" y="120740"/>
                    <a:pt x="51218" y="95711"/>
                  </a:cubicBezTo>
                  <a:cubicBezTo>
                    <a:pt x="37455" y="68701"/>
                    <a:pt x="24916" y="41056"/>
                    <a:pt x="11577" y="13811"/>
                  </a:cubicBezTo>
                  <a:cubicBezTo>
                    <a:pt x="9385" y="9333"/>
                    <a:pt x="5802" y="5539"/>
                    <a:pt x="1819" y="0"/>
                  </a:cubicBezTo>
                  <a:cubicBezTo>
                    <a:pt x="688" y="3606"/>
                    <a:pt x="-66" y="4808"/>
                    <a:pt x="5" y="5916"/>
                  </a:cubicBezTo>
                  <a:cubicBezTo>
                    <a:pt x="971" y="19609"/>
                    <a:pt x="3304" y="33019"/>
                    <a:pt x="11765" y="44285"/>
                  </a:cubicBezTo>
                  <a:cubicBezTo>
                    <a:pt x="17940" y="52487"/>
                    <a:pt x="20815" y="61537"/>
                    <a:pt x="22135" y="71553"/>
                  </a:cubicBezTo>
                  <a:cubicBezTo>
                    <a:pt x="23149" y="79331"/>
                    <a:pt x="24351" y="87320"/>
                    <a:pt x="27155" y="94579"/>
                  </a:cubicBezTo>
                  <a:cubicBezTo>
                    <a:pt x="38209" y="123333"/>
                    <a:pt x="53198" y="150083"/>
                    <a:pt x="72171" y="174264"/>
                  </a:cubicBezTo>
                  <a:cubicBezTo>
                    <a:pt x="82022" y="186826"/>
                    <a:pt x="93830" y="197879"/>
                    <a:pt x="105308" y="209050"/>
                  </a:cubicBezTo>
                  <a:cubicBezTo>
                    <a:pt x="109644" y="213269"/>
                    <a:pt x="117139" y="215956"/>
                    <a:pt x="121381" y="211124"/>
                  </a:cubicBezTo>
                  <a:cubicBezTo>
                    <a:pt x="126048" y="205798"/>
                    <a:pt x="118671" y="201815"/>
                    <a:pt x="115489" y="1979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60" name="Google Shape;1560;p46"/>
            <p:cNvSpPr/>
            <p:nvPr/>
          </p:nvSpPr>
          <p:spPr>
            <a:xfrm>
              <a:off x="460579" y="3776288"/>
              <a:ext cx="175526" cy="116078"/>
            </a:xfrm>
            <a:custGeom>
              <a:rect b="b" l="l" r="r" t="t"/>
              <a:pathLst>
                <a:path extrusionOk="0" h="116078" w="175526">
                  <a:moveTo>
                    <a:pt x="169833" y="99199"/>
                  </a:moveTo>
                  <a:cubicBezTo>
                    <a:pt x="160735" y="93307"/>
                    <a:pt x="151685" y="87203"/>
                    <a:pt x="142046" y="82300"/>
                  </a:cubicBezTo>
                  <a:cubicBezTo>
                    <a:pt x="118925" y="70563"/>
                    <a:pt x="95711" y="59227"/>
                    <a:pt x="74735" y="43530"/>
                  </a:cubicBezTo>
                  <a:cubicBezTo>
                    <a:pt x="57389" y="30544"/>
                    <a:pt x="38817" y="19184"/>
                    <a:pt x="20434" y="7660"/>
                  </a:cubicBezTo>
                  <a:cubicBezTo>
                    <a:pt x="14824" y="4148"/>
                    <a:pt x="8060" y="2498"/>
                    <a:pt x="1815" y="0"/>
                  </a:cubicBezTo>
                  <a:cubicBezTo>
                    <a:pt x="1202" y="660"/>
                    <a:pt x="589" y="1343"/>
                    <a:pt x="0" y="2003"/>
                  </a:cubicBezTo>
                  <a:cubicBezTo>
                    <a:pt x="1626" y="5303"/>
                    <a:pt x="2757" y="8979"/>
                    <a:pt x="4926" y="11878"/>
                  </a:cubicBezTo>
                  <a:cubicBezTo>
                    <a:pt x="19844" y="31817"/>
                    <a:pt x="39218" y="46783"/>
                    <a:pt x="60311" y="59463"/>
                  </a:cubicBezTo>
                  <a:cubicBezTo>
                    <a:pt x="69550" y="65025"/>
                    <a:pt x="79991" y="68536"/>
                    <a:pt x="89654" y="73462"/>
                  </a:cubicBezTo>
                  <a:cubicBezTo>
                    <a:pt x="100943" y="79213"/>
                    <a:pt x="102993" y="84162"/>
                    <a:pt x="98727" y="97643"/>
                  </a:cubicBezTo>
                  <a:cubicBezTo>
                    <a:pt x="104266" y="96818"/>
                    <a:pt x="108485" y="96653"/>
                    <a:pt x="112444" y="95522"/>
                  </a:cubicBezTo>
                  <a:cubicBezTo>
                    <a:pt x="125171" y="91845"/>
                    <a:pt x="135706" y="93967"/>
                    <a:pt x="143790" y="105374"/>
                  </a:cubicBezTo>
                  <a:cubicBezTo>
                    <a:pt x="148409" y="111878"/>
                    <a:pt x="155079" y="116238"/>
                    <a:pt x="163163" y="116074"/>
                  </a:cubicBezTo>
                  <a:cubicBezTo>
                    <a:pt x="167028" y="116003"/>
                    <a:pt x="172237" y="113976"/>
                    <a:pt x="174311" y="111030"/>
                  </a:cubicBezTo>
                  <a:cubicBezTo>
                    <a:pt x="177445" y="106505"/>
                    <a:pt x="174004" y="101909"/>
                    <a:pt x="169833" y="9919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61" name="Google Shape;1561;p46"/>
            <p:cNvSpPr/>
            <p:nvPr/>
          </p:nvSpPr>
          <p:spPr>
            <a:xfrm>
              <a:off x="986991" y="3827031"/>
              <a:ext cx="170354" cy="118103"/>
            </a:xfrm>
            <a:custGeom>
              <a:rect b="b" l="l" r="r" t="t"/>
              <a:pathLst>
                <a:path extrusionOk="0" h="118103" w="170354">
                  <a:moveTo>
                    <a:pt x="170313" y="12350"/>
                  </a:moveTo>
                  <a:cubicBezTo>
                    <a:pt x="169393" y="71"/>
                    <a:pt x="162771" y="-3370"/>
                    <a:pt x="152495" y="3464"/>
                  </a:cubicBezTo>
                  <a:cubicBezTo>
                    <a:pt x="147593" y="6740"/>
                    <a:pt x="142691" y="10370"/>
                    <a:pt x="138778" y="14730"/>
                  </a:cubicBezTo>
                  <a:cubicBezTo>
                    <a:pt x="116506" y="39547"/>
                    <a:pt x="88271" y="55668"/>
                    <a:pt x="59070" y="70540"/>
                  </a:cubicBezTo>
                  <a:cubicBezTo>
                    <a:pt x="45448" y="77492"/>
                    <a:pt x="31849" y="84563"/>
                    <a:pt x="18557" y="92105"/>
                  </a:cubicBezTo>
                  <a:cubicBezTo>
                    <a:pt x="13018" y="95239"/>
                    <a:pt x="8116" y="99552"/>
                    <a:pt x="3214" y="103676"/>
                  </a:cubicBezTo>
                  <a:cubicBezTo>
                    <a:pt x="-1123" y="107330"/>
                    <a:pt x="-628" y="112680"/>
                    <a:pt x="2082" y="116356"/>
                  </a:cubicBezTo>
                  <a:cubicBezTo>
                    <a:pt x="3473" y="118242"/>
                    <a:pt x="8776" y="118477"/>
                    <a:pt x="11816" y="117652"/>
                  </a:cubicBezTo>
                  <a:cubicBezTo>
                    <a:pt x="16977" y="116262"/>
                    <a:pt x="22092" y="113952"/>
                    <a:pt x="26640" y="111101"/>
                  </a:cubicBezTo>
                  <a:cubicBezTo>
                    <a:pt x="50327" y="96300"/>
                    <a:pt x="73400" y="80485"/>
                    <a:pt x="97510" y="66439"/>
                  </a:cubicBezTo>
                  <a:cubicBezTo>
                    <a:pt x="115116" y="56210"/>
                    <a:pt x="133546" y="46971"/>
                    <a:pt x="152495" y="39594"/>
                  </a:cubicBezTo>
                  <a:cubicBezTo>
                    <a:pt x="165293" y="34622"/>
                    <a:pt x="170643" y="30639"/>
                    <a:pt x="170313" y="16804"/>
                  </a:cubicBezTo>
                  <a:cubicBezTo>
                    <a:pt x="170313" y="15319"/>
                    <a:pt x="170407" y="13811"/>
                    <a:pt x="170313" y="123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62" name="Google Shape;1562;p46"/>
            <p:cNvSpPr/>
            <p:nvPr/>
          </p:nvSpPr>
          <p:spPr>
            <a:xfrm>
              <a:off x="1126948" y="3562437"/>
              <a:ext cx="48156" cy="187816"/>
            </a:xfrm>
            <a:custGeom>
              <a:rect b="b" l="l" r="r" t="t"/>
              <a:pathLst>
                <a:path extrusionOk="0" h="187816" w="48156">
                  <a:moveTo>
                    <a:pt x="38416" y="3175"/>
                  </a:moveTo>
                  <a:cubicBezTo>
                    <a:pt x="35305" y="7865"/>
                    <a:pt x="32430" y="12814"/>
                    <a:pt x="30356" y="18023"/>
                  </a:cubicBezTo>
                  <a:cubicBezTo>
                    <a:pt x="23757" y="34544"/>
                    <a:pt x="22767" y="52103"/>
                    <a:pt x="21424" y="69614"/>
                  </a:cubicBezTo>
                  <a:cubicBezTo>
                    <a:pt x="20410" y="83001"/>
                    <a:pt x="18124" y="96529"/>
                    <a:pt x="9639" y="107229"/>
                  </a:cubicBezTo>
                  <a:cubicBezTo>
                    <a:pt x="1956" y="116915"/>
                    <a:pt x="306" y="127615"/>
                    <a:pt x="0" y="136972"/>
                  </a:cubicBezTo>
                  <a:cubicBezTo>
                    <a:pt x="283" y="142746"/>
                    <a:pt x="-141" y="146611"/>
                    <a:pt x="754" y="150123"/>
                  </a:cubicBezTo>
                  <a:cubicBezTo>
                    <a:pt x="3417" y="160587"/>
                    <a:pt x="5892" y="171193"/>
                    <a:pt x="9828" y="181209"/>
                  </a:cubicBezTo>
                  <a:cubicBezTo>
                    <a:pt x="12963" y="189175"/>
                    <a:pt x="18525" y="189670"/>
                    <a:pt x="25171" y="184132"/>
                  </a:cubicBezTo>
                  <a:cubicBezTo>
                    <a:pt x="37780" y="173597"/>
                    <a:pt x="37521" y="166503"/>
                    <a:pt x="24228" y="156769"/>
                  </a:cubicBezTo>
                  <a:cubicBezTo>
                    <a:pt x="15225" y="150170"/>
                    <a:pt x="13269" y="144490"/>
                    <a:pt x="16568" y="133625"/>
                  </a:cubicBezTo>
                  <a:cubicBezTo>
                    <a:pt x="17723" y="129854"/>
                    <a:pt x="18855" y="125989"/>
                    <a:pt x="20669" y="122548"/>
                  </a:cubicBezTo>
                  <a:cubicBezTo>
                    <a:pt x="34716" y="95845"/>
                    <a:pt x="44379" y="67752"/>
                    <a:pt x="47396" y="37655"/>
                  </a:cubicBezTo>
                  <a:cubicBezTo>
                    <a:pt x="48456" y="27120"/>
                    <a:pt x="48150" y="16444"/>
                    <a:pt x="47985" y="5838"/>
                  </a:cubicBezTo>
                  <a:cubicBezTo>
                    <a:pt x="47961" y="3788"/>
                    <a:pt x="46052" y="606"/>
                    <a:pt x="44355" y="87"/>
                  </a:cubicBezTo>
                  <a:cubicBezTo>
                    <a:pt x="42776" y="-431"/>
                    <a:pt x="39548" y="1454"/>
                    <a:pt x="38416" y="317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63" name="Google Shape;1563;p46"/>
            <p:cNvSpPr/>
            <p:nvPr/>
          </p:nvSpPr>
          <p:spPr>
            <a:xfrm>
              <a:off x="772286" y="3765846"/>
              <a:ext cx="146553" cy="39818"/>
            </a:xfrm>
            <a:custGeom>
              <a:rect b="b" l="l" r="r" t="t"/>
              <a:pathLst>
                <a:path extrusionOk="0" h="39818" w="146553">
                  <a:moveTo>
                    <a:pt x="146554" y="2688"/>
                  </a:moveTo>
                  <a:cubicBezTo>
                    <a:pt x="142689" y="1533"/>
                    <a:pt x="140756" y="543"/>
                    <a:pt x="138800" y="449"/>
                  </a:cubicBezTo>
                  <a:cubicBezTo>
                    <a:pt x="132884" y="142"/>
                    <a:pt x="126921" y="-235"/>
                    <a:pt x="121029" y="190"/>
                  </a:cubicBezTo>
                  <a:cubicBezTo>
                    <a:pt x="94209" y="2146"/>
                    <a:pt x="67364" y="4055"/>
                    <a:pt x="40615" y="6624"/>
                  </a:cubicBezTo>
                  <a:cubicBezTo>
                    <a:pt x="29632" y="7684"/>
                    <a:pt x="18672" y="9829"/>
                    <a:pt x="7925" y="12398"/>
                  </a:cubicBezTo>
                  <a:cubicBezTo>
                    <a:pt x="-653" y="14472"/>
                    <a:pt x="-1643" y="18667"/>
                    <a:pt x="1986" y="26845"/>
                  </a:cubicBezTo>
                  <a:cubicBezTo>
                    <a:pt x="7313" y="38889"/>
                    <a:pt x="17824" y="40444"/>
                    <a:pt x="28618" y="39643"/>
                  </a:cubicBezTo>
                  <a:cubicBezTo>
                    <a:pt x="67200" y="36815"/>
                    <a:pt x="103047" y="23829"/>
                    <a:pt x="138164" y="8556"/>
                  </a:cubicBezTo>
                  <a:cubicBezTo>
                    <a:pt x="140615" y="7472"/>
                    <a:pt x="142689" y="5422"/>
                    <a:pt x="146554" y="268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64" name="Google Shape;1564;p46"/>
            <p:cNvSpPr/>
            <p:nvPr/>
          </p:nvSpPr>
          <p:spPr>
            <a:xfrm>
              <a:off x="339584" y="3336599"/>
              <a:ext cx="79558" cy="92570"/>
            </a:xfrm>
            <a:custGeom>
              <a:rect b="b" l="l" r="r" t="t"/>
              <a:pathLst>
                <a:path extrusionOk="0" h="92570" w="79558">
                  <a:moveTo>
                    <a:pt x="24011" y="91539"/>
                  </a:moveTo>
                  <a:cubicBezTo>
                    <a:pt x="30611" y="89489"/>
                    <a:pt x="35159" y="84633"/>
                    <a:pt x="35324" y="77445"/>
                  </a:cubicBezTo>
                  <a:cubicBezTo>
                    <a:pt x="35395" y="74216"/>
                    <a:pt x="33109" y="71011"/>
                    <a:pt x="32166" y="67712"/>
                  </a:cubicBezTo>
                  <a:cubicBezTo>
                    <a:pt x="30351" y="61419"/>
                    <a:pt x="33038" y="56281"/>
                    <a:pt x="37681" y="52675"/>
                  </a:cubicBezTo>
                  <a:cubicBezTo>
                    <a:pt x="40274" y="50672"/>
                    <a:pt x="46189" y="48692"/>
                    <a:pt x="47273" y="49823"/>
                  </a:cubicBezTo>
                  <a:cubicBezTo>
                    <a:pt x="50361" y="53099"/>
                    <a:pt x="52128" y="57836"/>
                    <a:pt x="53637" y="62267"/>
                  </a:cubicBezTo>
                  <a:cubicBezTo>
                    <a:pt x="55216" y="66863"/>
                    <a:pt x="55169" y="72095"/>
                    <a:pt x="57101" y="76479"/>
                  </a:cubicBezTo>
                  <a:cubicBezTo>
                    <a:pt x="60354" y="83832"/>
                    <a:pt x="67330" y="86142"/>
                    <a:pt x="74471" y="82819"/>
                  </a:cubicBezTo>
                  <a:cubicBezTo>
                    <a:pt x="81117" y="79731"/>
                    <a:pt x="79868" y="73580"/>
                    <a:pt x="78360" y="68560"/>
                  </a:cubicBezTo>
                  <a:cubicBezTo>
                    <a:pt x="71148" y="44237"/>
                    <a:pt x="56512" y="23615"/>
                    <a:pt x="44445" y="0"/>
                  </a:cubicBezTo>
                  <a:cubicBezTo>
                    <a:pt x="40156" y="15131"/>
                    <a:pt x="36668" y="28635"/>
                    <a:pt x="32402" y="41904"/>
                  </a:cubicBezTo>
                  <a:cubicBezTo>
                    <a:pt x="30964" y="46359"/>
                    <a:pt x="27523" y="50153"/>
                    <a:pt x="25001" y="54254"/>
                  </a:cubicBezTo>
                  <a:cubicBezTo>
                    <a:pt x="21443" y="51143"/>
                    <a:pt x="17577" y="48315"/>
                    <a:pt x="14372" y="44850"/>
                  </a:cubicBezTo>
                  <a:cubicBezTo>
                    <a:pt x="10743" y="40938"/>
                    <a:pt x="7726" y="36460"/>
                    <a:pt x="4426" y="32218"/>
                  </a:cubicBezTo>
                  <a:cubicBezTo>
                    <a:pt x="3507" y="32548"/>
                    <a:pt x="2588" y="32854"/>
                    <a:pt x="1669" y="33184"/>
                  </a:cubicBezTo>
                  <a:cubicBezTo>
                    <a:pt x="-924" y="51426"/>
                    <a:pt x="-1513" y="69644"/>
                    <a:pt x="7537" y="86731"/>
                  </a:cubicBezTo>
                  <a:cubicBezTo>
                    <a:pt x="10931" y="93165"/>
                    <a:pt x="17837" y="93448"/>
                    <a:pt x="24011" y="9153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65" name="Google Shape;1565;p46"/>
            <p:cNvSpPr/>
            <p:nvPr/>
          </p:nvSpPr>
          <p:spPr>
            <a:xfrm>
              <a:off x="1072081" y="2529929"/>
              <a:ext cx="157417" cy="93493"/>
            </a:xfrm>
            <a:custGeom>
              <a:rect b="b" l="l" r="r" t="t"/>
              <a:pathLst>
                <a:path extrusionOk="0" h="93493" w="157417">
                  <a:moveTo>
                    <a:pt x="1391" y="0"/>
                  </a:moveTo>
                  <a:cubicBezTo>
                    <a:pt x="919" y="801"/>
                    <a:pt x="471" y="1603"/>
                    <a:pt x="0" y="2404"/>
                  </a:cubicBezTo>
                  <a:cubicBezTo>
                    <a:pt x="5020" y="6576"/>
                    <a:pt x="9663" y="11289"/>
                    <a:pt x="15084" y="14824"/>
                  </a:cubicBezTo>
                  <a:cubicBezTo>
                    <a:pt x="46712" y="35517"/>
                    <a:pt x="78388" y="56163"/>
                    <a:pt x="110394" y="76290"/>
                  </a:cubicBezTo>
                  <a:cubicBezTo>
                    <a:pt x="119727" y="82159"/>
                    <a:pt x="129955" y="86755"/>
                    <a:pt x="140137" y="91068"/>
                  </a:cubicBezTo>
                  <a:cubicBezTo>
                    <a:pt x="145345" y="93260"/>
                    <a:pt x="152369" y="95946"/>
                    <a:pt x="156116" y="89206"/>
                  </a:cubicBezTo>
                  <a:cubicBezTo>
                    <a:pt x="160311" y="81688"/>
                    <a:pt x="153453" y="78129"/>
                    <a:pt x="148456" y="74735"/>
                  </a:cubicBezTo>
                  <a:cubicBezTo>
                    <a:pt x="106034" y="45864"/>
                    <a:pt x="60853" y="22178"/>
                    <a:pt x="13293" y="3064"/>
                  </a:cubicBezTo>
                  <a:cubicBezTo>
                    <a:pt x="9545" y="1556"/>
                    <a:pt x="5374" y="990"/>
                    <a:pt x="1391"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66" name="Google Shape;1566;p46"/>
            <p:cNvSpPr/>
            <p:nvPr/>
          </p:nvSpPr>
          <p:spPr>
            <a:xfrm>
              <a:off x="965293" y="3326492"/>
              <a:ext cx="40370" cy="117107"/>
            </a:xfrm>
            <a:custGeom>
              <a:rect b="b" l="l" r="r" t="t"/>
              <a:pathLst>
                <a:path extrusionOk="0" h="117107" w="40370">
                  <a:moveTo>
                    <a:pt x="36931" y="34193"/>
                  </a:moveTo>
                  <a:cubicBezTo>
                    <a:pt x="38086" y="26651"/>
                    <a:pt x="39571" y="19157"/>
                    <a:pt x="40302" y="11591"/>
                  </a:cubicBezTo>
                  <a:cubicBezTo>
                    <a:pt x="40773" y="6618"/>
                    <a:pt x="38841" y="2518"/>
                    <a:pt x="33443" y="679"/>
                  </a:cubicBezTo>
                  <a:cubicBezTo>
                    <a:pt x="27622" y="-1324"/>
                    <a:pt x="23828" y="1316"/>
                    <a:pt x="20976" y="5817"/>
                  </a:cubicBezTo>
                  <a:cubicBezTo>
                    <a:pt x="18737" y="9329"/>
                    <a:pt x="16663" y="13029"/>
                    <a:pt x="15060" y="16871"/>
                  </a:cubicBezTo>
                  <a:cubicBezTo>
                    <a:pt x="5421" y="39920"/>
                    <a:pt x="1673" y="64172"/>
                    <a:pt x="0" y="91983"/>
                  </a:cubicBezTo>
                  <a:cubicBezTo>
                    <a:pt x="825" y="96107"/>
                    <a:pt x="1532" y="103295"/>
                    <a:pt x="3818" y="109965"/>
                  </a:cubicBezTo>
                  <a:cubicBezTo>
                    <a:pt x="6293" y="117154"/>
                    <a:pt x="12750" y="118874"/>
                    <a:pt x="19562" y="115315"/>
                  </a:cubicBezTo>
                  <a:cubicBezTo>
                    <a:pt x="28895" y="110484"/>
                    <a:pt x="33349" y="100491"/>
                    <a:pt x="31228" y="89626"/>
                  </a:cubicBezTo>
                  <a:cubicBezTo>
                    <a:pt x="30568" y="86256"/>
                    <a:pt x="29672" y="82720"/>
                    <a:pt x="30120" y="79421"/>
                  </a:cubicBezTo>
                  <a:cubicBezTo>
                    <a:pt x="32147" y="64314"/>
                    <a:pt x="34622" y="49277"/>
                    <a:pt x="36931" y="3419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67" name="Google Shape;1567;p46"/>
            <p:cNvSpPr/>
            <p:nvPr/>
          </p:nvSpPr>
          <p:spPr>
            <a:xfrm>
              <a:off x="1259118" y="3717485"/>
              <a:ext cx="134786" cy="117228"/>
            </a:xfrm>
            <a:custGeom>
              <a:rect b="b" l="l" r="r" t="t"/>
              <a:pathLst>
                <a:path extrusionOk="0" h="117228" w="134786">
                  <a:moveTo>
                    <a:pt x="121801" y="4596"/>
                  </a:moveTo>
                  <a:cubicBezTo>
                    <a:pt x="100141" y="18077"/>
                    <a:pt x="82253" y="35706"/>
                    <a:pt x="67122" y="56140"/>
                  </a:cubicBezTo>
                  <a:cubicBezTo>
                    <a:pt x="64577" y="59580"/>
                    <a:pt x="62574" y="63941"/>
                    <a:pt x="61914" y="68112"/>
                  </a:cubicBezTo>
                  <a:cubicBezTo>
                    <a:pt x="60547" y="76950"/>
                    <a:pt x="58143" y="80627"/>
                    <a:pt x="49258" y="81193"/>
                  </a:cubicBezTo>
                  <a:cubicBezTo>
                    <a:pt x="31204" y="82347"/>
                    <a:pt x="18642" y="92317"/>
                    <a:pt x="7990" y="105633"/>
                  </a:cubicBezTo>
                  <a:cubicBezTo>
                    <a:pt x="5491" y="108767"/>
                    <a:pt x="3394" y="112256"/>
                    <a:pt x="0" y="117228"/>
                  </a:cubicBezTo>
                  <a:cubicBezTo>
                    <a:pt x="13717" y="116427"/>
                    <a:pt x="23639" y="111902"/>
                    <a:pt x="32501" y="105185"/>
                  </a:cubicBezTo>
                  <a:cubicBezTo>
                    <a:pt x="66934" y="79095"/>
                    <a:pt x="97738" y="49187"/>
                    <a:pt x="125595" y="16215"/>
                  </a:cubicBezTo>
                  <a:cubicBezTo>
                    <a:pt x="129225" y="11926"/>
                    <a:pt x="131747" y="6740"/>
                    <a:pt x="134787" y="1980"/>
                  </a:cubicBezTo>
                  <a:cubicBezTo>
                    <a:pt x="134174" y="1320"/>
                    <a:pt x="133538" y="660"/>
                    <a:pt x="132925" y="0"/>
                  </a:cubicBezTo>
                  <a:cubicBezTo>
                    <a:pt x="129225" y="1508"/>
                    <a:pt x="125171" y="2498"/>
                    <a:pt x="121801" y="459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68" name="Google Shape;1568;p46"/>
            <p:cNvSpPr/>
            <p:nvPr/>
          </p:nvSpPr>
          <p:spPr>
            <a:xfrm>
              <a:off x="362760" y="3205159"/>
              <a:ext cx="26916" cy="122436"/>
            </a:xfrm>
            <a:custGeom>
              <a:rect b="b" l="l" r="r" t="t"/>
              <a:pathLst>
                <a:path extrusionOk="0" h="122436" w="26916">
                  <a:moveTo>
                    <a:pt x="13940" y="0"/>
                  </a:moveTo>
                  <a:cubicBezTo>
                    <a:pt x="12502" y="1131"/>
                    <a:pt x="11748" y="1438"/>
                    <a:pt x="11512" y="1980"/>
                  </a:cubicBezTo>
                  <a:cubicBezTo>
                    <a:pt x="10782" y="3535"/>
                    <a:pt x="10098" y="5138"/>
                    <a:pt x="9627" y="6788"/>
                  </a:cubicBezTo>
                  <a:cubicBezTo>
                    <a:pt x="2250" y="32642"/>
                    <a:pt x="-1097" y="59133"/>
                    <a:pt x="317" y="85859"/>
                  </a:cubicBezTo>
                  <a:cubicBezTo>
                    <a:pt x="883" y="96300"/>
                    <a:pt x="4795" y="107023"/>
                    <a:pt x="9297" y="116616"/>
                  </a:cubicBezTo>
                  <a:cubicBezTo>
                    <a:pt x="13256" y="125077"/>
                    <a:pt x="21482" y="124110"/>
                    <a:pt x="24074" y="115037"/>
                  </a:cubicBezTo>
                  <a:cubicBezTo>
                    <a:pt x="26384" y="106953"/>
                    <a:pt x="27492" y="97973"/>
                    <a:pt x="26620" y="89654"/>
                  </a:cubicBezTo>
                  <a:cubicBezTo>
                    <a:pt x="24734" y="71530"/>
                    <a:pt x="21152" y="53594"/>
                    <a:pt x="18489" y="35564"/>
                  </a:cubicBezTo>
                  <a:cubicBezTo>
                    <a:pt x="16768" y="23992"/>
                    <a:pt x="15495" y="12373"/>
                    <a:pt x="1394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69" name="Google Shape;1569;p46"/>
            <p:cNvSpPr/>
            <p:nvPr/>
          </p:nvSpPr>
          <p:spPr>
            <a:xfrm>
              <a:off x="286268" y="3354335"/>
              <a:ext cx="34646" cy="106563"/>
            </a:xfrm>
            <a:custGeom>
              <a:rect b="b" l="l" r="r" t="t"/>
              <a:pathLst>
                <a:path extrusionOk="0" h="106563" w="34646">
                  <a:moveTo>
                    <a:pt x="34386" y="100129"/>
                  </a:moveTo>
                  <a:cubicBezTo>
                    <a:pt x="34481" y="91079"/>
                    <a:pt x="35070" y="81934"/>
                    <a:pt x="34080" y="72978"/>
                  </a:cubicBezTo>
                  <a:cubicBezTo>
                    <a:pt x="31558" y="50424"/>
                    <a:pt x="27080" y="28222"/>
                    <a:pt x="17724" y="7364"/>
                  </a:cubicBezTo>
                  <a:cubicBezTo>
                    <a:pt x="16286" y="4136"/>
                    <a:pt x="10889" y="-578"/>
                    <a:pt x="9475" y="58"/>
                  </a:cubicBezTo>
                  <a:cubicBezTo>
                    <a:pt x="5845" y="1732"/>
                    <a:pt x="3206" y="5880"/>
                    <a:pt x="613" y="9368"/>
                  </a:cubicBezTo>
                  <a:cubicBezTo>
                    <a:pt x="-259" y="10546"/>
                    <a:pt x="48" y="12714"/>
                    <a:pt x="71" y="14435"/>
                  </a:cubicBezTo>
                  <a:cubicBezTo>
                    <a:pt x="495" y="45309"/>
                    <a:pt x="10795" y="73214"/>
                    <a:pt x="25690" y="99752"/>
                  </a:cubicBezTo>
                  <a:cubicBezTo>
                    <a:pt x="27010" y="102085"/>
                    <a:pt x="28565" y="104301"/>
                    <a:pt x="30003" y="106563"/>
                  </a:cubicBezTo>
                  <a:cubicBezTo>
                    <a:pt x="30922" y="105974"/>
                    <a:pt x="31841" y="105408"/>
                    <a:pt x="32760" y="104819"/>
                  </a:cubicBezTo>
                  <a:cubicBezTo>
                    <a:pt x="33326" y="103264"/>
                    <a:pt x="34363" y="101708"/>
                    <a:pt x="34386" y="1001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70" name="Google Shape;1570;p46"/>
            <p:cNvSpPr/>
            <p:nvPr/>
          </p:nvSpPr>
          <p:spPr>
            <a:xfrm>
              <a:off x="513513" y="2105197"/>
              <a:ext cx="137143" cy="31235"/>
            </a:xfrm>
            <a:custGeom>
              <a:rect b="b" l="l" r="r" t="t"/>
              <a:pathLst>
                <a:path extrusionOk="0" h="31235" w="137143">
                  <a:moveTo>
                    <a:pt x="109545" y="21455"/>
                  </a:moveTo>
                  <a:cubicBezTo>
                    <a:pt x="117252" y="20677"/>
                    <a:pt x="124912" y="18038"/>
                    <a:pt x="132194" y="15186"/>
                  </a:cubicBezTo>
                  <a:cubicBezTo>
                    <a:pt x="134645" y="14220"/>
                    <a:pt x="137120" y="10001"/>
                    <a:pt x="137144" y="7244"/>
                  </a:cubicBezTo>
                  <a:cubicBezTo>
                    <a:pt x="137167" y="5287"/>
                    <a:pt x="133255" y="1870"/>
                    <a:pt x="130804" y="1587"/>
                  </a:cubicBezTo>
                  <a:cubicBezTo>
                    <a:pt x="122531" y="621"/>
                    <a:pt x="113740" y="-982"/>
                    <a:pt x="105845" y="809"/>
                  </a:cubicBezTo>
                  <a:cubicBezTo>
                    <a:pt x="70422" y="8823"/>
                    <a:pt x="35258" y="17920"/>
                    <a:pt x="0" y="26640"/>
                  </a:cubicBezTo>
                  <a:cubicBezTo>
                    <a:pt x="189" y="28172"/>
                    <a:pt x="354" y="29704"/>
                    <a:pt x="542" y="31236"/>
                  </a:cubicBezTo>
                  <a:cubicBezTo>
                    <a:pt x="36884" y="28031"/>
                    <a:pt x="73250" y="25061"/>
                    <a:pt x="109545" y="2145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71" name="Google Shape;1571;p46"/>
            <p:cNvSpPr/>
            <p:nvPr/>
          </p:nvSpPr>
          <p:spPr>
            <a:xfrm>
              <a:off x="228856" y="2983641"/>
              <a:ext cx="20797" cy="133891"/>
            </a:xfrm>
            <a:custGeom>
              <a:rect b="b" l="l" r="r" t="t"/>
              <a:pathLst>
                <a:path extrusionOk="0" h="133891" w="20797">
                  <a:moveTo>
                    <a:pt x="7259" y="133891"/>
                  </a:moveTo>
                  <a:cubicBezTo>
                    <a:pt x="17441" y="116309"/>
                    <a:pt x="25619" y="12680"/>
                    <a:pt x="17488" y="0"/>
                  </a:cubicBezTo>
                  <a:cubicBezTo>
                    <a:pt x="519" y="15791"/>
                    <a:pt x="-6434" y="110606"/>
                    <a:pt x="7259" y="1338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72" name="Google Shape;1572;p46"/>
            <p:cNvSpPr/>
            <p:nvPr/>
          </p:nvSpPr>
          <p:spPr>
            <a:xfrm>
              <a:off x="664239" y="3758117"/>
              <a:ext cx="86818" cy="39365"/>
            </a:xfrm>
            <a:custGeom>
              <a:rect b="b" l="l" r="r" t="t"/>
              <a:pathLst>
                <a:path extrusionOk="0" h="39365" w="86818">
                  <a:moveTo>
                    <a:pt x="80314" y="25642"/>
                  </a:moveTo>
                  <a:cubicBezTo>
                    <a:pt x="62284" y="9545"/>
                    <a:pt x="40719" y="2286"/>
                    <a:pt x="17292" y="0"/>
                  </a:cubicBezTo>
                  <a:cubicBezTo>
                    <a:pt x="13851" y="189"/>
                    <a:pt x="10481" y="-165"/>
                    <a:pt x="7512" y="707"/>
                  </a:cubicBezTo>
                  <a:cubicBezTo>
                    <a:pt x="4707" y="1532"/>
                    <a:pt x="912" y="3205"/>
                    <a:pt x="111" y="5421"/>
                  </a:cubicBezTo>
                  <a:cubicBezTo>
                    <a:pt x="-549" y="7259"/>
                    <a:pt x="1855" y="11431"/>
                    <a:pt x="4047" y="12892"/>
                  </a:cubicBezTo>
                  <a:cubicBezTo>
                    <a:pt x="26319" y="27740"/>
                    <a:pt x="50877" y="36625"/>
                    <a:pt x="77509" y="39335"/>
                  </a:cubicBezTo>
                  <a:cubicBezTo>
                    <a:pt x="80479" y="39642"/>
                    <a:pt x="83708" y="37521"/>
                    <a:pt x="86819" y="36531"/>
                  </a:cubicBezTo>
                  <a:cubicBezTo>
                    <a:pt x="85381" y="33561"/>
                    <a:pt x="84038" y="30568"/>
                    <a:pt x="82482" y="27669"/>
                  </a:cubicBezTo>
                  <a:cubicBezTo>
                    <a:pt x="82034" y="26821"/>
                    <a:pt x="81044" y="26302"/>
                    <a:pt x="80314" y="2564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73" name="Google Shape;1573;p46"/>
            <p:cNvSpPr/>
            <p:nvPr/>
          </p:nvSpPr>
          <p:spPr>
            <a:xfrm>
              <a:off x="920278" y="3664283"/>
              <a:ext cx="75865" cy="61617"/>
            </a:xfrm>
            <a:custGeom>
              <a:rect b="b" l="l" r="r" t="t"/>
              <a:pathLst>
                <a:path extrusionOk="0" h="61617" w="75865">
                  <a:moveTo>
                    <a:pt x="75866" y="8635"/>
                  </a:moveTo>
                  <a:cubicBezTo>
                    <a:pt x="75253" y="8305"/>
                    <a:pt x="74664" y="7951"/>
                    <a:pt x="74051" y="7621"/>
                  </a:cubicBezTo>
                  <a:cubicBezTo>
                    <a:pt x="74051" y="127"/>
                    <a:pt x="70445" y="-2254"/>
                    <a:pt x="63492" y="2342"/>
                  </a:cubicBezTo>
                  <a:cubicBezTo>
                    <a:pt x="49728" y="11487"/>
                    <a:pt x="36224" y="21126"/>
                    <a:pt x="23450" y="31543"/>
                  </a:cubicBezTo>
                  <a:cubicBezTo>
                    <a:pt x="15272" y="38213"/>
                    <a:pt x="8437" y="46556"/>
                    <a:pt x="1296" y="54404"/>
                  </a:cubicBezTo>
                  <a:cubicBezTo>
                    <a:pt x="117" y="55701"/>
                    <a:pt x="-331" y="58576"/>
                    <a:pt x="259" y="60249"/>
                  </a:cubicBezTo>
                  <a:cubicBezTo>
                    <a:pt x="612" y="61239"/>
                    <a:pt x="3652" y="61640"/>
                    <a:pt x="5467" y="61616"/>
                  </a:cubicBezTo>
                  <a:cubicBezTo>
                    <a:pt x="7376" y="61593"/>
                    <a:pt x="9332" y="60933"/>
                    <a:pt x="11171" y="60273"/>
                  </a:cubicBezTo>
                  <a:cubicBezTo>
                    <a:pt x="31769" y="53037"/>
                    <a:pt x="50105" y="41913"/>
                    <a:pt x="65495" y="26547"/>
                  </a:cubicBezTo>
                  <a:cubicBezTo>
                    <a:pt x="70233" y="21857"/>
                    <a:pt x="72495" y="14668"/>
                    <a:pt x="75866" y="863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74" name="Google Shape;1574;p46"/>
            <p:cNvSpPr/>
            <p:nvPr/>
          </p:nvSpPr>
          <p:spPr>
            <a:xfrm>
              <a:off x="623675" y="3585848"/>
              <a:ext cx="74872" cy="64444"/>
            </a:xfrm>
            <a:custGeom>
              <a:rect b="b" l="l" r="r" t="t"/>
              <a:pathLst>
                <a:path extrusionOk="0" h="64444" w="74872">
                  <a:moveTo>
                    <a:pt x="10862" y="31944"/>
                  </a:moveTo>
                  <a:cubicBezTo>
                    <a:pt x="14939" y="30719"/>
                    <a:pt x="20336" y="30907"/>
                    <a:pt x="24154" y="32628"/>
                  </a:cubicBezTo>
                  <a:cubicBezTo>
                    <a:pt x="29386" y="35008"/>
                    <a:pt x="33723" y="39392"/>
                    <a:pt x="38389" y="42998"/>
                  </a:cubicBezTo>
                  <a:cubicBezTo>
                    <a:pt x="46756" y="49432"/>
                    <a:pt x="54887" y="56172"/>
                    <a:pt x="63513" y="62182"/>
                  </a:cubicBezTo>
                  <a:cubicBezTo>
                    <a:pt x="66082" y="63973"/>
                    <a:pt x="70065" y="63738"/>
                    <a:pt x="73412" y="64445"/>
                  </a:cubicBezTo>
                  <a:cubicBezTo>
                    <a:pt x="73907" y="63549"/>
                    <a:pt x="74402" y="62653"/>
                    <a:pt x="74873" y="61758"/>
                  </a:cubicBezTo>
                  <a:cubicBezTo>
                    <a:pt x="72469" y="58105"/>
                    <a:pt x="70678" y="53792"/>
                    <a:pt x="67543" y="50940"/>
                  </a:cubicBezTo>
                  <a:cubicBezTo>
                    <a:pt x="50975" y="35762"/>
                    <a:pt x="34147" y="20867"/>
                    <a:pt x="17225" y="6090"/>
                  </a:cubicBezTo>
                  <a:cubicBezTo>
                    <a:pt x="14303" y="3521"/>
                    <a:pt x="10767" y="1258"/>
                    <a:pt x="7138" y="103"/>
                  </a:cubicBezTo>
                  <a:cubicBezTo>
                    <a:pt x="5299" y="-486"/>
                    <a:pt x="609" y="1588"/>
                    <a:pt x="539" y="2672"/>
                  </a:cubicBezTo>
                  <a:cubicBezTo>
                    <a:pt x="20" y="10733"/>
                    <a:pt x="-404" y="18934"/>
                    <a:pt x="657" y="26900"/>
                  </a:cubicBezTo>
                  <a:cubicBezTo>
                    <a:pt x="1293" y="31543"/>
                    <a:pt x="5064" y="33665"/>
                    <a:pt x="10862" y="3194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75" name="Google Shape;1575;p46"/>
            <p:cNvSpPr/>
            <p:nvPr/>
          </p:nvSpPr>
          <p:spPr>
            <a:xfrm>
              <a:off x="470006" y="2948303"/>
              <a:ext cx="44197" cy="79717"/>
            </a:xfrm>
            <a:custGeom>
              <a:rect b="b" l="l" r="r" t="t"/>
              <a:pathLst>
                <a:path extrusionOk="0" h="79717" w="44197">
                  <a:moveTo>
                    <a:pt x="14683" y="71728"/>
                  </a:moveTo>
                  <a:cubicBezTo>
                    <a:pt x="24087" y="52025"/>
                    <a:pt x="33538" y="32345"/>
                    <a:pt x="42611" y="12477"/>
                  </a:cubicBezTo>
                  <a:cubicBezTo>
                    <a:pt x="44261" y="8895"/>
                    <a:pt x="45817" y="4205"/>
                    <a:pt x="40726" y="1400"/>
                  </a:cubicBezTo>
                  <a:cubicBezTo>
                    <a:pt x="35470" y="-1499"/>
                    <a:pt x="31087" y="340"/>
                    <a:pt x="27763" y="4747"/>
                  </a:cubicBezTo>
                  <a:cubicBezTo>
                    <a:pt x="12868" y="24403"/>
                    <a:pt x="4855" y="46910"/>
                    <a:pt x="0" y="71916"/>
                  </a:cubicBezTo>
                  <a:cubicBezTo>
                    <a:pt x="943" y="74132"/>
                    <a:pt x="2145" y="76936"/>
                    <a:pt x="3323" y="79717"/>
                  </a:cubicBezTo>
                  <a:cubicBezTo>
                    <a:pt x="6033" y="78398"/>
                    <a:pt x="8885" y="77290"/>
                    <a:pt x="11431" y="75687"/>
                  </a:cubicBezTo>
                  <a:cubicBezTo>
                    <a:pt x="12798" y="74815"/>
                    <a:pt x="13952" y="73236"/>
                    <a:pt x="14683" y="717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76" name="Google Shape;1576;p46"/>
            <p:cNvSpPr/>
            <p:nvPr/>
          </p:nvSpPr>
          <p:spPr>
            <a:xfrm>
              <a:off x="316044" y="3208741"/>
              <a:ext cx="20637" cy="104784"/>
            </a:xfrm>
            <a:custGeom>
              <a:rect b="b" l="l" r="r" t="t"/>
              <a:pathLst>
                <a:path extrusionOk="0" h="104784" w="20637">
                  <a:moveTo>
                    <a:pt x="18680" y="72567"/>
                  </a:moveTo>
                  <a:cubicBezTo>
                    <a:pt x="21532" y="54089"/>
                    <a:pt x="21697" y="35659"/>
                    <a:pt x="16276" y="17535"/>
                  </a:cubicBezTo>
                  <a:cubicBezTo>
                    <a:pt x="13966" y="9828"/>
                    <a:pt x="10525" y="2805"/>
                    <a:pt x="2064" y="0"/>
                  </a:cubicBezTo>
                  <a:cubicBezTo>
                    <a:pt x="-3875" y="7683"/>
                    <a:pt x="3997" y="86001"/>
                    <a:pt x="13047" y="104784"/>
                  </a:cubicBezTo>
                  <a:cubicBezTo>
                    <a:pt x="15098" y="93118"/>
                    <a:pt x="17077" y="82866"/>
                    <a:pt x="18680" y="725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77" name="Google Shape;1577;p46"/>
            <p:cNvSpPr/>
            <p:nvPr/>
          </p:nvSpPr>
          <p:spPr>
            <a:xfrm>
              <a:off x="797812" y="3933889"/>
              <a:ext cx="62342" cy="39731"/>
            </a:xfrm>
            <a:custGeom>
              <a:rect b="b" l="l" r="r" t="t"/>
              <a:pathLst>
                <a:path extrusionOk="0" h="39731" w="62342">
                  <a:moveTo>
                    <a:pt x="58973" y="10299"/>
                  </a:moveTo>
                  <a:cubicBezTo>
                    <a:pt x="60811" y="8367"/>
                    <a:pt x="61259" y="5138"/>
                    <a:pt x="62343" y="2522"/>
                  </a:cubicBezTo>
                  <a:cubicBezTo>
                    <a:pt x="59774" y="1532"/>
                    <a:pt x="57181" y="566"/>
                    <a:pt x="55697" y="0"/>
                  </a:cubicBezTo>
                  <a:cubicBezTo>
                    <a:pt x="36913" y="2215"/>
                    <a:pt x="20226" y="6222"/>
                    <a:pt x="6580" y="17983"/>
                  </a:cubicBezTo>
                  <a:cubicBezTo>
                    <a:pt x="-231" y="23851"/>
                    <a:pt x="-1810" y="30002"/>
                    <a:pt x="2102" y="35564"/>
                  </a:cubicBezTo>
                  <a:cubicBezTo>
                    <a:pt x="6439" y="41716"/>
                    <a:pt x="12779" y="39783"/>
                    <a:pt x="18270" y="37780"/>
                  </a:cubicBezTo>
                  <a:cubicBezTo>
                    <a:pt x="34037" y="32006"/>
                    <a:pt x="47471" y="22437"/>
                    <a:pt x="58973" y="1029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78" name="Google Shape;1578;p46"/>
            <p:cNvSpPr/>
            <p:nvPr/>
          </p:nvSpPr>
          <p:spPr>
            <a:xfrm>
              <a:off x="652354" y="3096920"/>
              <a:ext cx="30903" cy="53823"/>
            </a:xfrm>
            <a:custGeom>
              <a:rect b="b" l="l" r="r" t="t"/>
              <a:pathLst>
                <a:path extrusionOk="0" h="53823" w="30903">
                  <a:moveTo>
                    <a:pt x="17464" y="956"/>
                  </a:moveTo>
                  <a:cubicBezTo>
                    <a:pt x="11501" y="-1212"/>
                    <a:pt x="6434" y="202"/>
                    <a:pt x="4101" y="6283"/>
                  </a:cubicBezTo>
                  <a:cubicBezTo>
                    <a:pt x="2192" y="11232"/>
                    <a:pt x="1485" y="16653"/>
                    <a:pt x="0" y="22827"/>
                  </a:cubicBezTo>
                  <a:cubicBezTo>
                    <a:pt x="1862" y="30676"/>
                    <a:pt x="3205" y="39184"/>
                    <a:pt x="5939" y="47221"/>
                  </a:cubicBezTo>
                  <a:cubicBezTo>
                    <a:pt x="8626" y="55069"/>
                    <a:pt x="14471" y="55964"/>
                    <a:pt x="19915" y="49672"/>
                  </a:cubicBezTo>
                  <a:cubicBezTo>
                    <a:pt x="27056" y="41423"/>
                    <a:pt x="30686" y="31571"/>
                    <a:pt x="30898" y="20588"/>
                  </a:cubicBezTo>
                  <a:cubicBezTo>
                    <a:pt x="31087" y="10548"/>
                    <a:pt x="26844" y="4350"/>
                    <a:pt x="17464" y="95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79" name="Google Shape;1579;p46"/>
            <p:cNvSpPr/>
            <p:nvPr/>
          </p:nvSpPr>
          <p:spPr>
            <a:xfrm>
              <a:off x="756478" y="2572234"/>
              <a:ext cx="108823" cy="22766"/>
            </a:xfrm>
            <a:custGeom>
              <a:rect b="b" l="l" r="r" t="t"/>
              <a:pathLst>
                <a:path extrusionOk="0" h="22766" w="108823">
                  <a:moveTo>
                    <a:pt x="0" y="2687"/>
                  </a:moveTo>
                  <a:cubicBezTo>
                    <a:pt x="35376" y="9357"/>
                    <a:pt x="70775" y="16003"/>
                    <a:pt x="106646" y="22767"/>
                  </a:cubicBezTo>
                  <a:cubicBezTo>
                    <a:pt x="110794" y="10134"/>
                    <a:pt x="109616" y="7683"/>
                    <a:pt x="97832" y="4337"/>
                  </a:cubicBezTo>
                  <a:cubicBezTo>
                    <a:pt x="95946" y="3794"/>
                    <a:pt x="94037" y="3017"/>
                    <a:pt x="92128" y="2946"/>
                  </a:cubicBezTo>
                  <a:cubicBezTo>
                    <a:pt x="61490" y="1909"/>
                    <a:pt x="30827" y="966"/>
                    <a:pt x="189" y="0"/>
                  </a:cubicBezTo>
                  <a:cubicBezTo>
                    <a:pt x="118" y="896"/>
                    <a:pt x="71" y="1791"/>
                    <a:pt x="0" y="268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80" name="Google Shape;1580;p46"/>
            <p:cNvSpPr/>
            <p:nvPr/>
          </p:nvSpPr>
          <p:spPr>
            <a:xfrm>
              <a:off x="1138920" y="2923280"/>
              <a:ext cx="36297" cy="52054"/>
            </a:xfrm>
            <a:custGeom>
              <a:rect b="b" l="l" r="r" t="t"/>
              <a:pathLst>
                <a:path extrusionOk="0" h="52054" w="36297">
                  <a:moveTo>
                    <a:pt x="6010" y="215"/>
                  </a:moveTo>
                  <a:cubicBezTo>
                    <a:pt x="2828" y="1205"/>
                    <a:pt x="1249" y="7474"/>
                    <a:pt x="0" y="9643"/>
                  </a:cubicBezTo>
                  <a:cubicBezTo>
                    <a:pt x="1862" y="26235"/>
                    <a:pt x="6293" y="38749"/>
                    <a:pt x="16946" y="48342"/>
                  </a:cubicBezTo>
                  <a:cubicBezTo>
                    <a:pt x="21141" y="52136"/>
                    <a:pt x="26043" y="53362"/>
                    <a:pt x="31204" y="50416"/>
                  </a:cubicBezTo>
                  <a:cubicBezTo>
                    <a:pt x="36366" y="47470"/>
                    <a:pt x="37426" y="42355"/>
                    <a:pt x="35187" y="37571"/>
                  </a:cubicBezTo>
                  <a:cubicBezTo>
                    <a:pt x="30026" y="26541"/>
                    <a:pt x="24676" y="15488"/>
                    <a:pt x="18148" y="5259"/>
                  </a:cubicBezTo>
                  <a:cubicBezTo>
                    <a:pt x="16097" y="2054"/>
                    <a:pt x="9357" y="-822"/>
                    <a:pt x="6010" y="21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81" name="Google Shape;1581;p46"/>
            <p:cNvSpPr/>
            <p:nvPr/>
          </p:nvSpPr>
          <p:spPr>
            <a:xfrm>
              <a:off x="206183" y="3138543"/>
              <a:ext cx="41622" cy="60471"/>
            </a:xfrm>
            <a:custGeom>
              <a:rect b="b" l="l" r="r" t="t"/>
              <a:pathLst>
                <a:path extrusionOk="0" h="60471" w="41622">
                  <a:moveTo>
                    <a:pt x="22461" y="1450"/>
                  </a:moveTo>
                  <a:cubicBezTo>
                    <a:pt x="12043" y="5739"/>
                    <a:pt x="5656" y="14389"/>
                    <a:pt x="0" y="24122"/>
                  </a:cubicBezTo>
                  <a:cubicBezTo>
                    <a:pt x="5421" y="21436"/>
                    <a:pt x="10724" y="18513"/>
                    <a:pt x="16286" y="16156"/>
                  </a:cubicBezTo>
                  <a:cubicBezTo>
                    <a:pt x="18360" y="15261"/>
                    <a:pt x="20976" y="15638"/>
                    <a:pt x="23333" y="15449"/>
                  </a:cubicBezTo>
                  <a:cubicBezTo>
                    <a:pt x="23498" y="17735"/>
                    <a:pt x="24157" y="20139"/>
                    <a:pt x="23686" y="22331"/>
                  </a:cubicBezTo>
                  <a:cubicBezTo>
                    <a:pt x="22720" y="26903"/>
                    <a:pt x="20457" y="31287"/>
                    <a:pt x="20057" y="35859"/>
                  </a:cubicBezTo>
                  <a:cubicBezTo>
                    <a:pt x="19491" y="42129"/>
                    <a:pt x="19185" y="48751"/>
                    <a:pt x="20552" y="54808"/>
                  </a:cubicBezTo>
                  <a:cubicBezTo>
                    <a:pt x="22060" y="61525"/>
                    <a:pt x="27481" y="62421"/>
                    <a:pt x="31016" y="56670"/>
                  </a:cubicBezTo>
                  <a:cubicBezTo>
                    <a:pt x="39830" y="42388"/>
                    <a:pt x="44120" y="26809"/>
                    <a:pt x="40113" y="10052"/>
                  </a:cubicBezTo>
                  <a:cubicBezTo>
                    <a:pt x="37945" y="931"/>
                    <a:pt x="31087" y="-2109"/>
                    <a:pt x="22461" y="14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82" name="Google Shape;1582;p46"/>
            <p:cNvSpPr/>
            <p:nvPr/>
          </p:nvSpPr>
          <p:spPr>
            <a:xfrm>
              <a:off x="273948" y="3156773"/>
              <a:ext cx="20357" cy="72849"/>
            </a:xfrm>
            <a:custGeom>
              <a:rect b="b" l="l" r="r" t="t"/>
              <a:pathLst>
                <a:path extrusionOk="0" h="72849" w="20357">
                  <a:moveTo>
                    <a:pt x="3576" y="71223"/>
                  </a:moveTo>
                  <a:cubicBezTo>
                    <a:pt x="4731" y="71765"/>
                    <a:pt x="5909" y="72307"/>
                    <a:pt x="7064" y="72849"/>
                  </a:cubicBezTo>
                  <a:cubicBezTo>
                    <a:pt x="8054" y="70846"/>
                    <a:pt x="8926" y="68772"/>
                    <a:pt x="10057" y="66863"/>
                  </a:cubicBezTo>
                  <a:cubicBezTo>
                    <a:pt x="20852" y="48433"/>
                    <a:pt x="23232" y="28918"/>
                    <a:pt x="16869" y="8626"/>
                  </a:cubicBezTo>
                  <a:cubicBezTo>
                    <a:pt x="15808" y="5209"/>
                    <a:pt x="11424" y="2852"/>
                    <a:pt x="8596" y="0"/>
                  </a:cubicBezTo>
                  <a:cubicBezTo>
                    <a:pt x="6004" y="3300"/>
                    <a:pt x="1431" y="6458"/>
                    <a:pt x="1196" y="9899"/>
                  </a:cubicBezTo>
                  <a:cubicBezTo>
                    <a:pt x="88" y="26019"/>
                    <a:pt x="-101" y="42234"/>
                    <a:pt x="41" y="58402"/>
                  </a:cubicBezTo>
                  <a:cubicBezTo>
                    <a:pt x="64" y="62668"/>
                    <a:pt x="2327" y="66934"/>
                    <a:pt x="3576" y="71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83" name="Google Shape;1583;p46"/>
            <p:cNvSpPr/>
            <p:nvPr/>
          </p:nvSpPr>
          <p:spPr>
            <a:xfrm>
              <a:off x="245628" y="2882038"/>
              <a:ext cx="39110" cy="60416"/>
            </a:xfrm>
            <a:custGeom>
              <a:rect b="b" l="l" r="r" t="t"/>
              <a:pathLst>
                <a:path extrusionOk="0" h="60416" w="39110">
                  <a:moveTo>
                    <a:pt x="37789" y="0"/>
                  </a:moveTo>
                  <a:cubicBezTo>
                    <a:pt x="34631" y="1673"/>
                    <a:pt x="33075" y="2074"/>
                    <a:pt x="32156" y="3064"/>
                  </a:cubicBezTo>
                  <a:cubicBezTo>
                    <a:pt x="18604" y="17653"/>
                    <a:pt x="6797" y="33420"/>
                    <a:pt x="457" y="52581"/>
                  </a:cubicBezTo>
                  <a:cubicBezTo>
                    <a:pt x="-274" y="54773"/>
                    <a:pt x="-180" y="58873"/>
                    <a:pt x="1117" y="59722"/>
                  </a:cubicBezTo>
                  <a:cubicBezTo>
                    <a:pt x="2861" y="60877"/>
                    <a:pt x="6372" y="60429"/>
                    <a:pt x="8682" y="59557"/>
                  </a:cubicBezTo>
                  <a:cubicBezTo>
                    <a:pt x="23789" y="53853"/>
                    <a:pt x="38944" y="31699"/>
                    <a:pt x="39109" y="15154"/>
                  </a:cubicBezTo>
                  <a:cubicBezTo>
                    <a:pt x="39156" y="10606"/>
                    <a:pt x="38354" y="6033"/>
                    <a:pt x="37789"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84" name="Google Shape;1584;p46"/>
            <p:cNvSpPr/>
            <p:nvPr/>
          </p:nvSpPr>
          <p:spPr>
            <a:xfrm>
              <a:off x="183763" y="2948213"/>
              <a:ext cx="43408" cy="40419"/>
            </a:xfrm>
            <a:custGeom>
              <a:rect b="b" l="l" r="r" t="t"/>
              <a:pathLst>
                <a:path extrusionOk="0" h="40419" w="43408">
                  <a:moveTo>
                    <a:pt x="7" y="30973"/>
                  </a:moveTo>
                  <a:cubicBezTo>
                    <a:pt x="-205" y="39741"/>
                    <a:pt x="4367" y="42734"/>
                    <a:pt x="12239" y="38562"/>
                  </a:cubicBezTo>
                  <a:cubicBezTo>
                    <a:pt x="24754" y="31940"/>
                    <a:pt x="34040" y="21805"/>
                    <a:pt x="41558" y="10045"/>
                  </a:cubicBezTo>
                  <a:cubicBezTo>
                    <a:pt x="45117" y="4483"/>
                    <a:pt x="43514" y="1560"/>
                    <a:pt x="37009" y="405"/>
                  </a:cubicBezTo>
                  <a:cubicBezTo>
                    <a:pt x="19215" y="-2729"/>
                    <a:pt x="455" y="12779"/>
                    <a:pt x="7" y="3097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85" name="Google Shape;1585;p46"/>
            <p:cNvSpPr/>
            <p:nvPr/>
          </p:nvSpPr>
          <p:spPr>
            <a:xfrm>
              <a:off x="725180" y="3917369"/>
              <a:ext cx="85599" cy="16684"/>
            </a:xfrm>
            <a:custGeom>
              <a:rect b="b" l="l" r="r" t="t"/>
              <a:pathLst>
                <a:path extrusionOk="0" h="16684" w="85599">
                  <a:moveTo>
                    <a:pt x="0" y="4194"/>
                  </a:moveTo>
                  <a:cubicBezTo>
                    <a:pt x="10818" y="16308"/>
                    <a:pt x="74099" y="21352"/>
                    <a:pt x="85600" y="11382"/>
                  </a:cubicBezTo>
                  <a:cubicBezTo>
                    <a:pt x="72897" y="1154"/>
                    <a:pt x="10464" y="-4314"/>
                    <a:pt x="0" y="41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86" name="Google Shape;1586;p46"/>
            <p:cNvSpPr/>
            <p:nvPr/>
          </p:nvSpPr>
          <p:spPr>
            <a:xfrm>
              <a:off x="302847" y="3044918"/>
              <a:ext cx="21216" cy="73438"/>
            </a:xfrm>
            <a:custGeom>
              <a:rect b="b" l="l" r="r" t="t"/>
              <a:pathLst>
                <a:path extrusionOk="0" h="73438" w="21216">
                  <a:moveTo>
                    <a:pt x="15238" y="73439"/>
                  </a:moveTo>
                  <a:cubicBezTo>
                    <a:pt x="16959" y="70021"/>
                    <a:pt x="18349" y="68254"/>
                    <a:pt x="18773" y="66274"/>
                  </a:cubicBezTo>
                  <a:cubicBezTo>
                    <a:pt x="23204" y="45652"/>
                    <a:pt x="21861" y="25477"/>
                    <a:pt x="12669" y="6340"/>
                  </a:cubicBezTo>
                  <a:cubicBezTo>
                    <a:pt x="11349" y="3582"/>
                    <a:pt x="7343" y="2098"/>
                    <a:pt x="4585" y="0"/>
                  </a:cubicBezTo>
                  <a:cubicBezTo>
                    <a:pt x="3006" y="3252"/>
                    <a:pt x="131" y="6481"/>
                    <a:pt x="37" y="9781"/>
                  </a:cubicBezTo>
                  <a:cubicBezTo>
                    <a:pt x="-482" y="29295"/>
                    <a:pt x="4585" y="47844"/>
                    <a:pt x="11019" y="66038"/>
                  </a:cubicBezTo>
                  <a:cubicBezTo>
                    <a:pt x="11774" y="68183"/>
                    <a:pt x="13282" y="70045"/>
                    <a:pt x="15238" y="7343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87" name="Google Shape;1587;p46"/>
            <p:cNvSpPr/>
            <p:nvPr/>
          </p:nvSpPr>
          <p:spPr>
            <a:xfrm>
              <a:off x="650280" y="3887752"/>
              <a:ext cx="53236" cy="30841"/>
            </a:xfrm>
            <a:custGeom>
              <a:rect b="b" l="l" r="r" t="t"/>
              <a:pathLst>
                <a:path extrusionOk="0" h="30841" w="53236">
                  <a:moveTo>
                    <a:pt x="47961" y="12223"/>
                  </a:moveTo>
                  <a:cubicBezTo>
                    <a:pt x="36601" y="3620"/>
                    <a:pt x="23663" y="-669"/>
                    <a:pt x="9404" y="85"/>
                  </a:cubicBezTo>
                  <a:cubicBezTo>
                    <a:pt x="6198" y="250"/>
                    <a:pt x="3135" y="2890"/>
                    <a:pt x="0" y="4398"/>
                  </a:cubicBezTo>
                  <a:cubicBezTo>
                    <a:pt x="1650" y="7721"/>
                    <a:pt x="2451" y="12223"/>
                    <a:pt x="5114" y="14202"/>
                  </a:cubicBezTo>
                  <a:cubicBezTo>
                    <a:pt x="18666" y="24313"/>
                    <a:pt x="35258" y="26199"/>
                    <a:pt x="50813" y="30841"/>
                  </a:cubicBezTo>
                  <a:cubicBezTo>
                    <a:pt x="54537" y="23182"/>
                    <a:pt x="54254" y="16983"/>
                    <a:pt x="47961" y="12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88" name="Google Shape;1588;p46"/>
            <p:cNvSpPr/>
            <p:nvPr/>
          </p:nvSpPr>
          <p:spPr>
            <a:xfrm>
              <a:off x="273793" y="2995072"/>
              <a:ext cx="15487" cy="74664"/>
            </a:xfrm>
            <a:custGeom>
              <a:rect b="b" l="l" r="r" t="t"/>
              <a:pathLst>
                <a:path extrusionOk="0" h="74664" w="15487">
                  <a:moveTo>
                    <a:pt x="5122" y="74664"/>
                  </a:moveTo>
                  <a:cubicBezTo>
                    <a:pt x="6843" y="71412"/>
                    <a:pt x="9199" y="68324"/>
                    <a:pt x="10142" y="64836"/>
                  </a:cubicBezTo>
                  <a:cubicBezTo>
                    <a:pt x="14809" y="47561"/>
                    <a:pt x="17000" y="29979"/>
                    <a:pt x="14337" y="12114"/>
                  </a:cubicBezTo>
                  <a:cubicBezTo>
                    <a:pt x="13607" y="7212"/>
                    <a:pt x="14361" y="71"/>
                    <a:pt x="7856" y="0"/>
                  </a:cubicBezTo>
                  <a:cubicBezTo>
                    <a:pt x="5381" y="-24"/>
                    <a:pt x="880" y="7471"/>
                    <a:pt x="668" y="11713"/>
                  </a:cubicBezTo>
                  <a:cubicBezTo>
                    <a:pt x="-252" y="29154"/>
                    <a:pt x="8" y="46665"/>
                    <a:pt x="126" y="64129"/>
                  </a:cubicBezTo>
                  <a:cubicBezTo>
                    <a:pt x="149" y="67405"/>
                    <a:pt x="1540" y="70681"/>
                    <a:pt x="2294" y="73957"/>
                  </a:cubicBezTo>
                  <a:cubicBezTo>
                    <a:pt x="3213" y="74216"/>
                    <a:pt x="4179" y="74429"/>
                    <a:pt x="5122" y="7466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89" name="Google Shape;1589;p46"/>
            <p:cNvSpPr/>
            <p:nvPr/>
          </p:nvSpPr>
          <p:spPr>
            <a:xfrm>
              <a:off x="844279" y="3812063"/>
              <a:ext cx="47590" cy="27176"/>
            </a:xfrm>
            <a:custGeom>
              <a:rect b="b" l="l" r="r" t="t"/>
              <a:pathLst>
                <a:path extrusionOk="0" h="27176" w="47590">
                  <a:moveTo>
                    <a:pt x="8004" y="2029"/>
                  </a:moveTo>
                  <a:cubicBezTo>
                    <a:pt x="-1187" y="4857"/>
                    <a:pt x="-2649" y="11527"/>
                    <a:pt x="4587" y="17726"/>
                  </a:cubicBezTo>
                  <a:cubicBezTo>
                    <a:pt x="11492" y="23641"/>
                    <a:pt x="19623" y="26870"/>
                    <a:pt x="30983" y="27176"/>
                  </a:cubicBezTo>
                  <a:cubicBezTo>
                    <a:pt x="32774" y="26634"/>
                    <a:pt x="37158" y="26352"/>
                    <a:pt x="40010" y="24160"/>
                  </a:cubicBezTo>
                  <a:cubicBezTo>
                    <a:pt x="43404" y="21544"/>
                    <a:pt x="47151" y="17443"/>
                    <a:pt x="47575" y="13625"/>
                  </a:cubicBezTo>
                  <a:cubicBezTo>
                    <a:pt x="47882" y="10891"/>
                    <a:pt x="43545" y="6436"/>
                    <a:pt x="40269" y="4740"/>
                  </a:cubicBezTo>
                  <a:cubicBezTo>
                    <a:pt x="30064" y="-563"/>
                    <a:pt x="19034" y="-1341"/>
                    <a:pt x="8004" y="20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90" name="Google Shape;1590;p46"/>
            <p:cNvSpPr/>
            <p:nvPr/>
          </p:nvSpPr>
          <p:spPr>
            <a:xfrm>
              <a:off x="272219" y="3249109"/>
              <a:ext cx="24684" cy="63238"/>
            </a:xfrm>
            <a:custGeom>
              <a:rect b="b" l="l" r="r" t="t"/>
              <a:pathLst>
                <a:path extrusionOk="0" h="63238" w="24684">
                  <a:moveTo>
                    <a:pt x="19753" y="63026"/>
                  </a:moveTo>
                  <a:cubicBezTo>
                    <a:pt x="21167" y="57417"/>
                    <a:pt x="23170" y="51855"/>
                    <a:pt x="23901" y="46151"/>
                  </a:cubicBezTo>
                  <a:cubicBezTo>
                    <a:pt x="26022" y="29418"/>
                    <a:pt x="24608" y="13509"/>
                    <a:pt x="9925" y="2102"/>
                  </a:cubicBezTo>
                  <a:cubicBezTo>
                    <a:pt x="8039" y="641"/>
                    <a:pt x="4858" y="-396"/>
                    <a:pt x="2713" y="146"/>
                  </a:cubicBezTo>
                  <a:cubicBezTo>
                    <a:pt x="1346" y="476"/>
                    <a:pt x="-68" y="4105"/>
                    <a:pt x="3" y="6203"/>
                  </a:cubicBezTo>
                  <a:cubicBezTo>
                    <a:pt x="497" y="26849"/>
                    <a:pt x="8958" y="45044"/>
                    <a:pt x="17255" y="63238"/>
                  </a:cubicBezTo>
                  <a:cubicBezTo>
                    <a:pt x="18056" y="63191"/>
                    <a:pt x="18904" y="63120"/>
                    <a:pt x="19753" y="6302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91" name="Google Shape;1591;p46"/>
            <p:cNvSpPr/>
            <p:nvPr/>
          </p:nvSpPr>
          <p:spPr>
            <a:xfrm>
              <a:off x="353673" y="2233375"/>
              <a:ext cx="66415" cy="25761"/>
            </a:xfrm>
            <a:custGeom>
              <a:rect b="b" l="l" r="r" t="t"/>
              <a:pathLst>
                <a:path extrusionOk="0" h="25761" w="66415">
                  <a:moveTo>
                    <a:pt x="66415" y="2140"/>
                  </a:moveTo>
                  <a:cubicBezTo>
                    <a:pt x="52816" y="-5685"/>
                    <a:pt x="7966" y="9352"/>
                    <a:pt x="0" y="24600"/>
                  </a:cubicBezTo>
                  <a:cubicBezTo>
                    <a:pt x="19208" y="29502"/>
                    <a:pt x="52887" y="18284"/>
                    <a:pt x="66415" y="214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92" name="Google Shape;1592;p46"/>
            <p:cNvSpPr/>
            <p:nvPr/>
          </p:nvSpPr>
          <p:spPr>
            <a:xfrm>
              <a:off x="744105" y="2539634"/>
              <a:ext cx="66910" cy="16852"/>
            </a:xfrm>
            <a:custGeom>
              <a:rect b="b" l="l" r="r" t="t"/>
              <a:pathLst>
                <a:path extrusionOk="0" h="16852" w="66910">
                  <a:moveTo>
                    <a:pt x="19090" y="4224"/>
                  </a:moveTo>
                  <a:cubicBezTo>
                    <a:pt x="12562" y="5285"/>
                    <a:pt x="6340" y="8372"/>
                    <a:pt x="0" y="10540"/>
                  </a:cubicBezTo>
                  <a:cubicBezTo>
                    <a:pt x="118" y="11931"/>
                    <a:pt x="212" y="13298"/>
                    <a:pt x="330" y="14688"/>
                  </a:cubicBezTo>
                  <a:cubicBezTo>
                    <a:pt x="12468" y="15490"/>
                    <a:pt x="24605" y="17045"/>
                    <a:pt x="36719" y="16833"/>
                  </a:cubicBezTo>
                  <a:cubicBezTo>
                    <a:pt x="44662" y="16715"/>
                    <a:pt x="52722" y="14547"/>
                    <a:pt x="60429" y="12285"/>
                  </a:cubicBezTo>
                  <a:cubicBezTo>
                    <a:pt x="63045" y="11530"/>
                    <a:pt x="64789" y="7736"/>
                    <a:pt x="66910" y="5308"/>
                  </a:cubicBezTo>
                  <a:cubicBezTo>
                    <a:pt x="64059" y="3446"/>
                    <a:pt x="61112" y="-160"/>
                    <a:pt x="58402" y="5"/>
                  </a:cubicBezTo>
                  <a:cubicBezTo>
                    <a:pt x="45251" y="807"/>
                    <a:pt x="32100" y="2127"/>
                    <a:pt x="19090" y="422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93" name="Google Shape;1593;p46"/>
            <p:cNvSpPr/>
            <p:nvPr/>
          </p:nvSpPr>
          <p:spPr>
            <a:xfrm>
              <a:off x="1155324" y="3913500"/>
              <a:ext cx="33592" cy="33118"/>
            </a:xfrm>
            <a:custGeom>
              <a:rect b="b" l="l" r="r" t="t"/>
              <a:pathLst>
                <a:path extrusionOk="0" h="33118" w="33592">
                  <a:moveTo>
                    <a:pt x="22248" y="3"/>
                  </a:moveTo>
                  <a:cubicBezTo>
                    <a:pt x="12091" y="-186"/>
                    <a:pt x="-23" y="9053"/>
                    <a:pt x="0" y="16925"/>
                  </a:cubicBezTo>
                  <a:cubicBezTo>
                    <a:pt x="24" y="24137"/>
                    <a:pt x="10182" y="32975"/>
                    <a:pt x="18525" y="33116"/>
                  </a:cubicBezTo>
                  <a:cubicBezTo>
                    <a:pt x="27528" y="33258"/>
                    <a:pt x="33326" y="26258"/>
                    <a:pt x="33585" y="14992"/>
                  </a:cubicBezTo>
                  <a:cubicBezTo>
                    <a:pt x="33797" y="5518"/>
                    <a:pt x="29720" y="144"/>
                    <a:pt x="22248" y="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94" name="Google Shape;1594;p46"/>
            <p:cNvSpPr/>
            <p:nvPr/>
          </p:nvSpPr>
          <p:spPr>
            <a:xfrm>
              <a:off x="614610" y="2571373"/>
              <a:ext cx="41969" cy="39442"/>
            </a:xfrm>
            <a:custGeom>
              <a:rect b="b" l="l" r="r" t="t"/>
              <a:pathLst>
                <a:path extrusionOk="0" h="39442" w="41969">
                  <a:moveTo>
                    <a:pt x="670" y="31900"/>
                  </a:moveTo>
                  <a:cubicBezTo>
                    <a:pt x="-861" y="35718"/>
                    <a:pt x="-37" y="39419"/>
                    <a:pt x="5973" y="39442"/>
                  </a:cubicBezTo>
                  <a:cubicBezTo>
                    <a:pt x="6704" y="39230"/>
                    <a:pt x="7906" y="39018"/>
                    <a:pt x="9037" y="38547"/>
                  </a:cubicBezTo>
                  <a:cubicBezTo>
                    <a:pt x="23320" y="32749"/>
                    <a:pt x="33831" y="22591"/>
                    <a:pt x="41279" y="9346"/>
                  </a:cubicBezTo>
                  <a:cubicBezTo>
                    <a:pt x="42575" y="7036"/>
                    <a:pt x="41632" y="3453"/>
                    <a:pt x="41726" y="460"/>
                  </a:cubicBezTo>
                  <a:cubicBezTo>
                    <a:pt x="38686" y="460"/>
                    <a:pt x="34821" y="-718"/>
                    <a:pt x="32770" y="696"/>
                  </a:cubicBezTo>
                  <a:cubicBezTo>
                    <a:pt x="24121" y="6635"/>
                    <a:pt x="15683" y="12999"/>
                    <a:pt x="7859" y="19998"/>
                  </a:cubicBezTo>
                  <a:cubicBezTo>
                    <a:pt x="4536" y="22968"/>
                    <a:pt x="2367" y="27635"/>
                    <a:pt x="670" y="3190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95" name="Google Shape;1595;p46"/>
            <p:cNvSpPr/>
            <p:nvPr/>
          </p:nvSpPr>
          <p:spPr>
            <a:xfrm>
              <a:off x="601629" y="3717698"/>
              <a:ext cx="41788" cy="33354"/>
            </a:xfrm>
            <a:custGeom>
              <a:rect b="b" l="l" r="r" t="t"/>
              <a:pathLst>
                <a:path extrusionOk="0" h="33354" w="41788">
                  <a:moveTo>
                    <a:pt x="6" y="6552"/>
                  </a:moveTo>
                  <a:cubicBezTo>
                    <a:pt x="760" y="17983"/>
                    <a:pt x="20298" y="34622"/>
                    <a:pt x="31729" y="33278"/>
                  </a:cubicBezTo>
                  <a:cubicBezTo>
                    <a:pt x="35146" y="32878"/>
                    <a:pt x="39082" y="30285"/>
                    <a:pt x="41156" y="27504"/>
                  </a:cubicBezTo>
                  <a:cubicBezTo>
                    <a:pt x="42429" y="25784"/>
                    <a:pt x="41651" y="20787"/>
                    <a:pt x="39977" y="18949"/>
                  </a:cubicBezTo>
                  <a:cubicBezTo>
                    <a:pt x="30739" y="8815"/>
                    <a:pt x="18648" y="3630"/>
                    <a:pt x="3706" y="0"/>
                  </a:cubicBezTo>
                  <a:cubicBezTo>
                    <a:pt x="2410" y="2145"/>
                    <a:pt x="-136" y="4454"/>
                    <a:pt x="6" y="655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96" name="Google Shape;1596;p46"/>
            <p:cNvSpPr/>
            <p:nvPr/>
          </p:nvSpPr>
          <p:spPr>
            <a:xfrm>
              <a:off x="205446" y="2886289"/>
              <a:ext cx="39182" cy="41739"/>
            </a:xfrm>
            <a:custGeom>
              <a:rect b="b" l="l" r="r" t="t"/>
              <a:pathLst>
                <a:path extrusionOk="0" h="41739" w="39182">
                  <a:moveTo>
                    <a:pt x="37857" y="10692"/>
                  </a:moveTo>
                  <a:cubicBezTo>
                    <a:pt x="38564" y="9137"/>
                    <a:pt x="38918" y="7440"/>
                    <a:pt x="39177" y="6615"/>
                  </a:cubicBezTo>
                  <a:cubicBezTo>
                    <a:pt x="39319" y="416"/>
                    <a:pt x="36443" y="-1493"/>
                    <a:pt x="30716" y="1171"/>
                  </a:cubicBezTo>
                  <a:cubicBezTo>
                    <a:pt x="16764" y="7699"/>
                    <a:pt x="6983" y="18587"/>
                    <a:pt x="643" y="32446"/>
                  </a:cubicBezTo>
                  <a:cubicBezTo>
                    <a:pt x="-535" y="34991"/>
                    <a:pt x="290" y="38455"/>
                    <a:pt x="172" y="41496"/>
                  </a:cubicBezTo>
                  <a:cubicBezTo>
                    <a:pt x="3377" y="41402"/>
                    <a:pt x="7195" y="42368"/>
                    <a:pt x="9717" y="41001"/>
                  </a:cubicBezTo>
                  <a:cubicBezTo>
                    <a:pt x="22491" y="34190"/>
                    <a:pt x="31871" y="23914"/>
                    <a:pt x="37857" y="1069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97" name="Google Shape;1597;p46"/>
            <p:cNvSpPr/>
            <p:nvPr/>
          </p:nvSpPr>
          <p:spPr>
            <a:xfrm>
              <a:off x="456519" y="3259342"/>
              <a:ext cx="27537" cy="63021"/>
            </a:xfrm>
            <a:custGeom>
              <a:rect b="b" l="l" r="r" t="t"/>
              <a:pathLst>
                <a:path extrusionOk="0" h="63021" w="27537">
                  <a:moveTo>
                    <a:pt x="1916" y="0"/>
                  </a:moveTo>
                  <a:cubicBezTo>
                    <a:pt x="1279" y="4337"/>
                    <a:pt x="-606" y="8909"/>
                    <a:pt x="195" y="12939"/>
                  </a:cubicBezTo>
                  <a:cubicBezTo>
                    <a:pt x="3518" y="29366"/>
                    <a:pt x="11178" y="44049"/>
                    <a:pt x="20346" y="57931"/>
                  </a:cubicBezTo>
                  <a:cubicBezTo>
                    <a:pt x="21595" y="59816"/>
                    <a:pt x="23433" y="61348"/>
                    <a:pt x="24989" y="63021"/>
                  </a:cubicBezTo>
                  <a:cubicBezTo>
                    <a:pt x="25625" y="62691"/>
                    <a:pt x="26238" y="62338"/>
                    <a:pt x="26874" y="62008"/>
                  </a:cubicBezTo>
                  <a:cubicBezTo>
                    <a:pt x="27110" y="60123"/>
                    <a:pt x="27581" y="58237"/>
                    <a:pt x="27534" y="56352"/>
                  </a:cubicBezTo>
                  <a:cubicBezTo>
                    <a:pt x="27134" y="38558"/>
                    <a:pt x="20652" y="22626"/>
                    <a:pt x="11720" y="7660"/>
                  </a:cubicBezTo>
                  <a:cubicBezTo>
                    <a:pt x="9764" y="4337"/>
                    <a:pt x="5262" y="2522"/>
                    <a:pt x="1916"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98" name="Google Shape;1598;p46"/>
            <p:cNvSpPr/>
            <p:nvPr/>
          </p:nvSpPr>
          <p:spPr>
            <a:xfrm>
              <a:off x="1059613" y="2484313"/>
              <a:ext cx="49611" cy="25818"/>
            </a:xfrm>
            <a:custGeom>
              <a:rect b="b" l="l" r="r" t="t"/>
              <a:pathLst>
                <a:path extrusionOk="0" h="25818" w="49611">
                  <a:moveTo>
                    <a:pt x="43413" y="10688"/>
                  </a:moveTo>
                  <a:cubicBezTo>
                    <a:pt x="33773" y="3334"/>
                    <a:pt x="22555" y="-719"/>
                    <a:pt x="10323" y="106"/>
                  </a:cubicBezTo>
                  <a:cubicBezTo>
                    <a:pt x="6764" y="341"/>
                    <a:pt x="3441" y="3712"/>
                    <a:pt x="0" y="5644"/>
                  </a:cubicBezTo>
                  <a:cubicBezTo>
                    <a:pt x="2239" y="8684"/>
                    <a:pt x="3818" y="13233"/>
                    <a:pt x="6811" y="14506"/>
                  </a:cubicBezTo>
                  <a:cubicBezTo>
                    <a:pt x="17087" y="18913"/>
                    <a:pt x="27858" y="22165"/>
                    <a:pt x="38346" y="25819"/>
                  </a:cubicBezTo>
                  <a:cubicBezTo>
                    <a:pt x="42988" y="23674"/>
                    <a:pt x="46288" y="22142"/>
                    <a:pt x="49611" y="20610"/>
                  </a:cubicBezTo>
                  <a:cubicBezTo>
                    <a:pt x="47584" y="17240"/>
                    <a:pt x="46312" y="12880"/>
                    <a:pt x="43413" y="1068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599" name="Google Shape;1599;p46"/>
            <p:cNvSpPr/>
            <p:nvPr/>
          </p:nvSpPr>
          <p:spPr>
            <a:xfrm>
              <a:off x="1216188" y="3885281"/>
              <a:ext cx="33982" cy="29824"/>
            </a:xfrm>
            <a:custGeom>
              <a:rect b="b" l="l" r="r" t="t"/>
              <a:pathLst>
                <a:path extrusionOk="0" h="29824" w="33982">
                  <a:moveTo>
                    <a:pt x="18867" y="270"/>
                  </a:moveTo>
                  <a:cubicBezTo>
                    <a:pt x="10170" y="1849"/>
                    <a:pt x="4208" y="7246"/>
                    <a:pt x="1144" y="15448"/>
                  </a:cubicBezTo>
                  <a:cubicBezTo>
                    <a:pt x="-2014" y="23862"/>
                    <a:pt x="1379" y="28340"/>
                    <a:pt x="11184" y="29825"/>
                  </a:cubicBezTo>
                  <a:cubicBezTo>
                    <a:pt x="17217" y="26808"/>
                    <a:pt x="23604" y="24333"/>
                    <a:pt x="29143" y="20562"/>
                  </a:cubicBezTo>
                  <a:cubicBezTo>
                    <a:pt x="33762" y="17404"/>
                    <a:pt x="35365" y="11936"/>
                    <a:pt x="32678" y="6657"/>
                  </a:cubicBezTo>
                  <a:cubicBezTo>
                    <a:pt x="29921" y="1260"/>
                    <a:pt x="24688" y="-791"/>
                    <a:pt x="18867" y="27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600" name="Google Shape;1600;p46"/>
            <p:cNvSpPr/>
            <p:nvPr/>
          </p:nvSpPr>
          <p:spPr>
            <a:xfrm>
              <a:off x="177611" y="3034557"/>
              <a:ext cx="27300" cy="35124"/>
            </a:xfrm>
            <a:custGeom>
              <a:rect b="b" l="l" r="r" t="t"/>
              <a:pathLst>
                <a:path extrusionOk="0" h="35124" w="27300">
                  <a:moveTo>
                    <a:pt x="10590" y="4021"/>
                  </a:moveTo>
                  <a:cubicBezTo>
                    <a:pt x="6772" y="7627"/>
                    <a:pt x="3567" y="12270"/>
                    <a:pt x="1304" y="17031"/>
                  </a:cubicBezTo>
                  <a:cubicBezTo>
                    <a:pt x="-1925" y="23819"/>
                    <a:pt x="1116" y="30866"/>
                    <a:pt x="7408" y="33812"/>
                  </a:cubicBezTo>
                  <a:cubicBezTo>
                    <a:pt x="13984" y="36875"/>
                    <a:pt x="20347" y="34542"/>
                    <a:pt x="23741" y="27189"/>
                  </a:cubicBezTo>
                  <a:cubicBezTo>
                    <a:pt x="25556" y="23253"/>
                    <a:pt x="26310" y="18822"/>
                    <a:pt x="27300" y="15452"/>
                  </a:cubicBezTo>
                  <a:cubicBezTo>
                    <a:pt x="26782" y="12482"/>
                    <a:pt x="26593" y="10503"/>
                    <a:pt x="26098" y="8641"/>
                  </a:cubicBezTo>
                  <a:cubicBezTo>
                    <a:pt x="23529" y="-787"/>
                    <a:pt x="17731" y="-2766"/>
                    <a:pt x="10590" y="402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601" name="Google Shape;1601;p46"/>
            <p:cNvSpPr/>
            <p:nvPr/>
          </p:nvSpPr>
          <p:spPr>
            <a:xfrm>
              <a:off x="703551" y="3938976"/>
              <a:ext cx="27543" cy="34163"/>
            </a:xfrm>
            <a:custGeom>
              <a:rect b="b" l="l" r="r" t="t"/>
              <a:pathLst>
                <a:path extrusionOk="0" h="34163" w="27543">
                  <a:moveTo>
                    <a:pt x="11895" y="970"/>
                  </a:moveTo>
                  <a:cubicBezTo>
                    <a:pt x="7370" y="-1387"/>
                    <a:pt x="4329" y="829"/>
                    <a:pt x="2161" y="4623"/>
                  </a:cubicBezTo>
                  <a:cubicBezTo>
                    <a:pt x="-2058" y="11953"/>
                    <a:pt x="87" y="27037"/>
                    <a:pt x="6969" y="31892"/>
                  </a:cubicBezTo>
                  <a:cubicBezTo>
                    <a:pt x="9962" y="33989"/>
                    <a:pt x="15618" y="34885"/>
                    <a:pt x="18824" y="33494"/>
                  </a:cubicBezTo>
                  <a:cubicBezTo>
                    <a:pt x="22713" y="31821"/>
                    <a:pt x="25305" y="27131"/>
                    <a:pt x="27544" y="24727"/>
                  </a:cubicBezTo>
                  <a:cubicBezTo>
                    <a:pt x="25211" y="13014"/>
                    <a:pt x="20591" y="5519"/>
                    <a:pt x="11895" y="97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602" name="Google Shape;1602;p46"/>
            <p:cNvSpPr/>
            <p:nvPr/>
          </p:nvSpPr>
          <p:spPr>
            <a:xfrm>
              <a:off x="392632" y="3641995"/>
              <a:ext cx="27649" cy="35120"/>
            </a:xfrm>
            <a:custGeom>
              <a:rect b="b" l="l" r="r" t="t"/>
              <a:pathLst>
                <a:path extrusionOk="0" h="35120" w="27649">
                  <a:moveTo>
                    <a:pt x="14023" y="2029"/>
                  </a:moveTo>
                  <a:cubicBezTo>
                    <a:pt x="9993" y="-2001"/>
                    <a:pt x="4431" y="332"/>
                    <a:pt x="2310" y="5870"/>
                  </a:cubicBezTo>
                  <a:cubicBezTo>
                    <a:pt x="1273" y="8581"/>
                    <a:pt x="919" y="11574"/>
                    <a:pt x="0" y="15580"/>
                  </a:cubicBezTo>
                  <a:cubicBezTo>
                    <a:pt x="1461" y="19681"/>
                    <a:pt x="2640" y="24796"/>
                    <a:pt x="5020" y="29227"/>
                  </a:cubicBezTo>
                  <a:cubicBezTo>
                    <a:pt x="7943" y="34647"/>
                    <a:pt x="13033" y="36391"/>
                    <a:pt x="18996" y="34199"/>
                  </a:cubicBezTo>
                  <a:cubicBezTo>
                    <a:pt x="24912" y="32031"/>
                    <a:pt x="29460" y="25503"/>
                    <a:pt x="26939" y="20200"/>
                  </a:cubicBezTo>
                  <a:cubicBezTo>
                    <a:pt x="23804" y="13577"/>
                    <a:pt x="19255" y="7237"/>
                    <a:pt x="14023" y="20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603" name="Google Shape;1603;p46"/>
            <p:cNvSpPr/>
            <p:nvPr/>
          </p:nvSpPr>
          <p:spPr>
            <a:xfrm>
              <a:off x="487847" y="3196528"/>
              <a:ext cx="26544" cy="35131"/>
            </a:xfrm>
            <a:custGeom>
              <a:rect b="b" l="l" r="r" t="t"/>
              <a:pathLst>
                <a:path extrusionOk="0" h="35131" w="26544">
                  <a:moveTo>
                    <a:pt x="17959" y="34321"/>
                  </a:moveTo>
                  <a:cubicBezTo>
                    <a:pt x="24370" y="32035"/>
                    <a:pt x="28423" y="25930"/>
                    <a:pt x="25666" y="19213"/>
                  </a:cubicBezTo>
                  <a:cubicBezTo>
                    <a:pt x="23120" y="12944"/>
                    <a:pt x="18666" y="7005"/>
                    <a:pt x="13740" y="2315"/>
                  </a:cubicBezTo>
                  <a:cubicBezTo>
                    <a:pt x="8838" y="-2351"/>
                    <a:pt x="2687" y="430"/>
                    <a:pt x="943" y="7147"/>
                  </a:cubicBezTo>
                  <a:cubicBezTo>
                    <a:pt x="330" y="9503"/>
                    <a:pt x="424" y="12025"/>
                    <a:pt x="0" y="16220"/>
                  </a:cubicBezTo>
                  <a:cubicBezTo>
                    <a:pt x="707" y="18860"/>
                    <a:pt x="1296" y="23291"/>
                    <a:pt x="3040" y="27227"/>
                  </a:cubicBezTo>
                  <a:cubicBezTo>
                    <a:pt x="6222" y="34226"/>
                    <a:pt x="11690" y="36536"/>
                    <a:pt x="17959" y="3432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604" name="Google Shape;1604;p46"/>
            <p:cNvSpPr/>
            <p:nvPr/>
          </p:nvSpPr>
          <p:spPr>
            <a:xfrm>
              <a:off x="1054659" y="3920419"/>
              <a:ext cx="34603" cy="26311"/>
            </a:xfrm>
            <a:custGeom>
              <a:rect b="b" l="l" r="r" t="t"/>
              <a:pathLst>
                <a:path extrusionOk="0" h="26311" w="34603">
                  <a:moveTo>
                    <a:pt x="27981" y="1167"/>
                  </a:moveTo>
                  <a:cubicBezTo>
                    <a:pt x="20462" y="-836"/>
                    <a:pt x="12756" y="-482"/>
                    <a:pt x="5874" y="3972"/>
                  </a:cubicBezTo>
                  <a:cubicBezTo>
                    <a:pt x="-2352" y="9299"/>
                    <a:pt x="-1833" y="20493"/>
                    <a:pt x="6769" y="25160"/>
                  </a:cubicBezTo>
                  <a:cubicBezTo>
                    <a:pt x="15631" y="29968"/>
                    <a:pt x="34368" y="18938"/>
                    <a:pt x="34603" y="6635"/>
                  </a:cubicBezTo>
                  <a:cubicBezTo>
                    <a:pt x="33119" y="5339"/>
                    <a:pt x="30903" y="1922"/>
                    <a:pt x="27981" y="11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605" name="Google Shape;1605;p46"/>
            <p:cNvSpPr/>
            <p:nvPr/>
          </p:nvSpPr>
          <p:spPr>
            <a:xfrm>
              <a:off x="1017722" y="3345274"/>
              <a:ext cx="18939" cy="46993"/>
            </a:xfrm>
            <a:custGeom>
              <a:rect b="b" l="l" r="r" t="t"/>
              <a:pathLst>
                <a:path extrusionOk="0" h="46993" w="18939">
                  <a:moveTo>
                    <a:pt x="14034" y="46994"/>
                  </a:moveTo>
                  <a:cubicBezTo>
                    <a:pt x="14693" y="46051"/>
                    <a:pt x="15919" y="45132"/>
                    <a:pt x="15990" y="44118"/>
                  </a:cubicBezTo>
                  <a:cubicBezTo>
                    <a:pt x="17145" y="30873"/>
                    <a:pt x="18582" y="17651"/>
                    <a:pt x="18936" y="4382"/>
                  </a:cubicBezTo>
                  <a:cubicBezTo>
                    <a:pt x="19077" y="-1180"/>
                    <a:pt x="14788" y="-732"/>
                    <a:pt x="11040" y="1790"/>
                  </a:cubicBezTo>
                  <a:cubicBezTo>
                    <a:pt x="-4868" y="12513"/>
                    <a:pt x="-3336" y="37519"/>
                    <a:pt x="14034" y="469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606" name="Google Shape;1606;p46"/>
            <p:cNvSpPr/>
            <p:nvPr/>
          </p:nvSpPr>
          <p:spPr>
            <a:xfrm>
              <a:off x="663655" y="3166531"/>
              <a:ext cx="22848" cy="48833"/>
            </a:xfrm>
            <a:custGeom>
              <a:rect b="b" l="l" r="r" t="t"/>
              <a:pathLst>
                <a:path extrusionOk="0" h="48833" w="22848">
                  <a:moveTo>
                    <a:pt x="271" y="754"/>
                  </a:moveTo>
                  <a:cubicBezTo>
                    <a:pt x="271" y="7283"/>
                    <a:pt x="-437" y="13905"/>
                    <a:pt x="436" y="20316"/>
                  </a:cubicBezTo>
                  <a:cubicBezTo>
                    <a:pt x="1802" y="30309"/>
                    <a:pt x="3711" y="40420"/>
                    <a:pt x="13209" y="46665"/>
                  </a:cubicBezTo>
                  <a:cubicBezTo>
                    <a:pt x="19149" y="50577"/>
                    <a:pt x="22849" y="49234"/>
                    <a:pt x="22849" y="42329"/>
                  </a:cubicBezTo>
                  <a:cubicBezTo>
                    <a:pt x="22872" y="25336"/>
                    <a:pt x="12974" y="12845"/>
                    <a:pt x="4065" y="0"/>
                  </a:cubicBezTo>
                  <a:cubicBezTo>
                    <a:pt x="2816" y="259"/>
                    <a:pt x="1543" y="519"/>
                    <a:pt x="271" y="75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607" name="Google Shape;1607;p46"/>
            <p:cNvSpPr/>
            <p:nvPr/>
          </p:nvSpPr>
          <p:spPr>
            <a:xfrm>
              <a:off x="1365507" y="3612300"/>
              <a:ext cx="34833" cy="38957"/>
            </a:xfrm>
            <a:custGeom>
              <a:rect b="b" l="l" r="r" t="t"/>
              <a:pathLst>
                <a:path extrusionOk="0" h="38957" w="34833">
                  <a:moveTo>
                    <a:pt x="988" y="29837"/>
                  </a:moveTo>
                  <a:cubicBezTo>
                    <a:pt x="-285" y="31487"/>
                    <a:pt x="-332" y="35635"/>
                    <a:pt x="870" y="37214"/>
                  </a:cubicBezTo>
                  <a:cubicBezTo>
                    <a:pt x="2025" y="38723"/>
                    <a:pt x="5819" y="39312"/>
                    <a:pt x="8035" y="38746"/>
                  </a:cubicBezTo>
                  <a:cubicBezTo>
                    <a:pt x="21728" y="35235"/>
                    <a:pt x="34997" y="16616"/>
                    <a:pt x="34832" y="0"/>
                  </a:cubicBezTo>
                  <a:cubicBezTo>
                    <a:pt x="21209" y="8555"/>
                    <a:pt x="10062" y="18077"/>
                    <a:pt x="988" y="2983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608" name="Google Shape;1608;p46"/>
            <p:cNvSpPr/>
            <p:nvPr/>
          </p:nvSpPr>
          <p:spPr>
            <a:xfrm>
              <a:off x="852306" y="3967506"/>
              <a:ext cx="34710" cy="20637"/>
            </a:xfrm>
            <a:custGeom>
              <a:rect b="b" l="l" r="r" t="t"/>
              <a:pathLst>
                <a:path extrusionOk="0" h="20637" w="34710">
                  <a:moveTo>
                    <a:pt x="1321" y="8806"/>
                  </a:moveTo>
                  <a:cubicBezTo>
                    <a:pt x="-1012" y="13072"/>
                    <a:pt x="-470" y="16536"/>
                    <a:pt x="4691" y="17880"/>
                  </a:cubicBezTo>
                  <a:cubicBezTo>
                    <a:pt x="9193" y="19035"/>
                    <a:pt x="13788" y="19742"/>
                    <a:pt x="18314" y="20637"/>
                  </a:cubicBezTo>
                  <a:cubicBezTo>
                    <a:pt x="21637" y="20072"/>
                    <a:pt x="24889" y="19907"/>
                    <a:pt x="27859" y="18940"/>
                  </a:cubicBezTo>
                  <a:cubicBezTo>
                    <a:pt x="35518" y="16466"/>
                    <a:pt x="36933" y="9749"/>
                    <a:pt x="31205" y="4257"/>
                  </a:cubicBezTo>
                  <a:cubicBezTo>
                    <a:pt x="23522" y="-3096"/>
                    <a:pt x="6412" y="-503"/>
                    <a:pt x="1321" y="880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609" name="Google Shape;1609;p46"/>
            <p:cNvSpPr/>
            <p:nvPr/>
          </p:nvSpPr>
          <p:spPr>
            <a:xfrm>
              <a:off x="802710" y="3663838"/>
              <a:ext cx="31291" cy="26580"/>
            </a:xfrm>
            <a:custGeom>
              <a:rect b="b" l="l" r="r" t="t"/>
              <a:pathLst>
                <a:path extrusionOk="0" h="26580" w="31291">
                  <a:moveTo>
                    <a:pt x="22777" y="26567"/>
                  </a:moveTo>
                  <a:cubicBezTo>
                    <a:pt x="30318" y="26874"/>
                    <a:pt x="33476" y="21830"/>
                    <a:pt x="29682" y="14924"/>
                  </a:cubicBezTo>
                  <a:cubicBezTo>
                    <a:pt x="25133" y="6676"/>
                    <a:pt x="17827" y="1821"/>
                    <a:pt x="8612" y="171"/>
                  </a:cubicBezTo>
                  <a:cubicBezTo>
                    <a:pt x="2084" y="-984"/>
                    <a:pt x="-1593" y="3871"/>
                    <a:pt x="670" y="10187"/>
                  </a:cubicBezTo>
                  <a:cubicBezTo>
                    <a:pt x="3521" y="18153"/>
                    <a:pt x="14433" y="26214"/>
                    <a:pt x="22777" y="265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610" name="Google Shape;1610;p46"/>
            <p:cNvSpPr/>
            <p:nvPr/>
          </p:nvSpPr>
          <p:spPr>
            <a:xfrm>
              <a:off x="770993" y="2664950"/>
              <a:ext cx="26730" cy="26539"/>
            </a:xfrm>
            <a:custGeom>
              <a:rect b="b" l="l" r="r" t="t"/>
              <a:pathLst>
                <a:path extrusionOk="0" h="26539" w="26730">
                  <a:moveTo>
                    <a:pt x="13390" y="1"/>
                  </a:moveTo>
                  <a:cubicBezTo>
                    <a:pt x="6461" y="95"/>
                    <a:pt x="145" y="6317"/>
                    <a:pt x="3" y="13176"/>
                  </a:cubicBezTo>
                  <a:cubicBezTo>
                    <a:pt x="-162" y="20553"/>
                    <a:pt x="6037" y="26586"/>
                    <a:pt x="13673" y="26539"/>
                  </a:cubicBezTo>
                  <a:cubicBezTo>
                    <a:pt x="21262" y="26492"/>
                    <a:pt x="26659" y="21165"/>
                    <a:pt x="26730" y="13647"/>
                  </a:cubicBezTo>
                  <a:cubicBezTo>
                    <a:pt x="26800" y="5987"/>
                    <a:pt x="20861" y="-93"/>
                    <a:pt x="13390" y="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611" name="Google Shape;1611;p46"/>
            <p:cNvSpPr/>
            <p:nvPr/>
          </p:nvSpPr>
          <p:spPr>
            <a:xfrm>
              <a:off x="317727" y="2940566"/>
              <a:ext cx="21710" cy="34107"/>
            </a:xfrm>
            <a:custGeom>
              <a:rect b="b" l="l" r="r" t="t"/>
              <a:pathLst>
                <a:path extrusionOk="0" h="34107" w="21710">
                  <a:moveTo>
                    <a:pt x="52" y="13450"/>
                  </a:moveTo>
                  <a:cubicBezTo>
                    <a:pt x="-585" y="21675"/>
                    <a:pt x="4765" y="27119"/>
                    <a:pt x="10280" y="32069"/>
                  </a:cubicBezTo>
                  <a:cubicBezTo>
                    <a:pt x="14145" y="35533"/>
                    <a:pt x="17728" y="34520"/>
                    <a:pt x="19142" y="29500"/>
                  </a:cubicBezTo>
                  <a:cubicBezTo>
                    <a:pt x="20509" y="24598"/>
                    <a:pt x="21075" y="19460"/>
                    <a:pt x="21711" y="15948"/>
                  </a:cubicBezTo>
                  <a:cubicBezTo>
                    <a:pt x="21711" y="5672"/>
                    <a:pt x="18600" y="370"/>
                    <a:pt x="13344" y="16"/>
                  </a:cubicBezTo>
                  <a:cubicBezTo>
                    <a:pt x="7287" y="-361"/>
                    <a:pt x="641" y="5979"/>
                    <a:pt x="52" y="134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612" name="Google Shape;1612;p46"/>
            <p:cNvSpPr/>
            <p:nvPr/>
          </p:nvSpPr>
          <p:spPr>
            <a:xfrm>
              <a:off x="1176150" y="3654684"/>
              <a:ext cx="26138" cy="31666"/>
            </a:xfrm>
            <a:custGeom>
              <a:rect b="b" l="l" r="r" t="t"/>
              <a:pathLst>
                <a:path extrusionOk="0" h="31666" w="26138">
                  <a:moveTo>
                    <a:pt x="15116" y="1477"/>
                  </a:moveTo>
                  <a:cubicBezTo>
                    <a:pt x="6843" y="5884"/>
                    <a:pt x="1564" y="12790"/>
                    <a:pt x="173" y="22241"/>
                  </a:cubicBezTo>
                  <a:cubicBezTo>
                    <a:pt x="-981" y="30018"/>
                    <a:pt x="3756" y="33883"/>
                    <a:pt x="10755" y="30348"/>
                  </a:cubicBezTo>
                  <a:cubicBezTo>
                    <a:pt x="19617" y="25894"/>
                    <a:pt x="24944" y="18446"/>
                    <a:pt x="26122" y="9443"/>
                  </a:cubicBezTo>
                  <a:cubicBezTo>
                    <a:pt x="26452" y="935"/>
                    <a:pt x="21856" y="-2105"/>
                    <a:pt x="15116" y="147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613" name="Google Shape;1613;p46"/>
            <p:cNvSpPr/>
            <p:nvPr/>
          </p:nvSpPr>
          <p:spPr>
            <a:xfrm>
              <a:off x="839036" y="3893445"/>
              <a:ext cx="26399" cy="26403"/>
            </a:xfrm>
            <a:custGeom>
              <a:rect b="b" l="l" r="r" t="t"/>
              <a:pathLst>
                <a:path extrusionOk="0" h="26403" w="26399">
                  <a:moveTo>
                    <a:pt x="26399" y="13223"/>
                  </a:moveTo>
                  <a:cubicBezTo>
                    <a:pt x="26304" y="6011"/>
                    <a:pt x="20365" y="96"/>
                    <a:pt x="13106" y="1"/>
                  </a:cubicBezTo>
                  <a:cubicBezTo>
                    <a:pt x="5588" y="-93"/>
                    <a:pt x="120" y="5328"/>
                    <a:pt x="2" y="12940"/>
                  </a:cubicBezTo>
                  <a:cubicBezTo>
                    <a:pt x="-116" y="20977"/>
                    <a:pt x="4716" y="26185"/>
                    <a:pt x="12446" y="26398"/>
                  </a:cubicBezTo>
                  <a:cubicBezTo>
                    <a:pt x="20106" y="26610"/>
                    <a:pt x="26469" y="20576"/>
                    <a:pt x="26399" y="13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614" name="Google Shape;1614;p46"/>
            <p:cNvSpPr/>
            <p:nvPr/>
          </p:nvSpPr>
          <p:spPr>
            <a:xfrm>
              <a:off x="318149" y="3481100"/>
              <a:ext cx="22938" cy="32891"/>
            </a:xfrm>
            <a:custGeom>
              <a:rect b="b" l="l" r="r" t="t"/>
              <a:pathLst>
                <a:path extrusionOk="0" h="32891" w="22938">
                  <a:moveTo>
                    <a:pt x="13606" y="161"/>
                  </a:moveTo>
                  <a:cubicBezTo>
                    <a:pt x="10895" y="-923"/>
                    <a:pt x="4273" y="3696"/>
                    <a:pt x="1704" y="7349"/>
                  </a:cubicBezTo>
                  <a:cubicBezTo>
                    <a:pt x="-3387" y="14608"/>
                    <a:pt x="3731" y="30800"/>
                    <a:pt x="12498" y="32850"/>
                  </a:cubicBezTo>
                  <a:cubicBezTo>
                    <a:pt x="14218" y="33251"/>
                    <a:pt x="18037" y="30635"/>
                    <a:pt x="18673" y="28702"/>
                  </a:cubicBezTo>
                  <a:cubicBezTo>
                    <a:pt x="20275" y="23870"/>
                    <a:pt x="20605" y="18615"/>
                    <a:pt x="21454" y="13524"/>
                  </a:cubicBezTo>
                  <a:cubicBezTo>
                    <a:pt x="21949" y="13100"/>
                    <a:pt x="22444" y="12699"/>
                    <a:pt x="22939" y="12275"/>
                  </a:cubicBezTo>
                  <a:cubicBezTo>
                    <a:pt x="19922" y="8009"/>
                    <a:pt x="17683" y="1787"/>
                    <a:pt x="13606" y="16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615" name="Google Shape;1615;p46"/>
            <p:cNvSpPr/>
            <p:nvPr/>
          </p:nvSpPr>
          <p:spPr>
            <a:xfrm>
              <a:off x="447145" y="3206317"/>
              <a:ext cx="21267" cy="32733"/>
            </a:xfrm>
            <a:custGeom>
              <a:rect b="b" l="l" r="r" t="t"/>
              <a:pathLst>
                <a:path extrusionOk="0" h="32733" w="21267">
                  <a:moveTo>
                    <a:pt x="9144" y="67"/>
                  </a:moveTo>
                  <a:cubicBezTo>
                    <a:pt x="7424" y="-428"/>
                    <a:pt x="3441" y="1906"/>
                    <a:pt x="2734" y="3768"/>
                  </a:cubicBezTo>
                  <a:cubicBezTo>
                    <a:pt x="1037" y="8293"/>
                    <a:pt x="660" y="13313"/>
                    <a:pt x="0" y="16848"/>
                  </a:cubicBezTo>
                  <a:cubicBezTo>
                    <a:pt x="236" y="19723"/>
                    <a:pt x="-71" y="21420"/>
                    <a:pt x="589" y="22622"/>
                  </a:cubicBezTo>
                  <a:cubicBezTo>
                    <a:pt x="2569" y="26299"/>
                    <a:pt x="5020" y="32804"/>
                    <a:pt x="7070" y="32733"/>
                  </a:cubicBezTo>
                  <a:cubicBezTo>
                    <a:pt x="11218" y="32568"/>
                    <a:pt x="16404" y="29716"/>
                    <a:pt x="19020" y="26322"/>
                  </a:cubicBezTo>
                  <a:cubicBezTo>
                    <a:pt x="24817" y="18757"/>
                    <a:pt x="18642" y="2825"/>
                    <a:pt x="9144" y="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616" name="Google Shape;1616;p46"/>
            <p:cNvSpPr/>
            <p:nvPr/>
          </p:nvSpPr>
          <p:spPr>
            <a:xfrm>
              <a:off x="1418322" y="3503319"/>
              <a:ext cx="21332" cy="32965"/>
            </a:xfrm>
            <a:custGeom>
              <a:rect b="b" l="l" r="r" t="t"/>
              <a:pathLst>
                <a:path extrusionOk="0" h="32965" w="21332">
                  <a:moveTo>
                    <a:pt x="9121" y="49"/>
                  </a:moveTo>
                  <a:cubicBezTo>
                    <a:pt x="7283" y="-375"/>
                    <a:pt x="3464" y="2052"/>
                    <a:pt x="2663" y="4008"/>
                  </a:cubicBezTo>
                  <a:cubicBezTo>
                    <a:pt x="1013" y="7991"/>
                    <a:pt x="801" y="12587"/>
                    <a:pt x="0" y="16924"/>
                  </a:cubicBezTo>
                  <a:cubicBezTo>
                    <a:pt x="236" y="16971"/>
                    <a:pt x="448" y="16994"/>
                    <a:pt x="683" y="17042"/>
                  </a:cubicBezTo>
                  <a:cubicBezTo>
                    <a:pt x="683" y="19257"/>
                    <a:pt x="0" y="21802"/>
                    <a:pt x="825" y="23641"/>
                  </a:cubicBezTo>
                  <a:cubicBezTo>
                    <a:pt x="2333" y="27034"/>
                    <a:pt x="4148" y="31748"/>
                    <a:pt x="6929" y="32738"/>
                  </a:cubicBezTo>
                  <a:cubicBezTo>
                    <a:pt x="9639" y="33681"/>
                    <a:pt x="14589" y="31536"/>
                    <a:pt x="17111" y="29179"/>
                  </a:cubicBezTo>
                  <a:cubicBezTo>
                    <a:pt x="25595" y="21260"/>
                    <a:pt x="20457" y="2618"/>
                    <a:pt x="9121" y="4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617" name="Google Shape;1617;p46"/>
            <p:cNvSpPr/>
            <p:nvPr/>
          </p:nvSpPr>
          <p:spPr>
            <a:xfrm>
              <a:off x="1431953" y="3262303"/>
              <a:ext cx="26036" cy="32364"/>
            </a:xfrm>
            <a:custGeom>
              <a:rect b="b" l="l" r="r" t="t"/>
              <a:pathLst>
                <a:path extrusionOk="0" h="32364" w="26036">
                  <a:moveTo>
                    <a:pt x="5907" y="32"/>
                  </a:moveTo>
                  <a:cubicBezTo>
                    <a:pt x="4281" y="-227"/>
                    <a:pt x="1335" y="1117"/>
                    <a:pt x="745" y="2483"/>
                  </a:cubicBezTo>
                  <a:cubicBezTo>
                    <a:pt x="-2884" y="11133"/>
                    <a:pt x="7439" y="29988"/>
                    <a:pt x="16630" y="32085"/>
                  </a:cubicBezTo>
                  <a:cubicBezTo>
                    <a:pt x="22122" y="33334"/>
                    <a:pt x="26152" y="30294"/>
                    <a:pt x="26034" y="24944"/>
                  </a:cubicBezTo>
                  <a:cubicBezTo>
                    <a:pt x="25893" y="17355"/>
                    <a:pt x="13095" y="1140"/>
                    <a:pt x="5907" y="3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618" name="Google Shape;1618;p46"/>
            <p:cNvSpPr/>
            <p:nvPr/>
          </p:nvSpPr>
          <p:spPr>
            <a:xfrm>
              <a:off x="354326" y="3574809"/>
              <a:ext cx="18359" cy="48497"/>
            </a:xfrm>
            <a:custGeom>
              <a:rect b="b" l="l" r="r" t="t"/>
              <a:pathLst>
                <a:path extrusionOk="0" h="48497" w="18359">
                  <a:moveTo>
                    <a:pt x="3118" y="41"/>
                  </a:moveTo>
                  <a:cubicBezTo>
                    <a:pt x="1892" y="348"/>
                    <a:pt x="643" y="2869"/>
                    <a:pt x="408" y="4566"/>
                  </a:cubicBezTo>
                  <a:cubicBezTo>
                    <a:pt x="-1643" y="19862"/>
                    <a:pt x="4296" y="32895"/>
                    <a:pt x="12498" y="45174"/>
                  </a:cubicBezTo>
                  <a:cubicBezTo>
                    <a:pt x="13300" y="46353"/>
                    <a:pt x="15161" y="46824"/>
                    <a:pt x="18013" y="48497"/>
                  </a:cubicBezTo>
                  <a:cubicBezTo>
                    <a:pt x="19569" y="30868"/>
                    <a:pt x="15845" y="16209"/>
                    <a:pt x="7785" y="2563"/>
                  </a:cubicBezTo>
                  <a:cubicBezTo>
                    <a:pt x="6960" y="1196"/>
                    <a:pt x="4414" y="-265"/>
                    <a:pt x="3118" y="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619" name="Google Shape;1619;p46"/>
            <p:cNvSpPr/>
            <p:nvPr/>
          </p:nvSpPr>
          <p:spPr>
            <a:xfrm>
              <a:off x="393407" y="3572107"/>
              <a:ext cx="24734" cy="31189"/>
            </a:xfrm>
            <a:custGeom>
              <a:rect b="b" l="l" r="r" t="t"/>
              <a:pathLst>
                <a:path extrusionOk="0" h="31189" w="24734">
                  <a:moveTo>
                    <a:pt x="8134" y="1871"/>
                  </a:moveTo>
                  <a:cubicBezTo>
                    <a:pt x="3538" y="-2112"/>
                    <a:pt x="-115" y="480"/>
                    <a:pt x="3" y="7598"/>
                  </a:cubicBezTo>
                  <a:cubicBezTo>
                    <a:pt x="1228" y="15564"/>
                    <a:pt x="3184" y="24567"/>
                    <a:pt x="11033" y="29823"/>
                  </a:cubicBezTo>
                  <a:cubicBezTo>
                    <a:pt x="14238" y="31968"/>
                    <a:pt x="19612" y="30836"/>
                    <a:pt x="23972" y="31190"/>
                  </a:cubicBezTo>
                  <a:cubicBezTo>
                    <a:pt x="24066" y="27348"/>
                    <a:pt x="25669" y="22517"/>
                    <a:pt x="23925" y="19901"/>
                  </a:cubicBezTo>
                  <a:cubicBezTo>
                    <a:pt x="19517" y="13278"/>
                    <a:pt x="14144" y="7080"/>
                    <a:pt x="8134" y="187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620" name="Google Shape;1620;p46"/>
            <p:cNvSpPr/>
            <p:nvPr/>
          </p:nvSpPr>
          <p:spPr>
            <a:xfrm>
              <a:off x="357392" y="3513644"/>
              <a:ext cx="21384" cy="27248"/>
            </a:xfrm>
            <a:custGeom>
              <a:rect b="b" l="l" r="r" t="t"/>
              <a:pathLst>
                <a:path extrusionOk="0" h="27248" w="21384">
                  <a:moveTo>
                    <a:pt x="9574" y="0"/>
                  </a:moveTo>
                  <a:cubicBezTo>
                    <a:pt x="1938" y="1791"/>
                    <a:pt x="-1974" y="6717"/>
                    <a:pt x="995" y="12043"/>
                  </a:cubicBezTo>
                  <a:cubicBezTo>
                    <a:pt x="4012" y="17464"/>
                    <a:pt x="8514" y="22154"/>
                    <a:pt x="12897" y="26656"/>
                  </a:cubicBezTo>
                  <a:cubicBezTo>
                    <a:pt x="13934" y="27716"/>
                    <a:pt x="18884" y="27127"/>
                    <a:pt x="18978" y="26632"/>
                  </a:cubicBezTo>
                  <a:cubicBezTo>
                    <a:pt x="20109" y="21353"/>
                    <a:pt x="22442" y="15296"/>
                    <a:pt x="20840" y="10747"/>
                  </a:cubicBezTo>
                  <a:cubicBezTo>
                    <a:pt x="19308" y="6387"/>
                    <a:pt x="13510" y="3512"/>
                    <a:pt x="9574"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621" name="Google Shape;1621;p46"/>
            <p:cNvSpPr/>
            <p:nvPr/>
          </p:nvSpPr>
          <p:spPr>
            <a:xfrm>
              <a:off x="424681" y="3070160"/>
              <a:ext cx="22181" cy="26364"/>
            </a:xfrm>
            <a:custGeom>
              <a:rect b="b" l="l" r="r" t="t"/>
              <a:pathLst>
                <a:path extrusionOk="0" h="26364" w="22181">
                  <a:moveTo>
                    <a:pt x="946" y="9428"/>
                  </a:moveTo>
                  <a:cubicBezTo>
                    <a:pt x="3397" y="14377"/>
                    <a:pt x="6814" y="19114"/>
                    <a:pt x="10703" y="23050"/>
                  </a:cubicBezTo>
                  <a:cubicBezTo>
                    <a:pt x="16147" y="28565"/>
                    <a:pt x="19989" y="27080"/>
                    <a:pt x="21780" y="19468"/>
                  </a:cubicBezTo>
                  <a:cubicBezTo>
                    <a:pt x="22181" y="17818"/>
                    <a:pt x="22134" y="16050"/>
                    <a:pt x="22181" y="15555"/>
                  </a:cubicBezTo>
                  <a:cubicBezTo>
                    <a:pt x="22275" y="4950"/>
                    <a:pt x="15794" y="-1013"/>
                    <a:pt x="6673" y="142"/>
                  </a:cubicBezTo>
                  <a:cubicBezTo>
                    <a:pt x="1016" y="873"/>
                    <a:pt x="-1529" y="4431"/>
                    <a:pt x="946" y="94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622" name="Google Shape;1622;p46"/>
            <p:cNvSpPr/>
            <p:nvPr/>
          </p:nvSpPr>
          <p:spPr>
            <a:xfrm>
              <a:off x="1205100" y="2369792"/>
              <a:ext cx="32759" cy="10679"/>
            </a:xfrm>
            <a:custGeom>
              <a:rect b="b" l="l" r="r" t="t"/>
              <a:pathLst>
                <a:path extrusionOk="0" h="10679" w="32759">
                  <a:moveTo>
                    <a:pt x="32760" y="6684"/>
                  </a:moveTo>
                  <a:cubicBezTo>
                    <a:pt x="23804" y="-1989"/>
                    <a:pt x="6599" y="-2366"/>
                    <a:pt x="0" y="6401"/>
                  </a:cubicBezTo>
                  <a:cubicBezTo>
                    <a:pt x="8838" y="12057"/>
                    <a:pt x="25737" y="12057"/>
                    <a:pt x="32760" y="668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623" name="Google Shape;1623;p46"/>
            <p:cNvSpPr/>
            <p:nvPr/>
          </p:nvSpPr>
          <p:spPr>
            <a:xfrm>
              <a:off x="232642" y="3261935"/>
              <a:ext cx="10529" cy="32217"/>
            </a:xfrm>
            <a:custGeom>
              <a:rect b="b" l="l" r="r" t="t"/>
              <a:pathLst>
                <a:path extrusionOk="0" h="32217" w="10529">
                  <a:moveTo>
                    <a:pt x="4793" y="0"/>
                  </a:moveTo>
                  <a:cubicBezTo>
                    <a:pt x="3638" y="1367"/>
                    <a:pt x="1823" y="2569"/>
                    <a:pt x="1470" y="4124"/>
                  </a:cubicBezTo>
                  <a:cubicBezTo>
                    <a:pt x="-769" y="13575"/>
                    <a:pt x="-699" y="22979"/>
                    <a:pt x="3426" y="32218"/>
                  </a:cubicBezTo>
                  <a:cubicBezTo>
                    <a:pt x="10261" y="23545"/>
                    <a:pt x="12405" y="14117"/>
                    <a:pt x="8799" y="3842"/>
                  </a:cubicBezTo>
                  <a:cubicBezTo>
                    <a:pt x="8234" y="2286"/>
                    <a:pt x="6160" y="1273"/>
                    <a:pt x="4793"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624" name="Google Shape;1624;p46"/>
            <p:cNvSpPr/>
            <p:nvPr/>
          </p:nvSpPr>
          <p:spPr>
            <a:xfrm>
              <a:off x="340633" y="3166837"/>
              <a:ext cx="10070" cy="34056"/>
            </a:xfrm>
            <a:custGeom>
              <a:rect b="b" l="l" r="r" t="t"/>
              <a:pathLst>
                <a:path extrusionOk="0" h="34056" w="10070">
                  <a:moveTo>
                    <a:pt x="3047" y="0"/>
                  </a:moveTo>
                  <a:cubicBezTo>
                    <a:pt x="-1667" y="10983"/>
                    <a:pt x="-40" y="21754"/>
                    <a:pt x="2128" y="34056"/>
                  </a:cubicBezTo>
                  <a:cubicBezTo>
                    <a:pt x="12451" y="23780"/>
                    <a:pt x="12663" y="5020"/>
                    <a:pt x="304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625" name="Google Shape;1625;p46"/>
            <p:cNvSpPr/>
            <p:nvPr/>
          </p:nvSpPr>
          <p:spPr>
            <a:xfrm>
              <a:off x="1406508" y="3639982"/>
              <a:ext cx="10152" cy="33383"/>
            </a:xfrm>
            <a:custGeom>
              <a:rect b="b" l="l" r="r" t="t"/>
              <a:pathLst>
                <a:path extrusionOk="0" h="33383" w="10152">
                  <a:moveTo>
                    <a:pt x="4225" y="11"/>
                  </a:moveTo>
                  <a:cubicBezTo>
                    <a:pt x="3565" y="-177"/>
                    <a:pt x="1396" y="2062"/>
                    <a:pt x="1161" y="3381"/>
                  </a:cubicBezTo>
                  <a:cubicBezTo>
                    <a:pt x="-442" y="13044"/>
                    <a:pt x="-701" y="22707"/>
                    <a:pt x="2433" y="33384"/>
                  </a:cubicBezTo>
                  <a:cubicBezTo>
                    <a:pt x="9527" y="25559"/>
                    <a:pt x="12238" y="10475"/>
                    <a:pt x="8420" y="3405"/>
                  </a:cubicBezTo>
                  <a:cubicBezTo>
                    <a:pt x="7618" y="1897"/>
                    <a:pt x="5851" y="483"/>
                    <a:pt x="4225" y="1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grpSp>
      <p:grpSp>
        <p:nvGrpSpPr>
          <p:cNvPr id="1626" name="Google Shape;1626;p46"/>
          <p:cNvGrpSpPr/>
          <p:nvPr/>
        </p:nvGrpSpPr>
        <p:grpSpPr>
          <a:xfrm>
            <a:off x="0" y="0"/>
            <a:ext cx="227000" cy="253951"/>
            <a:chOff x="1582614" y="2839915"/>
            <a:chExt cx="589086" cy="589086"/>
          </a:xfrm>
        </p:grpSpPr>
        <p:sp>
          <p:nvSpPr>
            <p:cNvPr id="1627" name="Google Shape;1627;p46"/>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1628" name="Google Shape;1628;p46"/>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1629" name="Google Shape;1629;p46"/>
          <p:cNvGrpSpPr/>
          <p:nvPr/>
        </p:nvGrpSpPr>
        <p:grpSpPr>
          <a:xfrm rot="5400000">
            <a:off x="833427" y="13476"/>
            <a:ext cx="253951" cy="227000"/>
            <a:chOff x="1582614" y="2839915"/>
            <a:chExt cx="589086" cy="589086"/>
          </a:xfrm>
        </p:grpSpPr>
        <p:sp>
          <p:nvSpPr>
            <p:cNvPr id="1630" name="Google Shape;1630;p46"/>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1631" name="Google Shape;1631;p46"/>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1632" name="Google Shape;1632;p46"/>
          <p:cNvGrpSpPr/>
          <p:nvPr/>
        </p:nvGrpSpPr>
        <p:grpSpPr>
          <a:xfrm flipH="1" rot="10800000">
            <a:off x="0" y="1006216"/>
            <a:ext cx="227000" cy="253951"/>
            <a:chOff x="1582614" y="2839915"/>
            <a:chExt cx="589086" cy="589086"/>
          </a:xfrm>
        </p:grpSpPr>
        <p:sp>
          <p:nvSpPr>
            <p:cNvPr id="1633" name="Google Shape;1633;p46"/>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1634" name="Google Shape;1634;p46"/>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1635" name="Google Shape;1635;p46"/>
          <p:cNvGrpSpPr/>
          <p:nvPr/>
        </p:nvGrpSpPr>
        <p:grpSpPr>
          <a:xfrm flipH="1" rot="5400000">
            <a:off x="847071" y="1019692"/>
            <a:ext cx="253953" cy="227003"/>
            <a:chOff x="1582614" y="2839909"/>
            <a:chExt cx="589091" cy="589092"/>
          </a:xfrm>
        </p:grpSpPr>
        <p:sp>
          <p:nvSpPr>
            <p:cNvPr id="1636" name="Google Shape;1636;p46"/>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1637" name="Google Shape;1637;p46"/>
            <p:cNvSpPr/>
            <p:nvPr/>
          </p:nvSpPr>
          <p:spPr>
            <a:xfrm rot="5400000">
              <a:off x="1808581" y="2613946"/>
              <a:ext cx="137161" cy="58908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1638" name="Google Shape;1638;p46"/>
          <p:cNvGrpSpPr/>
          <p:nvPr/>
        </p:nvGrpSpPr>
        <p:grpSpPr>
          <a:xfrm>
            <a:off x="11027391" y="5854890"/>
            <a:ext cx="1127771" cy="970434"/>
            <a:chOff x="7350231" y="1734252"/>
            <a:chExt cx="4870814" cy="5345793"/>
          </a:xfrm>
        </p:grpSpPr>
        <p:grpSp>
          <p:nvGrpSpPr>
            <p:cNvPr id="1639" name="Google Shape;1639;p46"/>
            <p:cNvGrpSpPr/>
            <p:nvPr/>
          </p:nvGrpSpPr>
          <p:grpSpPr>
            <a:xfrm>
              <a:off x="7496004" y="1839383"/>
              <a:ext cx="3874490" cy="3979118"/>
              <a:chOff x="7496004" y="1839383"/>
              <a:chExt cx="3874490" cy="3979118"/>
            </a:xfrm>
          </p:grpSpPr>
          <p:sp>
            <p:nvSpPr>
              <p:cNvPr id="1640" name="Google Shape;1640;p46"/>
              <p:cNvSpPr/>
              <p:nvPr/>
            </p:nvSpPr>
            <p:spPr>
              <a:xfrm rot="8201235">
                <a:off x="10839502" y="4413955"/>
                <a:ext cx="427534" cy="471394"/>
              </a:xfrm>
              <a:custGeom>
                <a:rect b="b" l="l" r="r" t="t"/>
                <a:pathLst>
                  <a:path extrusionOk="0" h="4725490" w="4285801">
                    <a:moveTo>
                      <a:pt x="1428251" y="4622752"/>
                    </a:moveTo>
                    <a:cubicBezTo>
                      <a:pt x="1313180" y="4505074"/>
                      <a:pt x="1240588" y="4345285"/>
                      <a:pt x="1235771" y="4167715"/>
                    </a:cubicBezTo>
                    <a:cubicBezTo>
                      <a:pt x="1227835" y="3875156"/>
                      <a:pt x="1406218" y="3620819"/>
                      <a:pt x="1664050" y="3520754"/>
                    </a:cubicBezTo>
                    <a:lnTo>
                      <a:pt x="1635892" y="2482688"/>
                    </a:lnTo>
                    <a:lnTo>
                      <a:pt x="1044642" y="2469039"/>
                    </a:lnTo>
                    <a:lnTo>
                      <a:pt x="1044642" y="2667331"/>
                    </a:lnTo>
                    <a:cubicBezTo>
                      <a:pt x="1044642" y="2727000"/>
                      <a:pt x="996271" y="2775371"/>
                      <a:pt x="936601" y="2775372"/>
                    </a:cubicBezTo>
                    <a:lnTo>
                      <a:pt x="657382" y="2775371"/>
                    </a:lnTo>
                    <a:cubicBezTo>
                      <a:pt x="637755" y="2823613"/>
                      <a:pt x="630101" y="2874237"/>
                      <a:pt x="622448" y="2945800"/>
                    </a:cubicBezTo>
                    <a:lnTo>
                      <a:pt x="252030" y="2945800"/>
                    </a:lnTo>
                    <a:cubicBezTo>
                      <a:pt x="256275" y="2883407"/>
                      <a:pt x="252593" y="2828938"/>
                      <a:pt x="235967" y="2775370"/>
                    </a:cubicBezTo>
                    <a:lnTo>
                      <a:pt x="7267" y="2775370"/>
                    </a:lnTo>
                    <a:cubicBezTo>
                      <a:pt x="1003" y="2679903"/>
                      <a:pt x="-1109" y="2594661"/>
                      <a:pt x="535" y="2514852"/>
                    </a:cubicBezTo>
                    <a:cubicBezTo>
                      <a:pt x="5466" y="2275424"/>
                      <a:pt x="44187" y="2084887"/>
                      <a:pt x="105917" y="1813823"/>
                    </a:cubicBezTo>
                    <a:cubicBezTo>
                      <a:pt x="258635" y="1288584"/>
                      <a:pt x="488046" y="911620"/>
                      <a:pt x="870837" y="570445"/>
                    </a:cubicBezTo>
                    <a:cubicBezTo>
                      <a:pt x="674179" y="1284154"/>
                      <a:pt x="622718" y="1497188"/>
                      <a:pt x="741752" y="1669956"/>
                    </a:cubicBezTo>
                    <a:cubicBezTo>
                      <a:pt x="882751" y="1699943"/>
                      <a:pt x="788174" y="1674807"/>
                      <a:pt x="936601" y="1710419"/>
                    </a:cubicBezTo>
                    <a:cubicBezTo>
                      <a:pt x="1001384" y="1730870"/>
                      <a:pt x="1044642" y="1758791"/>
                      <a:pt x="1044642" y="1818460"/>
                    </a:cubicBezTo>
                    <a:lnTo>
                      <a:pt x="1044642" y="1970448"/>
                    </a:lnTo>
                    <a:lnTo>
                      <a:pt x="1621635" y="1957128"/>
                    </a:lnTo>
                    <a:lnTo>
                      <a:pt x="1601569" y="1217379"/>
                    </a:lnTo>
                    <a:cubicBezTo>
                      <a:pt x="1338692" y="1131438"/>
                      <a:pt x="1146783" y="887145"/>
                      <a:pt x="1138847" y="594588"/>
                    </a:cubicBezTo>
                    <a:cubicBezTo>
                      <a:pt x="1132425" y="357828"/>
                      <a:pt x="1248029" y="146099"/>
                      <a:pt x="1428910" y="20243"/>
                    </a:cubicBezTo>
                    <a:lnTo>
                      <a:pt x="1447318" y="698863"/>
                    </a:lnTo>
                    <a:lnTo>
                      <a:pt x="2193594" y="678620"/>
                    </a:lnTo>
                    <a:lnTo>
                      <a:pt x="2175185" y="0"/>
                    </a:lnTo>
                    <a:cubicBezTo>
                      <a:pt x="2362624" y="115865"/>
                      <a:pt x="2489536" y="321015"/>
                      <a:pt x="2495958" y="557775"/>
                    </a:cubicBezTo>
                    <a:cubicBezTo>
                      <a:pt x="2503894" y="850332"/>
                      <a:pt x="2325511" y="1104670"/>
                      <a:pt x="2067679" y="1204735"/>
                    </a:cubicBezTo>
                    <a:lnTo>
                      <a:pt x="2087796" y="1946367"/>
                    </a:lnTo>
                    <a:lnTo>
                      <a:pt x="4285801" y="1895627"/>
                    </a:lnTo>
                    <a:lnTo>
                      <a:pt x="4285801" y="2543859"/>
                    </a:lnTo>
                    <a:lnTo>
                      <a:pt x="2102637" y="2493462"/>
                    </a:lnTo>
                    <a:lnTo>
                      <a:pt x="2130160" y="3508110"/>
                    </a:lnTo>
                    <a:cubicBezTo>
                      <a:pt x="2393037" y="3594051"/>
                      <a:pt x="2584946" y="3838344"/>
                      <a:pt x="2592882" y="4130902"/>
                    </a:cubicBezTo>
                    <a:cubicBezTo>
                      <a:pt x="2599304" y="4367662"/>
                      <a:pt x="2483700" y="4579391"/>
                      <a:pt x="2302820" y="4705247"/>
                    </a:cubicBezTo>
                    <a:lnTo>
                      <a:pt x="2284411" y="4026626"/>
                    </a:lnTo>
                    <a:lnTo>
                      <a:pt x="1538135" y="4046869"/>
                    </a:lnTo>
                    <a:lnTo>
                      <a:pt x="1556544" y="4725490"/>
                    </a:lnTo>
                    <a:cubicBezTo>
                      <a:pt x="1509684" y="4696524"/>
                      <a:pt x="1466607" y="4661977"/>
                      <a:pt x="1428251" y="4622752"/>
                    </a:cubicBezTo>
                    <a:close/>
                    <a:moveTo>
                      <a:pt x="44807" y="3562389"/>
                    </a:moveTo>
                    <a:cubicBezTo>
                      <a:pt x="25255" y="3542837"/>
                      <a:pt x="13162" y="3515827"/>
                      <a:pt x="13162" y="3485992"/>
                    </a:cubicBezTo>
                    <a:lnTo>
                      <a:pt x="13162" y="3053842"/>
                    </a:lnTo>
                    <a:cubicBezTo>
                      <a:pt x="13162" y="2994173"/>
                      <a:pt x="61534" y="2945801"/>
                      <a:pt x="121203" y="2945801"/>
                    </a:cubicBezTo>
                    <a:lnTo>
                      <a:pt x="757287" y="2945801"/>
                    </a:lnTo>
                    <a:cubicBezTo>
                      <a:pt x="816956" y="2945801"/>
                      <a:pt x="865328" y="2994173"/>
                      <a:pt x="865328" y="3053842"/>
                    </a:cubicBezTo>
                    <a:lnTo>
                      <a:pt x="865328" y="3485992"/>
                    </a:lnTo>
                    <a:cubicBezTo>
                      <a:pt x="865328" y="3545662"/>
                      <a:pt x="816956" y="3594033"/>
                      <a:pt x="757287" y="3594033"/>
                    </a:cubicBezTo>
                    <a:lnTo>
                      <a:pt x="121203" y="3594033"/>
                    </a:lnTo>
                    <a:cubicBezTo>
                      <a:pt x="91368" y="3594033"/>
                      <a:pt x="64358" y="3581940"/>
                      <a:pt x="44807" y="356238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641" name="Google Shape;1641;p46"/>
              <p:cNvSpPr/>
              <p:nvPr/>
            </p:nvSpPr>
            <p:spPr>
              <a:xfrm rot="-900000">
                <a:off x="7608221" y="2961416"/>
                <a:ext cx="392828" cy="319096"/>
              </a:xfrm>
              <a:custGeom>
                <a:rect b="b" l="l" r="r" t="t"/>
                <a:pathLst>
                  <a:path extrusionOk="0" h="3321003" w="4088377">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642" name="Google Shape;1642;p46"/>
              <p:cNvSpPr/>
              <p:nvPr/>
            </p:nvSpPr>
            <p:spPr>
              <a:xfrm flipH="1" rot="5400000">
                <a:off x="10824557" y="2917080"/>
                <a:ext cx="392828" cy="392828"/>
              </a:xfrm>
              <a:custGeom>
                <a:rect b="b" l="l" r="r" t="t"/>
                <a:pathLst>
                  <a:path extrusionOk="0" h="3786923" w="3287892">
                    <a:moveTo>
                      <a:pt x="2574092" y="3411971"/>
                    </a:moveTo>
                    <a:cubicBezTo>
                      <a:pt x="2577477" y="3551838"/>
                      <a:pt x="2489596" y="3681234"/>
                      <a:pt x="2347458" y="3745664"/>
                    </a:cubicBezTo>
                    <a:cubicBezTo>
                      <a:pt x="2228355" y="3799653"/>
                      <a:pt x="2086904" y="3800713"/>
                      <a:pt x="1966757" y="3748519"/>
                    </a:cubicBezTo>
                    <a:cubicBezTo>
                      <a:pt x="1823914" y="3686464"/>
                      <a:pt x="1733597" y="3559106"/>
                      <a:pt x="1733597" y="3419734"/>
                    </a:cubicBezTo>
                    <a:cubicBezTo>
                      <a:pt x="2013762" y="3417146"/>
                      <a:pt x="2293927" y="3414559"/>
                      <a:pt x="2574092" y="3411971"/>
                    </a:cubicBezTo>
                    <a:close/>
                    <a:moveTo>
                      <a:pt x="2574187" y="367189"/>
                    </a:moveTo>
                    <a:cubicBezTo>
                      <a:pt x="2294022" y="369777"/>
                      <a:pt x="2013857" y="372364"/>
                      <a:pt x="1733692" y="374952"/>
                    </a:cubicBezTo>
                    <a:cubicBezTo>
                      <a:pt x="1730307" y="235085"/>
                      <a:pt x="1818188" y="105689"/>
                      <a:pt x="1960326" y="41259"/>
                    </a:cubicBezTo>
                    <a:cubicBezTo>
                      <a:pt x="2079429" y="-12730"/>
                      <a:pt x="2220880" y="-13790"/>
                      <a:pt x="2341027" y="38404"/>
                    </a:cubicBezTo>
                    <a:cubicBezTo>
                      <a:pt x="2483870" y="100459"/>
                      <a:pt x="2574187" y="227817"/>
                      <a:pt x="2574187" y="367189"/>
                    </a:cubicBezTo>
                    <a:close/>
                    <a:moveTo>
                      <a:pt x="2688290" y="635445"/>
                    </a:moveTo>
                    <a:lnTo>
                      <a:pt x="2688290" y="1612884"/>
                    </a:lnTo>
                    <a:lnTo>
                      <a:pt x="1619492" y="1612884"/>
                    </a:lnTo>
                    <a:lnTo>
                      <a:pt x="1619492" y="1396859"/>
                    </a:lnTo>
                    <a:lnTo>
                      <a:pt x="201708" y="1396859"/>
                    </a:lnTo>
                    <a:cubicBezTo>
                      <a:pt x="90308" y="1396859"/>
                      <a:pt x="0" y="1306551"/>
                      <a:pt x="0" y="1195151"/>
                    </a:cubicBezTo>
                    <a:lnTo>
                      <a:pt x="0" y="907003"/>
                    </a:lnTo>
                    <a:cubicBezTo>
                      <a:pt x="0" y="795603"/>
                      <a:pt x="90308" y="705295"/>
                      <a:pt x="201708" y="705295"/>
                    </a:cubicBezTo>
                    <a:lnTo>
                      <a:pt x="1619492" y="705295"/>
                    </a:lnTo>
                    <a:lnTo>
                      <a:pt x="1619492" y="635445"/>
                    </a:lnTo>
                    <a:cubicBezTo>
                      <a:pt x="1619492" y="537063"/>
                      <a:pt x="1699247" y="457308"/>
                      <a:pt x="1797629" y="457308"/>
                    </a:cubicBezTo>
                    <a:lnTo>
                      <a:pt x="2510153" y="457308"/>
                    </a:lnTo>
                    <a:cubicBezTo>
                      <a:pt x="2608535" y="457308"/>
                      <a:pt x="2688290" y="537063"/>
                      <a:pt x="2688290" y="635445"/>
                    </a:cubicBezTo>
                    <a:close/>
                    <a:moveTo>
                      <a:pt x="3177333" y="2901044"/>
                    </a:moveTo>
                    <a:lnTo>
                      <a:pt x="1130451" y="2901044"/>
                    </a:lnTo>
                    <a:cubicBezTo>
                      <a:pt x="1350134" y="2526253"/>
                      <a:pt x="1481437" y="2165059"/>
                      <a:pt x="1605942" y="1684892"/>
                    </a:cubicBezTo>
                    <a:lnTo>
                      <a:pt x="2701842" y="1684892"/>
                    </a:lnTo>
                    <a:cubicBezTo>
                      <a:pt x="2809350" y="2117470"/>
                      <a:pt x="2933855" y="2516056"/>
                      <a:pt x="3177333" y="2901044"/>
                    </a:cubicBezTo>
                    <a:close/>
                    <a:moveTo>
                      <a:pt x="3287892" y="3137537"/>
                    </a:moveTo>
                    <a:lnTo>
                      <a:pt x="3287892" y="3248909"/>
                    </a:lnTo>
                    <a:cubicBezTo>
                      <a:pt x="3287892" y="3295849"/>
                      <a:pt x="3249839" y="3333902"/>
                      <a:pt x="3202899" y="3333902"/>
                    </a:cubicBezTo>
                    <a:lnTo>
                      <a:pt x="1104885" y="3333902"/>
                    </a:lnTo>
                    <a:cubicBezTo>
                      <a:pt x="1057945" y="3333902"/>
                      <a:pt x="1019892" y="3295849"/>
                      <a:pt x="1019892" y="3248909"/>
                    </a:cubicBezTo>
                    <a:lnTo>
                      <a:pt x="1019892" y="3137537"/>
                    </a:lnTo>
                    <a:cubicBezTo>
                      <a:pt x="1019892" y="3090597"/>
                      <a:pt x="1057945" y="3052544"/>
                      <a:pt x="1104885" y="3052544"/>
                    </a:cubicBezTo>
                    <a:lnTo>
                      <a:pt x="3202899" y="3052544"/>
                    </a:lnTo>
                    <a:cubicBezTo>
                      <a:pt x="3249839" y="3052544"/>
                      <a:pt x="3287892" y="3090597"/>
                      <a:pt x="3287892" y="313753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643" name="Google Shape;1643;p46"/>
              <p:cNvSpPr/>
              <p:nvPr/>
            </p:nvSpPr>
            <p:spPr>
              <a:xfrm>
                <a:off x="11062223" y="3784811"/>
                <a:ext cx="285020" cy="285020"/>
              </a:xfrm>
              <a:custGeom>
                <a:rect b="b" l="l" r="r" t="t"/>
                <a:pathLst>
                  <a:path extrusionOk="0" h="2964099" w="2801488">
                    <a:moveTo>
                      <a:pt x="1393788" y="2251706"/>
                    </a:moveTo>
                    <a:cubicBezTo>
                      <a:pt x="1338380" y="2251706"/>
                      <a:pt x="1293463" y="2296623"/>
                      <a:pt x="1293463" y="2352031"/>
                    </a:cubicBezTo>
                    <a:cubicBezTo>
                      <a:pt x="1293463" y="2407439"/>
                      <a:pt x="1338380" y="2452356"/>
                      <a:pt x="1393788" y="2452356"/>
                    </a:cubicBezTo>
                    <a:cubicBezTo>
                      <a:pt x="1449196" y="2452356"/>
                      <a:pt x="1494113" y="2407439"/>
                      <a:pt x="1494113" y="2352031"/>
                    </a:cubicBezTo>
                    <a:cubicBezTo>
                      <a:pt x="1494113" y="2296623"/>
                      <a:pt x="1449196" y="2251706"/>
                      <a:pt x="1393788" y="2251706"/>
                    </a:cubicBezTo>
                    <a:close/>
                    <a:moveTo>
                      <a:pt x="2189420" y="1936547"/>
                    </a:moveTo>
                    <a:cubicBezTo>
                      <a:pt x="1959955" y="1936547"/>
                      <a:pt x="1773936" y="2122566"/>
                      <a:pt x="1773936" y="2352031"/>
                    </a:cubicBezTo>
                    <a:cubicBezTo>
                      <a:pt x="1773936" y="2581496"/>
                      <a:pt x="1959955" y="2767515"/>
                      <a:pt x="2189420" y="2767515"/>
                    </a:cubicBezTo>
                    <a:cubicBezTo>
                      <a:pt x="2418885" y="2767515"/>
                      <a:pt x="2604904" y="2581496"/>
                      <a:pt x="2604904" y="2352031"/>
                    </a:cubicBezTo>
                    <a:cubicBezTo>
                      <a:pt x="2604904" y="2122566"/>
                      <a:pt x="2418885" y="1936547"/>
                      <a:pt x="2189420" y="1936547"/>
                    </a:cubicBezTo>
                    <a:close/>
                    <a:moveTo>
                      <a:pt x="612068" y="1936547"/>
                    </a:moveTo>
                    <a:cubicBezTo>
                      <a:pt x="382603" y="1936547"/>
                      <a:pt x="196584" y="2122566"/>
                      <a:pt x="196584" y="2352031"/>
                    </a:cubicBezTo>
                    <a:cubicBezTo>
                      <a:pt x="196584" y="2581496"/>
                      <a:pt x="382603" y="2767515"/>
                      <a:pt x="612068" y="2767515"/>
                    </a:cubicBezTo>
                    <a:cubicBezTo>
                      <a:pt x="841533" y="2767515"/>
                      <a:pt x="1027552" y="2581496"/>
                      <a:pt x="1027552" y="2352031"/>
                    </a:cubicBezTo>
                    <a:cubicBezTo>
                      <a:pt x="1027552" y="2122566"/>
                      <a:pt x="841533" y="1936547"/>
                      <a:pt x="612068" y="1936547"/>
                    </a:cubicBezTo>
                    <a:close/>
                    <a:moveTo>
                      <a:pt x="845776" y="315"/>
                    </a:moveTo>
                    <a:cubicBezTo>
                      <a:pt x="1032101" y="7965"/>
                      <a:pt x="1181399" y="153129"/>
                      <a:pt x="1195696" y="335717"/>
                    </a:cubicBezTo>
                    <a:lnTo>
                      <a:pt x="1198885" y="335806"/>
                    </a:lnTo>
                    <a:lnTo>
                      <a:pt x="1198706" y="366401"/>
                    </a:lnTo>
                    <a:cubicBezTo>
                      <a:pt x="1198883" y="367005"/>
                      <a:pt x="1198884" y="367612"/>
                      <a:pt x="1198884" y="368218"/>
                    </a:cubicBezTo>
                    <a:lnTo>
                      <a:pt x="1198695" y="368210"/>
                    </a:lnTo>
                    <a:lnTo>
                      <a:pt x="1197421" y="585651"/>
                    </a:lnTo>
                    <a:cubicBezTo>
                      <a:pt x="1245519" y="531733"/>
                      <a:pt x="1316597" y="499778"/>
                      <a:pt x="1394104" y="502960"/>
                    </a:cubicBezTo>
                    <a:cubicBezTo>
                      <a:pt x="1472998" y="506199"/>
                      <a:pt x="1542269" y="545176"/>
                      <a:pt x="1585751" y="604519"/>
                    </a:cubicBezTo>
                    <a:cubicBezTo>
                      <a:pt x="1585226" y="514948"/>
                      <a:pt x="1584701" y="425377"/>
                      <a:pt x="1584176" y="335806"/>
                    </a:cubicBezTo>
                    <a:lnTo>
                      <a:pt x="1585829" y="335760"/>
                    </a:lnTo>
                    <a:cubicBezTo>
                      <a:pt x="1602915" y="140060"/>
                      <a:pt x="1770945" y="-7755"/>
                      <a:pt x="1967493" y="315"/>
                    </a:cubicBezTo>
                    <a:cubicBezTo>
                      <a:pt x="2146853" y="7679"/>
                      <a:pt x="2291902" y="142468"/>
                      <a:pt x="2315427" y="315465"/>
                    </a:cubicBezTo>
                    <a:lnTo>
                      <a:pt x="2320109" y="315335"/>
                    </a:lnTo>
                    <a:lnTo>
                      <a:pt x="2729306" y="2069418"/>
                    </a:lnTo>
                    <a:cubicBezTo>
                      <a:pt x="2776307" y="2152970"/>
                      <a:pt x="2801488" y="2249560"/>
                      <a:pt x="2801488" y="2352031"/>
                    </a:cubicBezTo>
                    <a:cubicBezTo>
                      <a:pt x="2801488" y="2690067"/>
                      <a:pt x="2527456" y="2964099"/>
                      <a:pt x="2189420" y="2964099"/>
                    </a:cubicBezTo>
                    <a:cubicBezTo>
                      <a:pt x="1922036" y="2964099"/>
                      <a:pt x="1694697" y="2792645"/>
                      <a:pt x="1613824" y="2552817"/>
                    </a:cubicBezTo>
                    <a:cubicBezTo>
                      <a:pt x="1559905" y="2613347"/>
                      <a:pt x="1481232" y="2650901"/>
                      <a:pt x="1393788" y="2650901"/>
                    </a:cubicBezTo>
                    <a:cubicBezTo>
                      <a:pt x="1311973" y="2650901"/>
                      <a:pt x="1237837" y="2618027"/>
                      <a:pt x="1183996" y="2564635"/>
                    </a:cubicBezTo>
                    <a:cubicBezTo>
                      <a:pt x="1099341" y="2798210"/>
                      <a:pt x="875077" y="2964099"/>
                      <a:pt x="612068" y="2964099"/>
                    </a:cubicBezTo>
                    <a:cubicBezTo>
                      <a:pt x="274032" y="2964099"/>
                      <a:pt x="0" y="2690067"/>
                      <a:pt x="0" y="2352031"/>
                    </a:cubicBezTo>
                    <a:cubicBezTo>
                      <a:pt x="0" y="2288533"/>
                      <a:pt x="9669" y="2227293"/>
                      <a:pt x="30466" y="2170591"/>
                    </a:cubicBezTo>
                    <a:lnTo>
                      <a:pt x="30153" y="2170591"/>
                    </a:lnTo>
                    <a:lnTo>
                      <a:pt x="462952" y="315335"/>
                    </a:lnTo>
                    <a:lnTo>
                      <a:pt x="467801" y="315470"/>
                    </a:lnTo>
                    <a:cubicBezTo>
                      <a:pt x="493068" y="129842"/>
                      <a:pt x="656149" y="-7470"/>
                      <a:pt x="845776" y="3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644" name="Google Shape;1644;p46"/>
              <p:cNvSpPr/>
              <p:nvPr/>
            </p:nvSpPr>
            <p:spPr>
              <a:xfrm>
                <a:off x="8077159" y="2346892"/>
                <a:ext cx="392828" cy="303948"/>
              </a:xfrm>
              <a:custGeom>
                <a:rect b="b" l="l" r="r" t="t"/>
                <a:pathLst>
                  <a:path extrusionOk="0" h="3064028" w="3960000">
                    <a:moveTo>
                      <a:pt x="1955333" y="1285185"/>
                    </a:moveTo>
                    <a:cubicBezTo>
                      <a:pt x="2192176" y="1285185"/>
                      <a:pt x="2384176" y="1477185"/>
                      <a:pt x="2384176" y="1714028"/>
                    </a:cubicBezTo>
                    <a:cubicBezTo>
                      <a:pt x="2384176" y="1950871"/>
                      <a:pt x="2192176" y="2142871"/>
                      <a:pt x="1955333" y="2142871"/>
                    </a:cubicBezTo>
                    <a:cubicBezTo>
                      <a:pt x="1718490" y="2142871"/>
                      <a:pt x="1526490" y="1950871"/>
                      <a:pt x="1526490" y="1714028"/>
                    </a:cubicBezTo>
                    <a:cubicBezTo>
                      <a:pt x="1526490" y="1477185"/>
                      <a:pt x="1718490" y="1285185"/>
                      <a:pt x="1955333" y="1285185"/>
                    </a:cubicBezTo>
                    <a:close/>
                    <a:moveTo>
                      <a:pt x="1955333" y="1074136"/>
                    </a:moveTo>
                    <a:cubicBezTo>
                      <a:pt x="1601930" y="1074136"/>
                      <a:pt x="1315441" y="1360625"/>
                      <a:pt x="1315441" y="1714028"/>
                    </a:cubicBezTo>
                    <a:cubicBezTo>
                      <a:pt x="1315441" y="2067431"/>
                      <a:pt x="1601930" y="2353920"/>
                      <a:pt x="1955333" y="2353920"/>
                    </a:cubicBezTo>
                    <a:cubicBezTo>
                      <a:pt x="2308736" y="2353920"/>
                      <a:pt x="2595225" y="2067431"/>
                      <a:pt x="2595225" y="1714028"/>
                    </a:cubicBezTo>
                    <a:cubicBezTo>
                      <a:pt x="2595225" y="1360625"/>
                      <a:pt x="2308736" y="1074136"/>
                      <a:pt x="1955333" y="1074136"/>
                    </a:cubicBezTo>
                    <a:close/>
                    <a:moveTo>
                      <a:pt x="1955333" y="849503"/>
                    </a:moveTo>
                    <a:cubicBezTo>
                      <a:pt x="2432797" y="849503"/>
                      <a:pt x="2819858" y="1236564"/>
                      <a:pt x="2819858" y="1714028"/>
                    </a:cubicBezTo>
                    <a:cubicBezTo>
                      <a:pt x="2819858" y="2191492"/>
                      <a:pt x="2432797" y="2578553"/>
                      <a:pt x="1955333" y="2578553"/>
                    </a:cubicBezTo>
                    <a:cubicBezTo>
                      <a:pt x="1477869" y="2578553"/>
                      <a:pt x="1090808" y="2191492"/>
                      <a:pt x="1090808" y="1714028"/>
                    </a:cubicBezTo>
                    <a:cubicBezTo>
                      <a:pt x="1090808" y="1236564"/>
                      <a:pt x="1477869" y="849503"/>
                      <a:pt x="1955333" y="849503"/>
                    </a:cubicBezTo>
                    <a:close/>
                    <a:moveTo>
                      <a:pt x="3253503" y="756254"/>
                    </a:moveTo>
                    <a:cubicBezTo>
                      <a:pt x="3162525" y="756254"/>
                      <a:pt x="3088773" y="830006"/>
                      <a:pt x="3088773" y="920984"/>
                    </a:cubicBezTo>
                    <a:cubicBezTo>
                      <a:pt x="3088773" y="1011962"/>
                      <a:pt x="3162525" y="1085714"/>
                      <a:pt x="3253503" y="1085714"/>
                    </a:cubicBezTo>
                    <a:cubicBezTo>
                      <a:pt x="3344481" y="1085714"/>
                      <a:pt x="3418233" y="1011962"/>
                      <a:pt x="3418233" y="920984"/>
                    </a:cubicBezTo>
                    <a:cubicBezTo>
                      <a:pt x="3418233" y="830006"/>
                      <a:pt x="3344481" y="756254"/>
                      <a:pt x="3253503" y="756254"/>
                    </a:cubicBezTo>
                    <a:close/>
                    <a:moveTo>
                      <a:pt x="1955333" y="744677"/>
                    </a:moveTo>
                    <a:cubicBezTo>
                      <a:pt x="1419975" y="744677"/>
                      <a:pt x="985982" y="1178670"/>
                      <a:pt x="985982" y="1714028"/>
                    </a:cubicBezTo>
                    <a:cubicBezTo>
                      <a:pt x="985982" y="2249386"/>
                      <a:pt x="1419975" y="2683379"/>
                      <a:pt x="1955333" y="2683379"/>
                    </a:cubicBezTo>
                    <a:cubicBezTo>
                      <a:pt x="2490691" y="2683379"/>
                      <a:pt x="2924684" y="2249386"/>
                      <a:pt x="2924684" y="1714028"/>
                    </a:cubicBezTo>
                    <a:cubicBezTo>
                      <a:pt x="2924684" y="1178670"/>
                      <a:pt x="2490691" y="744677"/>
                      <a:pt x="1955333" y="744677"/>
                    </a:cubicBezTo>
                    <a:close/>
                    <a:moveTo>
                      <a:pt x="1333922" y="0"/>
                    </a:moveTo>
                    <a:lnTo>
                      <a:pt x="2626078" y="0"/>
                    </a:lnTo>
                    <a:lnTo>
                      <a:pt x="2717085" y="364028"/>
                    </a:lnTo>
                    <a:lnTo>
                      <a:pt x="3699990" y="364028"/>
                    </a:lnTo>
                    <a:cubicBezTo>
                      <a:pt x="3843590" y="364028"/>
                      <a:pt x="3960000" y="480438"/>
                      <a:pt x="3960000" y="624038"/>
                    </a:cubicBezTo>
                    <a:lnTo>
                      <a:pt x="3960000" y="2804018"/>
                    </a:lnTo>
                    <a:cubicBezTo>
                      <a:pt x="3960000" y="2947618"/>
                      <a:pt x="3843590" y="3064028"/>
                      <a:pt x="3699990" y="3064028"/>
                    </a:cubicBezTo>
                    <a:lnTo>
                      <a:pt x="260010" y="3064028"/>
                    </a:lnTo>
                    <a:cubicBezTo>
                      <a:pt x="116410" y="3064028"/>
                      <a:pt x="0" y="2947618"/>
                      <a:pt x="0" y="2804018"/>
                    </a:cubicBezTo>
                    <a:lnTo>
                      <a:pt x="0" y="624038"/>
                    </a:lnTo>
                    <a:cubicBezTo>
                      <a:pt x="0" y="480438"/>
                      <a:pt x="116410" y="364028"/>
                      <a:pt x="260010" y="364028"/>
                    </a:cubicBezTo>
                    <a:lnTo>
                      <a:pt x="443165" y="364028"/>
                    </a:lnTo>
                    <a:lnTo>
                      <a:pt x="443165" y="237982"/>
                    </a:lnTo>
                    <a:cubicBezTo>
                      <a:pt x="443165" y="195266"/>
                      <a:pt x="477794" y="160637"/>
                      <a:pt x="520510" y="160637"/>
                    </a:cubicBezTo>
                    <a:lnTo>
                      <a:pt x="1049896" y="160637"/>
                    </a:lnTo>
                    <a:cubicBezTo>
                      <a:pt x="1092612" y="160637"/>
                      <a:pt x="1127241" y="195266"/>
                      <a:pt x="1127241" y="237982"/>
                    </a:cubicBezTo>
                    <a:lnTo>
                      <a:pt x="1127241" y="364028"/>
                    </a:lnTo>
                    <a:lnTo>
                      <a:pt x="1242915" y="364028"/>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645" name="Google Shape;1645;p46"/>
              <p:cNvSpPr/>
              <p:nvPr/>
            </p:nvSpPr>
            <p:spPr>
              <a:xfrm>
                <a:off x="8560619" y="5355763"/>
                <a:ext cx="372889" cy="259826"/>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646" name="Google Shape;1646;p46"/>
              <p:cNvSpPr/>
              <p:nvPr/>
            </p:nvSpPr>
            <p:spPr>
              <a:xfrm rot="2498363">
                <a:off x="8831623" y="1920263"/>
                <a:ext cx="392828" cy="392828"/>
              </a:xfrm>
              <a:custGeom>
                <a:rect b="b" l="l" r="r" t="t"/>
                <a:pathLst>
                  <a:path extrusionOk="0" h="3938940" w="3860438">
                    <a:moveTo>
                      <a:pt x="1862067" y="2433815"/>
                    </a:moveTo>
                    <a:lnTo>
                      <a:pt x="1970067" y="2433815"/>
                    </a:lnTo>
                    <a:lnTo>
                      <a:pt x="1970067" y="3362873"/>
                    </a:lnTo>
                    <a:lnTo>
                      <a:pt x="2004792" y="3362873"/>
                    </a:lnTo>
                    <a:lnTo>
                      <a:pt x="2004792" y="3650907"/>
                    </a:lnTo>
                    <a:cubicBezTo>
                      <a:pt x="2004792" y="3808349"/>
                      <a:pt x="1878374" y="3936619"/>
                      <a:pt x="1720949" y="3938909"/>
                    </a:cubicBezTo>
                    <a:cubicBezTo>
                      <a:pt x="1564029" y="3941192"/>
                      <a:pt x="1434265" y="3817458"/>
                      <a:pt x="1429045" y="3660794"/>
                    </a:cubicBezTo>
                    <a:lnTo>
                      <a:pt x="1428727" y="3660794"/>
                    </a:lnTo>
                    <a:lnTo>
                      <a:pt x="1428727" y="3588794"/>
                    </a:lnTo>
                    <a:cubicBezTo>
                      <a:pt x="1428727" y="3549029"/>
                      <a:pt x="1460962" y="3516794"/>
                      <a:pt x="1500727" y="3516794"/>
                    </a:cubicBezTo>
                    <a:lnTo>
                      <a:pt x="1536727" y="3516794"/>
                    </a:lnTo>
                    <a:cubicBezTo>
                      <a:pt x="1576492" y="3516794"/>
                      <a:pt x="1608727" y="3549029"/>
                      <a:pt x="1608727" y="3588794"/>
                    </a:cubicBezTo>
                    <a:lnTo>
                      <a:pt x="1608727" y="3654789"/>
                    </a:lnTo>
                    <a:cubicBezTo>
                      <a:pt x="1610687" y="3713589"/>
                      <a:pt x="1659418" y="3760001"/>
                      <a:pt x="1718334" y="3759144"/>
                    </a:cubicBezTo>
                    <a:cubicBezTo>
                      <a:pt x="1777498" y="3758284"/>
                      <a:pt x="1825008" y="3710077"/>
                      <a:pt x="1825008" y="3650907"/>
                    </a:cubicBezTo>
                    <a:lnTo>
                      <a:pt x="1824792" y="3650907"/>
                    </a:lnTo>
                    <a:lnTo>
                      <a:pt x="1824792" y="3362873"/>
                    </a:lnTo>
                    <a:lnTo>
                      <a:pt x="1862067" y="3362873"/>
                    </a:lnTo>
                    <a:close/>
                    <a:moveTo>
                      <a:pt x="1963773" y="341826"/>
                    </a:moveTo>
                    <a:cubicBezTo>
                      <a:pt x="2603866" y="1105515"/>
                      <a:pt x="2803203" y="1464631"/>
                      <a:pt x="2867684" y="2396069"/>
                    </a:cubicBezTo>
                    <a:cubicBezTo>
                      <a:pt x="2523234" y="2107144"/>
                      <a:pt x="2324834" y="2107144"/>
                      <a:pt x="1967684" y="2396069"/>
                    </a:cubicBezTo>
                    <a:cubicBezTo>
                      <a:pt x="1966380" y="1713514"/>
                      <a:pt x="1965077" y="1024381"/>
                      <a:pt x="1963773" y="341826"/>
                    </a:cubicBezTo>
                    <a:close/>
                    <a:moveTo>
                      <a:pt x="1882676" y="341826"/>
                    </a:moveTo>
                    <a:cubicBezTo>
                      <a:pt x="1881372" y="1024381"/>
                      <a:pt x="1880069" y="1713514"/>
                      <a:pt x="1878765" y="2396069"/>
                    </a:cubicBezTo>
                    <a:cubicBezTo>
                      <a:pt x="1521615" y="2107144"/>
                      <a:pt x="1323215" y="2107144"/>
                      <a:pt x="978765" y="2396069"/>
                    </a:cubicBezTo>
                    <a:cubicBezTo>
                      <a:pt x="1043246" y="1464631"/>
                      <a:pt x="1242583" y="1105515"/>
                      <a:pt x="1882676" y="341826"/>
                    </a:cubicBezTo>
                    <a:close/>
                    <a:moveTo>
                      <a:pt x="2058573" y="335248"/>
                    </a:moveTo>
                    <a:cubicBezTo>
                      <a:pt x="3026489" y="598978"/>
                      <a:pt x="3714825" y="1273857"/>
                      <a:pt x="3860438" y="2396070"/>
                    </a:cubicBezTo>
                    <a:cubicBezTo>
                      <a:pt x="3515988" y="2107145"/>
                      <a:pt x="3317588" y="2107145"/>
                      <a:pt x="2960438" y="2396070"/>
                    </a:cubicBezTo>
                    <a:cubicBezTo>
                      <a:pt x="2910892" y="1313327"/>
                      <a:pt x="2647549" y="1036442"/>
                      <a:pt x="2058573" y="335248"/>
                    </a:cubicBezTo>
                    <a:close/>
                    <a:moveTo>
                      <a:pt x="1801865" y="335248"/>
                    </a:moveTo>
                    <a:cubicBezTo>
                      <a:pt x="1212889" y="1036442"/>
                      <a:pt x="949546" y="1313327"/>
                      <a:pt x="900000" y="2396070"/>
                    </a:cubicBezTo>
                    <a:cubicBezTo>
                      <a:pt x="542850" y="2107145"/>
                      <a:pt x="344450" y="2107145"/>
                      <a:pt x="0" y="2396070"/>
                    </a:cubicBezTo>
                    <a:cubicBezTo>
                      <a:pt x="145613" y="1273857"/>
                      <a:pt x="833949" y="598978"/>
                      <a:pt x="1801865" y="335248"/>
                    </a:cubicBezTo>
                    <a:close/>
                    <a:moveTo>
                      <a:pt x="1902679" y="0"/>
                    </a:moveTo>
                    <a:lnTo>
                      <a:pt x="1929455" y="0"/>
                    </a:lnTo>
                    <a:lnTo>
                      <a:pt x="1970067" y="288000"/>
                    </a:lnTo>
                    <a:lnTo>
                      <a:pt x="1862067" y="288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647" name="Google Shape;1647;p46"/>
              <p:cNvSpPr/>
              <p:nvPr/>
            </p:nvSpPr>
            <p:spPr>
              <a:xfrm rot="-2129845">
                <a:off x="10110329" y="1972655"/>
                <a:ext cx="132806" cy="502999"/>
              </a:xfrm>
              <a:custGeom>
                <a:rect b="b" l="l" r="r" t="t"/>
                <a:pathLst>
                  <a:path extrusionOk="0" h="5014044" w="1323851">
                    <a:moveTo>
                      <a:pt x="797140" y="4503940"/>
                    </a:moveTo>
                    <a:cubicBezTo>
                      <a:pt x="732770" y="4439570"/>
                      <a:pt x="628407" y="4439570"/>
                      <a:pt x="564037" y="4503940"/>
                    </a:cubicBezTo>
                    <a:cubicBezTo>
                      <a:pt x="499667" y="4568310"/>
                      <a:pt x="499667" y="4672672"/>
                      <a:pt x="564037" y="4737042"/>
                    </a:cubicBezTo>
                    <a:cubicBezTo>
                      <a:pt x="628407" y="4801412"/>
                      <a:pt x="732770" y="4801413"/>
                      <a:pt x="797140" y="4737043"/>
                    </a:cubicBezTo>
                    <a:cubicBezTo>
                      <a:pt x="861510" y="4672673"/>
                      <a:pt x="861510" y="4568310"/>
                      <a:pt x="797140" y="4503940"/>
                    </a:cubicBezTo>
                    <a:close/>
                    <a:moveTo>
                      <a:pt x="1019859" y="4396571"/>
                    </a:moveTo>
                    <a:lnTo>
                      <a:pt x="1019859" y="4844408"/>
                    </a:lnTo>
                    <a:lnTo>
                      <a:pt x="680589" y="5014044"/>
                    </a:lnTo>
                    <a:lnTo>
                      <a:pt x="341319" y="4844409"/>
                    </a:lnTo>
                    <a:lnTo>
                      <a:pt x="341319" y="4396572"/>
                    </a:lnTo>
                    <a:lnTo>
                      <a:pt x="680589" y="4226937"/>
                    </a:lnTo>
                    <a:close/>
                    <a:moveTo>
                      <a:pt x="800624" y="237293"/>
                    </a:moveTo>
                    <a:cubicBezTo>
                      <a:pt x="730322" y="166991"/>
                      <a:pt x="616339" y="166991"/>
                      <a:pt x="546037" y="237293"/>
                    </a:cubicBezTo>
                    <a:cubicBezTo>
                      <a:pt x="475735" y="307595"/>
                      <a:pt x="475735" y="421577"/>
                      <a:pt x="546037" y="491879"/>
                    </a:cubicBezTo>
                    <a:cubicBezTo>
                      <a:pt x="616339" y="562181"/>
                      <a:pt x="730322" y="562181"/>
                      <a:pt x="800624" y="491879"/>
                    </a:cubicBezTo>
                    <a:cubicBezTo>
                      <a:pt x="870926" y="421577"/>
                      <a:pt x="870926" y="307595"/>
                      <a:pt x="800624" y="237293"/>
                    </a:cubicBezTo>
                    <a:close/>
                    <a:moveTo>
                      <a:pt x="1079384" y="68015"/>
                    </a:moveTo>
                    <a:cubicBezTo>
                      <a:pt x="1121407" y="110039"/>
                      <a:pt x="1147399" y="168093"/>
                      <a:pt x="1147399" y="232219"/>
                    </a:cubicBezTo>
                    <a:cubicBezTo>
                      <a:pt x="1147399" y="1159793"/>
                      <a:pt x="1034554" y="2087367"/>
                      <a:pt x="1023948" y="3014957"/>
                    </a:cubicBezTo>
                    <a:cubicBezTo>
                      <a:pt x="1133082" y="3060182"/>
                      <a:pt x="1235152" y="3127360"/>
                      <a:pt x="1323851" y="3216059"/>
                    </a:cubicBezTo>
                    <a:cubicBezTo>
                      <a:pt x="1689423" y="3581630"/>
                      <a:pt x="1689423" y="4174338"/>
                      <a:pt x="1323851" y="4539910"/>
                    </a:cubicBezTo>
                    <a:cubicBezTo>
                      <a:pt x="1261218" y="4602543"/>
                      <a:pt x="1191917" y="4654446"/>
                      <a:pt x="1117803" y="4694845"/>
                    </a:cubicBezTo>
                    <a:lnTo>
                      <a:pt x="1117303" y="3872699"/>
                    </a:lnTo>
                    <a:lnTo>
                      <a:pt x="684319" y="3565900"/>
                    </a:lnTo>
                    <a:lnTo>
                      <a:pt x="251709" y="3873225"/>
                    </a:lnTo>
                    <a:lnTo>
                      <a:pt x="252223" y="4718882"/>
                    </a:lnTo>
                    <a:cubicBezTo>
                      <a:pt x="160837" y="4675423"/>
                      <a:pt x="75567" y="4615476"/>
                      <a:pt x="0" y="4539910"/>
                    </a:cubicBezTo>
                    <a:cubicBezTo>
                      <a:pt x="-365571" y="4174338"/>
                      <a:pt x="-365571" y="3581630"/>
                      <a:pt x="0" y="3216059"/>
                    </a:cubicBezTo>
                    <a:cubicBezTo>
                      <a:pt x="100968" y="3115091"/>
                      <a:pt x="219261" y="3042010"/>
                      <a:pt x="345675" y="2997831"/>
                    </a:cubicBezTo>
                    <a:lnTo>
                      <a:pt x="211295" y="232219"/>
                    </a:lnTo>
                    <a:cubicBezTo>
                      <a:pt x="211295" y="103968"/>
                      <a:pt x="315263" y="0"/>
                      <a:pt x="443514" y="0"/>
                    </a:cubicBezTo>
                    <a:lnTo>
                      <a:pt x="915180" y="0"/>
                    </a:lnTo>
                    <a:cubicBezTo>
                      <a:pt x="979305" y="0"/>
                      <a:pt x="1037360" y="25992"/>
                      <a:pt x="1079384" y="680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648" name="Google Shape;1648;p46"/>
              <p:cNvSpPr/>
              <p:nvPr/>
            </p:nvSpPr>
            <p:spPr>
              <a:xfrm rot="-8100000">
                <a:off x="9503918" y="5364438"/>
                <a:ext cx="71616" cy="502304"/>
              </a:xfrm>
              <a:custGeom>
                <a:rect b="b" l="l" r="r" t="t"/>
                <a:pathLst>
                  <a:path extrusionOk="0" h="460327" w="65631">
                    <a:moveTo>
                      <a:pt x="42919" y="215685"/>
                    </a:moveTo>
                    <a:lnTo>
                      <a:pt x="22708" y="215685"/>
                    </a:lnTo>
                    <a:lnTo>
                      <a:pt x="0" y="185855"/>
                    </a:lnTo>
                    <a:lnTo>
                      <a:pt x="3" y="185856"/>
                    </a:lnTo>
                    <a:lnTo>
                      <a:pt x="3" y="32814"/>
                    </a:lnTo>
                    <a:cubicBezTo>
                      <a:pt x="3" y="14690"/>
                      <a:pt x="14694" y="0"/>
                      <a:pt x="32817" y="0"/>
                    </a:cubicBezTo>
                    <a:cubicBezTo>
                      <a:pt x="50940" y="0"/>
                      <a:pt x="65631" y="14690"/>
                      <a:pt x="65631" y="32814"/>
                    </a:cubicBezTo>
                    <a:lnTo>
                      <a:pt x="65631" y="185856"/>
                    </a:lnTo>
                    <a:lnTo>
                      <a:pt x="65626" y="185856"/>
                    </a:lnTo>
                    <a:close/>
                    <a:moveTo>
                      <a:pt x="57234" y="460327"/>
                    </a:moveTo>
                    <a:lnTo>
                      <a:pt x="11300" y="460327"/>
                    </a:lnTo>
                    <a:lnTo>
                      <a:pt x="11300" y="366559"/>
                    </a:lnTo>
                    <a:cubicBezTo>
                      <a:pt x="13577" y="349655"/>
                      <a:pt x="25635" y="358815"/>
                      <a:pt x="25452" y="346112"/>
                    </a:cubicBezTo>
                    <a:cubicBezTo>
                      <a:pt x="25288" y="302926"/>
                      <a:pt x="25124" y="259739"/>
                      <a:pt x="24960" y="216553"/>
                    </a:cubicBezTo>
                    <a:lnTo>
                      <a:pt x="42858" y="216553"/>
                    </a:lnTo>
                    <a:cubicBezTo>
                      <a:pt x="42694" y="259576"/>
                      <a:pt x="42530" y="302598"/>
                      <a:pt x="42366" y="345621"/>
                    </a:cubicBezTo>
                    <a:cubicBezTo>
                      <a:pt x="39843" y="359799"/>
                      <a:pt x="54756" y="347441"/>
                      <a:pt x="57234" y="36655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649" name="Google Shape;1649;p46"/>
              <p:cNvSpPr/>
              <p:nvPr/>
            </p:nvSpPr>
            <p:spPr>
              <a:xfrm>
                <a:off x="10146073" y="5282722"/>
                <a:ext cx="141778" cy="392828"/>
              </a:xfrm>
              <a:custGeom>
                <a:rect b="b" l="l" r="r" t="t"/>
                <a:pathLst>
                  <a:path extrusionOk="0" h="3871427" w="1397263">
                    <a:moveTo>
                      <a:pt x="698631" y="1778701"/>
                    </a:moveTo>
                    <a:cubicBezTo>
                      <a:pt x="609151" y="1778701"/>
                      <a:pt x="536613" y="1851239"/>
                      <a:pt x="536613" y="1940719"/>
                    </a:cubicBezTo>
                    <a:cubicBezTo>
                      <a:pt x="536613" y="2030199"/>
                      <a:pt x="609151" y="2102737"/>
                      <a:pt x="698631" y="2102737"/>
                    </a:cubicBezTo>
                    <a:cubicBezTo>
                      <a:pt x="788111" y="2102737"/>
                      <a:pt x="860649" y="2030199"/>
                      <a:pt x="860649" y="1940719"/>
                    </a:cubicBezTo>
                    <a:cubicBezTo>
                      <a:pt x="860649" y="1851239"/>
                      <a:pt x="788111" y="1778701"/>
                      <a:pt x="698631" y="1778701"/>
                    </a:cubicBezTo>
                    <a:close/>
                    <a:moveTo>
                      <a:pt x="999594" y="0"/>
                    </a:moveTo>
                    <a:lnTo>
                      <a:pt x="1321063" y="0"/>
                    </a:lnTo>
                    <a:lnTo>
                      <a:pt x="1390119" y="95250"/>
                    </a:lnTo>
                    <a:cubicBezTo>
                      <a:pt x="1392500" y="284956"/>
                      <a:pt x="1394882" y="474663"/>
                      <a:pt x="1397263" y="664369"/>
                    </a:cubicBezTo>
                    <a:lnTo>
                      <a:pt x="1256769" y="833438"/>
                    </a:lnTo>
                    <a:lnTo>
                      <a:pt x="921013" y="978694"/>
                    </a:lnTo>
                    <a:lnTo>
                      <a:pt x="913199" y="978651"/>
                    </a:lnTo>
                    <a:lnTo>
                      <a:pt x="913199" y="1700779"/>
                    </a:lnTo>
                    <a:cubicBezTo>
                      <a:pt x="979823" y="1759212"/>
                      <a:pt x="1021211" y="1845132"/>
                      <a:pt x="1021211" y="1940719"/>
                    </a:cubicBezTo>
                    <a:cubicBezTo>
                      <a:pt x="1021211" y="2036306"/>
                      <a:pt x="979823" y="2122226"/>
                      <a:pt x="913199" y="2180659"/>
                    </a:cubicBezTo>
                    <a:lnTo>
                      <a:pt x="913199" y="2896482"/>
                    </a:lnTo>
                    <a:lnTo>
                      <a:pt x="1238250" y="3021320"/>
                    </a:lnTo>
                    <a:lnTo>
                      <a:pt x="1390650" y="3199914"/>
                    </a:lnTo>
                    <a:lnTo>
                      <a:pt x="1393032" y="3764270"/>
                    </a:lnTo>
                    <a:lnTo>
                      <a:pt x="1316832" y="3869045"/>
                    </a:lnTo>
                    <a:lnTo>
                      <a:pt x="997744" y="3869045"/>
                    </a:lnTo>
                    <a:lnTo>
                      <a:pt x="995363" y="3276114"/>
                    </a:lnTo>
                    <a:lnTo>
                      <a:pt x="700088" y="3111808"/>
                    </a:lnTo>
                    <a:lnTo>
                      <a:pt x="409575" y="3288020"/>
                    </a:lnTo>
                    <a:lnTo>
                      <a:pt x="397669" y="3871427"/>
                    </a:lnTo>
                    <a:lnTo>
                      <a:pt x="76200" y="3871427"/>
                    </a:lnTo>
                    <a:lnTo>
                      <a:pt x="7144" y="3776177"/>
                    </a:lnTo>
                    <a:cubicBezTo>
                      <a:pt x="4763" y="3586471"/>
                      <a:pt x="2381" y="3396764"/>
                      <a:pt x="0" y="3207058"/>
                    </a:cubicBezTo>
                    <a:lnTo>
                      <a:pt x="140494" y="3037989"/>
                    </a:lnTo>
                    <a:lnTo>
                      <a:pt x="476250" y="2892733"/>
                    </a:lnTo>
                    <a:lnTo>
                      <a:pt x="481151" y="2892760"/>
                    </a:lnTo>
                    <a:lnTo>
                      <a:pt x="481151" y="2180659"/>
                    </a:lnTo>
                    <a:cubicBezTo>
                      <a:pt x="414527" y="2122226"/>
                      <a:pt x="373139" y="2036306"/>
                      <a:pt x="373139" y="1940719"/>
                    </a:cubicBezTo>
                    <a:cubicBezTo>
                      <a:pt x="373139" y="1845132"/>
                      <a:pt x="414527" y="1759212"/>
                      <a:pt x="481151" y="1700779"/>
                    </a:cubicBezTo>
                    <a:lnTo>
                      <a:pt x="481151" y="973827"/>
                    </a:lnTo>
                    <a:lnTo>
                      <a:pt x="159013" y="850107"/>
                    </a:lnTo>
                    <a:lnTo>
                      <a:pt x="6613" y="671513"/>
                    </a:lnTo>
                    <a:lnTo>
                      <a:pt x="4231" y="107157"/>
                    </a:lnTo>
                    <a:lnTo>
                      <a:pt x="80431" y="2382"/>
                    </a:lnTo>
                    <a:lnTo>
                      <a:pt x="399519" y="2382"/>
                    </a:lnTo>
                    <a:cubicBezTo>
                      <a:pt x="400313" y="198438"/>
                      <a:pt x="401106" y="396875"/>
                      <a:pt x="401900" y="595313"/>
                    </a:cubicBezTo>
                    <a:lnTo>
                      <a:pt x="697175" y="759619"/>
                    </a:lnTo>
                    <a:lnTo>
                      <a:pt x="987688" y="583407"/>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650" name="Google Shape;1650;p46"/>
              <p:cNvSpPr/>
              <p:nvPr/>
            </p:nvSpPr>
            <p:spPr>
              <a:xfrm rot="10800000">
                <a:off x="9233259" y="1922064"/>
                <a:ext cx="351266" cy="351266"/>
              </a:xfrm>
              <a:custGeom>
                <a:rect b="b" l="l" r="r" t="t"/>
                <a:pathLst>
                  <a:path extrusionOk="0" h="3915008" w="3982665">
                    <a:moveTo>
                      <a:pt x="0" y="2664000"/>
                    </a:moveTo>
                    <a:lnTo>
                      <a:pt x="1911318" y="72000"/>
                    </a:lnTo>
                    <a:lnTo>
                      <a:pt x="1142725" y="2655962"/>
                    </a:lnTo>
                    <a:close/>
                    <a:moveTo>
                      <a:pt x="3982665" y="2664000"/>
                    </a:moveTo>
                    <a:lnTo>
                      <a:pt x="2839940" y="2655962"/>
                    </a:lnTo>
                    <a:lnTo>
                      <a:pt x="2071347" y="72000"/>
                    </a:lnTo>
                    <a:close/>
                    <a:moveTo>
                      <a:pt x="2621333" y="2664000"/>
                    </a:moveTo>
                    <a:lnTo>
                      <a:pt x="1361333" y="2664000"/>
                    </a:lnTo>
                    <a:lnTo>
                      <a:pt x="1991333" y="0"/>
                    </a:lnTo>
                    <a:close/>
                    <a:moveTo>
                      <a:pt x="1806654" y="3915007"/>
                    </a:moveTo>
                    <a:lnTo>
                      <a:pt x="726654" y="3915007"/>
                    </a:lnTo>
                    <a:lnTo>
                      <a:pt x="1266654" y="2835007"/>
                    </a:lnTo>
                    <a:close/>
                    <a:moveTo>
                      <a:pt x="555902" y="3915008"/>
                    </a:moveTo>
                    <a:lnTo>
                      <a:pt x="15902" y="2835008"/>
                    </a:lnTo>
                    <a:lnTo>
                      <a:pt x="1095902" y="2835008"/>
                    </a:lnTo>
                    <a:close/>
                    <a:moveTo>
                      <a:pt x="1977406" y="3915008"/>
                    </a:moveTo>
                    <a:lnTo>
                      <a:pt x="1437406" y="2835008"/>
                    </a:lnTo>
                    <a:lnTo>
                      <a:pt x="2517406" y="2835008"/>
                    </a:lnTo>
                    <a:close/>
                    <a:moveTo>
                      <a:pt x="3228158" y="3915008"/>
                    </a:moveTo>
                    <a:lnTo>
                      <a:pt x="2148158" y="3915008"/>
                    </a:lnTo>
                    <a:lnTo>
                      <a:pt x="2688158" y="2835008"/>
                    </a:lnTo>
                    <a:close/>
                    <a:moveTo>
                      <a:pt x="3398910" y="3915008"/>
                    </a:moveTo>
                    <a:lnTo>
                      <a:pt x="2858910" y="2835008"/>
                    </a:lnTo>
                    <a:lnTo>
                      <a:pt x="3938910" y="2835008"/>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651" name="Google Shape;1651;p46"/>
              <p:cNvSpPr/>
              <p:nvPr/>
            </p:nvSpPr>
            <p:spPr>
              <a:xfrm>
                <a:off x="8136976" y="5049647"/>
                <a:ext cx="351266" cy="351266"/>
              </a:xfrm>
              <a:custGeom>
                <a:rect b="b" l="l" r="r" t="t"/>
                <a:pathLst>
                  <a:path extrusionOk="0" h="3954781" w="3928707">
                    <a:moveTo>
                      <a:pt x="2773336" y="2238726"/>
                    </a:moveTo>
                    <a:cubicBezTo>
                      <a:pt x="2746826" y="2238726"/>
                      <a:pt x="2725335" y="2260217"/>
                      <a:pt x="2725335" y="2286727"/>
                    </a:cubicBezTo>
                    <a:lnTo>
                      <a:pt x="2725335" y="2478725"/>
                    </a:lnTo>
                    <a:cubicBezTo>
                      <a:pt x="2725335" y="2505235"/>
                      <a:pt x="2746826" y="2526726"/>
                      <a:pt x="2773336" y="2526726"/>
                    </a:cubicBezTo>
                    <a:lnTo>
                      <a:pt x="2965334" y="2526726"/>
                    </a:lnTo>
                    <a:cubicBezTo>
                      <a:pt x="2991844" y="2526726"/>
                      <a:pt x="3013335" y="2505235"/>
                      <a:pt x="3013335" y="2478725"/>
                    </a:cubicBezTo>
                    <a:lnTo>
                      <a:pt x="3013335" y="2286727"/>
                    </a:lnTo>
                    <a:cubicBezTo>
                      <a:pt x="3013335" y="2260217"/>
                      <a:pt x="2991844" y="2238726"/>
                      <a:pt x="2965334" y="2238726"/>
                    </a:cubicBezTo>
                    <a:close/>
                    <a:moveTo>
                      <a:pt x="2313922" y="2238726"/>
                    </a:moveTo>
                    <a:cubicBezTo>
                      <a:pt x="2287412" y="2238726"/>
                      <a:pt x="2265921" y="2260217"/>
                      <a:pt x="2265921" y="2286727"/>
                    </a:cubicBezTo>
                    <a:lnTo>
                      <a:pt x="2265921" y="2478725"/>
                    </a:lnTo>
                    <a:cubicBezTo>
                      <a:pt x="2265921" y="2505235"/>
                      <a:pt x="2287412" y="2526726"/>
                      <a:pt x="2313922" y="2526726"/>
                    </a:cubicBezTo>
                    <a:lnTo>
                      <a:pt x="2505920" y="2526726"/>
                    </a:lnTo>
                    <a:cubicBezTo>
                      <a:pt x="2532430" y="2526726"/>
                      <a:pt x="2553921" y="2505235"/>
                      <a:pt x="2553921" y="2478725"/>
                    </a:cubicBezTo>
                    <a:lnTo>
                      <a:pt x="2553921" y="2286727"/>
                    </a:lnTo>
                    <a:cubicBezTo>
                      <a:pt x="2553921" y="2260217"/>
                      <a:pt x="2532430" y="2238726"/>
                      <a:pt x="2505920" y="2238726"/>
                    </a:cubicBezTo>
                    <a:close/>
                    <a:moveTo>
                      <a:pt x="1854508" y="2238726"/>
                    </a:moveTo>
                    <a:cubicBezTo>
                      <a:pt x="1827998" y="2238726"/>
                      <a:pt x="1806507" y="2260217"/>
                      <a:pt x="1806507" y="2286727"/>
                    </a:cubicBezTo>
                    <a:lnTo>
                      <a:pt x="1806507" y="2478725"/>
                    </a:lnTo>
                    <a:cubicBezTo>
                      <a:pt x="1806507" y="2505235"/>
                      <a:pt x="1827998" y="2526726"/>
                      <a:pt x="1854508" y="2526726"/>
                    </a:cubicBezTo>
                    <a:lnTo>
                      <a:pt x="2046506" y="2526726"/>
                    </a:lnTo>
                    <a:cubicBezTo>
                      <a:pt x="2073016" y="2526726"/>
                      <a:pt x="2094507" y="2505235"/>
                      <a:pt x="2094507" y="2478725"/>
                    </a:cubicBezTo>
                    <a:lnTo>
                      <a:pt x="2094507" y="2286727"/>
                    </a:lnTo>
                    <a:cubicBezTo>
                      <a:pt x="2094507" y="2260217"/>
                      <a:pt x="2073016" y="2238726"/>
                      <a:pt x="2046506" y="2238726"/>
                    </a:cubicBezTo>
                    <a:close/>
                    <a:moveTo>
                      <a:pt x="879732" y="2133675"/>
                    </a:moveTo>
                    <a:cubicBezTo>
                      <a:pt x="767330" y="2133675"/>
                      <a:pt x="676210" y="2224795"/>
                      <a:pt x="676210" y="2337197"/>
                    </a:cubicBezTo>
                    <a:cubicBezTo>
                      <a:pt x="676210" y="2449599"/>
                      <a:pt x="767330" y="2540719"/>
                      <a:pt x="879732" y="2540719"/>
                    </a:cubicBezTo>
                    <a:cubicBezTo>
                      <a:pt x="956121" y="2540719"/>
                      <a:pt x="1022681" y="2498634"/>
                      <a:pt x="1054808" y="2434886"/>
                    </a:cubicBezTo>
                    <a:lnTo>
                      <a:pt x="1469273" y="2434887"/>
                    </a:lnTo>
                    <a:cubicBezTo>
                      <a:pt x="1529381" y="2434887"/>
                      <a:pt x="1578108" y="2386160"/>
                      <a:pt x="1578108" y="2326052"/>
                    </a:cubicBezTo>
                    <a:cubicBezTo>
                      <a:pt x="1578108" y="2265944"/>
                      <a:pt x="1529381" y="2217217"/>
                      <a:pt x="1469273" y="2217217"/>
                    </a:cubicBezTo>
                    <a:lnTo>
                      <a:pt x="1039779" y="2217217"/>
                    </a:lnTo>
                    <a:cubicBezTo>
                      <a:pt x="1005455" y="2165662"/>
                      <a:pt x="946329" y="2133675"/>
                      <a:pt x="879732" y="2133675"/>
                    </a:cubicBezTo>
                    <a:close/>
                    <a:moveTo>
                      <a:pt x="2773336" y="1699178"/>
                    </a:moveTo>
                    <a:cubicBezTo>
                      <a:pt x="2746826" y="1699178"/>
                      <a:pt x="2725335" y="1720669"/>
                      <a:pt x="2725335" y="1747179"/>
                    </a:cubicBezTo>
                    <a:lnTo>
                      <a:pt x="2725335" y="1939177"/>
                    </a:lnTo>
                    <a:cubicBezTo>
                      <a:pt x="2725335" y="1965687"/>
                      <a:pt x="2746826" y="1987178"/>
                      <a:pt x="2773336" y="1987178"/>
                    </a:cubicBezTo>
                    <a:lnTo>
                      <a:pt x="2965334" y="1987178"/>
                    </a:lnTo>
                    <a:cubicBezTo>
                      <a:pt x="2991844" y="1987178"/>
                      <a:pt x="3013335" y="1965687"/>
                      <a:pt x="3013335" y="1939177"/>
                    </a:cubicBezTo>
                    <a:lnTo>
                      <a:pt x="3013335" y="1747179"/>
                    </a:lnTo>
                    <a:cubicBezTo>
                      <a:pt x="3013335" y="1720669"/>
                      <a:pt x="2991844" y="1699178"/>
                      <a:pt x="2965334" y="1699178"/>
                    </a:cubicBezTo>
                    <a:close/>
                    <a:moveTo>
                      <a:pt x="2313922" y="1699178"/>
                    </a:moveTo>
                    <a:cubicBezTo>
                      <a:pt x="2287412" y="1699178"/>
                      <a:pt x="2265921" y="1720669"/>
                      <a:pt x="2265921" y="1747179"/>
                    </a:cubicBezTo>
                    <a:lnTo>
                      <a:pt x="2265921" y="1939177"/>
                    </a:lnTo>
                    <a:cubicBezTo>
                      <a:pt x="2265921" y="1965687"/>
                      <a:pt x="2287412" y="1987178"/>
                      <a:pt x="2313922" y="1987178"/>
                    </a:cubicBezTo>
                    <a:lnTo>
                      <a:pt x="2505920" y="1987178"/>
                    </a:lnTo>
                    <a:cubicBezTo>
                      <a:pt x="2532430" y="1987178"/>
                      <a:pt x="2553921" y="1965687"/>
                      <a:pt x="2553921" y="1939177"/>
                    </a:cubicBezTo>
                    <a:lnTo>
                      <a:pt x="2553921" y="1747179"/>
                    </a:lnTo>
                    <a:cubicBezTo>
                      <a:pt x="2553921" y="1720669"/>
                      <a:pt x="2532430" y="1699178"/>
                      <a:pt x="2505920" y="1699178"/>
                    </a:cubicBezTo>
                    <a:close/>
                    <a:moveTo>
                      <a:pt x="1854508" y="1699178"/>
                    </a:moveTo>
                    <a:cubicBezTo>
                      <a:pt x="1827998" y="1699178"/>
                      <a:pt x="1806507" y="1720669"/>
                      <a:pt x="1806507" y="1747179"/>
                    </a:cubicBezTo>
                    <a:lnTo>
                      <a:pt x="1806507" y="1939177"/>
                    </a:lnTo>
                    <a:cubicBezTo>
                      <a:pt x="1806507" y="1965687"/>
                      <a:pt x="1827998" y="1987178"/>
                      <a:pt x="1854508" y="1987178"/>
                    </a:cubicBezTo>
                    <a:lnTo>
                      <a:pt x="2046506" y="1987178"/>
                    </a:lnTo>
                    <a:cubicBezTo>
                      <a:pt x="2073016" y="1987178"/>
                      <a:pt x="2094507" y="1965687"/>
                      <a:pt x="2094507" y="1939177"/>
                    </a:cubicBezTo>
                    <a:lnTo>
                      <a:pt x="2094507" y="1747179"/>
                    </a:lnTo>
                    <a:cubicBezTo>
                      <a:pt x="2094507" y="1720669"/>
                      <a:pt x="2073016" y="1699178"/>
                      <a:pt x="2046506" y="1699178"/>
                    </a:cubicBezTo>
                    <a:close/>
                    <a:moveTo>
                      <a:pt x="1035948" y="1186216"/>
                    </a:moveTo>
                    <a:cubicBezTo>
                      <a:pt x="1165960" y="1186216"/>
                      <a:pt x="1271356" y="1291612"/>
                      <a:pt x="1271356" y="1421624"/>
                    </a:cubicBezTo>
                    <a:cubicBezTo>
                      <a:pt x="1271356" y="1551636"/>
                      <a:pt x="1165960" y="1657032"/>
                      <a:pt x="1035948" y="1657032"/>
                    </a:cubicBezTo>
                    <a:cubicBezTo>
                      <a:pt x="905936" y="1657032"/>
                      <a:pt x="800540" y="1551636"/>
                      <a:pt x="800540" y="1421624"/>
                    </a:cubicBezTo>
                    <a:cubicBezTo>
                      <a:pt x="800540" y="1291612"/>
                      <a:pt x="905936" y="1186216"/>
                      <a:pt x="1035948" y="1186216"/>
                    </a:cubicBezTo>
                    <a:close/>
                    <a:moveTo>
                      <a:pt x="2773336" y="1159631"/>
                    </a:moveTo>
                    <a:cubicBezTo>
                      <a:pt x="2746826" y="1159631"/>
                      <a:pt x="2725335" y="1181122"/>
                      <a:pt x="2725335" y="1207632"/>
                    </a:cubicBezTo>
                    <a:lnTo>
                      <a:pt x="2725335" y="1399630"/>
                    </a:lnTo>
                    <a:cubicBezTo>
                      <a:pt x="2725335" y="1426140"/>
                      <a:pt x="2746826" y="1447631"/>
                      <a:pt x="2773336" y="1447631"/>
                    </a:cubicBezTo>
                    <a:lnTo>
                      <a:pt x="2965334" y="1447631"/>
                    </a:lnTo>
                    <a:cubicBezTo>
                      <a:pt x="2991844" y="1447631"/>
                      <a:pt x="3013335" y="1426140"/>
                      <a:pt x="3013335" y="1399630"/>
                    </a:cubicBezTo>
                    <a:lnTo>
                      <a:pt x="3013335" y="1207632"/>
                    </a:lnTo>
                    <a:cubicBezTo>
                      <a:pt x="3013335" y="1181122"/>
                      <a:pt x="2991844" y="1159631"/>
                      <a:pt x="2965334" y="1159631"/>
                    </a:cubicBezTo>
                    <a:close/>
                    <a:moveTo>
                      <a:pt x="2313922" y="1159631"/>
                    </a:moveTo>
                    <a:cubicBezTo>
                      <a:pt x="2287412" y="1159631"/>
                      <a:pt x="2265921" y="1181122"/>
                      <a:pt x="2265921" y="1207632"/>
                    </a:cubicBezTo>
                    <a:lnTo>
                      <a:pt x="2265921" y="1399630"/>
                    </a:lnTo>
                    <a:cubicBezTo>
                      <a:pt x="2265921" y="1426140"/>
                      <a:pt x="2287412" y="1447631"/>
                      <a:pt x="2313922" y="1447631"/>
                    </a:cubicBezTo>
                    <a:lnTo>
                      <a:pt x="2505920" y="1447631"/>
                    </a:lnTo>
                    <a:cubicBezTo>
                      <a:pt x="2532430" y="1447631"/>
                      <a:pt x="2553921" y="1426140"/>
                      <a:pt x="2553921" y="1399630"/>
                    </a:cubicBezTo>
                    <a:lnTo>
                      <a:pt x="2553921" y="1207632"/>
                    </a:lnTo>
                    <a:cubicBezTo>
                      <a:pt x="2553921" y="1181122"/>
                      <a:pt x="2532430" y="1159631"/>
                      <a:pt x="2505920" y="1159631"/>
                    </a:cubicBezTo>
                    <a:close/>
                    <a:moveTo>
                      <a:pt x="1854508" y="1159631"/>
                    </a:moveTo>
                    <a:cubicBezTo>
                      <a:pt x="1827998" y="1159631"/>
                      <a:pt x="1806507" y="1181122"/>
                      <a:pt x="1806507" y="1207632"/>
                    </a:cubicBezTo>
                    <a:lnTo>
                      <a:pt x="1806507" y="1399630"/>
                    </a:lnTo>
                    <a:cubicBezTo>
                      <a:pt x="1806507" y="1426140"/>
                      <a:pt x="1827998" y="1447631"/>
                      <a:pt x="1854508" y="1447631"/>
                    </a:cubicBezTo>
                    <a:lnTo>
                      <a:pt x="2046506" y="1447631"/>
                    </a:lnTo>
                    <a:cubicBezTo>
                      <a:pt x="2073016" y="1447631"/>
                      <a:pt x="2094507" y="1426140"/>
                      <a:pt x="2094507" y="1399630"/>
                    </a:cubicBezTo>
                    <a:lnTo>
                      <a:pt x="2094507" y="1207632"/>
                    </a:lnTo>
                    <a:cubicBezTo>
                      <a:pt x="2094507" y="1181122"/>
                      <a:pt x="2073016" y="1159631"/>
                      <a:pt x="2046506" y="1159631"/>
                    </a:cubicBezTo>
                    <a:close/>
                    <a:moveTo>
                      <a:pt x="1035947" y="1097587"/>
                    </a:moveTo>
                    <a:cubicBezTo>
                      <a:pt x="856987" y="1097587"/>
                      <a:pt x="711911" y="1242663"/>
                      <a:pt x="711911" y="1421623"/>
                    </a:cubicBezTo>
                    <a:cubicBezTo>
                      <a:pt x="711911" y="1600583"/>
                      <a:pt x="856987" y="1745659"/>
                      <a:pt x="1035947" y="1745659"/>
                    </a:cubicBezTo>
                    <a:cubicBezTo>
                      <a:pt x="1214907" y="1745659"/>
                      <a:pt x="1359983" y="1600583"/>
                      <a:pt x="1359983" y="1421623"/>
                    </a:cubicBezTo>
                    <a:cubicBezTo>
                      <a:pt x="1359983" y="1242663"/>
                      <a:pt x="1214907" y="1097587"/>
                      <a:pt x="1035947" y="1097587"/>
                    </a:cubicBezTo>
                    <a:close/>
                    <a:moveTo>
                      <a:pt x="593124" y="376367"/>
                    </a:moveTo>
                    <a:lnTo>
                      <a:pt x="3225543" y="376367"/>
                    </a:lnTo>
                    <a:cubicBezTo>
                      <a:pt x="3328637" y="376367"/>
                      <a:pt x="3412211" y="459941"/>
                      <a:pt x="3412211" y="563035"/>
                    </a:cubicBezTo>
                    <a:lnTo>
                      <a:pt x="3412211" y="3074837"/>
                    </a:lnTo>
                    <a:cubicBezTo>
                      <a:pt x="3412211" y="3177931"/>
                      <a:pt x="3328637" y="3261505"/>
                      <a:pt x="3225543" y="3261505"/>
                    </a:cubicBezTo>
                    <a:lnTo>
                      <a:pt x="593124" y="3261505"/>
                    </a:lnTo>
                    <a:cubicBezTo>
                      <a:pt x="490030" y="3261505"/>
                      <a:pt x="406456" y="3177931"/>
                      <a:pt x="406456" y="3074837"/>
                    </a:cubicBezTo>
                    <a:lnTo>
                      <a:pt x="406456" y="563035"/>
                    </a:lnTo>
                    <a:cubicBezTo>
                      <a:pt x="406456" y="459941"/>
                      <a:pt x="490030" y="376367"/>
                      <a:pt x="593124" y="376367"/>
                    </a:cubicBezTo>
                    <a:close/>
                    <a:moveTo>
                      <a:pt x="466365" y="263607"/>
                    </a:moveTo>
                    <a:cubicBezTo>
                      <a:pt x="353740" y="263607"/>
                      <a:pt x="262440" y="354907"/>
                      <a:pt x="262440" y="467532"/>
                    </a:cubicBezTo>
                    <a:lnTo>
                      <a:pt x="262440" y="3211530"/>
                    </a:lnTo>
                    <a:cubicBezTo>
                      <a:pt x="262440" y="3324155"/>
                      <a:pt x="353740" y="3415455"/>
                      <a:pt x="466365" y="3415455"/>
                    </a:cubicBezTo>
                    <a:lnTo>
                      <a:pt x="3352302" y="3415455"/>
                    </a:lnTo>
                    <a:cubicBezTo>
                      <a:pt x="3464927" y="3415455"/>
                      <a:pt x="3556227" y="3324155"/>
                      <a:pt x="3556227" y="3211530"/>
                    </a:cubicBezTo>
                    <a:lnTo>
                      <a:pt x="3556227" y="2945906"/>
                    </a:lnTo>
                    <a:lnTo>
                      <a:pt x="3604113" y="2945906"/>
                    </a:lnTo>
                    <a:cubicBezTo>
                      <a:pt x="3647262" y="2945906"/>
                      <a:pt x="3682241" y="2910927"/>
                      <a:pt x="3682241" y="2867778"/>
                    </a:cubicBezTo>
                    <a:lnTo>
                      <a:pt x="3682241" y="2555278"/>
                    </a:lnTo>
                    <a:cubicBezTo>
                      <a:pt x="3682241" y="2512129"/>
                      <a:pt x="3647262" y="2477150"/>
                      <a:pt x="3604113" y="2477150"/>
                    </a:cubicBezTo>
                    <a:lnTo>
                      <a:pt x="3556227" y="2477150"/>
                    </a:lnTo>
                    <a:lnTo>
                      <a:pt x="3556227" y="1181006"/>
                    </a:lnTo>
                    <a:lnTo>
                      <a:pt x="3604113" y="1181006"/>
                    </a:lnTo>
                    <a:cubicBezTo>
                      <a:pt x="3647262" y="1181006"/>
                      <a:pt x="3682241" y="1146027"/>
                      <a:pt x="3682241" y="1102878"/>
                    </a:cubicBezTo>
                    <a:lnTo>
                      <a:pt x="3682241" y="790378"/>
                    </a:lnTo>
                    <a:cubicBezTo>
                      <a:pt x="3682241" y="747229"/>
                      <a:pt x="3647262" y="712250"/>
                      <a:pt x="3604113" y="712250"/>
                    </a:cubicBezTo>
                    <a:lnTo>
                      <a:pt x="3556227" y="712250"/>
                    </a:lnTo>
                    <a:lnTo>
                      <a:pt x="3556227" y="467532"/>
                    </a:lnTo>
                    <a:cubicBezTo>
                      <a:pt x="3556227" y="354907"/>
                      <a:pt x="3464927" y="263607"/>
                      <a:pt x="3352302" y="263607"/>
                    </a:cubicBezTo>
                    <a:close/>
                    <a:moveTo>
                      <a:pt x="235370" y="0"/>
                    </a:moveTo>
                    <a:lnTo>
                      <a:pt x="3693337" y="0"/>
                    </a:lnTo>
                    <a:cubicBezTo>
                      <a:pt x="3823328" y="0"/>
                      <a:pt x="3928707" y="105379"/>
                      <a:pt x="3928707" y="235370"/>
                    </a:cubicBezTo>
                    <a:lnTo>
                      <a:pt x="3928707" y="3402502"/>
                    </a:lnTo>
                    <a:cubicBezTo>
                      <a:pt x="3928707" y="3485210"/>
                      <a:pt x="3886047" y="3557954"/>
                      <a:pt x="3821334" y="3599629"/>
                    </a:cubicBezTo>
                    <a:lnTo>
                      <a:pt x="3732546" y="3954781"/>
                    </a:lnTo>
                    <a:lnTo>
                      <a:pt x="2998166" y="3954781"/>
                    </a:lnTo>
                    <a:lnTo>
                      <a:pt x="2918939" y="3637872"/>
                    </a:lnTo>
                    <a:lnTo>
                      <a:pt x="1025164" y="3637872"/>
                    </a:lnTo>
                    <a:lnTo>
                      <a:pt x="945937" y="3954781"/>
                    </a:lnTo>
                    <a:lnTo>
                      <a:pt x="211557" y="3954781"/>
                    </a:lnTo>
                    <a:lnTo>
                      <a:pt x="125186" y="3609298"/>
                    </a:lnTo>
                    <a:cubicBezTo>
                      <a:pt x="50483" y="3570656"/>
                      <a:pt x="0" y="3492475"/>
                      <a:pt x="0" y="3402502"/>
                    </a:cubicBezTo>
                    <a:lnTo>
                      <a:pt x="0" y="235370"/>
                    </a:lnTo>
                    <a:cubicBezTo>
                      <a:pt x="0" y="105379"/>
                      <a:pt x="105379" y="0"/>
                      <a:pt x="23537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652" name="Google Shape;1652;p46"/>
              <p:cNvSpPr/>
              <p:nvPr/>
            </p:nvSpPr>
            <p:spPr>
              <a:xfrm>
                <a:off x="9626515" y="1969444"/>
                <a:ext cx="330976" cy="339180"/>
              </a:xfrm>
              <a:custGeom>
                <a:rect b="b" l="l" r="r" t="t"/>
                <a:pathLst>
                  <a:path extrusionOk="0" h="3984815" w="3888432">
                    <a:moveTo>
                      <a:pt x="3131805" y="2156163"/>
                    </a:moveTo>
                    <a:lnTo>
                      <a:pt x="3132791" y="2156712"/>
                    </a:lnTo>
                    <a:lnTo>
                      <a:pt x="3132791" y="3458037"/>
                    </a:lnTo>
                    <a:lnTo>
                      <a:pt x="2592791" y="3458037"/>
                    </a:lnTo>
                    <a:lnTo>
                      <a:pt x="2592791" y="2392416"/>
                    </a:lnTo>
                    <a:lnTo>
                      <a:pt x="3131805" y="2392416"/>
                    </a:lnTo>
                    <a:close/>
                    <a:moveTo>
                      <a:pt x="1894806" y="1447696"/>
                    </a:moveTo>
                    <a:lnTo>
                      <a:pt x="2434806" y="1447696"/>
                    </a:lnTo>
                    <a:lnTo>
                      <a:pt x="2434806" y="3067696"/>
                    </a:lnTo>
                    <a:lnTo>
                      <a:pt x="2425859" y="3067696"/>
                    </a:lnTo>
                    <a:lnTo>
                      <a:pt x="2425859" y="3458037"/>
                    </a:lnTo>
                    <a:lnTo>
                      <a:pt x="1885859" y="3458037"/>
                    </a:lnTo>
                    <a:lnTo>
                      <a:pt x="1885859" y="1462222"/>
                    </a:lnTo>
                    <a:lnTo>
                      <a:pt x="1894806" y="1467205"/>
                    </a:lnTo>
                    <a:close/>
                    <a:moveTo>
                      <a:pt x="1178927" y="1068489"/>
                    </a:moveTo>
                    <a:lnTo>
                      <a:pt x="1179306" y="1068700"/>
                    </a:lnTo>
                    <a:lnTo>
                      <a:pt x="1179306" y="1992407"/>
                    </a:lnTo>
                    <a:lnTo>
                      <a:pt x="1718927" y="1992407"/>
                    </a:lnTo>
                    <a:lnTo>
                      <a:pt x="1718927" y="3458037"/>
                    </a:lnTo>
                    <a:lnTo>
                      <a:pt x="1178927" y="3458037"/>
                    </a:lnTo>
                    <a:close/>
                    <a:moveTo>
                      <a:pt x="471995" y="674757"/>
                    </a:moveTo>
                    <a:lnTo>
                      <a:pt x="482407" y="680556"/>
                    </a:lnTo>
                    <a:lnTo>
                      <a:pt x="1022307" y="680556"/>
                    </a:lnTo>
                    <a:lnTo>
                      <a:pt x="1022307" y="2085638"/>
                    </a:lnTo>
                    <a:lnTo>
                      <a:pt x="1011995" y="2085638"/>
                    </a:lnTo>
                    <a:lnTo>
                      <a:pt x="1011995" y="3458037"/>
                    </a:lnTo>
                    <a:lnTo>
                      <a:pt x="471995" y="3458037"/>
                    </a:lnTo>
                    <a:close/>
                    <a:moveTo>
                      <a:pt x="3301860" y="259154"/>
                    </a:moveTo>
                    <a:lnTo>
                      <a:pt x="3841860" y="259154"/>
                    </a:lnTo>
                    <a:lnTo>
                      <a:pt x="3841860" y="2548347"/>
                    </a:lnTo>
                    <a:lnTo>
                      <a:pt x="3835956" y="2548347"/>
                    </a:lnTo>
                    <a:lnTo>
                      <a:pt x="3839723" y="2550445"/>
                    </a:lnTo>
                    <a:lnTo>
                      <a:pt x="3839723" y="3458037"/>
                    </a:lnTo>
                    <a:lnTo>
                      <a:pt x="3299723" y="3458037"/>
                    </a:lnTo>
                    <a:lnTo>
                      <a:pt x="3299723" y="2249687"/>
                    </a:lnTo>
                    <a:lnTo>
                      <a:pt x="3301860" y="2250877"/>
                    </a:lnTo>
                    <a:close/>
                    <a:moveTo>
                      <a:pt x="0" y="0"/>
                    </a:moveTo>
                    <a:lnTo>
                      <a:pt x="360000" y="0"/>
                    </a:lnTo>
                    <a:lnTo>
                      <a:pt x="360000" y="3624815"/>
                    </a:lnTo>
                    <a:lnTo>
                      <a:pt x="3888432" y="3624815"/>
                    </a:lnTo>
                    <a:lnTo>
                      <a:pt x="3888432" y="3984815"/>
                    </a:lnTo>
                    <a:lnTo>
                      <a:pt x="0" y="3984815"/>
                    </a:lnTo>
                    <a:lnTo>
                      <a:pt x="0" y="3888432"/>
                    </a:lnTo>
                    <a:lnTo>
                      <a:pt x="0" y="362481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653" name="Google Shape;1653;p46"/>
              <p:cNvSpPr/>
              <p:nvPr/>
            </p:nvSpPr>
            <p:spPr>
              <a:xfrm>
                <a:off x="10765361" y="4863776"/>
                <a:ext cx="330939" cy="234666"/>
              </a:xfrm>
              <a:custGeom>
                <a:rect b="b" l="l" r="r" t="t"/>
                <a:pathLst>
                  <a:path extrusionOk="0" h="2808000" w="3960000">
                    <a:moveTo>
                      <a:pt x="2137982" y="2165237"/>
                    </a:moveTo>
                    <a:lnTo>
                      <a:pt x="2111402" y="2204211"/>
                    </a:lnTo>
                    <a:lnTo>
                      <a:pt x="2137982" y="2204211"/>
                    </a:lnTo>
                    <a:close/>
                    <a:moveTo>
                      <a:pt x="2635730" y="2101964"/>
                    </a:moveTo>
                    <a:cubicBezTo>
                      <a:pt x="2615812" y="2101964"/>
                      <a:pt x="2599666" y="2142287"/>
                      <a:pt x="2599666" y="2192028"/>
                    </a:cubicBezTo>
                    <a:cubicBezTo>
                      <a:pt x="2599666" y="2241769"/>
                      <a:pt x="2615812" y="2282092"/>
                      <a:pt x="2635730" y="2282092"/>
                    </a:cubicBezTo>
                    <a:cubicBezTo>
                      <a:pt x="2655648" y="2282092"/>
                      <a:pt x="2671794" y="2241769"/>
                      <a:pt x="2671794" y="2192028"/>
                    </a:cubicBezTo>
                    <a:cubicBezTo>
                      <a:pt x="2671794" y="2142287"/>
                      <a:pt x="2655648" y="2101964"/>
                      <a:pt x="2635730" y="2101964"/>
                    </a:cubicBezTo>
                    <a:close/>
                    <a:moveTo>
                      <a:pt x="1280012" y="2101964"/>
                    </a:moveTo>
                    <a:cubicBezTo>
                      <a:pt x="1260094" y="2101964"/>
                      <a:pt x="1243948" y="2142287"/>
                      <a:pt x="1243948" y="2192028"/>
                    </a:cubicBezTo>
                    <a:cubicBezTo>
                      <a:pt x="1243948" y="2241769"/>
                      <a:pt x="1260094" y="2282092"/>
                      <a:pt x="1280012" y="2282092"/>
                    </a:cubicBezTo>
                    <a:cubicBezTo>
                      <a:pt x="1299930" y="2282092"/>
                      <a:pt x="1316076" y="2241769"/>
                      <a:pt x="1316076" y="2192028"/>
                    </a:cubicBezTo>
                    <a:cubicBezTo>
                      <a:pt x="1316076" y="2142287"/>
                      <a:pt x="1299930" y="2101964"/>
                      <a:pt x="1280012" y="2101964"/>
                    </a:cubicBezTo>
                    <a:close/>
                    <a:moveTo>
                      <a:pt x="2138296" y="2025749"/>
                    </a:moveTo>
                    <a:lnTo>
                      <a:pt x="2139137" y="2026323"/>
                    </a:lnTo>
                    <a:lnTo>
                      <a:pt x="2216315" y="2026323"/>
                    </a:lnTo>
                    <a:lnTo>
                      <a:pt x="2216315" y="2204211"/>
                    </a:lnTo>
                    <a:lnTo>
                      <a:pt x="2256063" y="2204211"/>
                    </a:lnTo>
                    <a:lnTo>
                      <a:pt x="2256063" y="2282544"/>
                    </a:lnTo>
                    <a:lnTo>
                      <a:pt x="2216315" y="2282544"/>
                    </a:lnTo>
                    <a:lnTo>
                      <a:pt x="2216315" y="2357732"/>
                    </a:lnTo>
                    <a:lnTo>
                      <a:pt x="2137982" y="2357732"/>
                    </a:lnTo>
                    <a:lnTo>
                      <a:pt x="2137982" y="2282544"/>
                    </a:lnTo>
                    <a:lnTo>
                      <a:pt x="2015039" y="2282544"/>
                    </a:lnTo>
                    <a:lnTo>
                      <a:pt x="2015039" y="2208059"/>
                    </a:lnTo>
                    <a:lnTo>
                      <a:pt x="2014304" y="2207558"/>
                    </a:lnTo>
                    <a:lnTo>
                      <a:pt x="2015039" y="2206481"/>
                    </a:lnTo>
                    <a:lnTo>
                      <a:pt x="2015039" y="2204211"/>
                    </a:lnTo>
                    <a:lnTo>
                      <a:pt x="2016587" y="2204211"/>
                    </a:lnTo>
                    <a:close/>
                    <a:moveTo>
                      <a:pt x="1855876" y="2017651"/>
                    </a:moveTo>
                    <a:cubicBezTo>
                      <a:pt x="1914135" y="2017257"/>
                      <a:pt x="1961791" y="2063958"/>
                      <a:pt x="1962577" y="2122214"/>
                    </a:cubicBezTo>
                    <a:cubicBezTo>
                      <a:pt x="1962954" y="2150145"/>
                      <a:pt x="1952489" y="2175712"/>
                      <a:pt x="1934995" y="2194820"/>
                    </a:cubicBezTo>
                    <a:cubicBezTo>
                      <a:pt x="1952694" y="2214184"/>
                      <a:pt x="1963194" y="2240138"/>
                      <a:pt x="1962560" y="2268406"/>
                    </a:cubicBezTo>
                    <a:cubicBezTo>
                      <a:pt x="1961260" y="2326468"/>
                      <a:pt x="1913477" y="2372672"/>
                      <a:pt x="1855404" y="2372021"/>
                    </a:cubicBezTo>
                    <a:cubicBezTo>
                      <a:pt x="1797331" y="2371371"/>
                      <a:pt x="1750595" y="2324109"/>
                      <a:pt x="1750595" y="2266032"/>
                    </a:cubicBezTo>
                    <a:lnTo>
                      <a:pt x="1826499" y="2266032"/>
                    </a:lnTo>
                    <a:cubicBezTo>
                      <a:pt x="1826499" y="2282520"/>
                      <a:pt x="1839767" y="2295938"/>
                      <a:pt x="1856254" y="2296122"/>
                    </a:cubicBezTo>
                    <a:cubicBezTo>
                      <a:pt x="1872741" y="2296307"/>
                      <a:pt x="1886306" y="2283190"/>
                      <a:pt x="1886676" y="2266706"/>
                    </a:cubicBezTo>
                    <a:cubicBezTo>
                      <a:pt x="1887039" y="2250493"/>
                      <a:pt x="1874503" y="2236962"/>
                      <a:pt x="1858407" y="2236065"/>
                    </a:cubicBezTo>
                    <a:lnTo>
                      <a:pt x="1814193" y="2236065"/>
                    </a:lnTo>
                    <a:lnTo>
                      <a:pt x="1814193" y="2152552"/>
                    </a:lnTo>
                    <a:lnTo>
                      <a:pt x="1857384" y="2152552"/>
                    </a:lnTo>
                    <a:cubicBezTo>
                      <a:pt x="1873190" y="2152141"/>
                      <a:pt x="1885741" y="2139089"/>
                      <a:pt x="1885527" y="2123254"/>
                    </a:cubicBezTo>
                    <a:cubicBezTo>
                      <a:pt x="1885313" y="2107349"/>
                      <a:pt x="1872302" y="2094598"/>
                      <a:pt x="1856396" y="2094706"/>
                    </a:cubicBezTo>
                    <a:cubicBezTo>
                      <a:pt x="1840490" y="2094813"/>
                      <a:pt x="1827652" y="2107738"/>
                      <a:pt x="1827652" y="2123644"/>
                    </a:cubicBezTo>
                    <a:lnTo>
                      <a:pt x="1750595" y="2123644"/>
                    </a:lnTo>
                    <a:cubicBezTo>
                      <a:pt x="1750595" y="2065383"/>
                      <a:pt x="1797616" y="2018044"/>
                      <a:pt x="1855876" y="2017651"/>
                    </a:cubicBezTo>
                    <a:close/>
                    <a:moveTo>
                      <a:pt x="2930344" y="2012028"/>
                    </a:moveTo>
                    <a:cubicBezTo>
                      <a:pt x="2996416" y="2014229"/>
                      <a:pt x="3045968" y="2074602"/>
                      <a:pt x="3038901" y="2136479"/>
                    </a:cubicBezTo>
                    <a:cubicBezTo>
                      <a:pt x="3029916" y="2202312"/>
                      <a:pt x="2982346" y="2231435"/>
                      <a:pt x="2939412" y="2275597"/>
                    </a:cubicBezTo>
                    <a:lnTo>
                      <a:pt x="3031192" y="2275597"/>
                    </a:lnTo>
                    <a:lnTo>
                      <a:pt x="3031192" y="2357732"/>
                    </a:lnTo>
                    <a:lnTo>
                      <a:pt x="2819358" y="2357732"/>
                    </a:lnTo>
                    <a:cubicBezTo>
                      <a:pt x="2819409" y="2335416"/>
                      <a:pt x="2820521" y="2314113"/>
                      <a:pt x="2820571" y="2291797"/>
                    </a:cubicBezTo>
                    <a:cubicBezTo>
                      <a:pt x="2870625" y="2240158"/>
                      <a:pt x="2905662" y="2213324"/>
                      <a:pt x="2965770" y="2143601"/>
                    </a:cubicBezTo>
                    <a:cubicBezTo>
                      <a:pt x="2980233" y="2116927"/>
                      <a:pt x="2957264" y="2092452"/>
                      <a:pt x="2931831" y="2093607"/>
                    </a:cubicBezTo>
                    <a:cubicBezTo>
                      <a:pt x="2910102" y="2094595"/>
                      <a:pt x="2891536" y="2110969"/>
                      <a:pt x="2889885" y="2139461"/>
                    </a:cubicBezTo>
                    <a:lnTo>
                      <a:pt x="2818945" y="2139461"/>
                    </a:lnTo>
                    <a:cubicBezTo>
                      <a:pt x="2821421" y="2064364"/>
                      <a:pt x="2869776" y="2012037"/>
                      <a:pt x="2930344" y="2012028"/>
                    </a:cubicBezTo>
                    <a:close/>
                    <a:moveTo>
                      <a:pt x="2635730" y="2012028"/>
                    </a:moveTo>
                    <a:cubicBezTo>
                      <a:pt x="2705318" y="2012028"/>
                      <a:pt x="2761730" y="2092617"/>
                      <a:pt x="2761730" y="2192028"/>
                    </a:cubicBezTo>
                    <a:cubicBezTo>
                      <a:pt x="2761730" y="2291439"/>
                      <a:pt x="2705318" y="2372028"/>
                      <a:pt x="2635730" y="2372028"/>
                    </a:cubicBezTo>
                    <a:cubicBezTo>
                      <a:pt x="2566142" y="2372028"/>
                      <a:pt x="2509730" y="2291439"/>
                      <a:pt x="2509730" y="2192028"/>
                    </a:cubicBezTo>
                    <a:cubicBezTo>
                      <a:pt x="2509730" y="2092617"/>
                      <a:pt x="2566142" y="2012028"/>
                      <a:pt x="2635730" y="2012028"/>
                    </a:cubicBezTo>
                    <a:close/>
                    <a:moveTo>
                      <a:pt x="2436237" y="2012028"/>
                    </a:moveTo>
                    <a:lnTo>
                      <a:pt x="2436206" y="2012510"/>
                    </a:lnTo>
                    <a:lnTo>
                      <a:pt x="2452515" y="2012510"/>
                    </a:lnTo>
                    <a:lnTo>
                      <a:pt x="2452515" y="2372028"/>
                    </a:lnTo>
                    <a:lnTo>
                      <a:pt x="2364870" y="2372028"/>
                    </a:lnTo>
                    <a:lnTo>
                      <a:pt x="2364870" y="2101874"/>
                    </a:lnTo>
                    <a:cubicBezTo>
                      <a:pt x="2347394" y="2108434"/>
                      <a:pt x="2328091" y="2111607"/>
                      <a:pt x="2308515" y="2111039"/>
                    </a:cubicBezTo>
                    <a:lnTo>
                      <a:pt x="2311564" y="2043892"/>
                    </a:lnTo>
                    <a:cubicBezTo>
                      <a:pt x="2321741" y="2044066"/>
                      <a:pt x="2331771" y="2042373"/>
                      <a:pt x="2340372" y="2039030"/>
                    </a:cubicBezTo>
                    <a:cubicBezTo>
                      <a:pt x="2355279" y="2033236"/>
                      <a:pt x="2364268" y="2023137"/>
                      <a:pt x="2364156" y="2012310"/>
                    </a:cubicBezTo>
                    <a:cubicBezTo>
                      <a:pt x="2388183" y="2012216"/>
                      <a:pt x="2412210" y="2012122"/>
                      <a:pt x="2436237" y="2012028"/>
                    </a:cubicBezTo>
                    <a:close/>
                    <a:moveTo>
                      <a:pt x="1574625" y="2012028"/>
                    </a:moveTo>
                    <a:cubicBezTo>
                      <a:pt x="1640698" y="2014229"/>
                      <a:pt x="1690250" y="2074602"/>
                      <a:pt x="1683183" y="2136479"/>
                    </a:cubicBezTo>
                    <a:cubicBezTo>
                      <a:pt x="1674198" y="2202312"/>
                      <a:pt x="1626628" y="2231435"/>
                      <a:pt x="1583694" y="2275597"/>
                    </a:cubicBezTo>
                    <a:lnTo>
                      <a:pt x="1675474" y="2275597"/>
                    </a:lnTo>
                    <a:lnTo>
                      <a:pt x="1675474" y="2357732"/>
                    </a:lnTo>
                    <a:lnTo>
                      <a:pt x="1463640" y="2357732"/>
                    </a:lnTo>
                    <a:cubicBezTo>
                      <a:pt x="1463691" y="2335416"/>
                      <a:pt x="1464802" y="2314113"/>
                      <a:pt x="1464853" y="2291797"/>
                    </a:cubicBezTo>
                    <a:cubicBezTo>
                      <a:pt x="1514907" y="2240158"/>
                      <a:pt x="1549943" y="2213324"/>
                      <a:pt x="1610052" y="2143601"/>
                    </a:cubicBezTo>
                    <a:cubicBezTo>
                      <a:pt x="1624515" y="2116927"/>
                      <a:pt x="1601546" y="2092452"/>
                      <a:pt x="1576112" y="2093607"/>
                    </a:cubicBezTo>
                    <a:cubicBezTo>
                      <a:pt x="1554383" y="2094595"/>
                      <a:pt x="1535817" y="2110969"/>
                      <a:pt x="1534167" y="2139461"/>
                    </a:cubicBezTo>
                    <a:lnTo>
                      <a:pt x="1463227" y="2139461"/>
                    </a:lnTo>
                    <a:cubicBezTo>
                      <a:pt x="1465703" y="2064364"/>
                      <a:pt x="1514058" y="2012037"/>
                      <a:pt x="1574625" y="2012028"/>
                    </a:cubicBezTo>
                    <a:close/>
                    <a:moveTo>
                      <a:pt x="1280012" y="2012028"/>
                    </a:moveTo>
                    <a:cubicBezTo>
                      <a:pt x="1349600" y="2012028"/>
                      <a:pt x="1406012" y="2092617"/>
                      <a:pt x="1406012" y="2192028"/>
                    </a:cubicBezTo>
                    <a:cubicBezTo>
                      <a:pt x="1406012" y="2291439"/>
                      <a:pt x="1349600" y="2372028"/>
                      <a:pt x="1280012" y="2372028"/>
                    </a:cubicBezTo>
                    <a:cubicBezTo>
                      <a:pt x="1210424" y="2372028"/>
                      <a:pt x="1154012" y="2291439"/>
                      <a:pt x="1154012" y="2192028"/>
                    </a:cubicBezTo>
                    <a:cubicBezTo>
                      <a:pt x="1154012" y="2092617"/>
                      <a:pt x="1210424" y="2012028"/>
                      <a:pt x="1280012" y="2012028"/>
                    </a:cubicBezTo>
                    <a:close/>
                    <a:moveTo>
                      <a:pt x="1080519" y="2012028"/>
                    </a:moveTo>
                    <a:lnTo>
                      <a:pt x="1080488" y="2012510"/>
                    </a:lnTo>
                    <a:lnTo>
                      <a:pt x="1096797" y="2012510"/>
                    </a:lnTo>
                    <a:lnTo>
                      <a:pt x="1096797" y="2372028"/>
                    </a:lnTo>
                    <a:lnTo>
                      <a:pt x="1009152" y="2372028"/>
                    </a:lnTo>
                    <a:lnTo>
                      <a:pt x="1009152" y="2101874"/>
                    </a:lnTo>
                    <a:cubicBezTo>
                      <a:pt x="991676" y="2108434"/>
                      <a:pt x="972373" y="2111607"/>
                      <a:pt x="952797" y="2111039"/>
                    </a:cubicBezTo>
                    <a:lnTo>
                      <a:pt x="955846" y="2043892"/>
                    </a:lnTo>
                    <a:cubicBezTo>
                      <a:pt x="966023" y="2044066"/>
                      <a:pt x="976053" y="2042373"/>
                      <a:pt x="984654" y="2039030"/>
                    </a:cubicBezTo>
                    <a:cubicBezTo>
                      <a:pt x="999561" y="2033236"/>
                      <a:pt x="1008550" y="2023137"/>
                      <a:pt x="1008438" y="2012310"/>
                    </a:cubicBezTo>
                    <a:cubicBezTo>
                      <a:pt x="1032465" y="2012216"/>
                      <a:pt x="1056492" y="2012122"/>
                      <a:pt x="1080519" y="2012028"/>
                    </a:cubicBezTo>
                    <a:close/>
                    <a:moveTo>
                      <a:pt x="3373743" y="362438"/>
                    </a:moveTo>
                    <a:lnTo>
                      <a:pt x="3553743" y="362438"/>
                    </a:lnTo>
                    <a:lnTo>
                      <a:pt x="3553743" y="2414438"/>
                    </a:lnTo>
                    <a:lnTo>
                      <a:pt x="3373743" y="2414438"/>
                    </a:lnTo>
                    <a:close/>
                    <a:moveTo>
                      <a:pt x="3129580" y="362438"/>
                    </a:moveTo>
                    <a:lnTo>
                      <a:pt x="3273580" y="362438"/>
                    </a:lnTo>
                    <a:lnTo>
                      <a:pt x="3273580" y="2414438"/>
                    </a:lnTo>
                    <a:lnTo>
                      <a:pt x="3129580" y="2414438"/>
                    </a:lnTo>
                    <a:close/>
                    <a:moveTo>
                      <a:pt x="2939411" y="362438"/>
                    </a:moveTo>
                    <a:lnTo>
                      <a:pt x="3029411" y="362438"/>
                    </a:lnTo>
                    <a:lnTo>
                      <a:pt x="3029411" y="1957238"/>
                    </a:lnTo>
                    <a:lnTo>
                      <a:pt x="2939411" y="1957238"/>
                    </a:lnTo>
                    <a:close/>
                    <a:moveTo>
                      <a:pt x="2731242" y="362438"/>
                    </a:moveTo>
                    <a:lnTo>
                      <a:pt x="2839242" y="362438"/>
                    </a:lnTo>
                    <a:lnTo>
                      <a:pt x="2839242" y="1957238"/>
                    </a:lnTo>
                    <a:lnTo>
                      <a:pt x="2731242" y="1957238"/>
                    </a:lnTo>
                    <a:close/>
                    <a:moveTo>
                      <a:pt x="2487073" y="362438"/>
                    </a:moveTo>
                    <a:lnTo>
                      <a:pt x="2631073" y="362438"/>
                    </a:lnTo>
                    <a:lnTo>
                      <a:pt x="2631073" y="1957238"/>
                    </a:lnTo>
                    <a:lnTo>
                      <a:pt x="2487073" y="1957238"/>
                    </a:lnTo>
                    <a:close/>
                    <a:moveTo>
                      <a:pt x="2296904" y="362438"/>
                    </a:moveTo>
                    <a:lnTo>
                      <a:pt x="2386904" y="362438"/>
                    </a:lnTo>
                    <a:lnTo>
                      <a:pt x="2386904" y="1957238"/>
                    </a:lnTo>
                    <a:lnTo>
                      <a:pt x="2296904" y="1957238"/>
                    </a:lnTo>
                    <a:close/>
                    <a:moveTo>
                      <a:pt x="2016735" y="362438"/>
                    </a:moveTo>
                    <a:lnTo>
                      <a:pt x="2196735" y="362438"/>
                    </a:lnTo>
                    <a:lnTo>
                      <a:pt x="2196735" y="1957238"/>
                    </a:lnTo>
                    <a:lnTo>
                      <a:pt x="2016735" y="1957238"/>
                    </a:lnTo>
                    <a:close/>
                    <a:moveTo>
                      <a:pt x="1826566" y="362438"/>
                    </a:moveTo>
                    <a:lnTo>
                      <a:pt x="1916566" y="362438"/>
                    </a:lnTo>
                    <a:lnTo>
                      <a:pt x="1916566" y="1957238"/>
                    </a:lnTo>
                    <a:lnTo>
                      <a:pt x="1826566" y="1957238"/>
                    </a:lnTo>
                    <a:close/>
                    <a:moveTo>
                      <a:pt x="1582397" y="362438"/>
                    </a:moveTo>
                    <a:lnTo>
                      <a:pt x="1726397" y="362438"/>
                    </a:lnTo>
                    <a:lnTo>
                      <a:pt x="1726397" y="1957238"/>
                    </a:lnTo>
                    <a:lnTo>
                      <a:pt x="1582397" y="1957238"/>
                    </a:lnTo>
                    <a:close/>
                    <a:moveTo>
                      <a:pt x="1302228" y="362438"/>
                    </a:moveTo>
                    <a:lnTo>
                      <a:pt x="1482228" y="362438"/>
                    </a:lnTo>
                    <a:lnTo>
                      <a:pt x="1482228" y="1957238"/>
                    </a:lnTo>
                    <a:lnTo>
                      <a:pt x="1302228" y="1957238"/>
                    </a:lnTo>
                    <a:close/>
                    <a:moveTo>
                      <a:pt x="1094059" y="362438"/>
                    </a:moveTo>
                    <a:lnTo>
                      <a:pt x="1202059" y="362438"/>
                    </a:lnTo>
                    <a:lnTo>
                      <a:pt x="1202059" y="1957238"/>
                    </a:lnTo>
                    <a:lnTo>
                      <a:pt x="1094059" y="1957238"/>
                    </a:lnTo>
                    <a:close/>
                    <a:moveTo>
                      <a:pt x="903890" y="362438"/>
                    </a:moveTo>
                    <a:lnTo>
                      <a:pt x="993890" y="362438"/>
                    </a:lnTo>
                    <a:lnTo>
                      <a:pt x="993890" y="1957238"/>
                    </a:lnTo>
                    <a:lnTo>
                      <a:pt x="903890" y="1957238"/>
                    </a:lnTo>
                    <a:close/>
                    <a:moveTo>
                      <a:pt x="623721" y="362438"/>
                    </a:moveTo>
                    <a:lnTo>
                      <a:pt x="803721" y="362438"/>
                    </a:lnTo>
                    <a:lnTo>
                      <a:pt x="803721" y="2414438"/>
                    </a:lnTo>
                    <a:lnTo>
                      <a:pt x="623721" y="2414438"/>
                    </a:lnTo>
                    <a:close/>
                    <a:moveTo>
                      <a:pt x="433552" y="362438"/>
                    </a:moveTo>
                    <a:lnTo>
                      <a:pt x="523552" y="362438"/>
                    </a:lnTo>
                    <a:lnTo>
                      <a:pt x="523552" y="2414438"/>
                    </a:lnTo>
                    <a:lnTo>
                      <a:pt x="433552" y="2414438"/>
                    </a:lnTo>
                    <a:close/>
                    <a:moveTo>
                      <a:pt x="303674" y="216000"/>
                    </a:moveTo>
                    <a:cubicBezTo>
                      <a:pt x="255253" y="216000"/>
                      <a:pt x="216000" y="255253"/>
                      <a:pt x="216000" y="303674"/>
                    </a:cubicBezTo>
                    <a:lnTo>
                      <a:pt x="216000" y="2504326"/>
                    </a:lnTo>
                    <a:cubicBezTo>
                      <a:pt x="216000" y="2552747"/>
                      <a:pt x="255253" y="2592000"/>
                      <a:pt x="303674" y="2592000"/>
                    </a:cubicBezTo>
                    <a:lnTo>
                      <a:pt x="3656326" y="2592000"/>
                    </a:lnTo>
                    <a:cubicBezTo>
                      <a:pt x="3704747" y="2592000"/>
                      <a:pt x="3744000" y="2552747"/>
                      <a:pt x="3744000" y="2504326"/>
                    </a:cubicBezTo>
                    <a:lnTo>
                      <a:pt x="3744000" y="303674"/>
                    </a:lnTo>
                    <a:cubicBezTo>
                      <a:pt x="3744000" y="255253"/>
                      <a:pt x="3704747" y="216000"/>
                      <a:pt x="3656326" y="216000"/>
                    </a:cubicBezTo>
                    <a:close/>
                    <a:moveTo>
                      <a:pt x="149021" y="0"/>
                    </a:moveTo>
                    <a:lnTo>
                      <a:pt x="3810979" y="0"/>
                    </a:lnTo>
                    <a:cubicBezTo>
                      <a:pt x="3893281" y="0"/>
                      <a:pt x="3960000" y="66719"/>
                      <a:pt x="3960000" y="149021"/>
                    </a:cubicBezTo>
                    <a:lnTo>
                      <a:pt x="3960000" y="2658979"/>
                    </a:lnTo>
                    <a:cubicBezTo>
                      <a:pt x="3960000" y="2741281"/>
                      <a:pt x="3893281" y="2808000"/>
                      <a:pt x="3810979" y="2808000"/>
                    </a:cubicBezTo>
                    <a:lnTo>
                      <a:pt x="149021" y="2808000"/>
                    </a:lnTo>
                    <a:cubicBezTo>
                      <a:pt x="66719" y="2808000"/>
                      <a:pt x="0" y="2741281"/>
                      <a:pt x="0" y="2658979"/>
                    </a:cubicBezTo>
                    <a:lnTo>
                      <a:pt x="0" y="149021"/>
                    </a:lnTo>
                    <a:cubicBezTo>
                      <a:pt x="0" y="66719"/>
                      <a:pt x="66719" y="0"/>
                      <a:pt x="14902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654" name="Google Shape;1654;p46"/>
              <p:cNvSpPr/>
              <p:nvPr/>
            </p:nvSpPr>
            <p:spPr>
              <a:xfrm>
                <a:off x="7818475" y="4673961"/>
                <a:ext cx="330939" cy="330692"/>
              </a:xfrm>
              <a:custGeom>
                <a:rect b="b" l="l" r="r" t="t"/>
                <a:pathLst>
                  <a:path extrusionOk="0" h="3968213" w="3971162">
                    <a:moveTo>
                      <a:pt x="808855" y="2815607"/>
                    </a:moveTo>
                    <a:lnTo>
                      <a:pt x="1168895" y="2815607"/>
                    </a:lnTo>
                    <a:lnTo>
                      <a:pt x="1168895" y="3175607"/>
                    </a:lnTo>
                    <a:lnTo>
                      <a:pt x="808855" y="3175607"/>
                    </a:lnTo>
                    <a:close/>
                    <a:moveTo>
                      <a:pt x="697665" y="2704397"/>
                    </a:moveTo>
                    <a:lnTo>
                      <a:pt x="697665" y="3286817"/>
                    </a:lnTo>
                    <a:lnTo>
                      <a:pt x="1280085" y="3286817"/>
                    </a:lnTo>
                    <a:lnTo>
                      <a:pt x="1280085" y="2704397"/>
                    </a:lnTo>
                    <a:close/>
                    <a:moveTo>
                      <a:pt x="537750" y="2544482"/>
                    </a:moveTo>
                    <a:lnTo>
                      <a:pt x="1440000" y="2544482"/>
                    </a:lnTo>
                    <a:lnTo>
                      <a:pt x="1440000" y="3446732"/>
                    </a:lnTo>
                    <a:lnTo>
                      <a:pt x="537750" y="3446732"/>
                    </a:lnTo>
                    <a:close/>
                    <a:moveTo>
                      <a:pt x="0" y="2528213"/>
                    </a:moveTo>
                    <a:lnTo>
                      <a:pt x="360000" y="2528213"/>
                    </a:lnTo>
                    <a:lnTo>
                      <a:pt x="360000" y="3608213"/>
                    </a:lnTo>
                    <a:lnTo>
                      <a:pt x="1440000" y="3608213"/>
                    </a:lnTo>
                    <a:lnTo>
                      <a:pt x="1440000" y="3968213"/>
                    </a:lnTo>
                    <a:lnTo>
                      <a:pt x="360000" y="3968213"/>
                    </a:lnTo>
                    <a:lnTo>
                      <a:pt x="0" y="3968213"/>
                    </a:lnTo>
                    <a:lnTo>
                      <a:pt x="0" y="3608213"/>
                    </a:lnTo>
                    <a:close/>
                    <a:moveTo>
                      <a:pt x="3605829" y="2524046"/>
                    </a:moveTo>
                    <a:lnTo>
                      <a:pt x="3965829" y="2524046"/>
                    </a:lnTo>
                    <a:lnTo>
                      <a:pt x="3965829" y="3604046"/>
                    </a:lnTo>
                    <a:lnTo>
                      <a:pt x="3965829" y="3964046"/>
                    </a:lnTo>
                    <a:lnTo>
                      <a:pt x="3605829" y="3964046"/>
                    </a:lnTo>
                    <a:lnTo>
                      <a:pt x="2525829" y="3964046"/>
                    </a:lnTo>
                    <a:lnTo>
                      <a:pt x="2525829" y="3604046"/>
                    </a:lnTo>
                    <a:lnTo>
                      <a:pt x="3605829" y="3604046"/>
                    </a:lnTo>
                    <a:close/>
                    <a:moveTo>
                      <a:pt x="1542677" y="2468095"/>
                    </a:moveTo>
                    <a:lnTo>
                      <a:pt x="1758701" y="2468095"/>
                    </a:lnTo>
                    <a:lnTo>
                      <a:pt x="1758701" y="2835684"/>
                    </a:lnTo>
                    <a:lnTo>
                      <a:pt x="1542677" y="2835684"/>
                    </a:lnTo>
                    <a:close/>
                    <a:moveTo>
                      <a:pt x="3174101" y="2437460"/>
                    </a:moveTo>
                    <a:lnTo>
                      <a:pt x="3390125" y="2437460"/>
                    </a:lnTo>
                    <a:lnTo>
                      <a:pt x="3390125" y="2663201"/>
                    </a:lnTo>
                    <a:lnTo>
                      <a:pt x="3174101" y="2663201"/>
                    </a:lnTo>
                    <a:close/>
                    <a:moveTo>
                      <a:pt x="2809842" y="2295613"/>
                    </a:moveTo>
                    <a:lnTo>
                      <a:pt x="3025866" y="2295613"/>
                    </a:lnTo>
                    <a:lnTo>
                      <a:pt x="3025866" y="2663202"/>
                    </a:lnTo>
                    <a:lnTo>
                      <a:pt x="3389097" y="2663202"/>
                    </a:lnTo>
                    <a:lnTo>
                      <a:pt x="3389097" y="2873898"/>
                    </a:lnTo>
                    <a:lnTo>
                      <a:pt x="3389097" y="2873898"/>
                    </a:lnTo>
                    <a:lnTo>
                      <a:pt x="3389097" y="3446732"/>
                    </a:lnTo>
                    <a:lnTo>
                      <a:pt x="3173073" y="3446732"/>
                    </a:lnTo>
                    <a:lnTo>
                      <a:pt x="3173073" y="2879226"/>
                    </a:lnTo>
                    <a:lnTo>
                      <a:pt x="3021508" y="2879226"/>
                    </a:lnTo>
                    <a:lnTo>
                      <a:pt x="3021508" y="2663202"/>
                    </a:lnTo>
                    <a:lnTo>
                      <a:pt x="2809842" y="2663202"/>
                    </a:lnTo>
                    <a:close/>
                    <a:moveTo>
                      <a:pt x="2093780" y="2089306"/>
                    </a:moveTo>
                    <a:lnTo>
                      <a:pt x="2309804" y="2089306"/>
                    </a:lnTo>
                    <a:lnTo>
                      <a:pt x="2309804" y="2315047"/>
                    </a:lnTo>
                    <a:lnTo>
                      <a:pt x="2093780" y="2315047"/>
                    </a:lnTo>
                    <a:close/>
                    <a:moveTo>
                      <a:pt x="2656492" y="1853849"/>
                    </a:moveTo>
                    <a:lnTo>
                      <a:pt x="2872516" y="1853849"/>
                    </a:lnTo>
                    <a:lnTo>
                      <a:pt x="2872516" y="2038657"/>
                    </a:lnTo>
                    <a:lnTo>
                      <a:pt x="2989835" y="2038657"/>
                    </a:lnTo>
                    <a:lnTo>
                      <a:pt x="2989835" y="1887092"/>
                    </a:lnTo>
                    <a:lnTo>
                      <a:pt x="3205859" y="1887092"/>
                    </a:lnTo>
                    <a:lnTo>
                      <a:pt x="3205859" y="2028940"/>
                    </a:lnTo>
                    <a:lnTo>
                      <a:pt x="3390125" y="2028940"/>
                    </a:lnTo>
                    <a:lnTo>
                      <a:pt x="3390125" y="2254681"/>
                    </a:lnTo>
                    <a:lnTo>
                      <a:pt x="3205859" y="2254681"/>
                    </a:lnTo>
                    <a:lnTo>
                      <a:pt x="3174101" y="2254681"/>
                    </a:lnTo>
                    <a:lnTo>
                      <a:pt x="3005149" y="2254681"/>
                    </a:lnTo>
                    <a:lnTo>
                      <a:pt x="2989835" y="2254681"/>
                    </a:lnTo>
                    <a:lnTo>
                      <a:pt x="2688721" y="2254681"/>
                    </a:lnTo>
                    <a:lnTo>
                      <a:pt x="2688721" y="2447179"/>
                    </a:lnTo>
                    <a:lnTo>
                      <a:pt x="2488606" y="2447179"/>
                    </a:lnTo>
                    <a:lnTo>
                      <a:pt x="2488606" y="2663841"/>
                    </a:lnTo>
                    <a:lnTo>
                      <a:pt x="2486018" y="2663841"/>
                    </a:lnTo>
                    <a:lnTo>
                      <a:pt x="2486018" y="2846997"/>
                    </a:lnTo>
                    <a:lnTo>
                      <a:pt x="2840287" y="2846997"/>
                    </a:lnTo>
                    <a:lnTo>
                      <a:pt x="2840287" y="3046907"/>
                    </a:lnTo>
                    <a:lnTo>
                      <a:pt x="3045880" y="3046907"/>
                    </a:lnTo>
                    <a:lnTo>
                      <a:pt x="3045880" y="3272648"/>
                    </a:lnTo>
                    <a:lnTo>
                      <a:pt x="2829856" y="3272648"/>
                    </a:lnTo>
                    <a:lnTo>
                      <a:pt x="2829856" y="3063021"/>
                    </a:lnTo>
                    <a:lnTo>
                      <a:pt x="2472698" y="3063021"/>
                    </a:lnTo>
                    <a:lnTo>
                      <a:pt x="2472698" y="2847499"/>
                    </a:lnTo>
                    <a:lnTo>
                      <a:pt x="2093780" y="2847499"/>
                    </a:lnTo>
                    <a:lnTo>
                      <a:pt x="2088510" y="2847499"/>
                    </a:lnTo>
                    <a:lnTo>
                      <a:pt x="1910267" y="2847499"/>
                    </a:lnTo>
                    <a:lnTo>
                      <a:pt x="1910267" y="3028023"/>
                    </a:lnTo>
                    <a:lnTo>
                      <a:pt x="2277575" y="3028023"/>
                    </a:lnTo>
                    <a:lnTo>
                      <a:pt x="2277575" y="3241488"/>
                    </a:lnTo>
                    <a:lnTo>
                      <a:pt x="2829855" y="3241488"/>
                    </a:lnTo>
                    <a:lnTo>
                      <a:pt x="2829855" y="3457512"/>
                    </a:lnTo>
                    <a:lnTo>
                      <a:pt x="2269993" y="3457512"/>
                    </a:lnTo>
                    <a:lnTo>
                      <a:pt x="2269993" y="3244047"/>
                    </a:lnTo>
                    <a:lnTo>
                      <a:pt x="2111604" y="3244047"/>
                    </a:lnTo>
                    <a:lnTo>
                      <a:pt x="2111604" y="3446733"/>
                    </a:lnTo>
                    <a:lnTo>
                      <a:pt x="1744015" y="3446733"/>
                    </a:lnTo>
                    <a:lnTo>
                      <a:pt x="1744015" y="3230709"/>
                    </a:lnTo>
                    <a:lnTo>
                      <a:pt x="1909986" y="3230709"/>
                    </a:lnTo>
                    <a:lnTo>
                      <a:pt x="1909986" y="3051709"/>
                    </a:lnTo>
                    <a:lnTo>
                      <a:pt x="1542678" y="3051709"/>
                    </a:lnTo>
                    <a:lnTo>
                      <a:pt x="1542678" y="2835685"/>
                    </a:lnTo>
                    <a:lnTo>
                      <a:pt x="1877756" y="2835685"/>
                    </a:lnTo>
                    <a:lnTo>
                      <a:pt x="1877756" y="2315047"/>
                    </a:lnTo>
                    <a:lnTo>
                      <a:pt x="2093780" y="2315047"/>
                    </a:lnTo>
                    <a:lnTo>
                      <a:pt x="2093780" y="2631475"/>
                    </a:lnTo>
                    <a:lnTo>
                      <a:pt x="2272582" y="2631475"/>
                    </a:lnTo>
                    <a:lnTo>
                      <a:pt x="2272582" y="2438100"/>
                    </a:lnTo>
                    <a:lnTo>
                      <a:pt x="2472697" y="2438100"/>
                    </a:lnTo>
                    <a:lnTo>
                      <a:pt x="2472697" y="2254681"/>
                    </a:lnTo>
                    <a:lnTo>
                      <a:pt x="2472697" y="2221438"/>
                    </a:lnTo>
                    <a:lnTo>
                      <a:pt x="2472697" y="2038657"/>
                    </a:lnTo>
                    <a:lnTo>
                      <a:pt x="2656492" y="2038657"/>
                    </a:lnTo>
                    <a:close/>
                    <a:moveTo>
                      <a:pt x="2989836" y="1667759"/>
                    </a:moveTo>
                    <a:lnTo>
                      <a:pt x="3357425" y="1667759"/>
                    </a:lnTo>
                    <a:lnTo>
                      <a:pt x="3357425" y="1883783"/>
                    </a:lnTo>
                    <a:lnTo>
                      <a:pt x="2989836" y="1883783"/>
                    </a:lnTo>
                    <a:close/>
                    <a:moveTo>
                      <a:pt x="2309586" y="1554888"/>
                    </a:moveTo>
                    <a:lnTo>
                      <a:pt x="2829824" y="1554888"/>
                    </a:lnTo>
                    <a:lnTo>
                      <a:pt x="2829824" y="1770912"/>
                    </a:lnTo>
                    <a:lnTo>
                      <a:pt x="2525643" y="1770912"/>
                    </a:lnTo>
                    <a:lnTo>
                      <a:pt x="2525643" y="1927296"/>
                    </a:lnTo>
                    <a:lnTo>
                      <a:pt x="2309619" y="1927296"/>
                    </a:lnTo>
                    <a:lnTo>
                      <a:pt x="2309619" y="1770912"/>
                    </a:lnTo>
                    <a:lnTo>
                      <a:pt x="2309586" y="1770912"/>
                    </a:lnTo>
                    <a:close/>
                    <a:moveTo>
                      <a:pt x="616397" y="1550030"/>
                    </a:moveTo>
                    <a:lnTo>
                      <a:pt x="808855" y="1550030"/>
                    </a:lnTo>
                    <a:lnTo>
                      <a:pt x="832421" y="1550030"/>
                    </a:lnTo>
                    <a:lnTo>
                      <a:pt x="1024879" y="1550030"/>
                    </a:lnTo>
                    <a:lnTo>
                      <a:pt x="1024879" y="1775771"/>
                    </a:lnTo>
                    <a:lnTo>
                      <a:pt x="832421" y="1775771"/>
                    </a:lnTo>
                    <a:lnTo>
                      <a:pt x="832421" y="2079590"/>
                    </a:lnTo>
                    <a:lnTo>
                      <a:pt x="1028931" y="2079590"/>
                    </a:lnTo>
                    <a:lnTo>
                      <a:pt x="1192537" y="2079590"/>
                    </a:lnTo>
                    <a:lnTo>
                      <a:pt x="1244955" y="2079590"/>
                    </a:lnTo>
                    <a:lnTo>
                      <a:pt x="1244955" y="2231155"/>
                    </a:lnTo>
                    <a:lnTo>
                      <a:pt x="1468668" y="2231155"/>
                    </a:lnTo>
                    <a:lnTo>
                      <a:pt x="1468668" y="2447179"/>
                    </a:lnTo>
                    <a:lnTo>
                      <a:pt x="1244955" y="2447179"/>
                    </a:lnTo>
                    <a:lnTo>
                      <a:pt x="1244955" y="2447179"/>
                    </a:lnTo>
                    <a:lnTo>
                      <a:pt x="1028931" y="2447179"/>
                    </a:lnTo>
                    <a:lnTo>
                      <a:pt x="1028931" y="2295614"/>
                    </a:lnTo>
                    <a:lnTo>
                      <a:pt x="619703" y="2295614"/>
                    </a:lnTo>
                    <a:lnTo>
                      <a:pt x="619703" y="2082482"/>
                    </a:lnTo>
                    <a:lnTo>
                      <a:pt x="616397" y="2082482"/>
                    </a:lnTo>
                    <a:close/>
                    <a:moveTo>
                      <a:pt x="1747452" y="1324289"/>
                    </a:moveTo>
                    <a:lnTo>
                      <a:pt x="1963476" y="1324289"/>
                    </a:lnTo>
                    <a:lnTo>
                      <a:pt x="1963476" y="1528779"/>
                    </a:lnTo>
                    <a:lnTo>
                      <a:pt x="2151955" y="1528779"/>
                    </a:lnTo>
                    <a:lnTo>
                      <a:pt x="2151955" y="1754520"/>
                    </a:lnTo>
                    <a:lnTo>
                      <a:pt x="1935931" y="1754520"/>
                    </a:lnTo>
                    <a:lnTo>
                      <a:pt x="1935931" y="1550030"/>
                    </a:lnTo>
                    <a:lnTo>
                      <a:pt x="1758702" y="1550030"/>
                    </a:lnTo>
                    <a:lnTo>
                      <a:pt x="1758702" y="1863566"/>
                    </a:lnTo>
                    <a:lnTo>
                      <a:pt x="2119726" y="1863566"/>
                    </a:lnTo>
                    <a:lnTo>
                      <a:pt x="2119726" y="2079590"/>
                    </a:lnTo>
                    <a:lnTo>
                      <a:pt x="1761543" y="2079590"/>
                    </a:lnTo>
                    <a:lnTo>
                      <a:pt x="1761543" y="2259540"/>
                    </a:lnTo>
                    <a:lnTo>
                      <a:pt x="1545519" y="2259540"/>
                    </a:lnTo>
                    <a:lnTo>
                      <a:pt x="1545519" y="2082482"/>
                    </a:lnTo>
                    <a:lnTo>
                      <a:pt x="1542678" y="2082482"/>
                    </a:lnTo>
                    <a:lnTo>
                      <a:pt x="1542678" y="2079589"/>
                    </a:lnTo>
                    <a:lnTo>
                      <a:pt x="1030691" y="2079589"/>
                    </a:lnTo>
                    <a:lnTo>
                      <a:pt x="1030691" y="1863565"/>
                    </a:lnTo>
                    <a:lnTo>
                      <a:pt x="1192537" y="1863565"/>
                    </a:lnTo>
                    <a:lnTo>
                      <a:pt x="1192537" y="1662900"/>
                    </a:lnTo>
                    <a:lnTo>
                      <a:pt x="1440000" y="1662900"/>
                    </a:lnTo>
                    <a:lnTo>
                      <a:pt x="1440000" y="1863565"/>
                    </a:lnTo>
                    <a:lnTo>
                      <a:pt x="1542678" y="1863565"/>
                    </a:lnTo>
                    <a:lnTo>
                      <a:pt x="1542678" y="1550030"/>
                    </a:lnTo>
                    <a:lnTo>
                      <a:pt x="1747452" y="1550030"/>
                    </a:lnTo>
                    <a:close/>
                    <a:moveTo>
                      <a:pt x="2802267" y="814725"/>
                    </a:moveTo>
                    <a:lnTo>
                      <a:pt x="3162307" y="814725"/>
                    </a:lnTo>
                    <a:lnTo>
                      <a:pt x="3162307" y="1174725"/>
                    </a:lnTo>
                    <a:lnTo>
                      <a:pt x="2802267" y="1174725"/>
                    </a:lnTo>
                    <a:close/>
                    <a:moveTo>
                      <a:pt x="884915" y="814725"/>
                    </a:moveTo>
                    <a:lnTo>
                      <a:pt x="1244955" y="814725"/>
                    </a:lnTo>
                    <a:lnTo>
                      <a:pt x="1244955" y="1174725"/>
                    </a:lnTo>
                    <a:lnTo>
                      <a:pt x="884915" y="1174725"/>
                    </a:lnTo>
                    <a:close/>
                    <a:moveTo>
                      <a:pt x="2691077" y="703515"/>
                    </a:moveTo>
                    <a:lnTo>
                      <a:pt x="2691077" y="1285935"/>
                    </a:lnTo>
                    <a:lnTo>
                      <a:pt x="3273497" y="1285935"/>
                    </a:lnTo>
                    <a:lnTo>
                      <a:pt x="3273497" y="703515"/>
                    </a:lnTo>
                    <a:close/>
                    <a:moveTo>
                      <a:pt x="773725" y="703515"/>
                    </a:moveTo>
                    <a:lnTo>
                      <a:pt x="773725" y="1285935"/>
                    </a:lnTo>
                    <a:lnTo>
                      <a:pt x="1356145" y="1285935"/>
                    </a:lnTo>
                    <a:lnTo>
                      <a:pt x="1356145" y="703515"/>
                    </a:lnTo>
                    <a:close/>
                    <a:moveTo>
                      <a:pt x="2531162" y="543600"/>
                    </a:moveTo>
                    <a:lnTo>
                      <a:pt x="3433412" y="543600"/>
                    </a:lnTo>
                    <a:lnTo>
                      <a:pt x="3433412" y="1445850"/>
                    </a:lnTo>
                    <a:lnTo>
                      <a:pt x="2531162" y="1445850"/>
                    </a:lnTo>
                    <a:close/>
                    <a:moveTo>
                      <a:pt x="613810" y="543600"/>
                    </a:moveTo>
                    <a:lnTo>
                      <a:pt x="1516060" y="543600"/>
                    </a:lnTo>
                    <a:lnTo>
                      <a:pt x="1516060" y="1445850"/>
                    </a:lnTo>
                    <a:lnTo>
                      <a:pt x="613810" y="1445850"/>
                    </a:lnTo>
                    <a:close/>
                    <a:moveTo>
                      <a:pt x="2088509" y="543244"/>
                    </a:moveTo>
                    <a:lnTo>
                      <a:pt x="2283187" y="543244"/>
                    </a:lnTo>
                    <a:lnTo>
                      <a:pt x="2283187" y="759268"/>
                    </a:lnTo>
                    <a:lnTo>
                      <a:pt x="2088509" y="759268"/>
                    </a:lnTo>
                    <a:close/>
                    <a:moveTo>
                      <a:pt x="1751276" y="543243"/>
                    </a:moveTo>
                    <a:lnTo>
                      <a:pt x="1967300" y="543243"/>
                    </a:lnTo>
                    <a:lnTo>
                      <a:pt x="1967300" y="986389"/>
                    </a:lnTo>
                    <a:lnTo>
                      <a:pt x="2119726" y="986389"/>
                    </a:lnTo>
                    <a:lnTo>
                      <a:pt x="2119726" y="986388"/>
                    </a:lnTo>
                    <a:lnTo>
                      <a:pt x="2335750" y="986388"/>
                    </a:lnTo>
                    <a:lnTo>
                      <a:pt x="2335750" y="1491348"/>
                    </a:lnTo>
                    <a:lnTo>
                      <a:pt x="2119726" y="1491348"/>
                    </a:lnTo>
                    <a:lnTo>
                      <a:pt x="2119726" y="1202413"/>
                    </a:lnTo>
                    <a:lnTo>
                      <a:pt x="1747396" y="1202413"/>
                    </a:lnTo>
                    <a:lnTo>
                      <a:pt x="1747396" y="986389"/>
                    </a:lnTo>
                    <a:lnTo>
                      <a:pt x="1751276" y="986389"/>
                    </a:lnTo>
                    <a:close/>
                    <a:moveTo>
                      <a:pt x="4409" y="5850"/>
                    </a:moveTo>
                    <a:lnTo>
                      <a:pt x="364409" y="5850"/>
                    </a:lnTo>
                    <a:lnTo>
                      <a:pt x="1444409" y="5850"/>
                    </a:lnTo>
                    <a:lnTo>
                      <a:pt x="1444409" y="365850"/>
                    </a:lnTo>
                    <a:lnTo>
                      <a:pt x="364409" y="365850"/>
                    </a:lnTo>
                    <a:lnTo>
                      <a:pt x="364409" y="1445850"/>
                    </a:lnTo>
                    <a:lnTo>
                      <a:pt x="4409" y="1445850"/>
                    </a:lnTo>
                    <a:lnTo>
                      <a:pt x="4409" y="365850"/>
                    </a:lnTo>
                    <a:close/>
                    <a:moveTo>
                      <a:pt x="2531162" y="0"/>
                    </a:moveTo>
                    <a:lnTo>
                      <a:pt x="3611162" y="0"/>
                    </a:lnTo>
                    <a:lnTo>
                      <a:pt x="3971162" y="0"/>
                    </a:lnTo>
                    <a:lnTo>
                      <a:pt x="3971162" y="360000"/>
                    </a:lnTo>
                    <a:lnTo>
                      <a:pt x="3971162" y="1440000"/>
                    </a:lnTo>
                    <a:lnTo>
                      <a:pt x="3611162" y="1440000"/>
                    </a:lnTo>
                    <a:lnTo>
                      <a:pt x="3611162" y="360000"/>
                    </a:lnTo>
                    <a:lnTo>
                      <a:pt x="2531162" y="36000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655" name="Google Shape;1655;p46"/>
              <p:cNvSpPr/>
              <p:nvPr/>
            </p:nvSpPr>
            <p:spPr>
              <a:xfrm>
                <a:off x="10999746" y="4139499"/>
                <a:ext cx="330940" cy="232884"/>
              </a:xfrm>
              <a:custGeom>
                <a:rect b="b" l="l" r="r" t="t"/>
                <a:pathLst>
                  <a:path extrusionOk="0" h="2736304" w="3888432">
                    <a:moveTo>
                      <a:pt x="1324542" y="1693069"/>
                    </a:moveTo>
                    <a:lnTo>
                      <a:pt x="1371242" y="1693069"/>
                    </a:lnTo>
                    <a:cubicBezTo>
                      <a:pt x="1385857" y="1693069"/>
                      <a:pt x="1397704" y="1704917"/>
                      <a:pt x="1397704" y="1719531"/>
                    </a:cubicBezTo>
                    <a:lnTo>
                      <a:pt x="1397704" y="1766231"/>
                    </a:lnTo>
                    <a:cubicBezTo>
                      <a:pt x="1397704" y="1780846"/>
                      <a:pt x="1385857" y="1792693"/>
                      <a:pt x="1371242" y="1792693"/>
                    </a:cubicBezTo>
                    <a:lnTo>
                      <a:pt x="1324542" y="1792693"/>
                    </a:lnTo>
                    <a:cubicBezTo>
                      <a:pt x="1309928" y="1792693"/>
                      <a:pt x="1298080" y="1780846"/>
                      <a:pt x="1298080" y="1766231"/>
                    </a:cubicBezTo>
                    <a:lnTo>
                      <a:pt x="1298080" y="1719531"/>
                    </a:lnTo>
                    <a:cubicBezTo>
                      <a:pt x="1298080" y="1704917"/>
                      <a:pt x="1309928" y="1693069"/>
                      <a:pt x="1324542" y="1693069"/>
                    </a:cubicBezTo>
                    <a:close/>
                    <a:moveTo>
                      <a:pt x="1174792" y="1693069"/>
                    </a:moveTo>
                    <a:lnTo>
                      <a:pt x="1221492" y="1693069"/>
                    </a:lnTo>
                    <a:cubicBezTo>
                      <a:pt x="1236107" y="1693069"/>
                      <a:pt x="1247954" y="1704917"/>
                      <a:pt x="1247954" y="1719531"/>
                    </a:cubicBezTo>
                    <a:lnTo>
                      <a:pt x="1247954" y="1766231"/>
                    </a:lnTo>
                    <a:cubicBezTo>
                      <a:pt x="1247954" y="1780846"/>
                      <a:pt x="1236107" y="1792693"/>
                      <a:pt x="1221492" y="1792693"/>
                    </a:cubicBezTo>
                    <a:lnTo>
                      <a:pt x="1174792" y="1792693"/>
                    </a:lnTo>
                    <a:cubicBezTo>
                      <a:pt x="1160178" y="1792693"/>
                      <a:pt x="1148330" y="1780846"/>
                      <a:pt x="1148330" y="1766231"/>
                    </a:cubicBezTo>
                    <a:lnTo>
                      <a:pt x="1148330" y="1719531"/>
                    </a:lnTo>
                    <a:cubicBezTo>
                      <a:pt x="1148330" y="1704917"/>
                      <a:pt x="1160178" y="1693069"/>
                      <a:pt x="1174792" y="1693069"/>
                    </a:cubicBezTo>
                    <a:close/>
                    <a:moveTo>
                      <a:pt x="1025670" y="1693069"/>
                    </a:moveTo>
                    <a:lnTo>
                      <a:pt x="1072369" y="1693069"/>
                    </a:lnTo>
                    <a:cubicBezTo>
                      <a:pt x="1086984" y="1693069"/>
                      <a:pt x="1098832" y="1704917"/>
                      <a:pt x="1098832" y="1719531"/>
                    </a:cubicBezTo>
                    <a:lnTo>
                      <a:pt x="1098832" y="1766231"/>
                    </a:lnTo>
                    <a:cubicBezTo>
                      <a:pt x="1098832" y="1780846"/>
                      <a:pt x="1086984" y="1792693"/>
                      <a:pt x="1072369" y="1792693"/>
                    </a:cubicBezTo>
                    <a:lnTo>
                      <a:pt x="1025670" y="1792693"/>
                    </a:lnTo>
                    <a:cubicBezTo>
                      <a:pt x="1011055" y="1792693"/>
                      <a:pt x="999207" y="1780846"/>
                      <a:pt x="999207" y="1766231"/>
                    </a:cubicBezTo>
                    <a:lnTo>
                      <a:pt x="999207" y="1719531"/>
                    </a:lnTo>
                    <a:cubicBezTo>
                      <a:pt x="999207" y="1704917"/>
                      <a:pt x="1011055" y="1693069"/>
                      <a:pt x="1025670" y="1693069"/>
                    </a:cubicBezTo>
                    <a:close/>
                    <a:moveTo>
                      <a:pt x="2538530" y="1609316"/>
                    </a:moveTo>
                    <a:lnTo>
                      <a:pt x="2133002" y="1939195"/>
                    </a:lnTo>
                    <a:lnTo>
                      <a:pt x="3272021" y="1939195"/>
                    </a:lnTo>
                    <a:lnTo>
                      <a:pt x="2866494" y="1609316"/>
                    </a:lnTo>
                    <a:close/>
                    <a:moveTo>
                      <a:pt x="1324542" y="1547147"/>
                    </a:moveTo>
                    <a:lnTo>
                      <a:pt x="1371242" y="1547147"/>
                    </a:lnTo>
                    <a:cubicBezTo>
                      <a:pt x="1385857" y="1547147"/>
                      <a:pt x="1397704" y="1558995"/>
                      <a:pt x="1397704" y="1573609"/>
                    </a:cubicBezTo>
                    <a:lnTo>
                      <a:pt x="1397704" y="1620309"/>
                    </a:lnTo>
                    <a:cubicBezTo>
                      <a:pt x="1397704" y="1634924"/>
                      <a:pt x="1385857" y="1646771"/>
                      <a:pt x="1371242" y="1646771"/>
                    </a:cubicBezTo>
                    <a:lnTo>
                      <a:pt x="1324542" y="1646771"/>
                    </a:lnTo>
                    <a:cubicBezTo>
                      <a:pt x="1309928" y="1646771"/>
                      <a:pt x="1298080" y="1634924"/>
                      <a:pt x="1298080" y="1620309"/>
                    </a:cubicBezTo>
                    <a:lnTo>
                      <a:pt x="1298080" y="1573609"/>
                    </a:lnTo>
                    <a:cubicBezTo>
                      <a:pt x="1298080" y="1558995"/>
                      <a:pt x="1309928" y="1547147"/>
                      <a:pt x="1324542" y="1547147"/>
                    </a:cubicBezTo>
                    <a:close/>
                    <a:moveTo>
                      <a:pt x="1174792" y="1547147"/>
                    </a:moveTo>
                    <a:lnTo>
                      <a:pt x="1221492" y="1547147"/>
                    </a:lnTo>
                    <a:cubicBezTo>
                      <a:pt x="1236107" y="1547147"/>
                      <a:pt x="1247954" y="1558995"/>
                      <a:pt x="1247954" y="1573609"/>
                    </a:cubicBezTo>
                    <a:lnTo>
                      <a:pt x="1247954" y="1620309"/>
                    </a:lnTo>
                    <a:cubicBezTo>
                      <a:pt x="1247954" y="1634924"/>
                      <a:pt x="1236107" y="1646771"/>
                      <a:pt x="1221492" y="1646771"/>
                    </a:cubicBezTo>
                    <a:lnTo>
                      <a:pt x="1174792" y="1646771"/>
                    </a:lnTo>
                    <a:cubicBezTo>
                      <a:pt x="1160178" y="1646771"/>
                      <a:pt x="1148330" y="1634924"/>
                      <a:pt x="1148330" y="1620309"/>
                    </a:cubicBezTo>
                    <a:lnTo>
                      <a:pt x="1148330" y="1573609"/>
                    </a:lnTo>
                    <a:cubicBezTo>
                      <a:pt x="1148330" y="1558995"/>
                      <a:pt x="1160178" y="1547147"/>
                      <a:pt x="1174792" y="1547147"/>
                    </a:cubicBezTo>
                    <a:close/>
                    <a:moveTo>
                      <a:pt x="1025670" y="1547147"/>
                    </a:moveTo>
                    <a:lnTo>
                      <a:pt x="1072369" y="1547147"/>
                    </a:lnTo>
                    <a:cubicBezTo>
                      <a:pt x="1086984" y="1547147"/>
                      <a:pt x="1098832" y="1558995"/>
                      <a:pt x="1098832" y="1573609"/>
                    </a:cubicBezTo>
                    <a:lnTo>
                      <a:pt x="1098832" y="1620309"/>
                    </a:lnTo>
                    <a:cubicBezTo>
                      <a:pt x="1098832" y="1634924"/>
                      <a:pt x="1086984" y="1646771"/>
                      <a:pt x="1072369" y="1646771"/>
                    </a:cubicBezTo>
                    <a:lnTo>
                      <a:pt x="1025670" y="1646771"/>
                    </a:lnTo>
                    <a:cubicBezTo>
                      <a:pt x="1011055" y="1646771"/>
                      <a:pt x="999207" y="1634924"/>
                      <a:pt x="999207" y="1620309"/>
                    </a:cubicBezTo>
                    <a:lnTo>
                      <a:pt x="999207" y="1573609"/>
                    </a:lnTo>
                    <a:cubicBezTo>
                      <a:pt x="999207" y="1558995"/>
                      <a:pt x="1011055" y="1547147"/>
                      <a:pt x="1025670" y="1547147"/>
                    </a:cubicBezTo>
                    <a:close/>
                    <a:moveTo>
                      <a:pt x="2504665" y="1505875"/>
                    </a:moveTo>
                    <a:cubicBezTo>
                      <a:pt x="2501347" y="1505875"/>
                      <a:pt x="2498657" y="1508565"/>
                      <a:pt x="2498657" y="1511883"/>
                    </a:cubicBezTo>
                    <a:lnTo>
                      <a:pt x="2498657" y="1535912"/>
                    </a:lnTo>
                    <a:cubicBezTo>
                      <a:pt x="2498657" y="1539230"/>
                      <a:pt x="2501347" y="1541920"/>
                      <a:pt x="2504665" y="1541920"/>
                    </a:cubicBezTo>
                    <a:lnTo>
                      <a:pt x="2893211" y="1541920"/>
                    </a:lnTo>
                    <a:cubicBezTo>
                      <a:pt x="2896529" y="1541920"/>
                      <a:pt x="2899219" y="1539230"/>
                      <a:pt x="2899219" y="1535912"/>
                    </a:cubicBezTo>
                    <a:lnTo>
                      <a:pt x="2899219" y="1511883"/>
                    </a:lnTo>
                    <a:cubicBezTo>
                      <a:pt x="2899219" y="1508565"/>
                      <a:pt x="2896529" y="1505875"/>
                      <a:pt x="2893211" y="1505875"/>
                    </a:cubicBezTo>
                    <a:close/>
                    <a:moveTo>
                      <a:pt x="2504665" y="1422733"/>
                    </a:moveTo>
                    <a:cubicBezTo>
                      <a:pt x="2501347" y="1422733"/>
                      <a:pt x="2498657" y="1425422"/>
                      <a:pt x="2498657" y="1428740"/>
                    </a:cubicBezTo>
                    <a:lnTo>
                      <a:pt x="2498657" y="1452770"/>
                    </a:lnTo>
                    <a:cubicBezTo>
                      <a:pt x="2498657" y="1456088"/>
                      <a:pt x="2501347" y="1458777"/>
                      <a:pt x="2504665" y="1458777"/>
                    </a:cubicBezTo>
                    <a:lnTo>
                      <a:pt x="2893211" y="1458777"/>
                    </a:lnTo>
                    <a:cubicBezTo>
                      <a:pt x="2896529" y="1458777"/>
                      <a:pt x="2899219" y="1456088"/>
                      <a:pt x="2899219" y="1452770"/>
                    </a:cubicBezTo>
                    <a:lnTo>
                      <a:pt x="2899219" y="1428740"/>
                    </a:lnTo>
                    <a:cubicBezTo>
                      <a:pt x="2899219" y="1425422"/>
                      <a:pt x="2896529" y="1422733"/>
                      <a:pt x="2893211" y="1422733"/>
                    </a:cubicBezTo>
                    <a:close/>
                    <a:moveTo>
                      <a:pt x="1324542" y="1401225"/>
                    </a:moveTo>
                    <a:lnTo>
                      <a:pt x="1371242" y="1401225"/>
                    </a:lnTo>
                    <a:cubicBezTo>
                      <a:pt x="1385857" y="1401225"/>
                      <a:pt x="1397704" y="1413073"/>
                      <a:pt x="1397704" y="1427687"/>
                    </a:cubicBezTo>
                    <a:lnTo>
                      <a:pt x="1397704" y="1474387"/>
                    </a:lnTo>
                    <a:cubicBezTo>
                      <a:pt x="1397704" y="1489001"/>
                      <a:pt x="1385857" y="1500849"/>
                      <a:pt x="1371242" y="1500849"/>
                    </a:cubicBezTo>
                    <a:lnTo>
                      <a:pt x="1324542" y="1500849"/>
                    </a:lnTo>
                    <a:cubicBezTo>
                      <a:pt x="1309928" y="1500849"/>
                      <a:pt x="1298080" y="1489001"/>
                      <a:pt x="1298080" y="1474387"/>
                    </a:cubicBezTo>
                    <a:lnTo>
                      <a:pt x="1298080" y="1427687"/>
                    </a:lnTo>
                    <a:cubicBezTo>
                      <a:pt x="1298080" y="1413073"/>
                      <a:pt x="1309928" y="1401225"/>
                      <a:pt x="1324542" y="1401225"/>
                    </a:cubicBezTo>
                    <a:close/>
                    <a:moveTo>
                      <a:pt x="1174792" y="1401225"/>
                    </a:moveTo>
                    <a:lnTo>
                      <a:pt x="1221492" y="1401225"/>
                    </a:lnTo>
                    <a:cubicBezTo>
                      <a:pt x="1236107" y="1401225"/>
                      <a:pt x="1247954" y="1413073"/>
                      <a:pt x="1247954" y="1427687"/>
                    </a:cubicBezTo>
                    <a:lnTo>
                      <a:pt x="1247954" y="1474387"/>
                    </a:lnTo>
                    <a:cubicBezTo>
                      <a:pt x="1247954" y="1489001"/>
                      <a:pt x="1236107" y="1500849"/>
                      <a:pt x="1221492" y="1500849"/>
                    </a:cubicBezTo>
                    <a:lnTo>
                      <a:pt x="1174792" y="1500849"/>
                    </a:lnTo>
                    <a:cubicBezTo>
                      <a:pt x="1160178" y="1500849"/>
                      <a:pt x="1148330" y="1489001"/>
                      <a:pt x="1148330" y="1474387"/>
                    </a:cubicBezTo>
                    <a:lnTo>
                      <a:pt x="1148330" y="1427687"/>
                    </a:lnTo>
                    <a:cubicBezTo>
                      <a:pt x="1148330" y="1413073"/>
                      <a:pt x="1160178" y="1401225"/>
                      <a:pt x="1174792" y="1401225"/>
                    </a:cubicBezTo>
                    <a:close/>
                    <a:moveTo>
                      <a:pt x="1025670" y="1401225"/>
                    </a:moveTo>
                    <a:lnTo>
                      <a:pt x="1072369" y="1401225"/>
                    </a:lnTo>
                    <a:cubicBezTo>
                      <a:pt x="1086984" y="1401225"/>
                      <a:pt x="1098832" y="1413073"/>
                      <a:pt x="1098832" y="1427687"/>
                    </a:cubicBezTo>
                    <a:lnTo>
                      <a:pt x="1098832" y="1474387"/>
                    </a:lnTo>
                    <a:cubicBezTo>
                      <a:pt x="1098832" y="1489001"/>
                      <a:pt x="1086984" y="1500849"/>
                      <a:pt x="1072369" y="1500849"/>
                    </a:cubicBezTo>
                    <a:lnTo>
                      <a:pt x="1025670" y="1500849"/>
                    </a:lnTo>
                    <a:cubicBezTo>
                      <a:pt x="1011055" y="1500849"/>
                      <a:pt x="999207" y="1489001"/>
                      <a:pt x="999207" y="1474387"/>
                    </a:cubicBezTo>
                    <a:lnTo>
                      <a:pt x="999207" y="1427687"/>
                    </a:lnTo>
                    <a:cubicBezTo>
                      <a:pt x="999207" y="1413073"/>
                      <a:pt x="1011055" y="1401225"/>
                      <a:pt x="1025670" y="1401225"/>
                    </a:cubicBezTo>
                    <a:close/>
                    <a:moveTo>
                      <a:pt x="2504665" y="1339590"/>
                    </a:moveTo>
                    <a:cubicBezTo>
                      <a:pt x="2501347" y="1339590"/>
                      <a:pt x="2498657" y="1342280"/>
                      <a:pt x="2498657" y="1345598"/>
                    </a:cubicBezTo>
                    <a:lnTo>
                      <a:pt x="2498657" y="1369628"/>
                    </a:lnTo>
                    <a:cubicBezTo>
                      <a:pt x="2498657" y="1372945"/>
                      <a:pt x="2501347" y="1375635"/>
                      <a:pt x="2504665" y="1375635"/>
                    </a:cubicBezTo>
                    <a:lnTo>
                      <a:pt x="2893211" y="1375635"/>
                    </a:lnTo>
                    <a:cubicBezTo>
                      <a:pt x="2896529" y="1375635"/>
                      <a:pt x="2899219" y="1372945"/>
                      <a:pt x="2899219" y="1369628"/>
                    </a:cubicBezTo>
                    <a:lnTo>
                      <a:pt x="2899219" y="1345598"/>
                    </a:lnTo>
                    <a:cubicBezTo>
                      <a:pt x="2899219" y="1342280"/>
                      <a:pt x="2896529" y="1339590"/>
                      <a:pt x="2893211" y="1339590"/>
                    </a:cubicBezTo>
                    <a:close/>
                    <a:moveTo>
                      <a:pt x="2088232" y="1285358"/>
                    </a:moveTo>
                    <a:lnTo>
                      <a:pt x="2088232" y="1938513"/>
                    </a:lnTo>
                    <a:lnTo>
                      <a:pt x="2504773" y="1611936"/>
                    </a:lnTo>
                    <a:close/>
                    <a:moveTo>
                      <a:pt x="3314199" y="1280118"/>
                    </a:moveTo>
                    <a:lnTo>
                      <a:pt x="2897658" y="1608841"/>
                    </a:lnTo>
                    <a:lnTo>
                      <a:pt x="3314199" y="1937564"/>
                    </a:lnTo>
                    <a:close/>
                    <a:moveTo>
                      <a:pt x="1527230" y="1221901"/>
                    </a:moveTo>
                    <a:cubicBezTo>
                      <a:pt x="1521727" y="1221901"/>
                      <a:pt x="1517267" y="1226362"/>
                      <a:pt x="1517267" y="1231864"/>
                    </a:cubicBezTo>
                    <a:lnTo>
                      <a:pt x="1517267" y="1271713"/>
                    </a:lnTo>
                    <a:cubicBezTo>
                      <a:pt x="1517267" y="1277215"/>
                      <a:pt x="1521727" y="1281676"/>
                      <a:pt x="1527230" y="1281676"/>
                    </a:cubicBezTo>
                    <a:lnTo>
                      <a:pt x="1732319" y="1281676"/>
                    </a:lnTo>
                    <a:cubicBezTo>
                      <a:pt x="1737821" y="1281676"/>
                      <a:pt x="1742281" y="1277215"/>
                      <a:pt x="1742281" y="1271713"/>
                    </a:cubicBezTo>
                    <a:lnTo>
                      <a:pt x="1742281" y="1231864"/>
                    </a:lnTo>
                    <a:cubicBezTo>
                      <a:pt x="1742281" y="1226362"/>
                      <a:pt x="1737821" y="1221901"/>
                      <a:pt x="1732319" y="1221901"/>
                    </a:cubicBezTo>
                    <a:close/>
                    <a:moveTo>
                      <a:pt x="666834" y="1221901"/>
                    </a:moveTo>
                    <a:cubicBezTo>
                      <a:pt x="661332" y="1221901"/>
                      <a:pt x="656871" y="1226362"/>
                      <a:pt x="656871" y="1231864"/>
                    </a:cubicBezTo>
                    <a:lnTo>
                      <a:pt x="656871" y="1271713"/>
                    </a:lnTo>
                    <a:cubicBezTo>
                      <a:pt x="656871" y="1277215"/>
                      <a:pt x="661332" y="1281676"/>
                      <a:pt x="666834" y="1281676"/>
                    </a:cubicBezTo>
                    <a:lnTo>
                      <a:pt x="871923" y="1281676"/>
                    </a:lnTo>
                    <a:cubicBezTo>
                      <a:pt x="877425" y="1281676"/>
                      <a:pt x="881885" y="1277215"/>
                      <a:pt x="881885" y="1271713"/>
                    </a:cubicBezTo>
                    <a:lnTo>
                      <a:pt x="881885" y="1231864"/>
                    </a:lnTo>
                    <a:cubicBezTo>
                      <a:pt x="881885" y="1226362"/>
                      <a:pt x="877425" y="1221901"/>
                      <a:pt x="871923" y="1221901"/>
                    </a:cubicBezTo>
                    <a:close/>
                    <a:moveTo>
                      <a:pt x="1052149" y="1111644"/>
                    </a:moveTo>
                    <a:cubicBezTo>
                      <a:pt x="1044919" y="1111644"/>
                      <a:pt x="1039057" y="1117506"/>
                      <a:pt x="1039057" y="1124736"/>
                    </a:cubicBezTo>
                    <a:lnTo>
                      <a:pt x="1039057" y="1168203"/>
                    </a:lnTo>
                    <a:lnTo>
                      <a:pt x="1009466" y="1168203"/>
                    </a:lnTo>
                    <a:cubicBezTo>
                      <a:pt x="969193" y="1174775"/>
                      <a:pt x="956437" y="1243393"/>
                      <a:pt x="940007" y="1277093"/>
                    </a:cubicBezTo>
                    <a:cubicBezTo>
                      <a:pt x="776268" y="1309492"/>
                      <a:pt x="775043" y="1328679"/>
                      <a:pt x="736793" y="1421744"/>
                    </a:cubicBezTo>
                    <a:lnTo>
                      <a:pt x="648072" y="1812480"/>
                    </a:lnTo>
                    <a:cubicBezTo>
                      <a:pt x="648072" y="1882463"/>
                      <a:pt x="704805" y="1939195"/>
                      <a:pt x="774788" y="1939195"/>
                    </a:cubicBezTo>
                    <a:lnTo>
                      <a:pt x="1183772" y="1939195"/>
                    </a:lnTo>
                    <a:lnTo>
                      <a:pt x="1198456" y="1939195"/>
                    </a:lnTo>
                    <a:lnTo>
                      <a:pt x="1607440" y="1939195"/>
                    </a:lnTo>
                    <a:cubicBezTo>
                      <a:pt x="1677423" y="1939195"/>
                      <a:pt x="1734156" y="1882463"/>
                      <a:pt x="1734156" y="1812480"/>
                    </a:cubicBezTo>
                    <a:lnTo>
                      <a:pt x="1645435" y="1421744"/>
                    </a:lnTo>
                    <a:cubicBezTo>
                      <a:pt x="1607185" y="1328679"/>
                      <a:pt x="1605960" y="1309492"/>
                      <a:pt x="1442221" y="1277093"/>
                    </a:cubicBezTo>
                    <a:cubicBezTo>
                      <a:pt x="1425791" y="1243393"/>
                      <a:pt x="1413035" y="1174775"/>
                      <a:pt x="1372762" y="1168203"/>
                    </a:cubicBezTo>
                    <a:lnTo>
                      <a:pt x="1357854" y="1168203"/>
                    </a:lnTo>
                    <a:lnTo>
                      <a:pt x="1357854" y="1124736"/>
                    </a:lnTo>
                    <a:cubicBezTo>
                      <a:pt x="1357854" y="1117506"/>
                      <a:pt x="1351993" y="1111644"/>
                      <a:pt x="1344762" y="1111644"/>
                    </a:cubicBezTo>
                    <a:lnTo>
                      <a:pt x="1268702" y="1111644"/>
                    </a:lnTo>
                    <a:cubicBezTo>
                      <a:pt x="1261471" y="1111644"/>
                      <a:pt x="1255610" y="1117506"/>
                      <a:pt x="1255610" y="1124736"/>
                    </a:cubicBezTo>
                    <a:lnTo>
                      <a:pt x="1255610" y="1168203"/>
                    </a:lnTo>
                    <a:lnTo>
                      <a:pt x="1198456" y="1168203"/>
                    </a:lnTo>
                    <a:lnTo>
                      <a:pt x="1183772" y="1168203"/>
                    </a:lnTo>
                    <a:lnTo>
                      <a:pt x="1141302" y="1168203"/>
                    </a:lnTo>
                    <a:lnTo>
                      <a:pt x="1141302" y="1124736"/>
                    </a:lnTo>
                    <a:cubicBezTo>
                      <a:pt x="1141302" y="1117506"/>
                      <a:pt x="1135440" y="1111644"/>
                      <a:pt x="1128210" y="1111644"/>
                    </a:cubicBezTo>
                    <a:close/>
                    <a:moveTo>
                      <a:pt x="2705133" y="840243"/>
                    </a:moveTo>
                    <a:lnTo>
                      <a:pt x="2088233" y="1255464"/>
                    </a:lnTo>
                    <a:lnTo>
                      <a:pt x="2299068" y="1414858"/>
                    </a:lnTo>
                    <a:lnTo>
                      <a:pt x="2299068" y="1228076"/>
                    </a:lnTo>
                    <a:lnTo>
                      <a:pt x="3108494" y="1228076"/>
                    </a:lnTo>
                    <a:lnTo>
                      <a:pt x="3108494" y="1416902"/>
                    </a:lnTo>
                    <a:lnTo>
                      <a:pt x="3322033" y="1255464"/>
                    </a:lnTo>
                    <a:lnTo>
                      <a:pt x="3322033" y="1255464"/>
                    </a:lnTo>
                    <a:close/>
                    <a:moveTo>
                      <a:pt x="1195706" y="835207"/>
                    </a:moveTo>
                    <a:lnTo>
                      <a:pt x="1195706" y="835221"/>
                    </a:lnTo>
                    <a:cubicBezTo>
                      <a:pt x="866618" y="834160"/>
                      <a:pt x="692194" y="969423"/>
                      <a:pt x="665970" y="1132153"/>
                    </a:cubicBezTo>
                    <a:cubicBezTo>
                      <a:pt x="665970" y="1145595"/>
                      <a:pt x="659622" y="1181725"/>
                      <a:pt x="663418" y="1194550"/>
                    </a:cubicBezTo>
                    <a:lnTo>
                      <a:pt x="878440" y="1194550"/>
                    </a:lnTo>
                    <a:cubicBezTo>
                      <a:pt x="887485" y="1007425"/>
                      <a:pt x="1085027" y="1006045"/>
                      <a:pt x="1195706" y="1007712"/>
                    </a:cubicBezTo>
                    <a:lnTo>
                      <a:pt x="1195706" y="1007714"/>
                    </a:lnTo>
                    <a:cubicBezTo>
                      <a:pt x="1195809" y="1007712"/>
                      <a:pt x="1195911" y="1007710"/>
                      <a:pt x="1196014" y="1007712"/>
                    </a:cubicBezTo>
                    <a:lnTo>
                      <a:pt x="1196322" y="1007714"/>
                    </a:lnTo>
                    <a:lnTo>
                      <a:pt x="1196322" y="1007712"/>
                    </a:lnTo>
                    <a:cubicBezTo>
                      <a:pt x="1307001" y="1006045"/>
                      <a:pt x="1504542" y="1007425"/>
                      <a:pt x="1513587" y="1194550"/>
                    </a:cubicBezTo>
                    <a:lnTo>
                      <a:pt x="1728609" y="1194550"/>
                    </a:lnTo>
                    <a:cubicBezTo>
                      <a:pt x="1732405" y="1181725"/>
                      <a:pt x="1726057" y="1145595"/>
                      <a:pt x="1726057" y="1132153"/>
                    </a:cubicBezTo>
                    <a:cubicBezTo>
                      <a:pt x="1699834" y="969423"/>
                      <a:pt x="1525410" y="834160"/>
                      <a:pt x="1196322" y="835221"/>
                    </a:cubicBezTo>
                    <a:lnTo>
                      <a:pt x="1196322" y="835207"/>
                    </a:lnTo>
                    <a:cubicBezTo>
                      <a:pt x="1196219" y="835207"/>
                      <a:pt x="1196117" y="835206"/>
                      <a:pt x="1196014" y="835214"/>
                    </a:cubicBezTo>
                    <a:close/>
                    <a:moveTo>
                      <a:pt x="713043" y="263029"/>
                    </a:moveTo>
                    <a:lnTo>
                      <a:pt x="3158596" y="263029"/>
                    </a:lnTo>
                    <a:cubicBezTo>
                      <a:pt x="3365555" y="263029"/>
                      <a:pt x="3533328" y="430802"/>
                      <a:pt x="3533328" y="637761"/>
                    </a:cubicBezTo>
                    <a:lnTo>
                      <a:pt x="3533328" y="2136642"/>
                    </a:lnTo>
                    <a:cubicBezTo>
                      <a:pt x="3533328" y="2343601"/>
                      <a:pt x="3365555" y="2511374"/>
                      <a:pt x="3158596" y="2511374"/>
                    </a:cubicBezTo>
                    <a:lnTo>
                      <a:pt x="713043" y="2511374"/>
                    </a:lnTo>
                    <a:cubicBezTo>
                      <a:pt x="506084" y="2511374"/>
                      <a:pt x="338311" y="2343601"/>
                      <a:pt x="338311" y="2136642"/>
                    </a:cubicBezTo>
                    <a:lnTo>
                      <a:pt x="338311" y="637761"/>
                    </a:lnTo>
                    <a:cubicBezTo>
                      <a:pt x="338311" y="430802"/>
                      <a:pt x="506084" y="263029"/>
                      <a:pt x="713043" y="263029"/>
                    </a:cubicBezTo>
                    <a:close/>
                    <a:moveTo>
                      <a:pt x="593824" y="142875"/>
                    </a:moveTo>
                    <a:cubicBezTo>
                      <a:pt x="365814" y="142875"/>
                      <a:pt x="180975" y="327714"/>
                      <a:pt x="180975" y="555724"/>
                    </a:cubicBezTo>
                    <a:lnTo>
                      <a:pt x="180975" y="2207068"/>
                    </a:lnTo>
                    <a:cubicBezTo>
                      <a:pt x="180975" y="2435078"/>
                      <a:pt x="365814" y="2619917"/>
                      <a:pt x="593824" y="2619917"/>
                    </a:cubicBezTo>
                    <a:lnTo>
                      <a:pt x="3288134" y="2619917"/>
                    </a:lnTo>
                    <a:cubicBezTo>
                      <a:pt x="3516144" y="2619917"/>
                      <a:pt x="3700983" y="2435078"/>
                      <a:pt x="3700983" y="2207068"/>
                    </a:cubicBezTo>
                    <a:lnTo>
                      <a:pt x="3700983" y="555724"/>
                    </a:lnTo>
                    <a:cubicBezTo>
                      <a:pt x="3700983" y="327714"/>
                      <a:pt x="3516144" y="142875"/>
                      <a:pt x="3288134" y="142875"/>
                    </a:cubicBezTo>
                    <a:close/>
                    <a:moveTo>
                      <a:pt x="456060" y="0"/>
                    </a:moveTo>
                    <a:lnTo>
                      <a:pt x="3432372" y="0"/>
                    </a:lnTo>
                    <a:cubicBezTo>
                      <a:pt x="3684247" y="0"/>
                      <a:pt x="3888432" y="204185"/>
                      <a:pt x="3888432" y="456060"/>
                    </a:cubicBezTo>
                    <a:lnTo>
                      <a:pt x="3888432" y="2280244"/>
                    </a:lnTo>
                    <a:cubicBezTo>
                      <a:pt x="3888432" y="2532119"/>
                      <a:pt x="3684247" y="2736304"/>
                      <a:pt x="3432372" y="2736304"/>
                    </a:cubicBezTo>
                    <a:lnTo>
                      <a:pt x="456060" y="2736304"/>
                    </a:lnTo>
                    <a:cubicBezTo>
                      <a:pt x="204185" y="2736304"/>
                      <a:pt x="0" y="2532119"/>
                      <a:pt x="0" y="2280244"/>
                    </a:cubicBezTo>
                    <a:lnTo>
                      <a:pt x="0" y="456060"/>
                    </a:lnTo>
                    <a:cubicBezTo>
                      <a:pt x="0" y="204185"/>
                      <a:pt x="204185" y="0"/>
                      <a:pt x="456060"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656" name="Google Shape;1656;p46"/>
              <p:cNvSpPr/>
              <p:nvPr/>
            </p:nvSpPr>
            <p:spPr>
              <a:xfrm>
                <a:off x="9698244" y="5398653"/>
                <a:ext cx="300703" cy="366439"/>
              </a:xfrm>
              <a:custGeom>
                <a:rect b="b" l="l" r="r" t="t"/>
                <a:pathLst>
                  <a:path extrusionOk="0" h="3949460" w="3240944">
                    <a:moveTo>
                      <a:pt x="2411668" y="919204"/>
                    </a:moveTo>
                    <a:cubicBezTo>
                      <a:pt x="2652037" y="921566"/>
                      <a:pt x="2997179" y="1088232"/>
                      <a:pt x="3147060" y="1333480"/>
                    </a:cubicBezTo>
                    <a:cubicBezTo>
                      <a:pt x="2837519" y="1559133"/>
                      <a:pt x="2713715" y="1818123"/>
                      <a:pt x="2716116" y="2148550"/>
                    </a:cubicBezTo>
                    <a:cubicBezTo>
                      <a:pt x="2724370" y="2506677"/>
                      <a:pt x="2937416" y="2788602"/>
                      <a:pt x="3240944" y="2908604"/>
                    </a:cubicBezTo>
                    <a:cubicBezTo>
                      <a:pt x="3111039" y="3296832"/>
                      <a:pt x="2835874" y="3920800"/>
                      <a:pt x="2360688" y="3949460"/>
                    </a:cubicBezTo>
                    <a:cubicBezTo>
                      <a:pt x="2104982" y="3948826"/>
                      <a:pt x="1887379" y="3871989"/>
                      <a:pt x="1655487" y="3790391"/>
                    </a:cubicBezTo>
                    <a:cubicBezTo>
                      <a:pt x="1465920" y="3881513"/>
                      <a:pt x="1178719" y="3984543"/>
                      <a:pt x="936764" y="3932790"/>
                    </a:cubicBezTo>
                    <a:cubicBezTo>
                      <a:pt x="634032" y="3867349"/>
                      <a:pt x="33306" y="3304229"/>
                      <a:pt x="0" y="2002921"/>
                    </a:cubicBezTo>
                    <a:cubicBezTo>
                      <a:pt x="5122" y="1625861"/>
                      <a:pt x="224231" y="988116"/>
                      <a:pt x="1004287" y="951010"/>
                    </a:cubicBezTo>
                    <a:cubicBezTo>
                      <a:pt x="1237754" y="955627"/>
                      <a:pt x="1430737" y="1013358"/>
                      <a:pt x="1654678" y="1150601"/>
                    </a:cubicBezTo>
                    <a:cubicBezTo>
                      <a:pt x="1907007" y="1025844"/>
                      <a:pt x="2042657" y="934423"/>
                      <a:pt x="2411668" y="919204"/>
                    </a:cubicBezTo>
                    <a:close/>
                    <a:moveTo>
                      <a:pt x="2423572" y="0"/>
                    </a:moveTo>
                    <a:cubicBezTo>
                      <a:pt x="2449670" y="236641"/>
                      <a:pt x="2449574" y="370890"/>
                      <a:pt x="2275646" y="605149"/>
                    </a:cubicBezTo>
                    <a:cubicBezTo>
                      <a:pt x="2098536" y="787863"/>
                      <a:pt x="1909519" y="903902"/>
                      <a:pt x="1627634" y="908022"/>
                    </a:cubicBezTo>
                    <a:cubicBezTo>
                      <a:pt x="1601565" y="662380"/>
                      <a:pt x="1689794" y="371496"/>
                      <a:pt x="1823269" y="256823"/>
                    </a:cubicBezTo>
                    <a:cubicBezTo>
                      <a:pt x="1945582" y="131527"/>
                      <a:pt x="2156003" y="39571"/>
                      <a:pt x="2423572" y="0"/>
                    </a:cubicBez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657" name="Google Shape;1657;p46"/>
              <p:cNvSpPr/>
              <p:nvPr/>
            </p:nvSpPr>
            <p:spPr>
              <a:xfrm>
                <a:off x="7800500" y="2582839"/>
                <a:ext cx="300170" cy="347427"/>
              </a:xfrm>
              <a:custGeom>
                <a:rect b="b" l="l" r="r" t="t"/>
                <a:pathLst>
                  <a:path extrusionOk="0" h="3842533" w="3319870">
                    <a:moveTo>
                      <a:pt x="579936" y="1296382"/>
                    </a:moveTo>
                    <a:lnTo>
                      <a:pt x="2739936" y="1296382"/>
                    </a:lnTo>
                    <a:lnTo>
                      <a:pt x="2739936" y="2796543"/>
                    </a:lnTo>
                    <a:cubicBezTo>
                      <a:pt x="2739936" y="2962250"/>
                      <a:pt x="2605604" y="3096582"/>
                      <a:pt x="2439897" y="3096582"/>
                    </a:cubicBezTo>
                    <a:lnTo>
                      <a:pt x="2272003" y="3096582"/>
                    </a:lnTo>
                    <a:lnTo>
                      <a:pt x="2272003" y="3590505"/>
                    </a:lnTo>
                    <a:cubicBezTo>
                      <a:pt x="2272003" y="3729696"/>
                      <a:pt x="2159166" y="3842533"/>
                      <a:pt x="2019975" y="3842533"/>
                    </a:cubicBezTo>
                    <a:cubicBezTo>
                      <a:pt x="1880784" y="3842533"/>
                      <a:pt x="1767947" y="3729696"/>
                      <a:pt x="1767947" y="3590505"/>
                    </a:cubicBezTo>
                    <a:lnTo>
                      <a:pt x="1767947" y="3096582"/>
                    </a:lnTo>
                    <a:lnTo>
                      <a:pt x="1492066" y="3096582"/>
                    </a:lnTo>
                    <a:lnTo>
                      <a:pt x="1492066" y="3590505"/>
                    </a:lnTo>
                    <a:cubicBezTo>
                      <a:pt x="1492066" y="3729696"/>
                      <a:pt x="1379229" y="3842533"/>
                      <a:pt x="1240038" y="3842533"/>
                    </a:cubicBezTo>
                    <a:cubicBezTo>
                      <a:pt x="1100847" y="3842533"/>
                      <a:pt x="988010" y="3729696"/>
                      <a:pt x="988010" y="3590505"/>
                    </a:cubicBezTo>
                    <a:lnTo>
                      <a:pt x="988010" y="3096582"/>
                    </a:lnTo>
                    <a:lnTo>
                      <a:pt x="879975" y="3096582"/>
                    </a:lnTo>
                    <a:cubicBezTo>
                      <a:pt x="714268" y="3096582"/>
                      <a:pt x="579936" y="2962250"/>
                      <a:pt x="579936" y="2796543"/>
                    </a:cubicBezTo>
                    <a:close/>
                    <a:moveTo>
                      <a:pt x="3067842" y="1281925"/>
                    </a:moveTo>
                    <a:cubicBezTo>
                      <a:pt x="3207033" y="1281925"/>
                      <a:pt x="3319870" y="1394762"/>
                      <a:pt x="3319870" y="1533953"/>
                    </a:cubicBezTo>
                    <a:lnTo>
                      <a:pt x="3319870" y="2505897"/>
                    </a:lnTo>
                    <a:cubicBezTo>
                      <a:pt x="3319870" y="2645088"/>
                      <a:pt x="3207033" y="2757925"/>
                      <a:pt x="3067842" y="2757925"/>
                    </a:cubicBezTo>
                    <a:cubicBezTo>
                      <a:pt x="2928651" y="2757925"/>
                      <a:pt x="2815814" y="2645088"/>
                      <a:pt x="2815814" y="2505897"/>
                    </a:cubicBezTo>
                    <a:lnTo>
                      <a:pt x="2815814" y="1533953"/>
                    </a:lnTo>
                    <a:cubicBezTo>
                      <a:pt x="2815814" y="1394762"/>
                      <a:pt x="2928651" y="1281925"/>
                      <a:pt x="3067842" y="1281925"/>
                    </a:cubicBezTo>
                    <a:close/>
                    <a:moveTo>
                      <a:pt x="252028" y="1281925"/>
                    </a:moveTo>
                    <a:cubicBezTo>
                      <a:pt x="391219" y="1281925"/>
                      <a:pt x="504056" y="1394762"/>
                      <a:pt x="504056" y="1533953"/>
                    </a:cubicBezTo>
                    <a:lnTo>
                      <a:pt x="504056" y="2505897"/>
                    </a:lnTo>
                    <a:cubicBezTo>
                      <a:pt x="504056" y="2645088"/>
                      <a:pt x="391219" y="2757925"/>
                      <a:pt x="252028" y="2757925"/>
                    </a:cubicBezTo>
                    <a:cubicBezTo>
                      <a:pt x="112837" y="2757925"/>
                      <a:pt x="0" y="2645088"/>
                      <a:pt x="0" y="2505897"/>
                    </a:cubicBezTo>
                    <a:lnTo>
                      <a:pt x="0" y="1533953"/>
                    </a:lnTo>
                    <a:cubicBezTo>
                      <a:pt x="0" y="1394762"/>
                      <a:pt x="112837" y="1281925"/>
                      <a:pt x="252028" y="1281925"/>
                    </a:cubicBezTo>
                    <a:close/>
                    <a:moveTo>
                      <a:pt x="2134062" y="558521"/>
                    </a:moveTo>
                    <a:cubicBezTo>
                      <a:pt x="2073373" y="558521"/>
                      <a:pt x="2024174" y="607720"/>
                      <a:pt x="2024174" y="668409"/>
                    </a:cubicBezTo>
                    <a:cubicBezTo>
                      <a:pt x="2024174" y="729098"/>
                      <a:pt x="2073373" y="778297"/>
                      <a:pt x="2134062" y="778297"/>
                    </a:cubicBezTo>
                    <a:cubicBezTo>
                      <a:pt x="2194751" y="778297"/>
                      <a:pt x="2243950" y="729098"/>
                      <a:pt x="2243950" y="668409"/>
                    </a:cubicBezTo>
                    <a:cubicBezTo>
                      <a:pt x="2243950" y="607720"/>
                      <a:pt x="2194751" y="558521"/>
                      <a:pt x="2134062" y="558521"/>
                    </a:cubicBezTo>
                    <a:close/>
                    <a:moveTo>
                      <a:pt x="1177409" y="558521"/>
                    </a:moveTo>
                    <a:cubicBezTo>
                      <a:pt x="1116720" y="558521"/>
                      <a:pt x="1067521" y="607720"/>
                      <a:pt x="1067521" y="668409"/>
                    </a:cubicBezTo>
                    <a:cubicBezTo>
                      <a:pt x="1067521" y="729098"/>
                      <a:pt x="1116720" y="778297"/>
                      <a:pt x="1177409" y="778297"/>
                    </a:cubicBezTo>
                    <a:cubicBezTo>
                      <a:pt x="1238098" y="778297"/>
                      <a:pt x="1287297" y="729098"/>
                      <a:pt x="1287297" y="668409"/>
                    </a:cubicBezTo>
                    <a:cubicBezTo>
                      <a:pt x="1287297" y="607720"/>
                      <a:pt x="1238098" y="558521"/>
                      <a:pt x="1177409" y="558521"/>
                    </a:cubicBezTo>
                    <a:close/>
                    <a:moveTo>
                      <a:pt x="1041854" y="0"/>
                    </a:moveTo>
                    <a:lnTo>
                      <a:pt x="1215617" y="300965"/>
                    </a:lnTo>
                    <a:cubicBezTo>
                      <a:pt x="1350827" y="238508"/>
                      <a:pt x="1501239" y="204386"/>
                      <a:pt x="1659158" y="204272"/>
                    </a:cubicBezTo>
                    <a:cubicBezTo>
                      <a:pt x="1823689" y="204153"/>
                      <a:pt x="1980124" y="240963"/>
                      <a:pt x="2119837" y="308065"/>
                    </a:cubicBezTo>
                    <a:lnTo>
                      <a:pt x="2297698" y="0"/>
                    </a:lnTo>
                    <a:lnTo>
                      <a:pt x="2391229" y="54000"/>
                    </a:lnTo>
                    <a:lnTo>
                      <a:pt x="2215205" y="358882"/>
                    </a:lnTo>
                    <a:cubicBezTo>
                      <a:pt x="2507692" y="533629"/>
                      <a:pt x="2710924" y="843756"/>
                      <a:pt x="2737127" y="1206450"/>
                    </a:cubicBezTo>
                    <a:cubicBezTo>
                      <a:pt x="2018962" y="1206967"/>
                      <a:pt x="1300797" y="1207483"/>
                      <a:pt x="582632" y="1208000"/>
                    </a:cubicBezTo>
                    <a:cubicBezTo>
                      <a:pt x="608780" y="838665"/>
                      <a:pt x="818541" y="523565"/>
                      <a:pt x="1119462" y="350420"/>
                    </a:cubicBezTo>
                    <a:lnTo>
                      <a:pt x="948323" y="5400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658" name="Google Shape;1658;p46"/>
              <p:cNvSpPr/>
              <p:nvPr/>
            </p:nvSpPr>
            <p:spPr>
              <a:xfrm>
                <a:off x="10645011" y="2518278"/>
                <a:ext cx="340001" cy="338281"/>
              </a:xfrm>
              <a:custGeom>
                <a:rect b="b" l="l" r="r" t="t"/>
                <a:pathLst>
                  <a:path extrusionOk="0" h="2941055" w="2956013">
                    <a:moveTo>
                      <a:pt x="2169165" y="2259549"/>
                    </a:moveTo>
                    <a:cubicBezTo>
                      <a:pt x="2305163" y="2320579"/>
                      <a:pt x="2430502" y="2400997"/>
                      <a:pt x="2542352" y="2496872"/>
                    </a:cubicBezTo>
                    <a:cubicBezTo>
                      <a:pt x="2303978" y="2744099"/>
                      <a:pt x="1979593" y="2907447"/>
                      <a:pt x="1617206" y="2939204"/>
                    </a:cubicBezTo>
                    <a:lnTo>
                      <a:pt x="1588575" y="2925411"/>
                    </a:lnTo>
                    <a:cubicBezTo>
                      <a:pt x="1835671" y="2758142"/>
                      <a:pt x="2037335" y="2529257"/>
                      <a:pt x="2169165" y="2259549"/>
                    </a:cubicBezTo>
                    <a:close/>
                    <a:moveTo>
                      <a:pt x="797309" y="2254509"/>
                    </a:moveTo>
                    <a:cubicBezTo>
                      <a:pt x="928512" y="2525684"/>
                      <a:pt x="1129977" y="2756161"/>
                      <a:pt x="1376879" y="2925229"/>
                    </a:cubicBezTo>
                    <a:cubicBezTo>
                      <a:pt x="1367940" y="2931748"/>
                      <a:pt x="1358086" y="2936536"/>
                      <a:pt x="1348086" y="2941055"/>
                    </a:cubicBezTo>
                    <a:cubicBezTo>
                      <a:pt x="981929" y="2910776"/>
                      <a:pt x="654006" y="2746454"/>
                      <a:pt x="413461" y="2497054"/>
                    </a:cubicBezTo>
                    <a:cubicBezTo>
                      <a:pt x="528278" y="2398621"/>
                      <a:pt x="657289" y="2316447"/>
                      <a:pt x="797309" y="2254509"/>
                    </a:cubicBezTo>
                    <a:close/>
                    <a:moveTo>
                      <a:pt x="1426305" y="2108791"/>
                    </a:moveTo>
                    <a:lnTo>
                      <a:pt x="1426305" y="2824067"/>
                    </a:lnTo>
                    <a:cubicBezTo>
                      <a:pt x="1203050" y="2668305"/>
                      <a:pt x="1020431" y="2458508"/>
                      <a:pt x="899682" y="2212532"/>
                    </a:cubicBezTo>
                    <a:cubicBezTo>
                      <a:pt x="1063835" y="2148883"/>
                      <a:pt x="1241204" y="2112683"/>
                      <a:pt x="1426305" y="2108791"/>
                    </a:cubicBezTo>
                    <a:close/>
                    <a:moveTo>
                      <a:pt x="1527809" y="2108695"/>
                    </a:moveTo>
                    <a:cubicBezTo>
                      <a:pt x="1717707" y="2112557"/>
                      <a:pt x="1899494" y="2150291"/>
                      <a:pt x="2067336" y="2216559"/>
                    </a:cubicBezTo>
                    <a:cubicBezTo>
                      <a:pt x="1943936" y="2466549"/>
                      <a:pt x="1756622" y="2679032"/>
                      <a:pt x="1527809" y="2835300"/>
                    </a:cubicBezTo>
                    <a:close/>
                    <a:moveTo>
                      <a:pt x="2354776" y="1530125"/>
                    </a:moveTo>
                    <a:lnTo>
                      <a:pt x="2955077" y="1530125"/>
                    </a:lnTo>
                    <a:cubicBezTo>
                      <a:pt x="2942393" y="1866074"/>
                      <a:pt x="2817414" y="2173186"/>
                      <a:pt x="2615767" y="2414127"/>
                    </a:cubicBezTo>
                    <a:cubicBezTo>
                      <a:pt x="2496453" y="2311434"/>
                      <a:pt x="2362630" y="2225327"/>
                      <a:pt x="2217376" y="2159975"/>
                    </a:cubicBezTo>
                    <a:cubicBezTo>
                      <a:pt x="2300477" y="1965771"/>
                      <a:pt x="2348521" y="1753185"/>
                      <a:pt x="2354776" y="1530125"/>
                    </a:cubicBezTo>
                    <a:close/>
                    <a:moveTo>
                      <a:pt x="1527809" y="1530125"/>
                    </a:moveTo>
                    <a:lnTo>
                      <a:pt x="2244039" y="1530125"/>
                    </a:lnTo>
                    <a:cubicBezTo>
                      <a:pt x="2237819" y="1737690"/>
                      <a:pt x="2192963" y="1935525"/>
                      <a:pt x="2115825" y="2116496"/>
                    </a:cubicBezTo>
                    <a:cubicBezTo>
                      <a:pt x="1933189" y="2043464"/>
                      <a:pt x="1735000" y="2001899"/>
                      <a:pt x="1527809" y="1997958"/>
                    </a:cubicBezTo>
                    <a:close/>
                    <a:moveTo>
                      <a:pt x="725097" y="1530125"/>
                    </a:moveTo>
                    <a:lnTo>
                      <a:pt x="1426305" y="1530125"/>
                    </a:lnTo>
                    <a:lnTo>
                      <a:pt x="1426305" y="1998054"/>
                    </a:lnTo>
                    <a:cubicBezTo>
                      <a:pt x="1224105" y="2002029"/>
                      <a:pt x="1030504" y="2041966"/>
                      <a:pt x="851699" y="2112283"/>
                    </a:cubicBezTo>
                    <a:cubicBezTo>
                      <a:pt x="775482" y="1932518"/>
                      <a:pt x="731260" y="1736112"/>
                      <a:pt x="725097" y="1530125"/>
                    </a:cubicBezTo>
                    <a:close/>
                    <a:moveTo>
                      <a:pt x="934" y="1530125"/>
                    </a:moveTo>
                    <a:lnTo>
                      <a:pt x="614360" y="1530125"/>
                    </a:lnTo>
                    <a:cubicBezTo>
                      <a:pt x="620543" y="1751166"/>
                      <a:pt x="667772" y="1961919"/>
                      <a:pt x="749235" y="2154869"/>
                    </a:cubicBezTo>
                    <a:cubicBezTo>
                      <a:pt x="599936" y="2221117"/>
                      <a:pt x="462426" y="2308980"/>
                      <a:pt x="340129" y="2414234"/>
                    </a:cubicBezTo>
                    <a:cubicBezTo>
                      <a:pt x="138582" y="2173144"/>
                      <a:pt x="13619" y="1866051"/>
                      <a:pt x="934" y="1530125"/>
                    </a:cubicBezTo>
                    <a:close/>
                    <a:moveTo>
                      <a:pt x="883886" y="768586"/>
                    </a:moveTo>
                    <a:cubicBezTo>
                      <a:pt x="1053566" y="831753"/>
                      <a:pt x="1236128" y="867407"/>
                      <a:pt x="1426305" y="871035"/>
                    </a:cubicBezTo>
                    <a:lnTo>
                      <a:pt x="1426305" y="1428622"/>
                    </a:lnTo>
                    <a:lnTo>
                      <a:pt x="724559" y="1428622"/>
                    </a:lnTo>
                    <a:cubicBezTo>
                      <a:pt x="730221" y="1192426"/>
                      <a:pt x="785872" y="968634"/>
                      <a:pt x="883886" y="768586"/>
                    </a:cubicBezTo>
                    <a:close/>
                    <a:moveTo>
                      <a:pt x="2083288" y="764501"/>
                    </a:moveTo>
                    <a:cubicBezTo>
                      <a:pt x="2182501" y="965616"/>
                      <a:pt x="2238869" y="1190833"/>
                      <a:pt x="2244577" y="1428622"/>
                    </a:cubicBezTo>
                    <a:lnTo>
                      <a:pt x="1527809" y="1428622"/>
                    </a:lnTo>
                    <a:lnTo>
                      <a:pt x="1527809" y="871130"/>
                    </a:lnTo>
                    <a:cubicBezTo>
                      <a:pt x="1722835" y="867528"/>
                      <a:pt x="1909881" y="830382"/>
                      <a:pt x="2083288" y="764501"/>
                    </a:cubicBezTo>
                    <a:close/>
                    <a:moveTo>
                      <a:pt x="375750" y="484510"/>
                    </a:moveTo>
                    <a:cubicBezTo>
                      <a:pt x="497688" y="583858"/>
                      <a:pt x="633678" y="666438"/>
                      <a:pt x="780212" y="729142"/>
                    </a:cubicBezTo>
                    <a:cubicBezTo>
                      <a:pt x="677519" y="941475"/>
                      <a:pt x="619429" y="1178562"/>
                      <a:pt x="613822" y="1428622"/>
                    </a:cubicBezTo>
                    <a:lnTo>
                      <a:pt x="0" y="1428622"/>
                    </a:lnTo>
                    <a:cubicBezTo>
                      <a:pt x="9263" y="1065848"/>
                      <a:pt x="149371" y="735691"/>
                      <a:pt x="375750" y="484510"/>
                    </a:cubicBezTo>
                    <a:close/>
                    <a:moveTo>
                      <a:pt x="2580304" y="484479"/>
                    </a:moveTo>
                    <a:cubicBezTo>
                      <a:pt x="2806628" y="735651"/>
                      <a:pt x="2946750" y="1065827"/>
                      <a:pt x="2956013" y="1428622"/>
                    </a:cubicBezTo>
                    <a:lnTo>
                      <a:pt x="2355314" y="1428622"/>
                    </a:lnTo>
                    <a:cubicBezTo>
                      <a:pt x="2349636" y="1176504"/>
                      <a:pt x="2290630" y="937573"/>
                      <a:pt x="2186241" y="724113"/>
                    </a:cubicBezTo>
                    <a:cubicBezTo>
                      <a:pt x="2328935" y="662418"/>
                      <a:pt x="2461323" y="581449"/>
                      <a:pt x="2580304" y="484479"/>
                    </a:cubicBezTo>
                    <a:close/>
                    <a:moveTo>
                      <a:pt x="1426305" y="124032"/>
                    </a:moveTo>
                    <a:lnTo>
                      <a:pt x="1426305" y="760298"/>
                    </a:lnTo>
                    <a:cubicBezTo>
                      <a:pt x="1253727" y="756791"/>
                      <a:pt x="1087879" y="724966"/>
                      <a:pt x="933247" y="668842"/>
                    </a:cubicBezTo>
                    <a:cubicBezTo>
                      <a:pt x="1054039" y="451822"/>
                      <a:pt x="1223389" y="265609"/>
                      <a:pt x="1426305" y="124032"/>
                    </a:cubicBezTo>
                    <a:close/>
                    <a:moveTo>
                      <a:pt x="1527809" y="112799"/>
                    </a:moveTo>
                    <a:cubicBezTo>
                      <a:pt x="1736145" y="255085"/>
                      <a:pt x="1910079" y="443973"/>
                      <a:pt x="2033951" y="664748"/>
                    </a:cubicBezTo>
                    <a:cubicBezTo>
                      <a:pt x="1875578" y="723616"/>
                      <a:pt x="1705238" y="756901"/>
                      <a:pt x="1527809" y="760394"/>
                    </a:cubicBezTo>
                    <a:close/>
                    <a:moveTo>
                      <a:pt x="1632157" y="1693"/>
                    </a:moveTo>
                    <a:cubicBezTo>
                      <a:pt x="1969090" y="34839"/>
                      <a:pt x="2272411" y="181752"/>
                      <a:pt x="2502559" y="404493"/>
                    </a:cubicBezTo>
                    <a:cubicBezTo>
                      <a:pt x="2392455" y="493535"/>
                      <a:pt x="2270018" y="567692"/>
                      <a:pt x="2138287" y="624414"/>
                    </a:cubicBezTo>
                    <a:cubicBezTo>
                      <a:pt x="2004803" y="382989"/>
                      <a:pt x="1815448" y="176841"/>
                      <a:pt x="1587368" y="23269"/>
                    </a:cubicBezTo>
                    <a:close/>
                    <a:moveTo>
                      <a:pt x="1333466" y="0"/>
                    </a:moveTo>
                    <a:lnTo>
                      <a:pt x="1376468" y="23177"/>
                    </a:lnTo>
                    <a:cubicBezTo>
                      <a:pt x="1149236" y="178863"/>
                      <a:pt x="960516" y="386575"/>
                      <a:pt x="827965" y="629347"/>
                    </a:cubicBezTo>
                    <a:cubicBezTo>
                      <a:pt x="692459" y="571593"/>
                      <a:pt x="566467" y="495851"/>
                      <a:pt x="453430" y="404475"/>
                    </a:cubicBezTo>
                    <a:cubicBezTo>
                      <a:pt x="685742" y="179438"/>
                      <a:pt x="992667" y="31629"/>
                      <a:pt x="1333466"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1659" name="Google Shape;1659;p46"/>
              <p:cNvSpPr/>
              <p:nvPr/>
            </p:nvSpPr>
            <p:spPr>
              <a:xfrm flipH="1">
                <a:off x="10345251" y="2251006"/>
                <a:ext cx="441966" cy="281210"/>
              </a:xfrm>
              <a:custGeom>
                <a:rect b="b" l="l" r="r" t="t"/>
                <a:pathLst>
                  <a:path extrusionOk="0" h="2532594" w="3980365">
                    <a:moveTo>
                      <a:pt x="1988360" y="58973"/>
                    </a:moveTo>
                    <a:cubicBezTo>
                      <a:pt x="1988306" y="58975"/>
                      <a:pt x="1988252" y="58977"/>
                      <a:pt x="1988199" y="58995"/>
                    </a:cubicBezTo>
                    <a:cubicBezTo>
                      <a:pt x="1988145" y="58977"/>
                      <a:pt x="1988091" y="58975"/>
                      <a:pt x="1988037" y="58973"/>
                    </a:cubicBezTo>
                    <a:lnTo>
                      <a:pt x="1988037" y="59017"/>
                    </a:lnTo>
                    <a:cubicBezTo>
                      <a:pt x="1574406" y="74019"/>
                      <a:pt x="1375335" y="406725"/>
                      <a:pt x="1370318" y="708381"/>
                    </a:cubicBezTo>
                    <a:cubicBezTo>
                      <a:pt x="1362506" y="1089140"/>
                      <a:pt x="1497435" y="1312904"/>
                      <a:pt x="1568575" y="1407072"/>
                    </a:cubicBezTo>
                    <a:cubicBezTo>
                      <a:pt x="1631785" y="1490670"/>
                      <a:pt x="1727890" y="1649476"/>
                      <a:pt x="1617443" y="1704159"/>
                    </a:cubicBezTo>
                    <a:cubicBezTo>
                      <a:pt x="1318592" y="1846636"/>
                      <a:pt x="1062028" y="1946829"/>
                      <a:pt x="927030" y="2049664"/>
                    </a:cubicBezTo>
                    <a:cubicBezTo>
                      <a:pt x="705669" y="2234426"/>
                      <a:pt x="740656" y="2445615"/>
                      <a:pt x="754501" y="2532594"/>
                    </a:cubicBezTo>
                    <a:lnTo>
                      <a:pt x="1988199" y="2531551"/>
                    </a:lnTo>
                    <a:lnTo>
                      <a:pt x="3221896" y="2532594"/>
                    </a:lnTo>
                    <a:cubicBezTo>
                      <a:pt x="3235741" y="2445615"/>
                      <a:pt x="3270728" y="2234426"/>
                      <a:pt x="3049367" y="2049664"/>
                    </a:cubicBezTo>
                    <a:cubicBezTo>
                      <a:pt x="2914369" y="1946829"/>
                      <a:pt x="2657805" y="1846636"/>
                      <a:pt x="2358954" y="1704159"/>
                    </a:cubicBezTo>
                    <a:cubicBezTo>
                      <a:pt x="2248507" y="1649476"/>
                      <a:pt x="2344612" y="1490670"/>
                      <a:pt x="2407822" y="1407072"/>
                    </a:cubicBezTo>
                    <a:cubicBezTo>
                      <a:pt x="2478962" y="1312904"/>
                      <a:pt x="2613891" y="1089140"/>
                      <a:pt x="2606079" y="708381"/>
                    </a:cubicBezTo>
                    <a:cubicBezTo>
                      <a:pt x="2601062" y="406725"/>
                      <a:pt x="2401991" y="74019"/>
                      <a:pt x="1988360" y="59017"/>
                    </a:cubicBezTo>
                    <a:close/>
                    <a:moveTo>
                      <a:pt x="1093515" y="0"/>
                    </a:moveTo>
                    <a:cubicBezTo>
                      <a:pt x="736613" y="12826"/>
                      <a:pt x="553627" y="327881"/>
                      <a:pt x="549299" y="588096"/>
                    </a:cubicBezTo>
                    <a:cubicBezTo>
                      <a:pt x="542562" y="916461"/>
                      <a:pt x="658924" y="1109434"/>
                      <a:pt x="720275" y="1190644"/>
                    </a:cubicBezTo>
                    <a:cubicBezTo>
                      <a:pt x="774787" y="1262738"/>
                      <a:pt x="857667" y="1399692"/>
                      <a:pt x="762418" y="1446850"/>
                    </a:cubicBezTo>
                    <a:cubicBezTo>
                      <a:pt x="504691" y="1569722"/>
                      <a:pt x="283431" y="1656128"/>
                      <a:pt x="167010" y="1744812"/>
                    </a:cubicBezTo>
                    <a:cubicBezTo>
                      <a:pt x="-23891" y="1904150"/>
                      <a:pt x="672" y="2013351"/>
                      <a:pt x="1392" y="2161289"/>
                    </a:cubicBezTo>
                    <a:cubicBezTo>
                      <a:pt x="356083" y="2160989"/>
                      <a:pt x="261990" y="2166300"/>
                      <a:pt x="616681" y="2166000"/>
                    </a:cubicBezTo>
                    <a:cubicBezTo>
                      <a:pt x="794788" y="1846239"/>
                      <a:pt x="1045824" y="1778915"/>
                      <a:pt x="1453932" y="1593789"/>
                    </a:cubicBezTo>
                    <a:cubicBezTo>
                      <a:pt x="1171572" y="1115084"/>
                      <a:pt x="1046285" y="714919"/>
                      <a:pt x="1414663" y="124017"/>
                    </a:cubicBezTo>
                    <a:cubicBezTo>
                      <a:pt x="1309485" y="41539"/>
                      <a:pt x="1305280" y="26381"/>
                      <a:pt x="1093515" y="0"/>
                    </a:cubicBezTo>
                    <a:close/>
                    <a:moveTo>
                      <a:pt x="2886850" y="0"/>
                    </a:moveTo>
                    <a:cubicBezTo>
                      <a:pt x="2675085" y="26381"/>
                      <a:pt x="2670880" y="41539"/>
                      <a:pt x="2565702" y="124017"/>
                    </a:cubicBezTo>
                    <a:cubicBezTo>
                      <a:pt x="2934080" y="714919"/>
                      <a:pt x="2808793" y="1115084"/>
                      <a:pt x="2526433" y="1593789"/>
                    </a:cubicBezTo>
                    <a:cubicBezTo>
                      <a:pt x="2934542" y="1778915"/>
                      <a:pt x="3185577" y="1846239"/>
                      <a:pt x="3363685" y="2166000"/>
                    </a:cubicBezTo>
                    <a:cubicBezTo>
                      <a:pt x="3718376" y="2166300"/>
                      <a:pt x="3624282" y="2160989"/>
                      <a:pt x="3978973" y="2161289"/>
                    </a:cubicBezTo>
                    <a:cubicBezTo>
                      <a:pt x="3979693" y="2013351"/>
                      <a:pt x="4004256" y="1904150"/>
                      <a:pt x="3813355" y="1744812"/>
                    </a:cubicBezTo>
                    <a:cubicBezTo>
                      <a:pt x="3696934" y="1656128"/>
                      <a:pt x="3475674" y="1569722"/>
                      <a:pt x="3217947" y="1446850"/>
                    </a:cubicBezTo>
                    <a:cubicBezTo>
                      <a:pt x="3122698" y="1399692"/>
                      <a:pt x="3205579" y="1262738"/>
                      <a:pt x="3260090" y="1190644"/>
                    </a:cubicBezTo>
                    <a:cubicBezTo>
                      <a:pt x="3321441" y="1109434"/>
                      <a:pt x="3437803" y="916461"/>
                      <a:pt x="3431066" y="588096"/>
                    </a:cubicBezTo>
                    <a:cubicBezTo>
                      <a:pt x="3426739" y="327881"/>
                      <a:pt x="3243752" y="12826"/>
                      <a:pt x="288685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660" name="Google Shape;1660;p46"/>
              <p:cNvSpPr/>
              <p:nvPr/>
            </p:nvSpPr>
            <p:spPr>
              <a:xfrm>
                <a:off x="11003273" y="3365017"/>
                <a:ext cx="357359" cy="364685"/>
              </a:xfrm>
              <a:custGeom>
                <a:rect b="b" l="l" r="r" t="t"/>
                <a:pathLst>
                  <a:path extrusionOk="0" h="3940019" w="3860876">
                    <a:moveTo>
                      <a:pt x="3248876" y="1942264"/>
                    </a:moveTo>
                    <a:lnTo>
                      <a:pt x="3860876" y="1942264"/>
                    </a:lnTo>
                    <a:lnTo>
                      <a:pt x="3860876" y="2090815"/>
                    </a:lnTo>
                    <a:lnTo>
                      <a:pt x="3859023" y="2090815"/>
                    </a:lnTo>
                    <a:cubicBezTo>
                      <a:pt x="3817225" y="2949620"/>
                      <a:pt x="3215273" y="3679864"/>
                      <a:pt x="2378197" y="3884304"/>
                    </a:cubicBezTo>
                    <a:cubicBezTo>
                      <a:pt x="2219818" y="3922985"/>
                      <a:pt x="2060231" y="3941082"/>
                      <a:pt x="1902626" y="3939971"/>
                    </a:cubicBezTo>
                    <a:cubicBezTo>
                      <a:pt x="1286982" y="3935631"/>
                      <a:pt x="701577" y="3638194"/>
                      <a:pt x="337583" y="3128887"/>
                    </a:cubicBezTo>
                    <a:lnTo>
                      <a:pt x="30667" y="3435803"/>
                    </a:lnTo>
                    <a:lnTo>
                      <a:pt x="30667" y="2342045"/>
                    </a:lnTo>
                    <a:lnTo>
                      <a:pt x="1124425" y="2342045"/>
                    </a:lnTo>
                    <a:lnTo>
                      <a:pt x="781340" y="2685130"/>
                    </a:lnTo>
                    <a:cubicBezTo>
                      <a:pt x="1079782" y="3180935"/>
                      <a:pt x="1667379" y="3425841"/>
                      <a:pt x="2232517" y="3287817"/>
                    </a:cubicBezTo>
                    <a:cubicBezTo>
                      <a:pt x="2810639" y="3146622"/>
                      <a:pt x="3224897" y="2638979"/>
                      <a:pt x="3247291" y="2044286"/>
                    </a:cubicBezTo>
                    <a:lnTo>
                      <a:pt x="3248876" y="2044345"/>
                    </a:lnTo>
                    <a:close/>
                    <a:moveTo>
                      <a:pt x="1958249" y="48"/>
                    </a:moveTo>
                    <a:cubicBezTo>
                      <a:pt x="2573893" y="4388"/>
                      <a:pt x="3159298" y="301825"/>
                      <a:pt x="3523293" y="811132"/>
                    </a:cubicBezTo>
                    <a:lnTo>
                      <a:pt x="3830209" y="504216"/>
                    </a:lnTo>
                    <a:lnTo>
                      <a:pt x="3830209" y="1597974"/>
                    </a:lnTo>
                    <a:lnTo>
                      <a:pt x="2736450" y="1597974"/>
                    </a:lnTo>
                    <a:lnTo>
                      <a:pt x="3079535" y="1254889"/>
                    </a:lnTo>
                    <a:cubicBezTo>
                      <a:pt x="2781093" y="759084"/>
                      <a:pt x="2193496" y="514178"/>
                      <a:pt x="1628358" y="652202"/>
                    </a:cubicBezTo>
                    <a:cubicBezTo>
                      <a:pt x="1050236" y="793397"/>
                      <a:pt x="635978" y="1301040"/>
                      <a:pt x="613584" y="1895733"/>
                    </a:cubicBezTo>
                    <a:lnTo>
                      <a:pt x="612000" y="1895674"/>
                    </a:lnTo>
                    <a:lnTo>
                      <a:pt x="612000" y="1985958"/>
                    </a:lnTo>
                    <a:lnTo>
                      <a:pt x="0" y="1985958"/>
                    </a:lnTo>
                    <a:lnTo>
                      <a:pt x="0" y="1837407"/>
                    </a:lnTo>
                    <a:lnTo>
                      <a:pt x="2787" y="1837407"/>
                    </a:lnTo>
                    <a:cubicBezTo>
                      <a:pt x="49183" y="983705"/>
                      <a:pt x="649445" y="259216"/>
                      <a:pt x="1482678" y="55715"/>
                    </a:cubicBezTo>
                    <a:cubicBezTo>
                      <a:pt x="1641057" y="17034"/>
                      <a:pt x="1800644" y="-1063"/>
                      <a:pt x="1958249" y="4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661" name="Google Shape;1661;p46"/>
              <p:cNvSpPr/>
              <p:nvPr/>
            </p:nvSpPr>
            <p:spPr>
              <a:xfrm>
                <a:off x="9028038" y="5418963"/>
                <a:ext cx="353455" cy="397548"/>
              </a:xfrm>
              <a:custGeom>
                <a:rect b="b" l="l" r="r" t="t"/>
                <a:pathLst>
                  <a:path extrusionOk="0" h="3110058" w="2765122">
                    <a:moveTo>
                      <a:pt x="1376433" y="2257187"/>
                    </a:moveTo>
                    <a:lnTo>
                      <a:pt x="1145400" y="2354829"/>
                    </a:lnTo>
                    <a:lnTo>
                      <a:pt x="1036105" y="2389775"/>
                    </a:lnTo>
                    <a:lnTo>
                      <a:pt x="1040146" y="2406930"/>
                    </a:lnTo>
                    <a:cubicBezTo>
                      <a:pt x="1121535" y="2704580"/>
                      <a:pt x="1244707" y="2894301"/>
                      <a:pt x="1382560" y="2894301"/>
                    </a:cubicBezTo>
                    <a:cubicBezTo>
                      <a:pt x="1520414" y="2894301"/>
                      <a:pt x="1643585" y="2704580"/>
                      <a:pt x="1724974" y="2406930"/>
                    </a:cubicBezTo>
                    <a:lnTo>
                      <a:pt x="1726723" y="2399874"/>
                    </a:lnTo>
                    <a:lnTo>
                      <a:pt x="1605728" y="2358846"/>
                    </a:lnTo>
                    <a:close/>
                    <a:moveTo>
                      <a:pt x="1795887" y="2033026"/>
                    </a:moveTo>
                    <a:lnTo>
                      <a:pt x="1694075" y="2094586"/>
                    </a:lnTo>
                    <a:lnTo>
                      <a:pt x="1578650" y="2155153"/>
                    </a:lnTo>
                    <a:lnTo>
                      <a:pt x="1618821" y="2173994"/>
                    </a:lnTo>
                    <a:lnTo>
                      <a:pt x="1763952" y="2229138"/>
                    </a:lnTo>
                    <a:lnTo>
                      <a:pt x="1791432" y="2076334"/>
                    </a:lnTo>
                    <a:close/>
                    <a:moveTo>
                      <a:pt x="969005" y="2030800"/>
                    </a:moveTo>
                    <a:lnTo>
                      <a:pt x="973688" y="2076334"/>
                    </a:lnTo>
                    <a:lnTo>
                      <a:pt x="997942" y="2219324"/>
                    </a:lnTo>
                    <a:lnTo>
                      <a:pt x="1135534" y="2169774"/>
                    </a:lnTo>
                    <a:lnTo>
                      <a:pt x="1176026" y="2151638"/>
                    </a:lnTo>
                    <a:lnTo>
                      <a:pt x="1061678" y="2089068"/>
                    </a:lnTo>
                    <a:close/>
                    <a:moveTo>
                      <a:pt x="2270995" y="1682607"/>
                    </a:moveTo>
                    <a:lnTo>
                      <a:pt x="2193789" y="1749541"/>
                    </a:lnTo>
                    <a:cubicBezTo>
                      <a:pt x="2157450" y="1779622"/>
                      <a:pt x="2119670" y="1809519"/>
                      <a:pt x="2080535" y="1839120"/>
                    </a:cubicBezTo>
                    <a:lnTo>
                      <a:pt x="1988274" y="1905861"/>
                    </a:lnTo>
                    <a:lnTo>
                      <a:pt x="1956628" y="2160317"/>
                    </a:lnTo>
                    <a:lnTo>
                      <a:pt x="1929983" y="2282840"/>
                    </a:lnTo>
                    <a:lnTo>
                      <a:pt x="2032699" y="2311732"/>
                    </a:lnTo>
                    <a:cubicBezTo>
                      <a:pt x="2281801" y="2367725"/>
                      <a:pt x="2467430" y="2349840"/>
                      <a:pt x="2530541" y="2244806"/>
                    </a:cubicBezTo>
                    <a:cubicBezTo>
                      <a:pt x="2601541" y="2126643"/>
                      <a:pt x="2502356" y="1923350"/>
                      <a:pt x="2289139" y="1700285"/>
                    </a:cubicBezTo>
                    <a:close/>
                    <a:moveTo>
                      <a:pt x="491768" y="1666932"/>
                    </a:moveTo>
                    <a:lnTo>
                      <a:pt x="473585" y="1684439"/>
                    </a:lnTo>
                    <a:cubicBezTo>
                      <a:pt x="256508" y="1903749"/>
                      <a:pt x="153790" y="2105280"/>
                      <a:pt x="222717" y="2224664"/>
                    </a:cubicBezTo>
                    <a:cubicBezTo>
                      <a:pt x="283985" y="2330784"/>
                      <a:pt x="469273" y="2351906"/>
                      <a:pt x="719315" y="2300269"/>
                    </a:cubicBezTo>
                    <a:lnTo>
                      <a:pt x="831176" y="2270901"/>
                    </a:lnTo>
                    <a:lnTo>
                      <a:pt x="808495" y="2160317"/>
                    </a:lnTo>
                    <a:lnTo>
                      <a:pt x="776012" y="1899134"/>
                    </a:lnTo>
                    <a:lnTo>
                      <a:pt x="679735" y="1826895"/>
                    </a:lnTo>
                    <a:cubicBezTo>
                      <a:pt x="616990" y="1777691"/>
                      <a:pt x="557836" y="1727770"/>
                      <a:pt x="502637" y="1677612"/>
                    </a:cubicBezTo>
                    <a:close/>
                    <a:moveTo>
                      <a:pt x="2001099" y="1443878"/>
                    </a:moveTo>
                    <a:lnTo>
                      <a:pt x="2005588" y="1555029"/>
                    </a:lnTo>
                    <a:lnTo>
                      <a:pt x="2000712" y="1675767"/>
                    </a:lnTo>
                    <a:lnTo>
                      <a:pt x="2038461" y="1648469"/>
                    </a:lnTo>
                    <a:cubicBezTo>
                      <a:pt x="2070345" y="1623579"/>
                      <a:pt x="2101053" y="1598643"/>
                      <a:pt x="2130505" y="1573751"/>
                    </a:cubicBezTo>
                    <a:lnTo>
                      <a:pt x="2143759" y="1562074"/>
                    </a:lnTo>
                    <a:lnTo>
                      <a:pt x="2039991" y="1473050"/>
                    </a:lnTo>
                    <a:close/>
                    <a:moveTo>
                      <a:pt x="764411" y="1434288"/>
                    </a:moveTo>
                    <a:lnTo>
                      <a:pt x="726661" y="1461587"/>
                    </a:lnTo>
                    <a:cubicBezTo>
                      <a:pt x="694778" y="1486477"/>
                      <a:pt x="664070" y="1511412"/>
                      <a:pt x="634617" y="1536305"/>
                    </a:cubicBezTo>
                    <a:lnTo>
                      <a:pt x="621360" y="1547985"/>
                    </a:lnTo>
                    <a:lnTo>
                      <a:pt x="725129" y="1637009"/>
                    </a:lnTo>
                    <a:lnTo>
                      <a:pt x="764024" y="1666183"/>
                    </a:lnTo>
                    <a:lnTo>
                      <a:pt x="759534" y="1555029"/>
                    </a:lnTo>
                    <a:close/>
                    <a:moveTo>
                      <a:pt x="1386966" y="1049980"/>
                    </a:moveTo>
                    <a:lnTo>
                      <a:pt x="1160689" y="1170734"/>
                    </a:lnTo>
                    <a:lnTo>
                      <a:pt x="947211" y="1303680"/>
                    </a:lnTo>
                    <a:lnTo>
                      <a:pt x="938816" y="1555028"/>
                    </a:lnTo>
                    <a:lnTo>
                      <a:pt x="947046" y="1801432"/>
                    </a:lnTo>
                    <a:lnTo>
                      <a:pt x="1154015" y="1935392"/>
                    </a:lnTo>
                    <a:lnTo>
                      <a:pt x="1378151" y="2060078"/>
                    </a:lnTo>
                    <a:lnTo>
                      <a:pt x="1604433" y="1939321"/>
                    </a:lnTo>
                    <a:lnTo>
                      <a:pt x="1817909" y="1806377"/>
                    </a:lnTo>
                    <a:lnTo>
                      <a:pt x="1826304" y="1555028"/>
                    </a:lnTo>
                    <a:lnTo>
                      <a:pt x="1818074" y="1308628"/>
                    </a:lnTo>
                    <a:lnTo>
                      <a:pt x="1611105" y="1174667"/>
                    </a:lnTo>
                    <a:close/>
                    <a:moveTo>
                      <a:pt x="1767179" y="890733"/>
                    </a:moveTo>
                    <a:lnTo>
                      <a:pt x="1629589" y="940281"/>
                    </a:lnTo>
                    <a:lnTo>
                      <a:pt x="1589093" y="958419"/>
                    </a:lnTo>
                    <a:lnTo>
                      <a:pt x="1703444" y="1020991"/>
                    </a:lnTo>
                    <a:lnTo>
                      <a:pt x="1796116" y="1079257"/>
                    </a:lnTo>
                    <a:lnTo>
                      <a:pt x="1791432" y="1033723"/>
                    </a:lnTo>
                    <a:close/>
                    <a:moveTo>
                      <a:pt x="1001168" y="880921"/>
                    </a:moveTo>
                    <a:lnTo>
                      <a:pt x="973688" y="1033723"/>
                    </a:lnTo>
                    <a:lnTo>
                      <a:pt x="969233" y="1077033"/>
                    </a:lnTo>
                    <a:lnTo>
                      <a:pt x="1071048" y="1015472"/>
                    </a:lnTo>
                    <a:lnTo>
                      <a:pt x="1186470" y="954907"/>
                    </a:lnTo>
                    <a:lnTo>
                      <a:pt x="1146299" y="936065"/>
                    </a:lnTo>
                    <a:close/>
                    <a:moveTo>
                      <a:pt x="2296662" y="783036"/>
                    </a:moveTo>
                    <a:cubicBezTo>
                      <a:pt x="2224233" y="781291"/>
                      <a:pt x="2139574" y="790423"/>
                      <a:pt x="2045808" y="809787"/>
                    </a:cubicBezTo>
                    <a:lnTo>
                      <a:pt x="1933945" y="839155"/>
                    </a:lnTo>
                    <a:lnTo>
                      <a:pt x="1956628" y="949742"/>
                    </a:lnTo>
                    <a:lnTo>
                      <a:pt x="1989111" y="1210925"/>
                    </a:lnTo>
                    <a:lnTo>
                      <a:pt x="2085387" y="1283163"/>
                    </a:lnTo>
                    <a:cubicBezTo>
                      <a:pt x="2148132" y="1332368"/>
                      <a:pt x="2207286" y="1382289"/>
                      <a:pt x="2262485" y="1432446"/>
                    </a:cubicBezTo>
                    <a:lnTo>
                      <a:pt x="2273353" y="1443125"/>
                    </a:lnTo>
                    <a:lnTo>
                      <a:pt x="2291537" y="1425616"/>
                    </a:lnTo>
                    <a:cubicBezTo>
                      <a:pt x="2508615" y="1206306"/>
                      <a:pt x="2611333" y="1004776"/>
                      <a:pt x="2542406" y="885391"/>
                    </a:cubicBezTo>
                    <a:cubicBezTo>
                      <a:pt x="2504113" y="819067"/>
                      <a:pt x="2417375" y="785944"/>
                      <a:pt x="2296662" y="783036"/>
                    </a:cubicBezTo>
                    <a:close/>
                    <a:moveTo>
                      <a:pt x="482072" y="767202"/>
                    </a:moveTo>
                    <a:cubicBezTo>
                      <a:pt x="361326" y="768003"/>
                      <a:pt x="274023" y="799606"/>
                      <a:pt x="234579" y="865253"/>
                    </a:cubicBezTo>
                    <a:cubicBezTo>
                      <a:pt x="163579" y="983417"/>
                      <a:pt x="262764" y="1186709"/>
                      <a:pt x="475981" y="1409774"/>
                    </a:cubicBezTo>
                    <a:lnTo>
                      <a:pt x="494126" y="1427453"/>
                    </a:lnTo>
                    <a:lnTo>
                      <a:pt x="571333" y="1360517"/>
                    </a:lnTo>
                    <a:cubicBezTo>
                      <a:pt x="607672" y="1330436"/>
                      <a:pt x="645452" y="1300540"/>
                      <a:pt x="684587" y="1270938"/>
                    </a:cubicBezTo>
                    <a:lnTo>
                      <a:pt x="776848" y="1204197"/>
                    </a:lnTo>
                    <a:lnTo>
                      <a:pt x="808495" y="949742"/>
                    </a:lnTo>
                    <a:lnTo>
                      <a:pt x="835139" y="827220"/>
                    </a:lnTo>
                    <a:lnTo>
                      <a:pt x="732420" y="798327"/>
                    </a:lnTo>
                    <a:cubicBezTo>
                      <a:pt x="639007" y="777329"/>
                      <a:pt x="554520" y="766721"/>
                      <a:pt x="482072" y="767202"/>
                    </a:cubicBezTo>
                    <a:close/>
                    <a:moveTo>
                      <a:pt x="1382560" y="215755"/>
                    </a:moveTo>
                    <a:cubicBezTo>
                      <a:pt x="1244707" y="215755"/>
                      <a:pt x="1121535" y="405476"/>
                      <a:pt x="1040146" y="703126"/>
                    </a:cubicBezTo>
                    <a:lnTo>
                      <a:pt x="1038397" y="710184"/>
                    </a:lnTo>
                    <a:lnTo>
                      <a:pt x="1159394" y="751212"/>
                    </a:lnTo>
                    <a:lnTo>
                      <a:pt x="1388689" y="852872"/>
                    </a:lnTo>
                    <a:lnTo>
                      <a:pt x="1619722" y="755229"/>
                    </a:lnTo>
                    <a:lnTo>
                      <a:pt x="1729016" y="720284"/>
                    </a:lnTo>
                    <a:lnTo>
                      <a:pt x="1724974" y="703126"/>
                    </a:lnTo>
                    <a:cubicBezTo>
                      <a:pt x="1643585" y="405476"/>
                      <a:pt x="1520414" y="215755"/>
                      <a:pt x="1382560" y="215755"/>
                    </a:cubicBezTo>
                    <a:close/>
                    <a:moveTo>
                      <a:pt x="1382561" y="0"/>
                    </a:moveTo>
                    <a:cubicBezTo>
                      <a:pt x="1576111" y="0"/>
                      <a:pt x="1749046" y="220285"/>
                      <a:pt x="1863319" y="565886"/>
                    </a:cubicBezTo>
                    <a:lnTo>
                      <a:pt x="1892754" y="669221"/>
                    </a:lnTo>
                    <a:lnTo>
                      <a:pt x="1998805" y="644109"/>
                    </a:lnTo>
                    <a:cubicBezTo>
                      <a:pt x="2355240" y="570272"/>
                      <a:pt x="2632481" y="609896"/>
                      <a:pt x="2729256" y="777515"/>
                    </a:cubicBezTo>
                    <a:cubicBezTo>
                      <a:pt x="2826030" y="945133"/>
                      <a:pt x="2721726" y="1205043"/>
                      <a:pt x="2479563" y="1476806"/>
                    </a:cubicBezTo>
                    <a:lnTo>
                      <a:pt x="2396868" y="1564493"/>
                    </a:lnTo>
                    <a:lnTo>
                      <a:pt x="2415853" y="1583149"/>
                    </a:lnTo>
                    <a:cubicBezTo>
                      <a:pt x="2697403" y="1884053"/>
                      <a:pt x="2823474" y="2176199"/>
                      <a:pt x="2715481" y="2355928"/>
                    </a:cubicBezTo>
                    <a:cubicBezTo>
                      <a:pt x="2615796" y="2521833"/>
                      <a:pt x="2337906" y="2556612"/>
                      <a:pt x="1982813" y="2476565"/>
                    </a:cubicBezTo>
                    <a:lnTo>
                      <a:pt x="1890625" y="2453030"/>
                    </a:lnTo>
                    <a:lnTo>
                      <a:pt x="1863319" y="2544172"/>
                    </a:lnTo>
                    <a:cubicBezTo>
                      <a:pt x="1749047" y="2889773"/>
                      <a:pt x="1576111" y="3110058"/>
                      <a:pt x="1382561" y="3110058"/>
                    </a:cubicBezTo>
                    <a:cubicBezTo>
                      <a:pt x="1189012" y="3110058"/>
                      <a:pt x="1016076" y="2889773"/>
                      <a:pt x="901803" y="2544172"/>
                    </a:cubicBezTo>
                    <a:lnTo>
                      <a:pt x="872368" y="2440837"/>
                    </a:lnTo>
                    <a:lnTo>
                      <a:pt x="766317" y="2465949"/>
                    </a:lnTo>
                    <a:cubicBezTo>
                      <a:pt x="409882" y="2539787"/>
                      <a:pt x="132641" y="2500163"/>
                      <a:pt x="35866" y="2332544"/>
                    </a:cubicBezTo>
                    <a:cubicBezTo>
                      <a:pt x="-60908" y="2164925"/>
                      <a:pt x="43396" y="1905015"/>
                      <a:pt x="285559" y="1633252"/>
                    </a:cubicBezTo>
                    <a:lnTo>
                      <a:pt x="368254" y="1545565"/>
                    </a:lnTo>
                    <a:lnTo>
                      <a:pt x="349269" y="1526910"/>
                    </a:lnTo>
                    <a:cubicBezTo>
                      <a:pt x="67719" y="1226005"/>
                      <a:pt x="-58351" y="933860"/>
                      <a:pt x="49641" y="754130"/>
                    </a:cubicBezTo>
                    <a:cubicBezTo>
                      <a:pt x="149326" y="588226"/>
                      <a:pt x="427216" y="553446"/>
                      <a:pt x="782309" y="633493"/>
                    </a:cubicBezTo>
                    <a:lnTo>
                      <a:pt x="874497" y="657029"/>
                    </a:lnTo>
                    <a:lnTo>
                      <a:pt x="901803" y="565886"/>
                    </a:lnTo>
                    <a:cubicBezTo>
                      <a:pt x="1016076" y="220285"/>
                      <a:pt x="1189012" y="0"/>
                      <a:pt x="138256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1662" name="Google Shape;1662;p46"/>
              <p:cNvSpPr/>
              <p:nvPr/>
            </p:nvSpPr>
            <p:spPr>
              <a:xfrm>
                <a:off x="7496004" y="3682990"/>
                <a:ext cx="320490" cy="269438"/>
              </a:xfrm>
              <a:custGeom>
                <a:rect b="b" l="l" r="r" t="t"/>
                <a:pathLst>
                  <a:path extrusionOk="0" h="3350285" w="3985089">
                    <a:moveTo>
                      <a:pt x="1489879" y="1687056"/>
                    </a:moveTo>
                    <a:cubicBezTo>
                      <a:pt x="1413602" y="1687056"/>
                      <a:pt x="1351768" y="1748890"/>
                      <a:pt x="1351768" y="1825167"/>
                    </a:cubicBezTo>
                    <a:lnTo>
                      <a:pt x="1351768" y="1828965"/>
                    </a:lnTo>
                    <a:cubicBezTo>
                      <a:pt x="1351768" y="1905242"/>
                      <a:pt x="1413602" y="1967076"/>
                      <a:pt x="1489879" y="1967076"/>
                    </a:cubicBezTo>
                    <a:lnTo>
                      <a:pt x="1717713" y="1967076"/>
                    </a:lnTo>
                    <a:cubicBezTo>
                      <a:pt x="1793990" y="1967076"/>
                      <a:pt x="1855824" y="1905242"/>
                      <a:pt x="1855824" y="1828965"/>
                    </a:cubicBezTo>
                    <a:lnTo>
                      <a:pt x="1855824" y="1825167"/>
                    </a:lnTo>
                    <a:cubicBezTo>
                      <a:pt x="1855824" y="1748890"/>
                      <a:pt x="1793990" y="1687056"/>
                      <a:pt x="1717713" y="1687056"/>
                    </a:cubicBezTo>
                    <a:close/>
                    <a:moveTo>
                      <a:pt x="2281462" y="1675141"/>
                    </a:moveTo>
                    <a:cubicBezTo>
                      <a:pt x="2205185" y="1675141"/>
                      <a:pt x="2143351" y="1736975"/>
                      <a:pt x="2143351" y="1813252"/>
                    </a:cubicBezTo>
                    <a:lnTo>
                      <a:pt x="2143351" y="1817050"/>
                    </a:lnTo>
                    <a:cubicBezTo>
                      <a:pt x="2143351" y="1893327"/>
                      <a:pt x="2205185" y="1955161"/>
                      <a:pt x="2281462" y="1955161"/>
                    </a:cubicBezTo>
                    <a:lnTo>
                      <a:pt x="2509296" y="1955161"/>
                    </a:lnTo>
                    <a:cubicBezTo>
                      <a:pt x="2585573" y="1955161"/>
                      <a:pt x="2647407" y="1893327"/>
                      <a:pt x="2647407" y="1817050"/>
                    </a:cubicBezTo>
                    <a:lnTo>
                      <a:pt x="2647407" y="1813252"/>
                    </a:lnTo>
                    <a:cubicBezTo>
                      <a:pt x="2647407" y="1736975"/>
                      <a:pt x="2585573" y="1675141"/>
                      <a:pt x="2509296" y="1675141"/>
                    </a:cubicBezTo>
                    <a:close/>
                    <a:moveTo>
                      <a:pt x="2837535" y="1159396"/>
                    </a:moveTo>
                    <a:cubicBezTo>
                      <a:pt x="2731595" y="1159396"/>
                      <a:pt x="2645713" y="1245278"/>
                      <a:pt x="2645713" y="1351218"/>
                    </a:cubicBezTo>
                    <a:cubicBezTo>
                      <a:pt x="2645713" y="1457158"/>
                      <a:pt x="2731595" y="1543040"/>
                      <a:pt x="2837535" y="1543040"/>
                    </a:cubicBezTo>
                    <a:cubicBezTo>
                      <a:pt x="2943475" y="1543040"/>
                      <a:pt x="3029357" y="1457158"/>
                      <a:pt x="3029357" y="1351218"/>
                    </a:cubicBezTo>
                    <a:cubicBezTo>
                      <a:pt x="3029357" y="1245278"/>
                      <a:pt x="2943475" y="1159396"/>
                      <a:pt x="2837535" y="1159396"/>
                    </a:cubicBezTo>
                    <a:close/>
                    <a:moveTo>
                      <a:pt x="3235655" y="750352"/>
                    </a:moveTo>
                    <a:cubicBezTo>
                      <a:pt x="3129715" y="750352"/>
                      <a:pt x="3043833" y="836234"/>
                      <a:pt x="3043833" y="942174"/>
                    </a:cubicBezTo>
                    <a:cubicBezTo>
                      <a:pt x="3043833" y="1048114"/>
                      <a:pt x="3129715" y="1133996"/>
                      <a:pt x="3235655" y="1133996"/>
                    </a:cubicBezTo>
                    <a:cubicBezTo>
                      <a:pt x="3341595" y="1133996"/>
                      <a:pt x="3427477" y="1048114"/>
                      <a:pt x="3427477" y="942174"/>
                    </a:cubicBezTo>
                    <a:cubicBezTo>
                      <a:pt x="3427477" y="836234"/>
                      <a:pt x="3341595" y="750352"/>
                      <a:pt x="3235655" y="750352"/>
                    </a:cubicBezTo>
                    <a:close/>
                    <a:moveTo>
                      <a:pt x="2455585" y="750352"/>
                    </a:moveTo>
                    <a:cubicBezTo>
                      <a:pt x="2349645" y="750352"/>
                      <a:pt x="2263763" y="836234"/>
                      <a:pt x="2263763" y="942174"/>
                    </a:cubicBezTo>
                    <a:cubicBezTo>
                      <a:pt x="2263763" y="1048114"/>
                      <a:pt x="2349645" y="1133996"/>
                      <a:pt x="2455585" y="1133996"/>
                    </a:cubicBezTo>
                    <a:cubicBezTo>
                      <a:pt x="2561525" y="1133996"/>
                      <a:pt x="2647407" y="1048114"/>
                      <a:pt x="2647407" y="942174"/>
                    </a:cubicBezTo>
                    <a:cubicBezTo>
                      <a:pt x="2647407" y="836234"/>
                      <a:pt x="2561525" y="750352"/>
                      <a:pt x="2455585" y="750352"/>
                    </a:cubicBezTo>
                    <a:close/>
                    <a:moveTo>
                      <a:pt x="941776" y="640989"/>
                    </a:moveTo>
                    <a:lnTo>
                      <a:pt x="1181794" y="640989"/>
                    </a:lnTo>
                    <a:lnTo>
                      <a:pt x="1181794" y="881020"/>
                    </a:lnTo>
                    <a:lnTo>
                      <a:pt x="1421825" y="881020"/>
                    </a:lnTo>
                    <a:lnTo>
                      <a:pt x="1421825" y="1121038"/>
                    </a:lnTo>
                    <a:lnTo>
                      <a:pt x="1181794" y="1121038"/>
                    </a:lnTo>
                    <a:lnTo>
                      <a:pt x="1181794" y="1361069"/>
                    </a:lnTo>
                    <a:lnTo>
                      <a:pt x="941776" y="1361069"/>
                    </a:lnTo>
                    <a:lnTo>
                      <a:pt x="941776" y="1121038"/>
                    </a:lnTo>
                    <a:lnTo>
                      <a:pt x="701745" y="1121038"/>
                    </a:lnTo>
                    <a:lnTo>
                      <a:pt x="701745" y="881020"/>
                    </a:lnTo>
                    <a:lnTo>
                      <a:pt x="941776" y="881020"/>
                    </a:lnTo>
                    <a:close/>
                    <a:moveTo>
                      <a:pt x="1061785" y="459017"/>
                    </a:moveTo>
                    <a:cubicBezTo>
                      <a:pt x="762440" y="459017"/>
                      <a:pt x="519773" y="701684"/>
                      <a:pt x="519773" y="1001029"/>
                    </a:cubicBezTo>
                    <a:cubicBezTo>
                      <a:pt x="519773" y="1300374"/>
                      <a:pt x="762440" y="1543041"/>
                      <a:pt x="1061785" y="1543041"/>
                    </a:cubicBezTo>
                    <a:cubicBezTo>
                      <a:pt x="1361130" y="1543041"/>
                      <a:pt x="1603797" y="1300374"/>
                      <a:pt x="1603797" y="1001029"/>
                    </a:cubicBezTo>
                    <a:cubicBezTo>
                      <a:pt x="1603797" y="701684"/>
                      <a:pt x="1361130" y="459017"/>
                      <a:pt x="1061785" y="459017"/>
                    </a:cubicBezTo>
                    <a:close/>
                    <a:moveTo>
                      <a:pt x="2837535" y="359296"/>
                    </a:moveTo>
                    <a:cubicBezTo>
                      <a:pt x="2731595" y="359296"/>
                      <a:pt x="2645713" y="445178"/>
                      <a:pt x="2645713" y="551118"/>
                    </a:cubicBezTo>
                    <a:cubicBezTo>
                      <a:pt x="2645713" y="657058"/>
                      <a:pt x="2731595" y="742940"/>
                      <a:pt x="2837535" y="742940"/>
                    </a:cubicBezTo>
                    <a:cubicBezTo>
                      <a:pt x="2943475" y="742940"/>
                      <a:pt x="3029357" y="657058"/>
                      <a:pt x="3029357" y="551118"/>
                    </a:cubicBezTo>
                    <a:cubicBezTo>
                      <a:pt x="3029357" y="445178"/>
                      <a:pt x="2943475" y="359296"/>
                      <a:pt x="2837535" y="359296"/>
                    </a:cubicBezTo>
                    <a:close/>
                    <a:moveTo>
                      <a:pt x="927799" y="0"/>
                    </a:moveTo>
                    <a:lnTo>
                      <a:pt x="2978398" y="0"/>
                    </a:lnTo>
                    <a:cubicBezTo>
                      <a:pt x="3447374" y="0"/>
                      <a:pt x="3902811" y="418280"/>
                      <a:pt x="3926614" y="887256"/>
                    </a:cubicBezTo>
                    <a:cubicBezTo>
                      <a:pt x="4011721" y="1784310"/>
                      <a:pt x="4065643" y="3326870"/>
                      <a:pt x="3630620" y="3349891"/>
                    </a:cubicBezTo>
                    <a:cubicBezTo>
                      <a:pt x="3101375" y="3362701"/>
                      <a:pt x="2778421" y="2566209"/>
                      <a:pt x="2352321" y="2174369"/>
                    </a:cubicBezTo>
                    <a:lnTo>
                      <a:pt x="1572952" y="2174369"/>
                    </a:lnTo>
                    <a:cubicBezTo>
                      <a:pt x="1161652" y="2566210"/>
                      <a:pt x="901104" y="3370635"/>
                      <a:pt x="339051" y="3349892"/>
                    </a:cubicBezTo>
                    <a:cubicBezTo>
                      <a:pt x="-171518" y="3349299"/>
                      <a:pt x="45251" y="1463012"/>
                      <a:pt x="48163" y="849156"/>
                    </a:cubicBezTo>
                    <a:cubicBezTo>
                      <a:pt x="48163" y="380180"/>
                      <a:pt x="458823" y="0"/>
                      <a:pt x="927799"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663" name="Google Shape;1663;p46"/>
              <p:cNvSpPr/>
              <p:nvPr/>
            </p:nvSpPr>
            <p:spPr>
              <a:xfrm>
                <a:off x="7501595" y="3961380"/>
                <a:ext cx="348693" cy="269437"/>
              </a:xfrm>
              <a:custGeom>
                <a:rect b="b" l="l" r="r" t="t"/>
                <a:pathLst>
                  <a:path extrusionOk="0" h="3051548" w="3949160">
                    <a:moveTo>
                      <a:pt x="2339911" y="638678"/>
                    </a:moveTo>
                    <a:cubicBezTo>
                      <a:pt x="3228675" y="638678"/>
                      <a:pt x="3949160" y="1138384"/>
                      <a:pt x="3949160" y="1754802"/>
                    </a:cubicBezTo>
                    <a:cubicBezTo>
                      <a:pt x="3949160" y="2075792"/>
                      <a:pt x="3753790" y="2365135"/>
                      <a:pt x="3440317" y="2567662"/>
                    </a:cubicBezTo>
                    <a:lnTo>
                      <a:pt x="3655878" y="3051548"/>
                    </a:lnTo>
                    <a:lnTo>
                      <a:pt x="2882697" y="2804439"/>
                    </a:lnTo>
                    <a:cubicBezTo>
                      <a:pt x="2713357" y="2847946"/>
                      <a:pt x="2530504" y="2870926"/>
                      <a:pt x="2339911" y="2870926"/>
                    </a:cubicBezTo>
                    <a:cubicBezTo>
                      <a:pt x="1451147" y="2870926"/>
                      <a:pt x="730662" y="2371220"/>
                      <a:pt x="730662" y="1754802"/>
                    </a:cubicBezTo>
                    <a:cubicBezTo>
                      <a:pt x="730662" y="1138384"/>
                      <a:pt x="1451147" y="638678"/>
                      <a:pt x="2339911" y="638678"/>
                    </a:cubicBezTo>
                    <a:close/>
                    <a:moveTo>
                      <a:pt x="1609249" y="0"/>
                    </a:moveTo>
                    <a:cubicBezTo>
                      <a:pt x="2214487" y="0"/>
                      <a:pt x="2741687" y="231736"/>
                      <a:pt x="3015976" y="574644"/>
                    </a:cubicBezTo>
                    <a:cubicBezTo>
                      <a:pt x="2789246" y="488504"/>
                      <a:pt x="2533611" y="440957"/>
                      <a:pt x="2263344" y="440957"/>
                    </a:cubicBezTo>
                    <a:cubicBezTo>
                      <a:pt x="1318096" y="440957"/>
                      <a:pt x="551821" y="1022559"/>
                      <a:pt x="551821" y="1740001"/>
                    </a:cubicBezTo>
                    <a:cubicBezTo>
                      <a:pt x="551821" y="1819940"/>
                      <a:pt x="561334" y="1898193"/>
                      <a:pt x="580963" y="1973803"/>
                    </a:cubicBezTo>
                    <a:cubicBezTo>
                      <a:pt x="578579" y="1972737"/>
                      <a:pt x="677277" y="2155498"/>
                      <a:pt x="675039" y="2154187"/>
                    </a:cubicBezTo>
                    <a:lnTo>
                      <a:pt x="502119" y="2089690"/>
                    </a:lnTo>
                    <a:lnTo>
                      <a:pt x="213774" y="2502637"/>
                    </a:lnTo>
                    <a:cubicBezTo>
                      <a:pt x="162937" y="2145510"/>
                      <a:pt x="82414" y="1758692"/>
                      <a:pt x="31577" y="1383752"/>
                    </a:cubicBezTo>
                    <a:cubicBezTo>
                      <a:pt x="6733" y="1307252"/>
                      <a:pt x="0" y="1197870"/>
                      <a:pt x="0" y="1116124"/>
                    </a:cubicBezTo>
                    <a:cubicBezTo>
                      <a:pt x="0" y="499706"/>
                      <a:pt x="720485" y="0"/>
                      <a:pt x="1609249"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664" name="Google Shape;1664;p46"/>
              <p:cNvSpPr/>
              <p:nvPr/>
            </p:nvSpPr>
            <p:spPr>
              <a:xfrm rot="10800000">
                <a:off x="7556822" y="3332187"/>
                <a:ext cx="299221" cy="322665"/>
              </a:xfrm>
              <a:custGeom>
                <a:rect b="b" l="l" r="r" t="t"/>
                <a:pathLst>
                  <a:path extrusionOk="0" h="3963955" w="3672275">
                    <a:moveTo>
                      <a:pt x="984766" y="3417555"/>
                    </a:moveTo>
                    <a:cubicBezTo>
                      <a:pt x="932254" y="3417555"/>
                      <a:pt x="882982" y="3403623"/>
                      <a:pt x="841068" y="3378104"/>
                    </a:cubicBezTo>
                    <a:lnTo>
                      <a:pt x="840676" y="3378710"/>
                    </a:lnTo>
                    <a:lnTo>
                      <a:pt x="835545" y="3375094"/>
                    </a:lnTo>
                    <a:cubicBezTo>
                      <a:pt x="823791" y="3369308"/>
                      <a:pt x="813094" y="3361844"/>
                      <a:pt x="803763" y="3352697"/>
                    </a:cubicBezTo>
                    <a:cubicBezTo>
                      <a:pt x="147868" y="2908007"/>
                      <a:pt x="-148746" y="2089941"/>
                      <a:pt x="72539" y="1325492"/>
                    </a:cubicBezTo>
                    <a:cubicBezTo>
                      <a:pt x="298018" y="546553"/>
                      <a:pt x="1007805" y="7791"/>
                      <a:pt x="1818686" y="83"/>
                    </a:cubicBezTo>
                    <a:cubicBezTo>
                      <a:pt x="2629567" y="-7624"/>
                      <a:pt x="3349467" y="517549"/>
                      <a:pt x="3589711" y="1292061"/>
                    </a:cubicBezTo>
                    <a:cubicBezTo>
                      <a:pt x="3828334" y="2061344"/>
                      <a:pt x="3537615" y="2895621"/>
                      <a:pt x="2873980" y="3349798"/>
                    </a:cubicBezTo>
                    <a:cubicBezTo>
                      <a:pt x="2824845" y="3391084"/>
                      <a:pt x="2761401" y="3415171"/>
                      <a:pt x="2692355" y="3415171"/>
                    </a:cubicBezTo>
                    <a:cubicBezTo>
                      <a:pt x="2531252" y="3415171"/>
                      <a:pt x="2400652" y="3284038"/>
                      <a:pt x="2400652" y="3122277"/>
                    </a:cubicBezTo>
                    <a:cubicBezTo>
                      <a:pt x="2400652" y="3018609"/>
                      <a:pt x="2454292" y="2927520"/>
                      <a:pt x="2535552" y="2875976"/>
                    </a:cubicBezTo>
                    <a:lnTo>
                      <a:pt x="2534959" y="2875094"/>
                    </a:lnTo>
                    <a:cubicBezTo>
                      <a:pt x="2993902" y="2566441"/>
                      <a:pt x="3196002" y="1993261"/>
                      <a:pt x="3032146" y="1465012"/>
                    </a:cubicBezTo>
                    <a:cubicBezTo>
                      <a:pt x="2868290" y="936764"/>
                      <a:pt x="2377289" y="578575"/>
                      <a:pt x="1824236" y="583831"/>
                    </a:cubicBezTo>
                    <a:cubicBezTo>
                      <a:pt x="1271183" y="589088"/>
                      <a:pt x="787080" y="956545"/>
                      <a:pt x="633294" y="1487812"/>
                    </a:cubicBezTo>
                    <a:cubicBezTo>
                      <a:pt x="479508" y="2019079"/>
                      <a:pt x="692467" y="2588315"/>
                      <a:pt x="1157194" y="2888188"/>
                    </a:cubicBezTo>
                    <a:lnTo>
                      <a:pt x="1156634" y="2889057"/>
                    </a:lnTo>
                    <a:cubicBezTo>
                      <a:pt x="1229500" y="2941659"/>
                      <a:pt x="1276469" y="3027652"/>
                      <a:pt x="1276469" y="3124661"/>
                    </a:cubicBezTo>
                    <a:cubicBezTo>
                      <a:pt x="1276469" y="3286422"/>
                      <a:pt x="1145869" y="3417555"/>
                      <a:pt x="984766" y="3417555"/>
                    </a:cubicBezTo>
                    <a:close/>
                    <a:moveTo>
                      <a:pt x="1836138" y="3963955"/>
                    </a:moveTo>
                    <a:cubicBezTo>
                      <a:pt x="1677062" y="3963955"/>
                      <a:pt x="1548106" y="3834999"/>
                      <a:pt x="1548106" y="3675923"/>
                    </a:cubicBezTo>
                    <a:lnTo>
                      <a:pt x="1548106" y="1958036"/>
                    </a:lnTo>
                    <a:cubicBezTo>
                      <a:pt x="1548106" y="1798960"/>
                      <a:pt x="1677062" y="1670004"/>
                      <a:pt x="1836138" y="1670004"/>
                    </a:cubicBezTo>
                    <a:cubicBezTo>
                      <a:pt x="1995214" y="1670004"/>
                      <a:pt x="2124170" y="1798960"/>
                      <a:pt x="2124170" y="1958036"/>
                    </a:cubicBezTo>
                    <a:lnTo>
                      <a:pt x="2124170" y="3675923"/>
                    </a:lnTo>
                    <a:cubicBezTo>
                      <a:pt x="2124170" y="3834999"/>
                      <a:pt x="1995214" y="3963955"/>
                      <a:pt x="1836138" y="396395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665" name="Google Shape;1665;p46"/>
              <p:cNvSpPr/>
              <p:nvPr/>
            </p:nvSpPr>
            <p:spPr>
              <a:xfrm>
                <a:off x="8516432" y="2099615"/>
                <a:ext cx="296548" cy="296548"/>
              </a:xfrm>
              <a:custGeom>
                <a:rect b="b" l="l" r="r" t="t"/>
                <a:pathLst>
                  <a:path extrusionOk="0" h="3960000" w="3960440">
                    <a:moveTo>
                      <a:pt x="1588743" y="1414211"/>
                    </a:moveTo>
                    <a:cubicBezTo>
                      <a:pt x="1540407" y="1411706"/>
                      <a:pt x="1506842" y="1440258"/>
                      <a:pt x="1506842" y="1478573"/>
                    </a:cubicBezTo>
                    <a:lnTo>
                      <a:pt x="1506842" y="2462752"/>
                    </a:lnTo>
                    <a:cubicBezTo>
                      <a:pt x="1506842" y="2484086"/>
                      <a:pt x="1516471" y="2503171"/>
                      <a:pt x="1532201" y="2515206"/>
                    </a:cubicBezTo>
                    <a:cubicBezTo>
                      <a:pt x="1552351" y="2541621"/>
                      <a:pt x="1589483" y="2548946"/>
                      <a:pt x="1619199" y="2531790"/>
                    </a:cubicBezTo>
                    <a:lnTo>
                      <a:pt x="2471524" y="2039700"/>
                    </a:lnTo>
                    <a:cubicBezTo>
                      <a:pt x="2509339" y="2017643"/>
                      <a:pt x="2509577" y="1945490"/>
                      <a:pt x="2464719" y="1913406"/>
                    </a:cubicBezTo>
                    <a:cubicBezTo>
                      <a:pt x="2315501" y="1808322"/>
                      <a:pt x="1748389" y="1486683"/>
                      <a:pt x="1588743" y="1414211"/>
                    </a:cubicBezTo>
                    <a:close/>
                    <a:moveTo>
                      <a:pt x="1982320" y="904379"/>
                    </a:moveTo>
                    <a:cubicBezTo>
                      <a:pt x="2575020" y="904379"/>
                      <a:pt x="3055498" y="1384857"/>
                      <a:pt x="3055498" y="1977557"/>
                    </a:cubicBezTo>
                    <a:cubicBezTo>
                      <a:pt x="3055498" y="2570257"/>
                      <a:pt x="2575020" y="3050735"/>
                      <a:pt x="1982320" y="3050735"/>
                    </a:cubicBezTo>
                    <a:cubicBezTo>
                      <a:pt x="1389620" y="3050735"/>
                      <a:pt x="909142" y="2570257"/>
                      <a:pt x="909142" y="1977557"/>
                    </a:cubicBezTo>
                    <a:cubicBezTo>
                      <a:pt x="909142" y="1384857"/>
                      <a:pt x="1389620" y="904379"/>
                      <a:pt x="1982320" y="904379"/>
                    </a:cubicBezTo>
                    <a:close/>
                    <a:moveTo>
                      <a:pt x="1982320" y="537397"/>
                    </a:moveTo>
                    <a:cubicBezTo>
                      <a:pt x="1186942" y="537397"/>
                      <a:pt x="542160" y="1182179"/>
                      <a:pt x="542160" y="1977557"/>
                    </a:cubicBezTo>
                    <a:cubicBezTo>
                      <a:pt x="542160" y="2772935"/>
                      <a:pt x="1186942" y="3417717"/>
                      <a:pt x="1982320" y="3417717"/>
                    </a:cubicBezTo>
                    <a:cubicBezTo>
                      <a:pt x="2777698" y="3417717"/>
                      <a:pt x="3422480" y="2772935"/>
                      <a:pt x="3422480" y="1977557"/>
                    </a:cubicBezTo>
                    <a:cubicBezTo>
                      <a:pt x="3422480" y="1182179"/>
                      <a:pt x="2777698" y="537397"/>
                      <a:pt x="1982320" y="537397"/>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666" name="Google Shape;1666;p46"/>
              <p:cNvSpPr/>
              <p:nvPr/>
            </p:nvSpPr>
            <p:spPr>
              <a:xfrm flipH="1">
                <a:off x="7608791" y="4297323"/>
                <a:ext cx="336694" cy="323742"/>
              </a:xfrm>
              <a:custGeom>
                <a:rect b="b" l="l" r="r" t="t"/>
                <a:pathLst>
                  <a:path extrusionOk="0" h="3817544" w="3948393">
                    <a:moveTo>
                      <a:pt x="1888045" y="2370407"/>
                    </a:moveTo>
                    <a:lnTo>
                      <a:pt x="1180379" y="2998560"/>
                    </a:lnTo>
                    <a:lnTo>
                      <a:pt x="695350" y="2712314"/>
                    </a:lnTo>
                    <a:lnTo>
                      <a:pt x="703301" y="3014463"/>
                    </a:lnTo>
                    <a:lnTo>
                      <a:pt x="1888044" y="3817544"/>
                    </a:lnTo>
                    <a:cubicBezTo>
                      <a:pt x="1885393" y="3356368"/>
                      <a:pt x="1874793" y="2911096"/>
                      <a:pt x="1888045" y="2370407"/>
                    </a:cubicBezTo>
                    <a:close/>
                    <a:moveTo>
                      <a:pt x="2059390" y="2370407"/>
                    </a:moveTo>
                    <a:cubicBezTo>
                      <a:pt x="2072642" y="2911096"/>
                      <a:pt x="2062042" y="3356368"/>
                      <a:pt x="2059391" y="3817544"/>
                    </a:cubicBezTo>
                    <a:lnTo>
                      <a:pt x="3244134" y="3014463"/>
                    </a:lnTo>
                    <a:lnTo>
                      <a:pt x="3252085" y="2712314"/>
                    </a:lnTo>
                    <a:lnTo>
                      <a:pt x="2767056" y="2998560"/>
                    </a:lnTo>
                    <a:close/>
                    <a:moveTo>
                      <a:pt x="733907" y="1451867"/>
                    </a:moveTo>
                    <a:lnTo>
                      <a:pt x="0" y="2113471"/>
                    </a:lnTo>
                    <a:lnTo>
                      <a:pt x="1170450" y="2848461"/>
                    </a:lnTo>
                    <a:lnTo>
                      <a:pt x="1919327" y="2170968"/>
                    </a:lnTo>
                    <a:close/>
                    <a:moveTo>
                      <a:pt x="3206900" y="1451867"/>
                    </a:moveTo>
                    <a:lnTo>
                      <a:pt x="2021479" y="2170968"/>
                    </a:lnTo>
                    <a:lnTo>
                      <a:pt x="2770356" y="2848461"/>
                    </a:lnTo>
                    <a:lnTo>
                      <a:pt x="3940806" y="2113471"/>
                    </a:lnTo>
                    <a:close/>
                    <a:moveTo>
                      <a:pt x="1195981" y="0"/>
                    </a:moveTo>
                    <a:lnTo>
                      <a:pt x="10560" y="719101"/>
                    </a:lnTo>
                    <a:lnTo>
                      <a:pt x="759438" y="1396594"/>
                    </a:lnTo>
                    <a:lnTo>
                      <a:pt x="1929887" y="661605"/>
                    </a:lnTo>
                    <a:close/>
                    <a:moveTo>
                      <a:pt x="2762973" y="0"/>
                    </a:moveTo>
                    <a:lnTo>
                      <a:pt x="2029067" y="661605"/>
                    </a:lnTo>
                    <a:lnTo>
                      <a:pt x="3199516" y="1396594"/>
                    </a:lnTo>
                    <a:lnTo>
                      <a:pt x="3948393" y="719101"/>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sp>
          <p:nvSpPr>
            <p:cNvPr id="1667" name="Google Shape;1667;p46"/>
            <p:cNvSpPr/>
            <p:nvPr/>
          </p:nvSpPr>
          <p:spPr>
            <a:xfrm>
              <a:off x="7350231" y="1734252"/>
              <a:ext cx="4243993" cy="4243993"/>
            </a:xfrm>
            <a:prstGeom prst="donut">
              <a:avLst>
                <a:gd fmla="val 14003" name="adj"/>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grpSp>
          <p:nvGrpSpPr>
            <p:cNvPr id="1668" name="Google Shape;1668;p46"/>
            <p:cNvGrpSpPr/>
            <p:nvPr/>
          </p:nvGrpSpPr>
          <p:grpSpPr>
            <a:xfrm>
              <a:off x="7907899" y="2308624"/>
              <a:ext cx="4313146" cy="4771421"/>
              <a:chOff x="7907899" y="2308624"/>
              <a:chExt cx="4313146" cy="4771421"/>
            </a:xfrm>
          </p:grpSpPr>
          <p:sp>
            <p:nvSpPr>
              <p:cNvPr id="1669" name="Google Shape;1669;p46"/>
              <p:cNvSpPr/>
              <p:nvPr/>
            </p:nvSpPr>
            <p:spPr>
              <a:xfrm rot="8348922">
                <a:off x="11198871" y="4958370"/>
                <a:ext cx="306777" cy="2301677"/>
              </a:xfrm>
              <a:custGeom>
                <a:rect b="b" l="l" r="r" t="t"/>
                <a:pathLst>
                  <a:path extrusionOk="0" h="2109330" w="281140">
                    <a:moveTo>
                      <a:pt x="0" y="2109328"/>
                    </a:moveTo>
                    <a:lnTo>
                      <a:pt x="0" y="0"/>
                    </a:lnTo>
                    <a:lnTo>
                      <a:pt x="281140" y="243113"/>
                    </a:lnTo>
                    <a:lnTo>
                      <a:pt x="281140" y="2109330"/>
                    </a:lnTo>
                    <a:close/>
                  </a:path>
                </a:pathLst>
              </a:custGeom>
              <a:solidFill>
                <a:srgbClr val="3F3F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670" name="Google Shape;1670;p46"/>
              <p:cNvSpPr/>
              <p:nvPr/>
            </p:nvSpPr>
            <p:spPr>
              <a:xfrm>
                <a:off x="7907899" y="2308624"/>
                <a:ext cx="3099805" cy="3099806"/>
              </a:xfrm>
              <a:prstGeom prst="donut">
                <a:avLst>
                  <a:gd fmla="val 3665" name="adj"/>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671" name="Google Shape;1671;p46"/>
              <p:cNvSpPr/>
              <p:nvPr/>
            </p:nvSpPr>
            <p:spPr>
              <a:xfrm rot="8399802">
                <a:off x="10257449" y="4979836"/>
                <a:ext cx="498891" cy="307559"/>
              </a:xfrm>
              <a:prstGeom prst="round2SameRect">
                <a:avLst>
                  <a:gd fmla="val 31004" name="adj1"/>
                  <a:gd fmla="val 0" name="adj2"/>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grpSp>
        <p:grpSp>
          <p:nvGrpSpPr>
            <p:cNvPr id="1672" name="Google Shape;1672;p46"/>
            <p:cNvGrpSpPr/>
            <p:nvPr/>
          </p:nvGrpSpPr>
          <p:grpSpPr>
            <a:xfrm>
              <a:off x="8045579" y="2409380"/>
              <a:ext cx="2811142" cy="2844985"/>
              <a:chOff x="8045579" y="2409380"/>
              <a:chExt cx="2811142" cy="2844985"/>
            </a:xfrm>
          </p:grpSpPr>
          <p:sp>
            <p:nvSpPr>
              <p:cNvPr id="1673" name="Google Shape;1673;p46"/>
              <p:cNvSpPr/>
              <p:nvPr/>
            </p:nvSpPr>
            <p:spPr>
              <a:xfrm>
                <a:off x="10509374" y="3444941"/>
                <a:ext cx="343339" cy="343339"/>
              </a:xfrm>
              <a:custGeom>
                <a:rect b="b" l="l" r="r" t="t"/>
                <a:pathLst>
                  <a:path extrusionOk="0" h="2700265" w="2376266">
                    <a:moveTo>
                      <a:pt x="1656387" y="1972892"/>
                    </a:moveTo>
                    <a:cubicBezTo>
                      <a:pt x="1611887" y="1973356"/>
                      <a:pt x="1563385" y="2005080"/>
                      <a:pt x="1534629" y="2057337"/>
                    </a:cubicBezTo>
                    <a:cubicBezTo>
                      <a:pt x="1496288" y="2127013"/>
                      <a:pt x="1507568" y="2206808"/>
                      <a:pt x="1559826" y="2235565"/>
                    </a:cubicBezTo>
                    <a:cubicBezTo>
                      <a:pt x="1612084" y="2264320"/>
                      <a:pt x="1685527" y="2231149"/>
                      <a:pt x="1723869" y="2161473"/>
                    </a:cubicBezTo>
                    <a:cubicBezTo>
                      <a:pt x="1762211" y="2091796"/>
                      <a:pt x="1750931" y="2012000"/>
                      <a:pt x="1698673" y="1983245"/>
                    </a:cubicBezTo>
                    <a:cubicBezTo>
                      <a:pt x="1685608" y="1976055"/>
                      <a:pt x="1671220" y="1972736"/>
                      <a:pt x="1656387" y="1972892"/>
                    </a:cubicBezTo>
                    <a:close/>
                    <a:moveTo>
                      <a:pt x="312688" y="1634792"/>
                    </a:moveTo>
                    <a:cubicBezTo>
                      <a:pt x="281116" y="1626772"/>
                      <a:pt x="249981" y="1631172"/>
                      <a:pt x="226763" y="1649891"/>
                    </a:cubicBezTo>
                    <a:cubicBezTo>
                      <a:pt x="180329" y="1687329"/>
                      <a:pt x="183153" y="1767868"/>
                      <a:pt x="233071" y="1829780"/>
                    </a:cubicBezTo>
                    <a:cubicBezTo>
                      <a:pt x="282989" y="1891692"/>
                      <a:pt x="361097" y="1911533"/>
                      <a:pt x="407532" y="1874094"/>
                    </a:cubicBezTo>
                    <a:cubicBezTo>
                      <a:pt x="453966" y="1836657"/>
                      <a:pt x="451142" y="1756118"/>
                      <a:pt x="401224" y="1694205"/>
                    </a:cubicBezTo>
                    <a:cubicBezTo>
                      <a:pt x="376265" y="1663249"/>
                      <a:pt x="344258" y="1642811"/>
                      <a:pt x="312688" y="1634792"/>
                    </a:cubicBezTo>
                    <a:close/>
                    <a:moveTo>
                      <a:pt x="1869299" y="1519920"/>
                    </a:moveTo>
                    <a:cubicBezTo>
                      <a:pt x="1824865" y="1522388"/>
                      <a:pt x="1777842" y="1556264"/>
                      <a:pt x="1751468" y="1609764"/>
                    </a:cubicBezTo>
                    <a:cubicBezTo>
                      <a:pt x="1716305" y="1681096"/>
                      <a:pt x="1731168" y="1760303"/>
                      <a:pt x="1784668" y="1786676"/>
                    </a:cubicBezTo>
                    <a:cubicBezTo>
                      <a:pt x="1838168" y="1813049"/>
                      <a:pt x="1910044" y="1776602"/>
                      <a:pt x="1945208" y="1705269"/>
                    </a:cubicBezTo>
                    <a:cubicBezTo>
                      <a:pt x="1980371" y="1633937"/>
                      <a:pt x="1965508" y="1554730"/>
                      <a:pt x="1912008" y="1528357"/>
                    </a:cubicBezTo>
                    <a:cubicBezTo>
                      <a:pt x="1898633" y="1521764"/>
                      <a:pt x="1884109" y="1519097"/>
                      <a:pt x="1869299" y="1519920"/>
                    </a:cubicBezTo>
                    <a:close/>
                    <a:moveTo>
                      <a:pt x="741251" y="1329992"/>
                    </a:moveTo>
                    <a:cubicBezTo>
                      <a:pt x="709680" y="1321974"/>
                      <a:pt x="678544" y="1326372"/>
                      <a:pt x="655326" y="1345092"/>
                    </a:cubicBezTo>
                    <a:cubicBezTo>
                      <a:pt x="608892" y="1382530"/>
                      <a:pt x="611716" y="1463069"/>
                      <a:pt x="661634" y="1524981"/>
                    </a:cubicBezTo>
                    <a:cubicBezTo>
                      <a:pt x="711552" y="1586893"/>
                      <a:pt x="789660" y="1606734"/>
                      <a:pt x="836094" y="1569294"/>
                    </a:cubicBezTo>
                    <a:cubicBezTo>
                      <a:pt x="882529" y="1531856"/>
                      <a:pt x="879704" y="1451317"/>
                      <a:pt x="829787" y="1389406"/>
                    </a:cubicBezTo>
                    <a:cubicBezTo>
                      <a:pt x="804828" y="1358450"/>
                      <a:pt x="772822" y="1338012"/>
                      <a:pt x="741251" y="1329992"/>
                    </a:cubicBezTo>
                    <a:close/>
                    <a:moveTo>
                      <a:pt x="2079316" y="1065457"/>
                    </a:moveTo>
                    <a:cubicBezTo>
                      <a:pt x="2035146" y="1070876"/>
                      <a:pt x="1990481" y="1107807"/>
                      <a:pt x="1967725" y="1162943"/>
                    </a:cubicBezTo>
                    <a:cubicBezTo>
                      <a:pt x="1937386" y="1236457"/>
                      <a:pt x="1957487" y="1314499"/>
                      <a:pt x="2012623" y="1337253"/>
                    </a:cubicBezTo>
                    <a:cubicBezTo>
                      <a:pt x="2067759" y="1360009"/>
                      <a:pt x="2137051" y="1318860"/>
                      <a:pt x="2167391" y="1245345"/>
                    </a:cubicBezTo>
                    <a:cubicBezTo>
                      <a:pt x="2197730" y="1171831"/>
                      <a:pt x="2177629" y="1093789"/>
                      <a:pt x="2122493" y="1071035"/>
                    </a:cubicBezTo>
                    <a:cubicBezTo>
                      <a:pt x="2108709" y="1065345"/>
                      <a:pt x="2094040" y="1063650"/>
                      <a:pt x="2079316" y="1065457"/>
                    </a:cubicBezTo>
                    <a:close/>
                    <a:moveTo>
                      <a:pt x="0" y="654162"/>
                    </a:moveTo>
                    <a:lnTo>
                      <a:pt x="1082073" y="1244384"/>
                    </a:lnTo>
                    <a:lnTo>
                      <a:pt x="1121421" y="2700265"/>
                    </a:lnTo>
                    <a:lnTo>
                      <a:pt x="4918" y="1923139"/>
                    </a:lnTo>
                    <a:cubicBezTo>
                      <a:pt x="3279" y="1498508"/>
                      <a:pt x="1639" y="1073875"/>
                      <a:pt x="0" y="654162"/>
                    </a:cubicBezTo>
                    <a:close/>
                    <a:moveTo>
                      <a:pt x="2375644" y="688592"/>
                    </a:moveTo>
                    <a:lnTo>
                      <a:pt x="2360889" y="1967406"/>
                    </a:lnTo>
                    <a:lnTo>
                      <a:pt x="1293570" y="2700265"/>
                    </a:lnTo>
                    <a:lnTo>
                      <a:pt x="1249303" y="1239466"/>
                    </a:lnTo>
                    <a:close/>
                    <a:moveTo>
                      <a:pt x="1214923" y="371219"/>
                    </a:moveTo>
                    <a:cubicBezTo>
                      <a:pt x="1197013" y="368793"/>
                      <a:pt x="1177834" y="369067"/>
                      <a:pt x="1158247" y="372480"/>
                    </a:cubicBezTo>
                    <a:cubicBezTo>
                      <a:pt x="1079899" y="386133"/>
                      <a:pt x="1024686" y="444836"/>
                      <a:pt x="1034926" y="503598"/>
                    </a:cubicBezTo>
                    <a:cubicBezTo>
                      <a:pt x="1045165" y="562359"/>
                      <a:pt x="1116980" y="598927"/>
                      <a:pt x="1195328" y="585274"/>
                    </a:cubicBezTo>
                    <a:cubicBezTo>
                      <a:pt x="1273676" y="571621"/>
                      <a:pt x="1328889" y="512918"/>
                      <a:pt x="1318650" y="454156"/>
                    </a:cubicBezTo>
                    <a:cubicBezTo>
                      <a:pt x="1310970" y="410086"/>
                      <a:pt x="1268654" y="378499"/>
                      <a:pt x="1214923" y="371219"/>
                    </a:cubicBezTo>
                    <a:close/>
                    <a:moveTo>
                      <a:pt x="1185985" y="0"/>
                    </a:moveTo>
                    <a:lnTo>
                      <a:pt x="2376266" y="506608"/>
                    </a:lnTo>
                    <a:lnTo>
                      <a:pt x="1161392" y="1101748"/>
                    </a:lnTo>
                    <a:lnTo>
                      <a:pt x="10460" y="491852"/>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674" name="Google Shape;1674;p46"/>
              <p:cNvSpPr/>
              <p:nvPr/>
            </p:nvSpPr>
            <p:spPr>
              <a:xfrm>
                <a:off x="8174482" y="4174830"/>
                <a:ext cx="392828" cy="392828"/>
              </a:xfrm>
              <a:custGeom>
                <a:rect b="b" l="l" r="r" t="t"/>
                <a:pathLst>
                  <a:path extrusionOk="0" h="4259405" w="4088964">
                    <a:moveTo>
                      <a:pt x="1480605" y="2231940"/>
                    </a:moveTo>
                    <a:lnTo>
                      <a:pt x="1199818" y="2044620"/>
                    </a:lnTo>
                    <a:lnTo>
                      <a:pt x="761621" y="2687221"/>
                    </a:lnTo>
                    <a:cubicBezTo>
                      <a:pt x="501536" y="2652619"/>
                      <a:pt x="265323" y="2467912"/>
                      <a:pt x="39127" y="2272940"/>
                    </a:cubicBezTo>
                    <a:cubicBezTo>
                      <a:pt x="-80639" y="2070133"/>
                      <a:pt x="269496" y="1743507"/>
                      <a:pt x="374515" y="1494038"/>
                    </a:cubicBezTo>
                    <a:lnTo>
                      <a:pt x="93728" y="1306717"/>
                    </a:lnTo>
                    <a:lnTo>
                      <a:pt x="1091841" y="1312633"/>
                    </a:lnTo>
                    <a:close/>
                    <a:moveTo>
                      <a:pt x="2759566" y="226796"/>
                    </a:moveTo>
                    <a:cubicBezTo>
                      <a:pt x="2331051" y="377379"/>
                      <a:pt x="2150002" y="492309"/>
                      <a:pt x="1991062" y="643648"/>
                    </a:cubicBezTo>
                    <a:lnTo>
                      <a:pt x="1463599" y="1446568"/>
                    </a:lnTo>
                    <a:lnTo>
                      <a:pt x="610317" y="909936"/>
                    </a:lnTo>
                    <a:cubicBezTo>
                      <a:pt x="810411" y="627556"/>
                      <a:pt x="1020899" y="239191"/>
                      <a:pt x="1244930" y="61882"/>
                    </a:cubicBezTo>
                    <a:cubicBezTo>
                      <a:pt x="1491876" y="-75367"/>
                      <a:pt x="1697752" y="31605"/>
                      <a:pt x="2759566" y="226796"/>
                    </a:cubicBezTo>
                    <a:close/>
                    <a:moveTo>
                      <a:pt x="1722488" y="3820535"/>
                    </a:moveTo>
                    <a:cubicBezTo>
                      <a:pt x="1376925" y="3801485"/>
                      <a:pt x="936112" y="3830060"/>
                      <a:pt x="666750" y="3734810"/>
                    </a:cubicBezTo>
                    <a:cubicBezTo>
                      <a:pt x="419100" y="3598835"/>
                      <a:pt x="400050" y="3367610"/>
                      <a:pt x="0" y="2364860"/>
                    </a:cubicBezTo>
                    <a:cubicBezTo>
                      <a:pt x="355600" y="2647435"/>
                      <a:pt x="549276" y="2739510"/>
                      <a:pt x="762000" y="2793485"/>
                    </a:cubicBezTo>
                    <a:lnTo>
                      <a:pt x="1722487" y="2812535"/>
                    </a:lnTo>
                    <a:close/>
                    <a:moveTo>
                      <a:pt x="3605396" y="869465"/>
                    </a:moveTo>
                    <a:lnTo>
                      <a:pt x="3069019" y="1711228"/>
                    </a:lnTo>
                    <a:lnTo>
                      <a:pt x="2083849" y="1550906"/>
                    </a:lnTo>
                    <a:lnTo>
                      <a:pt x="2391902" y="1412941"/>
                    </a:lnTo>
                    <a:lnTo>
                      <a:pt x="2081217" y="699900"/>
                    </a:lnTo>
                    <a:cubicBezTo>
                      <a:pt x="2248971" y="498156"/>
                      <a:pt x="2531081" y="396532"/>
                      <a:pt x="2816547" y="308854"/>
                    </a:cubicBezTo>
                    <a:cubicBezTo>
                      <a:pt x="3051986" y="315439"/>
                      <a:pt x="3142075" y="785719"/>
                      <a:pt x="3297344" y="1007430"/>
                    </a:cubicBezTo>
                    <a:close/>
                    <a:moveTo>
                      <a:pt x="3222215" y="3788662"/>
                    </a:moveTo>
                    <a:cubicBezTo>
                      <a:pt x="3089072" y="3954283"/>
                      <a:pt x="2662122" y="3869088"/>
                      <a:pt x="2413930" y="3921936"/>
                    </a:cubicBezTo>
                    <a:lnTo>
                      <a:pt x="2420658" y="4259405"/>
                    </a:lnTo>
                    <a:lnTo>
                      <a:pt x="1855155" y="3436926"/>
                    </a:lnTo>
                    <a:lnTo>
                      <a:pt x="2387428" y="2592563"/>
                    </a:lnTo>
                    <a:lnTo>
                      <a:pt x="2394156" y="2930032"/>
                    </a:lnTo>
                    <a:lnTo>
                      <a:pt x="3171906" y="2922431"/>
                    </a:lnTo>
                    <a:cubicBezTo>
                      <a:pt x="3292132" y="3155642"/>
                      <a:pt x="3275533" y="3455038"/>
                      <a:pt x="3244786" y="3752078"/>
                    </a:cubicBezTo>
                    <a:cubicBezTo>
                      <a:pt x="3238662" y="3765464"/>
                      <a:pt x="3231091" y="3777620"/>
                      <a:pt x="3222215" y="3788662"/>
                    </a:cubicBezTo>
                    <a:close/>
                    <a:moveTo>
                      <a:pt x="3948285" y="2834020"/>
                    </a:moveTo>
                    <a:cubicBezTo>
                      <a:pt x="3833022" y="3018741"/>
                      <a:pt x="3639730" y="3281008"/>
                      <a:pt x="3342579" y="3731662"/>
                    </a:cubicBezTo>
                    <a:cubicBezTo>
                      <a:pt x="3371271" y="3278367"/>
                      <a:pt x="3336159" y="3066813"/>
                      <a:pt x="3258895" y="2861397"/>
                    </a:cubicBezTo>
                    <a:lnTo>
                      <a:pt x="2725671" y="2062291"/>
                    </a:lnTo>
                    <a:lnTo>
                      <a:pt x="3552883" y="1486284"/>
                    </a:lnTo>
                    <a:cubicBezTo>
                      <a:pt x="3734716" y="1780754"/>
                      <a:pt x="4010062" y="2126176"/>
                      <a:pt x="4085819" y="2401657"/>
                    </a:cubicBezTo>
                    <a:cubicBezTo>
                      <a:pt x="4100783" y="2542124"/>
                      <a:pt x="4063549" y="2649298"/>
                      <a:pt x="3948285" y="283402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675" name="Google Shape;1675;p46"/>
              <p:cNvSpPr/>
              <p:nvPr/>
            </p:nvSpPr>
            <p:spPr>
              <a:xfrm>
                <a:off x="9225535" y="2409380"/>
                <a:ext cx="393582" cy="392828"/>
              </a:xfrm>
              <a:custGeom>
                <a:rect b="b" l="l" r="r" t="t"/>
                <a:pathLst>
                  <a:path extrusionOk="0" h="4012920" w="4020621">
                    <a:moveTo>
                      <a:pt x="780213" y="3724888"/>
                    </a:moveTo>
                    <a:lnTo>
                      <a:pt x="2868445" y="3724888"/>
                    </a:lnTo>
                    <a:lnTo>
                      <a:pt x="2868445" y="4012920"/>
                    </a:lnTo>
                    <a:lnTo>
                      <a:pt x="780213" y="4012920"/>
                    </a:lnTo>
                    <a:close/>
                    <a:moveTo>
                      <a:pt x="4020621" y="2152587"/>
                    </a:moveTo>
                    <a:lnTo>
                      <a:pt x="4020621" y="3448731"/>
                    </a:lnTo>
                    <a:lnTo>
                      <a:pt x="3903908" y="3386593"/>
                    </a:lnTo>
                    <a:lnTo>
                      <a:pt x="3903908" y="2214725"/>
                    </a:lnTo>
                    <a:close/>
                    <a:moveTo>
                      <a:pt x="1582587" y="1544569"/>
                    </a:moveTo>
                    <a:cubicBezTo>
                      <a:pt x="1525677" y="1652847"/>
                      <a:pt x="1434945" y="1739939"/>
                      <a:pt x="1324158" y="1792547"/>
                    </a:cubicBezTo>
                    <a:lnTo>
                      <a:pt x="1790243" y="1792547"/>
                    </a:lnTo>
                    <a:cubicBezTo>
                      <a:pt x="1708293" y="1721838"/>
                      <a:pt x="1638004" y="1638154"/>
                      <a:pt x="1582587" y="1544569"/>
                    </a:cubicBezTo>
                    <a:close/>
                    <a:moveTo>
                      <a:pt x="1238323" y="1312673"/>
                    </a:moveTo>
                    <a:cubicBezTo>
                      <a:pt x="1173622" y="1312673"/>
                      <a:pt x="1121172" y="1365123"/>
                      <a:pt x="1121172" y="1429824"/>
                    </a:cubicBezTo>
                    <a:cubicBezTo>
                      <a:pt x="1121172" y="1494525"/>
                      <a:pt x="1173622" y="1546975"/>
                      <a:pt x="1238323" y="1546975"/>
                    </a:cubicBezTo>
                    <a:cubicBezTo>
                      <a:pt x="1303024" y="1546975"/>
                      <a:pt x="1355474" y="1494525"/>
                      <a:pt x="1355474" y="1429824"/>
                    </a:cubicBezTo>
                    <a:cubicBezTo>
                      <a:pt x="1355474" y="1365123"/>
                      <a:pt x="1303024" y="1312673"/>
                      <a:pt x="1238323" y="1312673"/>
                    </a:cubicBezTo>
                    <a:close/>
                    <a:moveTo>
                      <a:pt x="870057" y="1312673"/>
                    </a:moveTo>
                    <a:cubicBezTo>
                      <a:pt x="805356" y="1312673"/>
                      <a:pt x="752906" y="1365123"/>
                      <a:pt x="752906" y="1429824"/>
                    </a:cubicBezTo>
                    <a:cubicBezTo>
                      <a:pt x="752906" y="1494525"/>
                      <a:pt x="805356" y="1546975"/>
                      <a:pt x="870057" y="1546975"/>
                    </a:cubicBezTo>
                    <a:cubicBezTo>
                      <a:pt x="934758" y="1546975"/>
                      <a:pt x="987208" y="1494525"/>
                      <a:pt x="987208" y="1429824"/>
                    </a:cubicBezTo>
                    <a:cubicBezTo>
                      <a:pt x="987208" y="1365123"/>
                      <a:pt x="934758" y="1312673"/>
                      <a:pt x="870057" y="1312673"/>
                    </a:cubicBezTo>
                    <a:close/>
                    <a:moveTo>
                      <a:pt x="2775838" y="1127627"/>
                    </a:moveTo>
                    <a:cubicBezTo>
                      <a:pt x="2666578" y="1127627"/>
                      <a:pt x="2578006" y="1216199"/>
                      <a:pt x="2578006" y="1325459"/>
                    </a:cubicBezTo>
                    <a:cubicBezTo>
                      <a:pt x="2578006" y="1434719"/>
                      <a:pt x="2666578" y="1523291"/>
                      <a:pt x="2775838" y="1523291"/>
                    </a:cubicBezTo>
                    <a:cubicBezTo>
                      <a:pt x="2885098" y="1523291"/>
                      <a:pt x="2973670" y="1434719"/>
                      <a:pt x="2973670" y="1325459"/>
                    </a:cubicBezTo>
                    <a:cubicBezTo>
                      <a:pt x="2973670" y="1216199"/>
                      <a:pt x="2885098" y="1127627"/>
                      <a:pt x="2775838" y="1127627"/>
                    </a:cubicBezTo>
                    <a:close/>
                    <a:moveTo>
                      <a:pt x="2153949" y="1127627"/>
                    </a:moveTo>
                    <a:cubicBezTo>
                      <a:pt x="2044689" y="1127627"/>
                      <a:pt x="1956117" y="1216199"/>
                      <a:pt x="1956117" y="1325459"/>
                    </a:cubicBezTo>
                    <a:cubicBezTo>
                      <a:pt x="1956117" y="1434719"/>
                      <a:pt x="2044689" y="1523291"/>
                      <a:pt x="2153949" y="1523291"/>
                    </a:cubicBezTo>
                    <a:cubicBezTo>
                      <a:pt x="2263209" y="1523291"/>
                      <a:pt x="2351781" y="1434719"/>
                      <a:pt x="2351781" y="1325459"/>
                    </a:cubicBezTo>
                    <a:cubicBezTo>
                      <a:pt x="2351781" y="1216199"/>
                      <a:pt x="2263209" y="1127627"/>
                      <a:pt x="2153949" y="1127627"/>
                    </a:cubicBezTo>
                    <a:close/>
                    <a:moveTo>
                      <a:pt x="1238323" y="956510"/>
                    </a:moveTo>
                    <a:cubicBezTo>
                      <a:pt x="1173622" y="956510"/>
                      <a:pt x="1121172" y="1008960"/>
                      <a:pt x="1121172" y="1073661"/>
                    </a:cubicBezTo>
                    <a:cubicBezTo>
                      <a:pt x="1121172" y="1138362"/>
                      <a:pt x="1173622" y="1190812"/>
                      <a:pt x="1238323" y="1190812"/>
                    </a:cubicBezTo>
                    <a:cubicBezTo>
                      <a:pt x="1303024" y="1190812"/>
                      <a:pt x="1355474" y="1138362"/>
                      <a:pt x="1355474" y="1073661"/>
                    </a:cubicBezTo>
                    <a:cubicBezTo>
                      <a:pt x="1355474" y="1008960"/>
                      <a:pt x="1303024" y="956510"/>
                      <a:pt x="1238323" y="956510"/>
                    </a:cubicBezTo>
                    <a:close/>
                    <a:moveTo>
                      <a:pt x="870057" y="956510"/>
                    </a:moveTo>
                    <a:cubicBezTo>
                      <a:pt x="805356" y="956510"/>
                      <a:pt x="752906" y="1008960"/>
                      <a:pt x="752906" y="1073661"/>
                    </a:cubicBezTo>
                    <a:cubicBezTo>
                      <a:pt x="752906" y="1138362"/>
                      <a:pt x="805356" y="1190812"/>
                      <a:pt x="870057" y="1190812"/>
                    </a:cubicBezTo>
                    <a:cubicBezTo>
                      <a:pt x="934758" y="1190812"/>
                      <a:pt x="987208" y="1138362"/>
                      <a:pt x="987208" y="1073661"/>
                    </a:cubicBezTo>
                    <a:cubicBezTo>
                      <a:pt x="987208" y="1008960"/>
                      <a:pt x="934758" y="956510"/>
                      <a:pt x="870057" y="956510"/>
                    </a:cubicBezTo>
                    <a:close/>
                    <a:moveTo>
                      <a:pt x="2775838" y="526176"/>
                    </a:moveTo>
                    <a:cubicBezTo>
                      <a:pt x="2666578" y="526176"/>
                      <a:pt x="2578006" y="614748"/>
                      <a:pt x="2578006" y="724008"/>
                    </a:cubicBezTo>
                    <a:cubicBezTo>
                      <a:pt x="2578006" y="833268"/>
                      <a:pt x="2666578" y="921840"/>
                      <a:pt x="2775838" y="921840"/>
                    </a:cubicBezTo>
                    <a:cubicBezTo>
                      <a:pt x="2885098" y="921840"/>
                      <a:pt x="2973670" y="833268"/>
                      <a:pt x="2973670" y="724008"/>
                    </a:cubicBezTo>
                    <a:cubicBezTo>
                      <a:pt x="2973670" y="614748"/>
                      <a:pt x="2885098" y="526176"/>
                      <a:pt x="2775838" y="526176"/>
                    </a:cubicBezTo>
                    <a:close/>
                    <a:moveTo>
                      <a:pt x="2153949" y="526176"/>
                    </a:moveTo>
                    <a:cubicBezTo>
                      <a:pt x="2044689" y="526176"/>
                      <a:pt x="1956117" y="614748"/>
                      <a:pt x="1956117" y="724008"/>
                    </a:cubicBezTo>
                    <a:cubicBezTo>
                      <a:pt x="1956117" y="833268"/>
                      <a:pt x="2044689" y="921840"/>
                      <a:pt x="2153949" y="921840"/>
                    </a:cubicBezTo>
                    <a:cubicBezTo>
                      <a:pt x="2263209" y="921840"/>
                      <a:pt x="2351781" y="833268"/>
                      <a:pt x="2351781" y="724008"/>
                    </a:cubicBezTo>
                    <a:cubicBezTo>
                      <a:pt x="2351781" y="614748"/>
                      <a:pt x="2263209" y="526176"/>
                      <a:pt x="2153949" y="526176"/>
                    </a:cubicBezTo>
                    <a:close/>
                    <a:moveTo>
                      <a:pt x="2464893" y="0"/>
                    </a:moveTo>
                    <a:cubicBezTo>
                      <a:pt x="3030837" y="0"/>
                      <a:pt x="3489626" y="458789"/>
                      <a:pt x="3489626" y="1024733"/>
                    </a:cubicBezTo>
                    <a:cubicBezTo>
                      <a:pt x="3489626" y="1442455"/>
                      <a:pt x="3239684" y="1801800"/>
                      <a:pt x="2880320" y="1959209"/>
                    </a:cubicBezTo>
                    <a:lnTo>
                      <a:pt x="2880320" y="2008571"/>
                    </a:lnTo>
                    <a:lnTo>
                      <a:pt x="3250857" y="2008571"/>
                    </a:lnTo>
                    <a:lnTo>
                      <a:pt x="3250857" y="2359970"/>
                    </a:lnTo>
                    <a:lnTo>
                      <a:pt x="3437294" y="2359970"/>
                    </a:lnTo>
                    <a:lnTo>
                      <a:pt x="3437294" y="2360694"/>
                    </a:lnTo>
                    <a:lnTo>
                      <a:pt x="3852060" y="2233461"/>
                    </a:lnTo>
                    <a:lnTo>
                      <a:pt x="3852060" y="3367858"/>
                    </a:lnTo>
                    <a:lnTo>
                      <a:pt x="3437294" y="3240624"/>
                    </a:lnTo>
                    <a:lnTo>
                      <a:pt x="3437294" y="3241349"/>
                    </a:lnTo>
                    <a:lnTo>
                      <a:pt x="3250857" y="3241349"/>
                    </a:lnTo>
                    <a:lnTo>
                      <a:pt x="3250857" y="3633063"/>
                    </a:lnTo>
                    <a:lnTo>
                      <a:pt x="298529" y="3633063"/>
                    </a:lnTo>
                    <a:lnTo>
                      <a:pt x="298529" y="2431730"/>
                    </a:lnTo>
                    <a:lnTo>
                      <a:pt x="0" y="2008571"/>
                    </a:lnTo>
                    <a:lnTo>
                      <a:pt x="298529" y="2008571"/>
                    </a:lnTo>
                    <a:lnTo>
                      <a:pt x="792088" y="2008571"/>
                    </a:lnTo>
                    <a:lnTo>
                      <a:pt x="792088" y="1796817"/>
                    </a:lnTo>
                    <a:cubicBezTo>
                      <a:pt x="587745" y="1700755"/>
                      <a:pt x="447370" y="1492642"/>
                      <a:pt x="447370" y="1251742"/>
                    </a:cubicBezTo>
                    <a:cubicBezTo>
                      <a:pt x="447370" y="916605"/>
                      <a:pt x="719053" y="644923"/>
                      <a:pt x="1054190" y="644923"/>
                    </a:cubicBezTo>
                    <a:cubicBezTo>
                      <a:pt x="1212753" y="644923"/>
                      <a:pt x="1357112" y="705740"/>
                      <a:pt x="1463939" y="806702"/>
                    </a:cubicBezTo>
                    <a:cubicBezTo>
                      <a:pt x="1563407" y="345444"/>
                      <a:pt x="1973809" y="0"/>
                      <a:pt x="2464893"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676" name="Google Shape;1676;p46"/>
              <p:cNvSpPr/>
              <p:nvPr/>
            </p:nvSpPr>
            <p:spPr>
              <a:xfrm rot="9900000">
                <a:off x="10073915" y="2714730"/>
                <a:ext cx="351357" cy="423598"/>
              </a:xfrm>
              <a:custGeom>
                <a:rect b="b" l="l" r="r" t="t"/>
                <a:pathLst>
                  <a:path extrusionOk="0" h="4064034" w="3370953">
                    <a:moveTo>
                      <a:pt x="307836" y="3226369"/>
                    </a:moveTo>
                    <a:lnTo>
                      <a:pt x="307836" y="2810144"/>
                    </a:lnTo>
                    <a:lnTo>
                      <a:pt x="1258549" y="2810144"/>
                    </a:lnTo>
                    <a:lnTo>
                      <a:pt x="1331954" y="2516524"/>
                    </a:lnTo>
                    <a:lnTo>
                      <a:pt x="1639161" y="2516524"/>
                    </a:lnTo>
                    <a:lnTo>
                      <a:pt x="1806826" y="1890788"/>
                    </a:lnTo>
                    <a:cubicBezTo>
                      <a:pt x="1709407" y="1836984"/>
                      <a:pt x="1651662" y="1730051"/>
                      <a:pt x="1660897" y="1618049"/>
                    </a:cubicBezTo>
                    <a:lnTo>
                      <a:pt x="497736" y="946498"/>
                    </a:lnTo>
                    <a:lnTo>
                      <a:pt x="415801" y="1252284"/>
                    </a:lnTo>
                    <a:cubicBezTo>
                      <a:pt x="388670" y="1353539"/>
                      <a:pt x="284592" y="1413628"/>
                      <a:pt x="183338" y="1386497"/>
                    </a:cubicBezTo>
                    <a:lnTo>
                      <a:pt x="0" y="1337372"/>
                    </a:lnTo>
                    <a:lnTo>
                      <a:pt x="358348" y="0"/>
                    </a:lnTo>
                    <a:lnTo>
                      <a:pt x="541685" y="49125"/>
                    </a:lnTo>
                    <a:cubicBezTo>
                      <a:pt x="642940" y="76256"/>
                      <a:pt x="703029" y="180334"/>
                      <a:pt x="675898" y="281588"/>
                    </a:cubicBezTo>
                    <a:lnTo>
                      <a:pt x="574914" y="658466"/>
                    </a:lnTo>
                    <a:lnTo>
                      <a:pt x="1826395" y="1381009"/>
                    </a:lnTo>
                    <a:cubicBezTo>
                      <a:pt x="1885142" y="1352063"/>
                      <a:pt x="1954182" y="1344264"/>
                      <a:pt x="2022379" y="1362537"/>
                    </a:cubicBezTo>
                    <a:cubicBezTo>
                      <a:pt x="2176035" y="1403709"/>
                      <a:pt x="2267221" y="1561647"/>
                      <a:pt x="2226049" y="1715303"/>
                    </a:cubicBezTo>
                    <a:cubicBezTo>
                      <a:pt x="2207347" y="1785100"/>
                      <a:pt x="2164552" y="1842007"/>
                      <a:pt x="2108323" y="1878457"/>
                    </a:cubicBezTo>
                    <a:lnTo>
                      <a:pt x="1937353" y="2516524"/>
                    </a:lnTo>
                    <a:lnTo>
                      <a:pt x="2236046" y="2516524"/>
                    </a:lnTo>
                    <a:lnTo>
                      <a:pt x="2309451" y="2810144"/>
                    </a:lnTo>
                    <a:lnTo>
                      <a:pt x="2828116" y="2810144"/>
                    </a:lnTo>
                    <a:lnTo>
                      <a:pt x="2828116" y="2930119"/>
                    </a:lnTo>
                    <a:lnTo>
                      <a:pt x="2945247" y="2930119"/>
                    </a:lnTo>
                    <a:lnTo>
                      <a:pt x="3109201" y="2856867"/>
                    </a:lnTo>
                    <a:cubicBezTo>
                      <a:pt x="3112004" y="2849082"/>
                      <a:pt x="3119624" y="2844415"/>
                      <a:pt x="3128335" y="2844415"/>
                    </a:cubicBezTo>
                    <a:lnTo>
                      <a:pt x="3223771" y="2844415"/>
                    </a:lnTo>
                    <a:cubicBezTo>
                      <a:pt x="3236949" y="2844415"/>
                      <a:pt x="3247631" y="2855097"/>
                      <a:pt x="3247631" y="2868275"/>
                    </a:cubicBezTo>
                    <a:lnTo>
                      <a:pt x="3247631" y="3606750"/>
                    </a:lnTo>
                    <a:cubicBezTo>
                      <a:pt x="3247631" y="3619928"/>
                      <a:pt x="3236949" y="3630610"/>
                      <a:pt x="3223771" y="3630610"/>
                    </a:cubicBezTo>
                    <a:lnTo>
                      <a:pt x="3128335" y="3630610"/>
                    </a:lnTo>
                    <a:cubicBezTo>
                      <a:pt x="3120852" y="3630610"/>
                      <a:pt x="3114174" y="3627166"/>
                      <a:pt x="3110472" y="3621230"/>
                    </a:cubicBezTo>
                    <a:lnTo>
                      <a:pt x="3110472" y="3624351"/>
                    </a:lnTo>
                    <a:lnTo>
                      <a:pt x="2954172" y="3554518"/>
                    </a:lnTo>
                    <a:lnTo>
                      <a:pt x="2954172" y="3558788"/>
                    </a:lnTo>
                    <a:lnTo>
                      <a:pt x="2828116" y="3558788"/>
                    </a:lnTo>
                    <a:lnTo>
                      <a:pt x="2828116" y="3630610"/>
                    </a:lnTo>
                    <a:lnTo>
                      <a:pt x="2038337" y="3226369"/>
                    </a:lnTo>
                    <a:close/>
                    <a:moveTo>
                      <a:pt x="77048" y="4064034"/>
                    </a:moveTo>
                    <a:lnTo>
                      <a:pt x="77048" y="3342578"/>
                    </a:lnTo>
                    <a:lnTo>
                      <a:pt x="2050947" y="3342578"/>
                    </a:lnTo>
                    <a:lnTo>
                      <a:pt x="3370953" y="4058524"/>
                    </a:lnTo>
                    <a:lnTo>
                      <a:pt x="3370953" y="4064034"/>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677" name="Google Shape;1677;p46"/>
              <p:cNvSpPr/>
              <p:nvPr/>
            </p:nvSpPr>
            <p:spPr>
              <a:xfrm rot="3600000">
                <a:off x="8507130" y="4424299"/>
                <a:ext cx="162074" cy="478539"/>
              </a:xfrm>
              <a:custGeom>
                <a:rect b="b" l="l" r="r" t="t"/>
                <a:pathLst>
                  <a:path extrusionOk="0" h="3920353" w="1327763">
                    <a:moveTo>
                      <a:pt x="483881" y="2840232"/>
                    </a:moveTo>
                    <a:lnTo>
                      <a:pt x="843881" y="2840232"/>
                    </a:lnTo>
                    <a:lnTo>
                      <a:pt x="843881" y="3920353"/>
                    </a:lnTo>
                    <a:lnTo>
                      <a:pt x="483881" y="3920353"/>
                    </a:lnTo>
                    <a:close/>
                    <a:moveTo>
                      <a:pt x="757697" y="168239"/>
                    </a:moveTo>
                    <a:lnTo>
                      <a:pt x="757697" y="384263"/>
                    </a:lnTo>
                    <a:lnTo>
                      <a:pt x="930062" y="384263"/>
                    </a:lnTo>
                    <a:lnTo>
                      <a:pt x="930062" y="168239"/>
                    </a:lnTo>
                    <a:close/>
                    <a:moveTo>
                      <a:pt x="432932" y="168239"/>
                    </a:moveTo>
                    <a:lnTo>
                      <a:pt x="432932" y="384263"/>
                    </a:lnTo>
                    <a:lnTo>
                      <a:pt x="605297" y="384263"/>
                    </a:lnTo>
                    <a:lnTo>
                      <a:pt x="605297" y="168239"/>
                    </a:lnTo>
                    <a:close/>
                    <a:moveTo>
                      <a:pt x="168643" y="0"/>
                    </a:moveTo>
                    <a:lnTo>
                      <a:pt x="1159119" y="0"/>
                    </a:lnTo>
                    <a:lnTo>
                      <a:pt x="1159119" y="539093"/>
                    </a:lnTo>
                    <a:lnTo>
                      <a:pt x="1327763" y="539093"/>
                    </a:lnTo>
                    <a:lnTo>
                      <a:pt x="1327763" y="2245406"/>
                    </a:lnTo>
                    <a:lnTo>
                      <a:pt x="1318300" y="2245406"/>
                    </a:lnTo>
                    <a:lnTo>
                      <a:pt x="1127664" y="2719000"/>
                    </a:lnTo>
                    <a:lnTo>
                      <a:pt x="200100" y="2719000"/>
                    </a:lnTo>
                    <a:lnTo>
                      <a:pt x="9464" y="2245406"/>
                    </a:lnTo>
                    <a:lnTo>
                      <a:pt x="0" y="2245406"/>
                    </a:lnTo>
                    <a:lnTo>
                      <a:pt x="0" y="539093"/>
                    </a:lnTo>
                    <a:lnTo>
                      <a:pt x="168643" y="539093"/>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678" name="Google Shape;1678;p46"/>
              <p:cNvSpPr/>
              <p:nvPr/>
            </p:nvSpPr>
            <p:spPr>
              <a:xfrm>
                <a:off x="8045579" y="3848133"/>
                <a:ext cx="330939" cy="260933"/>
              </a:xfrm>
              <a:custGeom>
                <a:rect b="b" l="l" r="r" t="t"/>
                <a:pathLst>
                  <a:path extrusionOk="0" h="2952328" w="3744416">
                    <a:moveTo>
                      <a:pt x="184806" y="576064"/>
                    </a:moveTo>
                    <a:lnTo>
                      <a:pt x="895314" y="576064"/>
                    </a:lnTo>
                    <a:cubicBezTo>
                      <a:pt x="997380" y="576064"/>
                      <a:pt x="1080120" y="658804"/>
                      <a:pt x="1080120" y="760870"/>
                    </a:cubicBezTo>
                    <a:lnTo>
                      <a:pt x="1080120" y="792088"/>
                    </a:lnTo>
                    <a:lnTo>
                      <a:pt x="3312368" y="792088"/>
                    </a:lnTo>
                    <a:lnTo>
                      <a:pt x="3312368" y="2952328"/>
                    </a:lnTo>
                    <a:lnTo>
                      <a:pt x="0" y="2952328"/>
                    </a:lnTo>
                    <a:lnTo>
                      <a:pt x="0" y="1072569"/>
                    </a:lnTo>
                    <a:lnTo>
                      <a:pt x="0" y="792088"/>
                    </a:lnTo>
                    <a:lnTo>
                      <a:pt x="0" y="760870"/>
                    </a:lnTo>
                    <a:cubicBezTo>
                      <a:pt x="0" y="658804"/>
                      <a:pt x="82740" y="576064"/>
                      <a:pt x="184806" y="576064"/>
                    </a:cubicBezTo>
                    <a:close/>
                    <a:moveTo>
                      <a:pt x="616854" y="0"/>
                    </a:moveTo>
                    <a:lnTo>
                      <a:pt x="1327362" y="0"/>
                    </a:lnTo>
                    <a:cubicBezTo>
                      <a:pt x="1429428" y="0"/>
                      <a:pt x="1512168" y="82740"/>
                      <a:pt x="1512168" y="184806"/>
                    </a:cubicBezTo>
                    <a:lnTo>
                      <a:pt x="1512168" y="216024"/>
                    </a:lnTo>
                    <a:lnTo>
                      <a:pt x="3744416" y="216024"/>
                    </a:lnTo>
                    <a:lnTo>
                      <a:pt x="3744416" y="2376264"/>
                    </a:lnTo>
                    <a:lnTo>
                      <a:pt x="3464768" y="2376264"/>
                    </a:lnTo>
                    <a:lnTo>
                      <a:pt x="3464768" y="648072"/>
                    </a:lnTo>
                    <a:lnTo>
                      <a:pt x="1232520" y="648072"/>
                    </a:lnTo>
                    <a:lnTo>
                      <a:pt x="1232520" y="616854"/>
                    </a:lnTo>
                    <a:cubicBezTo>
                      <a:pt x="1232520" y="514788"/>
                      <a:pt x="1149780" y="432048"/>
                      <a:pt x="1047714" y="432048"/>
                    </a:cubicBezTo>
                    <a:lnTo>
                      <a:pt x="432048" y="432048"/>
                    </a:lnTo>
                    <a:lnTo>
                      <a:pt x="432048" y="216024"/>
                    </a:lnTo>
                    <a:lnTo>
                      <a:pt x="432048" y="184806"/>
                    </a:lnTo>
                    <a:cubicBezTo>
                      <a:pt x="432048" y="82740"/>
                      <a:pt x="514788" y="0"/>
                      <a:pt x="61685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679" name="Google Shape;1679;p46"/>
              <p:cNvSpPr/>
              <p:nvPr/>
            </p:nvSpPr>
            <p:spPr>
              <a:xfrm>
                <a:off x="9003511" y="4923426"/>
                <a:ext cx="304410" cy="330939"/>
              </a:xfrm>
              <a:custGeom>
                <a:rect b="b" l="l" r="r" t="t"/>
                <a:pathLst>
                  <a:path extrusionOk="0" h="4031150" w="3708000">
                    <a:moveTo>
                      <a:pt x="2226025" y="2078010"/>
                    </a:moveTo>
                    <a:lnTo>
                      <a:pt x="1976753" y="2339372"/>
                    </a:lnTo>
                    <a:lnTo>
                      <a:pt x="1976910" y="2339581"/>
                    </a:lnTo>
                    <a:lnTo>
                      <a:pt x="1976204" y="2339948"/>
                    </a:lnTo>
                    <a:lnTo>
                      <a:pt x="1975656" y="2340523"/>
                    </a:lnTo>
                    <a:lnTo>
                      <a:pt x="1975499" y="2340314"/>
                    </a:lnTo>
                    <a:lnTo>
                      <a:pt x="1688579" y="2489240"/>
                    </a:lnTo>
                    <a:cubicBezTo>
                      <a:pt x="1740712" y="2519877"/>
                      <a:pt x="1801557" y="2536438"/>
                      <a:pt x="1866270" y="2536438"/>
                    </a:cubicBezTo>
                    <a:cubicBezTo>
                      <a:pt x="2071258" y="2536438"/>
                      <a:pt x="2237434" y="2370262"/>
                      <a:pt x="2237434" y="2165274"/>
                    </a:cubicBezTo>
                    <a:cubicBezTo>
                      <a:pt x="2237434" y="2135129"/>
                      <a:pt x="2233840" y="2105822"/>
                      <a:pt x="2226025" y="2078010"/>
                    </a:cubicBezTo>
                    <a:close/>
                    <a:moveTo>
                      <a:pt x="1866270" y="1794110"/>
                    </a:moveTo>
                    <a:cubicBezTo>
                      <a:pt x="1661282" y="1794110"/>
                      <a:pt x="1495106" y="1960286"/>
                      <a:pt x="1495106" y="2165274"/>
                    </a:cubicBezTo>
                    <a:cubicBezTo>
                      <a:pt x="1495106" y="2194876"/>
                      <a:pt x="1498572" y="2223668"/>
                      <a:pt x="1506052" y="2251046"/>
                    </a:cubicBezTo>
                    <a:lnTo>
                      <a:pt x="1731247" y="2014929"/>
                    </a:lnTo>
                    <a:lnTo>
                      <a:pt x="1731090" y="2014720"/>
                    </a:lnTo>
                    <a:lnTo>
                      <a:pt x="1731796" y="2014353"/>
                    </a:lnTo>
                    <a:lnTo>
                      <a:pt x="1732344" y="2013778"/>
                    </a:lnTo>
                    <a:lnTo>
                      <a:pt x="1732501" y="2013987"/>
                    </a:lnTo>
                    <a:lnTo>
                      <a:pt x="2054335" y="1846939"/>
                    </a:lnTo>
                    <a:cubicBezTo>
                      <a:pt x="1999773" y="1812909"/>
                      <a:pt x="1935217" y="1794110"/>
                      <a:pt x="1866270" y="1794110"/>
                    </a:cubicBezTo>
                    <a:close/>
                    <a:moveTo>
                      <a:pt x="1866270" y="1281021"/>
                    </a:moveTo>
                    <a:lnTo>
                      <a:pt x="1995916" y="1728077"/>
                    </a:lnTo>
                    <a:cubicBezTo>
                      <a:pt x="2049420" y="1742880"/>
                      <a:pt x="2098387" y="1768442"/>
                      <a:pt x="2141027" y="1801941"/>
                    </a:cubicBezTo>
                    <a:lnTo>
                      <a:pt x="2830781" y="1443923"/>
                    </a:lnTo>
                    <a:lnTo>
                      <a:pt x="2293677" y="2007077"/>
                    </a:lnTo>
                    <a:lnTo>
                      <a:pt x="2302169" y="2036187"/>
                    </a:lnTo>
                    <a:lnTo>
                      <a:pt x="2755181" y="2167560"/>
                    </a:lnTo>
                    <a:lnTo>
                      <a:pt x="2301207" y="2299213"/>
                    </a:lnTo>
                    <a:cubicBezTo>
                      <a:pt x="2288949" y="2340747"/>
                      <a:pt x="2270868" y="2379745"/>
                      <a:pt x="2246307" y="2414255"/>
                    </a:cubicBezTo>
                    <a:lnTo>
                      <a:pt x="2368615" y="2636476"/>
                    </a:lnTo>
                    <a:lnTo>
                      <a:pt x="2152396" y="2517472"/>
                    </a:lnTo>
                    <a:cubicBezTo>
                      <a:pt x="2112986" y="2553805"/>
                      <a:pt x="2065424" y="2580505"/>
                      <a:pt x="2013636" y="2598144"/>
                    </a:cubicBezTo>
                    <a:lnTo>
                      <a:pt x="1875846" y="3073280"/>
                    </a:lnTo>
                    <a:lnTo>
                      <a:pt x="1739624" y="2603548"/>
                    </a:lnTo>
                    <a:cubicBezTo>
                      <a:pt x="1688445" y="2589723"/>
                      <a:pt x="1641302" y="2566161"/>
                      <a:pt x="1599709" y="2535368"/>
                    </a:cubicBezTo>
                    <a:lnTo>
                      <a:pt x="877219" y="2910378"/>
                    </a:lnTo>
                    <a:lnTo>
                      <a:pt x="1438400" y="2321979"/>
                    </a:lnTo>
                    <a:lnTo>
                      <a:pt x="1437655" y="2319411"/>
                    </a:lnTo>
                    <a:lnTo>
                      <a:pt x="963153" y="2181805"/>
                    </a:lnTo>
                    <a:lnTo>
                      <a:pt x="1425898" y="2047609"/>
                    </a:lnTo>
                    <a:cubicBezTo>
                      <a:pt x="1440318" y="1991458"/>
                      <a:pt x="1465316" y="1939627"/>
                      <a:pt x="1501635" y="1896529"/>
                    </a:cubicBezTo>
                    <a:lnTo>
                      <a:pt x="1375628" y="1667588"/>
                    </a:lnTo>
                    <a:lnTo>
                      <a:pt x="1605635" y="1794181"/>
                    </a:lnTo>
                    <a:cubicBezTo>
                      <a:pt x="1643852" y="1764149"/>
                      <a:pt x="1688437" y="1742763"/>
                      <a:pt x="1736328" y="1729097"/>
                    </a:cubicBezTo>
                    <a:close/>
                    <a:moveTo>
                      <a:pt x="1801446" y="873772"/>
                    </a:moveTo>
                    <a:cubicBezTo>
                      <a:pt x="1122607" y="899096"/>
                      <a:pt x="577020" y="1443990"/>
                      <a:pt x="550657" y="2122563"/>
                    </a:cubicBezTo>
                    <a:lnTo>
                      <a:pt x="754935" y="2181804"/>
                    </a:lnTo>
                    <a:lnTo>
                      <a:pt x="551187" y="2240891"/>
                    </a:lnTo>
                    <a:cubicBezTo>
                      <a:pt x="582476" y="2925954"/>
                      <a:pt x="1143118" y="3472541"/>
                      <a:pt x="1833783" y="3482192"/>
                    </a:cubicBezTo>
                    <a:lnTo>
                      <a:pt x="1883029" y="3312376"/>
                    </a:lnTo>
                    <a:lnTo>
                      <a:pt x="1931451" y="3479348"/>
                    </a:lnTo>
                    <a:cubicBezTo>
                      <a:pt x="2602724" y="3441618"/>
                      <a:pt x="3137685" y="2895457"/>
                      <a:pt x="3157888" y="2219621"/>
                    </a:cubicBezTo>
                    <a:lnTo>
                      <a:pt x="2970483" y="2165273"/>
                    </a:lnTo>
                    <a:lnTo>
                      <a:pt x="3156785" y="2111246"/>
                    </a:lnTo>
                    <a:cubicBezTo>
                      <a:pt x="3124894" y="1437932"/>
                      <a:pt x="2581609" y="898954"/>
                      <a:pt x="1906553" y="873772"/>
                    </a:cubicBezTo>
                    <a:lnTo>
                      <a:pt x="1853999" y="1054992"/>
                    </a:lnTo>
                    <a:close/>
                    <a:moveTo>
                      <a:pt x="1842112" y="204015"/>
                    </a:moveTo>
                    <a:cubicBezTo>
                      <a:pt x="1750186" y="208331"/>
                      <a:pt x="1671595" y="261235"/>
                      <a:pt x="1631665" y="337724"/>
                    </a:cubicBezTo>
                    <a:cubicBezTo>
                      <a:pt x="1704451" y="327639"/>
                      <a:pt x="1778701" y="323150"/>
                      <a:pt x="1854000" y="323150"/>
                    </a:cubicBezTo>
                    <a:cubicBezTo>
                      <a:pt x="1929687" y="323150"/>
                      <a:pt x="2004315" y="327685"/>
                      <a:pt x="2077458" y="337895"/>
                    </a:cubicBezTo>
                    <a:cubicBezTo>
                      <a:pt x="2032849" y="253989"/>
                      <a:pt x="1942703" y="199292"/>
                      <a:pt x="1842112" y="204015"/>
                    </a:cubicBezTo>
                    <a:close/>
                    <a:moveTo>
                      <a:pt x="1832557" y="511"/>
                    </a:moveTo>
                    <a:cubicBezTo>
                      <a:pt x="2064724" y="-10390"/>
                      <a:pt x="2266043" y="154192"/>
                      <a:pt x="2302551" y="380077"/>
                    </a:cubicBezTo>
                    <a:cubicBezTo>
                      <a:pt x="3110034" y="578670"/>
                      <a:pt x="3708000" y="1308079"/>
                      <a:pt x="3708000" y="2177150"/>
                    </a:cubicBezTo>
                    <a:cubicBezTo>
                      <a:pt x="3708000" y="3201086"/>
                      <a:pt x="2877936" y="4031150"/>
                      <a:pt x="1854000" y="4031150"/>
                    </a:cubicBezTo>
                    <a:cubicBezTo>
                      <a:pt x="830064" y="4031150"/>
                      <a:pt x="0" y="3201086"/>
                      <a:pt x="0" y="2177150"/>
                    </a:cubicBezTo>
                    <a:cubicBezTo>
                      <a:pt x="0" y="1308490"/>
                      <a:pt x="597400" y="579361"/>
                      <a:pt x="1404307" y="380371"/>
                    </a:cubicBezTo>
                    <a:cubicBezTo>
                      <a:pt x="1438620" y="172028"/>
                      <a:pt x="1614858" y="10733"/>
                      <a:pt x="1832557" y="51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680" name="Google Shape;1680;p46"/>
              <p:cNvSpPr/>
              <p:nvPr/>
            </p:nvSpPr>
            <p:spPr>
              <a:xfrm>
                <a:off x="9848127" y="4821478"/>
                <a:ext cx="257012" cy="330939"/>
              </a:xfrm>
              <a:custGeom>
                <a:rect b="b" l="l" r="r" t="t"/>
                <a:pathLst>
                  <a:path extrusionOk="0" h="3913585" w="3039346">
                    <a:moveTo>
                      <a:pt x="1527178" y="2618567"/>
                    </a:moveTo>
                    <a:cubicBezTo>
                      <a:pt x="1429201" y="2618567"/>
                      <a:pt x="1349775" y="2697993"/>
                      <a:pt x="1349775" y="2795971"/>
                    </a:cubicBezTo>
                    <a:cubicBezTo>
                      <a:pt x="1349775" y="2861110"/>
                      <a:pt x="1384883" y="2918050"/>
                      <a:pt x="1437574" y="2948279"/>
                    </a:cubicBezTo>
                    <a:lnTo>
                      <a:pt x="1275150" y="3311239"/>
                    </a:lnTo>
                    <a:lnTo>
                      <a:pt x="1779206" y="3311239"/>
                    </a:lnTo>
                    <a:lnTo>
                      <a:pt x="1616782" y="2948279"/>
                    </a:lnTo>
                    <a:cubicBezTo>
                      <a:pt x="1669475" y="2918050"/>
                      <a:pt x="1704582" y="2861110"/>
                      <a:pt x="1704582" y="2795971"/>
                    </a:cubicBezTo>
                    <a:cubicBezTo>
                      <a:pt x="1704582" y="2697993"/>
                      <a:pt x="1625156" y="2618567"/>
                      <a:pt x="1527178" y="2618567"/>
                    </a:cubicBezTo>
                    <a:close/>
                    <a:moveTo>
                      <a:pt x="1527178" y="0"/>
                    </a:moveTo>
                    <a:cubicBezTo>
                      <a:pt x="2026975" y="0"/>
                      <a:pt x="2435288" y="391686"/>
                      <a:pt x="2460697" y="884907"/>
                    </a:cubicBezTo>
                    <a:lnTo>
                      <a:pt x="2463282" y="884907"/>
                    </a:lnTo>
                    <a:lnTo>
                      <a:pt x="2463282" y="936104"/>
                    </a:lnTo>
                    <a:lnTo>
                      <a:pt x="2463282" y="1656184"/>
                    </a:lnTo>
                    <a:lnTo>
                      <a:pt x="2067282" y="1656184"/>
                    </a:lnTo>
                    <a:lnTo>
                      <a:pt x="2067282" y="1427425"/>
                    </a:lnTo>
                    <a:lnTo>
                      <a:pt x="2310132" y="1427584"/>
                    </a:lnTo>
                    <a:cubicBezTo>
                      <a:pt x="2310132" y="1320268"/>
                      <a:pt x="2206785" y="1230216"/>
                      <a:pt x="2067282" y="1206340"/>
                    </a:cubicBezTo>
                    <a:lnTo>
                      <a:pt x="2067282" y="936104"/>
                    </a:lnTo>
                    <a:lnTo>
                      <a:pt x="2066786" y="936104"/>
                    </a:lnTo>
                    <a:cubicBezTo>
                      <a:pt x="2066786" y="638087"/>
                      <a:pt x="1825195" y="396496"/>
                      <a:pt x="1527178" y="396496"/>
                    </a:cubicBezTo>
                    <a:cubicBezTo>
                      <a:pt x="1229161" y="396496"/>
                      <a:pt x="987570" y="638087"/>
                      <a:pt x="987570" y="936104"/>
                    </a:cubicBezTo>
                    <a:lnTo>
                      <a:pt x="987074" y="936104"/>
                    </a:lnTo>
                    <a:lnTo>
                      <a:pt x="987074" y="1872209"/>
                    </a:lnTo>
                    <a:lnTo>
                      <a:pt x="2699110" y="1872209"/>
                    </a:lnTo>
                    <a:cubicBezTo>
                      <a:pt x="2887017" y="1872209"/>
                      <a:pt x="3039346" y="2024538"/>
                      <a:pt x="3039346" y="2212445"/>
                    </a:cubicBezTo>
                    <a:lnTo>
                      <a:pt x="3039346" y="3573349"/>
                    </a:lnTo>
                    <a:cubicBezTo>
                      <a:pt x="3039346" y="3761256"/>
                      <a:pt x="2887017" y="3913585"/>
                      <a:pt x="2699110" y="3913585"/>
                    </a:cubicBezTo>
                    <a:lnTo>
                      <a:pt x="340236" y="3913585"/>
                    </a:lnTo>
                    <a:cubicBezTo>
                      <a:pt x="152329" y="3913585"/>
                      <a:pt x="0" y="3761256"/>
                      <a:pt x="0" y="3573349"/>
                    </a:cubicBezTo>
                    <a:lnTo>
                      <a:pt x="0" y="2212445"/>
                    </a:lnTo>
                    <a:cubicBezTo>
                      <a:pt x="0" y="2024538"/>
                      <a:pt x="152329" y="1872209"/>
                      <a:pt x="340236" y="1872209"/>
                    </a:cubicBezTo>
                    <a:lnTo>
                      <a:pt x="591074" y="1872209"/>
                    </a:lnTo>
                    <a:lnTo>
                      <a:pt x="591074" y="936104"/>
                    </a:lnTo>
                    <a:cubicBezTo>
                      <a:pt x="591074" y="419108"/>
                      <a:pt x="1010182" y="0"/>
                      <a:pt x="1527178"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681" name="Google Shape;1681;p46"/>
              <p:cNvSpPr/>
              <p:nvPr/>
            </p:nvSpPr>
            <p:spPr>
              <a:xfrm>
                <a:off x="10547386" y="3842640"/>
                <a:ext cx="309335" cy="309300"/>
              </a:xfrm>
              <a:custGeom>
                <a:rect b="b" l="l" r="r" t="t"/>
                <a:pathLst>
                  <a:path extrusionOk="0" h="3960000" w="3960440">
                    <a:moveTo>
                      <a:pt x="2117745" y="2289258"/>
                    </a:moveTo>
                    <a:cubicBezTo>
                      <a:pt x="2253931" y="2373161"/>
                      <a:pt x="2290104" y="2397532"/>
                      <a:pt x="2392952" y="2510010"/>
                    </a:cubicBezTo>
                    <a:cubicBezTo>
                      <a:pt x="2551302" y="2699530"/>
                      <a:pt x="2456894" y="2911213"/>
                      <a:pt x="2285214" y="2987744"/>
                    </a:cubicBezTo>
                    <a:cubicBezTo>
                      <a:pt x="2046443" y="3084914"/>
                      <a:pt x="1864058" y="3073352"/>
                      <a:pt x="1634211" y="2962065"/>
                    </a:cubicBezTo>
                    <a:cubicBezTo>
                      <a:pt x="1390134" y="2803501"/>
                      <a:pt x="1391670" y="2463226"/>
                      <a:pt x="1703848" y="2355742"/>
                    </a:cubicBezTo>
                    <a:cubicBezTo>
                      <a:pt x="1867216" y="2309770"/>
                      <a:pt x="1932946" y="2304275"/>
                      <a:pt x="2117745" y="2289258"/>
                    </a:cubicBezTo>
                    <a:close/>
                    <a:moveTo>
                      <a:pt x="1895201" y="880902"/>
                    </a:moveTo>
                    <a:cubicBezTo>
                      <a:pt x="2049819" y="878570"/>
                      <a:pt x="2210983" y="1023567"/>
                      <a:pt x="2276065" y="1236504"/>
                    </a:cubicBezTo>
                    <a:cubicBezTo>
                      <a:pt x="2350446" y="1479859"/>
                      <a:pt x="2271166" y="1719799"/>
                      <a:pt x="2098990" y="1772423"/>
                    </a:cubicBezTo>
                    <a:cubicBezTo>
                      <a:pt x="1926813" y="1825048"/>
                      <a:pt x="1726940" y="1670429"/>
                      <a:pt x="1652559" y="1427074"/>
                    </a:cubicBezTo>
                    <a:cubicBezTo>
                      <a:pt x="1578180" y="1183717"/>
                      <a:pt x="1657458" y="943778"/>
                      <a:pt x="1829635" y="891153"/>
                    </a:cubicBezTo>
                    <a:close/>
                    <a:moveTo>
                      <a:pt x="2577034" y="759541"/>
                    </a:moveTo>
                    <a:lnTo>
                      <a:pt x="1972441" y="767241"/>
                    </a:lnTo>
                    <a:cubicBezTo>
                      <a:pt x="1929619" y="768623"/>
                      <a:pt x="1886068" y="773785"/>
                      <a:pt x="1842289" y="783004"/>
                    </a:cubicBezTo>
                    <a:cubicBezTo>
                      <a:pt x="1492048" y="856758"/>
                      <a:pt x="1259862" y="1162246"/>
                      <a:pt x="1323686" y="1465331"/>
                    </a:cubicBezTo>
                    <a:cubicBezTo>
                      <a:pt x="1380617" y="1735681"/>
                      <a:pt x="1653838" y="1912801"/>
                      <a:pt x="1960688" y="1894227"/>
                    </a:cubicBezTo>
                    <a:lnTo>
                      <a:pt x="1954787" y="1896039"/>
                    </a:lnTo>
                    <a:cubicBezTo>
                      <a:pt x="1858317" y="2000800"/>
                      <a:pt x="1978682" y="2148499"/>
                      <a:pt x="2028445" y="2210716"/>
                    </a:cubicBezTo>
                    <a:lnTo>
                      <a:pt x="1914361" y="2213518"/>
                    </a:lnTo>
                    <a:cubicBezTo>
                      <a:pt x="1373805" y="2249742"/>
                      <a:pt x="1143478" y="2466102"/>
                      <a:pt x="1177422" y="2809298"/>
                    </a:cubicBezTo>
                    <a:cubicBezTo>
                      <a:pt x="1211366" y="3152493"/>
                      <a:pt x="1741992" y="3244646"/>
                      <a:pt x="2060873" y="3229704"/>
                    </a:cubicBezTo>
                    <a:cubicBezTo>
                      <a:pt x="2379755" y="3214763"/>
                      <a:pt x="2698110" y="2930571"/>
                      <a:pt x="2719230" y="2648210"/>
                    </a:cubicBezTo>
                    <a:cubicBezTo>
                      <a:pt x="2699867" y="2070575"/>
                      <a:pt x="2052418" y="2112562"/>
                      <a:pt x="2282832" y="1799863"/>
                    </a:cubicBezTo>
                    <a:cubicBezTo>
                      <a:pt x="2510843" y="1673695"/>
                      <a:pt x="2641919" y="1435236"/>
                      <a:pt x="2592014" y="1198247"/>
                    </a:cubicBezTo>
                    <a:cubicBezTo>
                      <a:pt x="2566015" y="1074781"/>
                      <a:pt x="2494906" y="970760"/>
                      <a:pt x="2395028" y="897200"/>
                    </a:cubicBezTo>
                    <a:lnTo>
                      <a:pt x="2564389" y="891152"/>
                    </a:lnTo>
                    <a:cubicBezTo>
                      <a:pt x="2644558" y="859402"/>
                      <a:pt x="2739013" y="796695"/>
                      <a:pt x="2769176" y="767327"/>
                    </a:cubicBezTo>
                    <a:cubicBezTo>
                      <a:pt x="2755484" y="761968"/>
                      <a:pt x="2680847" y="759625"/>
                      <a:pt x="2577034" y="759541"/>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682" name="Google Shape;1682;p46"/>
              <p:cNvSpPr/>
              <p:nvPr/>
            </p:nvSpPr>
            <p:spPr>
              <a:xfrm>
                <a:off x="10401733" y="3025716"/>
                <a:ext cx="257188" cy="377708"/>
              </a:xfrm>
              <a:custGeom>
                <a:rect b="b" l="l" r="r" t="t"/>
                <a:pathLst>
                  <a:path extrusionOk="0" h="4032448" w="2745756">
                    <a:moveTo>
                      <a:pt x="1622229" y="1008112"/>
                    </a:moveTo>
                    <a:lnTo>
                      <a:pt x="2371247" y="1008112"/>
                    </a:lnTo>
                    <a:lnTo>
                      <a:pt x="2371247" y="3081405"/>
                    </a:lnTo>
                    <a:lnTo>
                      <a:pt x="2745756" y="3081405"/>
                    </a:lnTo>
                    <a:lnTo>
                      <a:pt x="1996738" y="4032448"/>
                    </a:lnTo>
                    <a:lnTo>
                      <a:pt x="1247720" y="3081405"/>
                    </a:lnTo>
                    <a:lnTo>
                      <a:pt x="1622229" y="3081405"/>
                    </a:lnTo>
                    <a:close/>
                    <a:moveTo>
                      <a:pt x="749018" y="0"/>
                    </a:moveTo>
                    <a:lnTo>
                      <a:pt x="1498036" y="951043"/>
                    </a:lnTo>
                    <a:lnTo>
                      <a:pt x="1123527" y="951043"/>
                    </a:lnTo>
                    <a:lnTo>
                      <a:pt x="1123527" y="3024336"/>
                    </a:lnTo>
                    <a:lnTo>
                      <a:pt x="374509" y="3024336"/>
                    </a:lnTo>
                    <a:lnTo>
                      <a:pt x="374509" y="951043"/>
                    </a:lnTo>
                    <a:lnTo>
                      <a:pt x="0" y="951043"/>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683" name="Google Shape;1683;p46"/>
              <p:cNvSpPr/>
              <p:nvPr/>
            </p:nvSpPr>
            <p:spPr>
              <a:xfrm>
                <a:off x="9438297" y="5013963"/>
                <a:ext cx="300437" cy="209342"/>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684" name="Google Shape;1684;p46"/>
              <p:cNvSpPr/>
              <p:nvPr/>
            </p:nvSpPr>
            <p:spPr>
              <a:xfrm rot="678773">
                <a:off x="10108027" y="4569149"/>
                <a:ext cx="338104" cy="343148"/>
              </a:xfrm>
              <a:custGeom>
                <a:rect b="b" l="l" r="r" t="t"/>
                <a:pathLst>
                  <a:path extrusionOk="0" h="3948462" w="3890413">
                    <a:moveTo>
                      <a:pt x="1853384" y="1371624"/>
                    </a:moveTo>
                    <a:lnTo>
                      <a:pt x="1768767" y="1390324"/>
                    </a:lnTo>
                    <a:cubicBezTo>
                      <a:pt x="1579409" y="1463487"/>
                      <a:pt x="1490873" y="1833773"/>
                      <a:pt x="1517577" y="2042010"/>
                    </a:cubicBezTo>
                    <a:cubicBezTo>
                      <a:pt x="1544281" y="2250247"/>
                      <a:pt x="1644086" y="2624290"/>
                      <a:pt x="1928990" y="2639747"/>
                    </a:cubicBezTo>
                    <a:cubicBezTo>
                      <a:pt x="2177093" y="2653207"/>
                      <a:pt x="2337423" y="2363017"/>
                      <a:pt x="2318674" y="2006358"/>
                    </a:cubicBezTo>
                    <a:cubicBezTo>
                      <a:pt x="2310210" y="1948950"/>
                      <a:pt x="2301678" y="1891436"/>
                      <a:pt x="2293344" y="1834228"/>
                    </a:cubicBezTo>
                    <a:cubicBezTo>
                      <a:pt x="2229725" y="1555945"/>
                      <a:pt x="2050691" y="1359067"/>
                      <a:pt x="1853384" y="1371624"/>
                    </a:cubicBezTo>
                    <a:close/>
                    <a:moveTo>
                      <a:pt x="1594841" y="45653"/>
                    </a:moveTo>
                    <a:cubicBezTo>
                      <a:pt x="2527821" y="-128041"/>
                      <a:pt x="3626282" y="158796"/>
                      <a:pt x="3869632" y="1517323"/>
                    </a:cubicBezTo>
                    <a:cubicBezTo>
                      <a:pt x="3939308" y="2058696"/>
                      <a:pt x="3820785" y="2251376"/>
                      <a:pt x="3706266" y="2457195"/>
                    </a:cubicBezTo>
                    <a:cubicBezTo>
                      <a:pt x="3132098" y="3124925"/>
                      <a:pt x="2589274" y="2611359"/>
                      <a:pt x="2548384" y="2446988"/>
                    </a:cubicBezTo>
                    <a:cubicBezTo>
                      <a:pt x="2411721" y="3024903"/>
                      <a:pt x="2005702" y="3164775"/>
                      <a:pt x="1746058" y="3093574"/>
                    </a:cubicBezTo>
                    <a:cubicBezTo>
                      <a:pt x="1486414" y="3022373"/>
                      <a:pt x="990519" y="2612821"/>
                      <a:pt x="990519" y="2019783"/>
                    </a:cubicBezTo>
                    <a:cubicBezTo>
                      <a:pt x="990519" y="1500875"/>
                      <a:pt x="1249504" y="1067935"/>
                      <a:pt x="1593790" y="967808"/>
                    </a:cubicBezTo>
                    <a:cubicBezTo>
                      <a:pt x="1642974" y="953504"/>
                      <a:pt x="1694009" y="949376"/>
                      <a:pt x="1746058" y="945992"/>
                    </a:cubicBezTo>
                    <a:cubicBezTo>
                      <a:pt x="2004670" y="929176"/>
                      <a:pt x="2081338" y="1030119"/>
                      <a:pt x="2206475" y="1173924"/>
                    </a:cubicBezTo>
                    <a:cubicBezTo>
                      <a:pt x="2194343" y="1061758"/>
                      <a:pt x="2187003" y="961165"/>
                      <a:pt x="2185910" y="877882"/>
                    </a:cubicBezTo>
                    <a:lnTo>
                      <a:pt x="2656644" y="803138"/>
                    </a:lnTo>
                    <a:lnTo>
                      <a:pt x="2828567" y="2099525"/>
                    </a:lnTo>
                    <a:cubicBezTo>
                      <a:pt x="2888366" y="2544108"/>
                      <a:pt x="3261961" y="2420799"/>
                      <a:pt x="3362812" y="2002360"/>
                    </a:cubicBezTo>
                    <a:cubicBezTo>
                      <a:pt x="3355320" y="1625023"/>
                      <a:pt x="3366534" y="1729632"/>
                      <a:pt x="3289926" y="1346695"/>
                    </a:cubicBezTo>
                    <a:lnTo>
                      <a:pt x="3290031" y="1346798"/>
                    </a:lnTo>
                    <a:cubicBezTo>
                      <a:pt x="3068547" y="637774"/>
                      <a:pt x="2419129" y="439933"/>
                      <a:pt x="1700745" y="575031"/>
                    </a:cubicBezTo>
                    <a:cubicBezTo>
                      <a:pt x="890947" y="727320"/>
                      <a:pt x="415476" y="1491783"/>
                      <a:pt x="571995" y="2274165"/>
                    </a:cubicBezTo>
                    <a:cubicBezTo>
                      <a:pt x="728513" y="3056546"/>
                      <a:pt x="1580131" y="3572543"/>
                      <a:pt x="2267548" y="3408286"/>
                    </a:cubicBezTo>
                    <a:cubicBezTo>
                      <a:pt x="2796517" y="3281890"/>
                      <a:pt x="2641988" y="3320887"/>
                      <a:pt x="3194376" y="3072653"/>
                    </a:cubicBezTo>
                    <a:cubicBezTo>
                      <a:pt x="3249441" y="3306078"/>
                      <a:pt x="3239115" y="3309742"/>
                      <a:pt x="3268026" y="3509545"/>
                    </a:cubicBezTo>
                    <a:cubicBezTo>
                      <a:pt x="3021841" y="3717756"/>
                      <a:pt x="2685602" y="3836362"/>
                      <a:pt x="2347298" y="3904041"/>
                    </a:cubicBezTo>
                    <a:cubicBezTo>
                      <a:pt x="1157336" y="4112956"/>
                      <a:pt x="289475" y="3581660"/>
                      <a:pt x="42617" y="2380068"/>
                    </a:cubicBezTo>
                    <a:cubicBezTo>
                      <a:pt x="-204242" y="1178477"/>
                      <a:pt x="661862" y="219348"/>
                      <a:pt x="1594841" y="45653"/>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685" name="Google Shape;1685;p46"/>
              <p:cNvSpPr/>
              <p:nvPr/>
            </p:nvSpPr>
            <p:spPr>
              <a:xfrm>
                <a:off x="8506880" y="2771935"/>
                <a:ext cx="315652" cy="359610"/>
              </a:xfrm>
              <a:custGeom>
                <a:rect b="b" l="l" r="r" t="t"/>
                <a:pathLst>
                  <a:path extrusionOk="0" h="3938119" w="3456727">
                    <a:moveTo>
                      <a:pt x="1728364" y="1961325"/>
                    </a:moveTo>
                    <a:cubicBezTo>
                      <a:pt x="1726089" y="2407152"/>
                      <a:pt x="1737463" y="2812034"/>
                      <a:pt x="1735188" y="3257861"/>
                    </a:cubicBezTo>
                    <a:cubicBezTo>
                      <a:pt x="2394830" y="3057694"/>
                      <a:pt x="2610919" y="2352560"/>
                      <a:pt x="2765594" y="1981796"/>
                    </a:cubicBezTo>
                    <a:close/>
                    <a:moveTo>
                      <a:pt x="1728362" y="682044"/>
                    </a:moveTo>
                    <a:cubicBezTo>
                      <a:pt x="1355324" y="868563"/>
                      <a:pt x="1166530" y="952725"/>
                      <a:pt x="609247" y="1002767"/>
                    </a:cubicBezTo>
                    <a:cubicBezTo>
                      <a:pt x="606972" y="1330312"/>
                      <a:pt x="631992" y="1623739"/>
                      <a:pt x="704780" y="1964933"/>
                    </a:cubicBezTo>
                    <a:lnTo>
                      <a:pt x="1728363" y="1971757"/>
                    </a:lnTo>
                    <a:cubicBezTo>
                      <a:pt x="1728363" y="1541853"/>
                      <a:pt x="1728362" y="1111948"/>
                      <a:pt x="1728362" y="682044"/>
                    </a:cubicBezTo>
                    <a:close/>
                    <a:moveTo>
                      <a:pt x="1723409" y="487996"/>
                    </a:moveTo>
                    <a:cubicBezTo>
                      <a:pt x="1725062" y="488690"/>
                      <a:pt x="1726712" y="489384"/>
                      <a:pt x="1728363" y="490064"/>
                    </a:cubicBezTo>
                    <a:cubicBezTo>
                      <a:pt x="1730015" y="489384"/>
                      <a:pt x="1731666" y="488690"/>
                      <a:pt x="1733319" y="487996"/>
                    </a:cubicBezTo>
                    <a:lnTo>
                      <a:pt x="1733319" y="492131"/>
                    </a:lnTo>
                    <a:cubicBezTo>
                      <a:pt x="2179467" y="679460"/>
                      <a:pt x="2405896" y="769409"/>
                      <a:pt x="2817789" y="813808"/>
                    </a:cubicBezTo>
                    <a:cubicBezTo>
                      <a:pt x="2971516" y="823489"/>
                      <a:pt x="3036247" y="875307"/>
                      <a:pt x="3033236" y="1061333"/>
                    </a:cubicBezTo>
                    <a:cubicBezTo>
                      <a:pt x="3015439" y="2441328"/>
                      <a:pt x="2363638" y="3359629"/>
                      <a:pt x="1733319" y="3448048"/>
                    </a:cubicBezTo>
                    <a:lnTo>
                      <a:pt x="1733319" y="3450123"/>
                    </a:lnTo>
                    <a:lnTo>
                      <a:pt x="1728363" y="3449086"/>
                    </a:lnTo>
                    <a:lnTo>
                      <a:pt x="1723409" y="3450123"/>
                    </a:lnTo>
                    <a:lnTo>
                      <a:pt x="1723409" y="3448048"/>
                    </a:lnTo>
                    <a:cubicBezTo>
                      <a:pt x="1093089" y="3359629"/>
                      <a:pt x="441289" y="2441328"/>
                      <a:pt x="423491" y="1061333"/>
                    </a:cubicBezTo>
                    <a:cubicBezTo>
                      <a:pt x="420479" y="875307"/>
                      <a:pt x="485211" y="823489"/>
                      <a:pt x="638937" y="813808"/>
                    </a:cubicBezTo>
                    <a:cubicBezTo>
                      <a:pt x="1050832" y="769409"/>
                      <a:pt x="1277261" y="679460"/>
                      <a:pt x="1723409" y="492131"/>
                    </a:cubicBezTo>
                    <a:close/>
                    <a:moveTo>
                      <a:pt x="1722802" y="306889"/>
                    </a:moveTo>
                    <a:lnTo>
                      <a:pt x="1722802" y="311530"/>
                    </a:lnTo>
                    <a:cubicBezTo>
                      <a:pt x="1222099" y="521767"/>
                      <a:pt x="967982" y="622713"/>
                      <a:pt x="505720" y="672542"/>
                    </a:cubicBezTo>
                    <a:cubicBezTo>
                      <a:pt x="333196" y="683408"/>
                      <a:pt x="260550" y="741561"/>
                      <a:pt x="263929" y="950334"/>
                    </a:cubicBezTo>
                    <a:cubicBezTo>
                      <a:pt x="283902" y="2499079"/>
                      <a:pt x="1015407" y="3529669"/>
                      <a:pt x="1722802" y="3628902"/>
                    </a:cubicBezTo>
                    <a:lnTo>
                      <a:pt x="1722802" y="3631230"/>
                    </a:lnTo>
                    <a:lnTo>
                      <a:pt x="1728365" y="3630065"/>
                    </a:lnTo>
                    <a:lnTo>
                      <a:pt x="1733925" y="3631230"/>
                    </a:lnTo>
                    <a:lnTo>
                      <a:pt x="1733925" y="3628902"/>
                    </a:lnTo>
                    <a:cubicBezTo>
                      <a:pt x="2441322" y="3529669"/>
                      <a:pt x="3172826" y="2499079"/>
                      <a:pt x="3192800" y="950334"/>
                    </a:cubicBezTo>
                    <a:cubicBezTo>
                      <a:pt x="3196179" y="741561"/>
                      <a:pt x="3123532" y="683408"/>
                      <a:pt x="2951007" y="672542"/>
                    </a:cubicBezTo>
                    <a:cubicBezTo>
                      <a:pt x="2488747" y="622713"/>
                      <a:pt x="2234630" y="521767"/>
                      <a:pt x="1733925" y="311530"/>
                    </a:cubicBezTo>
                    <a:lnTo>
                      <a:pt x="1733925" y="306889"/>
                    </a:lnTo>
                    <a:cubicBezTo>
                      <a:pt x="1732071" y="307669"/>
                      <a:pt x="1730218" y="308445"/>
                      <a:pt x="1728365" y="309209"/>
                    </a:cubicBezTo>
                    <a:cubicBezTo>
                      <a:pt x="1726510" y="308445"/>
                      <a:pt x="1724659" y="307669"/>
                      <a:pt x="1722802" y="306889"/>
                    </a:cubicBezTo>
                    <a:close/>
                    <a:moveTo>
                      <a:pt x="1721800" y="0"/>
                    </a:moveTo>
                    <a:cubicBezTo>
                      <a:pt x="1723991" y="923"/>
                      <a:pt x="1726176" y="1844"/>
                      <a:pt x="1728363" y="2749"/>
                    </a:cubicBezTo>
                    <a:cubicBezTo>
                      <a:pt x="1730551" y="1844"/>
                      <a:pt x="1732737" y="923"/>
                      <a:pt x="1734926" y="0"/>
                    </a:cubicBezTo>
                    <a:lnTo>
                      <a:pt x="1734926" y="5497"/>
                    </a:lnTo>
                    <a:cubicBezTo>
                      <a:pt x="2325825" y="254550"/>
                      <a:pt x="2625718" y="374136"/>
                      <a:pt x="3171248" y="433164"/>
                    </a:cubicBezTo>
                    <a:cubicBezTo>
                      <a:pt x="3374850" y="446035"/>
                      <a:pt x="3460584" y="514926"/>
                      <a:pt x="3456595" y="762245"/>
                    </a:cubicBezTo>
                    <a:cubicBezTo>
                      <a:pt x="3433024" y="2596936"/>
                      <a:pt x="2569749" y="3817807"/>
                      <a:pt x="1734926" y="3935360"/>
                    </a:cubicBezTo>
                    <a:lnTo>
                      <a:pt x="1734926" y="3938119"/>
                    </a:lnTo>
                    <a:lnTo>
                      <a:pt x="1728363" y="3936740"/>
                    </a:lnTo>
                    <a:lnTo>
                      <a:pt x="1721800" y="3938119"/>
                    </a:lnTo>
                    <a:lnTo>
                      <a:pt x="1721800" y="3935360"/>
                    </a:lnTo>
                    <a:cubicBezTo>
                      <a:pt x="886977" y="3817807"/>
                      <a:pt x="23703" y="2596936"/>
                      <a:pt x="132" y="762245"/>
                    </a:cubicBezTo>
                    <a:cubicBezTo>
                      <a:pt x="-3858" y="514926"/>
                      <a:pt x="81876" y="446035"/>
                      <a:pt x="285478" y="433164"/>
                    </a:cubicBezTo>
                    <a:cubicBezTo>
                      <a:pt x="831010" y="374136"/>
                      <a:pt x="1130903" y="254550"/>
                      <a:pt x="1721800" y="549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686" name="Google Shape;1686;p46"/>
              <p:cNvSpPr/>
              <p:nvPr/>
            </p:nvSpPr>
            <p:spPr>
              <a:xfrm>
                <a:off x="9655543" y="2519661"/>
                <a:ext cx="338578" cy="338540"/>
              </a:xfrm>
              <a:custGeom>
                <a:rect b="b" l="l" r="r" t="t"/>
                <a:pathLst>
                  <a:path extrusionOk="0" h="3960000" w="3960440">
                    <a:moveTo>
                      <a:pt x="2764687" y="782779"/>
                    </a:moveTo>
                    <a:cubicBezTo>
                      <a:pt x="2512183" y="782779"/>
                      <a:pt x="2307488" y="987475"/>
                      <a:pt x="2307487" y="1239980"/>
                    </a:cubicBezTo>
                    <a:cubicBezTo>
                      <a:pt x="2307487" y="1241985"/>
                      <a:pt x="2307500" y="1243987"/>
                      <a:pt x="2308092" y="1245978"/>
                    </a:cubicBezTo>
                    <a:lnTo>
                      <a:pt x="1570677" y="1632536"/>
                    </a:lnTo>
                    <a:cubicBezTo>
                      <a:pt x="1488749" y="1552118"/>
                      <a:pt x="1376387" y="1502860"/>
                      <a:pt x="1252520" y="1502859"/>
                    </a:cubicBezTo>
                    <a:cubicBezTo>
                      <a:pt x="1000014" y="1502859"/>
                      <a:pt x="795319" y="1707555"/>
                      <a:pt x="795319" y="1960060"/>
                    </a:cubicBezTo>
                    <a:cubicBezTo>
                      <a:pt x="795319" y="2212565"/>
                      <a:pt x="1000014" y="2417260"/>
                      <a:pt x="1252520" y="2417260"/>
                    </a:cubicBezTo>
                    <a:cubicBezTo>
                      <a:pt x="1361432" y="2417260"/>
                      <a:pt x="1461449" y="2379178"/>
                      <a:pt x="1538674" y="2313987"/>
                    </a:cubicBezTo>
                    <a:lnTo>
                      <a:pt x="2308734" y="2717656"/>
                    </a:lnTo>
                    <a:cubicBezTo>
                      <a:pt x="2314220" y="2964461"/>
                      <a:pt x="2516327" y="3162492"/>
                      <a:pt x="2764688" y="3162492"/>
                    </a:cubicBezTo>
                    <a:cubicBezTo>
                      <a:pt x="3017192" y="3162492"/>
                      <a:pt x="3221888" y="2957797"/>
                      <a:pt x="3221887" y="2705292"/>
                    </a:cubicBezTo>
                    <a:cubicBezTo>
                      <a:pt x="3221887" y="2452786"/>
                      <a:pt x="3017192" y="2248092"/>
                      <a:pt x="2764688" y="2248092"/>
                    </a:cubicBezTo>
                    <a:cubicBezTo>
                      <a:pt x="2638870" y="2248092"/>
                      <a:pt x="2524924" y="2298913"/>
                      <a:pt x="2442337" y="2381228"/>
                    </a:cubicBezTo>
                    <a:lnTo>
                      <a:pt x="1706164" y="1995322"/>
                    </a:lnTo>
                    <a:lnTo>
                      <a:pt x="1709074" y="1966451"/>
                    </a:lnTo>
                    <a:lnTo>
                      <a:pt x="2455698" y="1575067"/>
                    </a:lnTo>
                    <a:cubicBezTo>
                      <a:pt x="2536225" y="1651261"/>
                      <a:pt x="2645094" y="1697180"/>
                      <a:pt x="2764687" y="1697179"/>
                    </a:cubicBezTo>
                    <a:cubicBezTo>
                      <a:pt x="3017193" y="1697180"/>
                      <a:pt x="3221887" y="1492485"/>
                      <a:pt x="3221888" y="1239980"/>
                    </a:cubicBezTo>
                    <a:cubicBezTo>
                      <a:pt x="3221887" y="987475"/>
                      <a:pt x="3017193" y="782779"/>
                      <a:pt x="2764687" y="782779"/>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687" name="Google Shape;1687;p46"/>
              <p:cNvSpPr/>
              <p:nvPr/>
            </p:nvSpPr>
            <p:spPr>
              <a:xfrm rot="2648398">
                <a:off x="8942310" y="2514803"/>
                <a:ext cx="148930" cy="380894"/>
              </a:xfrm>
              <a:custGeom>
                <a:rect b="b" l="l" r="r" t="t"/>
                <a:pathLst>
                  <a:path extrusionOk="0" h="4764557" w="1862952">
                    <a:moveTo>
                      <a:pt x="289679" y="2004751"/>
                    </a:moveTo>
                    <a:cubicBezTo>
                      <a:pt x="458860" y="1838972"/>
                      <a:pt x="691283" y="1737733"/>
                      <a:pt x="946849" y="1740329"/>
                    </a:cubicBezTo>
                    <a:cubicBezTo>
                      <a:pt x="982916" y="1740695"/>
                      <a:pt x="1018481" y="1743119"/>
                      <a:pt x="1053366" y="1748014"/>
                    </a:cubicBezTo>
                    <a:cubicBezTo>
                      <a:pt x="1317748" y="1888655"/>
                      <a:pt x="1203170" y="2165630"/>
                      <a:pt x="978473" y="2204473"/>
                    </a:cubicBezTo>
                    <a:cubicBezTo>
                      <a:pt x="966642" y="2201190"/>
                      <a:pt x="954470" y="2200566"/>
                      <a:pt x="942176" y="2200441"/>
                    </a:cubicBezTo>
                    <a:cubicBezTo>
                      <a:pt x="697403" y="2197955"/>
                      <a:pt x="496962" y="2394367"/>
                      <a:pt x="494475" y="2639137"/>
                    </a:cubicBezTo>
                    <a:lnTo>
                      <a:pt x="482110" y="3856696"/>
                    </a:lnTo>
                    <a:cubicBezTo>
                      <a:pt x="479624" y="4101467"/>
                      <a:pt x="676035" y="4301910"/>
                      <a:pt x="920807" y="4304396"/>
                    </a:cubicBezTo>
                    <a:cubicBezTo>
                      <a:pt x="1043193" y="4305639"/>
                      <a:pt x="1154496" y="4257158"/>
                      <a:pt x="1235513" y="4177768"/>
                    </a:cubicBezTo>
                    <a:cubicBezTo>
                      <a:pt x="1316531" y="4098380"/>
                      <a:pt x="1367262" y="3988084"/>
                      <a:pt x="1368506" y="3865699"/>
                    </a:cubicBezTo>
                    <a:lnTo>
                      <a:pt x="1375662" y="3161156"/>
                    </a:lnTo>
                    <a:cubicBezTo>
                      <a:pt x="1504082" y="3167548"/>
                      <a:pt x="1792622" y="2981572"/>
                      <a:pt x="1861834" y="2783546"/>
                    </a:cubicBezTo>
                    <a:lnTo>
                      <a:pt x="1851019" y="3848423"/>
                    </a:lnTo>
                    <a:cubicBezTo>
                      <a:pt x="1848423" y="4103989"/>
                      <a:pt x="1742485" y="4334308"/>
                      <a:pt x="1573304" y="4500088"/>
                    </a:cubicBezTo>
                    <a:cubicBezTo>
                      <a:pt x="1404123" y="4665866"/>
                      <a:pt x="1171700" y="4767105"/>
                      <a:pt x="916134" y="4764509"/>
                    </a:cubicBezTo>
                    <a:cubicBezTo>
                      <a:pt x="405002" y="4759318"/>
                      <a:pt x="-5143" y="4340756"/>
                      <a:pt x="48" y="3829624"/>
                    </a:cubicBezTo>
                    <a:lnTo>
                      <a:pt x="11964" y="2656415"/>
                    </a:lnTo>
                    <a:cubicBezTo>
                      <a:pt x="14559" y="2400849"/>
                      <a:pt x="120498" y="2170529"/>
                      <a:pt x="289679" y="2004751"/>
                    </a:cubicBezTo>
                    <a:close/>
                    <a:moveTo>
                      <a:pt x="282968" y="271082"/>
                    </a:moveTo>
                    <a:cubicBezTo>
                      <a:pt x="450457" y="103594"/>
                      <a:pt x="681840" y="0"/>
                      <a:pt x="937419" y="0"/>
                    </a:cubicBezTo>
                    <a:cubicBezTo>
                      <a:pt x="1448577" y="0"/>
                      <a:pt x="1862952" y="414375"/>
                      <a:pt x="1862952" y="925533"/>
                    </a:cubicBezTo>
                    <a:lnTo>
                      <a:pt x="1862952" y="2098803"/>
                    </a:lnTo>
                    <a:cubicBezTo>
                      <a:pt x="1862952" y="2609961"/>
                      <a:pt x="1448577" y="3024336"/>
                      <a:pt x="937419" y="3024336"/>
                    </a:cubicBezTo>
                    <a:cubicBezTo>
                      <a:pt x="901350" y="3024336"/>
                      <a:pt x="865762" y="3022273"/>
                      <a:pt x="830829" y="3017733"/>
                    </a:cubicBezTo>
                    <a:cubicBezTo>
                      <a:pt x="565032" y="2879784"/>
                      <a:pt x="676792" y="2601660"/>
                      <a:pt x="901083" y="2560538"/>
                    </a:cubicBezTo>
                    <a:cubicBezTo>
                      <a:pt x="912947" y="2563700"/>
                      <a:pt x="925124" y="2564200"/>
                      <a:pt x="937419" y="2564200"/>
                    </a:cubicBezTo>
                    <a:cubicBezTo>
                      <a:pt x="1182204" y="2564200"/>
                      <a:pt x="1380640" y="2365763"/>
                      <a:pt x="1380641" y="2120980"/>
                    </a:cubicBezTo>
                    <a:lnTo>
                      <a:pt x="1380640" y="903358"/>
                    </a:lnTo>
                    <a:cubicBezTo>
                      <a:pt x="1380640" y="658574"/>
                      <a:pt x="1182204" y="460137"/>
                      <a:pt x="937419" y="460137"/>
                    </a:cubicBezTo>
                    <a:cubicBezTo>
                      <a:pt x="815027" y="460137"/>
                      <a:pt x="704222" y="509746"/>
                      <a:pt x="624015" y="589954"/>
                    </a:cubicBezTo>
                    <a:cubicBezTo>
                      <a:pt x="543808" y="670161"/>
                      <a:pt x="494199" y="780966"/>
                      <a:pt x="494199" y="903358"/>
                    </a:cubicBezTo>
                    <a:lnTo>
                      <a:pt x="494198" y="1607937"/>
                    </a:lnTo>
                    <a:cubicBezTo>
                      <a:pt x="365720" y="1602850"/>
                      <a:pt x="79084" y="1791747"/>
                      <a:pt x="11886" y="1990465"/>
                    </a:cubicBezTo>
                    <a:lnTo>
                      <a:pt x="11886" y="925533"/>
                    </a:lnTo>
                    <a:cubicBezTo>
                      <a:pt x="11886" y="669954"/>
                      <a:pt x="115480" y="438571"/>
                      <a:pt x="282968" y="271082"/>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688" name="Google Shape;1688;p46"/>
              <p:cNvSpPr/>
              <p:nvPr/>
            </p:nvSpPr>
            <p:spPr>
              <a:xfrm rot="8580000">
                <a:off x="8651645" y="4749636"/>
                <a:ext cx="318301" cy="317452"/>
              </a:xfrm>
              <a:custGeom>
                <a:rect b="b" l="l" r="r" t="t"/>
                <a:pathLst>
                  <a:path extrusionOk="0" h="3862045" w="3872365">
                    <a:moveTo>
                      <a:pt x="1786489" y="808318"/>
                    </a:moveTo>
                    <a:cubicBezTo>
                      <a:pt x="1525809" y="610106"/>
                      <a:pt x="1257124" y="397966"/>
                      <a:pt x="1040385" y="230829"/>
                    </a:cubicBezTo>
                    <a:cubicBezTo>
                      <a:pt x="1905215" y="-194386"/>
                      <a:pt x="2650439" y="24572"/>
                      <a:pt x="3162062" y="429660"/>
                    </a:cubicBezTo>
                    <a:cubicBezTo>
                      <a:pt x="3007351" y="875340"/>
                      <a:pt x="2905932" y="1443216"/>
                      <a:pt x="2745609" y="1410478"/>
                    </a:cubicBezTo>
                    <a:cubicBezTo>
                      <a:pt x="2633182" y="1430335"/>
                      <a:pt x="2220955" y="1138671"/>
                      <a:pt x="1786489" y="808318"/>
                    </a:cubicBezTo>
                    <a:close/>
                    <a:moveTo>
                      <a:pt x="2701004" y="2590217"/>
                    </a:moveTo>
                    <a:cubicBezTo>
                      <a:pt x="2682933" y="2576481"/>
                      <a:pt x="2672282" y="2559744"/>
                      <a:pt x="2670336" y="2539383"/>
                    </a:cubicBezTo>
                    <a:cubicBezTo>
                      <a:pt x="2587360" y="2376647"/>
                      <a:pt x="3042640" y="1246798"/>
                      <a:pt x="3299881" y="563773"/>
                    </a:cubicBezTo>
                    <a:cubicBezTo>
                      <a:pt x="3959368" y="1266493"/>
                      <a:pt x="3967860" y="2043171"/>
                      <a:pt x="3730056" y="2650875"/>
                    </a:cubicBezTo>
                    <a:cubicBezTo>
                      <a:pt x="3317547" y="2635434"/>
                      <a:pt x="2827499" y="2686366"/>
                      <a:pt x="2701004" y="2590217"/>
                    </a:cubicBezTo>
                    <a:close/>
                    <a:moveTo>
                      <a:pt x="19691" y="2248546"/>
                    </a:moveTo>
                    <a:cubicBezTo>
                      <a:pt x="-100797" y="1292396"/>
                      <a:pt x="348853" y="659059"/>
                      <a:pt x="898439" y="307194"/>
                    </a:cubicBezTo>
                    <a:cubicBezTo>
                      <a:pt x="1269469" y="598575"/>
                      <a:pt x="1773388" y="879352"/>
                      <a:pt x="1690237" y="1020281"/>
                    </a:cubicBezTo>
                    <a:cubicBezTo>
                      <a:pt x="1661713" y="1200709"/>
                      <a:pt x="629275" y="1847170"/>
                      <a:pt x="19691" y="2248546"/>
                    </a:cubicBezTo>
                    <a:close/>
                    <a:moveTo>
                      <a:pt x="1805382" y="3858278"/>
                    </a:moveTo>
                    <a:cubicBezTo>
                      <a:pt x="1676483" y="3404460"/>
                      <a:pt x="1433840" y="2881111"/>
                      <a:pt x="1583946" y="2815971"/>
                    </a:cubicBezTo>
                    <a:cubicBezTo>
                      <a:pt x="1713076" y="2686769"/>
                      <a:pt x="2928316" y="2770622"/>
                      <a:pt x="3657403" y="2804207"/>
                    </a:cubicBezTo>
                    <a:cubicBezTo>
                      <a:pt x="3192869" y="3648569"/>
                      <a:pt x="2456828" y="3896652"/>
                      <a:pt x="1805382" y="3858278"/>
                    </a:cubicBezTo>
                    <a:close/>
                    <a:moveTo>
                      <a:pt x="762284" y="3480575"/>
                    </a:moveTo>
                    <a:cubicBezTo>
                      <a:pt x="380940" y="3198297"/>
                      <a:pt x="161300" y="2806810"/>
                      <a:pt x="58293" y="2412172"/>
                    </a:cubicBezTo>
                    <a:cubicBezTo>
                      <a:pt x="450067" y="2149344"/>
                      <a:pt x="872820" y="1756853"/>
                      <a:pt x="981158" y="1879484"/>
                    </a:cubicBezTo>
                    <a:cubicBezTo>
                      <a:pt x="1143940" y="1962367"/>
                      <a:pt x="1439720" y="3144041"/>
                      <a:pt x="1633080" y="3847823"/>
                    </a:cubicBezTo>
                    <a:cubicBezTo>
                      <a:pt x="1278110" y="3779994"/>
                      <a:pt x="991090" y="3649942"/>
                      <a:pt x="762284" y="348057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689" name="Google Shape;1689;p46"/>
              <p:cNvSpPr/>
              <p:nvPr/>
            </p:nvSpPr>
            <p:spPr>
              <a:xfrm>
                <a:off x="8268788" y="3120081"/>
                <a:ext cx="291831" cy="251871"/>
              </a:xfrm>
              <a:custGeom>
                <a:rect b="b" l="l" r="r" t="t"/>
                <a:pathLst>
                  <a:path extrusionOk="0" h="316007" w="366142">
                    <a:moveTo>
                      <a:pt x="241139" y="0"/>
                    </a:moveTo>
                    <a:cubicBezTo>
                      <a:pt x="265040" y="0"/>
                      <a:pt x="292051" y="14516"/>
                      <a:pt x="306633" y="31202"/>
                    </a:cubicBezTo>
                    <a:cubicBezTo>
                      <a:pt x="327151" y="29858"/>
                      <a:pt x="335397" y="19692"/>
                      <a:pt x="349699" y="10558"/>
                    </a:cubicBezTo>
                    <a:cubicBezTo>
                      <a:pt x="343170" y="29574"/>
                      <a:pt x="336047" y="54091"/>
                      <a:pt x="325569" y="59830"/>
                    </a:cubicBezTo>
                    <a:cubicBezTo>
                      <a:pt x="340338" y="61437"/>
                      <a:pt x="353079" y="55334"/>
                      <a:pt x="366142" y="52395"/>
                    </a:cubicBezTo>
                    <a:cubicBezTo>
                      <a:pt x="361514" y="66282"/>
                      <a:pt x="342655" y="74263"/>
                      <a:pt x="334454" y="94697"/>
                    </a:cubicBezTo>
                    <a:cubicBezTo>
                      <a:pt x="326254" y="115131"/>
                      <a:pt x="329982" y="126199"/>
                      <a:pt x="316939" y="174999"/>
                    </a:cubicBezTo>
                    <a:cubicBezTo>
                      <a:pt x="296102" y="242622"/>
                      <a:pt x="276174" y="279635"/>
                      <a:pt x="184305" y="311458"/>
                    </a:cubicBezTo>
                    <a:cubicBezTo>
                      <a:pt x="152057" y="320905"/>
                      <a:pt x="83508" y="315693"/>
                      <a:pt x="27716" y="295316"/>
                    </a:cubicBezTo>
                    <a:lnTo>
                      <a:pt x="0" y="281129"/>
                    </a:lnTo>
                    <a:lnTo>
                      <a:pt x="0" y="268036"/>
                    </a:lnTo>
                    <a:lnTo>
                      <a:pt x="23178" y="266110"/>
                    </a:lnTo>
                    <a:cubicBezTo>
                      <a:pt x="63548" y="261698"/>
                      <a:pt x="90116" y="254801"/>
                      <a:pt x="108726" y="240807"/>
                    </a:cubicBezTo>
                    <a:cubicBezTo>
                      <a:pt x="87700" y="241375"/>
                      <a:pt x="35310" y="244403"/>
                      <a:pt x="20535" y="200079"/>
                    </a:cubicBezTo>
                    <a:cubicBezTo>
                      <a:pt x="37583" y="203299"/>
                      <a:pt x="59856" y="197334"/>
                      <a:pt x="70653" y="194871"/>
                    </a:cubicBezTo>
                    <a:cubicBezTo>
                      <a:pt x="57204" y="189662"/>
                      <a:pt x="37595" y="181773"/>
                      <a:pt x="20899" y="168840"/>
                    </a:cubicBezTo>
                    <a:lnTo>
                      <a:pt x="0" y="146258"/>
                    </a:lnTo>
                    <a:lnTo>
                      <a:pt x="0" y="116697"/>
                    </a:lnTo>
                    <a:lnTo>
                      <a:pt x="14104" y="121836"/>
                    </a:lnTo>
                    <a:cubicBezTo>
                      <a:pt x="23887" y="123910"/>
                      <a:pt x="33812" y="125203"/>
                      <a:pt x="40441" y="126434"/>
                    </a:cubicBezTo>
                    <a:cubicBezTo>
                      <a:pt x="9945" y="103325"/>
                      <a:pt x="-5039" y="60063"/>
                      <a:pt x="20722" y="8541"/>
                    </a:cubicBezTo>
                    <a:cubicBezTo>
                      <a:pt x="76047" y="73391"/>
                      <a:pt x="116697" y="97001"/>
                      <a:pt x="168525" y="104817"/>
                    </a:cubicBezTo>
                    <a:cubicBezTo>
                      <a:pt x="166649" y="98530"/>
                      <a:pt x="164888" y="89662"/>
                      <a:pt x="165796" y="68430"/>
                    </a:cubicBezTo>
                    <a:cubicBezTo>
                      <a:pt x="166838" y="44047"/>
                      <a:pt x="190944" y="0"/>
                      <a:pt x="241139"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1690" name="Google Shape;1690;p46"/>
              <p:cNvSpPr/>
              <p:nvPr/>
            </p:nvSpPr>
            <p:spPr>
              <a:xfrm>
                <a:off x="10509375" y="4197069"/>
                <a:ext cx="172150" cy="348350"/>
              </a:xfrm>
              <a:custGeom>
                <a:rect b="b" l="l" r="r" t="t"/>
                <a:pathLst>
                  <a:path extrusionOk="0" h="455920" w="225309">
                    <a:moveTo>
                      <a:pt x="139383" y="455355"/>
                    </a:moveTo>
                    <a:lnTo>
                      <a:pt x="139383" y="455920"/>
                    </a:lnTo>
                    <a:lnTo>
                      <a:pt x="139383" y="455355"/>
                    </a:lnTo>
                    <a:close/>
                    <a:moveTo>
                      <a:pt x="54403" y="455920"/>
                    </a:moveTo>
                    <a:lnTo>
                      <a:pt x="54403" y="455355"/>
                    </a:lnTo>
                    <a:lnTo>
                      <a:pt x="54403" y="455920"/>
                    </a:lnTo>
                    <a:close/>
                    <a:moveTo>
                      <a:pt x="193296" y="6"/>
                    </a:moveTo>
                    <a:cubicBezTo>
                      <a:pt x="204595" y="73"/>
                      <a:pt x="214144" y="770"/>
                      <a:pt x="225309" y="2823"/>
                    </a:cubicBezTo>
                    <a:cubicBezTo>
                      <a:pt x="225271" y="27274"/>
                      <a:pt x="222913" y="50194"/>
                      <a:pt x="219909" y="69600"/>
                    </a:cubicBezTo>
                    <a:cubicBezTo>
                      <a:pt x="188141" y="67117"/>
                      <a:pt x="138250" y="66776"/>
                      <a:pt x="139383" y="96177"/>
                    </a:cubicBezTo>
                    <a:lnTo>
                      <a:pt x="139383" y="140898"/>
                    </a:lnTo>
                    <a:lnTo>
                      <a:pt x="217171" y="140898"/>
                    </a:lnTo>
                    <a:lnTo>
                      <a:pt x="211626" y="215050"/>
                    </a:lnTo>
                    <a:lnTo>
                      <a:pt x="139383" y="216436"/>
                    </a:lnTo>
                    <a:lnTo>
                      <a:pt x="139383" y="455355"/>
                    </a:lnTo>
                    <a:lnTo>
                      <a:pt x="54403" y="455355"/>
                    </a:lnTo>
                    <a:lnTo>
                      <a:pt x="54403" y="216436"/>
                    </a:lnTo>
                    <a:lnTo>
                      <a:pt x="0" y="216436"/>
                    </a:lnTo>
                    <a:lnTo>
                      <a:pt x="0" y="140898"/>
                    </a:lnTo>
                    <a:lnTo>
                      <a:pt x="54403" y="140898"/>
                    </a:lnTo>
                    <a:lnTo>
                      <a:pt x="54403" y="90429"/>
                    </a:lnTo>
                    <a:cubicBezTo>
                      <a:pt x="54356" y="90266"/>
                      <a:pt x="54310" y="90103"/>
                      <a:pt x="54263" y="89940"/>
                    </a:cubicBezTo>
                    <a:cubicBezTo>
                      <a:pt x="54393" y="21715"/>
                      <a:pt x="104084" y="2174"/>
                      <a:pt x="150786" y="971"/>
                    </a:cubicBezTo>
                    <a:cubicBezTo>
                      <a:pt x="168948" y="503"/>
                      <a:pt x="181997" y="-60"/>
                      <a:pt x="193296" y="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1691" name="Google Shape;1691;p46"/>
              <p:cNvSpPr/>
              <p:nvPr/>
            </p:nvSpPr>
            <p:spPr>
              <a:xfrm>
                <a:off x="8105957" y="3478924"/>
                <a:ext cx="284621" cy="282605"/>
              </a:xfrm>
              <a:custGeom>
                <a:rect b="b" l="l" r="r" t="t"/>
                <a:pathLst>
                  <a:path extrusionOk="0" h="297454" w="299575">
                    <a:moveTo>
                      <a:pt x="249204" y="123541"/>
                    </a:moveTo>
                    <a:cubicBezTo>
                      <a:pt x="240190" y="123011"/>
                      <a:pt x="239659" y="128843"/>
                      <a:pt x="241250" y="136266"/>
                    </a:cubicBezTo>
                    <a:cubicBezTo>
                      <a:pt x="245492" y="158536"/>
                      <a:pt x="240720" y="179214"/>
                      <a:pt x="229055" y="198302"/>
                    </a:cubicBezTo>
                    <a:cubicBezTo>
                      <a:pt x="206255" y="234888"/>
                      <a:pt x="158536" y="250264"/>
                      <a:pt x="116648" y="234888"/>
                    </a:cubicBezTo>
                    <a:cubicBezTo>
                      <a:pt x="83774" y="222692"/>
                      <a:pt x="50901" y="185577"/>
                      <a:pt x="59914" y="135736"/>
                    </a:cubicBezTo>
                    <a:cubicBezTo>
                      <a:pt x="60444" y="132555"/>
                      <a:pt x="62565" y="127252"/>
                      <a:pt x="58324" y="125662"/>
                    </a:cubicBezTo>
                    <a:cubicBezTo>
                      <a:pt x="51431" y="122481"/>
                      <a:pt x="43477" y="123541"/>
                      <a:pt x="36585" y="125131"/>
                    </a:cubicBezTo>
                    <a:cubicBezTo>
                      <a:pt x="30222" y="126722"/>
                      <a:pt x="31813" y="133085"/>
                      <a:pt x="31813" y="137857"/>
                    </a:cubicBezTo>
                    <a:cubicBezTo>
                      <a:pt x="31813" y="174442"/>
                      <a:pt x="31813" y="210497"/>
                      <a:pt x="31813" y="247082"/>
                    </a:cubicBezTo>
                    <a:cubicBezTo>
                      <a:pt x="31813" y="262989"/>
                      <a:pt x="35524" y="266701"/>
                      <a:pt x="51961" y="266701"/>
                    </a:cubicBezTo>
                    <a:cubicBezTo>
                      <a:pt x="84835" y="266701"/>
                      <a:pt x="117178" y="266701"/>
                      <a:pt x="150052" y="266701"/>
                    </a:cubicBezTo>
                    <a:cubicBezTo>
                      <a:pt x="183456" y="266701"/>
                      <a:pt x="217390" y="266701"/>
                      <a:pt x="250794" y="266701"/>
                    </a:cubicBezTo>
                    <a:cubicBezTo>
                      <a:pt x="262459" y="266701"/>
                      <a:pt x="269352" y="261929"/>
                      <a:pt x="269352" y="250264"/>
                    </a:cubicBezTo>
                    <a:cubicBezTo>
                      <a:pt x="269352" y="211558"/>
                      <a:pt x="269352" y="173382"/>
                      <a:pt x="269352" y="134675"/>
                    </a:cubicBezTo>
                    <a:cubicBezTo>
                      <a:pt x="268822" y="126987"/>
                      <a:pt x="265773" y="124337"/>
                      <a:pt x="261863" y="123541"/>
                    </a:cubicBezTo>
                    <a:cubicBezTo>
                      <a:pt x="257952" y="122746"/>
                      <a:pt x="253180" y="123806"/>
                      <a:pt x="249204" y="123541"/>
                    </a:cubicBezTo>
                    <a:close/>
                    <a:moveTo>
                      <a:pt x="151642" y="88016"/>
                    </a:moveTo>
                    <a:cubicBezTo>
                      <a:pt x="116648" y="87486"/>
                      <a:pt x="89076" y="113997"/>
                      <a:pt x="89076" y="147931"/>
                    </a:cubicBezTo>
                    <a:cubicBezTo>
                      <a:pt x="89076" y="180805"/>
                      <a:pt x="117178" y="208377"/>
                      <a:pt x="150582" y="208377"/>
                    </a:cubicBezTo>
                    <a:cubicBezTo>
                      <a:pt x="183986" y="208377"/>
                      <a:pt x="212088" y="181335"/>
                      <a:pt x="212088" y="148461"/>
                    </a:cubicBezTo>
                    <a:cubicBezTo>
                      <a:pt x="212088" y="115058"/>
                      <a:pt x="185577" y="88546"/>
                      <a:pt x="151642" y="88016"/>
                    </a:cubicBezTo>
                    <a:close/>
                    <a:moveTo>
                      <a:pt x="234357" y="29162"/>
                    </a:moveTo>
                    <a:cubicBezTo>
                      <a:pt x="207846" y="29162"/>
                      <a:pt x="204135" y="32873"/>
                      <a:pt x="203605" y="60444"/>
                    </a:cubicBezTo>
                    <a:cubicBezTo>
                      <a:pt x="203605" y="90137"/>
                      <a:pt x="205195" y="92258"/>
                      <a:pt x="235948" y="92258"/>
                    </a:cubicBezTo>
                    <a:cubicBezTo>
                      <a:pt x="267762" y="92258"/>
                      <a:pt x="268822" y="91197"/>
                      <a:pt x="268822" y="59914"/>
                    </a:cubicBezTo>
                    <a:cubicBezTo>
                      <a:pt x="268822" y="57794"/>
                      <a:pt x="268822" y="55673"/>
                      <a:pt x="268822" y="53552"/>
                    </a:cubicBezTo>
                    <a:cubicBezTo>
                      <a:pt x="268822" y="35524"/>
                      <a:pt x="263519" y="29692"/>
                      <a:pt x="245492" y="29162"/>
                    </a:cubicBezTo>
                    <a:cubicBezTo>
                      <a:pt x="241781" y="29162"/>
                      <a:pt x="238069" y="29162"/>
                      <a:pt x="234357" y="29162"/>
                    </a:cubicBezTo>
                    <a:close/>
                    <a:moveTo>
                      <a:pt x="41887" y="0"/>
                    </a:moveTo>
                    <a:cubicBezTo>
                      <a:pt x="113998" y="0"/>
                      <a:pt x="186108" y="0"/>
                      <a:pt x="258217" y="0"/>
                    </a:cubicBezTo>
                    <a:cubicBezTo>
                      <a:pt x="284728" y="0"/>
                      <a:pt x="299575" y="14846"/>
                      <a:pt x="299575" y="41887"/>
                    </a:cubicBezTo>
                    <a:cubicBezTo>
                      <a:pt x="299575" y="112937"/>
                      <a:pt x="299575" y="184517"/>
                      <a:pt x="299575" y="255567"/>
                    </a:cubicBezTo>
                    <a:cubicBezTo>
                      <a:pt x="299575" y="283138"/>
                      <a:pt x="285789" y="297454"/>
                      <a:pt x="257687" y="297454"/>
                    </a:cubicBezTo>
                    <a:cubicBezTo>
                      <a:pt x="221632" y="297454"/>
                      <a:pt x="185577" y="297454"/>
                      <a:pt x="149522" y="297454"/>
                    </a:cubicBezTo>
                    <a:cubicBezTo>
                      <a:pt x="113467" y="297454"/>
                      <a:pt x="77412" y="297454"/>
                      <a:pt x="41357" y="297454"/>
                    </a:cubicBezTo>
                    <a:cubicBezTo>
                      <a:pt x="14315" y="297454"/>
                      <a:pt x="0" y="283138"/>
                      <a:pt x="0" y="256096"/>
                    </a:cubicBezTo>
                    <a:cubicBezTo>
                      <a:pt x="0" y="184517"/>
                      <a:pt x="0" y="112937"/>
                      <a:pt x="0" y="41357"/>
                    </a:cubicBezTo>
                    <a:cubicBezTo>
                      <a:pt x="0" y="14315"/>
                      <a:pt x="14846" y="0"/>
                      <a:pt x="41887"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grpSp>
        <p:grpSp>
          <p:nvGrpSpPr>
            <p:cNvPr id="1692" name="Google Shape;1692;p46"/>
            <p:cNvGrpSpPr/>
            <p:nvPr/>
          </p:nvGrpSpPr>
          <p:grpSpPr>
            <a:xfrm>
              <a:off x="8955547" y="3191206"/>
              <a:ext cx="1044109" cy="1340343"/>
              <a:chOff x="3425013" y="0"/>
              <a:chExt cx="5341478" cy="6856954"/>
            </a:xfrm>
          </p:grpSpPr>
          <p:sp>
            <p:nvSpPr>
              <p:cNvPr id="1693" name="Google Shape;1693;p46"/>
              <p:cNvSpPr/>
              <p:nvPr/>
            </p:nvSpPr>
            <p:spPr>
              <a:xfrm>
                <a:off x="3425013" y="0"/>
                <a:ext cx="5341478" cy="6856954"/>
              </a:xfrm>
              <a:custGeom>
                <a:rect b="b" l="l" r="r" t="t"/>
                <a:pathLst>
                  <a:path extrusionOk="0" h="6856954" w="5341478">
                    <a:moveTo>
                      <a:pt x="2688415" y="0"/>
                    </a:moveTo>
                    <a:cubicBezTo>
                      <a:pt x="2688415" y="0"/>
                      <a:pt x="956487" y="1166644"/>
                      <a:pt x="25123" y="1019550"/>
                    </a:cubicBezTo>
                    <a:cubicBezTo>
                      <a:pt x="-26116" y="2058707"/>
                      <a:pt x="15276" y="3058651"/>
                      <a:pt x="25123" y="3846231"/>
                    </a:cubicBezTo>
                    <a:cubicBezTo>
                      <a:pt x="54577" y="5744861"/>
                      <a:pt x="2642056" y="6856955"/>
                      <a:pt x="2642056" y="6856955"/>
                    </a:cubicBezTo>
                    <a:cubicBezTo>
                      <a:pt x="2642056" y="6856955"/>
                      <a:pt x="5064141" y="5921234"/>
                      <a:pt x="5338636" y="3952543"/>
                    </a:cubicBezTo>
                    <a:cubicBezTo>
                      <a:pt x="5328789" y="2980224"/>
                      <a:pt x="5348483" y="1950827"/>
                      <a:pt x="5338636" y="1048917"/>
                    </a:cubicBezTo>
                    <a:cubicBezTo>
                      <a:pt x="3593636" y="764663"/>
                      <a:pt x="2688415" y="0"/>
                      <a:pt x="2688415" y="0"/>
                    </a:cubicBezTo>
                    <a:close/>
                  </a:path>
                </a:pathLst>
              </a:custGeom>
              <a:noFill/>
              <a:ln cap="flat" cmpd="sng" w="3175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694" name="Google Shape;1694;p46"/>
              <p:cNvSpPr/>
              <p:nvPr/>
            </p:nvSpPr>
            <p:spPr>
              <a:xfrm>
                <a:off x="3692070" y="321376"/>
                <a:ext cx="4817313" cy="6184138"/>
              </a:xfrm>
              <a:custGeom>
                <a:rect b="b" l="l" r="r" t="t"/>
                <a:pathLst>
                  <a:path extrusionOk="0" h="6184138" w="4817313">
                    <a:moveTo>
                      <a:pt x="2424582" y="0"/>
                    </a:moveTo>
                    <a:cubicBezTo>
                      <a:pt x="2424582" y="0"/>
                      <a:pt x="862578" y="1052141"/>
                      <a:pt x="22626" y="919512"/>
                    </a:cubicBezTo>
                    <a:cubicBezTo>
                      <a:pt x="-23559" y="1856714"/>
                      <a:pt x="13825" y="2758537"/>
                      <a:pt x="22626" y="3468824"/>
                    </a:cubicBezTo>
                    <a:cubicBezTo>
                      <a:pt x="49117" y="5181145"/>
                      <a:pt x="2382841" y="6184138"/>
                      <a:pt x="2382841" y="6184138"/>
                    </a:cubicBezTo>
                    <a:cubicBezTo>
                      <a:pt x="2382841" y="6184138"/>
                      <a:pt x="4567206" y="5340265"/>
                      <a:pt x="4814773" y="3564766"/>
                    </a:cubicBezTo>
                    <a:cubicBezTo>
                      <a:pt x="4805973" y="2687778"/>
                      <a:pt x="4823575" y="1759465"/>
                      <a:pt x="4814773" y="946003"/>
                    </a:cubicBezTo>
                    <a:cubicBezTo>
                      <a:pt x="3240919" y="689634"/>
                      <a:pt x="2424582" y="0"/>
                      <a:pt x="2424582"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695" name="Google Shape;1695;p46"/>
              <p:cNvSpPr/>
              <p:nvPr/>
            </p:nvSpPr>
            <p:spPr>
              <a:xfrm>
                <a:off x="5077582" y="3107623"/>
                <a:ext cx="1971904" cy="1813799"/>
              </a:xfrm>
              <a:custGeom>
                <a:rect b="b" l="l" r="r" t="t"/>
                <a:pathLst>
                  <a:path extrusionOk="0" h="1813799" w="1971904">
                    <a:moveTo>
                      <a:pt x="1970433" y="1441139"/>
                    </a:moveTo>
                    <a:cubicBezTo>
                      <a:pt x="1467194" y="1954225"/>
                      <a:pt x="555524" y="1921547"/>
                      <a:pt x="0" y="1441139"/>
                    </a:cubicBezTo>
                    <a:cubicBezTo>
                      <a:pt x="0" y="1079329"/>
                      <a:pt x="0" y="0"/>
                      <a:pt x="0" y="0"/>
                    </a:cubicBezTo>
                    <a:lnTo>
                      <a:pt x="1970433" y="0"/>
                    </a:lnTo>
                    <a:cubicBezTo>
                      <a:pt x="1970433" y="87"/>
                      <a:pt x="1973745" y="1079329"/>
                      <a:pt x="1970433" y="144113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696" name="Google Shape;1696;p46"/>
              <p:cNvSpPr/>
              <p:nvPr/>
            </p:nvSpPr>
            <p:spPr>
              <a:xfrm>
                <a:off x="5332382" y="1718072"/>
                <a:ext cx="1483576" cy="1261366"/>
              </a:xfrm>
              <a:custGeom>
                <a:rect b="b" l="l" r="r" t="t"/>
                <a:pathLst>
                  <a:path extrusionOk="0" h="1261366" w="1483576">
                    <a:moveTo>
                      <a:pt x="741832" y="0"/>
                    </a:moveTo>
                    <a:lnTo>
                      <a:pt x="741832" y="0"/>
                    </a:lnTo>
                    <a:cubicBezTo>
                      <a:pt x="332182" y="0"/>
                      <a:pt x="0" y="332095"/>
                      <a:pt x="0" y="741745"/>
                    </a:cubicBezTo>
                    <a:lnTo>
                      <a:pt x="0" y="1261367"/>
                    </a:lnTo>
                    <a:lnTo>
                      <a:pt x="292445" y="1261367"/>
                    </a:lnTo>
                    <a:lnTo>
                      <a:pt x="292445" y="735209"/>
                    </a:lnTo>
                    <a:cubicBezTo>
                      <a:pt x="292445" y="499231"/>
                      <a:pt x="483720" y="307956"/>
                      <a:pt x="719698" y="307956"/>
                    </a:cubicBezTo>
                    <a:lnTo>
                      <a:pt x="719698" y="307956"/>
                    </a:lnTo>
                    <a:cubicBezTo>
                      <a:pt x="955676" y="307956"/>
                      <a:pt x="1146950" y="499231"/>
                      <a:pt x="1146950" y="735209"/>
                    </a:cubicBezTo>
                    <a:lnTo>
                      <a:pt x="1146950" y="1261367"/>
                    </a:lnTo>
                    <a:lnTo>
                      <a:pt x="1483576" y="1261367"/>
                    </a:lnTo>
                    <a:lnTo>
                      <a:pt x="1483576" y="741745"/>
                    </a:lnTo>
                    <a:cubicBezTo>
                      <a:pt x="1483664" y="332095"/>
                      <a:pt x="1151569" y="0"/>
                      <a:pt x="741832"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697" name="Google Shape;1697;p46"/>
              <p:cNvSpPr/>
              <p:nvPr/>
            </p:nvSpPr>
            <p:spPr>
              <a:xfrm>
                <a:off x="5864640" y="3547424"/>
                <a:ext cx="405205" cy="796469"/>
              </a:xfrm>
              <a:custGeom>
                <a:rect b="b" l="l" r="r" t="t"/>
                <a:pathLst>
                  <a:path extrusionOk="0" h="796469" w="405205">
                    <a:moveTo>
                      <a:pt x="353618" y="639528"/>
                    </a:moveTo>
                    <a:lnTo>
                      <a:pt x="310135" y="639528"/>
                    </a:lnTo>
                    <a:cubicBezTo>
                      <a:pt x="311006" y="635781"/>
                      <a:pt x="311529" y="631947"/>
                      <a:pt x="311529" y="628026"/>
                    </a:cubicBezTo>
                    <a:lnTo>
                      <a:pt x="311529" y="570861"/>
                    </a:lnTo>
                    <a:cubicBezTo>
                      <a:pt x="311529" y="543324"/>
                      <a:pt x="289221" y="521016"/>
                      <a:pt x="261685" y="521016"/>
                    </a:cubicBezTo>
                    <a:lnTo>
                      <a:pt x="261423" y="521016"/>
                    </a:lnTo>
                    <a:lnTo>
                      <a:pt x="261423" y="396492"/>
                    </a:lnTo>
                    <a:cubicBezTo>
                      <a:pt x="344643" y="371308"/>
                      <a:pt x="405206" y="294014"/>
                      <a:pt x="405206" y="202603"/>
                    </a:cubicBezTo>
                    <a:cubicBezTo>
                      <a:pt x="405206" y="90714"/>
                      <a:pt x="314492" y="0"/>
                      <a:pt x="202603" y="0"/>
                    </a:cubicBezTo>
                    <a:cubicBezTo>
                      <a:pt x="90714" y="0"/>
                      <a:pt x="0" y="90714"/>
                      <a:pt x="0" y="202603"/>
                    </a:cubicBezTo>
                    <a:cubicBezTo>
                      <a:pt x="0" y="294014"/>
                      <a:pt x="60563" y="371308"/>
                      <a:pt x="143783" y="396492"/>
                    </a:cubicBezTo>
                    <a:lnTo>
                      <a:pt x="143783" y="521016"/>
                    </a:lnTo>
                    <a:lnTo>
                      <a:pt x="143521" y="521016"/>
                    </a:lnTo>
                    <a:cubicBezTo>
                      <a:pt x="115985" y="521016"/>
                      <a:pt x="93677" y="543324"/>
                      <a:pt x="93677" y="570861"/>
                    </a:cubicBezTo>
                    <a:lnTo>
                      <a:pt x="93677" y="628026"/>
                    </a:lnTo>
                    <a:cubicBezTo>
                      <a:pt x="93677" y="632034"/>
                      <a:pt x="94199" y="635868"/>
                      <a:pt x="95071" y="639528"/>
                    </a:cubicBezTo>
                    <a:lnTo>
                      <a:pt x="51587" y="639528"/>
                    </a:lnTo>
                    <a:cubicBezTo>
                      <a:pt x="35118" y="639528"/>
                      <a:pt x="21785" y="652861"/>
                      <a:pt x="21785" y="669330"/>
                    </a:cubicBezTo>
                    <a:lnTo>
                      <a:pt x="21785" y="766667"/>
                    </a:lnTo>
                    <a:cubicBezTo>
                      <a:pt x="21785" y="783137"/>
                      <a:pt x="35118" y="796469"/>
                      <a:pt x="51587" y="796469"/>
                    </a:cubicBezTo>
                    <a:lnTo>
                      <a:pt x="353705" y="796469"/>
                    </a:lnTo>
                    <a:cubicBezTo>
                      <a:pt x="370175" y="796469"/>
                      <a:pt x="383508" y="783137"/>
                      <a:pt x="383508" y="766667"/>
                    </a:cubicBezTo>
                    <a:lnTo>
                      <a:pt x="383508" y="669330"/>
                    </a:lnTo>
                    <a:cubicBezTo>
                      <a:pt x="383333" y="652861"/>
                      <a:pt x="370001" y="639528"/>
                      <a:pt x="353618" y="63952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grpSp>
      <p:sp>
        <p:nvSpPr>
          <p:cNvPr id="1698" name="Google Shape;1698;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0"/>
                                        </p:tgtEl>
                                        <p:attrNameLst>
                                          <p:attrName>style.visibility</p:attrName>
                                        </p:attrNameLst>
                                      </p:cBhvr>
                                      <p:to>
                                        <p:strVal val="visible"/>
                                      </p:to>
                                    </p:set>
                                    <p:animEffect filter="fade" transition="in">
                                      <p:cBhvr>
                                        <p:cTn dur="500"/>
                                        <p:tgtEl>
                                          <p:spTgt spid="1530"/>
                                        </p:tgtEl>
                                      </p:cBhvr>
                                    </p:animEffect>
                                  </p:childTnLst>
                                </p:cTn>
                              </p:par>
                              <p:par>
                                <p:cTn fill="hold" nodeType="withEffect" presetClass="entr" presetID="10" presetSubtype="0">
                                  <p:stCondLst>
                                    <p:cond delay="0"/>
                                  </p:stCondLst>
                                  <p:childTnLst>
                                    <p:set>
                                      <p:cBhvr>
                                        <p:cTn dur="1" fill="hold">
                                          <p:stCondLst>
                                            <p:cond delay="0"/>
                                          </p:stCondLst>
                                        </p:cTn>
                                        <p:tgtEl>
                                          <p:spTgt spid="1532"/>
                                        </p:tgtEl>
                                        <p:attrNameLst>
                                          <p:attrName>style.visibility</p:attrName>
                                        </p:attrNameLst>
                                      </p:cBhvr>
                                      <p:to>
                                        <p:strVal val="visible"/>
                                      </p:to>
                                    </p:set>
                                    <p:animEffect filter="fade" transition="in">
                                      <p:cBhvr>
                                        <p:cTn dur="500"/>
                                        <p:tgtEl>
                                          <p:spTgt spid="1532"/>
                                        </p:tgtEl>
                                      </p:cBhvr>
                                    </p:animEffect>
                                  </p:childTnLst>
                                </p:cTn>
                              </p:par>
                              <p:par>
                                <p:cTn fill="hold" nodeType="withEffect" presetClass="entr" presetID="10" presetSubtype="0">
                                  <p:stCondLst>
                                    <p:cond delay="0"/>
                                  </p:stCondLst>
                                  <p:childTnLst>
                                    <p:set>
                                      <p:cBhvr>
                                        <p:cTn dur="1" fill="hold">
                                          <p:stCondLst>
                                            <p:cond delay="0"/>
                                          </p:stCondLst>
                                        </p:cTn>
                                        <p:tgtEl>
                                          <p:spTgt spid="1531"/>
                                        </p:tgtEl>
                                        <p:attrNameLst>
                                          <p:attrName>style.visibility</p:attrName>
                                        </p:attrNameLst>
                                      </p:cBhvr>
                                      <p:to>
                                        <p:strVal val="visible"/>
                                      </p:to>
                                    </p:set>
                                    <p:animEffect filter="fade" transition="in">
                                      <p:cBhvr>
                                        <p:cTn dur="500"/>
                                        <p:tgtEl>
                                          <p:spTgt spid="15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8"/>
                                        </p:tgtEl>
                                        <p:attrNameLst>
                                          <p:attrName>style.visibility</p:attrName>
                                        </p:attrNameLst>
                                      </p:cBhvr>
                                      <p:to>
                                        <p:strVal val="visible"/>
                                      </p:to>
                                    </p:set>
                                    <p:animEffect filter="fade" transition="in">
                                      <p:cBhvr>
                                        <p:cTn dur="500"/>
                                        <p:tgtEl>
                                          <p:spTgt spid="15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529"/>
                                        </p:tgtEl>
                                        <p:attrNameLst>
                                          <p:attrName>style.visibility</p:attrName>
                                        </p:attrNameLst>
                                      </p:cBhvr>
                                      <p:to>
                                        <p:strVal val="visible"/>
                                      </p:to>
                                    </p:set>
                                    <p:anim calcmode="lin" valueType="num">
                                      <p:cBhvr additive="base">
                                        <p:cTn dur="500"/>
                                        <p:tgtEl>
                                          <p:spTgt spid="1529"/>
                                        </p:tgtEl>
                                        <p:attrNameLst>
                                          <p:attrName>ppt_w</p:attrName>
                                        </p:attrNameLst>
                                      </p:cBhvr>
                                      <p:tavLst>
                                        <p:tav fmla="" tm="0">
                                          <p:val>
                                            <p:strVal val="0"/>
                                          </p:val>
                                        </p:tav>
                                        <p:tav fmla="" tm="100000">
                                          <p:val>
                                            <p:strVal val="#ppt_w"/>
                                          </p:val>
                                        </p:tav>
                                      </p:tavLst>
                                    </p:anim>
                                    <p:anim calcmode="lin" valueType="num">
                                      <p:cBhvr additive="base">
                                        <p:cTn dur="500"/>
                                        <p:tgtEl>
                                          <p:spTgt spid="152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2" name="Shape 1702"/>
        <p:cNvGrpSpPr/>
        <p:nvPr/>
      </p:nvGrpSpPr>
      <p:grpSpPr>
        <a:xfrm>
          <a:off x="0" y="0"/>
          <a:ext cx="0" cy="0"/>
          <a:chOff x="0" y="0"/>
          <a:chExt cx="0" cy="0"/>
        </a:xfrm>
      </p:grpSpPr>
      <p:sp>
        <p:nvSpPr>
          <p:cNvPr id="1703" name="Google Shape;1703;p47"/>
          <p:cNvSpPr txBox="1"/>
          <p:nvPr/>
        </p:nvSpPr>
        <p:spPr>
          <a:xfrm>
            <a:off x="3487469" y="0"/>
            <a:ext cx="7777898"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4000"/>
              <a:buFont typeface="Arial"/>
              <a:buNone/>
            </a:pPr>
            <a:r>
              <a:rPr b="0" i="0" lang="en-US" sz="4000" u="none" cap="none" strike="noStrike">
                <a:solidFill>
                  <a:schemeClr val="accent1"/>
                </a:solidFill>
                <a:latin typeface="Arial"/>
                <a:ea typeface="Arial"/>
                <a:cs typeface="Arial"/>
                <a:sym typeface="Arial"/>
              </a:rPr>
              <a:t>Usage of Present Perfect Continuous</a:t>
            </a:r>
            <a:endParaRPr b="0" i="0" sz="4000" u="none" cap="none" strike="noStrike">
              <a:solidFill>
                <a:schemeClr val="accent1"/>
              </a:solidFill>
              <a:latin typeface="Arial"/>
              <a:ea typeface="Arial"/>
              <a:cs typeface="Arial"/>
              <a:sym typeface="Arial"/>
            </a:endParaRPr>
          </a:p>
        </p:txBody>
      </p:sp>
      <p:pic>
        <p:nvPicPr>
          <p:cNvPr descr="https://www.premierpainting.com.au/pub/0a485e3b/editor-uploaded-image/painting-walls.jpg" id="1704" name="Google Shape;1704;p47"/>
          <p:cNvPicPr preferRelativeResize="0"/>
          <p:nvPr/>
        </p:nvPicPr>
        <p:blipFill rotWithShape="1">
          <a:blip r:embed="rId3">
            <a:alphaModFix/>
          </a:blip>
          <a:srcRect b="0" l="0" r="0" t="0"/>
          <a:stretch/>
        </p:blipFill>
        <p:spPr>
          <a:xfrm>
            <a:off x="5067264" y="2088332"/>
            <a:ext cx="7124736" cy="4741312"/>
          </a:xfrm>
          <a:prstGeom prst="rect">
            <a:avLst/>
          </a:prstGeom>
          <a:noFill/>
          <a:ln>
            <a:noFill/>
          </a:ln>
        </p:spPr>
      </p:pic>
      <p:sp>
        <p:nvSpPr>
          <p:cNvPr id="1705" name="Google Shape;1705;p47"/>
          <p:cNvSpPr txBox="1"/>
          <p:nvPr/>
        </p:nvSpPr>
        <p:spPr>
          <a:xfrm>
            <a:off x="903905" y="1242732"/>
            <a:ext cx="6427109"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600"/>
              <a:buFont typeface="Arial"/>
              <a:buNone/>
            </a:pPr>
            <a:r>
              <a:rPr b="0" i="0" lang="en-US" sz="3600" u="none" cap="none" strike="noStrike">
                <a:solidFill>
                  <a:schemeClr val="dk1"/>
                </a:solidFill>
                <a:latin typeface="Arial"/>
                <a:ea typeface="Arial"/>
                <a:cs typeface="Arial"/>
                <a:sym typeface="Arial"/>
              </a:rPr>
              <a:t>We </a:t>
            </a:r>
            <a:r>
              <a:rPr b="1" i="0" lang="en-US" sz="3600" u="none" cap="none" strike="noStrike">
                <a:solidFill>
                  <a:srgbClr val="169C7C"/>
                </a:solidFill>
                <a:latin typeface="Arial"/>
                <a:ea typeface="Arial"/>
                <a:cs typeface="Arial"/>
                <a:sym typeface="Arial"/>
              </a:rPr>
              <a:t>have been painting </a:t>
            </a:r>
            <a:r>
              <a:rPr b="0" i="0" lang="en-US" sz="3600" u="none" cap="none" strike="noStrike">
                <a:solidFill>
                  <a:schemeClr val="dk1"/>
                </a:solidFill>
                <a:latin typeface="Arial"/>
                <a:ea typeface="Arial"/>
                <a:cs typeface="Arial"/>
                <a:sym typeface="Arial"/>
              </a:rPr>
              <a:t>the flat. That’s why it smells.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3600"/>
              <a:buFont typeface="Arial"/>
              <a:buNone/>
            </a:pPr>
            <a:r>
              <a:rPr b="0" i="0" lang="en-US" sz="3600" u="none" cap="none" strike="noStrike">
                <a:solidFill>
                  <a:schemeClr val="dk1"/>
                </a:solidFill>
                <a:latin typeface="Arial"/>
                <a:ea typeface="Arial"/>
                <a:cs typeface="Arial"/>
                <a:sym typeface="Arial"/>
              </a:rPr>
              <a:t>We still have 2 rooms to paint</a:t>
            </a:r>
            <a:endParaRPr b="0" i="0" sz="3600" u="none" cap="none" strike="noStrike">
              <a:solidFill>
                <a:schemeClr val="dk1"/>
              </a:solidFill>
              <a:latin typeface="Arial"/>
              <a:ea typeface="Arial"/>
              <a:cs typeface="Arial"/>
              <a:sym typeface="Arial"/>
            </a:endParaRPr>
          </a:p>
        </p:txBody>
      </p:sp>
      <p:grpSp>
        <p:nvGrpSpPr>
          <p:cNvPr id="1706" name="Google Shape;1706;p47"/>
          <p:cNvGrpSpPr/>
          <p:nvPr/>
        </p:nvGrpSpPr>
        <p:grpSpPr>
          <a:xfrm>
            <a:off x="155100" y="20496"/>
            <a:ext cx="768029" cy="1252175"/>
            <a:chOff x="169229" y="2084489"/>
            <a:chExt cx="1306245" cy="1903654"/>
          </a:xfrm>
        </p:grpSpPr>
        <p:sp>
          <p:nvSpPr>
            <p:cNvPr id="1707" name="Google Shape;1707;p47"/>
            <p:cNvSpPr/>
            <p:nvPr/>
          </p:nvSpPr>
          <p:spPr>
            <a:xfrm>
              <a:off x="1162276" y="2834478"/>
              <a:ext cx="313198" cy="613622"/>
            </a:xfrm>
            <a:custGeom>
              <a:rect b="b" l="l" r="r" t="t"/>
              <a:pathLst>
                <a:path extrusionOk="0" h="613622" w="313198">
                  <a:moveTo>
                    <a:pt x="297384" y="307094"/>
                  </a:moveTo>
                  <a:cubicBezTo>
                    <a:pt x="292364" y="293707"/>
                    <a:pt x="287509" y="280038"/>
                    <a:pt x="294721" y="265708"/>
                  </a:cubicBezTo>
                  <a:cubicBezTo>
                    <a:pt x="294815" y="265520"/>
                    <a:pt x="294203" y="264954"/>
                    <a:pt x="293543" y="264011"/>
                  </a:cubicBezTo>
                  <a:cubicBezTo>
                    <a:pt x="278907" y="272732"/>
                    <a:pt x="270799" y="262338"/>
                    <a:pt x="263140" y="252463"/>
                  </a:cubicBezTo>
                  <a:cubicBezTo>
                    <a:pt x="257860" y="245675"/>
                    <a:pt x="254396" y="237474"/>
                    <a:pt x="249187" y="230639"/>
                  </a:cubicBezTo>
                  <a:cubicBezTo>
                    <a:pt x="243413" y="223050"/>
                    <a:pt x="236790" y="216027"/>
                    <a:pt x="230050" y="209262"/>
                  </a:cubicBezTo>
                  <a:cubicBezTo>
                    <a:pt x="225972" y="205162"/>
                    <a:pt x="219798" y="202828"/>
                    <a:pt x="216592" y="198280"/>
                  </a:cubicBezTo>
                  <a:cubicBezTo>
                    <a:pt x="205209" y="182135"/>
                    <a:pt x="194980" y="165190"/>
                    <a:pt x="183785" y="148904"/>
                  </a:cubicBezTo>
                  <a:cubicBezTo>
                    <a:pt x="175701" y="137120"/>
                    <a:pt x="167075" y="125642"/>
                    <a:pt x="158049" y="114565"/>
                  </a:cubicBezTo>
                  <a:cubicBezTo>
                    <a:pt x="155527" y="111478"/>
                    <a:pt x="150672" y="108697"/>
                    <a:pt x="146830" y="108626"/>
                  </a:cubicBezTo>
                  <a:cubicBezTo>
                    <a:pt x="138110" y="108461"/>
                    <a:pt x="135494" y="107259"/>
                    <a:pt x="134905" y="98445"/>
                  </a:cubicBezTo>
                  <a:cubicBezTo>
                    <a:pt x="133538" y="78011"/>
                    <a:pt x="121895" y="64318"/>
                    <a:pt x="105633" y="53806"/>
                  </a:cubicBezTo>
                  <a:cubicBezTo>
                    <a:pt x="103276" y="52274"/>
                    <a:pt x="98044" y="51284"/>
                    <a:pt x="97030" y="52510"/>
                  </a:cubicBezTo>
                  <a:cubicBezTo>
                    <a:pt x="95192" y="54678"/>
                    <a:pt x="94014" y="59581"/>
                    <a:pt x="95286" y="61749"/>
                  </a:cubicBezTo>
                  <a:cubicBezTo>
                    <a:pt x="99293" y="68607"/>
                    <a:pt x="104007" y="75277"/>
                    <a:pt x="109474" y="81028"/>
                  </a:cubicBezTo>
                  <a:cubicBezTo>
                    <a:pt x="116309" y="88192"/>
                    <a:pt x="121094" y="95711"/>
                    <a:pt x="121023" y="108202"/>
                  </a:cubicBezTo>
                  <a:cubicBezTo>
                    <a:pt x="115744" y="104879"/>
                    <a:pt x="111619" y="103135"/>
                    <a:pt x="108602" y="100212"/>
                  </a:cubicBezTo>
                  <a:cubicBezTo>
                    <a:pt x="92930" y="85105"/>
                    <a:pt x="77540" y="69715"/>
                    <a:pt x="62032" y="54419"/>
                  </a:cubicBezTo>
                  <a:cubicBezTo>
                    <a:pt x="45652" y="38275"/>
                    <a:pt x="29390" y="21989"/>
                    <a:pt x="12798" y="6081"/>
                  </a:cubicBezTo>
                  <a:cubicBezTo>
                    <a:pt x="9922" y="3323"/>
                    <a:pt x="5656" y="1980"/>
                    <a:pt x="2027" y="0"/>
                  </a:cubicBezTo>
                  <a:cubicBezTo>
                    <a:pt x="1343" y="683"/>
                    <a:pt x="660" y="1367"/>
                    <a:pt x="0" y="2050"/>
                  </a:cubicBezTo>
                  <a:cubicBezTo>
                    <a:pt x="2098" y="6623"/>
                    <a:pt x="3465" y="11713"/>
                    <a:pt x="6387" y="15649"/>
                  </a:cubicBezTo>
                  <a:cubicBezTo>
                    <a:pt x="23686" y="38840"/>
                    <a:pt x="40537" y="62409"/>
                    <a:pt x="59062" y="84586"/>
                  </a:cubicBezTo>
                  <a:cubicBezTo>
                    <a:pt x="92623" y="124747"/>
                    <a:pt x="125077" y="165755"/>
                    <a:pt x="149328" y="212185"/>
                  </a:cubicBezTo>
                  <a:cubicBezTo>
                    <a:pt x="181735" y="274240"/>
                    <a:pt x="204949" y="340137"/>
                    <a:pt x="225713" y="406929"/>
                  </a:cubicBezTo>
                  <a:cubicBezTo>
                    <a:pt x="236932" y="443012"/>
                    <a:pt x="237969" y="480863"/>
                    <a:pt x="246312" y="517417"/>
                  </a:cubicBezTo>
                  <a:cubicBezTo>
                    <a:pt x="252722" y="545534"/>
                    <a:pt x="259062" y="573651"/>
                    <a:pt x="265756" y="601697"/>
                  </a:cubicBezTo>
                  <a:cubicBezTo>
                    <a:pt x="266769" y="605892"/>
                    <a:pt x="269621" y="609663"/>
                    <a:pt x="271600" y="613623"/>
                  </a:cubicBezTo>
                  <a:cubicBezTo>
                    <a:pt x="272308" y="613481"/>
                    <a:pt x="272991" y="613316"/>
                    <a:pt x="273698" y="613175"/>
                  </a:cubicBezTo>
                  <a:cubicBezTo>
                    <a:pt x="274452" y="610417"/>
                    <a:pt x="275914" y="607660"/>
                    <a:pt x="275843" y="604926"/>
                  </a:cubicBezTo>
                  <a:cubicBezTo>
                    <a:pt x="275442" y="587391"/>
                    <a:pt x="276927" y="569432"/>
                    <a:pt x="273698" y="552392"/>
                  </a:cubicBezTo>
                  <a:cubicBezTo>
                    <a:pt x="263776" y="500071"/>
                    <a:pt x="251945" y="448103"/>
                    <a:pt x="240985" y="395970"/>
                  </a:cubicBezTo>
                  <a:cubicBezTo>
                    <a:pt x="234457" y="364836"/>
                    <a:pt x="228070" y="333656"/>
                    <a:pt x="221895" y="302451"/>
                  </a:cubicBezTo>
                  <a:cubicBezTo>
                    <a:pt x="221188" y="298845"/>
                    <a:pt x="222154" y="294909"/>
                    <a:pt x="222366" y="291139"/>
                  </a:cubicBezTo>
                  <a:cubicBezTo>
                    <a:pt x="223521" y="290879"/>
                    <a:pt x="224676" y="290620"/>
                    <a:pt x="225831" y="290361"/>
                  </a:cubicBezTo>
                  <a:cubicBezTo>
                    <a:pt x="228730" y="295286"/>
                    <a:pt x="232336" y="299953"/>
                    <a:pt x="234363" y="305209"/>
                  </a:cubicBezTo>
                  <a:cubicBezTo>
                    <a:pt x="240090" y="319915"/>
                    <a:pt x="244332" y="335235"/>
                    <a:pt x="250719" y="349635"/>
                  </a:cubicBezTo>
                  <a:cubicBezTo>
                    <a:pt x="256847" y="363517"/>
                    <a:pt x="264082" y="377092"/>
                    <a:pt x="272402" y="389748"/>
                  </a:cubicBezTo>
                  <a:cubicBezTo>
                    <a:pt x="277917" y="398138"/>
                    <a:pt x="285789" y="398728"/>
                    <a:pt x="295805" y="394650"/>
                  </a:cubicBezTo>
                  <a:cubicBezTo>
                    <a:pt x="294792" y="393236"/>
                    <a:pt x="294132" y="391468"/>
                    <a:pt x="292883" y="390691"/>
                  </a:cubicBezTo>
                  <a:cubicBezTo>
                    <a:pt x="283644" y="384869"/>
                    <a:pt x="278011" y="376055"/>
                    <a:pt x="274075" y="366415"/>
                  </a:cubicBezTo>
                  <a:cubicBezTo>
                    <a:pt x="266439" y="347726"/>
                    <a:pt x="259793" y="328612"/>
                    <a:pt x="252227" y="309875"/>
                  </a:cubicBezTo>
                  <a:cubicBezTo>
                    <a:pt x="247632" y="298468"/>
                    <a:pt x="242376" y="287297"/>
                    <a:pt x="236743" y="276361"/>
                  </a:cubicBezTo>
                  <a:cubicBezTo>
                    <a:pt x="235305" y="273557"/>
                    <a:pt x="231417" y="271742"/>
                    <a:pt x="228306" y="270139"/>
                  </a:cubicBezTo>
                  <a:cubicBezTo>
                    <a:pt x="223686" y="267782"/>
                    <a:pt x="217653" y="267170"/>
                    <a:pt x="214188" y="263776"/>
                  </a:cubicBezTo>
                  <a:cubicBezTo>
                    <a:pt x="207330" y="257106"/>
                    <a:pt x="201202" y="249493"/>
                    <a:pt x="195899" y="241504"/>
                  </a:cubicBezTo>
                  <a:cubicBezTo>
                    <a:pt x="178930" y="215979"/>
                    <a:pt x="162267" y="190219"/>
                    <a:pt x="145887" y="164294"/>
                  </a:cubicBezTo>
                  <a:cubicBezTo>
                    <a:pt x="138911" y="153241"/>
                    <a:pt x="132760" y="141669"/>
                    <a:pt x="126609" y="130120"/>
                  </a:cubicBezTo>
                  <a:cubicBezTo>
                    <a:pt x="125030" y="127174"/>
                    <a:pt x="124888" y="123498"/>
                    <a:pt x="124063" y="120151"/>
                  </a:cubicBezTo>
                  <a:cubicBezTo>
                    <a:pt x="124912" y="119632"/>
                    <a:pt x="125760" y="119114"/>
                    <a:pt x="126609" y="118595"/>
                  </a:cubicBezTo>
                  <a:cubicBezTo>
                    <a:pt x="133066" y="125171"/>
                    <a:pt x="140207" y="131228"/>
                    <a:pt x="145887" y="138440"/>
                  </a:cubicBezTo>
                  <a:cubicBezTo>
                    <a:pt x="176998" y="177893"/>
                    <a:pt x="208296" y="217181"/>
                    <a:pt x="238393" y="257389"/>
                  </a:cubicBezTo>
                  <a:cubicBezTo>
                    <a:pt x="258049" y="283667"/>
                    <a:pt x="277610" y="310205"/>
                    <a:pt x="291115" y="340538"/>
                  </a:cubicBezTo>
                  <a:cubicBezTo>
                    <a:pt x="293330" y="345510"/>
                    <a:pt x="297526" y="350130"/>
                    <a:pt x="301909" y="353406"/>
                  </a:cubicBezTo>
                  <a:cubicBezTo>
                    <a:pt x="304549" y="355362"/>
                    <a:pt x="309357" y="354443"/>
                    <a:pt x="313199" y="354796"/>
                  </a:cubicBezTo>
                  <a:cubicBezTo>
                    <a:pt x="313199" y="351332"/>
                    <a:pt x="313199" y="347867"/>
                    <a:pt x="313199" y="344379"/>
                  </a:cubicBezTo>
                  <a:cubicBezTo>
                    <a:pt x="307848" y="331959"/>
                    <a:pt x="302121" y="319727"/>
                    <a:pt x="297384" y="3070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08" name="Google Shape;1708;p47"/>
            <p:cNvSpPr/>
            <p:nvPr/>
          </p:nvSpPr>
          <p:spPr>
            <a:xfrm>
              <a:off x="720533" y="2084489"/>
              <a:ext cx="230932" cy="61420"/>
            </a:xfrm>
            <a:custGeom>
              <a:rect b="b" l="l" r="r" t="t"/>
              <a:pathLst>
                <a:path extrusionOk="0" h="61420" w="230932">
                  <a:moveTo>
                    <a:pt x="21640" y="61089"/>
                  </a:moveTo>
                  <a:cubicBezTo>
                    <a:pt x="44878" y="58190"/>
                    <a:pt x="68163" y="54938"/>
                    <a:pt x="91543" y="53830"/>
                  </a:cubicBezTo>
                  <a:cubicBezTo>
                    <a:pt x="124421" y="52251"/>
                    <a:pt x="157369" y="52628"/>
                    <a:pt x="190294" y="51803"/>
                  </a:cubicBezTo>
                  <a:cubicBezTo>
                    <a:pt x="200145" y="51544"/>
                    <a:pt x="210044" y="50554"/>
                    <a:pt x="219754" y="48975"/>
                  </a:cubicBezTo>
                  <a:cubicBezTo>
                    <a:pt x="230855" y="47160"/>
                    <a:pt x="233730" y="42022"/>
                    <a:pt x="228192" y="32359"/>
                  </a:cubicBezTo>
                  <a:cubicBezTo>
                    <a:pt x="221758" y="21117"/>
                    <a:pt x="213768" y="10747"/>
                    <a:pt x="206438" y="0"/>
                  </a:cubicBezTo>
                  <a:cubicBezTo>
                    <a:pt x="204953" y="0"/>
                    <a:pt x="203469" y="0"/>
                    <a:pt x="201984" y="0"/>
                  </a:cubicBezTo>
                  <a:cubicBezTo>
                    <a:pt x="202926" y="3983"/>
                    <a:pt x="203398" y="8178"/>
                    <a:pt x="204883" y="11949"/>
                  </a:cubicBezTo>
                  <a:cubicBezTo>
                    <a:pt x="208159" y="20222"/>
                    <a:pt x="207075" y="24935"/>
                    <a:pt x="198637" y="27787"/>
                  </a:cubicBezTo>
                  <a:cubicBezTo>
                    <a:pt x="191025" y="30356"/>
                    <a:pt x="182870" y="32171"/>
                    <a:pt x="174880" y="32548"/>
                  </a:cubicBezTo>
                  <a:cubicBezTo>
                    <a:pt x="131633" y="34622"/>
                    <a:pt x="89210" y="27622"/>
                    <a:pt x="46834" y="20057"/>
                  </a:cubicBezTo>
                  <a:cubicBezTo>
                    <a:pt x="36158" y="18148"/>
                    <a:pt x="25387" y="16356"/>
                    <a:pt x="14593" y="15696"/>
                  </a:cubicBezTo>
                  <a:cubicBezTo>
                    <a:pt x="4293" y="15060"/>
                    <a:pt x="287" y="19067"/>
                    <a:pt x="27" y="29036"/>
                  </a:cubicBezTo>
                  <a:cubicBezTo>
                    <a:pt x="-138" y="35164"/>
                    <a:pt x="452" y="41409"/>
                    <a:pt x="1512" y="47466"/>
                  </a:cubicBezTo>
                  <a:cubicBezTo>
                    <a:pt x="3539" y="59251"/>
                    <a:pt x="9643" y="62574"/>
                    <a:pt x="21640" y="6108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09" name="Google Shape;1709;p47"/>
            <p:cNvSpPr/>
            <p:nvPr/>
          </p:nvSpPr>
          <p:spPr>
            <a:xfrm>
              <a:off x="517440" y="2721140"/>
              <a:ext cx="900505" cy="1154323"/>
            </a:xfrm>
            <a:custGeom>
              <a:rect b="b" l="l" r="r" t="t"/>
              <a:pathLst>
                <a:path extrusionOk="0" h="1154323" w="900505">
                  <a:moveTo>
                    <a:pt x="894354" y="849656"/>
                  </a:moveTo>
                  <a:cubicBezTo>
                    <a:pt x="889475" y="846993"/>
                    <a:pt x="887283" y="843835"/>
                    <a:pt x="886671" y="839027"/>
                  </a:cubicBezTo>
                  <a:cubicBezTo>
                    <a:pt x="884573" y="822859"/>
                    <a:pt x="881981" y="806715"/>
                    <a:pt x="880896" y="790477"/>
                  </a:cubicBezTo>
                  <a:cubicBezTo>
                    <a:pt x="878869" y="760592"/>
                    <a:pt x="878115" y="730637"/>
                    <a:pt x="876253" y="700752"/>
                  </a:cubicBezTo>
                  <a:cubicBezTo>
                    <a:pt x="873590" y="658023"/>
                    <a:pt x="867439" y="615695"/>
                    <a:pt x="858059" y="573955"/>
                  </a:cubicBezTo>
                  <a:cubicBezTo>
                    <a:pt x="854170" y="556727"/>
                    <a:pt x="848019" y="539993"/>
                    <a:pt x="842433" y="523213"/>
                  </a:cubicBezTo>
                  <a:cubicBezTo>
                    <a:pt x="841608" y="520714"/>
                    <a:pt x="838191" y="519065"/>
                    <a:pt x="835952" y="517014"/>
                  </a:cubicBezTo>
                  <a:cubicBezTo>
                    <a:pt x="834019" y="519630"/>
                    <a:pt x="830814" y="522034"/>
                    <a:pt x="830390" y="524862"/>
                  </a:cubicBezTo>
                  <a:cubicBezTo>
                    <a:pt x="829070" y="533583"/>
                    <a:pt x="828245" y="542492"/>
                    <a:pt x="828268" y="551306"/>
                  </a:cubicBezTo>
                  <a:cubicBezTo>
                    <a:pt x="828292" y="560356"/>
                    <a:pt x="829565" y="569406"/>
                    <a:pt x="830272" y="578433"/>
                  </a:cubicBezTo>
                  <a:cubicBezTo>
                    <a:pt x="829565" y="578551"/>
                    <a:pt x="828858" y="578645"/>
                    <a:pt x="828174" y="578763"/>
                  </a:cubicBezTo>
                  <a:cubicBezTo>
                    <a:pt x="824380" y="566602"/>
                    <a:pt x="820609" y="554441"/>
                    <a:pt x="816791" y="542279"/>
                  </a:cubicBezTo>
                  <a:cubicBezTo>
                    <a:pt x="802744" y="497570"/>
                    <a:pt x="790159" y="452414"/>
                    <a:pt x="770833" y="409496"/>
                  </a:cubicBezTo>
                  <a:cubicBezTo>
                    <a:pt x="757564" y="380036"/>
                    <a:pt x="745497" y="350010"/>
                    <a:pt x="733100" y="320149"/>
                  </a:cubicBezTo>
                  <a:cubicBezTo>
                    <a:pt x="730625" y="314186"/>
                    <a:pt x="729070" y="307823"/>
                    <a:pt x="727090" y="301648"/>
                  </a:cubicBezTo>
                  <a:cubicBezTo>
                    <a:pt x="727797" y="301318"/>
                    <a:pt x="728480" y="300964"/>
                    <a:pt x="729188" y="300634"/>
                  </a:cubicBezTo>
                  <a:cubicBezTo>
                    <a:pt x="731851" y="304664"/>
                    <a:pt x="734867" y="308482"/>
                    <a:pt x="737106" y="312725"/>
                  </a:cubicBezTo>
                  <a:cubicBezTo>
                    <a:pt x="753321" y="343269"/>
                    <a:pt x="768994" y="374120"/>
                    <a:pt x="785633" y="404452"/>
                  </a:cubicBezTo>
                  <a:cubicBezTo>
                    <a:pt x="799162" y="429128"/>
                    <a:pt x="813680" y="453262"/>
                    <a:pt x="828009" y="477490"/>
                  </a:cubicBezTo>
                  <a:cubicBezTo>
                    <a:pt x="829848" y="480578"/>
                    <a:pt x="833123" y="482817"/>
                    <a:pt x="837107" y="486800"/>
                  </a:cubicBezTo>
                  <a:cubicBezTo>
                    <a:pt x="838827" y="473861"/>
                    <a:pt x="834632" y="464481"/>
                    <a:pt x="831262" y="455171"/>
                  </a:cubicBezTo>
                  <a:cubicBezTo>
                    <a:pt x="815518" y="411664"/>
                    <a:pt x="795839" y="369854"/>
                    <a:pt x="773449" y="329458"/>
                  </a:cubicBezTo>
                  <a:cubicBezTo>
                    <a:pt x="758624" y="302708"/>
                    <a:pt x="741844" y="277019"/>
                    <a:pt x="725676" y="251023"/>
                  </a:cubicBezTo>
                  <a:cubicBezTo>
                    <a:pt x="723413" y="247370"/>
                    <a:pt x="719619" y="244660"/>
                    <a:pt x="716531" y="241525"/>
                  </a:cubicBezTo>
                  <a:cubicBezTo>
                    <a:pt x="715824" y="241973"/>
                    <a:pt x="715141" y="242421"/>
                    <a:pt x="714434" y="242868"/>
                  </a:cubicBezTo>
                  <a:cubicBezTo>
                    <a:pt x="715212" y="246639"/>
                    <a:pt x="716154" y="250363"/>
                    <a:pt x="716696" y="254181"/>
                  </a:cubicBezTo>
                  <a:cubicBezTo>
                    <a:pt x="717545" y="260003"/>
                    <a:pt x="719006" y="265942"/>
                    <a:pt x="718535" y="271716"/>
                  </a:cubicBezTo>
                  <a:cubicBezTo>
                    <a:pt x="718275" y="274898"/>
                    <a:pt x="715235" y="279234"/>
                    <a:pt x="712336" y="280554"/>
                  </a:cubicBezTo>
                  <a:cubicBezTo>
                    <a:pt x="702320" y="285079"/>
                    <a:pt x="700364" y="287742"/>
                    <a:pt x="703522" y="298490"/>
                  </a:cubicBezTo>
                  <a:cubicBezTo>
                    <a:pt x="709814" y="319772"/>
                    <a:pt x="715871" y="341124"/>
                    <a:pt x="722942" y="362147"/>
                  </a:cubicBezTo>
                  <a:cubicBezTo>
                    <a:pt x="737083" y="404240"/>
                    <a:pt x="752190" y="446097"/>
                    <a:pt x="756503" y="490689"/>
                  </a:cubicBezTo>
                  <a:cubicBezTo>
                    <a:pt x="758789" y="514280"/>
                    <a:pt x="760251" y="537990"/>
                    <a:pt x="761547" y="561653"/>
                  </a:cubicBezTo>
                  <a:cubicBezTo>
                    <a:pt x="761853" y="567450"/>
                    <a:pt x="761476" y="573908"/>
                    <a:pt x="755914" y="578457"/>
                  </a:cubicBezTo>
                  <a:cubicBezTo>
                    <a:pt x="748584" y="574167"/>
                    <a:pt x="746746" y="566838"/>
                    <a:pt x="745803" y="560026"/>
                  </a:cubicBezTo>
                  <a:cubicBezTo>
                    <a:pt x="742834" y="538744"/>
                    <a:pt x="741160" y="517273"/>
                    <a:pt x="738214" y="495991"/>
                  </a:cubicBezTo>
                  <a:cubicBezTo>
                    <a:pt x="730484" y="440158"/>
                    <a:pt x="715754" y="386328"/>
                    <a:pt x="691997" y="335067"/>
                  </a:cubicBezTo>
                  <a:cubicBezTo>
                    <a:pt x="687660" y="325711"/>
                    <a:pt x="684102" y="315930"/>
                    <a:pt x="680943" y="306126"/>
                  </a:cubicBezTo>
                  <a:cubicBezTo>
                    <a:pt x="678469" y="298466"/>
                    <a:pt x="680637" y="292008"/>
                    <a:pt x="687048" y="286258"/>
                  </a:cubicBezTo>
                  <a:cubicBezTo>
                    <a:pt x="691219" y="282534"/>
                    <a:pt x="694637" y="277019"/>
                    <a:pt x="696333" y="271669"/>
                  </a:cubicBezTo>
                  <a:cubicBezTo>
                    <a:pt x="700316" y="259178"/>
                    <a:pt x="697630" y="246757"/>
                    <a:pt x="693411" y="234667"/>
                  </a:cubicBezTo>
                  <a:cubicBezTo>
                    <a:pt x="686883" y="215930"/>
                    <a:pt x="674344" y="201483"/>
                    <a:pt x="660345" y="187884"/>
                  </a:cubicBezTo>
                  <a:cubicBezTo>
                    <a:pt x="664658" y="203957"/>
                    <a:pt x="670078" y="219512"/>
                    <a:pt x="674745" y="235279"/>
                  </a:cubicBezTo>
                  <a:cubicBezTo>
                    <a:pt x="678092" y="246592"/>
                    <a:pt x="681226" y="258070"/>
                    <a:pt x="683017" y="269689"/>
                  </a:cubicBezTo>
                  <a:cubicBezTo>
                    <a:pt x="684573" y="279753"/>
                    <a:pt x="682640" y="280837"/>
                    <a:pt x="672671" y="279588"/>
                  </a:cubicBezTo>
                  <a:cubicBezTo>
                    <a:pt x="670220" y="279281"/>
                    <a:pt x="667722" y="279234"/>
                    <a:pt x="665247" y="279281"/>
                  </a:cubicBezTo>
                  <a:cubicBezTo>
                    <a:pt x="657422" y="279423"/>
                    <a:pt x="653722" y="282463"/>
                    <a:pt x="654971" y="290146"/>
                  </a:cubicBezTo>
                  <a:cubicBezTo>
                    <a:pt x="656597" y="300021"/>
                    <a:pt x="659402" y="309826"/>
                    <a:pt x="662796" y="319277"/>
                  </a:cubicBezTo>
                  <a:cubicBezTo>
                    <a:pt x="671375" y="343175"/>
                    <a:pt x="680660" y="366814"/>
                    <a:pt x="689357" y="390665"/>
                  </a:cubicBezTo>
                  <a:cubicBezTo>
                    <a:pt x="690583" y="393988"/>
                    <a:pt x="691832" y="399314"/>
                    <a:pt x="690182" y="401294"/>
                  </a:cubicBezTo>
                  <a:cubicBezTo>
                    <a:pt x="686058" y="406244"/>
                    <a:pt x="689169" y="409519"/>
                    <a:pt x="691101" y="413173"/>
                  </a:cubicBezTo>
                  <a:cubicBezTo>
                    <a:pt x="692704" y="416213"/>
                    <a:pt x="695061" y="418852"/>
                    <a:pt x="696852" y="421822"/>
                  </a:cubicBezTo>
                  <a:cubicBezTo>
                    <a:pt x="706161" y="437165"/>
                    <a:pt x="709956" y="453710"/>
                    <a:pt x="706751" y="471480"/>
                  </a:cubicBezTo>
                  <a:cubicBezTo>
                    <a:pt x="705737" y="477066"/>
                    <a:pt x="703899" y="483406"/>
                    <a:pt x="696758" y="483477"/>
                  </a:cubicBezTo>
                  <a:cubicBezTo>
                    <a:pt x="689451" y="483524"/>
                    <a:pt x="687165" y="477608"/>
                    <a:pt x="685963" y="471457"/>
                  </a:cubicBezTo>
                  <a:cubicBezTo>
                    <a:pt x="685115" y="467097"/>
                    <a:pt x="684832" y="462595"/>
                    <a:pt x="683630" y="458353"/>
                  </a:cubicBezTo>
                  <a:cubicBezTo>
                    <a:pt x="669866" y="410227"/>
                    <a:pt x="656480" y="362006"/>
                    <a:pt x="641985" y="314092"/>
                  </a:cubicBezTo>
                  <a:cubicBezTo>
                    <a:pt x="624120" y="254982"/>
                    <a:pt x="595131" y="202166"/>
                    <a:pt x="551389" y="157811"/>
                  </a:cubicBezTo>
                  <a:cubicBezTo>
                    <a:pt x="538568" y="144825"/>
                    <a:pt x="526948" y="130495"/>
                    <a:pt x="515966" y="115859"/>
                  </a:cubicBezTo>
                  <a:cubicBezTo>
                    <a:pt x="505525" y="101907"/>
                    <a:pt x="506727" y="94506"/>
                    <a:pt x="518629" y="81897"/>
                  </a:cubicBezTo>
                  <a:cubicBezTo>
                    <a:pt x="521858" y="78480"/>
                    <a:pt x="525275" y="75204"/>
                    <a:pt x="528952" y="72305"/>
                  </a:cubicBezTo>
                  <a:cubicBezTo>
                    <a:pt x="538803" y="64480"/>
                    <a:pt x="542928" y="65541"/>
                    <a:pt x="547712" y="76854"/>
                  </a:cubicBezTo>
                  <a:cubicBezTo>
                    <a:pt x="550658" y="83783"/>
                    <a:pt x="555136" y="89651"/>
                    <a:pt x="562678" y="90971"/>
                  </a:cubicBezTo>
                  <a:cubicBezTo>
                    <a:pt x="566402" y="91631"/>
                    <a:pt x="572341" y="90311"/>
                    <a:pt x="574250" y="87672"/>
                  </a:cubicBezTo>
                  <a:cubicBezTo>
                    <a:pt x="576489" y="84631"/>
                    <a:pt x="576725" y="78716"/>
                    <a:pt x="575428" y="74874"/>
                  </a:cubicBezTo>
                  <a:cubicBezTo>
                    <a:pt x="574108" y="71032"/>
                    <a:pt x="570196" y="67733"/>
                    <a:pt x="566779" y="64999"/>
                  </a:cubicBezTo>
                  <a:cubicBezTo>
                    <a:pt x="549668" y="51282"/>
                    <a:pt x="530790" y="40606"/>
                    <a:pt x="509814" y="34054"/>
                  </a:cubicBezTo>
                  <a:cubicBezTo>
                    <a:pt x="505030" y="32569"/>
                    <a:pt x="499656" y="32852"/>
                    <a:pt x="494542" y="32475"/>
                  </a:cubicBezTo>
                  <a:cubicBezTo>
                    <a:pt x="488839" y="32050"/>
                    <a:pt x="482734" y="32993"/>
                    <a:pt x="477502" y="31249"/>
                  </a:cubicBezTo>
                  <a:cubicBezTo>
                    <a:pt x="469866" y="28680"/>
                    <a:pt x="462748" y="24414"/>
                    <a:pt x="455607" y="20549"/>
                  </a:cubicBezTo>
                  <a:cubicBezTo>
                    <a:pt x="443894" y="14233"/>
                    <a:pt x="432393" y="7540"/>
                    <a:pt x="420656" y="1270"/>
                  </a:cubicBezTo>
                  <a:cubicBezTo>
                    <a:pt x="415164" y="-1652"/>
                    <a:pt x="410545" y="823"/>
                    <a:pt x="406868" y="5088"/>
                  </a:cubicBezTo>
                  <a:cubicBezTo>
                    <a:pt x="404936" y="7304"/>
                    <a:pt x="403357" y="9873"/>
                    <a:pt x="401895" y="12442"/>
                  </a:cubicBezTo>
                  <a:cubicBezTo>
                    <a:pt x="396121" y="22670"/>
                    <a:pt x="387448" y="29340"/>
                    <a:pt x="375805" y="29529"/>
                  </a:cubicBezTo>
                  <a:cubicBezTo>
                    <a:pt x="354099" y="29906"/>
                    <a:pt x="332345" y="29387"/>
                    <a:pt x="310639" y="28657"/>
                  </a:cubicBezTo>
                  <a:cubicBezTo>
                    <a:pt x="292845" y="28067"/>
                    <a:pt x="275098" y="26182"/>
                    <a:pt x="257328" y="25711"/>
                  </a:cubicBezTo>
                  <a:cubicBezTo>
                    <a:pt x="231685" y="25051"/>
                    <a:pt x="209060" y="34619"/>
                    <a:pt x="187683" y="47841"/>
                  </a:cubicBezTo>
                  <a:cubicBezTo>
                    <a:pt x="154381" y="68440"/>
                    <a:pt x="121409" y="89510"/>
                    <a:pt x="93905" y="117792"/>
                  </a:cubicBezTo>
                  <a:cubicBezTo>
                    <a:pt x="88296" y="123542"/>
                    <a:pt x="83818" y="130519"/>
                    <a:pt x="79529" y="137377"/>
                  </a:cubicBezTo>
                  <a:cubicBezTo>
                    <a:pt x="78350" y="139262"/>
                    <a:pt x="78940" y="143410"/>
                    <a:pt x="80330" y="145319"/>
                  </a:cubicBezTo>
                  <a:cubicBezTo>
                    <a:pt x="81273" y="146592"/>
                    <a:pt x="85562" y="146710"/>
                    <a:pt x="87518" y="145720"/>
                  </a:cubicBezTo>
                  <a:cubicBezTo>
                    <a:pt x="94518" y="142138"/>
                    <a:pt x="101754" y="138603"/>
                    <a:pt x="107858" y="133724"/>
                  </a:cubicBezTo>
                  <a:cubicBezTo>
                    <a:pt x="129328" y="116566"/>
                    <a:pt x="150163" y="98654"/>
                    <a:pt x="171610" y="81450"/>
                  </a:cubicBezTo>
                  <a:cubicBezTo>
                    <a:pt x="185939" y="69972"/>
                    <a:pt x="201306" y="60097"/>
                    <a:pt x="219713" y="56161"/>
                  </a:cubicBezTo>
                  <a:cubicBezTo>
                    <a:pt x="248631" y="49962"/>
                    <a:pt x="277808" y="50528"/>
                    <a:pt x="306868" y="53898"/>
                  </a:cubicBezTo>
                  <a:cubicBezTo>
                    <a:pt x="350846" y="58989"/>
                    <a:pt x="389027" y="79352"/>
                    <a:pt x="426312" y="101577"/>
                  </a:cubicBezTo>
                  <a:cubicBezTo>
                    <a:pt x="428009" y="102590"/>
                    <a:pt x="429612" y="106385"/>
                    <a:pt x="428999" y="108035"/>
                  </a:cubicBezTo>
                  <a:cubicBezTo>
                    <a:pt x="428174" y="110250"/>
                    <a:pt x="425322" y="112819"/>
                    <a:pt x="423036" y="113149"/>
                  </a:cubicBezTo>
                  <a:cubicBezTo>
                    <a:pt x="419524" y="113667"/>
                    <a:pt x="415518" y="113031"/>
                    <a:pt x="412124" y="111805"/>
                  </a:cubicBezTo>
                  <a:cubicBezTo>
                    <a:pt x="389875" y="103769"/>
                    <a:pt x="367556" y="95873"/>
                    <a:pt x="345614" y="87035"/>
                  </a:cubicBezTo>
                  <a:cubicBezTo>
                    <a:pt x="323319" y="78056"/>
                    <a:pt x="300646" y="71268"/>
                    <a:pt x="276418" y="74520"/>
                  </a:cubicBezTo>
                  <a:cubicBezTo>
                    <a:pt x="212336" y="83123"/>
                    <a:pt x="159402" y="112560"/>
                    <a:pt x="118110" y="162218"/>
                  </a:cubicBezTo>
                  <a:cubicBezTo>
                    <a:pt x="67815" y="222694"/>
                    <a:pt x="45638" y="293517"/>
                    <a:pt x="44388" y="371245"/>
                  </a:cubicBezTo>
                  <a:cubicBezTo>
                    <a:pt x="44011" y="394931"/>
                    <a:pt x="46934" y="418664"/>
                    <a:pt x="48301" y="442397"/>
                  </a:cubicBezTo>
                  <a:cubicBezTo>
                    <a:pt x="50775" y="485810"/>
                    <a:pt x="60179" y="527219"/>
                    <a:pt x="80660" y="566107"/>
                  </a:cubicBezTo>
                  <a:cubicBezTo>
                    <a:pt x="91242" y="586211"/>
                    <a:pt x="103427" y="606904"/>
                    <a:pt x="92609" y="633583"/>
                  </a:cubicBezTo>
                  <a:cubicBezTo>
                    <a:pt x="100245" y="626041"/>
                    <a:pt x="105972" y="628987"/>
                    <a:pt x="111487" y="632687"/>
                  </a:cubicBezTo>
                  <a:cubicBezTo>
                    <a:pt x="132227" y="646640"/>
                    <a:pt x="149786" y="664127"/>
                    <a:pt x="165246" y="683547"/>
                  </a:cubicBezTo>
                  <a:cubicBezTo>
                    <a:pt x="172718" y="692928"/>
                    <a:pt x="179717" y="703109"/>
                    <a:pt x="184620" y="713974"/>
                  </a:cubicBezTo>
                  <a:cubicBezTo>
                    <a:pt x="187566" y="720479"/>
                    <a:pt x="190724" y="723967"/>
                    <a:pt x="197205" y="723873"/>
                  </a:cubicBezTo>
                  <a:cubicBezTo>
                    <a:pt x="211747" y="723684"/>
                    <a:pt x="226383" y="723826"/>
                    <a:pt x="240806" y="722270"/>
                  </a:cubicBezTo>
                  <a:cubicBezTo>
                    <a:pt x="264398" y="719748"/>
                    <a:pt x="287613" y="715082"/>
                    <a:pt x="309767" y="706102"/>
                  </a:cubicBezTo>
                  <a:cubicBezTo>
                    <a:pt x="317804" y="702850"/>
                    <a:pt x="324356" y="698160"/>
                    <a:pt x="328409" y="690123"/>
                  </a:cubicBezTo>
                  <a:cubicBezTo>
                    <a:pt x="340429" y="666319"/>
                    <a:pt x="352638" y="642633"/>
                    <a:pt x="364846" y="618947"/>
                  </a:cubicBezTo>
                  <a:cubicBezTo>
                    <a:pt x="366779" y="615200"/>
                    <a:pt x="369112" y="611641"/>
                    <a:pt x="371257" y="607988"/>
                  </a:cubicBezTo>
                  <a:cubicBezTo>
                    <a:pt x="372058" y="608176"/>
                    <a:pt x="372836" y="608365"/>
                    <a:pt x="373637" y="608553"/>
                  </a:cubicBezTo>
                  <a:cubicBezTo>
                    <a:pt x="374910" y="624085"/>
                    <a:pt x="376206" y="639616"/>
                    <a:pt x="377479" y="655124"/>
                  </a:cubicBezTo>
                  <a:cubicBezTo>
                    <a:pt x="378327" y="655148"/>
                    <a:pt x="379199" y="655171"/>
                    <a:pt x="380047" y="655195"/>
                  </a:cubicBezTo>
                  <a:cubicBezTo>
                    <a:pt x="381132" y="653050"/>
                    <a:pt x="382192" y="650929"/>
                    <a:pt x="383276" y="648784"/>
                  </a:cubicBezTo>
                  <a:cubicBezTo>
                    <a:pt x="390842" y="633818"/>
                    <a:pt x="393316" y="617627"/>
                    <a:pt x="392633" y="601247"/>
                  </a:cubicBezTo>
                  <a:cubicBezTo>
                    <a:pt x="392138" y="589534"/>
                    <a:pt x="389734" y="577773"/>
                    <a:pt x="386812" y="566366"/>
                  </a:cubicBezTo>
                  <a:cubicBezTo>
                    <a:pt x="384808" y="558612"/>
                    <a:pt x="380142" y="557505"/>
                    <a:pt x="373213" y="561723"/>
                  </a:cubicBezTo>
                  <a:cubicBezTo>
                    <a:pt x="367933" y="564905"/>
                    <a:pt x="363243" y="569053"/>
                    <a:pt x="357988" y="572235"/>
                  </a:cubicBezTo>
                  <a:cubicBezTo>
                    <a:pt x="349786" y="577208"/>
                    <a:pt x="342833" y="576595"/>
                    <a:pt x="335504" y="570396"/>
                  </a:cubicBezTo>
                  <a:cubicBezTo>
                    <a:pt x="332110" y="567545"/>
                    <a:pt x="328952" y="564316"/>
                    <a:pt x="326218" y="560828"/>
                  </a:cubicBezTo>
                  <a:cubicBezTo>
                    <a:pt x="324709" y="558895"/>
                    <a:pt x="324261" y="556114"/>
                    <a:pt x="323342" y="553710"/>
                  </a:cubicBezTo>
                  <a:cubicBezTo>
                    <a:pt x="325558" y="552909"/>
                    <a:pt x="327773" y="551495"/>
                    <a:pt x="330012" y="551471"/>
                  </a:cubicBezTo>
                  <a:cubicBezTo>
                    <a:pt x="335574" y="551400"/>
                    <a:pt x="339157" y="548761"/>
                    <a:pt x="340429" y="543741"/>
                  </a:cubicBezTo>
                  <a:cubicBezTo>
                    <a:pt x="342079" y="537307"/>
                    <a:pt x="344106" y="530684"/>
                    <a:pt x="343988" y="524179"/>
                  </a:cubicBezTo>
                  <a:cubicBezTo>
                    <a:pt x="343540" y="498937"/>
                    <a:pt x="342786" y="473696"/>
                    <a:pt x="341231" y="448525"/>
                  </a:cubicBezTo>
                  <a:cubicBezTo>
                    <a:pt x="339062" y="413620"/>
                    <a:pt x="332369" y="379494"/>
                    <a:pt x="320255" y="346616"/>
                  </a:cubicBezTo>
                  <a:cubicBezTo>
                    <a:pt x="309885" y="318452"/>
                    <a:pt x="294990" y="293092"/>
                    <a:pt x="273660" y="271598"/>
                  </a:cubicBezTo>
                  <a:cubicBezTo>
                    <a:pt x="264422" y="262289"/>
                    <a:pt x="254287" y="260498"/>
                    <a:pt x="242574" y="265070"/>
                  </a:cubicBezTo>
                  <a:cubicBezTo>
                    <a:pt x="237766" y="266955"/>
                    <a:pt x="233099" y="269288"/>
                    <a:pt x="228409" y="271480"/>
                  </a:cubicBezTo>
                  <a:cubicBezTo>
                    <a:pt x="214103" y="278197"/>
                    <a:pt x="199868" y="285056"/>
                    <a:pt x="185468" y="291584"/>
                  </a:cubicBezTo>
                  <a:cubicBezTo>
                    <a:pt x="182475" y="292951"/>
                    <a:pt x="178916" y="293045"/>
                    <a:pt x="175593" y="293729"/>
                  </a:cubicBezTo>
                  <a:cubicBezTo>
                    <a:pt x="175122" y="292904"/>
                    <a:pt x="174650" y="292102"/>
                    <a:pt x="174179" y="291278"/>
                  </a:cubicBezTo>
                  <a:cubicBezTo>
                    <a:pt x="178256" y="285574"/>
                    <a:pt x="182404" y="279894"/>
                    <a:pt x="186434" y="274120"/>
                  </a:cubicBezTo>
                  <a:cubicBezTo>
                    <a:pt x="191996" y="266154"/>
                    <a:pt x="197888" y="257740"/>
                    <a:pt x="195532" y="247653"/>
                  </a:cubicBezTo>
                  <a:cubicBezTo>
                    <a:pt x="193693" y="239805"/>
                    <a:pt x="197323" y="236576"/>
                    <a:pt x="203144" y="235279"/>
                  </a:cubicBezTo>
                  <a:cubicBezTo>
                    <a:pt x="214669" y="232687"/>
                    <a:pt x="226335" y="230283"/>
                    <a:pt x="238072" y="229317"/>
                  </a:cubicBezTo>
                  <a:cubicBezTo>
                    <a:pt x="256856" y="227761"/>
                    <a:pt x="274768" y="230849"/>
                    <a:pt x="288721" y="245131"/>
                  </a:cubicBezTo>
                  <a:cubicBezTo>
                    <a:pt x="307575" y="264457"/>
                    <a:pt x="321881" y="286894"/>
                    <a:pt x="332251" y="311782"/>
                  </a:cubicBezTo>
                  <a:cubicBezTo>
                    <a:pt x="333241" y="314162"/>
                    <a:pt x="333217" y="317038"/>
                    <a:pt x="333264" y="319701"/>
                  </a:cubicBezTo>
                  <a:cubicBezTo>
                    <a:pt x="333359" y="327596"/>
                    <a:pt x="332958" y="335492"/>
                    <a:pt x="333288" y="343387"/>
                  </a:cubicBezTo>
                  <a:cubicBezTo>
                    <a:pt x="333547" y="349326"/>
                    <a:pt x="334631" y="355218"/>
                    <a:pt x="335339" y="361110"/>
                  </a:cubicBezTo>
                  <a:cubicBezTo>
                    <a:pt x="336211" y="361322"/>
                    <a:pt x="337083" y="361535"/>
                    <a:pt x="337955" y="361747"/>
                  </a:cubicBezTo>
                  <a:cubicBezTo>
                    <a:pt x="341490" y="357222"/>
                    <a:pt x="344907" y="352602"/>
                    <a:pt x="348607" y="348219"/>
                  </a:cubicBezTo>
                  <a:cubicBezTo>
                    <a:pt x="353250" y="342727"/>
                    <a:pt x="356668" y="342491"/>
                    <a:pt x="361429" y="347841"/>
                  </a:cubicBezTo>
                  <a:cubicBezTo>
                    <a:pt x="364516" y="351306"/>
                    <a:pt x="367132" y="355313"/>
                    <a:pt x="369324" y="359413"/>
                  </a:cubicBezTo>
                  <a:cubicBezTo>
                    <a:pt x="376913" y="373531"/>
                    <a:pt x="384007" y="387931"/>
                    <a:pt x="391761" y="401978"/>
                  </a:cubicBezTo>
                  <a:cubicBezTo>
                    <a:pt x="394236" y="406432"/>
                    <a:pt x="397653" y="410698"/>
                    <a:pt x="401589" y="413856"/>
                  </a:cubicBezTo>
                  <a:cubicBezTo>
                    <a:pt x="403734" y="415577"/>
                    <a:pt x="408212" y="415789"/>
                    <a:pt x="410969" y="414822"/>
                  </a:cubicBezTo>
                  <a:cubicBezTo>
                    <a:pt x="412619" y="414233"/>
                    <a:pt x="414009" y="409967"/>
                    <a:pt x="413774" y="407516"/>
                  </a:cubicBezTo>
                  <a:cubicBezTo>
                    <a:pt x="413349" y="403180"/>
                    <a:pt x="412100" y="398749"/>
                    <a:pt x="410309" y="394766"/>
                  </a:cubicBezTo>
                  <a:cubicBezTo>
                    <a:pt x="390347" y="350269"/>
                    <a:pt x="368829" y="306621"/>
                    <a:pt x="336918" y="269100"/>
                  </a:cubicBezTo>
                  <a:cubicBezTo>
                    <a:pt x="319619" y="248761"/>
                    <a:pt x="300175" y="231061"/>
                    <a:pt x="275687" y="219465"/>
                  </a:cubicBezTo>
                  <a:cubicBezTo>
                    <a:pt x="258058" y="211122"/>
                    <a:pt x="239510" y="210439"/>
                    <a:pt x="220608" y="210839"/>
                  </a:cubicBezTo>
                  <a:cubicBezTo>
                    <a:pt x="215682" y="210934"/>
                    <a:pt x="210757" y="209896"/>
                    <a:pt x="205831" y="209354"/>
                  </a:cubicBezTo>
                  <a:cubicBezTo>
                    <a:pt x="205666" y="208600"/>
                    <a:pt x="205501" y="207846"/>
                    <a:pt x="205312" y="207092"/>
                  </a:cubicBezTo>
                  <a:cubicBezTo>
                    <a:pt x="207245" y="205395"/>
                    <a:pt x="209036" y="203486"/>
                    <a:pt x="211134" y="202025"/>
                  </a:cubicBezTo>
                  <a:cubicBezTo>
                    <a:pt x="220396" y="195543"/>
                    <a:pt x="231143" y="192904"/>
                    <a:pt x="242008" y="193304"/>
                  </a:cubicBezTo>
                  <a:cubicBezTo>
                    <a:pt x="263950" y="194106"/>
                    <a:pt x="286010" y="194954"/>
                    <a:pt x="307669" y="198089"/>
                  </a:cubicBezTo>
                  <a:cubicBezTo>
                    <a:pt x="321598" y="200116"/>
                    <a:pt x="335079" y="205796"/>
                    <a:pt x="348442" y="210721"/>
                  </a:cubicBezTo>
                  <a:cubicBezTo>
                    <a:pt x="354311" y="212890"/>
                    <a:pt x="359237" y="217344"/>
                    <a:pt x="358836" y="226536"/>
                  </a:cubicBezTo>
                  <a:cubicBezTo>
                    <a:pt x="349385" y="224556"/>
                    <a:pt x="340806" y="222765"/>
                    <a:pt x="332251" y="220974"/>
                  </a:cubicBezTo>
                  <a:cubicBezTo>
                    <a:pt x="331685" y="221704"/>
                    <a:pt x="331096" y="222411"/>
                    <a:pt x="330531" y="223142"/>
                  </a:cubicBezTo>
                  <a:cubicBezTo>
                    <a:pt x="333547" y="228633"/>
                    <a:pt x="336211" y="234337"/>
                    <a:pt x="339604" y="239569"/>
                  </a:cubicBezTo>
                  <a:cubicBezTo>
                    <a:pt x="356574" y="265682"/>
                    <a:pt x="374839" y="291018"/>
                    <a:pt x="390559" y="317863"/>
                  </a:cubicBezTo>
                  <a:cubicBezTo>
                    <a:pt x="411653" y="353875"/>
                    <a:pt x="430861" y="390971"/>
                    <a:pt x="438591" y="432758"/>
                  </a:cubicBezTo>
                  <a:cubicBezTo>
                    <a:pt x="445379" y="469524"/>
                    <a:pt x="450587" y="506456"/>
                    <a:pt x="450847" y="543906"/>
                  </a:cubicBezTo>
                  <a:cubicBezTo>
                    <a:pt x="450894" y="551754"/>
                    <a:pt x="449456" y="559626"/>
                    <a:pt x="448325" y="567427"/>
                  </a:cubicBezTo>
                  <a:cubicBezTo>
                    <a:pt x="448089" y="569077"/>
                    <a:pt x="446204" y="570491"/>
                    <a:pt x="445096" y="572022"/>
                  </a:cubicBezTo>
                  <a:cubicBezTo>
                    <a:pt x="443423" y="570797"/>
                    <a:pt x="440971" y="569901"/>
                    <a:pt x="440194" y="568252"/>
                  </a:cubicBezTo>
                  <a:cubicBezTo>
                    <a:pt x="438025" y="563609"/>
                    <a:pt x="436046" y="558730"/>
                    <a:pt x="434844" y="553757"/>
                  </a:cubicBezTo>
                  <a:cubicBezTo>
                    <a:pt x="429187" y="530236"/>
                    <a:pt x="429093" y="506220"/>
                    <a:pt x="428598" y="482180"/>
                  </a:cubicBezTo>
                  <a:cubicBezTo>
                    <a:pt x="428339" y="469406"/>
                    <a:pt x="426359" y="456609"/>
                    <a:pt x="424167" y="443976"/>
                  </a:cubicBezTo>
                  <a:cubicBezTo>
                    <a:pt x="422824" y="436222"/>
                    <a:pt x="417827" y="431367"/>
                    <a:pt x="409296" y="429482"/>
                  </a:cubicBezTo>
                  <a:cubicBezTo>
                    <a:pt x="403121" y="428115"/>
                    <a:pt x="396168" y="425357"/>
                    <a:pt x="391997" y="420926"/>
                  </a:cubicBezTo>
                  <a:cubicBezTo>
                    <a:pt x="385374" y="413880"/>
                    <a:pt x="380260" y="405207"/>
                    <a:pt x="375452" y="396698"/>
                  </a:cubicBezTo>
                  <a:cubicBezTo>
                    <a:pt x="370384" y="387695"/>
                    <a:pt x="366590" y="377985"/>
                    <a:pt x="361806" y="368794"/>
                  </a:cubicBezTo>
                  <a:cubicBezTo>
                    <a:pt x="360721" y="366720"/>
                    <a:pt x="357846" y="365588"/>
                    <a:pt x="355819" y="364009"/>
                  </a:cubicBezTo>
                  <a:cubicBezTo>
                    <a:pt x="354759" y="366272"/>
                    <a:pt x="352685" y="368558"/>
                    <a:pt x="352779" y="370750"/>
                  </a:cubicBezTo>
                  <a:cubicBezTo>
                    <a:pt x="353321" y="382298"/>
                    <a:pt x="354170" y="393870"/>
                    <a:pt x="355395" y="405372"/>
                  </a:cubicBezTo>
                  <a:cubicBezTo>
                    <a:pt x="358954" y="438532"/>
                    <a:pt x="362678" y="471645"/>
                    <a:pt x="366496" y="504782"/>
                  </a:cubicBezTo>
                  <a:cubicBezTo>
                    <a:pt x="367179" y="510651"/>
                    <a:pt x="368028" y="516614"/>
                    <a:pt x="369890" y="522152"/>
                  </a:cubicBezTo>
                  <a:cubicBezTo>
                    <a:pt x="370809" y="524886"/>
                    <a:pt x="374250" y="526795"/>
                    <a:pt x="376536" y="529081"/>
                  </a:cubicBezTo>
                  <a:cubicBezTo>
                    <a:pt x="378657" y="526889"/>
                    <a:pt x="382192" y="524980"/>
                    <a:pt x="382664" y="522482"/>
                  </a:cubicBezTo>
                  <a:cubicBezTo>
                    <a:pt x="384408" y="513361"/>
                    <a:pt x="385916" y="504052"/>
                    <a:pt x="386034" y="494789"/>
                  </a:cubicBezTo>
                  <a:cubicBezTo>
                    <a:pt x="386199" y="483689"/>
                    <a:pt x="384643" y="472565"/>
                    <a:pt x="384290" y="461464"/>
                  </a:cubicBezTo>
                  <a:cubicBezTo>
                    <a:pt x="384196" y="458400"/>
                    <a:pt x="385704" y="455265"/>
                    <a:pt x="386482" y="452178"/>
                  </a:cubicBezTo>
                  <a:cubicBezTo>
                    <a:pt x="387354" y="452060"/>
                    <a:pt x="388226" y="451942"/>
                    <a:pt x="389121" y="451824"/>
                  </a:cubicBezTo>
                  <a:cubicBezTo>
                    <a:pt x="390983" y="454771"/>
                    <a:pt x="393741" y="457504"/>
                    <a:pt x="394518" y="460733"/>
                  </a:cubicBezTo>
                  <a:cubicBezTo>
                    <a:pt x="396969" y="470797"/>
                    <a:pt x="399798" y="480955"/>
                    <a:pt x="400434" y="491207"/>
                  </a:cubicBezTo>
                  <a:cubicBezTo>
                    <a:pt x="402720" y="528256"/>
                    <a:pt x="405336" y="565353"/>
                    <a:pt x="405572" y="602426"/>
                  </a:cubicBezTo>
                  <a:cubicBezTo>
                    <a:pt x="405737" y="629553"/>
                    <a:pt x="402979" y="656750"/>
                    <a:pt x="400340" y="683783"/>
                  </a:cubicBezTo>
                  <a:cubicBezTo>
                    <a:pt x="399326" y="694177"/>
                    <a:pt x="394872" y="704217"/>
                    <a:pt x="392374" y="714516"/>
                  </a:cubicBezTo>
                  <a:cubicBezTo>
                    <a:pt x="391808" y="716849"/>
                    <a:pt x="392845" y="719560"/>
                    <a:pt x="393128" y="722105"/>
                  </a:cubicBezTo>
                  <a:cubicBezTo>
                    <a:pt x="395461" y="721704"/>
                    <a:pt x="397936" y="721657"/>
                    <a:pt x="400104" y="720809"/>
                  </a:cubicBezTo>
                  <a:cubicBezTo>
                    <a:pt x="404252" y="719159"/>
                    <a:pt x="408212" y="717062"/>
                    <a:pt x="412242" y="715129"/>
                  </a:cubicBezTo>
                  <a:cubicBezTo>
                    <a:pt x="411488" y="721516"/>
                    <a:pt x="408919" y="726277"/>
                    <a:pt x="407811" y="731367"/>
                  </a:cubicBezTo>
                  <a:cubicBezTo>
                    <a:pt x="407316" y="733724"/>
                    <a:pt x="409036" y="738108"/>
                    <a:pt x="410945" y="739004"/>
                  </a:cubicBezTo>
                  <a:cubicBezTo>
                    <a:pt x="412878" y="739899"/>
                    <a:pt x="417380" y="738438"/>
                    <a:pt x="418794" y="736529"/>
                  </a:cubicBezTo>
                  <a:cubicBezTo>
                    <a:pt x="421386" y="733112"/>
                    <a:pt x="423602" y="728704"/>
                    <a:pt x="424097" y="724485"/>
                  </a:cubicBezTo>
                  <a:cubicBezTo>
                    <a:pt x="425699" y="711028"/>
                    <a:pt x="426336" y="697453"/>
                    <a:pt x="427537" y="683925"/>
                  </a:cubicBezTo>
                  <a:cubicBezTo>
                    <a:pt x="429399" y="662784"/>
                    <a:pt x="430743" y="641572"/>
                    <a:pt x="433571" y="620550"/>
                  </a:cubicBezTo>
                  <a:cubicBezTo>
                    <a:pt x="435174" y="608600"/>
                    <a:pt x="442503" y="599857"/>
                    <a:pt x="454712" y="596180"/>
                  </a:cubicBezTo>
                  <a:cubicBezTo>
                    <a:pt x="457776" y="595261"/>
                    <a:pt x="460792" y="594177"/>
                    <a:pt x="463809" y="593069"/>
                  </a:cubicBezTo>
                  <a:cubicBezTo>
                    <a:pt x="472317" y="589958"/>
                    <a:pt x="477526" y="583877"/>
                    <a:pt x="477761" y="574851"/>
                  </a:cubicBezTo>
                  <a:cubicBezTo>
                    <a:pt x="478068" y="563019"/>
                    <a:pt x="478139" y="551094"/>
                    <a:pt x="476960" y="539333"/>
                  </a:cubicBezTo>
                  <a:cubicBezTo>
                    <a:pt x="474839" y="518193"/>
                    <a:pt x="471940" y="497123"/>
                    <a:pt x="468923" y="476076"/>
                  </a:cubicBezTo>
                  <a:cubicBezTo>
                    <a:pt x="464186" y="443081"/>
                    <a:pt x="459802" y="409802"/>
                    <a:pt x="447759" y="378574"/>
                  </a:cubicBezTo>
                  <a:cubicBezTo>
                    <a:pt x="438992" y="355831"/>
                    <a:pt x="427090" y="334313"/>
                    <a:pt x="416720" y="312183"/>
                  </a:cubicBezTo>
                  <a:cubicBezTo>
                    <a:pt x="407339" y="292150"/>
                    <a:pt x="398101" y="272046"/>
                    <a:pt x="388815" y="251966"/>
                  </a:cubicBezTo>
                  <a:cubicBezTo>
                    <a:pt x="389357" y="251636"/>
                    <a:pt x="389875" y="251282"/>
                    <a:pt x="390418" y="250952"/>
                  </a:cubicBezTo>
                  <a:cubicBezTo>
                    <a:pt x="401188" y="265305"/>
                    <a:pt x="412925" y="279022"/>
                    <a:pt x="422494" y="294129"/>
                  </a:cubicBezTo>
                  <a:cubicBezTo>
                    <a:pt x="440005" y="321775"/>
                    <a:pt x="452096" y="352131"/>
                    <a:pt x="462984" y="382887"/>
                  </a:cubicBezTo>
                  <a:cubicBezTo>
                    <a:pt x="480707" y="433017"/>
                    <a:pt x="497252" y="483453"/>
                    <a:pt x="497488" y="537542"/>
                  </a:cubicBezTo>
                  <a:cubicBezTo>
                    <a:pt x="497512" y="543010"/>
                    <a:pt x="499609" y="548714"/>
                    <a:pt x="501825" y="553828"/>
                  </a:cubicBezTo>
                  <a:cubicBezTo>
                    <a:pt x="502744" y="555925"/>
                    <a:pt x="506868" y="558400"/>
                    <a:pt x="508942" y="557952"/>
                  </a:cubicBezTo>
                  <a:cubicBezTo>
                    <a:pt x="522305" y="555030"/>
                    <a:pt x="526147" y="556538"/>
                    <a:pt x="529824" y="569666"/>
                  </a:cubicBezTo>
                  <a:cubicBezTo>
                    <a:pt x="532652" y="579824"/>
                    <a:pt x="534679" y="590288"/>
                    <a:pt x="536187" y="600752"/>
                  </a:cubicBezTo>
                  <a:cubicBezTo>
                    <a:pt x="542951" y="647370"/>
                    <a:pt x="540901" y="693493"/>
                    <a:pt x="526901" y="738674"/>
                  </a:cubicBezTo>
                  <a:cubicBezTo>
                    <a:pt x="524238" y="747229"/>
                    <a:pt x="519477" y="755242"/>
                    <a:pt x="514881" y="763020"/>
                  </a:cubicBezTo>
                  <a:cubicBezTo>
                    <a:pt x="513609" y="765164"/>
                    <a:pt x="509154" y="767050"/>
                    <a:pt x="506774" y="766460"/>
                  </a:cubicBezTo>
                  <a:cubicBezTo>
                    <a:pt x="504511" y="765918"/>
                    <a:pt x="501707" y="762077"/>
                    <a:pt x="501542" y="759531"/>
                  </a:cubicBezTo>
                  <a:cubicBezTo>
                    <a:pt x="501165" y="753757"/>
                    <a:pt x="502084" y="747865"/>
                    <a:pt x="502791" y="742067"/>
                  </a:cubicBezTo>
                  <a:cubicBezTo>
                    <a:pt x="503545" y="735963"/>
                    <a:pt x="505666" y="729859"/>
                    <a:pt x="505266" y="723873"/>
                  </a:cubicBezTo>
                  <a:cubicBezTo>
                    <a:pt x="505030" y="720290"/>
                    <a:pt x="501306" y="714351"/>
                    <a:pt x="498714" y="714092"/>
                  </a:cubicBezTo>
                  <a:cubicBezTo>
                    <a:pt x="494566" y="713691"/>
                    <a:pt x="489711" y="716637"/>
                    <a:pt x="485845" y="719206"/>
                  </a:cubicBezTo>
                  <a:cubicBezTo>
                    <a:pt x="484031" y="720408"/>
                    <a:pt x="483583" y="723967"/>
                    <a:pt x="482970" y="726583"/>
                  </a:cubicBezTo>
                  <a:cubicBezTo>
                    <a:pt x="481037" y="734785"/>
                    <a:pt x="476724" y="738249"/>
                    <a:pt x="468546" y="740300"/>
                  </a:cubicBezTo>
                  <a:cubicBezTo>
                    <a:pt x="462772" y="741761"/>
                    <a:pt x="455914" y="743576"/>
                    <a:pt x="452237" y="747653"/>
                  </a:cubicBezTo>
                  <a:cubicBezTo>
                    <a:pt x="440854" y="760239"/>
                    <a:pt x="430814" y="774026"/>
                    <a:pt x="420161" y="787271"/>
                  </a:cubicBezTo>
                  <a:cubicBezTo>
                    <a:pt x="413208" y="795897"/>
                    <a:pt x="406232" y="804523"/>
                    <a:pt x="398855" y="812796"/>
                  </a:cubicBezTo>
                  <a:cubicBezTo>
                    <a:pt x="397394" y="814446"/>
                    <a:pt x="394141" y="814493"/>
                    <a:pt x="391737" y="815270"/>
                  </a:cubicBezTo>
                  <a:cubicBezTo>
                    <a:pt x="391266" y="812725"/>
                    <a:pt x="389781" y="809873"/>
                    <a:pt x="390488" y="807728"/>
                  </a:cubicBezTo>
                  <a:cubicBezTo>
                    <a:pt x="392869" y="800493"/>
                    <a:pt x="395768" y="793399"/>
                    <a:pt x="398973" y="786470"/>
                  </a:cubicBezTo>
                  <a:cubicBezTo>
                    <a:pt x="406138" y="771056"/>
                    <a:pt x="403757" y="756562"/>
                    <a:pt x="394848" y="742869"/>
                  </a:cubicBezTo>
                  <a:cubicBezTo>
                    <a:pt x="390865" y="736717"/>
                    <a:pt x="385657" y="731415"/>
                    <a:pt x="377266" y="732805"/>
                  </a:cubicBezTo>
                  <a:cubicBezTo>
                    <a:pt x="369112" y="734172"/>
                    <a:pt x="365200" y="740606"/>
                    <a:pt x="363243" y="747512"/>
                  </a:cubicBezTo>
                  <a:cubicBezTo>
                    <a:pt x="362088" y="751565"/>
                    <a:pt x="362819" y="756845"/>
                    <a:pt x="364681" y="760639"/>
                  </a:cubicBezTo>
                  <a:cubicBezTo>
                    <a:pt x="365294" y="761912"/>
                    <a:pt x="371964" y="760286"/>
                    <a:pt x="375829" y="759885"/>
                  </a:cubicBezTo>
                  <a:cubicBezTo>
                    <a:pt x="376536" y="759814"/>
                    <a:pt x="377196" y="759037"/>
                    <a:pt x="377856" y="759037"/>
                  </a:cubicBezTo>
                  <a:cubicBezTo>
                    <a:pt x="380637" y="759107"/>
                    <a:pt x="384290" y="758377"/>
                    <a:pt x="385987" y="759814"/>
                  </a:cubicBezTo>
                  <a:cubicBezTo>
                    <a:pt x="387731" y="761299"/>
                    <a:pt x="388579" y="765164"/>
                    <a:pt x="388155" y="767710"/>
                  </a:cubicBezTo>
                  <a:cubicBezTo>
                    <a:pt x="386717" y="776430"/>
                    <a:pt x="381744" y="783170"/>
                    <a:pt x="374203" y="787743"/>
                  </a:cubicBezTo>
                  <a:cubicBezTo>
                    <a:pt x="368358" y="791278"/>
                    <a:pt x="363408" y="788945"/>
                    <a:pt x="361994" y="782416"/>
                  </a:cubicBezTo>
                  <a:cubicBezTo>
                    <a:pt x="359661" y="771551"/>
                    <a:pt x="357446" y="770632"/>
                    <a:pt x="347995" y="776760"/>
                  </a:cubicBezTo>
                  <a:cubicBezTo>
                    <a:pt x="345709" y="778245"/>
                    <a:pt x="343517" y="779894"/>
                    <a:pt x="341537" y="781733"/>
                  </a:cubicBezTo>
                  <a:cubicBezTo>
                    <a:pt x="316484" y="805136"/>
                    <a:pt x="286599" y="807493"/>
                    <a:pt x="254806" y="801789"/>
                  </a:cubicBezTo>
                  <a:cubicBezTo>
                    <a:pt x="230389" y="797406"/>
                    <a:pt x="208471" y="786706"/>
                    <a:pt x="186788" y="775322"/>
                  </a:cubicBezTo>
                  <a:cubicBezTo>
                    <a:pt x="183017" y="773343"/>
                    <a:pt x="179057" y="771763"/>
                    <a:pt x="174603" y="769713"/>
                  </a:cubicBezTo>
                  <a:cubicBezTo>
                    <a:pt x="174886" y="771433"/>
                    <a:pt x="174815" y="772023"/>
                    <a:pt x="175074" y="772353"/>
                  </a:cubicBezTo>
                  <a:cubicBezTo>
                    <a:pt x="176253" y="773932"/>
                    <a:pt x="177549" y="775440"/>
                    <a:pt x="178775" y="776996"/>
                  </a:cubicBezTo>
                  <a:cubicBezTo>
                    <a:pt x="193599" y="795567"/>
                    <a:pt x="213726" y="806574"/>
                    <a:pt x="234820" y="816072"/>
                  </a:cubicBezTo>
                  <a:cubicBezTo>
                    <a:pt x="256927" y="826017"/>
                    <a:pt x="279435" y="834832"/>
                    <a:pt x="303828" y="837448"/>
                  </a:cubicBezTo>
                  <a:cubicBezTo>
                    <a:pt x="310710" y="838179"/>
                    <a:pt x="316767" y="837684"/>
                    <a:pt x="321009" y="830448"/>
                  </a:cubicBezTo>
                  <a:cubicBezTo>
                    <a:pt x="322871" y="827267"/>
                    <a:pt x="327396" y="824721"/>
                    <a:pt x="331190" y="823708"/>
                  </a:cubicBezTo>
                  <a:cubicBezTo>
                    <a:pt x="346345" y="819678"/>
                    <a:pt x="361240" y="820927"/>
                    <a:pt x="374792" y="829199"/>
                  </a:cubicBezTo>
                  <a:cubicBezTo>
                    <a:pt x="378798" y="831627"/>
                    <a:pt x="381792" y="835987"/>
                    <a:pt x="384667" y="839876"/>
                  </a:cubicBezTo>
                  <a:cubicBezTo>
                    <a:pt x="385680" y="841266"/>
                    <a:pt x="385657" y="844283"/>
                    <a:pt x="384808" y="845862"/>
                  </a:cubicBezTo>
                  <a:cubicBezTo>
                    <a:pt x="384266" y="846852"/>
                    <a:pt x="381202" y="847040"/>
                    <a:pt x="379458" y="846663"/>
                  </a:cubicBezTo>
                  <a:cubicBezTo>
                    <a:pt x="375852" y="845909"/>
                    <a:pt x="372388" y="844495"/>
                    <a:pt x="368829" y="843458"/>
                  </a:cubicBezTo>
                  <a:cubicBezTo>
                    <a:pt x="353792" y="839051"/>
                    <a:pt x="339699" y="840536"/>
                    <a:pt x="326288" y="849279"/>
                  </a:cubicBezTo>
                  <a:cubicBezTo>
                    <a:pt x="321645" y="852320"/>
                    <a:pt x="316154" y="854912"/>
                    <a:pt x="310733" y="855808"/>
                  </a:cubicBezTo>
                  <a:cubicBezTo>
                    <a:pt x="282546" y="860498"/>
                    <a:pt x="255042" y="857340"/>
                    <a:pt x="228551" y="846640"/>
                  </a:cubicBezTo>
                  <a:cubicBezTo>
                    <a:pt x="220420" y="843364"/>
                    <a:pt x="213114" y="838815"/>
                    <a:pt x="212548" y="828280"/>
                  </a:cubicBezTo>
                  <a:cubicBezTo>
                    <a:pt x="212336" y="824226"/>
                    <a:pt x="209955" y="822152"/>
                    <a:pt x="205265" y="824603"/>
                  </a:cubicBezTo>
                  <a:cubicBezTo>
                    <a:pt x="203286" y="825640"/>
                    <a:pt x="199986" y="825711"/>
                    <a:pt x="197936" y="824792"/>
                  </a:cubicBezTo>
                  <a:cubicBezTo>
                    <a:pt x="193717" y="822859"/>
                    <a:pt x="189475" y="820479"/>
                    <a:pt x="186010" y="817415"/>
                  </a:cubicBezTo>
                  <a:cubicBezTo>
                    <a:pt x="153722" y="788780"/>
                    <a:pt x="120467" y="761535"/>
                    <a:pt x="101871" y="720290"/>
                  </a:cubicBezTo>
                  <a:cubicBezTo>
                    <a:pt x="90794" y="695732"/>
                    <a:pt x="71138" y="676124"/>
                    <a:pt x="51530" y="657410"/>
                  </a:cubicBezTo>
                  <a:cubicBezTo>
                    <a:pt x="48489" y="654511"/>
                    <a:pt x="44483" y="652626"/>
                    <a:pt x="40924" y="650269"/>
                  </a:cubicBezTo>
                  <a:cubicBezTo>
                    <a:pt x="40358" y="650693"/>
                    <a:pt x="39793" y="651141"/>
                    <a:pt x="39203" y="651565"/>
                  </a:cubicBezTo>
                  <a:cubicBezTo>
                    <a:pt x="39604" y="654629"/>
                    <a:pt x="39368" y="657952"/>
                    <a:pt x="40523" y="660710"/>
                  </a:cubicBezTo>
                  <a:cubicBezTo>
                    <a:pt x="43564" y="667992"/>
                    <a:pt x="46722" y="675275"/>
                    <a:pt x="50658" y="682110"/>
                  </a:cubicBezTo>
                  <a:cubicBezTo>
                    <a:pt x="75286" y="724957"/>
                    <a:pt x="106891" y="762289"/>
                    <a:pt x="142244" y="796534"/>
                  </a:cubicBezTo>
                  <a:cubicBezTo>
                    <a:pt x="164681" y="818264"/>
                    <a:pt x="188249" y="838697"/>
                    <a:pt x="214999" y="855077"/>
                  </a:cubicBezTo>
                  <a:cubicBezTo>
                    <a:pt x="228362" y="863255"/>
                    <a:pt x="242268" y="870467"/>
                    <a:pt x="258294" y="871033"/>
                  </a:cubicBezTo>
                  <a:cubicBezTo>
                    <a:pt x="282004" y="871881"/>
                    <a:pt x="305737" y="872918"/>
                    <a:pt x="329423" y="872235"/>
                  </a:cubicBezTo>
                  <a:cubicBezTo>
                    <a:pt x="355442" y="871504"/>
                    <a:pt x="379105" y="863208"/>
                    <a:pt x="396852" y="842987"/>
                  </a:cubicBezTo>
                  <a:cubicBezTo>
                    <a:pt x="410380" y="827549"/>
                    <a:pt x="422989" y="811287"/>
                    <a:pt x="436258" y="795638"/>
                  </a:cubicBezTo>
                  <a:cubicBezTo>
                    <a:pt x="443611" y="786965"/>
                    <a:pt x="451365" y="778622"/>
                    <a:pt x="459284" y="770467"/>
                  </a:cubicBezTo>
                  <a:cubicBezTo>
                    <a:pt x="460839" y="768864"/>
                    <a:pt x="464328" y="767969"/>
                    <a:pt x="466449" y="768534"/>
                  </a:cubicBezTo>
                  <a:cubicBezTo>
                    <a:pt x="467816" y="768912"/>
                    <a:pt x="469277" y="772730"/>
                    <a:pt x="468947" y="774733"/>
                  </a:cubicBezTo>
                  <a:cubicBezTo>
                    <a:pt x="467792" y="781921"/>
                    <a:pt x="467179" y="789652"/>
                    <a:pt x="464045" y="796039"/>
                  </a:cubicBezTo>
                  <a:cubicBezTo>
                    <a:pt x="446557" y="831627"/>
                    <a:pt x="419807" y="859649"/>
                    <a:pt x="389239" y="884160"/>
                  </a:cubicBezTo>
                  <a:cubicBezTo>
                    <a:pt x="378987" y="892386"/>
                    <a:pt x="366425" y="896439"/>
                    <a:pt x="353321" y="896227"/>
                  </a:cubicBezTo>
                  <a:cubicBezTo>
                    <a:pt x="327632" y="895779"/>
                    <a:pt x="301872" y="895426"/>
                    <a:pt x="276300" y="893211"/>
                  </a:cubicBezTo>
                  <a:cubicBezTo>
                    <a:pt x="239392" y="890005"/>
                    <a:pt x="204912" y="878363"/>
                    <a:pt x="173448" y="858447"/>
                  </a:cubicBezTo>
                  <a:cubicBezTo>
                    <a:pt x="138049" y="836034"/>
                    <a:pt x="110592" y="805725"/>
                    <a:pt x="87990" y="770891"/>
                  </a:cubicBezTo>
                  <a:cubicBezTo>
                    <a:pt x="71704" y="745815"/>
                    <a:pt x="56620" y="719960"/>
                    <a:pt x="40382" y="694860"/>
                  </a:cubicBezTo>
                  <a:cubicBezTo>
                    <a:pt x="35338" y="687083"/>
                    <a:pt x="29423" y="678716"/>
                    <a:pt x="21787" y="674120"/>
                  </a:cubicBezTo>
                  <a:cubicBezTo>
                    <a:pt x="14716" y="669854"/>
                    <a:pt x="13443" y="666720"/>
                    <a:pt x="17026" y="660521"/>
                  </a:cubicBezTo>
                  <a:cubicBezTo>
                    <a:pt x="25227" y="646286"/>
                    <a:pt x="12383" y="617934"/>
                    <a:pt x="599" y="608954"/>
                  </a:cubicBezTo>
                  <a:cubicBezTo>
                    <a:pt x="363" y="611216"/>
                    <a:pt x="-132" y="613102"/>
                    <a:pt x="33" y="614917"/>
                  </a:cubicBezTo>
                  <a:cubicBezTo>
                    <a:pt x="2013" y="636647"/>
                    <a:pt x="5831" y="658023"/>
                    <a:pt x="13703" y="678433"/>
                  </a:cubicBezTo>
                  <a:cubicBezTo>
                    <a:pt x="49738" y="771669"/>
                    <a:pt x="111794" y="842916"/>
                    <a:pt x="197276" y="893918"/>
                  </a:cubicBezTo>
                  <a:cubicBezTo>
                    <a:pt x="248277" y="924344"/>
                    <a:pt x="303286" y="929859"/>
                    <a:pt x="360439" y="916991"/>
                  </a:cubicBezTo>
                  <a:cubicBezTo>
                    <a:pt x="395249" y="909143"/>
                    <a:pt x="425346" y="893423"/>
                    <a:pt x="444954" y="861794"/>
                  </a:cubicBezTo>
                  <a:cubicBezTo>
                    <a:pt x="457493" y="841572"/>
                    <a:pt x="472411" y="825499"/>
                    <a:pt x="499044" y="824556"/>
                  </a:cubicBezTo>
                  <a:cubicBezTo>
                    <a:pt x="513727" y="824038"/>
                    <a:pt x="524262" y="808907"/>
                    <a:pt x="522588" y="794083"/>
                  </a:cubicBezTo>
                  <a:cubicBezTo>
                    <a:pt x="519595" y="795850"/>
                    <a:pt x="516790" y="797194"/>
                    <a:pt x="514339" y="799008"/>
                  </a:cubicBezTo>
                  <a:cubicBezTo>
                    <a:pt x="507575" y="804005"/>
                    <a:pt x="501094" y="809425"/>
                    <a:pt x="494188" y="814210"/>
                  </a:cubicBezTo>
                  <a:cubicBezTo>
                    <a:pt x="487236" y="819041"/>
                    <a:pt x="484596" y="817863"/>
                    <a:pt x="483559" y="809661"/>
                  </a:cubicBezTo>
                  <a:cubicBezTo>
                    <a:pt x="483017" y="805277"/>
                    <a:pt x="482829" y="800729"/>
                    <a:pt x="483371" y="796369"/>
                  </a:cubicBezTo>
                  <a:cubicBezTo>
                    <a:pt x="484690" y="785621"/>
                    <a:pt x="489663" y="781827"/>
                    <a:pt x="500411" y="783005"/>
                  </a:cubicBezTo>
                  <a:cubicBezTo>
                    <a:pt x="505053" y="783524"/>
                    <a:pt x="509696" y="784278"/>
                    <a:pt x="514292" y="785244"/>
                  </a:cubicBezTo>
                  <a:cubicBezTo>
                    <a:pt x="529894" y="788520"/>
                    <a:pt x="535622" y="784867"/>
                    <a:pt x="536706" y="768864"/>
                  </a:cubicBezTo>
                  <a:cubicBezTo>
                    <a:pt x="537955" y="750175"/>
                    <a:pt x="545426" y="734526"/>
                    <a:pt x="557823" y="721045"/>
                  </a:cubicBezTo>
                  <a:cubicBezTo>
                    <a:pt x="570173" y="707611"/>
                    <a:pt x="575381" y="691608"/>
                    <a:pt x="576135" y="673743"/>
                  </a:cubicBezTo>
                  <a:cubicBezTo>
                    <a:pt x="577314" y="645225"/>
                    <a:pt x="568806" y="619112"/>
                    <a:pt x="555961" y="594247"/>
                  </a:cubicBezTo>
                  <a:cubicBezTo>
                    <a:pt x="544365" y="571763"/>
                    <a:pt x="534160" y="548784"/>
                    <a:pt x="529447" y="523825"/>
                  </a:cubicBezTo>
                  <a:cubicBezTo>
                    <a:pt x="527679" y="514445"/>
                    <a:pt x="527443" y="504735"/>
                    <a:pt x="527137" y="495143"/>
                  </a:cubicBezTo>
                  <a:cubicBezTo>
                    <a:pt x="527066" y="493092"/>
                    <a:pt x="529447" y="489651"/>
                    <a:pt x="531309" y="489180"/>
                  </a:cubicBezTo>
                  <a:cubicBezTo>
                    <a:pt x="533241" y="488685"/>
                    <a:pt x="536329" y="490524"/>
                    <a:pt x="538073" y="492220"/>
                  </a:cubicBezTo>
                  <a:cubicBezTo>
                    <a:pt x="539934" y="494035"/>
                    <a:pt x="541254" y="496722"/>
                    <a:pt x="541985" y="499267"/>
                  </a:cubicBezTo>
                  <a:cubicBezTo>
                    <a:pt x="546039" y="513220"/>
                    <a:pt x="550470" y="527078"/>
                    <a:pt x="553604" y="541242"/>
                  </a:cubicBezTo>
                  <a:cubicBezTo>
                    <a:pt x="558223" y="562195"/>
                    <a:pt x="561429" y="583524"/>
                    <a:pt x="571705" y="602756"/>
                  </a:cubicBezTo>
                  <a:cubicBezTo>
                    <a:pt x="573637" y="606385"/>
                    <a:pt x="576300" y="609850"/>
                    <a:pt x="579341" y="612583"/>
                  </a:cubicBezTo>
                  <a:cubicBezTo>
                    <a:pt x="581038" y="614115"/>
                    <a:pt x="584997" y="615270"/>
                    <a:pt x="586458" y="614328"/>
                  </a:cubicBezTo>
                  <a:cubicBezTo>
                    <a:pt x="588155" y="613243"/>
                    <a:pt x="588933" y="609637"/>
                    <a:pt x="588886" y="607116"/>
                  </a:cubicBezTo>
                  <a:cubicBezTo>
                    <a:pt x="588839" y="603463"/>
                    <a:pt x="587825" y="599810"/>
                    <a:pt x="587047" y="596204"/>
                  </a:cubicBezTo>
                  <a:cubicBezTo>
                    <a:pt x="580778" y="567026"/>
                    <a:pt x="574533" y="537825"/>
                    <a:pt x="568169" y="508671"/>
                  </a:cubicBezTo>
                  <a:cubicBezTo>
                    <a:pt x="562890" y="484561"/>
                    <a:pt x="557752" y="460356"/>
                    <a:pt x="544695" y="438885"/>
                  </a:cubicBezTo>
                  <a:cubicBezTo>
                    <a:pt x="541796" y="434125"/>
                    <a:pt x="538568" y="427973"/>
                    <a:pt x="531709" y="430448"/>
                  </a:cubicBezTo>
                  <a:cubicBezTo>
                    <a:pt x="524238" y="433135"/>
                    <a:pt x="526948" y="440323"/>
                    <a:pt x="527184" y="446003"/>
                  </a:cubicBezTo>
                  <a:cubicBezTo>
                    <a:pt x="527278" y="448148"/>
                    <a:pt x="528339" y="450269"/>
                    <a:pt x="528928" y="452414"/>
                  </a:cubicBezTo>
                  <a:cubicBezTo>
                    <a:pt x="529329" y="453828"/>
                    <a:pt x="530177" y="455407"/>
                    <a:pt x="529894" y="456703"/>
                  </a:cubicBezTo>
                  <a:cubicBezTo>
                    <a:pt x="528952" y="460969"/>
                    <a:pt x="528857" y="466979"/>
                    <a:pt x="526076" y="468935"/>
                  </a:cubicBezTo>
                  <a:cubicBezTo>
                    <a:pt x="521410" y="472211"/>
                    <a:pt x="517262" y="467403"/>
                    <a:pt x="514716" y="463514"/>
                  </a:cubicBezTo>
                  <a:cubicBezTo>
                    <a:pt x="511346" y="458400"/>
                    <a:pt x="508117" y="452979"/>
                    <a:pt x="506091" y="447229"/>
                  </a:cubicBezTo>
                  <a:cubicBezTo>
                    <a:pt x="499326" y="428162"/>
                    <a:pt x="493623" y="408742"/>
                    <a:pt x="486647" y="389769"/>
                  </a:cubicBezTo>
                  <a:cubicBezTo>
                    <a:pt x="470950" y="347017"/>
                    <a:pt x="452591" y="305489"/>
                    <a:pt x="426406" y="267922"/>
                  </a:cubicBezTo>
                  <a:cubicBezTo>
                    <a:pt x="418864" y="257104"/>
                    <a:pt x="410309" y="247653"/>
                    <a:pt x="397276" y="242515"/>
                  </a:cubicBezTo>
                  <a:cubicBezTo>
                    <a:pt x="384950" y="237683"/>
                    <a:pt x="380448" y="220314"/>
                    <a:pt x="387212" y="208836"/>
                  </a:cubicBezTo>
                  <a:cubicBezTo>
                    <a:pt x="392986" y="199031"/>
                    <a:pt x="402555" y="197759"/>
                    <a:pt x="410262" y="205866"/>
                  </a:cubicBezTo>
                  <a:cubicBezTo>
                    <a:pt x="412972" y="208742"/>
                    <a:pt x="415565" y="211758"/>
                    <a:pt x="417874" y="214964"/>
                  </a:cubicBezTo>
                  <a:cubicBezTo>
                    <a:pt x="444530" y="252013"/>
                    <a:pt x="466755" y="291631"/>
                    <a:pt x="485539" y="333158"/>
                  </a:cubicBezTo>
                  <a:cubicBezTo>
                    <a:pt x="490064" y="343175"/>
                    <a:pt x="494212" y="353804"/>
                    <a:pt x="495956" y="364575"/>
                  </a:cubicBezTo>
                  <a:cubicBezTo>
                    <a:pt x="499185" y="384443"/>
                    <a:pt x="509932" y="398466"/>
                    <a:pt x="525746" y="409496"/>
                  </a:cubicBezTo>
                  <a:cubicBezTo>
                    <a:pt x="527514" y="410745"/>
                    <a:pt x="529800" y="411264"/>
                    <a:pt x="533548" y="412866"/>
                  </a:cubicBezTo>
                  <a:cubicBezTo>
                    <a:pt x="532181" y="407634"/>
                    <a:pt x="531521" y="404311"/>
                    <a:pt x="530436" y="401153"/>
                  </a:cubicBezTo>
                  <a:cubicBezTo>
                    <a:pt x="513043" y="350033"/>
                    <a:pt x="490606" y="301176"/>
                    <a:pt x="463927" y="254323"/>
                  </a:cubicBezTo>
                  <a:cubicBezTo>
                    <a:pt x="456008" y="240394"/>
                    <a:pt x="448089" y="225781"/>
                    <a:pt x="437177" y="214398"/>
                  </a:cubicBezTo>
                  <a:cubicBezTo>
                    <a:pt x="407528" y="183476"/>
                    <a:pt x="376324" y="154016"/>
                    <a:pt x="341513" y="128798"/>
                  </a:cubicBezTo>
                  <a:cubicBezTo>
                    <a:pt x="328080" y="119064"/>
                    <a:pt x="313444" y="111876"/>
                    <a:pt x="296192" y="113149"/>
                  </a:cubicBezTo>
                  <a:cubicBezTo>
                    <a:pt x="283371" y="114092"/>
                    <a:pt x="270620" y="116637"/>
                    <a:pt x="257799" y="116755"/>
                  </a:cubicBezTo>
                  <a:cubicBezTo>
                    <a:pt x="242268" y="116896"/>
                    <a:pt x="229682" y="123071"/>
                    <a:pt x="217709" y="131886"/>
                  </a:cubicBezTo>
                  <a:cubicBezTo>
                    <a:pt x="188909" y="153073"/>
                    <a:pt x="162135" y="176571"/>
                    <a:pt x="137837" y="202802"/>
                  </a:cubicBezTo>
                  <a:cubicBezTo>
                    <a:pt x="133830" y="207139"/>
                    <a:pt x="130200" y="211923"/>
                    <a:pt x="127042" y="216920"/>
                  </a:cubicBezTo>
                  <a:cubicBezTo>
                    <a:pt x="125675" y="219088"/>
                    <a:pt x="125746" y="222270"/>
                    <a:pt x="125463" y="225027"/>
                  </a:cubicBezTo>
                  <a:cubicBezTo>
                    <a:pt x="125086" y="228822"/>
                    <a:pt x="126005" y="233088"/>
                    <a:pt x="124568" y="236340"/>
                  </a:cubicBezTo>
                  <a:cubicBezTo>
                    <a:pt x="121999" y="242138"/>
                    <a:pt x="117992" y="247323"/>
                    <a:pt x="114740" y="252838"/>
                  </a:cubicBezTo>
                  <a:cubicBezTo>
                    <a:pt x="112218" y="257104"/>
                    <a:pt x="107363" y="261629"/>
                    <a:pt x="111699" y="266272"/>
                  </a:cubicBezTo>
                  <a:cubicBezTo>
                    <a:pt x="112713" y="267356"/>
                    <a:pt x="121409" y="263679"/>
                    <a:pt x="124143" y="260238"/>
                  </a:cubicBezTo>
                  <a:cubicBezTo>
                    <a:pt x="133641" y="248266"/>
                    <a:pt x="142503" y="235727"/>
                    <a:pt x="150846" y="222906"/>
                  </a:cubicBezTo>
                  <a:cubicBezTo>
                    <a:pt x="161169" y="206998"/>
                    <a:pt x="172859" y="192432"/>
                    <a:pt x="187542" y="180365"/>
                  </a:cubicBezTo>
                  <a:cubicBezTo>
                    <a:pt x="215093" y="157716"/>
                    <a:pt x="247240" y="145767"/>
                    <a:pt x="282098" y="141171"/>
                  </a:cubicBezTo>
                  <a:cubicBezTo>
                    <a:pt x="295414" y="139404"/>
                    <a:pt x="309366" y="138697"/>
                    <a:pt x="322565" y="140606"/>
                  </a:cubicBezTo>
                  <a:cubicBezTo>
                    <a:pt x="341537" y="143340"/>
                    <a:pt x="353840" y="157716"/>
                    <a:pt x="365742" y="171410"/>
                  </a:cubicBezTo>
                  <a:cubicBezTo>
                    <a:pt x="370714" y="177113"/>
                    <a:pt x="374957" y="183641"/>
                    <a:pt x="378445" y="190382"/>
                  </a:cubicBezTo>
                  <a:cubicBezTo>
                    <a:pt x="381579" y="196415"/>
                    <a:pt x="378728" y="200163"/>
                    <a:pt x="371964" y="199361"/>
                  </a:cubicBezTo>
                  <a:cubicBezTo>
                    <a:pt x="366920" y="198749"/>
                    <a:pt x="361688" y="197405"/>
                    <a:pt x="357163" y="195119"/>
                  </a:cubicBezTo>
                  <a:cubicBezTo>
                    <a:pt x="346368" y="189698"/>
                    <a:pt x="335881" y="183594"/>
                    <a:pt x="325346" y="177679"/>
                  </a:cubicBezTo>
                  <a:cubicBezTo>
                    <a:pt x="304417" y="165895"/>
                    <a:pt x="281980" y="162548"/>
                    <a:pt x="258695" y="167049"/>
                  </a:cubicBezTo>
                  <a:cubicBezTo>
                    <a:pt x="214127" y="175699"/>
                    <a:pt x="186953" y="205230"/>
                    <a:pt x="168711" y="244589"/>
                  </a:cubicBezTo>
                  <a:cubicBezTo>
                    <a:pt x="167014" y="248242"/>
                    <a:pt x="168334" y="253191"/>
                    <a:pt x="167415" y="257339"/>
                  </a:cubicBezTo>
                  <a:cubicBezTo>
                    <a:pt x="166543" y="261252"/>
                    <a:pt x="165671" y="266696"/>
                    <a:pt x="162913" y="268393"/>
                  </a:cubicBezTo>
                  <a:cubicBezTo>
                    <a:pt x="155348" y="273012"/>
                    <a:pt x="150611" y="279564"/>
                    <a:pt x="148372" y="287389"/>
                  </a:cubicBezTo>
                  <a:cubicBezTo>
                    <a:pt x="144153" y="302048"/>
                    <a:pt x="140406" y="316920"/>
                    <a:pt x="137954" y="331956"/>
                  </a:cubicBezTo>
                  <a:cubicBezTo>
                    <a:pt x="136658" y="339781"/>
                    <a:pt x="137695" y="348289"/>
                    <a:pt x="139180" y="356185"/>
                  </a:cubicBezTo>
                  <a:cubicBezTo>
                    <a:pt x="140476" y="363043"/>
                    <a:pt x="146203" y="364575"/>
                    <a:pt x="150469" y="359131"/>
                  </a:cubicBezTo>
                  <a:cubicBezTo>
                    <a:pt x="154217" y="354323"/>
                    <a:pt x="156668" y="348077"/>
                    <a:pt x="158247" y="342091"/>
                  </a:cubicBezTo>
                  <a:cubicBezTo>
                    <a:pt x="160368" y="334054"/>
                    <a:pt x="160627" y="325522"/>
                    <a:pt x="162583" y="317415"/>
                  </a:cubicBezTo>
                  <a:cubicBezTo>
                    <a:pt x="163809" y="312277"/>
                    <a:pt x="166849" y="307328"/>
                    <a:pt x="173472" y="308695"/>
                  </a:cubicBezTo>
                  <a:cubicBezTo>
                    <a:pt x="179835" y="310014"/>
                    <a:pt x="180542" y="315482"/>
                    <a:pt x="180754" y="320903"/>
                  </a:cubicBezTo>
                  <a:cubicBezTo>
                    <a:pt x="181202" y="333535"/>
                    <a:pt x="176159" y="344471"/>
                    <a:pt x="170267" y="355171"/>
                  </a:cubicBezTo>
                  <a:cubicBezTo>
                    <a:pt x="162866" y="368605"/>
                    <a:pt x="163667" y="373696"/>
                    <a:pt x="174957" y="384184"/>
                  </a:cubicBezTo>
                  <a:cubicBezTo>
                    <a:pt x="180377" y="389227"/>
                    <a:pt x="182286" y="395072"/>
                    <a:pt x="179552" y="402237"/>
                  </a:cubicBezTo>
                  <a:cubicBezTo>
                    <a:pt x="177879" y="406621"/>
                    <a:pt x="173684" y="411923"/>
                    <a:pt x="180142" y="415152"/>
                  </a:cubicBezTo>
                  <a:cubicBezTo>
                    <a:pt x="186835" y="418499"/>
                    <a:pt x="188815" y="411782"/>
                    <a:pt x="191596" y="407705"/>
                  </a:cubicBezTo>
                  <a:cubicBezTo>
                    <a:pt x="192680" y="406102"/>
                    <a:pt x="193505" y="404217"/>
                    <a:pt x="194023" y="402331"/>
                  </a:cubicBezTo>
                  <a:cubicBezTo>
                    <a:pt x="197559" y="389510"/>
                    <a:pt x="200929" y="376665"/>
                    <a:pt x="204464" y="363844"/>
                  </a:cubicBezTo>
                  <a:cubicBezTo>
                    <a:pt x="208306" y="349845"/>
                    <a:pt x="211864" y="335751"/>
                    <a:pt x="216319" y="321963"/>
                  </a:cubicBezTo>
                  <a:cubicBezTo>
                    <a:pt x="218581" y="314940"/>
                    <a:pt x="222235" y="308459"/>
                    <a:pt x="231190" y="307045"/>
                  </a:cubicBezTo>
                  <a:cubicBezTo>
                    <a:pt x="232934" y="306762"/>
                    <a:pt x="234679" y="301883"/>
                    <a:pt x="235056" y="298937"/>
                  </a:cubicBezTo>
                  <a:cubicBezTo>
                    <a:pt x="235315" y="296840"/>
                    <a:pt x="233264" y="294459"/>
                    <a:pt x="232322" y="292173"/>
                  </a:cubicBezTo>
                  <a:cubicBezTo>
                    <a:pt x="228999" y="283971"/>
                    <a:pt x="231261" y="280837"/>
                    <a:pt x="239769" y="281897"/>
                  </a:cubicBezTo>
                  <a:cubicBezTo>
                    <a:pt x="255489" y="283877"/>
                    <a:pt x="266048" y="293988"/>
                    <a:pt x="275357" y="305442"/>
                  </a:cubicBezTo>
                  <a:cubicBezTo>
                    <a:pt x="292963" y="327078"/>
                    <a:pt x="303498" y="352343"/>
                    <a:pt x="310851" y="378951"/>
                  </a:cubicBezTo>
                  <a:cubicBezTo>
                    <a:pt x="321528" y="417533"/>
                    <a:pt x="324921" y="456515"/>
                    <a:pt x="317639" y="496321"/>
                  </a:cubicBezTo>
                  <a:cubicBezTo>
                    <a:pt x="312831" y="522529"/>
                    <a:pt x="308966" y="548949"/>
                    <a:pt x="305831" y="575416"/>
                  </a:cubicBezTo>
                  <a:cubicBezTo>
                    <a:pt x="304016" y="590783"/>
                    <a:pt x="300740" y="597948"/>
                    <a:pt x="285751" y="601719"/>
                  </a:cubicBezTo>
                  <a:cubicBezTo>
                    <a:pt x="252850" y="610038"/>
                    <a:pt x="222140" y="607233"/>
                    <a:pt x="196474" y="581662"/>
                  </a:cubicBezTo>
                  <a:cubicBezTo>
                    <a:pt x="186458" y="571693"/>
                    <a:pt x="174391" y="567167"/>
                    <a:pt x="159920" y="571669"/>
                  </a:cubicBezTo>
                  <a:cubicBezTo>
                    <a:pt x="156785" y="572659"/>
                    <a:pt x="151553" y="572847"/>
                    <a:pt x="149880" y="571009"/>
                  </a:cubicBezTo>
                  <a:cubicBezTo>
                    <a:pt x="148136" y="569100"/>
                    <a:pt x="149385" y="564316"/>
                    <a:pt x="149550" y="560804"/>
                  </a:cubicBezTo>
                  <a:cubicBezTo>
                    <a:pt x="149880" y="553569"/>
                    <a:pt x="151553" y="546168"/>
                    <a:pt x="150446" y="539192"/>
                  </a:cubicBezTo>
                  <a:cubicBezTo>
                    <a:pt x="149456" y="532970"/>
                    <a:pt x="144648" y="528068"/>
                    <a:pt x="137177" y="528681"/>
                  </a:cubicBezTo>
                  <a:cubicBezTo>
                    <a:pt x="129894" y="529270"/>
                    <a:pt x="125652" y="534360"/>
                    <a:pt x="125322" y="540865"/>
                  </a:cubicBezTo>
                  <a:cubicBezTo>
                    <a:pt x="124968" y="547582"/>
                    <a:pt x="125840" y="554794"/>
                    <a:pt x="128079" y="561110"/>
                  </a:cubicBezTo>
                  <a:cubicBezTo>
                    <a:pt x="138402" y="590052"/>
                    <a:pt x="155018" y="615082"/>
                    <a:pt x="178185" y="635280"/>
                  </a:cubicBezTo>
                  <a:cubicBezTo>
                    <a:pt x="185327" y="641502"/>
                    <a:pt x="194212" y="645838"/>
                    <a:pt x="202649" y="650387"/>
                  </a:cubicBezTo>
                  <a:cubicBezTo>
                    <a:pt x="205242" y="651777"/>
                    <a:pt x="209036" y="650976"/>
                    <a:pt x="212289" y="651188"/>
                  </a:cubicBezTo>
                  <a:cubicBezTo>
                    <a:pt x="211181" y="647959"/>
                    <a:pt x="210992" y="643717"/>
                    <a:pt x="208777" y="641643"/>
                  </a:cubicBezTo>
                  <a:cubicBezTo>
                    <a:pt x="200717" y="634054"/>
                    <a:pt x="191666" y="627502"/>
                    <a:pt x="183606" y="619913"/>
                  </a:cubicBezTo>
                  <a:cubicBezTo>
                    <a:pt x="175781" y="612536"/>
                    <a:pt x="168287" y="604665"/>
                    <a:pt x="161570" y="596274"/>
                  </a:cubicBezTo>
                  <a:cubicBezTo>
                    <a:pt x="159684" y="593941"/>
                    <a:pt x="161028" y="589039"/>
                    <a:pt x="160886" y="585291"/>
                  </a:cubicBezTo>
                  <a:cubicBezTo>
                    <a:pt x="164304" y="585786"/>
                    <a:pt x="168357" y="585268"/>
                    <a:pt x="170997" y="586965"/>
                  </a:cubicBezTo>
                  <a:cubicBezTo>
                    <a:pt x="178233" y="591631"/>
                    <a:pt x="184455" y="597995"/>
                    <a:pt x="191879" y="602308"/>
                  </a:cubicBezTo>
                  <a:cubicBezTo>
                    <a:pt x="202225" y="608294"/>
                    <a:pt x="212854" y="614445"/>
                    <a:pt x="224167" y="617863"/>
                  </a:cubicBezTo>
                  <a:cubicBezTo>
                    <a:pt x="234891" y="621115"/>
                    <a:pt x="238968" y="625075"/>
                    <a:pt x="236163" y="636081"/>
                  </a:cubicBezTo>
                  <a:cubicBezTo>
                    <a:pt x="234702" y="641785"/>
                    <a:pt x="233052" y="647535"/>
                    <a:pt x="232605" y="653357"/>
                  </a:cubicBezTo>
                  <a:cubicBezTo>
                    <a:pt x="231827" y="663302"/>
                    <a:pt x="237530" y="668275"/>
                    <a:pt x="246887" y="664716"/>
                  </a:cubicBezTo>
                  <a:cubicBezTo>
                    <a:pt x="256432" y="661063"/>
                    <a:pt x="266095" y="656468"/>
                    <a:pt x="274014" y="650128"/>
                  </a:cubicBezTo>
                  <a:cubicBezTo>
                    <a:pt x="285963" y="640583"/>
                    <a:pt x="296215" y="628963"/>
                    <a:pt x="307575" y="618641"/>
                  </a:cubicBezTo>
                  <a:cubicBezTo>
                    <a:pt x="315282" y="611641"/>
                    <a:pt x="322470" y="603675"/>
                    <a:pt x="334113" y="600116"/>
                  </a:cubicBezTo>
                  <a:cubicBezTo>
                    <a:pt x="334113" y="603486"/>
                    <a:pt x="334467" y="605867"/>
                    <a:pt x="334066" y="608105"/>
                  </a:cubicBezTo>
                  <a:cubicBezTo>
                    <a:pt x="329140" y="635515"/>
                    <a:pt x="317026" y="659555"/>
                    <a:pt x="298761" y="680366"/>
                  </a:cubicBezTo>
                  <a:cubicBezTo>
                    <a:pt x="295815" y="683736"/>
                    <a:pt x="290582" y="686305"/>
                    <a:pt x="286104" y="686894"/>
                  </a:cubicBezTo>
                  <a:cubicBezTo>
                    <a:pt x="265034" y="689699"/>
                    <a:pt x="243894" y="692103"/>
                    <a:pt x="222706" y="693823"/>
                  </a:cubicBezTo>
                  <a:cubicBezTo>
                    <a:pt x="209767" y="694860"/>
                    <a:pt x="197111" y="692008"/>
                    <a:pt x="187778" y="682393"/>
                  </a:cubicBezTo>
                  <a:cubicBezTo>
                    <a:pt x="175404" y="669642"/>
                    <a:pt x="162913" y="656750"/>
                    <a:pt x="152472" y="642468"/>
                  </a:cubicBezTo>
                  <a:cubicBezTo>
                    <a:pt x="129800" y="611476"/>
                    <a:pt x="105006" y="581615"/>
                    <a:pt x="94777" y="543128"/>
                  </a:cubicBezTo>
                  <a:cubicBezTo>
                    <a:pt x="92303" y="533748"/>
                    <a:pt x="85986" y="525475"/>
                    <a:pt x="82357" y="516307"/>
                  </a:cubicBezTo>
                  <a:cubicBezTo>
                    <a:pt x="69559" y="484160"/>
                    <a:pt x="65953" y="450128"/>
                    <a:pt x="65105" y="416071"/>
                  </a:cubicBezTo>
                  <a:cubicBezTo>
                    <a:pt x="64351" y="386187"/>
                    <a:pt x="65906" y="356185"/>
                    <a:pt x="67792" y="326324"/>
                  </a:cubicBezTo>
                  <a:cubicBezTo>
                    <a:pt x="70149" y="288897"/>
                    <a:pt x="79882" y="253356"/>
                    <a:pt x="99043" y="220761"/>
                  </a:cubicBezTo>
                  <a:cubicBezTo>
                    <a:pt x="136870" y="156420"/>
                    <a:pt x="188697" y="110438"/>
                    <a:pt x="264304" y="96957"/>
                  </a:cubicBezTo>
                  <a:cubicBezTo>
                    <a:pt x="303168" y="90028"/>
                    <a:pt x="339840" y="95001"/>
                    <a:pt x="372364" y="120502"/>
                  </a:cubicBezTo>
                  <a:cubicBezTo>
                    <a:pt x="419666" y="157575"/>
                    <a:pt x="458223" y="202143"/>
                    <a:pt x="485586" y="255407"/>
                  </a:cubicBezTo>
                  <a:cubicBezTo>
                    <a:pt x="521716" y="325711"/>
                    <a:pt x="551577" y="398867"/>
                    <a:pt x="576866" y="473790"/>
                  </a:cubicBezTo>
                  <a:cubicBezTo>
                    <a:pt x="583795" y="494318"/>
                    <a:pt x="590300" y="514964"/>
                    <a:pt x="591502" y="537047"/>
                  </a:cubicBezTo>
                  <a:cubicBezTo>
                    <a:pt x="592162" y="549303"/>
                    <a:pt x="596145" y="561110"/>
                    <a:pt x="603498" y="571622"/>
                  </a:cubicBezTo>
                  <a:cubicBezTo>
                    <a:pt x="607952" y="578009"/>
                    <a:pt x="612218" y="584985"/>
                    <a:pt x="614528" y="592338"/>
                  </a:cubicBezTo>
                  <a:cubicBezTo>
                    <a:pt x="626265" y="629741"/>
                    <a:pt x="629659" y="668346"/>
                    <a:pt x="628858" y="707328"/>
                  </a:cubicBezTo>
                  <a:cubicBezTo>
                    <a:pt x="628693" y="715883"/>
                    <a:pt x="626925" y="724509"/>
                    <a:pt x="624851" y="732852"/>
                  </a:cubicBezTo>
                  <a:cubicBezTo>
                    <a:pt x="624144" y="735657"/>
                    <a:pt x="619053" y="740088"/>
                    <a:pt x="617945" y="739569"/>
                  </a:cubicBezTo>
                  <a:cubicBezTo>
                    <a:pt x="614387" y="737872"/>
                    <a:pt x="610380" y="734738"/>
                    <a:pt x="609178" y="731226"/>
                  </a:cubicBezTo>
                  <a:cubicBezTo>
                    <a:pt x="607858" y="727384"/>
                    <a:pt x="609272" y="722506"/>
                    <a:pt x="609862" y="718122"/>
                  </a:cubicBezTo>
                  <a:cubicBezTo>
                    <a:pt x="610828" y="711052"/>
                    <a:pt x="612996" y="704028"/>
                    <a:pt x="612925" y="697005"/>
                  </a:cubicBezTo>
                  <a:cubicBezTo>
                    <a:pt x="612878" y="693493"/>
                    <a:pt x="609461" y="687648"/>
                    <a:pt x="606798" y="687153"/>
                  </a:cubicBezTo>
                  <a:cubicBezTo>
                    <a:pt x="603757" y="686588"/>
                    <a:pt x="598077" y="690052"/>
                    <a:pt x="596640" y="693163"/>
                  </a:cubicBezTo>
                  <a:cubicBezTo>
                    <a:pt x="593647" y="699739"/>
                    <a:pt x="591903" y="707139"/>
                    <a:pt x="591054" y="714375"/>
                  </a:cubicBezTo>
                  <a:cubicBezTo>
                    <a:pt x="587896" y="741360"/>
                    <a:pt x="585256" y="768417"/>
                    <a:pt x="582522" y="795473"/>
                  </a:cubicBezTo>
                  <a:cubicBezTo>
                    <a:pt x="581132" y="809213"/>
                    <a:pt x="579458" y="822977"/>
                    <a:pt x="579011" y="836741"/>
                  </a:cubicBezTo>
                  <a:cubicBezTo>
                    <a:pt x="578775" y="844189"/>
                    <a:pt x="581910" y="845508"/>
                    <a:pt x="588414" y="842586"/>
                  </a:cubicBezTo>
                  <a:cubicBezTo>
                    <a:pt x="599232" y="837731"/>
                    <a:pt x="601353" y="839051"/>
                    <a:pt x="601542" y="850788"/>
                  </a:cubicBezTo>
                  <a:cubicBezTo>
                    <a:pt x="601565" y="852273"/>
                    <a:pt x="601542" y="853757"/>
                    <a:pt x="601448" y="855242"/>
                  </a:cubicBezTo>
                  <a:cubicBezTo>
                    <a:pt x="599091" y="895025"/>
                    <a:pt x="587542" y="932357"/>
                    <a:pt x="570668" y="968134"/>
                  </a:cubicBezTo>
                  <a:cubicBezTo>
                    <a:pt x="561594" y="987366"/>
                    <a:pt x="551931" y="1006385"/>
                    <a:pt x="533877" y="1019395"/>
                  </a:cubicBezTo>
                  <a:cubicBezTo>
                    <a:pt x="529211" y="1022742"/>
                    <a:pt x="527420" y="1027927"/>
                    <a:pt x="529517" y="1033960"/>
                  </a:cubicBezTo>
                  <a:cubicBezTo>
                    <a:pt x="531803" y="1040536"/>
                    <a:pt x="536446" y="1044307"/>
                    <a:pt x="543140" y="1044754"/>
                  </a:cubicBezTo>
                  <a:cubicBezTo>
                    <a:pt x="547523" y="1045061"/>
                    <a:pt x="551978" y="1043977"/>
                    <a:pt x="557281" y="1043435"/>
                  </a:cubicBezTo>
                  <a:cubicBezTo>
                    <a:pt x="555230" y="1045956"/>
                    <a:pt x="553934" y="1048078"/>
                    <a:pt x="552143" y="1049680"/>
                  </a:cubicBezTo>
                  <a:cubicBezTo>
                    <a:pt x="535409" y="1064764"/>
                    <a:pt x="519029" y="1080248"/>
                    <a:pt x="501683" y="1094578"/>
                  </a:cubicBezTo>
                  <a:cubicBezTo>
                    <a:pt x="492044" y="1102544"/>
                    <a:pt x="480825" y="1108648"/>
                    <a:pt x="470125" y="1115271"/>
                  </a:cubicBezTo>
                  <a:cubicBezTo>
                    <a:pt x="467745" y="1116732"/>
                    <a:pt x="464563" y="1116897"/>
                    <a:pt x="459590" y="1118264"/>
                  </a:cubicBezTo>
                  <a:cubicBezTo>
                    <a:pt x="461546" y="1114139"/>
                    <a:pt x="462018" y="1111830"/>
                    <a:pt x="463408" y="1110463"/>
                  </a:cubicBezTo>
                  <a:cubicBezTo>
                    <a:pt x="469183" y="1104712"/>
                    <a:pt x="475240" y="1099244"/>
                    <a:pt x="481155" y="1093635"/>
                  </a:cubicBezTo>
                  <a:cubicBezTo>
                    <a:pt x="493340" y="1082087"/>
                    <a:pt x="505878" y="1070868"/>
                    <a:pt x="517474" y="1058777"/>
                  </a:cubicBezTo>
                  <a:cubicBezTo>
                    <a:pt x="520538" y="1055596"/>
                    <a:pt x="520797" y="1049704"/>
                    <a:pt x="522353" y="1045061"/>
                  </a:cubicBezTo>
                  <a:cubicBezTo>
                    <a:pt x="517875" y="1046451"/>
                    <a:pt x="512595" y="1046758"/>
                    <a:pt x="509060" y="1049397"/>
                  </a:cubicBezTo>
                  <a:cubicBezTo>
                    <a:pt x="498596" y="1057269"/>
                    <a:pt x="488768" y="1065989"/>
                    <a:pt x="478775" y="1074497"/>
                  </a:cubicBezTo>
                  <a:cubicBezTo>
                    <a:pt x="465011" y="1086235"/>
                    <a:pt x="451153" y="1097830"/>
                    <a:pt x="433430" y="1103298"/>
                  </a:cubicBezTo>
                  <a:cubicBezTo>
                    <a:pt x="424851" y="1105938"/>
                    <a:pt x="419524" y="1104311"/>
                    <a:pt x="416743" y="1098514"/>
                  </a:cubicBezTo>
                  <a:cubicBezTo>
                    <a:pt x="413868" y="1092551"/>
                    <a:pt x="415824" y="1087908"/>
                    <a:pt x="423554" y="1082699"/>
                  </a:cubicBezTo>
                  <a:cubicBezTo>
                    <a:pt x="425393" y="1081474"/>
                    <a:pt x="427325" y="1080248"/>
                    <a:pt x="429376" y="1079470"/>
                  </a:cubicBezTo>
                  <a:cubicBezTo>
                    <a:pt x="437908" y="1076265"/>
                    <a:pt x="446722" y="1073743"/>
                    <a:pt x="455018" y="1070043"/>
                  </a:cubicBezTo>
                  <a:cubicBezTo>
                    <a:pt x="463291" y="1066366"/>
                    <a:pt x="471374" y="1062101"/>
                    <a:pt x="478916" y="1057104"/>
                  </a:cubicBezTo>
                  <a:cubicBezTo>
                    <a:pt x="483465" y="1054087"/>
                    <a:pt x="484101" y="1044896"/>
                    <a:pt x="480990" y="1040866"/>
                  </a:cubicBezTo>
                  <a:cubicBezTo>
                    <a:pt x="477361" y="1036199"/>
                    <a:pt x="473024" y="1039004"/>
                    <a:pt x="468947" y="1040276"/>
                  </a:cubicBezTo>
                  <a:cubicBezTo>
                    <a:pt x="467533" y="1040724"/>
                    <a:pt x="466072" y="1041125"/>
                    <a:pt x="464822" y="1041879"/>
                  </a:cubicBezTo>
                  <a:cubicBezTo>
                    <a:pt x="447217" y="1052367"/>
                    <a:pt x="429093" y="1062124"/>
                    <a:pt x="412195" y="1073649"/>
                  </a:cubicBezTo>
                  <a:cubicBezTo>
                    <a:pt x="394212" y="1085905"/>
                    <a:pt x="395414" y="1097759"/>
                    <a:pt x="414316" y="1109025"/>
                  </a:cubicBezTo>
                  <a:cubicBezTo>
                    <a:pt x="423130" y="1114281"/>
                    <a:pt x="432345" y="1118052"/>
                    <a:pt x="442928" y="1118028"/>
                  </a:cubicBezTo>
                  <a:cubicBezTo>
                    <a:pt x="445826" y="1118028"/>
                    <a:pt x="450092" y="1119136"/>
                    <a:pt x="451271" y="1121186"/>
                  </a:cubicBezTo>
                  <a:cubicBezTo>
                    <a:pt x="452308" y="1122977"/>
                    <a:pt x="450517" y="1127149"/>
                    <a:pt x="448914" y="1129576"/>
                  </a:cubicBezTo>
                  <a:cubicBezTo>
                    <a:pt x="445096" y="1135351"/>
                    <a:pt x="440594" y="1140654"/>
                    <a:pt x="436517" y="1146263"/>
                  </a:cubicBezTo>
                  <a:cubicBezTo>
                    <a:pt x="435079" y="1148243"/>
                    <a:pt x="434160" y="1150576"/>
                    <a:pt x="432157" y="1154323"/>
                  </a:cubicBezTo>
                  <a:cubicBezTo>
                    <a:pt x="436682" y="1153498"/>
                    <a:pt x="439487" y="1153522"/>
                    <a:pt x="441820" y="1152485"/>
                  </a:cubicBezTo>
                  <a:cubicBezTo>
                    <a:pt x="453321" y="1147465"/>
                    <a:pt x="465223" y="1143058"/>
                    <a:pt x="476065" y="1136835"/>
                  </a:cubicBezTo>
                  <a:cubicBezTo>
                    <a:pt x="513727" y="1115247"/>
                    <a:pt x="548867" y="1090076"/>
                    <a:pt x="581415" y="1061229"/>
                  </a:cubicBezTo>
                  <a:cubicBezTo>
                    <a:pt x="591313" y="1052438"/>
                    <a:pt x="592327" y="1042727"/>
                    <a:pt x="588721" y="1031179"/>
                  </a:cubicBezTo>
                  <a:cubicBezTo>
                    <a:pt x="586364" y="1023684"/>
                    <a:pt x="580637" y="1017722"/>
                    <a:pt x="572152" y="1020903"/>
                  </a:cubicBezTo>
                  <a:cubicBezTo>
                    <a:pt x="570809" y="1021422"/>
                    <a:pt x="568994" y="1020715"/>
                    <a:pt x="566048" y="1020432"/>
                  </a:cubicBezTo>
                  <a:cubicBezTo>
                    <a:pt x="568216" y="1016378"/>
                    <a:pt x="569913" y="1013173"/>
                    <a:pt x="571634" y="1010015"/>
                  </a:cubicBezTo>
                  <a:cubicBezTo>
                    <a:pt x="575523" y="1002874"/>
                    <a:pt x="580142" y="996015"/>
                    <a:pt x="583206" y="988544"/>
                  </a:cubicBezTo>
                  <a:cubicBezTo>
                    <a:pt x="603310" y="939546"/>
                    <a:pt x="617498" y="888756"/>
                    <a:pt x="627821" y="836859"/>
                  </a:cubicBezTo>
                  <a:cubicBezTo>
                    <a:pt x="630625" y="822812"/>
                    <a:pt x="633359" y="808553"/>
                    <a:pt x="629329" y="794271"/>
                  </a:cubicBezTo>
                  <a:cubicBezTo>
                    <a:pt x="627326" y="787177"/>
                    <a:pt x="624191" y="781096"/>
                    <a:pt x="615306" y="780059"/>
                  </a:cubicBezTo>
                  <a:cubicBezTo>
                    <a:pt x="608518" y="779258"/>
                    <a:pt x="603687" y="772400"/>
                    <a:pt x="604323" y="766296"/>
                  </a:cubicBezTo>
                  <a:cubicBezTo>
                    <a:pt x="604936" y="760356"/>
                    <a:pt x="610168" y="756043"/>
                    <a:pt x="617922" y="756633"/>
                  </a:cubicBezTo>
                  <a:cubicBezTo>
                    <a:pt x="625134" y="757175"/>
                    <a:pt x="628386" y="753687"/>
                    <a:pt x="630319" y="747700"/>
                  </a:cubicBezTo>
                  <a:cubicBezTo>
                    <a:pt x="631144" y="745131"/>
                    <a:pt x="632086" y="742539"/>
                    <a:pt x="632558" y="739899"/>
                  </a:cubicBezTo>
                  <a:cubicBezTo>
                    <a:pt x="641679" y="688285"/>
                    <a:pt x="639463" y="636977"/>
                    <a:pt x="628127" y="585951"/>
                  </a:cubicBezTo>
                  <a:cubicBezTo>
                    <a:pt x="625770" y="575322"/>
                    <a:pt x="621457" y="565871"/>
                    <a:pt x="611629" y="559744"/>
                  </a:cubicBezTo>
                  <a:cubicBezTo>
                    <a:pt x="609249" y="558259"/>
                    <a:pt x="607175" y="555548"/>
                    <a:pt x="606114" y="552956"/>
                  </a:cubicBezTo>
                  <a:cubicBezTo>
                    <a:pt x="605219" y="550740"/>
                    <a:pt x="605030" y="547134"/>
                    <a:pt x="606303" y="545485"/>
                  </a:cubicBezTo>
                  <a:cubicBezTo>
                    <a:pt x="607505" y="543906"/>
                    <a:pt x="611441" y="542916"/>
                    <a:pt x="613350" y="543693"/>
                  </a:cubicBezTo>
                  <a:cubicBezTo>
                    <a:pt x="618982" y="545980"/>
                    <a:pt x="624709" y="548596"/>
                    <a:pt x="629541" y="552249"/>
                  </a:cubicBezTo>
                  <a:cubicBezTo>
                    <a:pt x="649857" y="567615"/>
                    <a:pt x="657045" y="589793"/>
                    <a:pt x="659096" y="613785"/>
                  </a:cubicBezTo>
                  <a:cubicBezTo>
                    <a:pt x="660910" y="634973"/>
                    <a:pt x="660816" y="656326"/>
                    <a:pt x="662466" y="677538"/>
                  </a:cubicBezTo>
                  <a:cubicBezTo>
                    <a:pt x="662961" y="683830"/>
                    <a:pt x="665341" y="690618"/>
                    <a:pt x="668806" y="695897"/>
                  </a:cubicBezTo>
                  <a:cubicBezTo>
                    <a:pt x="672765" y="701931"/>
                    <a:pt x="678634" y="700469"/>
                    <a:pt x="680778" y="693493"/>
                  </a:cubicBezTo>
                  <a:cubicBezTo>
                    <a:pt x="682145" y="689062"/>
                    <a:pt x="683229" y="684207"/>
                    <a:pt x="682876" y="679659"/>
                  </a:cubicBezTo>
                  <a:cubicBezTo>
                    <a:pt x="681203" y="658000"/>
                    <a:pt x="680142" y="636199"/>
                    <a:pt x="676654" y="614799"/>
                  </a:cubicBezTo>
                  <a:cubicBezTo>
                    <a:pt x="671870" y="585456"/>
                    <a:pt x="659143" y="559861"/>
                    <a:pt x="635009" y="540983"/>
                  </a:cubicBezTo>
                  <a:cubicBezTo>
                    <a:pt x="630743" y="537660"/>
                    <a:pt x="626925" y="533630"/>
                    <a:pt x="623460" y="529435"/>
                  </a:cubicBezTo>
                  <a:cubicBezTo>
                    <a:pt x="614457" y="518523"/>
                    <a:pt x="606421" y="507281"/>
                    <a:pt x="604040" y="492574"/>
                  </a:cubicBezTo>
                  <a:cubicBezTo>
                    <a:pt x="601778" y="478527"/>
                    <a:pt x="599350" y="464174"/>
                    <a:pt x="594330" y="451000"/>
                  </a:cubicBezTo>
                  <a:cubicBezTo>
                    <a:pt x="587212" y="432357"/>
                    <a:pt x="577455" y="414752"/>
                    <a:pt x="569112" y="396581"/>
                  </a:cubicBezTo>
                  <a:cubicBezTo>
                    <a:pt x="556055" y="368087"/>
                    <a:pt x="542833" y="339593"/>
                    <a:pt x="535268" y="309001"/>
                  </a:cubicBezTo>
                  <a:cubicBezTo>
                    <a:pt x="532086" y="296156"/>
                    <a:pt x="529989" y="282864"/>
                    <a:pt x="536399" y="270561"/>
                  </a:cubicBezTo>
                  <a:cubicBezTo>
                    <a:pt x="539298" y="264999"/>
                    <a:pt x="544436" y="258188"/>
                    <a:pt x="549645" y="257104"/>
                  </a:cubicBezTo>
                  <a:cubicBezTo>
                    <a:pt x="553345" y="256326"/>
                    <a:pt x="560085" y="263373"/>
                    <a:pt x="563338" y="268322"/>
                  </a:cubicBezTo>
                  <a:cubicBezTo>
                    <a:pt x="579341" y="292668"/>
                    <a:pt x="589993" y="319442"/>
                    <a:pt x="596899" y="347700"/>
                  </a:cubicBezTo>
                  <a:cubicBezTo>
                    <a:pt x="597653" y="350787"/>
                    <a:pt x="597936" y="353993"/>
                    <a:pt x="598431" y="357151"/>
                  </a:cubicBezTo>
                  <a:cubicBezTo>
                    <a:pt x="597512" y="357575"/>
                    <a:pt x="596593" y="357999"/>
                    <a:pt x="595673" y="358447"/>
                  </a:cubicBezTo>
                  <a:cubicBezTo>
                    <a:pt x="577879" y="333535"/>
                    <a:pt x="560062" y="308647"/>
                    <a:pt x="542268" y="283736"/>
                  </a:cubicBezTo>
                  <a:cubicBezTo>
                    <a:pt x="542126" y="286753"/>
                    <a:pt x="542881" y="289274"/>
                    <a:pt x="543941" y="291655"/>
                  </a:cubicBezTo>
                  <a:cubicBezTo>
                    <a:pt x="561641" y="330802"/>
                    <a:pt x="579694" y="369783"/>
                    <a:pt x="596993" y="409095"/>
                  </a:cubicBezTo>
                  <a:cubicBezTo>
                    <a:pt x="606515" y="430731"/>
                    <a:pt x="615188" y="452649"/>
                    <a:pt x="618440" y="476524"/>
                  </a:cubicBezTo>
                  <a:cubicBezTo>
                    <a:pt x="620891" y="494389"/>
                    <a:pt x="631733" y="507658"/>
                    <a:pt x="647194" y="516779"/>
                  </a:cubicBezTo>
                  <a:cubicBezTo>
                    <a:pt x="649621" y="518216"/>
                    <a:pt x="653675" y="518782"/>
                    <a:pt x="656055" y="517674"/>
                  </a:cubicBezTo>
                  <a:cubicBezTo>
                    <a:pt x="657540" y="516991"/>
                    <a:pt x="658059" y="512324"/>
                    <a:pt x="657611" y="509708"/>
                  </a:cubicBezTo>
                  <a:cubicBezTo>
                    <a:pt x="656126" y="500917"/>
                    <a:pt x="650493" y="494766"/>
                    <a:pt x="643588" y="489534"/>
                  </a:cubicBezTo>
                  <a:cubicBezTo>
                    <a:pt x="635810" y="483618"/>
                    <a:pt x="632605" y="475982"/>
                    <a:pt x="634679" y="466107"/>
                  </a:cubicBezTo>
                  <a:cubicBezTo>
                    <a:pt x="635480" y="462289"/>
                    <a:pt x="635763" y="458117"/>
                    <a:pt x="635103" y="454323"/>
                  </a:cubicBezTo>
                  <a:cubicBezTo>
                    <a:pt x="632133" y="437047"/>
                    <a:pt x="629682" y="419607"/>
                    <a:pt x="625346" y="402661"/>
                  </a:cubicBezTo>
                  <a:cubicBezTo>
                    <a:pt x="614481" y="360120"/>
                    <a:pt x="602932" y="317768"/>
                    <a:pt x="591101" y="275487"/>
                  </a:cubicBezTo>
                  <a:cubicBezTo>
                    <a:pt x="588744" y="267097"/>
                    <a:pt x="585351" y="258353"/>
                    <a:pt x="580118" y="251518"/>
                  </a:cubicBezTo>
                  <a:cubicBezTo>
                    <a:pt x="562560" y="228539"/>
                    <a:pt x="543588" y="206620"/>
                    <a:pt x="525864" y="183759"/>
                  </a:cubicBezTo>
                  <a:cubicBezTo>
                    <a:pt x="515188" y="169972"/>
                    <a:pt x="505902" y="155124"/>
                    <a:pt x="495720" y="140936"/>
                  </a:cubicBezTo>
                  <a:cubicBezTo>
                    <a:pt x="493976" y="138485"/>
                    <a:pt x="491195" y="136010"/>
                    <a:pt x="488414" y="135256"/>
                  </a:cubicBezTo>
                  <a:cubicBezTo>
                    <a:pt x="482263" y="133583"/>
                    <a:pt x="475805" y="133205"/>
                    <a:pt x="469536" y="131933"/>
                  </a:cubicBezTo>
                  <a:cubicBezTo>
                    <a:pt x="464681" y="130966"/>
                    <a:pt x="458671" y="129859"/>
                    <a:pt x="460698" y="122953"/>
                  </a:cubicBezTo>
                  <a:cubicBezTo>
                    <a:pt x="462324" y="117344"/>
                    <a:pt x="460250" y="113385"/>
                    <a:pt x="456833" y="110344"/>
                  </a:cubicBezTo>
                  <a:cubicBezTo>
                    <a:pt x="448160" y="102661"/>
                    <a:pt x="439133" y="95402"/>
                    <a:pt x="429942" y="88355"/>
                  </a:cubicBezTo>
                  <a:cubicBezTo>
                    <a:pt x="420726" y="81308"/>
                    <a:pt x="410804" y="75133"/>
                    <a:pt x="401942" y="67709"/>
                  </a:cubicBezTo>
                  <a:cubicBezTo>
                    <a:pt x="398596" y="64905"/>
                    <a:pt x="397370" y="59602"/>
                    <a:pt x="395178" y="55430"/>
                  </a:cubicBezTo>
                  <a:cubicBezTo>
                    <a:pt x="400057" y="55077"/>
                    <a:pt x="405289" y="53427"/>
                    <a:pt x="409767" y="54582"/>
                  </a:cubicBezTo>
                  <a:cubicBezTo>
                    <a:pt x="428032" y="59272"/>
                    <a:pt x="443941" y="68652"/>
                    <a:pt x="457941" y="81261"/>
                  </a:cubicBezTo>
                  <a:cubicBezTo>
                    <a:pt x="501801" y="120785"/>
                    <a:pt x="538167" y="166790"/>
                    <a:pt x="572223" y="214681"/>
                  </a:cubicBezTo>
                  <a:cubicBezTo>
                    <a:pt x="591030" y="241101"/>
                    <a:pt x="608117" y="268416"/>
                    <a:pt x="616649" y="300422"/>
                  </a:cubicBezTo>
                  <a:cubicBezTo>
                    <a:pt x="619124" y="309684"/>
                    <a:pt x="624238" y="318947"/>
                    <a:pt x="630366" y="326347"/>
                  </a:cubicBezTo>
                  <a:cubicBezTo>
                    <a:pt x="636187" y="333370"/>
                    <a:pt x="640100" y="340582"/>
                    <a:pt x="641349" y="349232"/>
                  </a:cubicBezTo>
                  <a:cubicBezTo>
                    <a:pt x="642833" y="359484"/>
                    <a:pt x="643305" y="369878"/>
                    <a:pt x="644601" y="380153"/>
                  </a:cubicBezTo>
                  <a:cubicBezTo>
                    <a:pt x="646251" y="393092"/>
                    <a:pt x="647901" y="406055"/>
                    <a:pt x="650375" y="418829"/>
                  </a:cubicBezTo>
                  <a:cubicBezTo>
                    <a:pt x="651436" y="424368"/>
                    <a:pt x="654405" y="429058"/>
                    <a:pt x="661594" y="429906"/>
                  </a:cubicBezTo>
                  <a:cubicBezTo>
                    <a:pt x="666520" y="430472"/>
                    <a:pt x="669041" y="434148"/>
                    <a:pt x="666920" y="439852"/>
                  </a:cubicBezTo>
                  <a:cubicBezTo>
                    <a:pt x="665765" y="443010"/>
                    <a:pt x="664846" y="446687"/>
                    <a:pt x="665294" y="449915"/>
                  </a:cubicBezTo>
                  <a:cubicBezTo>
                    <a:pt x="668971" y="476524"/>
                    <a:pt x="671799" y="503368"/>
                    <a:pt x="677243" y="529623"/>
                  </a:cubicBezTo>
                  <a:cubicBezTo>
                    <a:pt x="683371" y="559272"/>
                    <a:pt x="691879" y="588450"/>
                    <a:pt x="699609" y="617769"/>
                  </a:cubicBezTo>
                  <a:cubicBezTo>
                    <a:pt x="700529" y="621233"/>
                    <a:pt x="702980" y="624273"/>
                    <a:pt x="704724" y="627526"/>
                  </a:cubicBezTo>
                  <a:cubicBezTo>
                    <a:pt x="707151" y="624792"/>
                    <a:pt x="708000" y="622765"/>
                    <a:pt x="708353" y="620644"/>
                  </a:cubicBezTo>
                  <a:cubicBezTo>
                    <a:pt x="711676" y="600092"/>
                    <a:pt x="710097" y="579635"/>
                    <a:pt x="705973" y="559437"/>
                  </a:cubicBezTo>
                  <a:cubicBezTo>
                    <a:pt x="702673" y="543269"/>
                    <a:pt x="697960" y="527408"/>
                    <a:pt x="694731" y="511216"/>
                  </a:cubicBezTo>
                  <a:cubicBezTo>
                    <a:pt x="693906" y="507021"/>
                    <a:pt x="696239" y="502213"/>
                    <a:pt x="697135" y="497665"/>
                  </a:cubicBezTo>
                  <a:cubicBezTo>
                    <a:pt x="700387" y="500658"/>
                    <a:pt x="705172" y="503038"/>
                    <a:pt x="706586" y="506738"/>
                  </a:cubicBezTo>
                  <a:cubicBezTo>
                    <a:pt x="712006" y="520714"/>
                    <a:pt x="717168" y="534903"/>
                    <a:pt x="720939" y="549373"/>
                  </a:cubicBezTo>
                  <a:cubicBezTo>
                    <a:pt x="731002" y="588143"/>
                    <a:pt x="738662" y="627266"/>
                    <a:pt x="740029" y="667592"/>
                  </a:cubicBezTo>
                  <a:cubicBezTo>
                    <a:pt x="740760" y="689487"/>
                    <a:pt x="743871" y="711382"/>
                    <a:pt x="747288" y="733064"/>
                  </a:cubicBezTo>
                  <a:cubicBezTo>
                    <a:pt x="748584" y="741243"/>
                    <a:pt x="751907" y="750717"/>
                    <a:pt x="757587" y="756208"/>
                  </a:cubicBezTo>
                  <a:cubicBezTo>
                    <a:pt x="765129" y="763491"/>
                    <a:pt x="767604" y="771598"/>
                    <a:pt x="767510" y="780578"/>
                  </a:cubicBezTo>
                  <a:cubicBezTo>
                    <a:pt x="767297" y="800587"/>
                    <a:pt x="766732" y="820667"/>
                    <a:pt x="764728" y="840559"/>
                  </a:cubicBezTo>
                  <a:cubicBezTo>
                    <a:pt x="760580" y="881733"/>
                    <a:pt x="751153" y="921775"/>
                    <a:pt x="735622" y="960262"/>
                  </a:cubicBezTo>
                  <a:cubicBezTo>
                    <a:pt x="732181" y="968794"/>
                    <a:pt x="729117" y="977491"/>
                    <a:pt x="725888" y="986117"/>
                  </a:cubicBezTo>
                  <a:cubicBezTo>
                    <a:pt x="735645" y="978221"/>
                    <a:pt x="744248" y="969713"/>
                    <a:pt x="752732" y="961087"/>
                  </a:cubicBezTo>
                  <a:cubicBezTo>
                    <a:pt x="761971" y="951707"/>
                    <a:pt x="768806" y="940701"/>
                    <a:pt x="771021" y="927738"/>
                  </a:cubicBezTo>
                  <a:cubicBezTo>
                    <a:pt x="774910" y="904900"/>
                    <a:pt x="778445" y="881968"/>
                    <a:pt x="780943" y="858942"/>
                  </a:cubicBezTo>
                  <a:cubicBezTo>
                    <a:pt x="783112" y="839027"/>
                    <a:pt x="784102" y="818947"/>
                    <a:pt x="784761" y="798914"/>
                  </a:cubicBezTo>
                  <a:cubicBezTo>
                    <a:pt x="785846" y="766484"/>
                    <a:pt x="786317" y="734031"/>
                    <a:pt x="786883" y="701577"/>
                  </a:cubicBezTo>
                  <a:cubicBezTo>
                    <a:pt x="786953" y="697901"/>
                    <a:pt x="785893" y="694224"/>
                    <a:pt x="785351" y="690547"/>
                  </a:cubicBezTo>
                  <a:cubicBezTo>
                    <a:pt x="777880" y="704193"/>
                    <a:pt x="778210" y="720149"/>
                    <a:pt x="769701" y="733583"/>
                  </a:cubicBezTo>
                  <a:cubicBezTo>
                    <a:pt x="762183" y="721775"/>
                    <a:pt x="753180" y="607233"/>
                    <a:pt x="759378" y="596298"/>
                  </a:cubicBezTo>
                  <a:cubicBezTo>
                    <a:pt x="769254" y="611429"/>
                    <a:pt x="778728" y="625923"/>
                    <a:pt x="788202" y="640418"/>
                  </a:cubicBezTo>
                  <a:cubicBezTo>
                    <a:pt x="789381" y="639970"/>
                    <a:pt x="790559" y="639546"/>
                    <a:pt x="791738" y="639098"/>
                  </a:cubicBezTo>
                  <a:cubicBezTo>
                    <a:pt x="788603" y="607941"/>
                    <a:pt x="785445" y="576807"/>
                    <a:pt x="782310" y="545650"/>
                  </a:cubicBezTo>
                  <a:cubicBezTo>
                    <a:pt x="783135" y="545438"/>
                    <a:pt x="783937" y="545225"/>
                    <a:pt x="784761" y="545013"/>
                  </a:cubicBezTo>
                  <a:cubicBezTo>
                    <a:pt x="785987" y="547512"/>
                    <a:pt x="787354" y="549939"/>
                    <a:pt x="788438" y="552508"/>
                  </a:cubicBezTo>
                  <a:cubicBezTo>
                    <a:pt x="792115" y="561134"/>
                    <a:pt x="795037" y="570161"/>
                    <a:pt x="799492" y="578362"/>
                  </a:cubicBezTo>
                  <a:cubicBezTo>
                    <a:pt x="804040" y="586753"/>
                    <a:pt x="809579" y="594742"/>
                    <a:pt x="815589" y="602190"/>
                  </a:cubicBezTo>
                  <a:cubicBezTo>
                    <a:pt x="819666" y="607233"/>
                    <a:pt x="825228" y="609897"/>
                    <a:pt x="832723" y="608270"/>
                  </a:cubicBezTo>
                  <a:cubicBezTo>
                    <a:pt x="835928" y="607587"/>
                    <a:pt x="841113" y="610038"/>
                    <a:pt x="843494" y="612748"/>
                  </a:cubicBezTo>
                  <a:cubicBezTo>
                    <a:pt x="852261" y="622694"/>
                    <a:pt x="845473" y="642350"/>
                    <a:pt x="832487" y="644896"/>
                  </a:cubicBezTo>
                  <a:cubicBezTo>
                    <a:pt x="826336" y="646121"/>
                    <a:pt x="822518" y="649232"/>
                    <a:pt x="820915" y="654888"/>
                  </a:cubicBezTo>
                  <a:cubicBezTo>
                    <a:pt x="817851" y="665801"/>
                    <a:pt x="814222" y="676642"/>
                    <a:pt x="812525" y="687790"/>
                  </a:cubicBezTo>
                  <a:cubicBezTo>
                    <a:pt x="807034" y="723896"/>
                    <a:pt x="805808" y="760333"/>
                    <a:pt x="809697" y="796628"/>
                  </a:cubicBezTo>
                  <a:cubicBezTo>
                    <a:pt x="811394" y="812466"/>
                    <a:pt x="809932" y="830495"/>
                    <a:pt x="828009" y="841549"/>
                  </a:cubicBezTo>
                  <a:cubicBezTo>
                    <a:pt x="822659" y="841148"/>
                    <a:pt x="818723" y="840606"/>
                    <a:pt x="814787" y="840630"/>
                  </a:cubicBezTo>
                  <a:cubicBezTo>
                    <a:pt x="810144" y="840653"/>
                    <a:pt x="805289" y="840418"/>
                    <a:pt x="800953" y="841690"/>
                  </a:cubicBezTo>
                  <a:cubicBezTo>
                    <a:pt x="798054" y="842539"/>
                    <a:pt x="794236" y="845626"/>
                    <a:pt x="793835" y="848172"/>
                  </a:cubicBezTo>
                  <a:cubicBezTo>
                    <a:pt x="793364" y="851165"/>
                    <a:pt x="795626" y="855101"/>
                    <a:pt x="797724" y="857811"/>
                  </a:cubicBezTo>
                  <a:cubicBezTo>
                    <a:pt x="799185" y="859696"/>
                    <a:pt x="802320" y="860592"/>
                    <a:pt x="804889" y="861252"/>
                  </a:cubicBezTo>
                  <a:cubicBezTo>
                    <a:pt x="818935" y="864881"/>
                    <a:pt x="826194" y="889251"/>
                    <a:pt x="815777" y="901436"/>
                  </a:cubicBezTo>
                  <a:cubicBezTo>
                    <a:pt x="809084" y="893211"/>
                    <a:pt x="802461" y="885127"/>
                    <a:pt x="795862" y="877043"/>
                  </a:cubicBezTo>
                  <a:cubicBezTo>
                    <a:pt x="795367" y="881049"/>
                    <a:pt x="796121" y="884349"/>
                    <a:pt x="797300" y="887483"/>
                  </a:cubicBezTo>
                  <a:cubicBezTo>
                    <a:pt x="802414" y="901059"/>
                    <a:pt x="801354" y="914587"/>
                    <a:pt x="794660" y="926913"/>
                  </a:cubicBezTo>
                  <a:cubicBezTo>
                    <a:pt x="786317" y="942256"/>
                    <a:pt x="776395" y="956751"/>
                    <a:pt x="767392" y="971764"/>
                  </a:cubicBezTo>
                  <a:cubicBezTo>
                    <a:pt x="761830" y="981049"/>
                    <a:pt x="755961" y="990241"/>
                    <a:pt x="751554" y="1000092"/>
                  </a:cubicBezTo>
                  <a:cubicBezTo>
                    <a:pt x="747854" y="1008341"/>
                    <a:pt x="750045" y="1011924"/>
                    <a:pt x="757776" y="1016567"/>
                  </a:cubicBezTo>
                  <a:cubicBezTo>
                    <a:pt x="760958" y="1018476"/>
                    <a:pt x="763856" y="1020833"/>
                    <a:pt x="767910" y="1023708"/>
                  </a:cubicBezTo>
                  <a:cubicBezTo>
                    <a:pt x="764021" y="1026395"/>
                    <a:pt x="761806" y="1028351"/>
                    <a:pt x="759261" y="1029624"/>
                  </a:cubicBezTo>
                  <a:cubicBezTo>
                    <a:pt x="746934" y="1035775"/>
                    <a:pt x="740312" y="1045414"/>
                    <a:pt x="739228" y="1059343"/>
                  </a:cubicBezTo>
                  <a:cubicBezTo>
                    <a:pt x="738379" y="1070420"/>
                    <a:pt x="729235" y="1077962"/>
                    <a:pt x="717757" y="1077514"/>
                  </a:cubicBezTo>
                  <a:cubicBezTo>
                    <a:pt x="711276" y="1077255"/>
                    <a:pt x="702343" y="1078151"/>
                    <a:pt x="700694" y="1070585"/>
                  </a:cubicBezTo>
                  <a:cubicBezTo>
                    <a:pt x="699727" y="1066107"/>
                    <a:pt x="704370" y="1059225"/>
                    <a:pt x="708306" y="1055171"/>
                  </a:cubicBezTo>
                  <a:cubicBezTo>
                    <a:pt x="715494" y="1047771"/>
                    <a:pt x="724168" y="1041785"/>
                    <a:pt x="731992" y="1034974"/>
                  </a:cubicBezTo>
                  <a:cubicBezTo>
                    <a:pt x="740712" y="1027408"/>
                    <a:pt x="741137" y="1022482"/>
                    <a:pt x="733713" y="1013597"/>
                  </a:cubicBezTo>
                  <a:cubicBezTo>
                    <a:pt x="728952" y="1007894"/>
                    <a:pt x="723908" y="1002402"/>
                    <a:pt x="718558" y="997241"/>
                  </a:cubicBezTo>
                  <a:cubicBezTo>
                    <a:pt x="706185" y="985315"/>
                    <a:pt x="704394" y="972023"/>
                    <a:pt x="712148" y="956915"/>
                  </a:cubicBezTo>
                  <a:cubicBezTo>
                    <a:pt x="724144" y="933559"/>
                    <a:pt x="733359" y="909213"/>
                    <a:pt x="738898" y="883430"/>
                  </a:cubicBezTo>
                  <a:cubicBezTo>
                    <a:pt x="745662" y="851966"/>
                    <a:pt x="751460" y="820385"/>
                    <a:pt x="751200" y="788049"/>
                  </a:cubicBezTo>
                  <a:cubicBezTo>
                    <a:pt x="751153" y="782463"/>
                    <a:pt x="750163" y="776689"/>
                    <a:pt x="748490" y="771339"/>
                  </a:cubicBezTo>
                  <a:cubicBezTo>
                    <a:pt x="746817" y="765966"/>
                    <a:pt x="743140" y="765612"/>
                    <a:pt x="740053" y="770349"/>
                  </a:cubicBezTo>
                  <a:cubicBezTo>
                    <a:pt x="737813" y="773790"/>
                    <a:pt x="735810" y="777820"/>
                    <a:pt x="735150" y="781827"/>
                  </a:cubicBezTo>
                  <a:cubicBezTo>
                    <a:pt x="733218" y="793493"/>
                    <a:pt x="731332" y="805230"/>
                    <a:pt x="730649" y="817014"/>
                  </a:cubicBezTo>
                  <a:cubicBezTo>
                    <a:pt x="728952" y="846757"/>
                    <a:pt x="725487" y="876289"/>
                    <a:pt x="714552" y="904099"/>
                  </a:cubicBezTo>
                  <a:cubicBezTo>
                    <a:pt x="701000" y="938532"/>
                    <a:pt x="685846" y="972329"/>
                    <a:pt x="671492" y="1006432"/>
                  </a:cubicBezTo>
                  <a:cubicBezTo>
                    <a:pt x="667910" y="1014941"/>
                    <a:pt x="664776" y="1023614"/>
                    <a:pt x="661452" y="1032216"/>
                  </a:cubicBezTo>
                  <a:cubicBezTo>
                    <a:pt x="662136" y="1032640"/>
                    <a:pt x="662819" y="1033064"/>
                    <a:pt x="663526" y="1033489"/>
                  </a:cubicBezTo>
                  <a:cubicBezTo>
                    <a:pt x="666449" y="1030283"/>
                    <a:pt x="669206" y="1026937"/>
                    <a:pt x="672341" y="1023944"/>
                  </a:cubicBezTo>
                  <a:cubicBezTo>
                    <a:pt x="680331" y="1016307"/>
                    <a:pt x="688179" y="1008483"/>
                    <a:pt x="696734" y="1001507"/>
                  </a:cubicBezTo>
                  <a:cubicBezTo>
                    <a:pt x="698926" y="999715"/>
                    <a:pt x="704606" y="999362"/>
                    <a:pt x="706656" y="1000964"/>
                  </a:cubicBezTo>
                  <a:cubicBezTo>
                    <a:pt x="708683" y="1002567"/>
                    <a:pt x="709037" y="1007564"/>
                    <a:pt x="708518" y="1010816"/>
                  </a:cubicBezTo>
                  <a:cubicBezTo>
                    <a:pt x="707882" y="1014823"/>
                    <a:pt x="706232" y="1019018"/>
                    <a:pt x="703922" y="1022388"/>
                  </a:cubicBezTo>
                  <a:cubicBezTo>
                    <a:pt x="698596" y="1030118"/>
                    <a:pt x="692374" y="1037212"/>
                    <a:pt x="686953" y="1044849"/>
                  </a:cubicBezTo>
                  <a:cubicBezTo>
                    <a:pt x="678964" y="1056114"/>
                    <a:pt x="671186" y="1067545"/>
                    <a:pt x="663762" y="1079188"/>
                  </a:cubicBezTo>
                  <a:cubicBezTo>
                    <a:pt x="662419" y="1081309"/>
                    <a:pt x="663149" y="1084773"/>
                    <a:pt x="662914" y="1087601"/>
                  </a:cubicBezTo>
                  <a:cubicBezTo>
                    <a:pt x="665671" y="1087814"/>
                    <a:pt x="668546" y="1088662"/>
                    <a:pt x="671162" y="1088120"/>
                  </a:cubicBezTo>
                  <a:cubicBezTo>
                    <a:pt x="676465" y="1087036"/>
                    <a:pt x="681509" y="1084726"/>
                    <a:pt x="686835" y="1083831"/>
                  </a:cubicBezTo>
                  <a:cubicBezTo>
                    <a:pt x="689970" y="1083312"/>
                    <a:pt x="695367" y="1083501"/>
                    <a:pt x="696263" y="1085198"/>
                  </a:cubicBezTo>
                  <a:cubicBezTo>
                    <a:pt x="697583" y="1087743"/>
                    <a:pt x="696899" y="1092574"/>
                    <a:pt x="695202" y="1095214"/>
                  </a:cubicBezTo>
                  <a:cubicBezTo>
                    <a:pt x="688744" y="1105136"/>
                    <a:pt x="681674" y="1114681"/>
                    <a:pt x="674533" y="1124132"/>
                  </a:cubicBezTo>
                  <a:cubicBezTo>
                    <a:pt x="669607" y="1130684"/>
                    <a:pt x="664186" y="1136859"/>
                    <a:pt x="659001" y="1143223"/>
                  </a:cubicBezTo>
                  <a:cubicBezTo>
                    <a:pt x="662089" y="1142963"/>
                    <a:pt x="664139" y="1141785"/>
                    <a:pt x="666072" y="1140394"/>
                  </a:cubicBezTo>
                  <a:cubicBezTo>
                    <a:pt x="724662" y="1098160"/>
                    <a:pt x="775994" y="1048078"/>
                    <a:pt x="823319" y="993800"/>
                  </a:cubicBezTo>
                  <a:cubicBezTo>
                    <a:pt x="832369" y="983430"/>
                    <a:pt x="839888" y="971646"/>
                    <a:pt x="847571" y="960168"/>
                  </a:cubicBezTo>
                  <a:cubicBezTo>
                    <a:pt x="849173" y="957764"/>
                    <a:pt x="848396" y="953781"/>
                    <a:pt x="848702" y="950529"/>
                  </a:cubicBezTo>
                  <a:cubicBezTo>
                    <a:pt x="844955" y="950269"/>
                    <a:pt x="839817" y="948313"/>
                    <a:pt x="837743" y="950034"/>
                  </a:cubicBezTo>
                  <a:cubicBezTo>
                    <a:pt x="832511" y="954441"/>
                    <a:pt x="827349" y="959909"/>
                    <a:pt x="824498" y="966036"/>
                  </a:cubicBezTo>
                  <a:cubicBezTo>
                    <a:pt x="818299" y="979258"/>
                    <a:pt x="811040" y="991443"/>
                    <a:pt x="799303" y="1000352"/>
                  </a:cubicBezTo>
                  <a:cubicBezTo>
                    <a:pt x="792044" y="1005867"/>
                    <a:pt x="784149" y="1010415"/>
                    <a:pt x="773001" y="1008954"/>
                  </a:cubicBezTo>
                  <a:cubicBezTo>
                    <a:pt x="775028" y="1004170"/>
                    <a:pt x="776230" y="999833"/>
                    <a:pt x="778539" y="996227"/>
                  </a:cubicBezTo>
                  <a:cubicBezTo>
                    <a:pt x="786128" y="984349"/>
                    <a:pt x="794094" y="972730"/>
                    <a:pt x="801966" y="961040"/>
                  </a:cubicBezTo>
                  <a:cubicBezTo>
                    <a:pt x="817922" y="937354"/>
                    <a:pt x="832888" y="913456"/>
                    <a:pt x="834302" y="883500"/>
                  </a:cubicBezTo>
                  <a:cubicBezTo>
                    <a:pt x="834891" y="871056"/>
                    <a:pt x="840194" y="867592"/>
                    <a:pt x="852968" y="867922"/>
                  </a:cubicBezTo>
                  <a:cubicBezTo>
                    <a:pt x="856904" y="868016"/>
                    <a:pt x="860816" y="868935"/>
                    <a:pt x="864752" y="869030"/>
                  </a:cubicBezTo>
                  <a:cubicBezTo>
                    <a:pt x="873826" y="869289"/>
                    <a:pt x="882970" y="869949"/>
                    <a:pt x="891950" y="869030"/>
                  </a:cubicBezTo>
                  <a:cubicBezTo>
                    <a:pt x="895202" y="868700"/>
                    <a:pt x="900576" y="864222"/>
                    <a:pt x="900505" y="861794"/>
                  </a:cubicBezTo>
                  <a:cubicBezTo>
                    <a:pt x="900317" y="857623"/>
                    <a:pt x="897771" y="851542"/>
                    <a:pt x="894354" y="849656"/>
                  </a:cubicBezTo>
                  <a:close/>
                  <a:moveTo>
                    <a:pt x="443917" y="128492"/>
                  </a:moveTo>
                  <a:cubicBezTo>
                    <a:pt x="470644" y="147676"/>
                    <a:pt x="494566" y="169595"/>
                    <a:pt x="510403" y="199055"/>
                  </a:cubicBezTo>
                  <a:cubicBezTo>
                    <a:pt x="515023" y="207634"/>
                    <a:pt x="516578" y="216448"/>
                    <a:pt x="513255" y="226111"/>
                  </a:cubicBezTo>
                  <a:cubicBezTo>
                    <a:pt x="510710" y="233441"/>
                    <a:pt x="512878" y="235892"/>
                    <a:pt x="520750" y="234714"/>
                  </a:cubicBezTo>
                  <a:cubicBezTo>
                    <a:pt x="526783" y="233818"/>
                    <a:pt x="532605" y="231556"/>
                    <a:pt x="538544" y="230047"/>
                  </a:cubicBezTo>
                  <a:cubicBezTo>
                    <a:pt x="541325" y="229340"/>
                    <a:pt x="544177" y="228963"/>
                    <a:pt x="547005" y="228445"/>
                  </a:cubicBezTo>
                  <a:cubicBezTo>
                    <a:pt x="547264" y="229057"/>
                    <a:pt x="547547" y="229670"/>
                    <a:pt x="547806" y="230259"/>
                  </a:cubicBezTo>
                  <a:cubicBezTo>
                    <a:pt x="538332" y="240865"/>
                    <a:pt x="528999" y="251636"/>
                    <a:pt x="519171" y="261888"/>
                  </a:cubicBezTo>
                  <a:cubicBezTo>
                    <a:pt x="517898" y="263208"/>
                    <a:pt x="513255" y="263019"/>
                    <a:pt x="511440" y="261723"/>
                  </a:cubicBezTo>
                  <a:cubicBezTo>
                    <a:pt x="508589" y="259673"/>
                    <a:pt x="506043" y="256444"/>
                    <a:pt x="504700" y="253168"/>
                  </a:cubicBezTo>
                  <a:cubicBezTo>
                    <a:pt x="490653" y="219041"/>
                    <a:pt x="468806" y="189675"/>
                    <a:pt x="448207" y="159531"/>
                  </a:cubicBezTo>
                  <a:cubicBezTo>
                    <a:pt x="443093" y="152036"/>
                    <a:pt x="438945" y="143835"/>
                    <a:pt x="434797" y="135727"/>
                  </a:cubicBezTo>
                  <a:cubicBezTo>
                    <a:pt x="433430" y="133088"/>
                    <a:pt x="433453" y="129741"/>
                    <a:pt x="432345" y="124320"/>
                  </a:cubicBezTo>
                  <a:cubicBezTo>
                    <a:pt x="437554" y="126111"/>
                    <a:pt x="441254" y="126559"/>
                    <a:pt x="443917" y="128492"/>
                  </a:cubicBezTo>
                  <a:close/>
                  <a:moveTo>
                    <a:pt x="457634" y="61511"/>
                  </a:moveTo>
                  <a:cubicBezTo>
                    <a:pt x="445921" y="53993"/>
                    <a:pt x="435598" y="44235"/>
                    <a:pt x="425086" y="34997"/>
                  </a:cubicBezTo>
                  <a:cubicBezTo>
                    <a:pt x="423107" y="33252"/>
                    <a:pt x="422918" y="29458"/>
                    <a:pt x="421928" y="26606"/>
                  </a:cubicBezTo>
                  <a:cubicBezTo>
                    <a:pt x="425157" y="26465"/>
                    <a:pt x="428904" y="25216"/>
                    <a:pt x="431497" y="26441"/>
                  </a:cubicBezTo>
                  <a:cubicBezTo>
                    <a:pt x="437200" y="29081"/>
                    <a:pt x="443658" y="31909"/>
                    <a:pt x="447382" y="36576"/>
                  </a:cubicBezTo>
                  <a:cubicBezTo>
                    <a:pt x="456691" y="48336"/>
                    <a:pt x="468240" y="49703"/>
                    <a:pt x="481815" y="47959"/>
                  </a:cubicBezTo>
                  <a:cubicBezTo>
                    <a:pt x="490700" y="46828"/>
                    <a:pt x="499845" y="46969"/>
                    <a:pt x="508801" y="47653"/>
                  </a:cubicBezTo>
                  <a:cubicBezTo>
                    <a:pt x="511912" y="47888"/>
                    <a:pt x="515494" y="50929"/>
                    <a:pt x="517568" y="53686"/>
                  </a:cubicBezTo>
                  <a:cubicBezTo>
                    <a:pt x="523319" y="61299"/>
                    <a:pt x="521975" y="64080"/>
                    <a:pt x="512855" y="66389"/>
                  </a:cubicBezTo>
                  <a:cubicBezTo>
                    <a:pt x="504771" y="68440"/>
                    <a:pt x="496781" y="70844"/>
                    <a:pt x="486552" y="73719"/>
                  </a:cubicBezTo>
                  <a:cubicBezTo>
                    <a:pt x="477738" y="70137"/>
                    <a:pt x="466708" y="67332"/>
                    <a:pt x="457634" y="61511"/>
                  </a:cubicBezTo>
                  <a:close/>
                  <a:moveTo>
                    <a:pt x="867415" y="745720"/>
                  </a:moveTo>
                  <a:cubicBezTo>
                    <a:pt x="866991" y="749821"/>
                    <a:pt x="866261" y="754158"/>
                    <a:pt x="864469" y="757787"/>
                  </a:cubicBezTo>
                  <a:cubicBezTo>
                    <a:pt x="857493" y="771952"/>
                    <a:pt x="857587" y="786800"/>
                    <a:pt x="858954" y="801954"/>
                  </a:cubicBezTo>
                  <a:cubicBezTo>
                    <a:pt x="859520" y="808082"/>
                    <a:pt x="859049" y="814281"/>
                    <a:pt x="859049" y="820455"/>
                  </a:cubicBezTo>
                  <a:cubicBezTo>
                    <a:pt x="857540" y="820785"/>
                    <a:pt x="856032" y="821092"/>
                    <a:pt x="854500" y="821422"/>
                  </a:cubicBezTo>
                  <a:cubicBezTo>
                    <a:pt x="838945" y="797901"/>
                    <a:pt x="832959" y="770255"/>
                    <a:pt x="821269" y="745061"/>
                  </a:cubicBezTo>
                  <a:cubicBezTo>
                    <a:pt x="822023" y="744377"/>
                    <a:pt x="822801" y="743694"/>
                    <a:pt x="823555" y="742987"/>
                  </a:cubicBezTo>
                  <a:cubicBezTo>
                    <a:pt x="826124" y="743788"/>
                    <a:pt x="828811" y="744330"/>
                    <a:pt x="831238" y="745438"/>
                  </a:cubicBezTo>
                  <a:cubicBezTo>
                    <a:pt x="840359" y="749538"/>
                    <a:pt x="848961" y="748007"/>
                    <a:pt x="853039" y="741313"/>
                  </a:cubicBezTo>
                  <a:cubicBezTo>
                    <a:pt x="857399" y="734172"/>
                    <a:pt x="855749" y="725782"/>
                    <a:pt x="847241" y="720149"/>
                  </a:cubicBezTo>
                  <a:cubicBezTo>
                    <a:pt x="831804" y="709897"/>
                    <a:pt x="830979" y="675888"/>
                    <a:pt x="839723" y="665141"/>
                  </a:cubicBezTo>
                  <a:cubicBezTo>
                    <a:pt x="841962" y="662407"/>
                    <a:pt x="846015" y="660074"/>
                    <a:pt x="849480" y="659626"/>
                  </a:cubicBezTo>
                  <a:cubicBezTo>
                    <a:pt x="857517" y="658589"/>
                    <a:pt x="857470" y="661252"/>
                    <a:pt x="856527" y="669077"/>
                  </a:cubicBezTo>
                  <a:cubicBezTo>
                    <a:pt x="855396" y="678551"/>
                    <a:pt x="856315" y="688732"/>
                    <a:pt x="858577" y="698066"/>
                  </a:cubicBezTo>
                  <a:cubicBezTo>
                    <a:pt x="862490" y="713809"/>
                    <a:pt x="869159" y="728987"/>
                    <a:pt x="867415" y="74572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10" name="Google Shape;1710;p47"/>
            <p:cNvSpPr/>
            <p:nvPr/>
          </p:nvSpPr>
          <p:spPr>
            <a:xfrm>
              <a:off x="342903" y="2442120"/>
              <a:ext cx="1122602" cy="585900"/>
            </a:xfrm>
            <a:custGeom>
              <a:rect b="b" l="l" r="r" t="t"/>
              <a:pathLst>
                <a:path extrusionOk="0" h="585900" w="1122602">
                  <a:moveTo>
                    <a:pt x="1037851" y="440319"/>
                  </a:moveTo>
                  <a:cubicBezTo>
                    <a:pt x="1032172" y="434356"/>
                    <a:pt x="1025313" y="429313"/>
                    <a:pt x="1020600" y="422690"/>
                  </a:cubicBezTo>
                  <a:cubicBezTo>
                    <a:pt x="1014896" y="414701"/>
                    <a:pt x="1010984" y="405462"/>
                    <a:pt x="1006105" y="396883"/>
                  </a:cubicBezTo>
                  <a:cubicBezTo>
                    <a:pt x="1003300" y="391957"/>
                    <a:pt x="1000543" y="386890"/>
                    <a:pt x="996913" y="382577"/>
                  </a:cubicBezTo>
                  <a:cubicBezTo>
                    <a:pt x="994981" y="380291"/>
                    <a:pt x="991304" y="379466"/>
                    <a:pt x="988405" y="378005"/>
                  </a:cubicBezTo>
                  <a:cubicBezTo>
                    <a:pt x="986897" y="380951"/>
                    <a:pt x="984422" y="383779"/>
                    <a:pt x="984069" y="386843"/>
                  </a:cubicBezTo>
                  <a:cubicBezTo>
                    <a:pt x="982867" y="397637"/>
                    <a:pt x="986755" y="407088"/>
                    <a:pt x="992600" y="416091"/>
                  </a:cubicBezTo>
                  <a:cubicBezTo>
                    <a:pt x="996183" y="421583"/>
                    <a:pt x="999129" y="427616"/>
                    <a:pt x="1001439" y="433744"/>
                  </a:cubicBezTo>
                  <a:cubicBezTo>
                    <a:pt x="1002287" y="436006"/>
                    <a:pt x="1001439" y="440366"/>
                    <a:pt x="999718" y="441710"/>
                  </a:cubicBezTo>
                  <a:cubicBezTo>
                    <a:pt x="998233" y="442888"/>
                    <a:pt x="994227" y="441663"/>
                    <a:pt x="991752" y="440579"/>
                  </a:cubicBezTo>
                  <a:cubicBezTo>
                    <a:pt x="988641" y="439212"/>
                    <a:pt x="985601" y="437232"/>
                    <a:pt x="983079" y="434922"/>
                  </a:cubicBezTo>
                  <a:cubicBezTo>
                    <a:pt x="965544" y="418896"/>
                    <a:pt x="948316" y="402563"/>
                    <a:pt x="930687" y="386631"/>
                  </a:cubicBezTo>
                  <a:cubicBezTo>
                    <a:pt x="919515" y="376544"/>
                    <a:pt x="908273" y="366409"/>
                    <a:pt x="896277" y="357359"/>
                  </a:cubicBezTo>
                  <a:cubicBezTo>
                    <a:pt x="885318" y="349110"/>
                    <a:pt x="872756" y="346824"/>
                    <a:pt x="859086" y="351090"/>
                  </a:cubicBezTo>
                  <a:cubicBezTo>
                    <a:pt x="853571" y="352810"/>
                    <a:pt x="847279" y="353447"/>
                    <a:pt x="841575" y="352693"/>
                  </a:cubicBezTo>
                  <a:cubicBezTo>
                    <a:pt x="838346" y="352268"/>
                    <a:pt x="834905" y="348497"/>
                    <a:pt x="832808" y="345410"/>
                  </a:cubicBezTo>
                  <a:cubicBezTo>
                    <a:pt x="829697" y="340791"/>
                    <a:pt x="828660" y="334592"/>
                    <a:pt x="825077" y="330538"/>
                  </a:cubicBezTo>
                  <a:cubicBezTo>
                    <a:pt x="812633" y="316468"/>
                    <a:pt x="799341" y="303129"/>
                    <a:pt x="786614" y="289318"/>
                  </a:cubicBezTo>
                  <a:cubicBezTo>
                    <a:pt x="776574" y="278429"/>
                    <a:pt x="766628" y="267399"/>
                    <a:pt x="757106" y="256039"/>
                  </a:cubicBezTo>
                  <a:cubicBezTo>
                    <a:pt x="754349" y="252763"/>
                    <a:pt x="753194" y="248120"/>
                    <a:pt x="751309" y="244114"/>
                  </a:cubicBezTo>
                  <a:cubicBezTo>
                    <a:pt x="752063" y="243407"/>
                    <a:pt x="752841" y="242676"/>
                    <a:pt x="753595" y="241969"/>
                  </a:cubicBezTo>
                  <a:cubicBezTo>
                    <a:pt x="758780" y="244891"/>
                    <a:pt x="764507" y="247154"/>
                    <a:pt x="769032" y="250901"/>
                  </a:cubicBezTo>
                  <a:cubicBezTo>
                    <a:pt x="781995" y="261625"/>
                    <a:pt x="794062" y="273456"/>
                    <a:pt x="807236" y="283897"/>
                  </a:cubicBezTo>
                  <a:cubicBezTo>
                    <a:pt x="818808" y="293065"/>
                    <a:pt x="831087" y="301432"/>
                    <a:pt x="843626" y="309256"/>
                  </a:cubicBezTo>
                  <a:cubicBezTo>
                    <a:pt x="850861" y="313781"/>
                    <a:pt x="859228" y="314088"/>
                    <a:pt x="867948" y="312132"/>
                  </a:cubicBezTo>
                  <a:cubicBezTo>
                    <a:pt x="881759" y="309021"/>
                    <a:pt x="893614" y="312603"/>
                    <a:pt x="903041" y="324057"/>
                  </a:cubicBezTo>
                  <a:cubicBezTo>
                    <a:pt x="919562" y="344137"/>
                    <a:pt x="936343" y="363982"/>
                    <a:pt x="953524" y="383496"/>
                  </a:cubicBezTo>
                  <a:cubicBezTo>
                    <a:pt x="956258" y="386607"/>
                    <a:pt x="961608" y="387409"/>
                    <a:pt x="965733" y="389270"/>
                  </a:cubicBezTo>
                  <a:cubicBezTo>
                    <a:pt x="965591" y="384368"/>
                    <a:pt x="965615" y="379443"/>
                    <a:pt x="965167" y="374540"/>
                  </a:cubicBezTo>
                  <a:cubicBezTo>
                    <a:pt x="965026" y="372985"/>
                    <a:pt x="963682" y="371429"/>
                    <a:pt x="962645" y="370062"/>
                  </a:cubicBezTo>
                  <a:cubicBezTo>
                    <a:pt x="955575" y="360847"/>
                    <a:pt x="948976" y="351208"/>
                    <a:pt x="941245" y="342558"/>
                  </a:cubicBezTo>
                  <a:cubicBezTo>
                    <a:pt x="896371" y="292429"/>
                    <a:pt x="846949" y="247036"/>
                    <a:pt x="795075" y="204330"/>
                  </a:cubicBezTo>
                  <a:cubicBezTo>
                    <a:pt x="770635" y="184203"/>
                    <a:pt x="745817" y="164477"/>
                    <a:pt x="717135" y="150430"/>
                  </a:cubicBezTo>
                  <a:cubicBezTo>
                    <a:pt x="670328" y="127522"/>
                    <a:pt x="620906" y="112249"/>
                    <a:pt x="570352" y="100418"/>
                  </a:cubicBezTo>
                  <a:cubicBezTo>
                    <a:pt x="546548" y="94856"/>
                    <a:pt x="522579" y="89482"/>
                    <a:pt x="497856" y="91415"/>
                  </a:cubicBezTo>
                  <a:cubicBezTo>
                    <a:pt x="494273" y="91698"/>
                    <a:pt x="490927" y="94880"/>
                    <a:pt x="487486" y="96741"/>
                  </a:cubicBezTo>
                  <a:cubicBezTo>
                    <a:pt x="489748" y="99758"/>
                    <a:pt x="491422" y="104425"/>
                    <a:pt x="494415" y="105509"/>
                  </a:cubicBezTo>
                  <a:cubicBezTo>
                    <a:pt x="503818" y="108973"/>
                    <a:pt x="513623" y="112815"/>
                    <a:pt x="523451" y="113404"/>
                  </a:cubicBezTo>
                  <a:cubicBezTo>
                    <a:pt x="557601" y="115455"/>
                    <a:pt x="591327" y="119603"/>
                    <a:pt x="623969" y="130208"/>
                  </a:cubicBezTo>
                  <a:cubicBezTo>
                    <a:pt x="653830" y="139895"/>
                    <a:pt x="683574" y="149746"/>
                    <a:pt x="707566" y="171641"/>
                  </a:cubicBezTo>
                  <a:cubicBezTo>
                    <a:pt x="712822" y="176426"/>
                    <a:pt x="720411" y="178782"/>
                    <a:pt x="727128" y="181823"/>
                  </a:cubicBezTo>
                  <a:cubicBezTo>
                    <a:pt x="733774" y="184840"/>
                    <a:pt x="741363" y="186301"/>
                    <a:pt x="747373" y="190213"/>
                  </a:cubicBezTo>
                  <a:cubicBezTo>
                    <a:pt x="779614" y="211236"/>
                    <a:pt x="808768" y="236195"/>
                    <a:pt x="836626" y="262638"/>
                  </a:cubicBezTo>
                  <a:cubicBezTo>
                    <a:pt x="846289" y="271830"/>
                    <a:pt x="855197" y="281823"/>
                    <a:pt x="864177" y="291722"/>
                  </a:cubicBezTo>
                  <a:cubicBezTo>
                    <a:pt x="866180" y="293937"/>
                    <a:pt x="867029" y="297213"/>
                    <a:pt x="868419" y="299994"/>
                  </a:cubicBezTo>
                  <a:cubicBezTo>
                    <a:pt x="867618" y="300701"/>
                    <a:pt x="866817" y="301432"/>
                    <a:pt x="866015" y="302139"/>
                  </a:cubicBezTo>
                  <a:cubicBezTo>
                    <a:pt x="856847" y="296553"/>
                    <a:pt x="847137" y="291651"/>
                    <a:pt x="838582" y="285217"/>
                  </a:cubicBezTo>
                  <a:cubicBezTo>
                    <a:pt x="807542" y="261837"/>
                    <a:pt x="777139" y="237656"/>
                    <a:pt x="745982" y="214441"/>
                  </a:cubicBezTo>
                  <a:cubicBezTo>
                    <a:pt x="736178" y="207135"/>
                    <a:pt x="724912" y="201762"/>
                    <a:pt x="714118" y="195869"/>
                  </a:cubicBezTo>
                  <a:cubicBezTo>
                    <a:pt x="705162" y="190967"/>
                    <a:pt x="695711" y="186961"/>
                    <a:pt x="686849" y="181870"/>
                  </a:cubicBezTo>
                  <a:cubicBezTo>
                    <a:pt x="680038" y="177958"/>
                    <a:pt x="674240" y="172207"/>
                    <a:pt x="667288" y="168648"/>
                  </a:cubicBezTo>
                  <a:cubicBezTo>
                    <a:pt x="645935" y="157783"/>
                    <a:pt x="622862" y="152551"/>
                    <a:pt x="599270" y="149393"/>
                  </a:cubicBezTo>
                  <a:cubicBezTo>
                    <a:pt x="590502" y="148214"/>
                    <a:pt x="581735" y="147130"/>
                    <a:pt x="572944" y="145999"/>
                  </a:cubicBezTo>
                  <a:cubicBezTo>
                    <a:pt x="572756" y="146848"/>
                    <a:pt x="572543" y="147672"/>
                    <a:pt x="572355" y="148521"/>
                  </a:cubicBezTo>
                  <a:cubicBezTo>
                    <a:pt x="583974" y="153729"/>
                    <a:pt x="595570" y="158962"/>
                    <a:pt x="607189" y="164147"/>
                  </a:cubicBezTo>
                  <a:cubicBezTo>
                    <a:pt x="647349" y="182082"/>
                    <a:pt x="687651" y="199711"/>
                    <a:pt x="724158" y="224670"/>
                  </a:cubicBezTo>
                  <a:cubicBezTo>
                    <a:pt x="728612" y="227710"/>
                    <a:pt x="732690" y="231481"/>
                    <a:pt x="736249" y="235535"/>
                  </a:cubicBezTo>
                  <a:cubicBezTo>
                    <a:pt x="737663" y="237137"/>
                    <a:pt x="737168" y="240390"/>
                    <a:pt x="737568" y="242888"/>
                  </a:cubicBezTo>
                  <a:cubicBezTo>
                    <a:pt x="734882" y="243242"/>
                    <a:pt x="732030" y="244326"/>
                    <a:pt x="729532" y="243784"/>
                  </a:cubicBezTo>
                  <a:cubicBezTo>
                    <a:pt x="727033" y="243242"/>
                    <a:pt x="724889" y="241097"/>
                    <a:pt x="722555" y="239683"/>
                  </a:cubicBezTo>
                  <a:cubicBezTo>
                    <a:pt x="717088" y="236313"/>
                    <a:pt x="711879" y="232400"/>
                    <a:pt x="706105" y="229713"/>
                  </a:cubicBezTo>
                  <a:cubicBezTo>
                    <a:pt x="652770" y="204778"/>
                    <a:pt x="597573" y="185052"/>
                    <a:pt x="540396" y="170981"/>
                  </a:cubicBezTo>
                  <a:cubicBezTo>
                    <a:pt x="533915" y="169379"/>
                    <a:pt x="526727" y="169497"/>
                    <a:pt x="520033" y="170251"/>
                  </a:cubicBezTo>
                  <a:cubicBezTo>
                    <a:pt x="514872" y="170840"/>
                    <a:pt x="512444" y="175318"/>
                    <a:pt x="515037" y="180338"/>
                  </a:cubicBezTo>
                  <a:cubicBezTo>
                    <a:pt x="518831" y="187644"/>
                    <a:pt x="515296" y="191014"/>
                    <a:pt x="508980" y="192947"/>
                  </a:cubicBezTo>
                  <a:cubicBezTo>
                    <a:pt x="495357" y="197142"/>
                    <a:pt x="481641" y="197024"/>
                    <a:pt x="468230" y="192216"/>
                  </a:cubicBezTo>
                  <a:cubicBezTo>
                    <a:pt x="462032" y="190001"/>
                    <a:pt x="458355" y="185806"/>
                    <a:pt x="458025" y="178311"/>
                  </a:cubicBezTo>
                  <a:cubicBezTo>
                    <a:pt x="457884" y="175059"/>
                    <a:pt x="454396" y="170722"/>
                    <a:pt x="451285" y="169143"/>
                  </a:cubicBezTo>
                  <a:cubicBezTo>
                    <a:pt x="446830" y="166904"/>
                    <a:pt x="441363" y="166008"/>
                    <a:pt x="436272" y="165867"/>
                  </a:cubicBezTo>
                  <a:cubicBezTo>
                    <a:pt x="422154" y="165466"/>
                    <a:pt x="408037" y="165844"/>
                    <a:pt x="393920" y="165679"/>
                  </a:cubicBezTo>
                  <a:cubicBezTo>
                    <a:pt x="389937" y="165631"/>
                    <a:pt x="385954" y="164712"/>
                    <a:pt x="381146" y="164076"/>
                  </a:cubicBezTo>
                  <a:cubicBezTo>
                    <a:pt x="396701" y="148662"/>
                    <a:pt x="396041" y="148969"/>
                    <a:pt x="387509" y="129431"/>
                  </a:cubicBezTo>
                  <a:cubicBezTo>
                    <a:pt x="383173" y="119485"/>
                    <a:pt x="381004" y="108384"/>
                    <a:pt x="379213" y="97566"/>
                  </a:cubicBezTo>
                  <a:cubicBezTo>
                    <a:pt x="378270" y="91910"/>
                    <a:pt x="380816" y="86395"/>
                    <a:pt x="388263" y="85429"/>
                  </a:cubicBezTo>
                  <a:cubicBezTo>
                    <a:pt x="406859" y="83001"/>
                    <a:pt x="425383" y="79796"/>
                    <a:pt x="444026" y="77887"/>
                  </a:cubicBezTo>
                  <a:cubicBezTo>
                    <a:pt x="489442" y="73244"/>
                    <a:pt x="534740" y="71783"/>
                    <a:pt x="579638" y="83425"/>
                  </a:cubicBezTo>
                  <a:cubicBezTo>
                    <a:pt x="595193" y="87456"/>
                    <a:pt x="610135" y="86206"/>
                    <a:pt x="620246" y="70369"/>
                  </a:cubicBezTo>
                  <a:cubicBezTo>
                    <a:pt x="623993" y="64500"/>
                    <a:pt x="631087" y="62945"/>
                    <a:pt x="637568" y="64288"/>
                  </a:cubicBezTo>
                  <a:cubicBezTo>
                    <a:pt x="650554" y="66998"/>
                    <a:pt x="663328" y="70675"/>
                    <a:pt x="676197" y="73951"/>
                  </a:cubicBezTo>
                  <a:cubicBezTo>
                    <a:pt x="683574" y="75836"/>
                    <a:pt x="690903" y="78028"/>
                    <a:pt x="698351" y="79560"/>
                  </a:cubicBezTo>
                  <a:cubicBezTo>
                    <a:pt x="702876" y="80503"/>
                    <a:pt x="704973" y="77651"/>
                    <a:pt x="704031" y="73385"/>
                  </a:cubicBezTo>
                  <a:cubicBezTo>
                    <a:pt x="701344" y="61177"/>
                    <a:pt x="697361" y="49676"/>
                    <a:pt x="687156" y="41262"/>
                  </a:cubicBezTo>
                  <a:cubicBezTo>
                    <a:pt x="672968" y="29548"/>
                    <a:pt x="656659" y="22030"/>
                    <a:pt x="639194" y="17151"/>
                  </a:cubicBezTo>
                  <a:cubicBezTo>
                    <a:pt x="619727" y="11707"/>
                    <a:pt x="600048" y="8243"/>
                    <a:pt x="580792" y="18424"/>
                  </a:cubicBezTo>
                  <a:cubicBezTo>
                    <a:pt x="580156" y="18754"/>
                    <a:pt x="579048" y="18165"/>
                    <a:pt x="577894" y="17953"/>
                  </a:cubicBezTo>
                  <a:cubicBezTo>
                    <a:pt x="578223" y="16609"/>
                    <a:pt x="578365" y="15643"/>
                    <a:pt x="578718" y="14747"/>
                  </a:cubicBezTo>
                  <a:cubicBezTo>
                    <a:pt x="582419" y="5650"/>
                    <a:pt x="581287" y="2115"/>
                    <a:pt x="571813" y="677"/>
                  </a:cubicBezTo>
                  <a:cubicBezTo>
                    <a:pt x="563682" y="-548"/>
                    <a:pt x="555150" y="112"/>
                    <a:pt x="546901" y="913"/>
                  </a:cubicBezTo>
                  <a:cubicBezTo>
                    <a:pt x="543743" y="1219"/>
                    <a:pt x="538629" y="3977"/>
                    <a:pt x="538393" y="6098"/>
                  </a:cubicBezTo>
                  <a:cubicBezTo>
                    <a:pt x="538016" y="9185"/>
                    <a:pt x="540373" y="13923"/>
                    <a:pt x="543060" y="15808"/>
                  </a:cubicBezTo>
                  <a:cubicBezTo>
                    <a:pt x="551544" y="21724"/>
                    <a:pt x="560736" y="26555"/>
                    <a:pt x="569597" y="31929"/>
                  </a:cubicBezTo>
                  <a:cubicBezTo>
                    <a:pt x="572261" y="33555"/>
                    <a:pt x="574688" y="35582"/>
                    <a:pt x="577210" y="37420"/>
                  </a:cubicBezTo>
                  <a:cubicBezTo>
                    <a:pt x="576904" y="38104"/>
                    <a:pt x="576597" y="38764"/>
                    <a:pt x="576291" y="39447"/>
                  </a:cubicBezTo>
                  <a:cubicBezTo>
                    <a:pt x="571153" y="39801"/>
                    <a:pt x="565992" y="40720"/>
                    <a:pt x="560901" y="40413"/>
                  </a:cubicBezTo>
                  <a:cubicBezTo>
                    <a:pt x="537945" y="39070"/>
                    <a:pt x="515013" y="36855"/>
                    <a:pt x="492034" y="35959"/>
                  </a:cubicBezTo>
                  <a:cubicBezTo>
                    <a:pt x="475277" y="35299"/>
                    <a:pt x="458450" y="35770"/>
                    <a:pt x="441693" y="36595"/>
                  </a:cubicBezTo>
                  <a:cubicBezTo>
                    <a:pt x="434669" y="36949"/>
                    <a:pt x="428188" y="39636"/>
                    <a:pt x="427740" y="48921"/>
                  </a:cubicBezTo>
                  <a:cubicBezTo>
                    <a:pt x="427481" y="54342"/>
                    <a:pt x="423569" y="57524"/>
                    <a:pt x="418148" y="57123"/>
                  </a:cubicBezTo>
                  <a:cubicBezTo>
                    <a:pt x="413057" y="56723"/>
                    <a:pt x="408037" y="55285"/>
                    <a:pt x="403017" y="54177"/>
                  </a:cubicBezTo>
                  <a:cubicBezTo>
                    <a:pt x="398893" y="53258"/>
                    <a:pt x="394839" y="52174"/>
                    <a:pt x="390738" y="51160"/>
                  </a:cubicBezTo>
                  <a:cubicBezTo>
                    <a:pt x="395805" y="60022"/>
                    <a:pt x="391751" y="65608"/>
                    <a:pt x="385836" y="69308"/>
                  </a:cubicBezTo>
                  <a:cubicBezTo>
                    <a:pt x="374782" y="76213"/>
                    <a:pt x="363116" y="82106"/>
                    <a:pt x="351709" y="88493"/>
                  </a:cubicBezTo>
                  <a:cubicBezTo>
                    <a:pt x="347372" y="90920"/>
                    <a:pt x="343130" y="93489"/>
                    <a:pt x="338864" y="95987"/>
                  </a:cubicBezTo>
                  <a:cubicBezTo>
                    <a:pt x="339053" y="96789"/>
                    <a:pt x="339241" y="97590"/>
                    <a:pt x="339430" y="98391"/>
                  </a:cubicBezTo>
                  <a:cubicBezTo>
                    <a:pt x="350248" y="99829"/>
                    <a:pt x="361042" y="101267"/>
                    <a:pt x="371860" y="102704"/>
                  </a:cubicBezTo>
                  <a:cubicBezTo>
                    <a:pt x="372001" y="103671"/>
                    <a:pt x="372166" y="104660"/>
                    <a:pt x="372308" y="105627"/>
                  </a:cubicBezTo>
                  <a:cubicBezTo>
                    <a:pt x="363870" y="112179"/>
                    <a:pt x="355433" y="118731"/>
                    <a:pt x="345699" y="126272"/>
                  </a:cubicBezTo>
                  <a:cubicBezTo>
                    <a:pt x="352982" y="127309"/>
                    <a:pt x="357719" y="127993"/>
                    <a:pt x="364954" y="129030"/>
                  </a:cubicBezTo>
                  <a:cubicBezTo>
                    <a:pt x="358591" y="134804"/>
                    <a:pt x="354419" y="139824"/>
                    <a:pt x="349187" y="143100"/>
                  </a:cubicBezTo>
                  <a:cubicBezTo>
                    <a:pt x="317818" y="162827"/>
                    <a:pt x="286566" y="182789"/>
                    <a:pt x="254537" y="201384"/>
                  </a:cubicBezTo>
                  <a:cubicBezTo>
                    <a:pt x="239053" y="210388"/>
                    <a:pt x="222013" y="216704"/>
                    <a:pt x="205539" y="223963"/>
                  </a:cubicBezTo>
                  <a:cubicBezTo>
                    <a:pt x="203300" y="224953"/>
                    <a:pt x="200377" y="224387"/>
                    <a:pt x="197761" y="224528"/>
                  </a:cubicBezTo>
                  <a:cubicBezTo>
                    <a:pt x="197525" y="223798"/>
                    <a:pt x="197266" y="223067"/>
                    <a:pt x="197031" y="222360"/>
                  </a:cubicBezTo>
                  <a:cubicBezTo>
                    <a:pt x="209592" y="203859"/>
                    <a:pt x="229131" y="192405"/>
                    <a:pt x="244426" y="176473"/>
                  </a:cubicBezTo>
                  <a:cubicBezTo>
                    <a:pt x="241221" y="177604"/>
                    <a:pt x="238251" y="179183"/>
                    <a:pt x="235400" y="180904"/>
                  </a:cubicBezTo>
                  <a:cubicBezTo>
                    <a:pt x="219279" y="190567"/>
                    <a:pt x="203323" y="200489"/>
                    <a:pt x="187038" y="209893"/>
                  </a:cubicBezTo>
                  <a:cubicBezTo>
                    <a:pt x="168419" y="220640"/>
                    <a:pt x="149446" y="230774"/>
                    <a:pt x="130780" y="241403"/>
                  </a:cubicBezTo>
                  <a:cubicBezTo>
                    <a:pt x="119915" y="247602"/>
                    <a:pt x="108485" y="254696"/>
                    <a:pt x="105586" y="267328"/>
                  </a:cubicBezTo>
                  <a:cubicBezTo>
                    <a:pt x="101202" y="286395"/>
                    <a:pt x="91233" y="302068"/>
                    <a:pt x="79496" y="316633"/>
                  </a:cubicBezTo>
                  <a:cubicBezTo>
                    <a:pt x="57672" y="343689"/>
                    <a:pt x="37615" y="371429"/>
                    <a:pt x="26090" y="404849"/>
                  </a:cubicBezTo>
                  <a:cubicBezTo>
                    <a:pt x="19679" y="423421"/>
                    <a:pt x="10181" y="440932"/>
                    <a:pt x="2616" y="459150"/>
                  </a:cubicBezTo>
                  <a:cubicBezTo>
                    <a:pt x="683" y="463817"/>
                    <a:pt x="825" y="469332"/>
                    <a:pt x="0" y="474470"/>
                  </a:cubicBezTo>
                  <a:cubicBezTo>
                    <a:pt x="1084" y="474965"/>
                    <a:pt x="2145" y="475460"/>
                    <a:pt x="3229" y="475954"/>
                  </a:cubicBezTo>
                  <a:cubicBezTo>
                    <a:pt x="5586" y="473668"/>
                    <a:pt x="8485" y="471712"/>
                    <a:pt x="10229" y="469025"/>
                  </a:cubicBezTo>
                  <a:cubicBezTo>
                    <a:pt x="14942" y="461790"/>
                    <a:pt x="19844" y="454578"/>
                    <a:pt x="23450" y="446777"/>
                  </a:cubicBezTo>
                  <a:cubicBezTo>
                    <a:pt x="45510" y="398981"/>
                    <a:pt x="73038" y="354460"/>
                    <a:pt x="104572" y="312438"/>
                  </a:cubicBezTo>
                  <a:cubicBezTo>
                    <a:pt x="122249" y="288870"/>
                    <a:pt x="140231" y="265467"/>
                    <a:pt x="163281" y="246635"/>
                  </a:cubicBezTo>
                  <a:cubicBezTo>
                    <a:pt x="169927" y="241215"/>
                    <a:pt x="177163" y="237114"/>
                    <a:pt x="186071" y="237161"/>
                  </a:cubicBezTo>
                  <a:cubicBezTo>
                    <a:pt x="191233" y="237185"/>
                    <a:pt x="193236" y="239589"/>
                    <a:pt x="190054" y="244114"/>
                  </a:cubicBezTo>
                  <a:cubicBezTo>
                    <a:pt x="186071" y="249770"/>
                    <a:pt x="181947" y="255356"/>
                    <a:pt x="177280" y="260446"/>
                  </a:cubicBezTo>
                  <a:cubicBezTo>
                    <a:pt x="160900" y="278358"/>
                    <a:pt x="143578" y="295469"/>
                    <a:pt x="127952" y="313994"/>
                  </a:cubicBezTo>
                  <a:cubicBezTo>
                    <a:pt x="117346" y="326555"/>
                    <a:pt x="108579" y="340743"/>
                    <a:pt x="99906" y="354790"/>
                  </a:cubicBezTo>
                  <a:cubicBezTo>
                    <a:pt x="97950" y="357972"/>
                    <a:pt x="98185" y="365961"/>
                    <a:pt x="100330" y="367423"/>
                  </a:cubicBezTo>
                  <a:cubicBezTo>
                    <a:pt x="104148" y="370015"/>
                    <a:pt x="110464" y="370557"/>
                    <a:pt x="115272" y="369638"/>
                  </a:cubicBezTo>
                  <a:cubicBezTo>
                    <a:pt x="119491" y="368837"/>
                    <a:pt x="123993" y="365584"/>
                    <a:pt x="126774" y="362120"/>
                  </a:cubicBezTo>
                  <a:cubicBezTo>
                    <a:pt x="131204" y="356652"/>
                    <a:pt x="134410" y="350171"/>
                    <a:pt x="137992" y="344019"/>
                  </a:cubicBezTo>
                  <a:cubicBezTo>
                    <a:pt x="145652" y="330868"/>
                    <a:pt x="152298" y="316963"/>
                    <a:pt x="161136" y="304660"/>
                  </a:cubicBezTo>
                  <a:cubicBezTo>
                    <a:pt x="169644" y="292782"/>
                    <a:pt x="180910" y="283096"/>
                    <a:pt x="195074" y="277887"/>
                  </a:cubicBezTo>
                  <a:cubicBezTo>
                    <a:pt x="203040" y="274965"/>
                    <a:pt x="208202" y="276756"/>
                    <a:pt x="210818" y="282671"/>
                  </a:cubicBezTo>
                  <a:cubicBezTo>
                    <a:pt x="214165" y="290190"/>
                    <a:pt x="211973" y="297213"/>
                    <a:pt x="204337" y="300654"/>
                  </a:cubicBezTo>
                  <a:cubicBezTo>
                    <a:pt x="200165" y="302539"/>
                    <a:pt x="195263" y="302657"/>
                    <a:pt x="190832" y="304048"/>
                  </a:cubicBezTo>
                  <a:cubicBezTo>
                    <a:pt x="185553" y="305721"/>
                    <a:pt x="179944" y="307135"/>
                    <a:pt x="175395" y="310058"/>
                  </a:cubicBezTo>
                  <a:cubicBezTo>
                    <a:pt x="171035" y="312862"/>
                    <a:pt x="170634" y="323185"/>
                    <a:pt x="173981" y="327050"/>
                  </a:cubicBezTo>
                  <a:cubicBezTo>
                    <a:pt x="178176" y="331858"/>
                    <a:pt x="183125" y="329666"/>
                    <a:pt x="187485" y="327380"/>
                  </a:cubicBezTo>
                  <a:cubicBezTo>
                    <a:pt x="191610" y="325212"/>
                    <a:pt x="195711" y="322667"/>
                    <a:pt x="199175" y="319556"/>
                  </a:cubicBezTo>
                  <a:cubicBezTo>
                    <a:pt x="210370" y="309445"/>
                    <a:pt x="221117" y="298792"/>
                    <a:pt x="232336" y="288705"/>
                  </a:cubicBezTo>
                  <a:cubicBezTo>
                    <a:pt x="244285" y="277958"/>
                    <a:pt x="256022" y="266881"/>
                    <a:pt x="268867" y="257265"/>
                  </a:cubicBezTo>
                  <a:cubicBezTo>
                    <a:pt x="295923" y="236972"/>
                    <a:pt x="326467" y="226037"/>
                    <a:pt x="360641" y="226602"/>
                  </a:cubicBezTo>
                  <a:cubicBezTo>
                    <a:pt x="363305" y="226650"/>
                    <a:pt x="365944" y="227451"/>
                    <a:pt x="368607" y="227899"/>
                  </a:cubicBezTo>
                  <a:cubicBezTo>
                    <a:pt x="368796" y="228676"/>
                    <a:pt x="369008" y="229431"/>
                    <a:pt x="369197" y="230208"/>
                  </a:cubicBezTo>
                  <a:cubicBezTo>
                    <a:pt x="366133" y="232400"/>
                    <a:pt x="363328" y="235087"/>
                    <a:pt x="359958" y="236666"/>
                  </a:cubicBezTo>
                  <a:cubicBezTo>
                    <a:pt x="352581" y="240083"/>
                    <a:pt x="345110" y="243454"/>
                    <a:pt x="337403" y="245928"/>
                  </a:cubicBezTo>
                  <a:cubicBezTo>
                    <a:pt x="314448" y="253258"/>
                    <a:pt x="294155" y="265184"/>
                    <a:pt x="275466" y="280149"/>
                  </a:cubicBezTo>
                  <a:cubicBezTo>
                    <a:pt x="239618" y="308856"/>
                    <a:pt x="209640" y="343053"/>
                    <a:pt x="183149" y="380338"/>
                  </a:cubicBezTo>
                  <a:cubicBezTo>
                    <a:pt x="145840" y="432848"/>
                    <a:pt x="114919" y="488540"/>
                    <a:pt x="100283" y="552033"/>
                  </a:cubicBezTo>
                  <a:cubicBezTo>
                    <a:pt x="98256" y="560824"/>
                    <a:pt x="97101" y="569827"/>
                    <a:pt x="95546" y="578736"/>
                  </a:cubicBezTo>
                  <a:cubicBezTo>
                    <a:pt x="96253" y="578901"/>
                    <a:pt x="96960" y="579042"/>
                    <a:pt x="97667" y="579207"/>
                  </a:cubicBezTo>
                  <a:cubicBezTo>
                    <a:pt x="99104" y="576685"/>
                    <a:pt x="100778" y="574258"/>
                    <a:pt x="101909" y="571618"/>
                  </a:cubicBezTo>
                  <a:cubicBezTo>
                    <a:pt x="110040" y="552551"/>
                    <a:pt x="118030" y="533437"/>
                    <a:pt x="126137" y="514371"/>
                  </a:cubicBezTo>
                  <a:cubicBezTo>
                    <a:pt x="129885" y="505533"/>
                    <a:pt x="133161" y="496412"/>
                    <a:pt x="137709" y="487998"/>
                  </a:cubicBezTo>
                  <a:cubicBezTo>
                    <a:pt x="144756" y="474941"/>
                    <a:pt x="153476" y="471382"/>
                    <a:pt x="167994" y="474399"/>
                  </a:cubicBezTo>
                  <a:cubicBezTo>
                    <a:pt x="179614" y="476827"/>
                    <a:pt x="189724" y="474069"/>
                    <a:pt x="197573" y="465160"/>
                  </a:cubicBezTo>
                  <a:cubicBezTo>
                    <a:pt x="201956" y="460187"/>
                    <a:pt x="205798" y="454649"/>
                    <a:pt x="209310" y="449016"/>
                  </a:cubicBezTo>
                  <a:cubicBezTo>
                    <a:pt x="217417" y="436006"/>
                    <a:pt x="224511" y="422360"/>
                    <a:pt x="233161" y="409728"/>
                  </a:cubicBezTo>
                  <a:cubicBezTo>
                    <a:pt x="266675" y="360847"/>
                    <a:pt x="309828" y="323256"/>
                    <a:pt x="364907" y="300371"/>
                  </a:cubicBezTo>
                  <a:cubicBezTo>
                    <a:pt x="407636" y="282601"/>
                    <a:pt x="451261" y="277581"/>
                    <a:pt x="496701" y="290095"/>
                  </a:cubicBezTo>
                  <a:cubicBezTo>
                    <a:pt x="509734" y="293701"/>
                    <a:pt x="524087" y="293136"/>
                    <a:pt x="537828" y="293348"/>
                  </a:cubicBezTo>
                  <a:cubicBezTo>
                    <a:pt x="542565" y="293418"/>
                    <a:pt x="547844" y="290732"/>
                    <a:pt x="551992" y="287974"/>
                  </a:cubicBezTo>
                  <a:cubicBezTo>
                    <a:pt x="558120" y="283873"/>
                    <a:pt x="557507" y="278995"/>
                    <a:pt x="551191" y="275318"/>
                  </a:cubicBezTo>
                  <a:cubicBezTo>
                    <a:pt x="549305" y="274210"/>
                    <a:pt x="547184" y="273150"/>
                    <a:pt x="545063" y="272820"/>
                  </a:cubicBezTo>
                  <a:cubicBezTo>
                    <a:pt x="527505" y="270251"/>
                    <a:pt x="509946" y="265914"/>
                    <a:pt x="492364" y="265844"/>
                  </a:cubicBezTo>
                  <a:cubicBezTo>
                    <a:pt x="463234" y="265749"/>
                    <a:pt x="433986" y="267258"/>
                    <a:pt x="404997" y="270274"/>
                  </a:cubicBezTo>
                  <a:cubicBezTo>
                    <a:pt x="376079" y="273268"/>
                    <a:pt x="348504" y="281469"/>
                    <a:pt x="324158" y="298792"/>
                  </a:cubicBezTo>
                  <a:cubicBezTo>
                    <a:pt x="282324" y="328535"/>
                    <a:pt x="244992" y="363110"/>
                    <a:pt x="212232" y="402539"/>
                  </a:cubicBezTo>
                  <a:cubicBezTo>
                    <a:pt x="199505" y="417859"/>
                    <a:pt x="186189" y="433225"/>
                    <a:pt x="184209" y="454531"/>
                  </a:cubicBezTo>
                  <a:cubicBezTo>
                    <a:pt x="184092" y="455709"/>
                    <a:pt x="183408" y="456864"/>
                    <a:pt x="182842" y="457948"/>
                  </a:cubicBezTo>
                  <a:cubicBezTo>
                    <a:pt x="178883" y="465490"/>
                    <a:pt x="171247" y="468012"/>
                    <a:pt x="163234" y="464170"/>
                  </a:cubicBezTo>
                  <a:cubicBezTo>
                    <a:pt x="155056" y="460234"/>
                    <a:pt x="158921" y="454319"/>
                    <a:pt x="161325" y="449087"/>
                  </a:cubicBezTo>
                  <a:cubicBezTo>
                    <a:pt x="174688" y="419886"/>
                    <a:pt x="192883" y="393890"/>
                    <a:pt x="212892" y="368813"/>
                  </a:cubicBezTo>
                  <a:cubicBezTo>
                    <a:pt x="235023" y="341073"/>
                    <a:pt x="256635" y="313381"/>
                    <a:pt x="287839" y="294715"/>
                  </a:cubicBezTo>
                  <a:cubicBezTo>
                    <a:pt x="318690" y="276261"/>
                    <a:pt x="349564" y="258349"/>
                    <a:pt x="385577" y="251868"/>
                  </a:cubicBezTo>
                  <a:cubicBezTo>
                    <a:pt x="389418" y="251184"/>
                    <a:pt x="393236" y="249864"/>
                    <a:pt x="396842" y="248332"/>
                  </a:cubicBezTo>
                  <a:cubicBezTo>
                    <a:pt x="404620" y="245009"/>
                    <a:pt x="405892" y="241238"/>
                    <a:pt x="400519" y="234804"/>
                  </a:cubicBezTo>
                  <a:cubicBezTo>
                    <a:pt x="388570" y="220522"/>
                    <a:pt x="374099" y="210340"/>
                    <a:pt x="354773" y="208832"/>
                  </a:cubicBezTo>
                  <a:cubicBezTo>
                    <a:pt x="352817" y="208691"/>
                    <a:pt x="350884" y="207913"/>
                    <a:pt x="348645" y="207371"/>
                  </a:cubicBezTo>
                  <a:cubicBezTo>
                    <a:pt x="357035" y="193301"/>
                    <a:pt x="374735" y="187338"/>
                    <a:pt x="388475" y="194974"/>
                  </a:cubicBezTo>
                  <a:cubicBezTo>
                    <a:pt x="398963" y="200795"/>
                    <a:pt x="408037" y="209091"/>
                    <a:pt x="417794" y="216256"/>
                  </a:cubicBezTo>
                  <a:cubicBezTo>
                    <a:pt x="420788" y="218448"/>
                    <a:pt x="423875" y="220522"/>
                    <a:pt x="426915" y="222643"/>
                  </a:cubicBezTo>
                  <a:cubicBezTo>
                    <a:pt x="427457" y="222195"/>
                    <a:pt x="427999" y="221771"/>
                    <a:pt x="428518" y="221323"/>
                  </a:cubicBezTo>
                  <a:cubicBezTo>
                    <a:pt x="427339" y="217411"/>
                    <a:pt x="425878" y="213546"/>
                    <a:pt x="425077" y="209539"/>
                  </a:cubicBezTo>
                  <a:cubicBezTo>
                    <a:pt x="423757" y="203058"/>
                    <a:pt x="421990" y="196506"/>
                    <a:pt x="421990" y="190001"/>
                  </a:cubicBezTo>
                  <a:cubicBezTo>
                    <a:pt x="421990" y="182860"/>
                    <a:pt x="427882" y="179961"/>
                    <a:pt x="433915" y="183850"/>
                  </a:cubicBezTo>
                  <a:cubicBezTo>
                    <a:pt x="436838" y="185735"/>
                    <a:pt x="440302" y="189058"/>
                    <a:pt x="440679" y="192099"/>
                  </a:cubicBezTo>
                  <a:cubicBezTo>
                    <a:pt x="441645" y="199852"/>
                    <a:pt x="446713" y="202963"/>
                    <a:pt x="452840" y="204213"/>
                  </a:cubicBezTo>
                  <a:cubicBezTo>
                    <a:pt x="463187" y="206334"/>
                    <a:pt x="473745" y="207441"/>
                    <a:pt x="484210" y="208903"/>
                  </a:cubicBezTo>
                  <a:cubicBezTo>
                    <a:pt x="505680" y="211896"/>
                    <a:pt x="527363" y="213852"/>
                    <a:pt x="548551" y="218212"/>
                  </a:cubicBezTo>
                  <a:cubicBezTo>
                    <a:pt x="560170" y="220593"/>
                    <a:pt x="570823" y="227357"/>
                    <a:pt x="582183" y="231481"/>
                  </a:cubicBezTo>
                  <a:cubicBezTo>
                    <a:pt x="592718" y="235299"/>
                    <a:pt x="596088" y="233579"/>
                    <a:pt x="600873" y="223609"/>
                  </a:cubicBezTo>
                  <a:cubicBezTo>
                    <a:pt x="604431" y="216209"/>
                    <a:pt x="610158" y="211401"/>
                    <a:pt x="618077" y="209704"/>
                  </a:cubicBezTo>
                  <a:cubicBezTo>
                    <a:pt x="620387" y="209209"/>
                    <a:pt x="624040" y="209845"/>
                    <a:pt x="625336" y="211401"/>
                  </a:cubicBezTo>
                  <a:cubicBezTo>
                    <a:pt x="626444" y="212697"/>
                    <a:pt x="625713" y="216492"/>
                    <a:pt x="624606" y="218542"/>
                  </a:cubicBezTo>
                  <a:cubicBezTo>
                    <a:pt x="615155" y="236100"/>
                    <a:pt x="594674" y="245999"/>
                    <a:pt x="575136" y="242558"/>
                  </a:cubicBezTo>
                  <a:cubicBezTo>
                    <a:pt x="569550" y="241568"/>
                    <a:pt x="564059" y="240178"/>
                    <a:pt x="558544" y="238834"/>
                  </a:cubicBezTo>
                  <a:cubicBezTo>
                    <a:pt x="538747" y="233979"/>
                    <a:pt x="518808" y="230821"/>
                    <a:pt x="498374" y="234144"/>
                  </a:cubicBezTo>
                  <a:cubicBezTo>
                    <a:pt x="491681" y="235228"/>
                    <a:pt x="484846" y="236195"/>
                    <a:pt x="479284" y="243053"/>
                  </a:cubicBezTo>
                  <a:cubicBezTo>
                    <a:pt x="483715" y="244774"/>
                    <a:pt x="487179" y="246730"/>
                    <a:pt x="490903" y="247460"/>
                  </a:cubicBezTo>
                  <a:cubicBezTo>
                    <a:pt x="504950" y="250194"/>
                    <a:pt x="519067" y="252551"/>
                    <a:pt x="533161" y="254979"/>
                  </a:cubicBezTo>
                  <a:cubicBezTo>
                    <a:pt x="568560" y="261036"/>
                    <a:pt x="603465" y="268507"/>
                    <a:pt x="634222" y="288610"/>
                  </a:cubicBezTo>
                  <a:cubicBezTo>
                    <a:pt x="637686" y="290873"/>
                    <a:pt x="641669" y="292523"/>
                    <a:pt x="645582" y="293937"/>
                  </a:cubicBezTo>
                  <a:cubicBezTo>
                    <a:pt x="654113" y="296977"/>
                    <a:pt x="655739" y="295964"/>
                    <a:pt x="657507" y="287267"/>
                  </a:cubicBezTo>
                  <a:cubicBezTo>
                    <a:pt x="659228" y="278783"/>
                    <a:pt x="662833" y="276119"/>
                    <a:pt x="671130" y="278688"/>
                  </a:cubicBezTo>
                  <a:cubicBezTo>
                    <a:pt x="677422" y="280644"/>
                    <a:pt x="683951" y="283119"/>
                    <a:pt x="689183" y="286961"/>
                  </a:cubicBezTo>
                  <a:cubicBezTo>
                    <a:pt x="712115" y="303788"/>
                    <a:pt x="735047" y="320640"/>
                    <a:pt x="757059" y="338599"/>
                  </a:cubicBezTo>
                  <a:cubicBezTo>
                    <a:pt x="768466" y="347908"/>
                    <a:pt x="778082" y="359457"/>
                    <a:pt x="788146" y="370345"/>
                  </a:cubicBezTo>
                  <a:cubicBezTo>
                    <a:pt x="789819" y="372136"/>
                    <a:pt x="789583" y="375695"/>
                    <a:pt x="790220" y="378429"/>
                  </a:cubicBezTo>
                  <a:cubicBezTo>
                    <a:pt x="787439" y="378759"/>
                    <a:pt x="784516" y="379772"/>
                    <a:pt x="781900" y="379254"/>
                  </a:cubicBezTo>
                  <a:cubicBezTo>
                    <a:pt x="777092" y="378288"/>
                    <a:pt x="772497" y="376355"/>
                    <a:pt x="767759" y="374941"/>
                  </a:cubicBezTo>
                  <a:cubicBezTo>
                    <a:pt x="758898" y="372278"/>
                    <a:pt x="755905" y="374729"/>
                    <a:pt x="757931" y="383779"/>
                  </a:cubicBezTo>
                  <a:cubicBezTo>
                    <a:pt x="759416" y="390496"/>
                    <a:pt x="762126" y="396930"/>
                    <a:pt x="764083" y="403553"/>
                  </a:cubicBezTo>
                  <a:cubicBezTo>
                    <a:pt x="764766" y="405886"/>
                    <a:pt x="764837" y="408384"/>
                    <a:pt x="765473" y="412839"/>
                  </a:cubicBezTo>
                  <a:cubicBezTo>
                    <a:pt x="760406" y="409421"/>
                    <a:pt x="757130" y="407324"/>
                    <a:pt x="753972" y="405061"/>
                  </a:cubicBezTo>
                  <a:cubicBezTo>
                    <a:pt x="746124" y="399476"/>
                    <a:pt x="738488" y="393513"/>
                    <a:pt x="730404" y="388304"/>
                  </a:cubicBezTo>
                  <a:cubicBezTo>
                    <a:pt x="727458" y="386419"/>
                    <a:pt x="723427" y="386230"/>
                    <a:pt x="717653" y="384628"/>
                  </a:cubicBezTo>
                  <a:cubicBezTo>
                    <a:pt x="719515" y="390732"/>
                    <a:pt x="720034" y="394715"/>
                    <a:pt x="721872" y="397967"/>
                  </a:cubicBezTo>
                  <a:cubicBezTo>
                    <a:pt x="726114" y="405485"/>
                    <a:pt x="730498" y="413004"/>
                    <a:pt x="735659" y="419909"/>
                  </a:cubicBezTo>
                  <a:cubicBezTo>
                    <a:pt x="748457" y="436973"/>
                    <a:pt x="761844" y="453659"/>
                    <a:pt x="781028" y="464147"/>
                  </a:cubicBezTo>
                  <a:cubicBezTo>
                    <a:pt x="789819" y="468955"/>
                    <a:pt x="799529" y="473221"/>
                    <a:pt x="808839" y="466244"/>
                  </a:cubicBezTo>
                  <a:cubicBezTo>
                    <a:pt x="818125" y="459268"/>
                    <a:pt x="816711" y="448615"/>
                    <a:pt x="814778" y="438882"/>
                  </a:cubicBezTo>
                  <a:cubicBezTo>
                    <a:pt x="811172" y="420522"/>
                    <a:pt x="804620" y="402445"/>
                    <a:pt x="803536" y="383991"/>
                  </a:cubicBezTo>
                  <a:cubicBezTo>
                    <a:pt x="802711" y="369850"/>
                    <a:pt x="796913" y="360069"/>
                    <a:pt x="788523" y="350689"/>
                  </a:cubicBezTo>
                  <a:cubicBezTo>
                    <a:pt x="761961" y="320993"/>
                    <a:pt x="731629" y="295681"/>
                    <a:pt x="698445" y="273715"/>
                  </a:cubicBezTo>
                  <a:cubicBezTo>
                    <a:pt x="685718" y="265278"/>
                    <a:pt x="672143" y="260164"/>
                    <a:pt x="656635" y="261201"/>
                  </a:cubicBezTo>
                  <a:cubicBezTo>
                    <a:pt x="648975" y="261719"/>
                    <a:pt x="641316" y="262238"/>
                    <a:pt x="633656" y="262379"/>
                  </a:cubicBezTo>
                  <a:cubicBezTo>
                    <a:pt x="625855" y="262520"/>
                    <a:pt x="622909" y="259174"/>
                    <a:pt x="623427" y="251420"/>
                  </a:cubicBezTo>
                  <a:cubicBezTo>
                    <a:pt x="624394" y="236454"/>
                    <a:pt x="635306" y="226650"/>
                    <a:pt x="650130" y="227781"/>
                  </a:cubicBezTo>
                  <a:cubicBezTo>
                    <a:pt x="655009" y="228158"/>
                    <a:pt x="660312" y="228488"/>
                    <a:pt x="664554" y="230585"/>
                  </a:cubicBezTo>
                  <a:cubicBezTo>
                    <a:pt x="680604" y="238622"/>
                    <a:pt x="697290" y="245976"/>
                    <a:pt x="711973" y="256133"/>
                  </a:cubicBezTo>
                  <a:cubicBezTo>
                    <a:pt x="758521" y="288351"/>
                    <a:pt x="796560" y="329855"/>
                    <a:pt x="835235" y="370746"/>
                  </a:cubicBezTo>
                  <a:cubicBezTo>
                    <a:pt x="854585" y="391203"/>
                    <a:pt x="875890" y="409798"/>
                    <a:pt x="896513" y="428983"/>
                  </a:cubicBezTo>
                  <a:cubicBezTo>
                    <a:pt x="899600" y="431835"/>
                    <a:pt x="903913" y="433367"/>
                    <a:pt x="907660" y="435511"/>
                  </a:cubicBezTo>
                  <a:cubicBezTo>
                    <a:pt x="908462" y="435087"/>
                    <a:pt x="909263" y="434663"/>
                    <a:pt x="910064" y="434215"/>
                  </a:cubicBezTo>
                  <a:cubicBezTo>
                    <a:pt x="909381" y="430114"/>
                    <a:pt x="909805" y="425330"/>
                    <a:pt x="907778" y="422077"/>
                  </a:cubicBezTo>
                  <a:cubicBezTo>
                    <a:pt x="900260" y="409940"/>
                    <a:pt x="892482" y="397920"/>
                    <a:pt x="883786" y="386631"/>
                  </a:cubicBezTo>
                  <a:cubicBezTo>
                    <a:pt x="875608" y="376002"/>
                    <a:pt x="866157" y="366339"/>
                    <a:pt x="857248" y="356228"/>
                  </a:cubicBezTo>
                  <a:cubicBezTo>
                    <a:pt x="861255" y="358019"/>
                    <a:pt x="864366" y="360682"/>
                    <a:pt x="867594" y="363204"/>
                  </a:cubicBezTo>
                  <a:cubicBezTo>
                    <a:pt x="915037" y="400277"/>
                    <a:pt x="957602" y="442252"/>
                    <a:pt x="994769" y="489671"/>
                  </a:cubicBezTo>
                  <a:cubicBezTo>
                    <a:pt x="1015367" y="515973"/>
                    <a:pt x="1035872" y="542346"/>
                    <a:pt x="1056777" y="568413"/>
                  </a:cubicBezTo>
                  <a:cubicBezTo>
                    <a:pt x="1061538" y="574328"/>
                    <a:pt x="1067453" y="579490"/>
                    <a:pt x="1073534" y="584086"/>
                  </a:cubicBezTo>
                  <a:cubicBezTo>
                    <a:pt x="1075985" y="585947"/>
                    <a:pt x="1080251" y="585382"/>
                    <a:pt x="1083692" y="585900"/>
                  </a:cubicBezTo>
                  <a:cubicBezTo>
                    <a:pt x="1083220" y="582954"/>
                    <a:pt x="1083645" y="579466"/>
                    <a:pt x="1082160" y="577157"/>
                  </a:cubicBezTo>
                  <a:cubicBezTo>
                    <a:pt x="1073817" y="564029"/>
                    <a:pt x="1065214" y="551019"/>
                    <a:pt x="1056353" y="538245"/>
                  </a:cubicBezTo>
                  <a:cubicBezTo>
                    <a:pt x="1041434" y="516704"/>
                    <a:pt x="1025949" y="495563"/>
                    <a:pt x="1011361" y="473810"/>
                  </a:cubicBezTo>
                  <a:cubicBezTo>
                    <a:pt x="1007778" y="468483"/>
                    <a:pt x="1005775" y="461672"/>
                    <a:pt x="1004597" y="455238"/>
                  </a:cubicBezTo>
                  <a:cubicBezTo>
                    <a:pt x="1002994" y="446447"/>
                    <a:pt x="1007802" y="442700"/>
                    <a:pt x="1015132" y="447248"/>
                  </a:cubicBezTo>
                  <a:cubicBezTo>
                    <a:pt x="1022344" y="451703"/>
                    <a:pt x="1029155" y="457501"/>
                    <a:pt x="1034528" y="464052"/>
                  </a:cubicBezTo>
                  <a:cubicBezTo>
                    <a:pt x="1044262" y="475884"/>
                    <a:pt x="1051969" y="489388"/>
                    <a:pt x="1061985" y="500937"/>
                  </a:cubicBezTo>
                  <a:cubicBezTo>
                    <a:pt x="1078153" y="519603"/>
                    <a:pt x="1095429" y="537326"/>
                    <a:pt x="1112445" y="555214"/>
                  </a:cubicBezTo>
                  <a:cubicBezTo>
                    <a:pt x="1114708" y="557595"/>
                    <a:pt x="1118290" y="558726"/>
                    <a:pt x="1122603" y="561201"/>
                  </a:cubicBezTo>
                  <a:cubicBezTo>
                    <a:pt x="1122037" y="557595"/>
                    <a:pt x="1122108" y="556016"/>
                    <a:pt x="1121542" y="554743"/>
                  </a:cubicBezTo>
                  <a:cubicBezTo>
                    <a:pt x="1119586" y="550477"/>
                    <a:pt x="1117866" y="545999"/>
                    <a:pt x="1115226" y="542205"/>
                  </a:cubicBezTo>
                  <a:cubicBezTo>
                    <a:pt x="1097738" y="517034"/>
                    <a:pt x="1080416" y="491745"/>
                    <a:pt x="1062245" y="467069"/>
                  </a:cubicBezTo>
                  <a:cubicBezTo>
                    <a:pt x="1055316" y="457312"/>
                    <a:pt x="1046218" y="449063"/>
                    <a:pt x="1037851" y="440319"/>
                  </a:cubicBezTo>
                  <a:close/>
                  <a:moveTo>
                    <a:pt x="503418" y="55780"/>
                  </a:moveTo>
                  <a:cubicBezTo>
                    <a:pt x="488617" y="59999"/>
                    <a:pt x="475254" y="59598"/>
                    <a:pt x="460736" y="55945"/>
                  </a:cubicBezTo>
                  <a:cubicBezTo>
                    <a:pt x="470187" y="47390"/>
                    <a:pt x="493331" y="47272"/>
                    <a:pt x="503418" y="55780"/>
                  </a:cubicBezTo>
                  <a:close/>
                  <a:moveTo>
                    <a:pt x="341999" y="187126"/>
                  </a:moveTo>
                  <a:cubicBezTo>
                    <a:pt x="311926" y="208266"/>
                    <a:pt x="281782" y="229313"/>
                    <a:pt x="251214" y="249699"/>
                  </a:cubicBezTo>
                  <a:cubicBezTo>
                    <a:pt x="243342" y="254955"/>
                    <a:pt x="234056" y="258372"/>
                    <a:pt x="225006" y="261436"/>
                  </a:cubicBezTo>
                  <a:cubicBezTo>
                    <a:pt x="214801" y="264877"/>
                    <a:pt x="210040" y="259951"/>
                    <a:pt x="212986" y="249676"/>
                  </a:cubicBezTo>
                  <a:cubicBezTo>
                    <a:pt x="214636" y="243949"/>
                    <a:pt x="217417" y="239235"/>
                    <a:pt x="223757" y="236572"/>
                  </a:cubicBezTo>
                  <a:cubicBezTo>
                    <a:pt x="240703" y="229454"/>
                    <a:pt x="257766" y="222337"/>
                    <a:pt x="273981" y="213711"/>
                  </a:cubicBezTo>
                  <a:cubicBezTo>
                    <a:pt x="296842" y="201573"/>
                    <a:pt x="318878" y="187927"/>
                    <a:pt x="341457" y="175247"/>
                  </a:cubicBezTo>
                  <a:cubicBezTo>
                    <a:pt x="346642" y="172325"/>
                    <a:pt x="352581" y="170699"/>
                    <a:pt x="358167" y="168483"/>
                  </a:cubicBezTo>
                  <a:cubicBezTo>
                    <a:pt x="358756" y="169402"/>
                    <a:pt x="359369" y="170321"/>
                    <a:pt x="359958" y="171241"/>
                  </a:cubicBezTo>
                  <a:cubicBezTo>
                    <a:pt x="353972" y="176567"/>
                    <a:pt x="348480" y="182553"/>
                    <a:pt x="341999" y="18712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11" name="Google Shape;1711;p47"/>
            <p:cNvSpPr/>
            <p:nvPr/>
          </p:nvSpPr>
          <p:spPr>
            <a:xfrm>
              <a:off x="190581" y="2180046"/>
              <a:ext cx="1006655" cy="452263"/>
            </a:xfrm>
            <a:custGeom>
              <a:rect b="b" l="l" r="r" t="t"/>
              <a:pathLst>
                <a:path extrusionOk="0" h="452263" w="1006655">
                  <a:moveTo>
                    <a:pt x="12020" y="446890"/>
                  </a:moveTo>
                  <a:cubicBezTo>
                    <a:pt x="21777" y="438900"/>
                    <a:pt x="31794" y="431099"/>
                    <a:pt x="40726" y="422238"/>
                  </a:cubicBezTo>
                  <a:cubicBezTo>
                    <a:pt x="69031" y="394144"/>
                    <a:pt x="96465" y="365155"/>
                    <a:pt x="125077" y="337368"/>
                  </a:cubicBezTo>
                  <a:cubicBezTo>
                    <a:pt x="141362" y="321554"/>
                    <a:pt x="158709" y="306659"/>
                    <a:pt x="176668" y="292777"/>
                  </a:cubicBezTo>
                  <a:cubicBezTo>
                    <a:pt x="188900" y="283326"/>
                    <a:pt x="195334" y="285518"/>
                    <a:pt x="204313" y="297986"/>
                  </a:cubicBezTo>
                  <a:cubicBezTo>
                    <a:pt x="211172" y="307507"/>
                    <a:pt x="216734" y="309039"/>
                    <a:pt x="226114" y="302252"/>
                  </a:cubicBezTo>
                  <a:cubicBezTo>
                    <a:pt x="235305" y="295605"/>
                    <a:pt x="243649" y="287781"/>
                    <a:pt x="252416" y="280545"/>
                  </a:cubicBezTo>
                  <a:cubicBezTo>
                    <a:pt x="264719" y="270364"/>
                    <a:pt x="278223" y="262303"/>
                    <a:pt x="293590" y="257661"/>
                  </a:cubicBezTo>
                  <a:cubicBezTo>
                    <a:pt x="303677" y="254620"/>
                    <a:pt x="313717" y="254997"/>
                    <a:pt x="324888" y="258061"/>
                  </a:cubicBezTo>
                  <a:cubicBezTo>
                    <a:pt x="314330" y="272344"/>
                    <a:pt x="296088" y="277811"/>
                    <a:pt x="288499" y="294828"/>
                  </a:cubicBezTo>
                  <a:cubicBezTo>
                    <a:pt x="291280" y="295228"/>
                    <a:pt x="292223" y="295440"/>
                    <a:pt x="293165" y="295488"/>
                  </a:cubicBezTo>
                  <a:cubicBezTo>
                    <a:pt x="294155" y="295535"/>
                    <a:pt x="295239" y="295676"/>
                    <a:pt x="296111" y="295346"/>
                  </a:cubicBezTo>
                  <a:cubicBezTo>
                    <a:pt x="313246" y="289077"/>
                    <a:pt x="325407" y="277387"/>
                    <a:pt x="332972" y="260937"/>
                  </a:cubicBezTo>
                  <a:cubicBezTo>
                    <a:pt x="333561" y="259664"/>
                    <a:pt x="332666" y="256317"/>
                    <a:pt x="331700" y="255940"/>
                  </a:cubicBezTo>
                  <a:cubicBezTo>
                    <a:pt x="325878" y="253725"/>
                    <a:pt x="328259" y="249977"/>
                    <a:pt x="330050" y="247031"/>
                  </a:cubicBezTo>
                  <a:cubicBezTo>
                    <a:pt x="334033" y="240503"/>
                    <a:pt x="338676" y="234399"/>
                    <a:pt x="342753" y="227917"/>
                  </a:cubicBezTo>
                  <a:cubicBezTo>
                    <a:pt x="344709" y="224806"/>
                    <a:pt x="346005" y="221248"/>
                    <a:pt x="348598" y="215827"/>
                  </a:cubicBezTo>
                  <a:cubicBezTo>
                    <a:pt x="342659" y="216746"/>
                    <a:pt x="338746" y="216487"/>
                    <a:pt x="335659" y="217948"/>
                  </a:cubicBezTo>
                  <a:cubicBezTo>
                    <a:pt x="320293" y="225231"/>
                    <a:pt x="304950" y="232584"/>
                    <a:pt x="289984" y="240668"/>
                  </a:cubicBezTo>
                  <a:cubicBezTo>
                    <a:pt x="268914" y="252028"/>
                    <a:pt x="248315" y="264307"/>
                    <a:pt x="227198" y="275620"/>
                  </a:cubicBezTo>
                  <a:cubicBezTo>
                    <a:pt x="221424" y="278707"/>
                    <a:pt x="214542" y="279744"/>
                    <a:pt x="208178" y="281724"/>
                  </a:cubicBezTo>
                  <a:cubicBezTo>
                    <a:pt x="207707" y="281017"/>
                    <a:pt x="207236" y="280333"/>
                    <a:pt x="206764" y="279626"/>
                  </a:cubicBezTo>
                  <a:cubicBezTo>
                    <a:pt x="207471" y="277151"/>
                    <a:pt x="207636" y="274347"/>
                    <a:pt x="208980" y="272273"/>
                  </a:cubicBezTo>
                  <a:cubicBezTo>
                    <a:pt x="219303" y="256459"/>
                    <a:pt x="232029" y="243920"/>
                    <a:pt x="252062" y="241563"/>
                  </a:cubicBezTo>
                  <a:cubicBezTo>
                    <a:pt x="255409" y="241163"/>
                    <a:pt x="258897" y="239961"/>
                    <a:pt x="261820" y="238264"/>
                  </a:cubicBezTo>
                  <a:cubicBezTo>
                    <a:pt x="274405" y="230981"/>
                    <a:pt x="286826" y="223392"/>
                    <a:pt x="299270" y="215874"/>
                  </a:cubicBezTo>
                  <a:cubicBezTo>
                    <a:pt x="309404" y="209746"/>
                    <a:pt x="319208" y="203006"/>
                    <a:pt x="329673" y="197561"/>
                  </a:cubicBezTo>
                  <a:cubicBezTo>
                    <a:pt x="337050" y="193720"/>
                    <a:pt x="344992" y="191410"/>
                    <a:pt x="353759" y="195582"/>
                  </a:cubicBezTo>
                  <a:cubicBezTo>
                    <a:pt x="359864" y="198504"/>
                    <a:pt x="363446" y="195700"/>
                    <a:pt x="364672" y="188888"/>
                  </a:cubicBezTo>
                  <a:cubicBezTo>
                    <a:pt x="366086" y="181087"/>
                    <a:pt x="370870" y="176350"/>
                    <a:pt x="378836" y="175054"/>
                  </a:cubicBezTo>
                  <a:cubicBezTo>
                    <a:pt x="382489" y="174465"/>
                    <a:pt x="386260" y="174323"/>
                    <a:pt x="389866" y="173545"/>
                  </a:cubicBezTo>
                  <a:cubicBezTo>
                    <a:pt x="398751" y="171636"/>
                    <a:pt x="406953" y="168195"/>
                    <a:pt x="411949" y="160064"/>
                  </a:cubicBezTo>
                  <a:cubicBezTo>
                    <a:pt x="413151" y="158108"/>
                    <a:pt x="413693" y="154337"/>
                    <a:pt x="412586" y="152711"/>
                  </a:cubicBezTo>
                  <a:cubicBezTo>
                    <a:pt x="411431" y="150991"/>
                    <a:pt x="407896" y="150001"/>
                    <a:pt x="405492" y="150142"/>
                  </a:cubicBezTo>
                  <a:cubicBezTo>
                    <a:pt x="390290" y="151038"/>
                    <a:pt x="388334" y="149317"/>
                    <a:pt x="388570" y="134069"/>
                  </a:cubicBezTo>
                  <a:cubicBezTo>
                    <a:pt x="388711" y="125231"/>
                    <a:pt x="386378" y="123581"/>
                    <a:pt x="378553" y="127045"/>
                  </a:cubicBezTo>
                  <a:cubicBezTo>
                    <a:pt x="373887" y="129096"/>
                    <a:pt x="368749" y="131618"/>
                    <a:pt x="365614" y="125584"/>
                  </a:cubicBezTo>
                  <a:cubicBezTo>
                    <a:pt x="362503" y="119598"/>
                    <a:pt x="365897" y="115026"/>
                    <a:pt x="371200" y="112150"/>
                  </a:cubicBezTo>
                  <a:cubicBezTo>
                    <a:pt x="382913" y="105787"/>
                    <a:pt x="395263" y="104844"/>
                    <a:pt x="407660" y="109628"/>
                  </a:cubicBezTo>
                  <a:cubicBezTo>
                    <a:pt x="410182" y="110618"/>
                    <a:pt x="413741" y="114955"/>
                    <a:pt x="413246" y="116722"/>
                  </a:cubicBezTo>
                  <a:cubicBezTo>
                    <a:pt x="411195" y="123958"/>
                    <a:pt x="415603" y="124712"/>
                    <a:pt x="420269" y="124524"/>
                  </a:cubicBezTo>
                  <a:cubicBezTo>
                    <a:pt x="430356" y="124123"/>
                    <a:pt x="440443" y="123180"/>
                    <a:pt x="450531" y="122261"/>
                  </a:cubicBezTo>
                  <a:cubicBezTo>
                    <a:pt x="456918" y="121672"/>
                    <a:pt x="463281" y="120729"/>
                    <a:pt x="469645" y="119928"/>
                  </a:cubicBezTo>
                  <a:cubicBezTo>
                    <a:pt x="470375" y="121177"/>
                    <a:pt x="471106" y="122450"/>
                    <a:pt x="471836" y="123699"/>
                  </a:cubicBezTo>
                  <a:cubicBezTo>
                    <a:pt x="469173" y="125396"/>
                    <a:pt x="466345" y="126880"/>
                    <a:pt x="463870" y="128837"/>
                  </a:cubicBezTo>
                  <a:cubicBezTo>
                    <a:pt x="458049" y="133432"/>
                    <a:pt x="452228" y="138099"/>
                    <a:pt x="446736" y="143072"/>
                  </a:cubicBezTo>
                  <a:cubicBezTo>
                    <a:pt x="445134" y="144533"/>
                    <a:pt x="443389" y="147620"/>
                    <a:pt x="443955" y="149152"/>
                  </a:cubicBezTo>
                  <a:cubicBezTo>
                    <a:pt x="444544" y="150802"/>
                    <a:pt x="447679" y="152263"/>
                    <a:pt x="449847" y="152523"/>
                  </a:cubicBezTo>
                  <a:cubicBezTo>
                    <a:pt x="456965" y="153347"/>
                    <a:pt x="464177" y="154196"/>
                    <a:pt x="471294" y="153960"/>
                  </a:cubicBezTo>
                  <a:cubicBezTo>
                    <a:pt x="506175" y="152758"/>
                    <a:pt x="541033" y="150708"/>
                    <a:pt x="575937" y="149907"/>
                  </a:cubicBezTo>
                  <a:cubicBezTo>
                    <a:pt x="634410" y="148563"/>
                    <a:pt x="692647" y="152051"/>
                    <a:pt x="750649" y="159923"/>
                  </a:cubicBezTo>
                  <a:cubicBezTo>
                    <a:pt x="804267" y="167206"/>
                    <a:pt x="857177" y="177576"/>
                    <a:pt x="909169" y="192683"/>
                  </a:cubicBezTo>
                  <a:cubicBezTo>
                    <a:pt x="916027" y="194686"/>
                    <a:pt x="922909" y="196784"/>
                    <a:pt x="929909" y="198056"/>
                  </a:cubicBezTo>
                  <a:cubicBezTo>
                    <a:pt x="933208" y="198669"/>
                    <a:pt x="936838" y="197420"/>
                    <a:pt x="940326" y="197019"/>
                  </a:cubicBezTo>
                  <a:cubicBezTo>
                    <a:pt x="939053" y="193531"/>
                    <a:pt x="938676" y="189218"/>
                    <a:pt x="936343" y="186767"/>
                  </a:cubicBezTo>
                  <a:cubicBezTo>
                    <a:pt x="932855" y="183138"/>
                    <a:pt x="928330" y="179791"/>
                    <a:pt x="923616" y="178283"/>
                  </a:cubicBezTo>
                  <a:cubicBezTo>
                    <a:pt x="916428" y="175973"/>
                    <a:pt x="908721" y="175360"/>
                    <a:pt x="901226" y="173993"/>
                  </a:cubicBezTo>
                  <a:cubicBezTo>
                    <a:pt x="892577" y="172438"/>
                    <a:pt x="891563" y="169704"/>
                    <a:pt x="897055" y="162893"/>
                  </a:cubicBezTo>
                  <a:cubicBezTo>
                    <a:pt x="905799" y="151981"/>
                    <a:pt x="917253" y="150849"/>
                    <a:pt x="929178" y="155327"/>
                  </a:cubicBezTo>
                  <a:cubicBezTo>
                    <a:pt x="943225" y="160630"/>
                    <a:pt x="956565" y="167818"/>
                    <a:pt x="970682" y="172956"/>
                  </a:cubicBezTo>
                  <a:cubicBezTo>
                    <a:pt x="979049" y="175997"/>
                    <a:pt x="988240" y="177175"/>
                    <a:pt x="997173" y="178236"/>
                  </a:cubicBezTo>
                  <a:cubicBezTo>
                    <a:pt x="1002405" y="178848"/>
                    <a:pt x="1006435" y="175384"/>
                    <a:pt x="1006647" y="169892"/>
                  </a:cubicBezTo>
                  <a:cubicBezTo>
                    <a:pt x="1006883" y="163906"/>
                    <a:pt x="1002051" y="162068"/>
                    <a:pt x="997149" y="161596"/>
                  </a:cubicBezTo>
                  <a:cubicBezTo>
                    <a:pt x="974618" y="159428"/>
                    <a:pt x="953972" y="151108"/>
                    <a:pt x="934010" y="141375"/>
                  </a:cubicBezTo>
                  <a:cubicBezTo>
                    <a:pt x="898398" y="123981"/>
                    <a:pt x="861632" y="109958"/>
                    <a:pt x="823380" y="99800"/>
                  </a:cubicBezTo>
                  <a:cubicBezTo>
                    <a:pt x="770941" y="85872"/>
                    <a:pt x="718101" y="74842"/>
                    <a:pt x="663305" y="78306"/>
                  </a:cubicBezTo>
                  <a:cubicBezTo>
                    <a:pt x="661584" y="78424"/>
                    <a:pt x="659840" y="78047"/>
                    <a:pt x="656046" y="77741"/>
                  </a:cubicBezTo>
                  <a:cubicBezTo>
                    <a:pt x="664035" y="74465"/>
                    <a:pt x="670045" y="72296"/>
                    <a:pt x="675796" y="69586"/>
                  </a:cubicBezTo>
                  <a:cubicBezTo>
                    <a:pt x="704644" y="55963"/>
                    <a:pt x="734599" y="54219"/>
                    <a:pt x="765544" y="60300"/>
                  </a:cubicBezTo>
                  <a:cubicBezTo>
                    <a:pt x="799812" y="67041"/>
                    <a:pt x="832548" y="78613"/>
                    <a:pt x="865025" y="91080"/>
                  </a:cubicBezTo>
                  <a:cubicBezTo>
                    <a:pt x="899529" y="104326"/>
                    <a:pt x="933585" y="118938"/>
                    <a:pt x="969951" y="126668"/>
                  </a:cubicBezTo>
                  <a:cubicBezTo>
                    <a:pt x="977635" y="128294"/>
                    <a:pt x="985601" y="130793"/>
                    <a:pt x="994934" y="126975"/>
                  </a:cubicBezTo>
                  <a:cubicBezTo>
                    <a:pt x="992270" y="124076"/>
                    <a:pt x="990691" y="121577"/>
                    <a:pt x="988429" y="120022"/>
                  </a:cubicBezTo>
                  <a:cubicBezTo>
                    <a:pt x="983126" y="116416"/>
                    <a:pt x="977729" y="112857"/>
                    <a:pt x="972025" y="109982"/>
                  </a:cubicBezTo>
                  <a:cubicBezTo>
                    <a:pt x="924559" y="85919"/>
                    <a:pt x="875466" y="65980"/>
                    <a:pt x="823687" y="53371"/>
                  </a:cubicBezTo>
                  <a:cubicBezTo>
                    <a:pt x="775325" y="41587"/>
                    <a:pt x="726727" y="30698"/>
                    <a:pt x="678153" y="19810"/>
                  </a:cubicBezTo>
                  <a:cubicBezTo>
                    <a:pt x="671059" y="18207"/>
                    <a:pt x="663470" y="18796"/>
                    <a:pt x="656117" y="18372"/>
                  </a:cubicBezTo>
                  <a:cubicBezTo>
                    <a:pt x="655975" y="19173"/>
                    <a:pt x="655834" y="19998"/>
                    <a:pt x="655692" y="20800"/>
                  </a:cubicBezTo>
                  <a:cubicBezTo>
                    <a:pt x="658850" y="23463"/>
                    <a:pt x="662244" y="25914"/>
                    <a:pt x="665120" y="28860"/>
                  </a:cubicBezTo>
                  <a:cubicBezTo>
                    <a:pt x="668254" y="32065"/>
                    <a:pt x="671365" y="35742"/>
                    <a:pt x="667971" y="40573"/>
                  </a:cubicBezTo>
                  <a:cubicBezTo>
                    <a:pt x="664389" y="45688"/>
                    <a:pt x="658945" y="47856"/>
                    <a:pt x="653783" y="44627"/>
                  </a:cubicBezTo>
                  <a:cubicBezTo>
                    <a:pt x="649447" y="41917"/>
                    <a:pt x="646359" y="37085"/>
                    <a:pt x="643060" y="32914"/>
                  </a:cubicBezTo>
                  <a:cubicBezTo>
                    <a:pt x="639289" y="28106"/>
                    <a:pt x="636390" y="22544"/>
                    <a:pt x="632218" y="18136"/>
                  </a:cubicBezTo>
                  <a:cubicBezTo>
                    <a:pt x="627575" y="13234"/>
                    <a:pt x="621118" y="10359"/>
                    <a:pt x="614778" y="14153"/>
                  </a:cubicBezTo>
                  <a:cubicBezTo>
                    <a:pt x="608297" y="18042"/>
                    <a:pt x="609970" y="24759"/>
                    <a:pt x="611596" y="30934"/>
                  </a:cubicBezTo>
                  <a:cubicBezTo>
                    <a:pt x="612350" y="33786"/>
                    <a:pt x="613269" y="36755"/>
                    <a:pt x="613128" y="39607"/>
                  </a:cubicBezTo>
                  <a:cubicBezTo>
                    <a:pt x="613010" y="41823"/>
                    <a:pt x="611902" y="44556"/>
                    <a:pt x="610300" y="46065"/>
                  </a:cubicBezTo>
                  <a:cubicBezTo>
                    <a:pt x="603041" y="52923"/>
                    <a:pt x="581523" y="49176"/>
                    <a:pt x="577139" y="40243"/>
                  </a:cubicBezTo>
                  <a:cubicBezTo>
                    <a:pt x="575937" y="37792"/>
                    <a:pt x="575631" y="34469"/>
                    <a:pt x="576032" y="31688"/>
                  </a:cubicBezTo>
                  <a:cubicBezTo>
                    <a:pt x="577493" y="21625"/>
                    <a:pt x="575160" y="17807"/>
                    <a:pt x="565025" y="17524"/>
                  </a:cubicBezTo>
                  <a:cubicBezTo>
                    <a:pt x="556446" y="17288"/>
                    <a:pt x="547679" y="17665"/>
                    <a:pt x="539242" y="19173"/>
                  </a:cubicBezTo>
                  <a:cubicBezTo>
                    <a:pt x="522791" y="22096"/>
                    <a:pt x="507189" y="27587"/>
                    <a:pt x="494674" y="39348"/>
                  </a:cubicBezTo>
                  <a:cubicBezTo>
                    <a:pt x="492058" y="41799"/>
                    <a:pt x="490361" y="45264"/>
                    <a:pt x="488263" y="48280"/>
                  </a:cubicBezTo>
                  <a:cubicBezTo>
                    <a:pt x="488735" y="49176"/>
                    <a:pt x="489230" y="50071"/>
                    <a:pt x="489701" y="50967"/>
                  </a:cubicBezTo>
                  <a:cubicBezTo>
                    <a:pt x="503559" y="49647"/>
                    <a:pt x="517441" y="48351"/>
                    <a:pt x="531299" y="47031"/>
                  </a:cubicBezTo>
                  <a:cubicBezTo>
                    <a:pt x="526114" y="50519"/>
                    <a:pt x="520646" y="52711"/>
                    <a:pt x="515697" y="55799"/>
                  </a:cubicBezTo>
                  <a:cubicBezTo>
                    <a:pt x="509734" y="59522"/>
                    <a:pt x="510017" y="64118"/>
                    <a:pt x="516592" y="66475"/>
                  </a:cubicBezTo>
                  <a:cubicBezTo>
                    <a:pt x="522791" y="68690"/>
                    <a:pt x="529508" y="70647"/>
                    <a:pt x="535989" y="70694"/>
                  </a:cubicBezTo>
                  <a:cubicBezTo>
                    <a:pt x="559699" y="70835"/>
                    <a:pt x="583432" y="70317"/>
                    <a:pt x="607165" y="69680"/>
                  </a:cubicBezTo>
                  <a:cubicBezTo>
                    <a:pt x="620411" y="69327"/>
                    <a:pt x="633632" y="68313"/>
                    <a:pt x="646854" y="67583"/>
                  </a:cubicBezTo>
                  <a:cubicBezTo>
                    <a:pt x="635494" y="71872"/>
                    <a:pt x="623946" y="74959"/>
                    <a:pt x="612350" y="77835"/>
                  </a:cubicBezTo>
                  <a:cubicBezTo>
                    <a:pt x="578648" y="86154"/>
                    <a:pt x="544851" y="92942"/>
                    <a:pt x="509875" y="85895"/>
                  </a:cubicBezTo>
                  <a:cubicBezTo>
                    <a:pt x="505115" y="84929"/>
                    <a:pt x="499812" y="84952"/>
                    <a:pt x="495145" y="86060"/>
                  </a:cubicBezTo>
                  <a:cubicBezTo>
                    <a:pt x="491869" y="86838"/>
                    <a:pt x="487580" y="89690"/>
                    <a:pt x="486614" y="92589"/>
                  </a:cubicBezTo>
                  <a:cubicBezTo>
                    <a:pt x="484233" y="99683"/>
                    <a:pt x="479331" y="103430"/>
                    <a:pt x="472921" y="104773"/>
                  </a:cubicBezTo>
                  <a:cubicBezTo>
                    <a:pt x="466227" y="106187"/>
                    <a:pt x="459227" y="106541"/>
                    <a:pt x="452345" y="106494"/>
                  </a:cubicBezTo>
                  <a:cubicBezTo>
                    <a:pt x="440656" y="106447"/>
                    <a:pt x="437050" y="101686"/>
                    <a:pt x="440019" y="90467"/>
                  </a:cubicBezTo>
                  <a:cubicBezTo>
                    <a:pt x="448150" y="59829"/>
                    <a:pt x="463022" y="33338"/>
                    <a:pt x="487981" y="13022"/>
                  </a:cubicBezTo>
                  <a:cubicBezTo>
                    <a:pt x="491327" y="10288"/>
                    <a:pt x="493731" y="6399"/>
                    <a:pt x="497431" y="2039"/>
                  </a:cubicBezTo>
                  <a:cubicBezTo>
                    <a:pt x="493401" y="955"/>
                    <a:pt x="491469" y="-129"/>
                    <a:pt x="489654" y="12"/>
                  </a:cubicBezTo>
                  <a:cubicBezTo>
                    <a:pt x="470658" y="1544"/>
                    <a:pt x="451780" y="4090"/>
                    <a:pt x="434999" y="13941"/>
                  </a:cubicBezTo>
                  <a:cubicBezTo>
                    <a:pt x="427316" y="18466"/>
                    <a:pt x="425454" y="25136"/>
                    <a:pt x="427599" y="33856"/>
                  </a:cubicBezTo>
                  <a:cubicBezTo>
                    <a:pt x="428353" y="36944"/>
                    <a:pt x="429366" y="40149"/>
                    <a:pt x="429296" y="43260"/>
                  </a:cubicBezTo>
                  <a:cubicBezTo>
                    <a:pt x="429107" y="51179"/>
                    <a:pt x="422862" y="55469"/>
                    <a:pt x="416192" y="51462"/>
                  </a:cubicBezTo>
                  <a:cubicBezTo>
                    <a:pt x="410960" y="48351"/>
                    <a:pt x="406293" y="43519"/>
                    <a:pt x="402852" y="38429"/>
                  </a:cubicBezTo>
                  <a:cubicBezTo>
                    <a:pt x="399623" y="33644"/>
                    <a:pt x="396677" y="29520"/>
                    <a:pt x="390667" y="28789"/>
                  </a:cubicBezTo>
                  <a:cubicBezTo>
                    <a:pt x="370257" y="26291"/>
                    <a:pt x="351355" y="30510"/>
                    <a:pt x="334834" y="42860"/>
                  </a:cubicBezTo>
                  <a:cubicBezTo>
                    <a:pt x="332359" y="44721"/>
                    <a:pt x="330969" y="50307"/>
                    <a:pt x="331652" y="53654"/>
                  </a:cubicBezTo>
                  <a:cubicBezTo>
                    <a:pt x="332878" y="59734"/>
                    <a:pt x="330545" y="62775"/>
                    <a:pt x="325619" y="64519"/>
                  </a:cubicBezTo>
                  <a:cubicBezTo>
                    <a:pt x="322414" y="65650"/>
                    <a:pt x="318878" y="65886"/>
                    <a:pt x="315461" y="66357"/>
                  </a:cubicBezTo>
                  <a:cubicBezTo>
                    <a:pt x="308862" y="67253"/>
                    <a:pt x="302145" y="67535"/>
                    <a:pt x="295687" y="68973"/>
                  </a:cubicBezTo>
                  <a:cubicBezTo>
                    <a:pt x="253264" y="78495"/>
                    <a:pt x="213411" y="94851"/>
                    <a:pt x="175018" y="115026"/>
                  </a:cubicBezTo>
                  <a:cubicBezTo>
                    <a:pt x="162668" y="121507"/>
                    <a:pt x="151473" y="129284"/>
                    <a:pt x="143154" y="141021"/>
                  </a:cubicBezTo>
                  <a:cubicBezTo>
                    <a:pt x="138534" y="147526"/>
                    <a:pt x="132100" y="151863"/>
                    <a:pt x="122885" y="150873"/>
                  </a:cubicBezTo>
                  <a:cubicBezTo>
                    <a:pt x="116074" y="150142"/>
                    <a:pt x="112633" y="155233"/>
                    <a:pt x="109804" y="163505"/>
                  </a:cubicBezTo>
                  <a:cubicBezTo>
                    <a:pt x="117276" y="161832"/>
                    <a:pt x="123380" y="161337"/>
                    <a:pt x="128824" y="159122"/>
                  </a:cubicBezTo>
                  <a:cubicBezTo>
                    <a:pt x="159651" y="146560"/>
                    <a:pt x="190290" y="133527"/>
                    <a:pt x="221070" y="120776"/>
                  </a:cubicBezTo>
                  <a:cubicBezTo>
                    <a:pt x="251355" y="108238"/>
                    <a:pt x="281381" y="95040"/>
                    <a:pt x="313717" y="88040"/>
                  </a:cubicBezTo>
                  <a:cubicBezTo>
                    <a:pt x="331016" y="84293"/>
                    <a:pt x="346053" y="75855"/>
                    <a:pt x="355739" y="59970"/>
                  </a:cubicBezTo>
                  <a:cubicBezTo>
                    <a:pt x="357035" y="57825"/>
                    <a:pt x="359133" y="56176"/>
                    <a:pt x="361113" y="53984"/>
                  </a:cubicBezTo>
                  <a:cubicBezTo>
                    <a:pt x="370328" y="73098"/>
                    <a:pt x="359793" y="94922"/>
                    <a:pt x="339053" y="102110"/>
                  </a:cubicBezTo>
                  <a:cubicBezTo>
                    <a:pt x="310630" y="111962"/>
                    <a:pt x="281853" y="120988"/>
                    <a:pt x="253995" y="132254"/>
                  </a:cubicBezTo>
                  <a:cubicBezTo>
                    <a:pt x="218784" y="146466"/>
                    <a:pt x="184280" y="162421"/>
                    <a:pt x="149635" y="178000"/>
                  </a:cubicBezTo>
                  <a:cubicBezTo>
                    <a:pt x="143012" y="180969"/>
                    <a:pt x="136625" y="184623"/>
                    <a:pt x="133561" y="192471"/>
                  </a:cubicBezTo>
                  <a:cubicBezTo>
                    <a:pt x="132477" y="195275"/>
                    <a:pt x="128093" y="197609"/>
                    <a:pt x="124747" y="198528"/>
                  </a:cubicBezTo>
                  <a:cubicBezTo>
                    <a:pt x="118619" y="200225"/>
                    <a:pt x="111973" y="200060"/>
                    <a:pt x="105869" y="201827"/>
                  </a:cubicBezTo>
                  <a:cubicBezTo>
                    <a:pt x="96536" y="204514"/>
                    <a:pt x="87203" y="207578"/>
                    <a:pt x="78412" y="211679"/>
                  </a:cubicBezTo>
                  <a:cubicBezTo>
                    <a:pt x="73392" y="214012"/>
                    <a:pt x="70846" y="219409"/>
                    <a:pt x="70493" y="226598"/>
                  </a:cubicBezTo>
                  <a:cubicBezTo>
                    <a:pt x="74617" y="224759"/>
                    <a:pt x="77587" y="222803"/>
                    <a:pt x="80816" y="222120"/>
                  </a:cubicBezTo>
                  <a:cubicBezTo>
                    <a:pt x="84586" y="221342"/>
                    <a:pt x="88569" y="221719"/>
                    <a:pt x="92458" y="221578"/>
                  </a:cubicBezTo>
                  <a:cubicBezTo>
                    <a:pt x="92364" y="225961"/>
                    <a:pt x="93000" y="230510"/>
                    <a:pt x="91916" y="234634"/>
                  </a:cubicBezTo>
                  <a:cubicBezTo>
                    <a:pt x="91186" y="237439"/>
                    <a:pt x="88475" y="240220"/>
                    <a:pt x="85930" y="241964"/>
                  </a:cubicBezTo>
                  <a:cubicBezTo>
                    <a:pt x="77822" y="247526"/>
                    <a:pt x="69762" y="253418"/>
                    <a:pt x="60947" y="257590"/>
                  </a:cubicBezTo>
                  <a:cubicBezTo>
                    <a:pt x="51756" y="261950"/>
                    <a:pt x="41692" y="264425"/>
                    <a:pt x="30827" y="255964"/>
                  </a:cubicBezTo>
                  <a:cubicBezTo>
                    <a:pt x="33231" y="271754"/>
                    <a:pt x="38605" y="284246"/>
                    <a:pt x="47372" y="296100"/>
                  </a:cubicBezTo>
                  <a:cubicBezTo>
                    <a:pt x="50931" y="293437"/>
                    <a:pt x="54042" y="291410"/>
                    <a:pt x="56776" y="288983"/>
                  </a:cubicBezTo>
                  <a:cubicBezTo>
                    <a:pt x="76008" y="271849"/>
                    <a:pt x="94980" y="254432"/>
                    <a:pt x="114353" y="237463"/>
                  </a:cubicBezTo>
                  <a:cubicBezTo>
                    <a:pt x="174193" y="185070"/>
                    <a:pt x="241740" y="146772"/>
                    <a:pt x="318973" y="126433"/>
                  </a:cubicBezTo>
                  <a:cubicBezTo>
                    <a:pt x="323026" y="125372"/>
                    <a:pt x="327269" y="124948"/>
                    <a:pt x="331440" y="124241"/>
                  </a:cubicBezTo>
                  <a:cubicBezTo>
                    <a:pt x="331770" y="124995"/>
                    <a:pt x="332124" y="125749"/>
                    <a:pt x="332454" y="126527"/>
                  </a:cubicBezTo>
                  <a:cubicBezTo>
                    <a:pt x="329178" y="129261"/>
                    <a:pt x="326232" y="132607"/>
                    <a:pt x="322555" y="134658"/>
                  </a:cubicBezTo>
                  <a:cubicBezTo>
                    <a:pt x="303135" y="145452"/>
                    <a:pt x="283903" y="156671"/>
                    <a:pt x="263894" y="166286"/>
                  </a:cubicBezTo>
                  <a:cubicBezTo>
                    <a:pt x="243743" y="175973"/>
                    <a:pt x="223568" y="185966"/>
                    <a:pt x="200778" y="189053"/>
                  </a:cubicBezTo>
                  <a:cubicBezTo>
                    <a:pt x="196583" y="189619"/>
                    <a:pt x="192741" y="195275"/>
                    <a:pt x="189394" y="199164"/>
                  </a:cubicBezTo>
                  <a:cubicBezTo>
                    <a:pt x="185836" y="203265"/>
                    <a:pt x="183903" y="209228"/>
                    <a:pt x="179731" y="212268"/>
                  </a:cubicBezTo>
                  <a:cubicBezTo>
                    <a:pt x="173674" y="216699"/>
                    <a:pt x="166085" y="218985"/>
                    <a:pt x="159416" y="222638"/>
                  </a:cubicBezTo>
                  <a:cubicBezTo>
                    <a:pt x="154278" y="225443"/>
                    <a:pt x="148975" y="228365"/>
                    <a:pt x="144827" y="232372"/>
                  </a:cubicBezTo>
                  <a:cubicBezTo>
                    <a:pt x="142753" y="234399"/>
                    <a:pt x="141928" y="239207"/>
                    <a:pt x="142611" y="242294"/>
                  </a:cubicBezTo>
                  <a:cubicBezTo>
                    <a:pt x="144379" y="250519"/>
                    <a:pt x="142682" y="253371"/>
                    <a:pt x="134693" y="255304"/>
                  </a:cubicBezTo>
                  <a:cubicBezTo>
                    <a:pt x="129083" y="256671"/>
                    <a:pt x="123026" y="258344"/>
                    <a:pt x="118501" y="261714"/>
                  </a:cubicBezTo>
                  <a:cubicBezTo>
                    <a:pt x="82347" y="288676"/>
                    <a:pt x="51143" y="320706"/>
                    <a:pt x="23757" y="356482"/>
                  </a:cubicBezTo>
                  <a:cubicBezTo>
                    <a:pt x="20646" y="360536"/>
                    <a:pt x="18784" y="365556"/>
                    <a:pt x="16333" y="370128"/>
                  </a:cubicBezTo>
                  <a:cubicBezTo>
                    <a:pt x="17040" y="370741"/>
                    <a:pt x="17770" y="371377"/>
                    <a:pt x="18478" y="371990"/>
                  </a:cubicBezTo>
                  <a:cubicBezTo>
                    <a:pt x="22225" y="369515"/>
                    <a:pt x="26302" y="367418"/>
                    <a:pt x="29696" y="364542"/>
                  </a:cubicBezTo>
                  <a:cubicBezTo>
                    <a:pt x="58308" y="340126"/>
                    <a:pt x="86731" y="315450"/>
                    <a:pt x="115367" y="291057"/>
                  </a:cubicBezTo>
                  <a:cubicBezTo>
                    <a:pt x="138346" y="271495"/>
                    <a:pt x="161537" y="252122"/>
                    <a:pt x="184775" y="232843"/>
                  </a:cubicBezTo>
                  <a:cubicBezTo>
                    <a:pt x="189701" y="228742"/>
                    <a:pt x="196041" y="225348"/>
                    <a:pt x="201273" y="231288"/>
                  </a:cubicBezTo>
                  <a:cubicBezTo>
                    <a:pt x="205892" y="236520"/>
                    <a:pt x="201815" y="242506"/>
                    <a:pt x="198185" y="246560"/>
                  </a:cubicBezTo>
                  <a:cubicBezTo>
                    <a:pt x="188452" y="257378"/>
                    <a:pt x="178977" y="268761"/>
                    <a:pt x="167688" y="277788"/>
                  </a:cubicBezTo>
                  <a:cubicBezTo>
                    <a:pt x="128188" y="309416"/>
                    <a:pt x="89984" y="342459"/>
                    <a:pt x="55503" y="379508"/>
                  </a:cubicBezTo>
                  <a:cubicBezTo>
                    <a:pt x="38346" y="397962"/>
                    <a:pt x="22626" y="417760"/>
                    <a:pt x="6599" y="437251"/>
                  </a:cubicBezTo>
                  <a:cubicBezTo>
                    <a:pt x="3559" y="440951"/>
                    <a:pt x="2168" y="446018"/>
                    <a:pt x="0" y="450472"/>
                  </a:cubicBezTo>
                  <a:cubicBezTo>
                    <a:pt x="660" y="451062"/>
                    <a:pt x="1343" y="451674"/>
                    <a:pt x="2003" y="452263"/>
                  </a:cubicBezTo>
                  <a:cubicBezTo>
                    <a:pt x="5468" y="450590"/>
                    <a:pt x="9144" y="449247"/>
                    <a:pt x="12020" y="446890"/>
                  </a:cubicBezTo>
                  <a:close/>
                  <a:moveTo>
                    <a:pt x="522508" y="114248"/>
                  </a:moveTo>
                  <a:cubicBezTo>
                    <a:pt x="571342" y="111042"/>
                    <a:pt x="620198" y="107366"/>
                    <a:pt x="669103" y="105905"/>
                  </a:cubicBezTo>
                  <a:cubicBezTo>
                    <a:pt x="702428" y="104915"/>
                    <a:pt x="735966" y="106022"/>
                    <a:pt x="769197" y="108662"/>
                  </a:cubicBezTo>
                  <a:cubicBezTo>
                    <a:pt x="788429" y="110194"/>
                    <a:pt x="807354" y="116204"/>
                    <a:pt x="826232" y="120988"/>
                  </a:cubicBezTo>
                  <a:cubicBezTo>
                    <a:pt x="842447" y="125089"/>
                    <a:pt x="858403" y="130180"/>
                    <a:pt x="874406" y="135035"/>
                  </a:cubicBezTo>
                  <a:cubicBezTo>
                    <a:pt x="877187" y="135883"/>
                    <a:pt x="879803" y="137486"/>
                    <a:pt x="882325" y="138994"/>
                  </a:cubicBezTo>
                  <a:cubicBezTo>
                    <a:pt x="892435" y="145004"/>
                    <a:pt x="893449" y="150944"/>
                    <a:pt x="886166" y="160088"/>
                  </a:cubicBezTo>
                  <a:cubicBezTo>
                    <a:pt x="879190" y="168879"/>
                    <a:pt x="865733" y="172343"/>
                    <a:pt x="856918" y="161879"/>
                  </a:cubicBezTo>
                  <a:cubicBezTo>
                    <a:pt x="848622" y="152051"/>
                    <a:pt x="835165" y="150236"/>
                    <a:pt x="823145" y="148540"/>
                  </a:cubicBezTo>
                  <a:cubicBezTo>
                    <a:pt x="786520" y="143355"/>
                    <a:pt x="749824" y="137392"/>
                    <a:pt x="712963" y="135294"/>
                  </a:cubicBezTo>
                  <a:cubicBezTo>
                    <a:pt x="656659" y="132089"/>
                    <a:pt x="600189" y="131971"/>
                    <a:pt x="543790" y="130251"/>
                  </a:cubicBezTo>
                  <a:cubicBezTo>
                    <a:pt x="531959" y="129897"/>
                    <a:pt x="520128" y="128530"/>
                    <a:pt x="508344" y="127281"/>
                  </a:cubicBezTo>
                  <a:cubicBezTo>
                    <a:pt x="505091" y="126927"/>
                    <a:pt x="501980" y="125348"/>
                    <a:pt x="497243" y="123840"/>
                  </a:cubicBezTo>
                  <a:cubicBezTo>
                    <a:pt x="505233" y="115450"/>
                    <a:pt x="514212" y="114790"/>
                    <a:pt x="522508" y="114248"/>
                  </a:cubicBezTo>
                  <a:close/>
                  <a:moveTo>
                    <a:pt x="214188" y="222379"/>
                  </a:moveTo>
                  <a:cubicBezTo>
                    <a:pt x="222956" y="215615"/>
                    <a:pt x="231652" y="208544"/>
                    <a:pt x="241150" y="202959"/>
                  </a:cubicBezTo>
                  <a:cubicBezTo>
                    <a:pt x="275631" y="182690"/>
                    <a:pt x="311242" y="164707"/>
                    <a:pt x="349847" y="153489"/>
                  </a:cubicBezTo>
                  <a:cubicBezTo>
                    <a:pt x="356281" y="151627"/>
                    <a:pt x="363210" y="151415"/>
                    <a:pt x="369927" y="150449"/>
                  </a:cubicBezTo>
                  <a:cubicBezTo>
                    <a:pt x="370399" y="151344"/>
                    <a:pt x="370870" y="152216"/>
                    <a:pt x="371365" y="153112"/>
                  </a:cubicBezTo>
                  <a:cubicBezTo>
                    <a:pt x="367806" y="156435"/>
                    <a:pt x="364648" y="160465"/>
                    <a:pt x="360571" y="162963"/>
                  </a:cubicBezTo>
                  <a:cubicBezTo>
                    <a:pt x="344803" y="172626"/>
                    <a:pt x="329083" y="182431"/>
                    <a:pt x="312751" y="191033"/>
                  </a:cubicBezTo>
                  <a:cubicBezTo>
                    <a:pt x="283550" y="206447"/>
                    <a:pt x="253854" y="220894"/>
                    <a:pt x="222036" y="230345"/>
                  </a:cubicBezTo>
                  <a:cubicBezTo>
                    <a:pt x="218407" y="231429"/>
                    <a:pt x="214518" y="231618"/>
                    <a:pt x="210747" y="232207"/>
                  </a:cubicBezTo>
                  <a:cubicBezTo>
                    <a:pt x="210205" y="231382"/>
                    <a:pt x="209640" y="230581"/>
                    <a:pt x="209098" y="229756"/>
                  </a:cubicBezTo>
                  <a:cubicBezTo>
                    <a:pt x="210771" y="227234"/>
                    <a:pt x="211949" y="224123"/>
                    <a:pt x="214188" y="22237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12" name="Google Shape;1712;p47"/>
            <p:cNvSpPr/>
            <p:nvPr/>
          </p:nvSpPr>
          <p:spPr>
            <a:xfrm>
              <a:off x="169229" y="2355877"/>
              <a:ext cx="1154991" cy="545553"/>
            </a:xfrm>
            <a:custGeom>
              <a:rect b="b" l="l" r="r" t="t"/>
              <a:pathLst>
                <a:path extrusionOk="0" h="545553" w="1154991">
                  <a:moveTo>
                    <a:pt x="21541" y="418383"/>
                  </a:moveTo>
                  <a:cubicBezTo>
                    <a:pt x="22083" y="410606"/>
                    <a:pt x="27032" y="407024"/>
                    <a:pt x="33584" y="405138"/>
                  </a:cubicBezTo>
                  <a:cubicBezTo>
                    <a:pt x="37331" y="404077"/>
                    <a:pt x="41338" y="403960"/>
                    <a:pt x="45227" y="403488"/>
                  </a:cubicBezTo>
                  <a:cubicBezTo>
                    <a:pt x="55832" y="402192"/>
                    <a:pt x="58778" y="397950"/>
                    <a:pt x="59415" y="387627"/>
                  </a:cubicBezTo>
                  <a:cubicBezTo>
                    <a:pt x="59792" y="381263"/>
                    <a:pt x="61748" y="374429"/>
                    <a:pt x="64906" y="368890"/>
                  </a:cubicBezTo>
                  <a:cubicBezTo>
                    <a:pt x="75818" y="349729"/>
                    <a:pt x="90831" y="333986"/>
                    <a:pt x="108625" y="320999"/>
                  </a:cubicBezTo>
                  <a:cubicBezTo>
                    <a:pt x="111760" y="318713"/>
                    <a:pt x="115389" y="316686"/>
                    <a:pt x="119090" y="315697"/>
                  </a:cubicBezTo>
                  <a:cubicBezTo>
                    <a:pt x="121729" y="314990"/>
                    <a:pt x="126207" y="315202"/>
                    <a:pt x="127456" y="316851"/>
                  </a:cubicBezTo>
                  <a:cubicBezTo>
                    <a:pt x="128776" y="318619"/>
                    <a:pt x="128399" y="323545"/>
                    <a:pt x="126796" y="325289"/>
                  </a:cubicBezTo>
                  <a:cubicBezTo>
                    <a:pt x="122342" y="330120"/>
                    <a:pt x="117133" y="334433"/>
                    <a:pt x="111713" y="338204"/>
                  </a:cubicBezTo>
                  <a:cubicBezTo>
                    <a:pt x="100824" y="345793"/>
                    <a:pt x="91043" y="354513"/>
                    <a:pt x="89441" y="368254"/>
                  </a:cubicBezTo>
                  <a:cubicBezTo>
                    <a:pt x="87673" y="383502"/>
                    <a:pt x="80791" y="395781"/>
                    <a:pt x="71387" y="407259"/>
                  </a:cubicBezTo>
                  <a:cubicBezTo>
                    <a:pt x="44496" y="440090"/>
                    <a:pt x="23921" y="476456"/>
                    <a:pt x="11147" y="516993"/>
                  </a:cubicBezTo>
                  <a:cubicBezTo>
                    <a:pt x="9403" y="522532"/>
                    <a:pt x="8366" y="528706"/>
                    <a:pt x="8884" y="534410"/>
                  </a:cubicBezTo>
                  <a:cubicBezTo>
                    <a:pt x="9262" y="538487"/>
                    <a:pt x="12373" y="545086"/>
                    <a:pt x="15036" y="545487"/>
                  </a:cubicBezTo>
                  <a:cubicBezTo>
                    <a:pt x="18760" y="546053"/>
                    <a:pt x="24581" y="542918"/>
                    <a:pt x="27008" y="539548"/>
                  </a:cubicBezTo>
                  <a:cubicBezTo>
                    <a:pt x="30779" y="534316"/>
                    <a:pt x="34150" y="527717"/>
                    <a:pt x="34668" y="521447"/>
                  </a:cubicBezTo>
                  <a:cubicBezTo>
                    <a:pt x="35823" y="507424"/>
                    <a:pt x="41149" y="495098"/>
                    <a:pt x="47395" y="483055"/>
                  </a:cubicBezTo>
                  <a:cubicBezTo>
                    <a:pt x="70586" y="438275"/>
                    <a:pt x="99881" y="397526"/>
                    <a:pt x="130827" y="357931"/>
                  </a:cubicBezTo>
                  <a:cubicBezTo>
                    <a:pt x="155102" y="326868"/>
                    <a:pt x="180037" y="296253"/>
                    <a:pt x="210723" y="271223"/>
                  </a:cubicBezTo>
                  <a:cubicBezTo>
                    <a:pt x="269596" y="223215"/>
                    <a:pt x="333773" y="183267"/>
                    <a:pt x="401296" y="148668"/>
                  </a:cubicBezTo>
                  <a:cubicBezTo>
                    <a:pt x="413716" y="142305"/>
                    <a:pt x="427268" y="138039"/>
                    <a:pt x="440631" y="133797"/>
                  </a:cubicBezTo>
                  <a:cubicBezTo>
                    <a:pt x="443766" y="132807"/>
                    <a:pt x="449634" y="134740"/>
                    <a:pt x="451614" y="137332"/>
                  </a:cubicBezTo>
                  <a:cubicBezTo>
                    <a:pt x="453523" y="139830"/>
                    <a:pt x="453122" y="145322"/>
                    <a:pt x="451850" y="148810"/>
                  </a:cubicBezTo>
                  <a:cubicBezTo>
                    <a:pt x="449516" y="155173"/>
                    <a:pt x="444049" y="158308"/>
                    <a:pt x="437355" y="160170"/>
                  </a:cubicBezTo>
                  <a:cubicBezTo>
                    <a:pt x="426726" y="163116"/>
                    <a:pt x="416120" y="166439"/>
                    <a:pt x="405986" y="170752"/>
                  </a:cubicBezTo>
                  <a:cubicBezTo>
                    <a:pt x="396252" y="174900"/>
                    <a:pt x="386684" y="179826"/>
                    <a:pt x="377893" y="185671"/>
                  </a:cubicBezTo>
                  <a:cubicBezTo>
                    <a:pt x="349469" y="204502"/>
                    <a:pt x="321447" y="223969"/>
                    <a:pt x="293188" y="243059"/>
                  </a:cubicBezTo>
                  <a:cubicBezTo>
                    <a:pt x="289370" y="245652"/>
                    <a:pt x="284115" y="250177"/>
                    <a:pt x="281145" y="249140"/>
                  </a:cubicBezTo>
                  <a:cubicBezTo>
                    <a:pt x="274758" y="246948"/>
                    <a:pt x="272024" y="250554"/>
                    <a:pt x="268654" y="253618"/>
                  </a:cubicBezTo>
                  <a:cubicBezTo>
                    <a:pt x="213410" y="303488"/>
                    <a:pt x="161913" y="357035"/>
                    <a:pt x="112679" y="412751"/>
                  </a:cubicBezTo>
                  <a:cubicBezTo>
                    <a:pt x="102898" y="423828"/>
                    <a:pt x="94531" y="436177"/>
                    <a:pt x="85882" y="448197"/>
                  </a:cubicBezTo>
                  <a:cubicBezTo>
                    <a:pt x="84232" y="450483"/>
                    <a:pt x="84044" y="453971"/>
                    <a:pt x="83714" y="456965"/>
                  </a:cubicBezTo>
                  <a:cubicBezTo>
                    <a:pt x="83360" y="459934"/>
                    <a:pt x="84704" y="463493"/>
                    <a:pt x="83478" y="465873"/>
                  </a:cubicBezTo>
                  <a:cubicBezTo>
                    <a:pt x="80768" y="471106"/>
                    <a:pt x="76525" y="475513"/>
                    <a:pt x="73674" y="480674"/>
                  </a:cubicBezTo>
                  <a:cubicBezTo>
                    <a:pt x="70492" y="486449"/>
                    <a:pt x="67452" y="492482"/>
                    <a:pt x="65778" y="498798"/>
                  </a:cubicBezTo>
                  <a:cubicBezTo>
                    <a:pt x="65024" y="501650"/>
                    <a:pt x="66815" y="506529"/>
                    <a:pt x="69125" y="508438"/>
                  </a:cubicBezTo>
                  <a:cubicBezTo>
                    <a:pt x="71034" y="509993"/>
                    <a:pt x="76266" y="509734"/>
                    <a:pt x="78576" y="508155"/>
                  </a:cubicBezTo>
                  <a:cubicBezTo>
                    <a:pt x="83124" y="505020"/>
                    <a:pt x="87225" y="500825"/>
                    <a:pt x="90548" y="496347"/>
                  </a:cubicBezTo>
                  <a:cubicBezTo>
                    <a:pt x="101296" y="481876"/>
                    <a:pt x="103393" y="481711"/>
                    <a:pt x="114635" y="496017"/>
                  </a:cubicBezTo>
                  <a:cubicBezTo>
                    <a:pt x="114942" y="496418"/>
                    <a:pt x="115224" y="496819"/>
                    <a:pt x="115554" y="497196"/>
                  </a:cubicBezTo>
                  <a:cubicBezTo>
                    <a:pt x="120386" y="502781"/>
                    <a:pt x="124227" y="502993"/>
                    <a:pt x="129035" y="497573"/>
                  </a:cubicBezTo>
                  <a:cubicBezTo>
                    <a:pt x="131157" y="495192"/>
                    <a:pt x="133231" y="492553"/>
                    <a:pt x="134503" y="489677"/>
                  </a:cubicBezTo>
                  <a:cubicBezTo>
                    <a:pt x="141126" y="474547"/>
                    <a:pt x="147607" y="459345"/>
                    <a:pt x="153829" y="444049"/>
                  </a:cubicBezTo>
                  <a:cubicBezTo>
                    <a:pt x="155102" y="440938"/>
                    <a:pt x="155055" y="437262"/>
                    <a:pt x="155620" y="433844"/>
                  </a:cubicBezTo>
                  <a:cubicBezTo>
                    <a:pt x="139570" y="445652"/>
                    <a:pt x="135658" y="466651"/>
                    <a:pt x="118335" y="477398"/>
                  </a:cubicBezTo>
                  <a:cubicBezTo>
                    <a:pt x="117133" y="473533"/>
                    <a:pt x="116285" y="469762"/>
                    <a:pt x="117275" y="466533"/>
                  </a:cubicBezTo>
                  <a:cubicBezTo>
                    <a:pt x="122177" y="450295"/>
                    <a:pt x="125830" y="433373"/>
                    <a:pt x="133160" y="418266"/>
                  </a:cubicBezTo>
                  <a:cubicBezTo>
                    <a:pt x="144496" y="394909"/>
                    <a:pt x="163092" y="376479"/>
                    <a:pt x="181357" y="358355"/>
                  </a:cubicBezTo>
                  <a:cubicBezTo>
                    <a:pt x="239288" y="300943"/>
                    <a:pt x="303464" y="251402"/>
                    <a:pt x="372920" y="208815"/>
                  </a:cubicBezTo>
                  <a:cubicBezTo>
                    <a:pt x="400518" y="191893"/>
                    <a:pt x="428989" y="176479"/>
                    <a:pt x="460523" y="167759"/>
                  </a:cubicBezTo>
                  <a:cubicBezTo>
                    <a:pt x="467876" y="165732"/>
                    <a:pt x="475300" y="163729"/>
                    <a:pt x="482300" y="160759"/>
                  </a:cubicBezTo>
                  <a:cubicBezTo>
                    <a:pt x="489182" y="157860"/>
                    <a:pt x="489253" y="153971"/>
                    <a:pt x="483290" y="149234"/>
                  </a:cubicBezTo>
                  <a:cubicBezTo>
                    <a:pt x="479613" y="146312"/>
                    <a:pt x="475607" y="143766"/>
                    <a:pt x="472166" y="140608"/>
                  </a:cubicBezTo>
                  <a:cubicBezTo>
                    <a:pt x="467923" y="136696"/>
                    <a:pt x="466509" y="131652"/>
                    <a:pt x="469927" y="126585"/>
                  </a:cubicBezTo>
                  <a:cubicBezTo>
                    <a:pt x="478411" y="114000"/>
                    <a:pt x="488828" y="107306"/>
                    <a:pt x="502451" y="121306"/>
                  </a:cubicBezTo>
                  <a:cubicBezTo>
                    <a:pt x="506080" y="125030"/>
                    <a:pt x="509191" y="129295"/>
                    <a:pt x="513104" y="132689"/>
                  </a:cubicBezTo>
                  <a:cubicBezTo>
                    <a:pt x="517912" y="136884"/>
                    <a:pt x="522908" y="141150"/>
                    <a:pt x="528494" y="144096"/>
                  </a:cubicBezTo>
                  <a:cubicBezTo>
                    <a:pt x="538180" y="149234"/>
                    <a:pt x="546052" y="145063"/>
                    <a:pt x="546641" y="133962"/>
                  </a:cubicBezTo>
                  <a:cubicBezTo>
                    <a:pt x="547348" y="120222"/>
                    <a:pt x="554914" y="113128"/>
                    <a:pt x="567146" y="110582"/>
                  </a:cubicBezTo>
                  <a:cubicBezTo>
                    <a:pt x="581357" y="107636"/>
                    <a:pt x="595757" y="104478"/>
                    <a:pt x="610181" y="103912"/>
                  </a:cubicBezTo>
                  <a:cubicBezTo>
                    <a:pt x="629908" y="103135"/>
                    <a:pt x="649729" y="104502"/>
                    <a:pt x="669503" y="105374"/>
                  </a:cubicBezTo>
                  <a:cubicBezTo>
                    <a:pt x="680038" y="105845"/>
                    <a:pt x="689583" y="103465"/>
                    <a:pt x="695970" y="95051"/>
                  </a:cubicBezTo>
                  <a:cubicBezTo>
                    <a:pt x="699057" y="90950"/>
                    <a:pt x="699363" y="84751"/>
                    <a:pt x="700919" y="79496"/>
                  </a:cubicBezTo>
                  <a:cubicBezTo>
                    <a:pt x="696323" y="78341"/>
                    <a:pt x="691586" y="75795"/>
                    <a:pt x="687179" y="76290"/>
                  </a:cubicBezTo>
                  <a:cubicBezTo>
                    <a:pt x="671247" y="78058"/>
                    <a:pt x="655432" y="80792"/>
                    <a:pt x="639594" y="83219"/>
                  </a:cubicBezTo>
                  <a:cubicBezTo>
                    <a:pt x="622036" y="85906"/>
                    <a:pt x="604525" y="88805"/>
                    <a:pt x="586943" y="91327"/>
                  </a:cubicBezTo>
                  <a:cubicBezTo>
                    <a:pt x="582182" y="92010"/>
                    <a:pt x="577115" y="91657"/>
                    <a:pt x="575489" y="85741"/>
                  </a:cubicBezTo>
                  <a:cubicBezTo>
                    <a:pt x="573768" y="79496"/>
                    <a:pt x="574758" y="73486"/>
                    <a:pt x="580886" y="70280"/>
                  </a:cubicBezTo>
                  <a:cubicBezTo>
                    <a:pt x="585128" y="68089"/>
                    <a:pt x="590078" y="66627"/>
                    <a:pt x="594838" y="66227"/>
                  </a:cubicBezTo>
                  <a:cubicBezTo>
                    <a:pt x="607565" y="65119"/>
                    <a:pt x="611713" y="62055"/>
                    <a:pt x="615413" y="49540"/>
                  </a:cubicBezTo>
                  <a:cubicBezTo>
                    <a:pt x="617134" y="43719"/>
                    <a:pt x="621093" y="43059"/>
                    <a:pt x="626490" y="44497"/>
                  </a:cubicBezTo>
                  <a:cubicBezTo>
                    <a:pt x="641456" y="48433"/>
                    <a:pt x="656328" y="53029"/>
                    <a:pt x="671553" y="55527"/>
                  </a:cubicBezTo>
                  <a:cubicBezTo>
                    <a:pt x="695663" y="59510"/>
                    <a:pt x="720127" y="61348"/>
                    <a:pt x="744261" y="65284"/>
                  </a:cubicBezTo>
                  <a:cubicBezTo>
                    <a:pt x="798680" y="74146"/>
                    <a:pt x="851614" y="88970"/>
                    <a:pt x="903417" y="107801"/>
                  </a:cubicBezTo>
                  <a:cubicBezTo>
                    <a:pt x="969597" y="131841"/>
                    <a:pt x="1033161" y="161018"/>
                    <a:pt x="1090361" y="202875"/>
                  </a:cubicBezTo>
                  <a:cubicBezTo>
                    <a:pt x="1098044" y="208485"/>
                    <a:pt x="1106859" y="212774"/>
                    <a:pt x="1115626" y="216592"/>
                  </a:cubicBezTo>
                  <a:cubicBezTo>
                    <a:pt x="1124323" y="220363"/>
                    <a:pt x="1132996" y="218501"/>
                    <a:pt x="1139171" y="211124"/>
                  </a:cubicBezTo>
                  <a:cubicBezTo>
                    <a:pt x="1144356" y="204926"/>
                    <a:pt x="1148645" y="197926"/>
                    <a:pt x="1152793" y="190950"/>
                  </a:cubicBezTo>
                  <a:cubicBezTo>
                    <a:pt x="1156116" y="185341"/>
                    <a:pt x="1155692" y="179142"/>
                    <a:pt x="1151379" y="174287"/>
                  </a:cubicBezTo>
                  <a:cubicBezTo>
                    <a:pt x="1141575" y="163210"/>
                    <a:pt x="1131817" y="151992"/>
                    <a:pt x="1121070" y="141881"/>
                  </a:cubicBezTo>
                  <a:cubicBezTo>
                    <a:pt x="1110818" y="132241"/>
                    <a:pt x="1099529" y="123615"/>
                    <a:pt x="1085341" y="120151"/>
                  </a:cubicBezTo>
                  <a:cubicBezTo>
                    <a:pt x="1078459" y="118454"/>
                    <a:pt x="1077021" y="115673"/>
                    <a:pt x="1079732" y="109074"/>
                  </a:cubicBezTo>
                  <a:cubicBezTo>
                    <a:pt x="1083691" y="99505"/>
                    <a:pt x="1091893" y="96701"/>
                    <a:pt x="1102357" y="100306"/>
                  </a:cubicBezTo>
                  <a:cubicBezTo>
                    <a:pt x="1105444" y="101367"/>
                    <a:pt x="1110629" y="101202"/>
                    <a:pt x="1112751" y="99269"/>
                  </a:cubicBezTo>
                  <a:cubicBezTo>
                    <a:pt x="1116498" y="95852"/>
                    <a:pt x="1114188" y="91539"/>
                    <a:pt x="1110771" y="88381"/>
                  </a:cubicBezTo>
                  <a:cubicBezTo>
                    <a:pt x="1107872" y="85694"/>
                    <a:pt x="1105067" y="82842"/>
                    <a:pt x="1101862" y="80556"/>
                  </a:cubicBezTo>
                  <a:cubicBezTo>
                    <a:pt x="1068489" y="56469"/>
                    <a:pt x="1031582" y="39524"/>
                    <a:pt x="992670" y="26774"/>
                  </a:cubicBezTo>
                  <a:cubicBezTo>
                    <a:pt x="988876" y="25524"/>
                    <a:pt x="984634" y="25666"/>
                    <a:pt x="980603" y="25171"/>
                  </a:cubicBezTo>
                  <a:cubicBezTo>
                    <a:pt x="980179" y="25925"/>
                    <a:pt x="979731" y="26679"/>
                    <a:pt x="979307" y="27433"/>
                  </a:cubicBezTo>
                  <a:cubicBezTo>
                    <a:pt x="982560" y="30474"/>
                    <a:pt x="985388" y="34292"/>
                    <a:pt x="989159" y="36413"/>
                  </a:cubicBezTo>
                  <a:cubicBezTo>
                    <a:pt x="1006387" y="46076"/>
                    <a:pt x="1024040" y="54938"/>
                    <a:pt x="1041197" y="64695"/>
                  </a:cubicBezTo>
                  <a:cubicBezTo>
                    <a:pt x="1051874" y="70775"/>
                    <a:pt x="1062197" y="77610"/>
                    <a:pt x="1072143" y="84822"/>
                  </a:cubicBezTo>
                  <a:cubicBezTo>
                    <a:pt x="1074829" y="86778"/>
                    <a:pt x="1075536" y="91421"/>
                    <a:pt x="1077163" y="94839"/>
                  </a:cubicBezTo>
                  <a:cubicBezTo>
                    <a:pt x="1073627" y="96182"/>
                    <a:pt x="1069715" y="99246"/>
                    <a:pt x="1066604" y="98562"/>
                  </a:cubicBezTo>
                  <a:cubicBezTo>
                    <a:pt x="1054184" y="95899"/>
                    <a:pt x="1041504" y="93283"/>
                    <a:pt x="1029837" y="88428"/>
                  </a:cubicBezTo>
                  <a:cubicBezTo>
                    <a:pt x="1008461" y="79566"/>
                    <a:pt x="988216" y="67947"/>
                    <a:pt x="964577" y="65402"/>
                  </a:cubicBezTo>
                  <a:cubicBezTo>
                    <a:pt x="959086" y="64813"/>
                    <a:pt x="953665" y="62008"/>
                    <a:pt x="952793" y="55715"/>
                  </a:cubicBezTo>
                  <a:cubicBezTo>
                    <a:pt x="951614" y="47207"/>
                    <a:pt x="945652" y="44285"/>
                    <a:pt x="938746" y="42517"/>
                  </a:cubicBezTo>
                  <a:cubicBezTo>
                    <a:pt x="932548" y="40938"/>
                    <a:pt x="926114" y="40302"/>
                    <a:pt x="919821" y="39005"/>
                  </a:cubicBezTo>
                  <a:cubicBezTo>
                    <a:pt x="858944" y="26467"/>
                    <a:pt x="798822" y="10181"/>
                    <a:pt x="736955" y="2852"/>
                  </a:cubicBezTo>
                  <a:cubicBezTo>
                    <a:pt x="723898" y="1320"/>
                    <a:pt x="710700" y="919"/>
                    <a:pt x="697572" y="0"/>
                  </a:cubicBezTo>
                  <a:cubicBezTo>
                    <a:pt x="697337" y="1013"/>
                    <a:pt x="697101" y="2027"/>
                    <a:pt x="696865" y="3040"/>
                  </a:cubicBezTo>
                  <a:cubicBezTo>
                    <a:pt x="702357" y="5209"/>
                    <a:pt x="707683" y="7990"/>
                    <a:pt x="713339" y="9427"/>
                  </a:cubicBezTo>
                  <a:cubicBezTo>
                    <a:pt x="744402" y="17323"/>
                    <a:pt x="775725" y="24205"/>
                    <a:pt x="806599" y="32736"/>
                  </a:cubicBezTo>
                  <a:cubicBezTo>
                    <a:pt x="897007" y="57719"/>
                    <a:pt x="983927" y="92010"/>
                    <a:pt x="1068112" y="133161"/>
                  </a:cubicBezTo>
                  <a:cubicBezTo>
                    <a:pt x="1088240" y="142989"/>
                    <a:pt x="1107471" y="154891"/>
                    <a:pt x="1126232" y="167170"/>
                  </a:cubicBezTo>
                  <a:cubicBezTo>
                    <a:pt x="1132571" y="171318"/>
                    <a:pt x="1137144" y="179095"/>
                    <a:pt x="1140820" y="186095"/>
                  </a:cubicBezTo>
                  <a:cubicBezTo>
                    <a:pt x="1144143" y="192411"/>
                    <a:pt x="1140891" y="196111"/>
                    <a:pt x="1133773" y="195569"/>
                  </a:cubicBezTo>
                  <a:cubicBezTo>
                    <a:pt x="1129908" y="195263"/>
                    <a:pt x="1125737" y="194650"/>
                    <a:pt x="1122343" y="192906"/>
                  </a:cubicBezTo>
                  <a:cubicBezTo>
                    <a:pt x="1103512" y="183172"/>
                    <a:pt x="1084351" y="173886"/>
                    <a:pt x="1066250" y="162880"/>
                  </a:cubicBezTo>
                  <a:cubicBezTo>
                    <a:pt x="1029696" y="140702"/>
                    <a:pt x="993967" y="116804"/>
                    <a:pt x="954348" y="100495"/>
                  </a:cubicBezTo>
                  <a:cubicBezTo>
                    <a:pt x="906316" y="80698"/>
                    <a:pt x="855739" y="68843"/>
                    <a:pt x="804902" y="58873"/>
                  </a:cubicBezTo>
                  <a:cubicBezTo>
                    <a:pt x="760853" y="50224"/>
                    <a:pt x="716498" y="43153"/>
                    <a:pt x="672142" y="36248"/>
                  </a:cubicBezTo>
                  <a:cubicBezTo>
                    <a:pt x="634457" y="30379"/>
                    <a:pt x="596465" y="27292"/>
                    <a:pt x="558237" y="29060"/>
                  </a:cubicBezTo>
                  <a:cubicBezTo>
                    <a:pt x="550671" y="29413"/>
                    <a:pt x="542917" y="30639"/>
                    <a:pt x="535753" y="33019"/>
                  </a:cubicBezTo>
                  <a:cubicBezTo>
                    <a:pt x="532359" y="34150"/>
                    <a:pt x="530167" y="38935"/>
                    <a:pt x="527433" y="42069"/>
                  </a:cubicBezTo>
                  <a:cubicBezTo>
                    <a:pt x="530921" y="43625"/>
                    <a:pt x="534527" y="46759"/>
                    <a:pt x="537874" y="46477"/>
                  </a:cubicBezTo>
                  <a:cubicBezTo>
                    <a:pt x="550884" y="45416"/>
                    <a:pt x="563775" y="42941"/>
                    <a:pt x="576785" y="41716"/>
                  </a:cubicBezTo>
                  <a:cubicBezTo>
                    <a:pt x="584563" y="40985"/>
                    <a:pt x="592481" y="41574"/>
                    <a:pt x="600330" y="41574"/>
                  </a:cubicBezTo>
                  <a:cubicBezTo>
                    <a:pt x="599269" y="44709"/>
                    <a:pt x="597879" y="46594"/>
                    <a:pt x="596040" y="47301"/>
                  </a:cubicBezTo>
                  <a:cubicBezTo>
                    <a:pt x="587108" y="50766"/>
                    <a:pt x="578246" y="54773"/>
                    <a:pt x="568984" y="57059"/>
                  </a:cubicBezTo>
                  <a:cubicBezTo>
                    <a:pt x="543153" y="63469"/>
                    <a:pt x="516875" y="68207"/>
                    <a:pt x="491256" y="75348"/>
                  </a:cubicBezTo>
                  <a:cubicBezTo>
                    <a:pt x="470681" y="81098"/>
                    <a:pt x="450718" y="89182"/>
                    <a:pt x="430662" y="96701"/>
                  </a:cubicBezTo>
                  <a:cubicBezTo>
                    <a:pt x="424676" y="98939"/>
                    <a:pt x="419231" y="102215"/>
                    <a:pt x="420150" y="110724"/>
                  </a:cubicBezTo>
                  <a:cubicBezTo>
                    <a:pt x="420433" y="113340"/>
                    <a:pt x="417322" y="117016"/>
                    <a:pt x="414824" y="119090"/>
                  </a:cubicBezTo>
                  <a:cubicBezTo>
                    <a:pt x="409333" y="123639"/>
                    <a:pt x="403535" y="128023"/>
                    <a:pt x="397336" y="131511"/>
                  </a:cubicBezTo>
                  <a:cubicBezTo>
                    <a:pt x="367499" y="148244"/>
                    <a:pt x="336130" y="159911"/>
                    <a:pt x="301414" y="161513"/>
                  </a:cubicBezTo>
                  <a:cubicBezTo>
                    <a:pt x="291774" y="161961"/>
                    <a:pt x="282465" y="165261"/>
                    <a:pt x="277845" y="175536"/>
                  </a:cubicBezTo>
                  <a:cubicBezTo>
                    <a:pt x="275159" y="181523"/>
                    <a:pt x="272825" y="187980"/>
                    <a:pt x="268842" y="193047"/>
                  </a:cubicBezTo>
                  <a:cubicBezTo>
                    <a:pt x="242870" y="225949"/>
                    <a:pt x="210912" y="252628"/>
                    <a:pt x="178081" y="278270"/>
                  </a:cubicBezTo>
                  <a:cubicBezTo>
                    <a:pt x="167405" y="286613"/>
                    <a:pt x="155668" y="293637"/>
                    <a:pt x="144001" y="300589"/>
                  </a:cubicBezTo>
                  <a:cubicBezTo>
                    <a:pt x="140914" y="302428"/>
                    <a:pt x="136342" y="301744"/>
                    <a:pt x="132429" y="302239"/>
                  </a:cubicBezTo>
                  <a:cubicBezTo>
                    <a:pt x="133160" y="298162"/>
                    <a:pt x="132688" y="293165"/>
                    <a:pt x="134904" y="290172"/>
                  </a:cubicBezTo>
                  <a:cubicBezTo>
                    <a:pt x="140277" y="282866"/>
                    <a:pt x="146335" y="275843"/>
                    <a:pt x="153099" y="269833"/>
                  </a:cubicBezTo>
                  <a:cubicBezTo>
                    <a:pt x="175465" y="249894"/>
                    <a:pt x="199057" y="231299"/>
                    <a:pt x="220645" y="210559"/>
                  </a:cubicBezTo>
                  <a:cubicBezTo>
                    <a:pt x="243271" y="188805"/>
                    <a:pt x="264223" y="165284"/>
                    <a:pt x="285599" y="142258"/>
                  </a:cubicBezTo>
                  <a:cubicBezTo>
                    <a:pt x="288404" y="139241"/>
                    <a:pt x="290148" y="134645"/>
                    <a:pt x="290949" y="130521"/>
                  </a:cubicBezTo>
                  <a:cubicBezTo>
                    <a:pt x="291468" y="127834"/>
                    <a:pt x="290266" y="123285"/>
                    <a:pt x="288263" y="122060"/>
                  </a:cubicBezTo>
                  <a:cubicBezTo>
                    <a:pt x="286377" y="120882"/>
                    <a:pt x="281899" y="122107"/>
                    <a:pt x="279613" y="123757"/>
                  </a:cubicBezTo>
                  <a:cubicBezTo>
                    <a:pt x="273415" y="128211"/>
                    <a:pt x="267782" y="133491"/>
                    <a:pt x="261913" y="138393"/>
                  </a:cubicBezTo>
                  <a:cubicBezTo>
                    <a:pt x="256045" y="143295"/>
                    <a:pt x="250435" y="148598"/>
                    <a:pt x="244166" y="152934"/>
                  </a:cubicBezTo>
                  <a:cubicBezTo>
                    <a:pt x="238557" y="156823"/>
                    <a:pt x="231439" y="157978"/>
                    <a:pt x="226160" y="153194"/>
                  </a:cubicBezTo>
                  <a:cubicBezTo>
                    <a:pt x="216214" y="144190"/>
                    <a:pt x="206740" y="146736"/>
                    <a:pt x="198161" y="153759"/>
                  </a:cubicBezTo>
                  <a:cubicBezTo>
                    <a:pt x="177727" y="170516"/>
                    <a:pt x="157317" y="187415"/>
                    <a:pt x="137921" y="205350"/>
                  </a:cubicBezTo>
                  <a:cubicBezTo>
                    <a:pt x="101555" y="238982"/>
                    <a:pt x="66108" y="273580"/>
                    <a:pt x="29860" y="307353"/>
                  </a:cubicBezTo>
                  <a:cubicBezTo>
                    <a:pt x="22342" y="314377"/>
                    <a:pt x="13056" y="319491"/>
                    <a:pt x="4642" y="325548"/>
                  </a:cubicBezTo>
                  <a:cubicBezTo>
                    <a:pt x="-1768" y="330168"/>
                    <a:pt x="-1509" y="332901"/>
                    <a:pt x="5231" y="336790"/>
                  </a:cubicBezTo>
                  <a:cubicBezTo>
                    <a:pt x="11595" y="340443"/>
                    <a:pt x="17982" y="340962"/>
                    <a:pt x="24157" y="336932"/>
                  </a:cubicBezTo>
                  <a:cubicBezTo>
                    <a:pt x="32641" y="331417"/>
                    <a:pt x="41833" y="326514"/>
                    <a:pt x="49021" y="319585"/>
                  </a:cubicBezTo>
                  <a:cubicBezTo>
                    <a:pt x="73249" y="296206"/>
                    <a:pt x="96323" y="271648"/>
                    <a:pt x="120598" y="248339"/>
                  </a:cubicBezTo>
                  <a:cubicBezTo>
                    <a:pt x="141809" y="227976"/>
                    <a:pt x="163893" y="208508"/>
                    <a:pt x="185929" y="189017"/>
                  </a:cubicBezTo>
                  <a:cubicBezTo>
                    <a:pt x="191727" y="183879"/>
                    <a:pt x="198727" y="180226"/>
                    <a:pt x="207070" y="185765"/>
                  </a:cubicBezTo>
                  <a:cubicBezTo>
                    <a:pt x="207565" y="185176"/>
                    <a:pt x="208036" y="184610"/>
                    <a:pt x="208531" y="184021"/>
                  </a:cubicBezTo>
                  <a:cubicBezTo>
                    <a:pt x="206740" y="179849"/>
                    <a:pt x="204949" y="175678"/>
                    <a:pt x="203134" y="171530"/>
                  </a:cubicBezTo>
                  <a:cubicBezTo>
                    <a:pt x="201249" y="167287"/>
                    <a:pt x="201696" y="162597"/>
                    <a:pt x="206151" y="161702"/>
                  </a:cubicBezTo>
                  <a:cubicBezTo>
                    <a:pt x="210794" y="160783"/>
                    <a:pt x="216238" y="161914"/>
                    <a:pt x="220739" y="163705"/>
                  </a:cubicBezTo>
                  <a:cubicBezTo>
                    <a:pt x="221753" y="164106"/>
                    <a:pt x="220787" y="171035"/>
                    <a:pt x="219726" y="174664"/>
                  </a:cubicBezTo>
                  <a:cubicBezTo>
                    <a:pt x="218925" y="177351"/>
                    <a:pt x="216780" y="179826"/>
                    <a:pt x="214777" y="181970"/>
                  </a:cubicBezTo>
                  <a:cubicBezTo>
                    <a:pt x="199269" y="198633"/>
                    <a:pt x="184232" y="215814"/>
                    <a:pt x="167923" y="231699"/>
                  </a:cubicBezTo>
                  <a:cubicBezTo>
                    <a:pt x="123002" y="275442"/>
                    <a:pt x="77916" y="318996"/>
                    <a:pt x="39028" y="368372"/>
                  </a:cubicBezTo>
                  <a:cubicBezTo>
                    <a:pt x="26702" y="384021"/>
                    <a:pt x="16143" y="401131"/>
                    <a:pt x="5420" y="417983"/>
                  </a:cubicBezTo>
                  <a:cubicBezTo>
                    <a:pt x="3558" y="420929"/>
                    <a:pt x="4878" y="425902"/>
                    <a:pt x="4736" y="429932"/>
                  </a:cubicBezTo>
                  <a:cubicBezTo>
                    <a:pt x="9379" y="428306"/>
                    <a:pt x="14258" y="427127"/>
                    <a:pt x="18571" y="424841"/>
                  </a:cubicBezTo>
                  <a:cubicBezTo>
                    <a:pt x="20197" y="423946"/>
                    <a:pt x="21376" y="420670"/>
                    <a:pt x="21541" y="418383"/>
                  </a:cubicBezTo>
                  <a:close/>
                  <a:moveTo>
                    <a:pt x="498161" y="87203"/>
                  </a:moveTo>
                  <a:cubicBezTo>
                    <a:pt x="508319" y="78694"/>
                    <a:pt x="545015" y="76691"/>
                    <a:pt x="557954" y="84304"/>
                  </a:cubicBezTo>
                  <a:cubicBezTo>
                    <a:pt x="546712" y="95828"/>
                    <a:pt x="533632" y="102192"/>
                    <a:pt x="518831" y="104784"/>
                  </a:cubicBezTo>
                  <a:cubicBezTo>
                    <a:pt x="513410" y="105727"/>
                    <a:pt x="507329" y="105680"/>
                    <a:pt x="502144" y="104101"/>
                  </a:cubicBezTo>
                  <a:cubicBezTo>
                    <a:pt x="498916" y="103111"/>
                    <a:pt x="495922" y="98704"/>
                    <a:pt x="494650" y="95192"/>
                  </a:cubicBezTo>
                  <a:cubicBezTo>
                    <a:pt x="493895" y="93142"/>
                    <a:pt x="496064" y="88947"/>
                    <a:pt x="498161" y="8720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13" name="Google Shape;1713;p47"/>
            <p:cNvSpPr/>
            <p:nvPr/>
          </p:nvSpPr>
          <p:spPr>
            <a:xfrm>
              <a:off x="437812" y="2880888"/>
              <a:ext cx="459214" cy="631201"/>
            </a:xfrm>
            <a:custGeom>
              <a:rect b="b" l="l" r="r" t="t"/>
              <a:pathLst>
                <a:path extrusionOk="0" h="631201" w="459214">
                  <a:moveTo>
                    <a:pt x="119444" y="78172"/>
                  </a:moveTo>
                  <a:cubicBezTo>
                    <a:pt x="124488" y="60284"/>
                    <a:pt x="132595" y="43762"/>
                    <a:pt x="147066" y="30776"/>
                  </a:cubicBezTo>
                  <a:cubicBezTo>
                    <a:pt x="151874" y="26463"/>
                    <a:pt x="154844" y="19298"/>
                    <a:pt x="156706" y="12888"/>
                  </a:cubicBezTo>
                  <a:cubicBezTo>
                    <a:pt x="157625" y="9753"/>
                    <a:pt x="155103" y="4144"/>
                    <a:pt x="152322" y="1787"/>
                  </a:cubicBezTo>
                  <a:cubicBezTo>
                    <a:pt x="148339" y="-1583"/>
                    <a:pt x="143460" y="67"/>
                    <a:pt x="140231" y="4615"/>
                  </a:cubicBezTo>
                  <a:cubicBezTo>
                    <a:pt x="137804" y="8033"/>
                    <a:pt x="134811" y="11191"/>
                    <a:pt x="132972" y="14915"/>
                  </a:cubicBezTo>
                  <a:cubicBezTo>
                    <a:pt x="119256" y="42513"/>
                    <a:pt x="105068" y="69947"/>
                    <a:pt x="92388" y="98016"/>
                  </a:cubicBezTo>
                  <a:cubicBezTo>
                    <a:pt x="83267" y="118191"/>
                    <a:pt x="75183" y="138907"/>
                    <a:pt x="72190" y="161274"/>
                  </a:cubicBezTo>
                  <a:cubicBezTo>
                    <a:pt x="71695" y="165044"/>
                    <a:pt x="66793" y="169499"/>
                    <a:pt x="62880" y="171196"/>
                  </a:cubicBezTo>
                  <a:cubicBezTo>
                    <a:pt x="58992" y="172893"/>
                    <a:pt x="53689" y="172068"/>
                    <a:pt x="49164" y="171408"/>
                  </a:cubicBezTo>
                  <a:cubicBezTo>
                    <a:pt x="33255" y="169004"/>
                    <a:pt x="28282" y="171266"/>
                    <a:pt x="23639" y="187081"/>
                  </a:cubicBezTo>
                  <a:cubicBezTo>
                    <a:pt x="18077" y="205982"/>
                    <a:pt x="13434" y="225167"/>
                    <a:pt x="9192" y="244422"/>
                  </a:cubicBezTo>
                  <a:cubicBezTo>
                    <a:pt x="5586" y="260779"/>
                    <a:pt x="2758" y="277347"/>
                    <a:pt x="283" y="293939"/>
                  </a:cubicBezTo>
                  <a:cubicBezTo>
                    <a:pt x="-660" y="300350"/>
                    <a:pt x="472" y="307279"/>
                    <a:pt x="7990" y="309777"/>
                  </a:cubicBezTo>
                  <a:cubicBezTo>
                    <a:pt x="13151" y="311497"/>
                    <a:pt x="18737" y="306383"/>
                    <a:pt x="20505" y="296862"/>
                  </a:cubicBezTo>
                  <a:cubicBezTo>
                    <a:pt x="22461" y="286232"/>
                    <a:pt x="22249" y="275202"/>
                    <a:pt x="23969" y="264502"/>
                  </a:cubicBezTo>
                  <a:cubicBezTo>
                    <a:pt x="26585" y="248240"/>
                    <a:pt x="29084" y="231860"/>
                    <a:pt x="33538" y="216046"/>
                  </a:cubicBezTo>
                  <a:cubicBezTo>
                    <a:pt x="35777" y="208104"/>
                    <a:pt x="41245" y="200538"/>
                    <a:pt x="46878" y="194222"/>
                  </a:cubicBezTo>
                  <a:cubicBezTo>
                    <a:pt x="53948" y="186303"/>
                    <a:pt x="67830" y="187741"/>
                    <a:pt x="73816" y="195660"/>
                  </a:cubicBezTo>
                  <a:cubicBezTo>
                    <a:pt x="79590" y="203319"/>
                    <a:pt x="76809" y="211332"/>
                    <a:pt x="66204" y="218002"/>
                  </a:cubicBezTo>
                  <a:cubicBezTo>
                    <a:pt x="64153" y="219299"/>
                    <a:pt x="61985" y="220854"/>
                    <a:pt x="60712" y="222834"/>
                  </a:cubicBezTo>
                  <a:cubicBezTo>
                    <a:pt x="48692" y="241806"/>
                    <a:pt x="42235" y="262570"/>
                    <a:pt x="41858" y="285054"/>
                  </a:cubicBezTo>
                  <a:cubicBezTo>
                    <a:pt x="41740" y="291653"/>
                    <a:pt x="45628" y="296107"/>
                    <a:pt x="52251" y="296320"/>
                  </a:cubicBezTo>
                  <a:cubicBezTo>
                    <a:pt x="64624" y="296744"/>
                    <a:pt x="73840" y="302919"/>
                    <a:pt x="79779" y="312700"/>
                  </a:cubicBezTo>
                  <a:cubicBezTo>
                    <a:pt x="86119" y="323117"/>
                    <a:pt x="91280" y="334477"/>
                    <a:pt x="95546" y="345931"/>
                  </a:cubicBezTo>
                  <a:cubicBezTo>
                    <a:pt x="100990" y="360543"/>
                    <a:pt x="104384" y="375815"/>
                    <a:pt x="102664" y="391677"/>
                  </a:cubicBezTo>
                  <a:cubicBezTo>
                    <a:pt x="101980" y="398064"/>
                    <a:pt x="99270" y="403437"/>
                    <a:pt x="92529" y="404733"/>
                  </a:cubicBezTo>
                  <a:cubicBezTo>
                    <a:pt x="85412" y="406100"/>
                    <a:pt x="81664" y="401128"/>
                    <a:pt x="79095" y="395424"/>
                  </a:cubicBezTo>
                  <a:cubicBezTo>
                    <a:pt x="78011" y="393020"/>
                    <a:pt x="77799" y="390192"/>
                    <a:pt x="77210" y="387576"/>
                  </a:cubicBezTo>
                  <a:cubicBezTo>
                    <a:pt x="75890" y="381849"/>
                    <a:pt x="75207" y="375862"/>
                    <a:pt x="72968" y="370536"/>
                  </a:cubicBezTo>
                  <a:cubicBezTo>
                    <a:pt x="71907" y="368014"/>
                    <a:pt x="67735" y="365139"/>
                    <a:pt x="65237" y="365375"/>
                  </a:cubicBezTo>
                  <a:cubicBezTo>
                    <a:pt x="63116" y="365563"/>
                    <a:pt x="60288" y="369782"/>
                    <a:pt x="59722" y="372610"/>
                  </a:cubicBezTo>
                  <a:cubicBezTo>
                    <a:pt x="56753" y="387387"/>
                    <a:pt x="60170" y="401528"/>
                    <a:pt x="65237" y="415339"/>
                  </a:cubicBezTo>
                  <a:cubicBezTo>
                    <a:pt x="72614" y="435396"/>
                    <a:pt x="85624" y="436268"/>
                    <a:pt x="95617" y="420218"/>
                  </a:cubicBezTo>
                  <a:cubicBezTo>
                    <a:pt x="98963" y="414868"/>
                    <a:pt x="103064" y="414467"/>
                    <a:pt x="107047" y="418615"/>
                  </a:cubicBezTo>
                  <a:cubicBezTo>
                    <a:pt x="113364" y="425167"/>
                    <a:pt x="120081" y="431648"/>
                    <a:pt x="124936" y="439237"/>
                  </a:cubicBezTo>
                  <a:cubicBezTo>
                    <a:pt x="136649" y="457550"/>
                    <a:pt x="147160" y="476617"/>
                    <a:pt x="158520" y="495165"/>
                  </a:cubicBezTo>
                  <a:cubicBezTo>
                    <a:pt x="182041" y="533581"/>
                    <a:pt x="210795" y="567331"/>
                    <a:pt x="252558" y="586280"/>
                  </a:cubicBezTo>
                  <a:cubicBezTo>
                    <a:pt x="287533" y="602141"/>
                    <a:pt x="323616" y="615716"/>
                    <a:pt x="359746" y="628867"/>
                  </a:cubicBezTo>
                  <a:cubicBezTo>
                    <a:pt x="379237" y="635962"/>
                    <a:pt x="402263" y="626181"/>
                    <a:pt x="412704" y="609070"/>
                  </a:cubicBezTo>
                  <a:cubicBezTo>
                    <a:pt x="406741" y="606548"/>
                    <a:pt x="408650" y="602612"/>
                    <a:pt x="411384" y="599101"/>
                  </a:cubicBezTo>
                  <a:cubicBezTo>
                    <a:pt x="420175" y="587788"/>
                    <a:pt x="429720" y="577017"/>
                    <a:pt x="437969" y="565327"/>
                  </a:cubicBezTo>
                  <a:cubicBezTo>
                    <a:pt x="445605" y="554510"/>
                    <a:pt x="452228" y="542938"/>
                    <a:pt x="458709" y="531366"/>
                  </a:cubicBezTo>
                  <a:cubicBezTo>
                    <a:pt x="459982" y="529103"/>
                    <a:pt x="458473" y="525309"/>
                    <a:pt x="458261" y="522245"/>
                  </a:cubicBezTo>
                  <a:cubicBezTo>
                    <a:pt x="455315" y="522763"/>
                    <a:pt x="451639" y="522363"/>
                    <a:pt x="449518" y="523965"/>
                  </a:cubicBezTo>
                  <a:cubicBezTo>
                    <a:pt x="440467" y="530824"/>
                    <a:pt x="431299" y="537682"/>
                    <a:pt x="423263" y="545624"/>
                  </a:cubicBezTo>
                  <a:cubicBezTo>
                    <a:pt x="409734" y="559011"/>
                    <a:pt x="396277" y="572846"/>
                    <a:pt x="389159" y="590946"/>
                  </a:cubicBezTo>
                  <a:cubicBezTo>
                    <a:pt x="386873" y="596791"/>
                    <a:pt x="383998" y="598464"/>
                    <a:pt x="378436" y="598417"/>
                  </a:cubicBezTo>
                  <a:cubicBezTo>
                    <a:pt x="340491" y="598111"/>
                    <a:pt x="304502" y="589956"/>
                    <a:pt x="271082" y="571597"/>
                  </a:cubicBezTo>
                  <a:cubicBezTo>
                    <a:pt x="223592" y="545530"/>
                    <a:pt x="187934" y="507373"/>
                    <a:pt x="159982" y="461651"/>
                  </a:cubicBezTo>
                  <a:cubicBezTo>
                    <a:pt x="124818" y="404121"/>
                    <a:pt x="105280" y="341500"/>
                    <a:pt x="101108" y="274213"/>
                  </a:cubicBezTo>
                  <a:cubicBezTo>
                    <a:pt x="99953" y="255452"/>
                    <a:pt x="100802" y="236574"/>
                    <a:pt x="99435" y="217837"/>
                  </a:cubicBezTo>
                  <a:cubicBezTo>
                    <a:pt x="98492" y="204828"/>
                    <a:pt x="98327" y="190145"/>
                    <a:pt x="78412" y="186986"/>
                  </a:cubicBezTo>
                  <a:cubicBezTo>
                    <a:pt x="81829" y="183428"/>
                    <a:pt x="83880" y="180835"/>
                    <a:pt x="86378" y="178785"/>
                  </a:cubicBezTo>
                  <a:cubicBezTo>
                    <a:pt x="91539" y="174542"/>
                    <a:pt x="97243" y="170937"/>
                    <a:pt x="102074" y="166388"/>
                  </a:cubicBezTo>
                  <a:cubicBezTo>
                    <a:pt x="104031" y="164549"/>
                    <a:pt x="105044" y="160944"/>
                    <a:pt x="105138" y="158115"/>
                  </a:cubicBezTo>
                  <a:cubicBezTo>
                    <a:pt x="105280" y="153520"/>
                    <a:pt x="103111" y="148641"/>
                    <a:pt x="104031" y="144304"/>
                  </a:cubicBezTo>
                  <a:cubicBezTo>
                    <a:pt x="108744" y="122150"/>
                    <a:pt x="113293" y="99949"/>
                    <a:pt x="119444" y="78172"/>
                  </a:cubicBezTo>
                  <a:close/>
                  <a:moveTo>
                    <a:pt x="68631" y="277583"/>
                  </a:moveTo>
                  <a:cubicBezTo>
                    <a:pt x="63917" y="263253"/>
                    <a:pt x="64719" y="249678"/>
                    <a:pt x="68230" y="235113"/>
                  </a:cubicBezTo>
                  <a:cubicBezTo>
                    <a:pt x="77116" y="244422"/>
                    <a:pt x="77210" y="267873"/>
                    <a:pt x="68631" y="27758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14" name="Google Shape;1714;p47"/>
            <p:cNvSpPr/>
            <p:nvPr/>
          </p:nvSpPr>
          <p:spPr>
            <a:xfrm>
              <a:off x="406776" y="3394388"/>
              <a:ext cx="471525" cy="358476"/>
            </a:xfrm>
            <a:custGeom>
              <a:rect b="b" l="l" r="r" t="t"/>
              <a:pathLst>
                <a:path extrusionOk="0" h="358476" w="471525">
                  <a:moveTo>
                    <a:pt x="200798" y="236672"/>
                  </a:moveTo>
                  <a:cubicBezTo>
                    <a:pt x="196296" y="236272"/>
                    <a:pt x="190781" y="237497"/>
                    <a:pt x="187458" y="235329"/>
                  </a:cubicBezTo>
                  <a:cubicBezTo>
                    <a:pt x="177206" y="228659"/>
                    <a:pt x="167355" y="221164"/>
                    <a:pt x="158234" y="213010"/>
                  </a:cubicBezTo>
                  <a:cubicBezTo>
                    <a:pt x="154015" y="209239"/>
                    <a:pt x="151399" y="203418"/>
                    <a:pt x="148877" y="198138"/>
                  </a:cubicBezTo>
                  <a:cubicBezTo>
                    <a:pt x="146143" y="192435"/>
                    <a:pt x="145106" y="185836"/>
                    <a:pt x="141995" y="180415"/>
                  </a:cubicBezTo>
                  <a:cubicBezTo>
                    <a:pt x="135467" y="169079"/>
                    <a:pt x="127736" y="158449"/>
                    <a:pt x="121067" y="147184"/>
                  </a:cubicBezTo>
                  <a:cubicBezTo>
                    <a:pt x="111404" y="130875"/>
                    <a:pt x="101316" y="114707"/>
                    <a:pt x="93138" y="97667"/>
                  </a:cubicBezTo>
                  <a:cubicBezTo>
                    <a:pt x="85714" y="82159"/>
                    <a:pt x="81236" y="65284"/>
                    <a:pt x="74284" y="49517"/>
                  </a:cubicBezTo>
                  <a:cubicBezTo>
                    <a:pt x="67425" y="33985"/>
                    <a:pt x="59200" y="19020"/>
                    <a:pt x="51281" y="3959"/>
                  </a:cubicBezTo>
                  <a:cubicBezTo>
                    <a:pt x="50338" y="2168"/>
                    <a:pt x="47628" y="1296"/>
                    <a:pt x="45742" y="0"/>
                  </a:cubicBezTo>
                  <a:cubicBezTo>
                    <a:pt x="44375" y="2121"/>
                    <a:pt x="42136" y="4148"/>
                    <a:pt x="41830" y="6411"/>
                  </a:cubicBezTo>
                  <a:cubicBezTo>
                    <a:pt x="41359" y="9993"/>
                    <a:pt x="41806" y="13835"/>
                    <a:pt x="42514" y="17417"/>
                  </a:cubicBezTo>
                  <a:cubicBezTo>
                    <a:pt x="47604" y="43625"/>
                    <a:pt x="58116" y="68018"/>
                    <a:pt x="70819" y="91115"/>
                  </a:cubicBezTo>
                  <a:cubicBezTo>
                    <a:pt x="91394" y="128541"/>
                    <a:pt x="114114" y="164766"/>
                    <a:pt x="135349" y="201838"/>
                  </a:cubicBezTo>
                  <a:cubicBezTo>
                    <a:pt x="143291" y="215697"/>
                    <a:pt x="149608" y="230497"/>
                    <a:pt x="156584" y="244898"/>
                  </a:cubicBezTo>
                  <a:cubicBezTo>
                    <a:pt x="159035" y="249965"/>
                    <a:pt x="156702" y="254136"/>
                    <a:pt x="152247" y="255810"/>
                  </a:cubicBezTo>
                  <a:cubicBezTo>
                    <a:pt x="150032" y="256635"/>
                    <a:pt x="146355" y="254443"/>
                    <a:pt x="143716" y="252934"/>
                  </a:cubicBezTo>
                  <a:cubicBezTo>
                    <a:pt x="141901" y="251897"/>
                    <a:pt x="140581" y="249800"/>
                    <a:pt x="139308" y="248009"/>
                  </a:cubicBezTo>
                  <a:cubicBezTo>
                    <a:pt x="125780" y="228801"/>
                    <a:pt x="111946" y="209781"/>
                    <a:pt x="98912" y="190243"/>
                  </a:cubicBezTo>
                  <a:cubicBezTo>
                    <a:pt x="72186" y="150153"/>
                    <a:pt x="45625" y="109970"/>
                    <a:pt x="31154" y="63257"/>
                  </a:cubicBezTo>
                  <a:cubicBezTo>
                    <a:pt x="28962" y="56187"/>
                    <a:pt x="24295" y="49611"/>
                    <a:pt x="19699" y="43625"/>
                  </a:cubicBezTo>
                  <a:cubicBezTo>
                    <a:pt x="15410" y="38039"/>
                    <a:pt x="8952" y="39453"/>
                    <a:pt x="3343" y="41975"/>
                  </a:cubicBezTo>
                  <a:cubicBezTo>
                    <a:pt x="-2973" y="44803"/>
                    <a:pt x="1552" y="49682"/>
                    <a:pt x="1811" y="53641"/>
                  </a:cubicBezTo>
                  <a:cubicBezTo>
                    <a:pt x="1929" y="55527"/>
                    <a:pt x="3060" y="57365"/>
                    <a:pt x="3744" y="59227"/>
                  </a:cubicBezTo>
                  <a:cubicBezTo>
                    <a:pt x="16848" y="94579"/>
                    <a:pt x="34430" y="127716"/>
                    <a:pt x="54486" y="159510"/>
                  </a:cubicBezTo>
                  <a:cubicBezTo>
                    <a:pt x="63843" y="174334"/>
                    <a:pt x="74307" y="188475"/>
                    <a:pt x="84041" y="203088"/>
                  </a:cubicBezTo>
                  <a:cubicBezTo>
                    <a:pt x="85903" y="205869"/>
                    <a:pt x="88566" y="210182"/>
                    <a:pt x="87623" y="212397"/>
                  </a:cubicBezTo>
                  <a:cubicBezTo>
                    <a:pt x="84182" y="220410"/>
                    <a:pt x="89791" y="224299"/>
                    <a:pt x="93845" y="228659"/>
                  </a:cubicBezTo>
                  <a:cubicBezTo>
                    <a:pt x="102448" y="237898"/>
                    <a:pt x="111663" y="246547"/>
                    <a:pt x="120289" y="255763"/>
                  </a:cubicBezTo>
                  <a:cubicBezTo>
                    <a:pt x="126369" y="262244"/>
                    <a:pt x="132497" y="268819"/>
                    <a:pt x="137541" y="276078"/>
                  </a:cubicBezTo>
                  <a:cubicBezTo>
                    <a:pt x="144093" y="285459"/>
                    <a:pt x="142867" y="290125"/>
                    <a:pt x="133911" y="297290"/>
                  </a:cubicBezTo>
                  <a:cubicBezTo>
                    <a:pt x="127289" y="302593"/>
                    <a:pt x="126228" y="307448"/>
                    <a:pt x="131932" y="313599"/>
                  </a:cubicBezTo>
                  <a:cubicBezTo>
                    <a:pt x="137423" y="319538"/>
                    <a:pt x="143763" y="324865"/>
                    <a:pt x="150315" y="329625"/>
                  </a:cubicBezTo>
                  <a:cubicBezTo>
                    <a:pt x="156937" y="334433"/>
                    <a:pt x="161415" y="332760"/>
                    <a:pt x="161934" y="324676"/>
                  </a:cubicBezTo>
                  <a:cubicBezTo>
                    <a:pt x="162994" y="308178"/>
                    <a:pt x="162664" y="291586"/>
                    <a:pt x="162994" y="275041"/>
                  </a:cubicBezTo>
                  <a:cubicBezTo>
                    <a:pt x="163042" y="272213"/>
                    <a:pt x="163489" y="269385"/>
                    <a:pt x="163725" y="266557"/>
                  </a:cubicBezTo>
                  <a:cubicBezTo>
                    <a:pt x="167025" y="266958"/>
                    <a:pt x="170937" y="266345"/>
                    <a:pt x="173506" y="267924"/>
                  </a:cubicBezTo>
                  <a:cubicBezTo>
                    <a:pt x="182745" y="273604"/>
                    <a:pt x="191960" y="279496"/>
                    <a:pt x="200421" y="286236"/>
                  </a:cubicBezTo>
                  <a:cubicBezTo>
                    <a:pt x="225403" y="306199"/>
                    <a:pt x="251281" y="324818"/>
                    <a:pt x="279752" y="339501"/>
                  </a:cubicBezTo>
                  <a:cubicBezTo>
                    <a:pt x="296579" y="348174"/>
                    <a:pt x="314326" y="354325"/>
                    <a:pt x="333487" y="354301"/>
                  </a:cubicBezTo>
                  <a:cubicBezTo>
                    <a:pt x="338083" y="354301"/>
                    <a:pt x="342679" y="351167"/>
                    <a:pt x="347275" y="349446"/>
                  </a:cubicBezTo>
                  <a:cubicBezTo>
                    <a:pt x="344517" y="345628"/>
                    <a:pt x="342184" y="341386"/>
                    <a:pt x="338884" y="338086"/>
                  </a:cubicBezTo>
                  <a:cubicBezTo>
                    <a:pt x="335208" y="334410"/>
                    <a:pt x="330706" y="331582"/>
                    <a:pt x="326535" y="328376"/>
                  </a:cubicBezTo>
                  <a:cubicBezTo>
                    <a:pt x="326794" y="327434"/>
                    <a:pt x="327053" y="326491"/>
                    <a:pt x="327312" y="325548"/>
                  </a:cubicBezTo>
                  <a:cubicBezTo>
                    <a:pt x="332992" y="324959"/>
                    <a:pt x="338672" y="323781"/>
                    <a:pt x="344352" y="323898"/>
                  </a:cubicBezTo>
                  <a:cubicBezTo>
                    <a:pt x="358941" y="324181"/>
                    <a:pt x="373742" y="324087"/>
                    <a:pt x="382957" y="338935"/>
                  </a:cubicBezTo>
                  <a:cubicBezTo>
                    <a:pt x="384748" y="341810"/>
                    <a:pt x="388684" y="343625"/>
                    <a:pt x="391960" y="345204"/>
                  </a:cubicBezTo>
                  <a:cubicBezTo>
                    <a:pt x="408151" y="353052"/>
                    <a:pt x="425474" y="356941"/>
                    <a:pt x="443268" y="358284"/>
                  </a:cubicBezTo>
                  <a:cubicBezTo>
                    <a:pt x="450574" y="358827"/>
                    <a:pt x="458069" y="358143"/>
                    <a:pt x="465351" y="357177"/>
                  </a:cubicBezTo>
                  <a:cubicBezTo>
                    <a:pt x="467732" y="356870"/>
                    <a:pt x="471244" y="354066"/>
                    <a:pt x="471503" y="352039"/>
                  </a:cubicBezTo>
                  <a:cubicBezTo>
                    <a:pt x="471786" y="349894"/>
                    <a:pt x="469358" y="346406"/>
                    <a:pt x="467166" y="345133"/>
                  </a:cubicBezTo>
                  <a:cubicBezTo>
                    <a:pt x="462783" y="342541"/>
                    <a:pt x="457880" y="339948"/>
                    <a:pt x="452931" y="339312"/>
                  </a:cubicBezTo>
                  <a:cubicBezTo>
                    <a:pt x="437282" y="337285"/>
                    <a:pt x="421491" y="336225"/>
                    <a:pt x="405771" y="334645"/>
                  </a:cubicBezTo>
                  <a:cubicBezTo>
                    <a:pt x="402872" y="334363"/>
                    <a:pt x="400044" y="333467"/>
                    <a:pt x="397192" y="332854"/>
                  </a:cubicBezTo>
                  <a:cubicBezTo>
                    <a:pt x="397145" y="332147"/>
                    <a:pt x="397098" y="331440"/>
                    <a:pt x="397027" y="330733"/>
                  </a:cubicBezTo>
                  <a:cubicBezTo>
                    <a:pt x="407020" y="325595"/>
                    <a:pt x="417037" y="320457"/>
                    <a:pt x="427030" y="315320"/>
                  </a:cubicBezTo>
                  <a:cubicBezTo>
                    <a:pt x="426817" y="314565"/>
                    <a:pt x="426629" y="313835"/>
                    <a:pt x="426417" y="313081"/>
                  </a:cubicBezTo>
                  <a:cubicBezTo>
                    <a:pt x="423636" y="312350"/>
                    <a:pt x="420878" y="311195"/>
                    <a:pt x="418074" y="310959"/>
                  </a:cubicBezTo>
                  <a:cubicBezTo>
                    <a:pt x="403791" y="309757"/>
                    <a:pt x="389462" y="308980"/>
                    <a:pt x="375179" y="307707"/>
                  </a:cubicBezTo>
                  <a:cubicBezTo>
                    <a:pt x="364621" y="306764"/>
                    <a:pt x="353992" y="305751"/>
                    <a:pt x="343574" y="303889"/>
                  </a:cubicBezTo>
                  <a:cubicBezTo>
                    <a:pt x="333959" y="302169"/>
                    <a:pt x="329976" y="297549"/>
                    <a:pt x="330188" y="290691"/>
                  </a:cubicBezTo>
                  <a:cubicBezTo>
                    <a:pt x="330353" y="285199"/>
                    <a:pt x="335349" y="281381"/>
                    <a:pt x="344729" y="280839"/>
                  </a:cubicBezTo>
                  <a:cubicBezTo>
                    <a:pt x="351611" y="280439"/>
                    <a:pt x="358540" y="281381"/>
                    <a:pt x="365446" y="281405"/>
                  </a:cubicBezTo>
                  <a:cubicBezTo>
                    <a:pt x="368887" y="281428"/>
                    <a:pt x="372328" y="280721"/>
                    <a:pt x="376476" y="280250"/>
                  </a:cubicBezTo>
                  <a:cubicBezTo>
                    <a:pt x="375533" y="277634"/>
                    <a:pt x="375486" y="277092"/>
                    <a:pt x="375203" y="276738"/>
                  </a:cubicBezTo>
                  <a:cubicBezTo>
                    <a:pt x="364857" y="263823"/>
                    <a:pt x="330989" y="255503"/>
                    <a:pt x="316141" y="262645"/>
                  </a:cubicBezTo>
                  <a:cubicBezTo>
                    <a:pt x="313713" y="263823"/>
                    <a:pt x="311286" y="267028"/>
                    <a:pt x="310697" y="269691"/>
                  </a:cubicBezTo>
                  <a:cubicBezTo>
                    <a:pt x="308175" y="281098"/>
                    <a:pt x="303603" y="284280"/>
                    <a:pt x="292337" y="281476"/>
                  </a:cubicBezTo>
                  <a:cubicBezTo>
                    <a:pt x="276334" y="277516"/>
                    <a:pt x="263513" y="267830"/>
                    <a:pt x="250197" y="258803"/>
                  </a:cubicBezTo>
                  <a:cubicBezTo>
                    <a:pt x="239214" y="251355"/>
                    <a:pt x="227736" y="244521"/>
                    <a:pt x="215929" y="238440"/>
                  </a:cubicBezTo>
                  <a:cubicBezTo>
                    <a:pt x="211710" y="236295"/>
                    <a:pt x="205912" y="237144"/>
                    <a:pt x="200798" y="236672"/>
                  </a:cubicBezTo>
                  <a:close/>
                  <a:moveTo>
                    <a:pt x="306831" y="306717"/>
                  </a:moveTo>
                  <a:cubicBezTo>
                    <a:pt x="307868" y="307401"/>
                    <a:pt x="308811" y="308202"/>
                    <a:pt x="309777" y="308980"/>
                  </a:cubicBezTo>
                  <a:cubicBezTo>
                    <a:pt x="320454" y="317488"/>
                    <a:pt x="319676" y="328070"/>
                    <a:pt x="307374" y="334551"/>
                  </a:cubicBezTo>
                  <a:cubicBezTo>
                    <a:pt x="305111" y="335753"/>
                    <a:pt x="300421" y="334975"/>
                    <a:pt x="298347" y="333279"/>
                  </a:cubicBezTo>
                  <a:cubicBezTo>
                    <a:pt x="294623" y="330238"/>
                    <a:pt x="292031" y="325807"/>
                    <a:pt x="289014" y="321919"/>
                  </a:cubicBezTo>
                  <a:cubicBezTo>
                    <a:pt x="285314" y="317134"/>
                    <a:pt x="280529" y="313269"/>
                    <a:pt x="274496" y="315272"/>
                  </a:cubicBezTo>
                  <a:cubicBezTo>
                    <a:pt x="266200" y="318030"/>
                    <a:pt x="259436" y="315107"/>
                    <a:pt x="254109" y="310158"/>
                  </a:cubicBezTo>
                  <a:cubicBezTo>
                    <a:pt x="240039" y="297125"/>
                    <a:pt x="226629" y="283361"/>
                    <a:pt x="213218" y="269621"/>
                  </a:cubicBezTo>
                  <a:cubicBezTo>
                    <a:pt x="210272" y="266604"/>
                    <a:pt x="208387" y="262550"/>
                    <a:pt x="206030" y="258991"/>
                  </a:cubicBezTo>
                  <a:cubicBezTo>
                    <a:pt x="206643" y="258449"/>
                    <a:pt x="207232" y="257907"/>
                    <a:pt x="207845" y="257389"/>
                  </a:cubicBezTo>
                  <a:cubicBezTo>
                    <a:pt x="241241" y="272991"/>
                    <a:pt x="275721" y="286425"/>
                    <a:pt x="306831" y="30671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15" name="Google Shape;1715;p47"/>
            <p:cNvSpPr/>
            <p:nvPr/>
          </p:nvSpPr>
          <p:spPr>
            <a:xfrm>
              <a:off x="425960" y="3624014"/>
              <a:ext cx="499682" cy="282108"/>
            </a:xfrm>
            <a:custGeom>
              <a:rect b="b" l="l" r="r" t="t"/>
              <a:pathLst>
                <a:path extrusionOk="0" h="282108" w="499682">
                  <a:moveTo>
                    <a:pt x="481968" y="218619"/>
                  </a:moveTo>
                  <a:cubicBezTo>
                    <a:pt x="483618" y="222602"/>
                    <a:pt x="485362" y="226302"/>
                    <a:pt x="486658" y="230168"/>
                  </a:cubicBezTo>
                  <a:cubicBezTo>
                    <a:pt x="488921" y="236932"/>
                    <a:pt x="484843" y="245558"/>
                    <a:pt x="477466" y="250201"/>
                  </a:cubicBezTo>
                  <a:cubicBezTo>
                    <a:pt x="469571" y="255173"/>
                    <a:pt x="461888" y="255221"/>
                    <a:pt x="456561" y="248975"/>
                  </a:cubicBezTo>
                  <a:cubicBezTo>
                    <a:pt x="437259" y="226350"/>
                    <a:pt x="411051" y="215579"/>
                    <a:pt x="384113" y="206128"/>
                  </a:cubicBezTo>
                  <a:cubicBezTo>
                    <a:pt x="348407" y="193613"/>
                    <a:pt x="310839" y="190620"/>
                    <a:pt x="273743" y="185411"/>
                  </a:cubicBezTo>
                  <a:cubicBezTo>
                    <a:pt x="256868" y="183055"/>
                    <a:pt x="240983" y="178907"/>
                    <a:pt x="226441" y="169668"/>
                  </a:cubicBezTo>
                  <a:cubicBezTo>
                    <a:pt x="200775" y="153382"/>
                    <a:pt x="175133" y="137026"/>
                    <a:pt x="149019" y="121494"/>
                  </a:cubicBezTo>
                  <a:cubicBezTo>
                    <a:pt x="107351" y="96724"/>
                    <a:pt x="70325" y="66910"/>
                    <a:pt x="40511" y="28235"/>
                  </a:cubicBezTo>
                  <a:cubicBezTo>
                    <a:pt x="32521" y="17865"/>
                    <a:pt x="21209" y="9969"/>
                    <a:pt x="10909" y="1556"/>
                  </a:cubicBezTo>
                  <a:cubicBezTo>
                    <a:pt x="8576" y="-330"/>
                    <a:pt x="4075" y="448"/>
                    <a:pt x="563" y="0"/>
                  </a:cubicBezTo>
                  <a:cubicBezTo>
                    <a:pt x="516" y="3370"/>
                    <a:pt x="-710" y="7283"/>
                    <a:pt x="610" y="9969"/>
                  </a:cubicBezTo>
                  <a:cubicBezTo>
                    <a:pt x="5371" y="19680"/>
                    <a:pt x="10132" y="29602"/>
                    <a:pt x="16448" y="38322"/>
                  </a:cubicBezTo>
                  <a:cubicBezTo>
                    <a:pt x="37400" y="67311"/>
                    <a:pt x="63914" y="90644"/>
                    <a:pt x="92738" y="111549"/>
                  </a:cubicBezTo>
                  <a:cubicBezTo>
                    <a:pt x="99102" y="116168"/>
                    <a:pt x="105230" y="121400"/>
                    <a:pt x="110297" y="127363"/>
                  </a:cubicBezTo>
                  <a:cubicBezTo>
                    <a:pt x="112913" y="130450"/>
                    <a:pt x="112960" y="135730"/>
                    <a:pt x="114162" y="140019"/>
                  </a:cubicBezTo>
                  <a:cubicBezTo>
                    <a:pt x="110014" y="139571"/>
                    <a:pt x="105017" y="140467"/>
                    <a:pt x="101836" y="138463"/>
                  </a:cubicBezTo>
                  <a:cubicBezTo>
                    <a:pt x="88472" y="130073"/>
                    <a:pt x="75463" y="121094"/>
                    <a:pt x="62689" y="111831"/>
                  </a:cubicBezTo>
                  <a:cubicBezTo>
                    <a:pt x="48289" y="101391"/>
                    <a:pt x="34407" y="90243"/>
                    <a:pt x="20030" y="79802"/>
                  </a:cubicBezTo>
                  <a:cubicBezTo>
                    <a:pt x="16943" y="77563"/>
                    <a:pt x="12630" y="77068"/>
                    <a:pt x="8859" y="75772"/>
                  </a:cubicBezTo>
                  <a:cubicBezTo>
                    <a:pt x="8340" y="76432"/>
                    <a:pt x="7846" y="77068"/>
                    <a:pt x="7327" y="77728"/>
                  </a:cubicBezTo>
                  <a:cubicBezTo>
                    <a:pt x="9425" y="81452"/>
                    <a:pt x="10980" y="85671"/>
                    <a:pt x="13738" y="88805"/>
                  </a:cubicBezTo>
                  <a:cubicBezTo>
                    <a:pt x="19936" y="95876"/>
                    <a:pt x="26134" y="103111"/>
                    <a:pt x="33370" y="109027"/>
                  </a:cubicBezTo>
                  <a:cubicBezTo>
                    <a:pt x="70349" y="139241"/>
                    <a:pt x="107421" y="169362"/>
                    <a:pt x="144966" y="198845"/>
                  </a:cubicBezTo>
                  <a:cubicBezTo>
                    <a:pt x="157480" y="208673"/>
                    <a:pt x="172046" y="214447"/>
                    <a:pt x="188590" y="215390"/>
                  </a:cubicBezTo>
                  <a:cubicBezTo>
                    <a:pt x="200304" y="216050"/>
                    <a:pt x="211145" y="220269"/>
                    <a:pt x="218711" y="230568"/>
                  </a:cubicBezTo>
                  <a:cubicBezTo>
                    <a:pt x="223354" y="236884"/>
                    <a:pt x="229646" y="241598"/>
                    <a:pt x="237942" y="241645"/>
                  </a:cubicBezTo>
                  <a:cubicBezTo>
                    <a:pt x="241077" y="241669"/>
                    <a:pt x="244211" y="239878"/>
                    <a:pt x="247346" y="238911"/>
                  </a:cubicBezTo>
                  <a:cubicBezTo>
                    <a:pt x="246215" y="235871"/>
                    <a:pt x="245979" y="231817"/>
                    <a:pt x="243811" y="229979"/>
                  </a:cubicBezTo>
                  <a:cubicBezTo>
                    <a:pt x="233511" y="221188"/>
                    <a:pt x="223306" y="212020"/>
                    <a:pt x="211923" y="204832"/>
                  </a:cubicBezTo>
                  <a:cubicBezTo>
                    <a:pt x="191065" y="191633"/>
                    <a:pt x="169241" y="179991"/>
                    <a:pt x="148147" y="167146"/>
                  </a:cubicBezTo>
                  <a:cubicBezTo>
                    <a:pt x="141925" y="163351"/>
                    <a:pt x="136717" y="157789"/>
                    <a:pt x="131320" y="152722"/>
                  </a:cubicBezTo>
                  <a:cubicBezTo>
                    <a:pt x="130188" y="151662"/>
                    <a:pt x="129411" y="148692"/>
                    <a:pt x="130070" y="147584"/>
                  </a:cubicBezTo>
                  <a:cubicBezTo>
                    <a:pt x="130825" y="146359"/>
                    <a:pt x="133535" y="145557"/>
                    <a:pt x="135185" y="145817"/>
                  </a:cubicBezTo>
                  <a:cubicBezTo>
                    <a:pt x="139545" y="146524"/>
                    <a:pt x="143929" y="147490"/>
                    <a:pt x="148029" y="149069"/>
                  </a:cubicBezTo>
                  <a:cubicBezTo>
                    <a:pt x="184065" y="162833"/>
                    <a:pt x="216802" y="182583"/>
                    <a:pt x="247982" y="205020"/>
                  </a:cubicBezTo>
                  <a:cubicBezTo>
                    <a:pt x="258447" y="212538"/>
                    <a:pt x="267898" y="221023"/>
                    <a:pt x="273672" y="233208"/>
                  </a:cubicBezTo>
                  <a:cubicBezTo>
                    <a:pt x="275722" y="237521"/>
                    <a:pt x="280530" y="241056"/>
                    <a:pt x="284843" y="243696"/>
                  </a:cubicBezTo>
                  <a:cubicBezTo>
                    <a:pt x="298206" y="251921"/>
                    <a:pt x="313007" y="254113"/>
                    <a:pt x="328374" y="251921"/>
                  </a:cubicBezTo>
                  <a:cubicBezTo>
                    <a:pt x="339168" y="250389"/>
                    <a:pt x="343245" y="245723"/>
                    <a:pt x="345084" y="234528"/>
                  </a:cubicBezTo>
                  <a:cubicBezTo>
                    <a:pt x="345956" y="229296"/>
                    <a:pt x="348147" y="224794"/>
                    <a:pt x="353898" y="223969"/>
                  </a:cubicBezTo>
                  <a:cubicBezTo>
                    <a:pt x="369194" y="221706"/>
                    <a:pt x="382722" y="227669"/>
                    <a:pt x="396510" y="232359"/>
                  </a:cubicBezTo>
                  <a:cubicBezTo>
                    <a:pt x="396674" y="233231"/>
                    <a:pt x="396839" y="234080"/>
                    <a:pt x="397004" y="234952"/>
                  </a:cubicBezTo>
                  <a:cubicBezTo>
                    <a:pt x="387082" y="240066"/>
                    <a:pt x="377160" y="245204"/>
                    <a:pt x="367238" y="250318"/>
                  </a:cubicBezTo>
                  <a:cubicBezTo>
                    <a:pt x="367450" y="251049"/>
                    <a:pt x="367686" y="251780"/>
                    <a:pt x="367898" y="252487"/>
                  </a:cubicBezTo>
                  <a:cubicBezTo>
                    <a:pt x="371244" y="252487"/>
                    <a:pt x="374591" y="252628"/>
                    <a:pt x="377914" y="252463"/>
                  </a:cubicBezTo>
                  <a:cubicBezTo>
                    <a:pt x="389274" y="251874"/>
                    <a:pt x="400610" y="250978"/>
                    <a:pt x="411970" y="250601"/>
                  </a:cubicBezTo>
                  <a:cubicBezTo>
                    <a:pt x="429976" y="249988"/>
                    <a:pt x="445696" y="252958"/>
                    <a:pt x="453450" y="272826"/>
                  </a:cubicBezTo>
                  <a:cubicBezTo>
                    <a:pt x="456986" y="281900"/>
                    <a:pt x="466177" y="284587"/>
                    <a:pt x="473059" y="279708"/>
                  </a:cubicBezTo>
                  <a:cubicBezTo>
                    <a:pt x="488473" y="268796"/>
                    <a:pt x="497877" y="253618"/>
                    <a:pt x="499621" y="234645"/>
                  </a:cubicBezTo>
                  <a:cubicBezTo>
                    <a:pt x="500493" y="225548"/>
                    <a:pt x="492079" y="218430"/>
                    <a:pt x="481968" y="218619"/>
                  </a:cubicBezTo>
                  <a:close/>
                  <a:moveTo>
                    <a:pt x="327879" y="234645"/>
                  </a:moveTo>
                  <a:cubicBezTo>
                    <a:pt x="325711" y="234363"/>
                    <a:pt x="324414" y="234433"/>
                    <a:pt x="323283" y="234033"/>
                  </a:cubicBezTo>
                  <a:cubicBezTo>
                    <a:pt x="308953" y="228730"/>
                    <a:pt x="296274" y="220905"/>
                    <a:pt x="286163" y="209333"/>
                  </a:cubicBezTo>
                  <a:cubicBezTo>
                    <a:pt x="284937" y="207943"/>
                    <a:pt x="284985" y="205444"/>
                    <a:pt x="284442" y="203465"/>
                  </a:cubicBezTo>
                  <a:cubicBezTo>
                    <a:pt x="286257" y="203040"/>
                    <a:pt x="288284" y="201886"/>
                    <a:pt x="289863" y="202310"/>
                  </a:cubicBezTo>
                  <a:cubicBezTo>
                    <a:pt x="305135" y="206364"/>
                    <a:pt x="318946" y="213151"/>
                    <a:pt x="329458" y="225312"/>
                  </a:cubicBezTo>
                  <a:cubicBezTo>
                    <a:pt x="330966" y="227033"/>
                    <a:pt x="331155" y="230191"/>
                    <a:pt x="331202" y="232689"/>
                  </a:cubicBezTo>
                  <a:cubicBezTo>
                    <a:pt x="331225" y="233444"/>
                    <a:pt x="328633" y="234245"/>
                    <a:pt x="327879" y="23464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16" name="Google Shape;1716;p47"/>
            <p:cNvSpPr/>
            <p:nvPr/>
          </p:nvSpPr>
          <p:spPr>
            <a:xfrm>
              <a:off x="1023012" y="2543575"/>
              <a:ext cx="418240" cy="362550"/>
            </a:xfrm>
            <a:custGeom>
              <a:rect b="b" l="l" r="r" t="t"/>
              <a:pathLst>
                <a:path extrusionOk="0" h="362550" w="418240">
                  <a:moveTo>
                    <a:pt x="272001" y="124794"/>
                  </a:moveTo>
                  <a:cubicBezTo>
                    <a:pt x="255103" y="112043"/>
                    <a:pt x="237427" y="100047"/>
                    <a:pt x="216757" y="93613"/>
                  </a:cubicBezTo>
                  <a:cubicBezTo>
                    <a:pt x="209569" y="91374"/>
                    <a:pt x="203865" y="92647"/>
                    <a:pt x="197502" y="97101"/>
                  </a:cubicBezTo>
                  <a:cubicBezTo>
                    <a:pt x="190856" y="101744"/>
                    <a:pt x="182772" y="104431"/>
                    <a:pt x="175088" y="107377"/>
                  </a:cubicBezTo>
                  <a:cubicBezTo>
                    <a:pt x="173415" y="108013"/>
                    <a:pt x="170186" y="106599"/>
                    <a:pt x="168819" y="105091"/>
                  </a:cubicBezTo>
                  <a:cubicBezTo>
                    <a:pt x="168089" y="104289"/>
                    <a:pt x="169173" y="100778"/>
                    <a:pt x="170422" y="99364"/>
                  </a:cubicBezTo>
                  <a:cubicBezTo>
                    <a:pt x="174240" y="95074"/>
                    <a:pt x="172402" y="91610"/>
                    <a:pt x="169385" y="88310"/>
                  </a:cubicBezTo>
                  <a:cubicBezTo>
                    <a:pt x="167570" y="86307"/>
                    <a:pt x="165473" y="84469"/>
                    <a:pt x="163187" y="83007"/>
                  </a:cubicBezTo>
                  <a:cubicBezTo>
                    <a:pt x="115343" y="52156"/>
                    <a:pt x="65072" y="25807"/>
                    <a:pt x="12915" y="3064"/>
                  </a:cubicBezTo>
                  <a:cubicBezTo>
                    <a:pt x="9262" y="1461"/>
                    <a:pt x="5114" y="990"/>
                    <a:pt x="1202" y="0"/>
                  </a:cubicBezTo>
                  <a:cubicBezTo>
                    <a:pt x="801" y="660"/>
                    <a:pt x="401" y="1296"/>
                    <a:pt x="0" y="1956"/>
                  </a:cubicBezTo>
                  <a:cubicBezTo>
                    <a:pt x="2687" y="4643"/>
                    <a:pt x="5020" y="7778"/>
                    <a:pt x="8084" y="9922"/>
                  </a:cubicBezTo>
                  <a:cubicBezTo>
                    <a:pt x="26326" y="22649"/>
                    <a:pt x="44332" y="35777"/>
                    <a:pt x="63163" y="47608"/>
                  </a:cubicBezTo>
                  <a:cubicBezTo>
                    <a:pt x="116026" y="80839"/>
                    <a:pt x="167570" y="115885"/>
                    <a:pt x="214282" y="157459"/>
                  </a:cubicBezTo>
                  <a:cubicBezTo>
                    <a:pt x="251662" y="190714"/>
                    <a:pt x="288593" y="224487"/>
                    <a:pt x="324888" y="258921"/>
                  </a:cubicBezTo>
                  <a:cubicBezTo>
                    <a:pt x="344638" y="277634"/>
                    <a:pt x="366698" y="293849"/>
                    <a:pt x="379779" y="319656"/>
                  </a:cubicBezTo>
                  <a:cubicBezTo>
                    <a:pt x="388004" y="335895"/>
                    <a:pt x="403630" y="348386"/>
                    <a:pt x="415933" y="362550"/>
                  </a:cubicBezTo>
                  <a:cubicBezTo>
                    <a:pt x="416687" y="362197"/>
                    <a:pt x="417417" y="361867"/>
                    <a:pt x="418171" y="361513"/>
                  </a:cubicBezTo>
                  <a:cubicBezTo>
                    <a:pt x="418195" y="344591"/>
                    <a:pt x="419067" y="327599"/>
                    <a:pt x="413858" y="311101"/>
                  </a:cubicBezTo>
                  <a:cubicBezTo>
                    <a:pt x="413057" y="308532"/>
                    <a:pt x="411242" y="305680"/>
                    <a:pt x="409050" y="304313"/>
                  </a:cubicBezTo>
                  <a:cubicBezTo>
                    <a:pt x="404195" y="301296"/>
                    <a:pt x="398091" y="300047"/>
                    <a:pt x="393802" y="296489"/>
                  </a:cubicBezTo>
                  <a:cubicBezTo>
                    <a:pt x="383526" y="287980"/>
                    <a:pt x="373839" y="278718"/>
                    <a:pt x="364200" y="269456"/>
                  </a:cubicBezTo>
                  <a:cubicBezTo>
                    <a:pt x="337427" y="243672"/>
                    <a:pt x="314235" y="214636"/>
                    <a:pt x="282630" y="193330"/>
                  </a:cubicBezTo>
                  <a:cubicBezTo>
                    <a:pt x="253500" y="173698"/>
                    <a:pt x="231157" y="145628"/>
                    <a:pt x="210370" y="117087"/>
                  </a:cubicBezTo>
                  <a:cubicBezTo>
                    <a:pt x="207471" y="113104"/>
                    <a:pt x="206694" y="107565"/>
                    <a:pt x="204949" y="102758"/>
                  </a:cubicBezTo>
                  <a:cubicBezTo>
                    <a:pt x="209946" y="104242"/>
                    <a:pt x="215720" y="104619"/>
                    <a:pt x="219797" y="107424"/>
                  </a:cubicBezTo>
                  <a:cubicBezTo>
                    <a:pt x="233632" y="116946"/>
                    <a:pt x="247679" y="126396"/>
                    <a:pt x="260170" y="137544"/>
                  </a:cubicBezTo>
                  <a:cubicBezTo>
                    <a:pt x="296182" y="169715"/>
                    <a:pt x="331464" y="202710"/>
                    <a:pt x="367075" y="235329"/>
                  </a:cubicBezTo>
                  <a:cubicBezTo>
                    <a:pt x="376102" y="243601"/>
                    <a:pt x="385317" y="251685"/>
                    <a:pt x="395711" y="260995"/>
                  </a:cubicBezTo>
                  <a:cubicBezTo>
                    <a:pt x="395711" y="254843"/>
                    <a:pt x="395947" y="250460"/>
                    <a:pt x="395664" y="246123"/>
                  </a:cubicBezTo>
                  <a:cubicBezTo>
                    <a:pt x="395027" y="236036"/>
                    <a:pt x="394910" y="225831"/>
                    <a:pt x="393118" y="215956"/>
                  </a:cubicBezTo>
                  <a:cubicBezTo>
                    <a:pt x="391657" y="207872"/>
                    <a:pt x="388758" y="207047"/>
                    <a:pt x="381122" y="209451"/>
                  </a:cubicBezTo>
                  <a:cubicBezTo>
                    <a:pt x="375772" y="211124"/>
                    <a:pt x="371223" y="210724"/>
                    <a:pt x="367264" y="205751"/>
                  </a:cubicBezTo>
                  <a:cubicBezTo>
                    <a:pt x="362220" y="199411"/>
                    <a:pt x="357106" y="192835"/>
                    <a:pt x="350884" y="187745"/>
                  </a:cubicBezTo>
                  <a:cubicBezTo>
                    <a:pt x="324888" y="166368"/>
                    <a:pt x="298845" y="145015"/>
                    <a:pt x="272001" y="1247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17" name="Google Shape;1717;p47"/>
            <p:cNvSpPr/>
            <p:nvPr/>
          </p:nvSpPr>
          <p:spPr>
            <a:xfrm>
              <a:off x="700050" y="3045042"/>
              <a:ext cx="117417" cy="253593"/>
            </a:xfrm>
            <a:custGeom>
              <a:rect b="b" l="l" r="r" t="t"/>
              <a:pathLst>
                <a:path extrusionOk="0" h="253593" w="117417">
                  <a:moveTo>
                    <a:pt x="2858" y="188210"/>
                  </a:moveTo>
                  <a:cubicBezTo>
                    <a:pt x="76" y="190920"/>
                    <a:pt x="-324" y="197308"/>
                    <a:pt x="194" y="201785"/>
                  </a:cubicBezTo>
                  <a:cubicBezTo>
                    <a:pt x="736" y="206476"/>
                    <a:pt x="3187" y="211213"/>
                    <a:pt x="5686" y="215384"/>
                  </a:cubicBezTo>
                  <a:cubicBezTo>
                    <a:pt x="14924" y="230822"/>
                    <a:pt x="25412" y="245292"/>
                    <a:pt x="42641" y="252599"/>
                  </a:cubicBezTo>
                  <a:cubicBezTo>
                    <a:pt x="45846" y="253966"/>
                    <a:pt x="52492" y="253612"/>
                    <a:pt x="53859" y="251562"/>
                  </a:cubicBezTo>
                  <a:cubicBezTo>
                    <a:pt x="56193" y="248074"/>
                    <a:pt x="56546" y="242488"/>
                    <a:pt x="55933" y="238033"/>
                  </a:cubicBezTo>
                  <a:cubicBezTo>
                    <a:pt x="55533" y="235135"/>
                    <a:pt x="52374" y="232094"/>
                    <a:pt x="49688" y="230138"/>
                  </a:cubicBezTo>
                  <a:cubicBezTo>
                    <a:pt x="45139" y="226815"/>
                    <a:pt x="40072" y="224199"/>
                    <a:pt x="35099" y="221512"/>
                  </a:cubicBezTo>
                  <a:cubicBezTo>
                    <a:pt x="27227" y="217246"/>
                    <a:pt x="20934" y="211613"/>
                    <a:pt x="18083" y="202822"/>
                  </a:cubicBezTo>
                  <a:cubicBezTo>
                    <a:pt x="15066" y="193489"/>
                    <a:pt x="19803" y="186537"/>
                    <a:pt x="29419" y="187173"/>
                  </a:cubicBezTo>
                  <a:cubicBezTo>
                    <a:pt x="33920" y="187456"/>
                    <a:pt x="38776" y="188894"/>
                    <a:pt x="42641" y="191203"/>
                  </a:cubicBezTo>
                  <a:cubicBezTo>
                    <a:pt x="57206" y="199900"/>
                    <a:pt x="68637" y="211920"/>
                    <a:pt x="75589" y="227404"/>
                  </a:cubicBezTo>
                  <a:cubicBezTo>
                    <a:pt x="77592" y="231835"/>
                    <a:pt x="76343" y="237727"/>
                    <a:pt x="76626" y="242936"/>
                  </a:cubicBezTo>
                  <a:cubicBezTo>
                    <a:pt x="76791" y="246094"/>
                    <a:pt x="75943" y="250972"/>
                    <a:pt x="77545" y="252033"/>
                  </a:cubicBezTo>
                  <a:cubicBezTo>
                    <a:pt x="80067" y="253683"/>
                    <a:pt x="85488" y="254248"/>
                    <a:pt x="87538" y="252622"/>
                  </a:cubicBezTo>
                  <a:cubicBezTo>
                    <a:pt x="92558" y="248592"/>
                    <a:pt x="97555" y="243666"/>
                    <a:pt x="100430" y="238010"/>
                  </a:cubicBezTo>
                  <a:cubicBezTo>
                    <a:pt x="109999" y="219273"/>
                    <a:pt x="113157" y="198651"/>
                    <a:pt x="115255" y="177982"/>
                  </a:cubicBezTo>
                  <a:cubicBezTo>
                    <a:pt x="118413" y="146872"/>
                    <a:pt x="118248" y="115738"/>
                    <a:pt x="113864" y="84698"/>
                  </a:cubicBezTo>
                  <a:cubicBezTo>
                    <a:pt x="109975" y="57053"/>
                    <a:pt x="100006" y="31764"/>
                    <a:pt x="83791" y="9068"/>
                  </a:cubicBezTo>
                  <a:cubicBezTo>
                    <a:pt x="75141" y="-3046"/>
                    <a:pt x="66657" y="-3046"/>
                    <a:pt x="58054" y="9209"/>
                  </a:cubicBezTo>
                  <a:cubicBezTo>
                    <a:pt x="52115" y="17670"/>
                    <a:pt x="46577" y="26579"/>
                    <a:pt x="42217" y="35912"/>
                  </a:cubicBezTo>
                  <a:cubicBezTo>
                    <a:pt x="34392" y="52646"/>
                    <a:pt x="31304" y="70322"/>
                    <a:pt x="37008" y="88469"/>
                  </a:cubicBezTo>
                  <a:cubicBezTo>
                    <a:pt x="40685" y="100183"/>
                    <a:pt x="48415" y="103035"/>
                    <a:pt x="59445" y="97802"/>
                  </a:cubicBezTo>
                  <a:cubicBezTo>
                    <a:pt x="62155" y="96506"/>
                    <a:pt x="65031" y="95563"/>
                    <a:pt x="69344" y="93866"/>
                  </a:cubicBezTo>
                  <a:cubicBezTo>
                    <a:pt x="64983" y="106546"/>
                    <a:pt x="60482" y="111943"/>
                    <a:pt x="50159" y="114371"/>
                  </a:cubicBezTo>
                  <a:cubicBezTo>
                    <a:pt x="43112" y="116044"/>
                    <a:pt x="35547" y="115691"/>
                    <a:pt x="28193" y="115856"/>
                  </a:cubicBezTo>
                  <a:cubicBezTo>
                    <a:pt x="19214" y="116044"/>
                    <a:pt x="15042" y="118613"/>
                    <a:pt x="14335" y="127569"/>
                  </a:cubicBezTo>
                  <a:cubicBezTo>
                    <a:pt x="13510" y="137586"/>
                    <a:pt x="14618" y="147744"/>
                    <a:pt x="14241" y="157831"/>
                  </a:cubicBezTo>
                  <a:cubicBezTo>
                    <a:pt x="13817" y="169096"/>
                    <a:pt x="11648" y="179608"/>
                    <a:pt x="2858" y="188210"/>
                  </a:cubicBezTo>
                  <a:close/>
                  <a:moveTo>
                    <a:pt x="28688" y="124552"/>
                  </a:moveTo>
                  <a:cubicBezTo>
                    <a:pt x="34203" y="127711"/>
                    <a:pt x="39341" y="131599"/>
                    <a:pt x="44455" y="135417"/>
                  </a:cubicBezTo>
                  <a:cubicBezTo>
                    <a:pt x="50560" y="139990"/>
                    <a:pt x="56051" y="145552"/>
                    <a:pt x="62579" y="149393"/>
                  </a:cubicBezTo>
                  <a:cubicBezTo>
                    <a:pt x="69862" y="153683"/>
                    <a:pt x="76414" y="151279"/>
                    <a:pt x="79337" y="143265"/>
                  </a:cubicBezTo>
                  <a:cubicBezTo>
                    <a:pt x="85700" y="125896"/>
                    <a:pt x="86030" y="107890"/>
                    <a:pt x="82118" y="89954"/>
                  </a:cubicBezTo>
                  <a:cubicBezTo>
                    <a:pt x="80751" y="83685"/>
                    <a:pt x="75801" y="80668"/>
                    <a:pt x="68990" y="82530"/>
                  </a:cubicBezTo>
                  <a:cubicBezTo>
                    <a:pt x="64724" y="83685"/>
                    <a:pt x="60529" y="85311"/>
                    <a:pt x="56193" y="86113"/>
                  </a:cubicBezTo>
                  <a:cubicBezTo>
                    <a:pt x="49829" y="87267"/>
                    <a:pt x="46883" y="84793"/>
                    <a:pt x="47873" y="78547"/>
                  </a:cubicBezTo>
                  <a:cubicBezTo>
                    <a:pt x="50583" y="61342"/>
                    <a:pt x="55768" y="44868"/>
                    <a:pt x="64913" y="29973"/>
                  </a:cubicBezTo>
                  <a:cubicBezTo>
                    <a:pt x="70333" y="21158"/>
                    <a:pt x="76791" y="21323"/>
                    <a:pt x="80373" y="30869"/>
                  </a:cubicBezTo>
                  <a:cubicBezTo>
                    <a:pt x="84498" y="41851"/>
                    <a:pt x="87845" y="53400"/>
                    <a:pt x="89518" y="65019"/>
                  </a:cubicBezTo>
                  <a:cubicBezTo>
                    <a:pt x="93289" y="90920"/>
                    <a:pt x="95811" y="116987"/>
                    <a:pt x="98521" y="140319"/>
                  </a:cubicBezTo>
                  <a:cubicBezTo>
                    <a:pt x="97531" y="149558"/>
                    <a:pt x="97932" y="156299"/>
                    <a:pt x="95811" y="162144"/>
                  </a:cubicBezTo>
                  <a:cubicBezTo>
                    <a:pt x="94373" y="166127"/>
                    <a:pt x="89801" y="170958"/>
                    <a:pt x="85936" y="171689"/>
                  </a:cubicBezTo>
                  <a:cubicBezTo>
                    <a:pt x="69414" y="174753"/>
                    <a:pt x="52940" y="174376"/>
                    <a:pt x="37856" y="165184"/>
                  </a:cubicBezTo>
                  <a:cubicBezTo>
                    <a:pt x="24493" y="157029"/>
                    <a:pt x="20769" y="144043"/>
                    <a:pt x="20322" y="129667"/>
                  </a:cubicBezTo>
                  <a:cubicBezTo>
                    <a:pt x="20157" y="124269"/>
                    <a:pt x="23645" y="121653"/>
                    <a:pt x="28688" y="12455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18" name="Google Shape;1718;p47"/>
            <p:cNvSpPr/>
            <p:nvPr/>
          </p:nvSpPr>
          <p:spPr>
            <a:xfrm>
              <a:off x="858634" y="3448973"/>
              <a:ext cx="234682" cy="295687"/>
            </a:xfrm>
            <a:custGeom>
              <a:rect b="b" l="l" r="r" t="t"/>
              <a:pathLst>
                <a:path extrusionOk="0" h="295687" w="234682">
                  <a:moveTo>
                    <a:pt x="136921" y="122248"/>
                  </a:moveTo>
                  <a:cubicBezTo>
                    <a:pt x="124524" y="118336"/>
                    <a:pt x="116864" y="124346"/>
                    <a:pt x="115686" y="137497"/>
                  </a:cubicBezTo>
                  <a:cubicBezTo>
                    <a:pt x="114673" y="148692"/>
                    <a:pt x="111373" y="158567"/>
                    <a:pt x="104090" y="167287"/>
                  </a:cubicBezTo>
                  <a:cubicBezTo>
                    <a:pt x="82361" y="193307"/>
                    <a:pt x="55563" y="209545"/>
                    <a:pt x="21060" y="211737"/>
                  </a:cubicBezTo>
                  <a:cubicBezTo>
                    <a:pt x="7555" y="212585"/>
                    <a:pt x="2087" y="217111"/>
                    <a:pt x="437" y="229484"/>
                  </a:cubicBezTo>
                  <a:cubicBezTo>
                    <a:pt x="-482" y="236437"/>
                    <a:pt x="178" y="243790"/>
                    <a:pt x="1215" y="250790"/>
                  </a:cubicBezTo>
                  <a:cubicBezTo>
                    <a:pt x="2771" y="261254"/>
                    <a:pt x="8121" y="268042"/>
                    <a:pt x="19810" y="269385"/>
                  </a:cubicBezTo>
                  <a:cubicBezTo>
                    <a:pt x="29803" y="270540"/>
                    <a:pt x="32891" y="275230"/>
                    <a:pt x="34258" y="285129"/>
                  </a:cubicBezTo>
                  <a:cubicBezTo>
                    <a:pt x="34753" y="288758"/>
                    <a:pt x="36850" y="292175"/>
                    <a:pt x="38217" y="295687"/>
                  </a:cubicBezTo>
                  <a:cubicBezTo>
                    <a:pt x="38948" y="295522"/>
                    <a:pt x="39702" y="295334"/>
                    <a:pt x="40433" y="295169"/>
                  </a:cubicBezTo>
                  <a:cubicBezTo>
                    <a:pt x="40951" y="294155"/>
                    <a:pt x="41705" y="293189"/>
                    <a:pt x="41941" y="292105"/>
                  </a:cubicBezTo>
                  <a:cubicBezTo>
                    <a:pt x="45193" y="276950"/>
                    <a:pt x="44557" y="262079"/>
                    <a:pt x="37628" y="248032"/>
                  </a:cubicBezTo>
                  <a:cubicBezTo>
                    <a:pt x="36261" y="245298"/>
                    <a:pt x="32891" y="242588"/>
                    <a:pt x="29945" y="241787"/>
                  </a:cubicBezTo>
                  <a:cubicBezTo>
                    <a:pt x="24807" y="240443"/>
                    <a:pt x="23676" y="236814"/>
                    <a:pt x="25420" y="233538"/>
                  </a:cubicBezTo>
                  <a:cubicBezTo>
                    <a:pt x="28154" y="228353"/>
                    <a:pt x="32419" y="223969"/>
                    <a:pt x="36049" y="219232"/>
                  </a:cubicBezTo>
                  <a:cubicBezTo>
                    <a:pt x="39749" y="222131"/>
                    <a:pt x="43473" y="224982"/>
                    <a:pt x="47150" y="227928"/>
                  </a:cubicBezTo>
                  <a:cubicBezTo>
                    <a:pt x="47715" y="228376"/>
                    <a:pt x="48045" y="229107"/>
                    <a:pt x="48493" y="229696"/>
                  </a:cubicBezTo>
                  <a:cubicBezTo>
                    <a:pt x="53607" y="236224"/>
                    <a:pt x="58533" y="237851"/>
                    <a:pt x="65910" y="233797"/>
                  </a:cubicBezTo>
                  <a:cubicBezTo>
                    <a:pt x="72108" y="230380"/>
                    <a:pt x="77529" y="225525"/>
                    <a:pt x="83398" y="221447"/>
                  </a:cubicBezTo>
                  <a:cubicBezTo>
                    <a:pt x="94074" y="213976"/>
                    <a:pt x="104468" y="206010"/>
                    <a:pt x="115686" y="199458"/>
                  </a:cubicBezTo>
                  <a:cubicBezTo>
                    <a:pt x="120447" y="196653"/>
                    <a:pt x="127399" y="194886"/>
                    <a:pt x="132608" y="196041"/>
                  </a:cubicBezTo>
                  <a:cubicBezTo>
                    <a:pt x="146773" y="199175"/>
                    <a:pt x="157166" y="195923"/>
                    <a:pt x="165038" y="183432"/>
                  </a:cubicBezTo>
                  <a:cubicBezTo>
                    <a:pt x="169398" y="176502"/>
                    <a:pt x="173805" y="176785"/>
                    <a:pt x="179132" y="183149"/>
                  </a:cubicBezTo>
                  <a:cubicBezTo>
                    <a:pt x="184882" y="190031"/>
                    <a:pt x="186839" y="190172"/>
                    <a:pt x="190185" y="181381"/>
                  </a:cubicBezTo>
                  <a:cubicBezTo>
                    <a:pt x="195347" y="167829"/>
                    <a:pt x="200108" y="154018"/>
                    <a:pt x="203525" y="139948"/>
                  </a:cubicBezTo>
                  <a:cubicBezTo>
                    <a:pt x="214201" y="95876"/>
                    <a:pt x="224171" y="51638"/>
                    <a:pt x="234352" y="7448"/>
                  </a:cubicBezTo>
                  <a:cubicBezTo>
                    <a:pt x="234800" y="5468"/>
                    <a:pt x="234588" y="3323"/>
                    <a:pt x="234682" y="1249"/>
                  </a:cubicBezTo>
                  <a:cubicBezTo>
                    <a:pt x="233904" y="825"/>
                    <a:pt x="233150" y="424"/>
                    <a:pt x="232373" y="0"/>
                  </a:cubicBezTo>
                  <a:cubicBezTo>
                    <a:pt x="227871" y="5916"/>
                    <a:pt x="222545" y="11407"/>
                    <a:pt x="219009" y="17865"/>
                  </a:cubicBezTo>
                  <a:cubicBezTo>
                    <a:pt x="205740" y="42022"/>
                    <a:pt x="197044" y="67994"/>
                    <a:pt x="191835" y="94980"/>
                  </a:cubicBezTo>
                  <a:cubicBezTo>
                    <a:pt x="189573" y="106693"/>
                    <a:pt x="189243" y="118831"/>
                    <a:pt x="188842" y="130827"/>
                  </a:cubicBezTo>
                  <a:cubicBezTo>
                    <a:pt x="188724" y="134575"/>
                    <a:pt x="191222" y="138416"/>
                    <a:pt x="193343" y="144615"/>
                  </a:cubicBezTo>
                  <a:cubicBezTo>
                    <a:pt x="187286" y="142258"/>
                    <a:pt x="183303" y="140773"/>
                    <a:pt x="179391" y="139170"/>
                  </a:cubicBezTo>
                  <a:cubicBezTo>
                    <a:pt x="165227" y="133443"/>
                    <a:pt x="151416" y="126797"/>
                    <a:pt x="136921" y="122248"/>
                  </a:cubicBezTo>
                  <a:close/>
                  <a:moveTo>
                    <a:pt x="135248" y="182041"/>
                  </a:moveTo>
                  <a:cubicBezTo>
                    <a:pt x="131170" y="182677"/>
                    <a:pt x="128601" y="181169"/>
                    <a:pt x="129120" y="177021"/>
                  </a:cubicBezTo>
                  <a:cubicBezTo>
                    <a:pt x="130840" y="163045"/>
                    <a:pt x="137251" y="151237"/>
                    <a:pt x="147362" y="141669"/>
                  </a:cubicBezTo>
                  <a:cubicBezTo>
                    <a:pt x="149129" y="139995"/>
                    <a:pt x="154149" y="139406"/>
                    <a:pt x="156011" y="140702"/>
                  </a:cubicBezTo>
                  <a:cubicBezTo>
                    <a:pt x="159099" y="142847"/>
                    <a:pt x="160819" y="146948"/>
                    <a:pt x="161880" y="148433"/>
                  </a:cubicBezTo>
                  <a:cubicBezTo>
                    <a:pt x="161903" y="162079"/>
                    <a:pt x="146207" y="180297"/>
                    <a:pt x="135248" y="1820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19" name="Google Shape;1719;p47"/>
            <p:cNvSpPr/>
            <p:nvPr/>
          </p:nvSpPr>
          <p:spPr>
            <a:xfrm>
              <a:off x="719618" y="2154563"/>
              <a:ext cx="409209" cy="90285"/>
            </a:xfrm>
            <a:custGeom>
              <a:rect b="b" l="l" r="r" t="t"/>
              <a:pathLst>
                <a:path extrusionOk="0" h="90285" w="409209">
                  <a:moveTo>
                    <a:pt x="20080" y="18990"/>
                  </a:moveTo>
                  <a:cubicBezTo>
                    <a:pt x="45086" y="19108"/>
                    <a:pt x="70116" y="18000"/>
                    <a:pt x="95098" y="18731"/>
                  </a:cubicBezTo>
                  <a:cubicBezTo>
                    <a:pt x="121188" y="19485"/>
                    <a:pt x="147749" y="15502"/>
                    <a:pt x="172944" y="27687"/>
                  </a:cubicBezTo>
                  <a:cubicBezTo>
                    <a:pt x="179779" y="30986"/>
                    <a:pt x="189394" y="28936"/>
                    <a:pt x="197714" y="28653"/>
                  </a:cubicBezTo>
                  <a:cubicBezTo>
                    <a:pt x="207071" y="28347"/>
                    <a:pt x="216404" y="26791"/>
                    <a:pt x="225737" y="26673"/>
                  </a:cubicBezTo>
                  <a:cubicBezTo>
                    <a:pt x="231652" y="26603"/>
                    <a:pt x="238228" y="27899"/>
                    <a:pt x="239878" y="34993"/>
                  </a:cubicBezTo>
                  <a:cubicBezTo>
                    <a:pt x="241362" y="41427"/>
                    <a:pt x="245463" y="45080"/>
                    <a:pt x="250978" y="46754"/>
                  </a:cubicBezTo>
                  <a:cubicBezTo>
                    <a:pt x="258473" y="49016"/>
                    <a:pt x="266274" y="51255"/>
                    <a:pt x="274028" y="51585"/>
                  </a:cubicBezTo>
                  <a:cubicBezTo>
                    <a:pt x="299647" y="52646"/>
                    <a:pt x="323616" y="59292"/>
                    <a:pt x="346430" y="70722"/>
                  </a:cubicBezTo>
                  <a:cubicBezTo>
                    <a:pt x="356140" y="75577"/>
                    <a:pt x="365709" y="80857"/>
                    <a:pt x="375796" y="84769"/>
                  </a:cubicBezTo>
                  <a:cubicBezTo>
                    <a:pt x="383267" y="87668"/>
                    <a:pt x="391374" y="89553"/>
                    <a:pt x="399340" y="90237"/>
                  </a:cubicBezTo>
                  <a:cubicBezTo>
                    <a:pt x="406859" y="90873"/>
                    <a:pt x="410936" y="85240"/>
                    <a:pt x="408509" y="77981"/>
                  </a:cubicBezTo>
                  <a:cubicBezTo>
                    <a:pt x="406293" y="71312"/>
                    <a:pt x="402805" y="64948"/>
                    <a:pt x="399034" y="58985"/>
                  </a:cubicBezTo>
                  <a:cubicBezTo>
                    <a:pt x="397596" y="56699"/>
                    <a:pt x="393920" y="55073"/>
                    <a:pt x="391021" y="54602"/>
                  </a:cubicBezTo>
                  <a:cubicBezTo>
                    <a:pt x="382748" y="53282"/>
                    <a:pt x="374217" y="53376"/>
                    <a:pt x="366015" y="51703"/>
                  </a:cubicBezTo>
                  <a:cubicBezTo>
                    <a:pt x="344309" y="47248"/>
                    <a:pt x="322532" y="42912"/>
                    <a:pt x="301202" y="37043"/>
                  </a:cubicBezTo>
                  <a:cubicBezTo>
                    <a:pt x="288145" y="33461"/>
                    <a:pt x="287179" y="28017"/>
                    <a:pt x="294815" y="17010"/>
                  </a:cubicBezTo>
                  <a:cubicBezTo>
                    <a:pt x="300377" y="8997"/>
                    <a:pt x="299458" y="5344"/>
                    <a:pt x="289795" y="4001"/>
                  </a:cubicBezTo>
                  <a:cubicBezTo>
                    <a:pt x="274664" y="1880"/>
                    <a:pt x="259345" y="65"/>
                    <a:pt x="244120" y="18"/>
                  </a:cubicBezTo>
                  <a:cubicBezTo>
                    <a:pt x="200307" y="-53"/>
                    <a:pt x="156446" y="18"/>
                    <a:pt x="112656" y="1597"/>
                  </a:cubicBezTo>
                  <a:cubicBezTo>
                    <a:pt x="81310" y="2704"/>
                    <a:pt x="50035" y="6145"/>
                    <a:pt x="18784" y="8950"/>
                  </a:cubicBezTo>
                  <a:cubicBezTo>
                    <a:pt x="12444" y="9516"/>
                    <a:pt x="6246" y="11849"/>
                    <a:pt x="0" y="13357"/>
                  </a:cubicBezTo>
                  <a:cubicBezTo>
                    <a:pt x="71" y="14441"/>
                    <a:pt x="118" y="15526"/>
                    <a:pt x="189" y="16586"/>
                  </a:cubicBezTo>
                  <a:cubicBezTo>
                    <a:pt x="6835" y="17411"/>
                    <a:pt x="13457" y="18943"/>
                    <a:pt x="20080" y="1899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20" name="Google Shape;1720;p47"/>
            <p:cNvSpPr/>
            <p:nvPr/>
          </p:nvSpPr>
          <p:spPr>
            <a:xfrm>
              <a:off x="288460" y="2544271"/>
              <a:ext cx="355244" cy="424215"/>
            </a:xfrm>
            <a:custGeom>
              <a:rect b="b" l="l" r="r" t="t"/>
              <a:pathLst>
                <a:path extrusionOk="0" h="424215" w="355244">
                  <a:moveTo>
                    <a:pt x="64978" y="294991"/>
                  </a:moveTo>
                  <a:cubicBezTo>
                    <a:pt x="80226" y="264517"/>
                    <a:pt x="96536" y="234562"/>
                    <a:pt x="113151" y="204795"/>
                  </a:cubicBezTo>
                  <a:cubicBezTo>
                    <a:pt x="137474" y="161265"/>
                    <a:pt x="172496" y="127209"/>
                    <a:pt x="210747" y="96004"/>
                  </a:cubicBezTo>
                  <a:cubicBezTo>
                    <a:pt x="239995" y="72153"/>
                    <a:pt x="270705" y="50918"/>
                    <a:pt x="305115" y="34986"/>
                  </a:cubicBezTo>
                  <a:cubicBezTo>
                    <a:pt x="319138" y="28505"/>
                    <a:pt x="331935" y="19266"/>
                    <a:pt x="345039" y="10876"/>
                  </a:cubicBezTo>
                  <a:cubicBezTo>
                    <a:pt x="348480" y="8684"/>
                    <a:pt x="350978" y="5031"/>
                    <a:pt x="355244" y="694"/>
                  </a:cubicBezTo>
                  <a:cubicBezTo>
                    <a:pt x="344144" y="-1710"/>
                    <a:pt x="336955" y="2627"/>
                    <a:pt x="329932" y="6092"/>
                  </a:cubicBezTo>
                  <a:cubicBezTo>
                    <a:pt x="284563" y="28387"/>
                    <a:pt x="242588" y="56292"/>
                    <a:pt x="200377" y="83937"/>
                  </a:cubicBezTo>
                  <a:cubicBezTo>
                    <a:pt x="132171" y="128623"/>
                    <a:pt x="89253" y="191550"/>
                    <a:pt x="62692" y="267251"/>
                  </a:cubicBezTo>
                  <a:cubicBezTo>
                    <a:pt x="60641" y="273073"/>
                    <a:pt x="56116" y="278116"/>
                    <a:pt x="52345" y="283231"/>
                  </a:cubicBezTo>
                  <a:cubicBezTo>
                    <a:pt x="47655" y="289570"/>
                    <a:pt x="41810" y="295133"/>
                    <a:pt x="37780" y="301826"/>
                  </a:cubicBezTo>
                  <a:cubicBezTo>
                    <a:pt x="22272" y="327445"/>
                    <a:pt x="12915" y="355491"/>
                    <a:pt x="6882" y="384668"/>
                  </a:cubicBezTo>
                  <a:cubicBezTo>
                    <a:pt x="4219" y="397607"/>
                    <a:pt x="2263" y="410688"/>
                    <a:pt x="0" y="423697"/>
                  </a:cubicBezTo>
                  <a:cubicBezTo>
                    <a:pt x="848" y="423862"/>
                    <a:pt x="1673" y="424051"/>
                    <a:pt x="2522" y="424216"/>
                  </a:cubicBezTo>
                  <a:cubicBezTo>
                    <a:pt x="3983" y="421411"/>
                    <a:pt x="5515" y="418630"/>
                    <a:pt x="6882" y="415778"/>
                  </a:cubicBezTo>
                  <a:cubicBezTo>
                    <a:pt x="26184" y="375500"/>
                    <a:pt x="44992" y="334939"/>
                    <a:pt x="64978" y="2949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21" name="Google Shape;1721;p47"/>
            <p:cNvSpPr/>
            <p:nvPr/>
          </p:nvSpPr>
          <p:spPr>
            <a:xfrm>
              <a:off x="1133971" y="2516189"/>
              <a:ext cx="242198" cy="173723"/>
            </a:xfrm>
            <a:custGeom>
              <a:rect b="b" l="l" r="r" t="t"/>
              <a:pathLst>
                <a:path extrusionOk="0" h="173723" w="242198">
                  <a:moveTo>
                    <a:pt x="186142" y="76927"/>
                  </a:moveTo>
                  <a:cubicBezTo>
                    <a:pt x="190832" y="81310"/>
                    <a:pt x="196324" y="84869"/>
                    <a:pt x="200778" y="89465"/>
                  </a:cubicBezTo>
                  <a:cubicBezTo>
                    <a:pt x="204832" y="93637"/>
                    <a:pt x="208791" y="98280"/>
                    <a:pt x="211337" y="103441"/>
                  </a:cubicBezTo>
                  <a:cubicBezTo>
                    <a:pt x="213976" y="108791"/>
                    <a:pt x="209569" y="113293"/>
                    <a:pt x="203700" y="111973"/>
                  </a:cubicBezTo>
                  <a:cubicBezTo>
                    <a:pt x="200354" y="111219"/>
                    <a:pt x="196842" y="110394"/>
                    <a:pt x="193896" y="108744"/>
                  </a:cubicBezTo>
                  <a:cubicBezTo>
                    <a:pt x="166981" y="93684"/>
                    <a:pt x="139995" y="78765"/>
                    <a:pt x="113410" y="63139"/>
                  </a:cubicBezTo>
                  <a:cubicBezTo>
                    <a:pt x="82300" y="44874"/>
                    <a:pt x="51685" y="25831"/>
                    <a:pt x="20622" y="7495"/>
                  </a:cubicBezTo>
                  <a:cubicBezTo>
                    <a:pt x="14872" y="4101"/>
                    <a:pt x="8084" y="2451"/>
                    <a:pt x="1791" y="0"/>
                  </a:cubicBezTo>
                  <a:cubicBezTo>
                    <a:pt x="1202" y="943"/>
                    <a:pt x="589" y="1862"/>
                    <a:pt x="0" y="2805"/>
                  </a:cubicBezTo>
                  <a:cubicBezTo>
                    <a:pt x="3111" y="6151"/>
                    <a:pt x="5868" y="9922"/>
                    <a:pt x="9404" y="12750"/>
                  </a:cubicBezTo>
                  <a:cubicBezTo>
                    <a:pt x="22508" y="23285"/>
                    <a:pt x="35517" y="34033"/>
                    <a:pt x="49211" y="43743"/>
                  </a:cubicBezTo>
                  <a:cubicBezTo>
                    <a:pt x="104902" y="83196"/>
                    <a:pt x="160830" y="122343"/>
                    <a:pt x="216710" y="161513"/>
                  </a:cubicBezTo>
                  <a:cubicBezTo>
                    <a:pt x="222555" y="165614"/>
                    <a:pt x="228706" y="169361"/>
                    <a:pt x="234952" y="172849"/>
                  </a:cubicBezTo>
                  <a:cubicBezTo>
                    <a:pt x="236649" y="173792"/>
                    <a:pt x="239760" y="174099"/>
                    <a:pt x="241103" y="173132"/>
                  </a:cubicBezTo>
                  <a:cubicBezTo>
                    <a:pt x="242258" y="172307"/>
                    <a:pt x="242376" y="169149"/>
                    <a:pt x="242022" y="167193"/>
                  </a:cubicBezTo>
                  <a:cubicBezTo>
                    <a:pt x="241245" y="163092"/>
                    <a:pt x="240160" y="158991"/>
                    <a:pt x="238629" y="155126"/>
                  </a:cubicBezTo>
                  <a:cubicBezTo>
                    <a:pt x="228494" y="129272"/>
                    <a:pt x="221306" y="102710"/>
                    <a:pt x="218289" y="75041"/>
                  </a:cubicBezTo>
                  <a:cubicBezTo>
                    <a:pt x="216993" y="63257"/>
                    <a:pt x="211784" y="59510"/>
                    <a:pt x="200377" y="62055"/>
                  </a:cubicBezTo>
                  <a:cubicBezTo>
                    <a:pt x="195899" y="63045"/>
                    <a:pt x="191610" y="65308"/>
                    <a:pt x="187438" y="67382"/>
                  </a:cubicBezTo>
                  <a:cubicBezTo>
                    <a:pt x="182630" y="69786"/>
                    <a:pt x="182489" y="73509"/>
                    <a:pt x="186142" y="7692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22" name="Google Shape;1722;p47"/>
            <p:cNvSpPr/>
            <p:nvPr/>
          </p:nvSpPr>
          <p:spPr>
            <a:xfrm>
              <a:off x="434135" y="2112369"/>
              <a:ext cx="278034" cy="117825"/>
            </a:xfrm>
            <a:custGeom>
              <a:rect b="b" l="l" r="r" t="t"/>
              <a:pathLst>
                <a:path extrusionOk="0" h="117825" w="278034">
                  <a:moveTo>
                    <a:pt x="19397" y="115391"/>
                  </a:moveTo>
                  <a:cubicBezTo>
                    <a:pt x="83785" y="94251"/>
                    <a:pt x="148197" y="73157"/>
                    <a:pt x="212421" y="51474"/>
                  </a:cubicBezTo>
                  <a:cubicBezTo>
                    <a:pt x="232006" y="44875"/>
                    <a:pt x="251238" y="37051"/>
                    <a:pt x="270116" y="28684"/>
                  </a:cubicBezTo>
                  <a:cubicBezTo>
                    <a:pt x="279991" y="24300"/>
                    <a:pt x="280179" y="19516"/>
                    <a:pt x="273180" y="11479"/>
                  </a:cubicBezTo>
                  <a:cubicBezTo>
                    <a:pt x="270917" y="8887"/>
                    <a:pt x="268466" y="6388"/>
                    <a:pt x="265779" y="4244"/>
                  </a:cubicBezTo>
                  <a:cubicBezTo>
                    <a:pt x="257719" y="-2214"/>
                    <a:pt x="253217" y="-1177"/>
                    <a:pt x="246288" y="6506"/>
                  </a:cubicBezTo>
                  <a:cubicBezTo>
                    <a:pt x="241763" y="11526"/>
                    <a:pt x="236555" y="16923"/>
                    <a:pt x="230521" y="19351"/>
                  </a:cubicBezTo>
                  <a:cubicBezTo>
                    <a:pt x="210417" y="27411"/>
                    <a:pt x="190078" y="35071"/>
                    <a:pt x="169361" y="41269"/>
                  </a:cubicBezTo>
                  <a:cubicBezTo>
                    <a:pt x="140750" y="49825"/>
                    <a:pt x="111643" y="56777"/>
                    <a:pt x="81664" y="58309"/>
                  </a:cubicBezTo>
                  <a:cubicBezTo>
                    <a:pt x="73297" y="58733"/>
                    <a:pt x="64836" y="57154"/>
                    <a:pt x="56022" y="56471"/>
                  </a:cubicBezTo>
                  <a:cubicBezTo>
                    <a:pt x="56257" y="57390"/>
                    <a:pt x="56422" y="58781"/>
                    <a:pt x="56941" y="60030"/>
                  </a:cubicBezTo>
                  <a:cubicBezTo>
                    <a:pt x="62385" y="72945"/>
                    <a:pt x="61065" y="78436"/>
                    <a:pt x="48951" y="85790"/>
                  </a:cubicBezTo>
                  <a:cubicBezTo>
                    <a:pt x="41622" y="90244"/>
                    <a:pt x="33278" y="92978"/>
                    <a:pt x="25689" y="97079"/>
                  </a:cubicBezTo>
                  <a:cubicBezTo>
                    <a:pt x="17676" y="101392"/>
                    <a:pt x="9993" y="106271"/>
                    <a:pt x="2310" y="111173"/>
                  </a:cubicBezTo>
                  <a:cubicBezTo>
                    <a:pt x="1108" y="111950"/>
                    <a:pt x="754" y="114048"/>
                    <a:pt x="0" y="115509"/>
                  </a:cubicBezTo>
                  <a:cubicBezTo>
                    <a:pt x="1626" y="116334"/>
                    <a:pt x="3323" y="117937"/>
                    <a:pt x="4879" y="117819"/>
                  </a:cubicBezTo>
                  <a:cubicBezTo>
                    <a:pt x="9781" y="117371"/>
                    <a:pt x="14777" y="116900"/>
                    <a:pt x="19397" y="1153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23" name="Google Shape;1723;p47"/>
            <p:cNvSpPr/>
            <p:nvPr/>
          </p:nvSpPr>
          <p:spPr>
            <a:xfrm>
              <a:off x="1170871" y="3380907"/>
              <a:ext cx="64372" cy="255206"/>
            </a:xfrm>
            <a:custGeom>
              <a:rect b="b" l="l" r="r" t="t"/>
              <a:pathLst>
                <a:path extrusionOk="0" h="255206" w="64372">
                  <a:moveTo>
                    <a:pt x="38730" y="250413"/>
                  </a:moveTo>
                  <a:cubicBezTo>
                    <a:pt x="42030" y="243696"/>
                    <a:pt x="44693" y="236319"/>
                    <a:pt x="45753" y="228942"/>
                  </a:cubicBezTo>
                  <a:cubicBezTo>
                    <a:pt x="48110" y="212821"/>
                    <a:pt x="48110" y="196300"/>
                    <a:pt x="51221" y="180344"/>
                  </a:cubicBezTo>
                  <a:cubicBezTo>
                    <a:pt x="59282" y="138935"/>
                    <a:pt x="62605" y="97148"/>
                    <a:pt x="64372" y="55008"/>
                  </a:cubicBezTo>
                  <a:cubicBezTo>
                    <a:pt x="63170" y="39500"/>
                    <a:pt x="62181" y="23945"/>
                    <a:pt x="60601" y="8485"/>
                  </a:cubicBezTo>
                  <a:cubicBezTo>
                    <a:pt x="60295" y="5538"/>
                    <a:pt x="57655" y="2828"/>
                    <a:pt x="56076" y="0"/>
                  </a:cubicBezTo>
                  <a:cubicBezTo>
                    <a:pt x="53649" y="2498"/>
                    <a:pt x="51103" y="4879"/>
                    <a:pt x="48888" y="7542"/>
                  </a:cubicBezTo>
                  <a:cubicBezTo>
                    <a:pt x="48016" y="8602"/>
                    <a:pt x="47710" y="10276"/>
                    <a:pt x="47521" y="11713"/>
                  </a:cubicBezTo>
                  <a:cubicBezTo>
                    <a:pt x="46461" y="19279"/>
                    <a:pt x="45895" y="26915"/>
                    <a:pt x="44410" y="34386"/>
                  </a:cubicBezTo>
                  <a:cubicBezTo>
                    <a:pt x="42619" y="43318"/>
                    <a:pt x="38377" y="51308"/>
                    <a:pt x="28690" y="53029"/>
                  </a:cubicBezTo>
                  <a:cubicBezTo>
                    <a:pt x="21596" y="54278"/>
                    <a:pt x="17448" y="58143"/>
                    <a:pt x="14738" y="63799"/>
                  </a:cubicBezTo>
                  <a:cubicBezTo>
                    <a:pt x="2529" y="89300"/>
                    <a:pt x="-2726" y="116121"/>
                    <a:pt x="1374" y="144332"/>
                  </a:cubicBezTo>
                  <a:cubicBezTo>
                    <a:pt x="2105" y="149352"/>
                    <a:pt x="3307" y="155951"/>
                    <a:pt x="9529" y="155645"/>
                  </a:cubicBezTo>
                  <a:cubicBezTo>
                    <a:pt x="11933" y="155527"/>
                    <a:pt x="15374" y="148786"/>
                    <a:pt x="15987" y="144709"/>
                  </a:cubicBezTo>
                  <a:cubicBezTo>
                    <a:pt x="17707" y="132996"/>
                    <a:pt x="17377" y="120952"/>
                    <a:pt x="19451" y="109333"/>
                  </a:cubicBezTo>
                  <a:cubicBezTo>
                    <a:pt x="21313" y="98798"/>
                    <a:pt x="24966" y="88522"/>
                    <a:pt x="28549" y="78364"/>
                  </a:cubicBezTo>
                  <a:cubicBezTo>
                    <a:pt x="29397" y="75937"/>
                    <a:pt x="33121" y="74546"/>
                    <a:pt x="35525" y="72661"/>
                  </a:cubicBezTo>
                  <a:cubicBezTo>
                    <a:pt x="36986" y="75371"/>
                    <a:pt x="39319" y="77964"/>
                    <a:pt x="39720" y="80815"/>
                  </a:cubicBezTo>
                  <a:cubicBezTo>
                    <a:pt x="40757" y="88145"/>
                    <a:pt x="41629" y="95616"/>
                    <a:pt x="41370" y="102993"/>
                  </a:cubicBezTo>
                  <a:cubicBezTo>
                    <a:pt x="39956" y="143318"/>
                    <a:pt x="35572" y="183267"/>
                    <a:pt x="25673" y="222508"/>
                  </a:cubicBezTo>
                  <a:cubicBezTo>
                    <a:pt x="23764" y="230073"/>
                    <a:pt x="22515" y="238039"/>
                    <a:pt x="22562" y="245793"/>
                  </a:cubicBezTo>
                  <a:cubicBezTo>
                    <a:pt x="22586" y="249046"/>
                    <a:pt x="26192" y="253853"/>
                    <a:pt x="29279" y="255032"/>
                  </a:cubicBezTo>
                  <a:cubicBezTo>
                    <a:pt x="31613" y="255951"/>
                    <a:pt x="37410" y="253076"/>
                    <a:pt x="38730" y="25041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24" name="Google Shape;1724;p47"/>
            <p:cNvSpPr/>
            <p:nvPr/>
          </p:nvSpPr>
          <p:spPr>
            <a:xfrm>
              <a:off x="383276" y="2786340"/>
              <a:ext cx="130642" cy="246511"/>
            </a:xfrm>
            <a:custGeom>
              <a:rect b="b" l="l" r="r" t="t"/>
              <a:pathLst>
                <a:path extrusionOk="0" h="246511" w="130642">
                  <a:moveTo>
                    <a:pt x="14611" y="120233"/>
                  </a:moveTo>
                  <a:cubicBezTo>
                    <a:pt x="20291" y="111913"/>
                    <a:pt x="24250" y="102438"/>
                    <a:pt x="29742" y="93954"/>
                  </a:cubicBezTo>
                  <a:cubicBezTo>
                    <a:pt x="35068" y="85705"/>
                    <a:pt x="40866" y="77598"/>
                    <a:pt x="47630" y="70527"/>
                  </a:cubicBezTo>
                  <a:cubicBezTo>
                    <a:pt x="49869" y="68194"/>
                    <a:pt x="55997" y="68288"/>
                    <a:pt x="59768" y="69349"/>
                  </a:cubicBezTo>
                  <a:cubicBezTo>
                    <a:pt x="61394" y="69797"/>
                    <a:pt x="62266" y="75547"/>
                    <a:pt x="62148" y="78847"/>
                  </a:cubicBezTo>
                  <a:cubicBezTo>
                    <a:pt x="62030" y="82170"/>
                    <a:pt x="60569" y="85564"/>
                    <a:pt x="59131" y="88675"/>
                  </a:cubicBezTo>
                  <a:cubicBezTo>
                    <a:pt x="53616" y="100529"/>
                    <a:pt x="48219" y="112479"/>
                    <a:pt x="42115" y="124027"/>
                  </a:cubicBezTo>
                  <a:cubicBezTo>
                    <a:pt x="25782" y="154925"/>
                    <a:pt x="17958" y="187614"/>
                    <a:pt x="20574" y="222542"/>
                  </a:cubicBezTo>
                  <a:cubicBezTo>
                    <a:pt x="21139" y="230178"/>
                    <a:pt x="22648" y="237744"/>
                    <a:pt x="23897" y="246511"/>
                  </a:cubicBezTo>
                  <a:cubicBezTo>
                    <a:pt x="26536" y="244720"/>
                    <a:pt x="27762" y="244343"/>
                    <a:pt x="28045" y="243612"/>
                  </a:cubicBezTo>
                  <a:cubicBezTo>
                    <a:pt x="31556" y="234727"/>
                    <a:pt x="35846" y="226030"/>
                    <a:pt x="38203" y="216815"/>
                  </a:cubicBezTo>
                  <a:cubicBezTo>
                    <a:pt x="44637" y="191527"/>
                    <a:pt x="48313" y="165366"/>
                    <a:pt x="56610" y="140760"/>
                  </a:cubicBezTo>
                  <a:cubicBezTo>
                    <a:pt x="70138" y="100624"/>
                    <a:pt x="87036" y="61854"/>
                    <a:pt x="119584" y="32347"/>
                  </a:cubicBezTo>
                  <a:cubicBezTo>
                    <a:pt x="125971" y="26572"/>
                    <a:pt x="130826" y="19078"/>
                    <a:pt x="130637" y="9627"/>
                  </a:cubicBezTo>
                  <a:cubicBezTo>
                    <a:pt x="130496" y="1849"/>
                    <a:pt x="123402" y="-2487"/>
                    <a:pt x="116779" y="1519"/>
                  </a:cubicBezTo>
                  <a:cubicBezTo>
                    <a:pt x="113456" y="3523"/>
                    <a:pt x="110157" y="6162"/>
                    <a:pt x="107918" y="9273"/>
                  </a:cubicBezTo>
                  <a:cubicBezTo>
                    <a:pt x="101295" y="18488"/>
                    <a:pt x="95426" y="28246"/>
                    <a:pt x="88851" y="37484"/>
                  </a:cubicBezTo>
                  <a:cubicBezTo>
                    <a:pt x="84444" y="43683"/>
                    <a:pt x="80013" y="50141"/>
                    <a:pt x="74309" y="54972"/>
                  </a:cubicBezTo>
                  <a:cubicBezTo>
                    <a:pt x="71599" y="57282"/>
                    <a:pt x="64623" y="57989"/>
                    <a:pt x="61842" y="56103"/>
                  </a:cubicBezTo>
                  <a:cubicBezTo>
                    <a:pt x="53993" y="50824"/>
                    <a:pt x="46829" y="52002"/>
                    <a:pt x="40701" y="57093"/>
                  </a:cubicBezTo>
                  <a:cubicBezTo>
                    <a:pt x="31816" y="64447"/>
                    <a:pt x="22695" y="72177"/>
                    <a:pt x="16096" y="81463"/>
                  </a:cubicBezTo>
                  <a:cubicBezTo>
                    <a:pt x="9214" y="91102"/>
                    <a:pt x="4477" y="102533"/>
                    <a:pt x="352" y="113728"/>
                  </a:cubicBezTo>
                  <a:cubicBezTo>
                    <a:pt x="-1062" y="117593"/>
                    <a:pt x="2167" y="123155"/>
                    <a:pt x="3275" y="127939"/>
                  </a:cubicBezTo>
                  <a:cubicBezTo>
                    <a:pt x="7093" y="125441"/>
                    <a:pt x="12207" y="123744"/>
                    <a:pt x="14611" y="12023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25" name="Google Shape;1725;p47"/>
            <p:cNvSpPr/>
            <p:nvPr/>
          </p:nvSpPr>
          <p:spPr>
            <a:xfrm>
              <a:off x="395541" y="3043174"/>
              <a:ext cx="61705" cy="337316"/>
            </a:xfrm>
            <a:custGeom>
              <a:rect b="b" l="l" r="r" t="t"/>
              <a:pathLst>
                <a:path extrusionOk="0" h="337316" w="61705">
                  <a:moveTo>
                    <a:pt x="11044" y="214848"/>
                  </a:moveTo>
                  <a:cubicBezTo>
                    <a:pt x="17784" y="221824"/>
                    <a:pt x="18491" y="230733"/>
                    <a:pt x="20047" y="239359"/>
                  </a:cubicBezTo>
                  <a:cubicBezTo>
                    <a:pt x="25326" y="268725"/>
                    <a:pt x="30275" y="298138"/>
                    <a:pt x="35719" y="327481"/>
                  </a:cubicBezTo>
                  <a:cubicBezTo>
                    <a:pt x="37251" y="335800"/>
                    <a:pt x="52217" y="340443"/>
                    <a:pt x="58722" y="334905"/>
                  </a:cubicBezTo>
                  <a:cubicBezTo>
                    <a:pt x="60254" y="333609"/>
                    <a:pt x="61597" y="331205"/>
                    <a:pt x="61668" y="329296"/>
                  </a:cubicBezTo>
                  <a:cubicBezTo>
                    <a:pt x="61786" y="325430"/>
                    <a:pt x="61692" y="321259"/>
                    <a:pt x="60419" y="317676"/>
                  </a:cubicBezTo>
                  <a:cubicBezTo>
                    <a:pt x="47032" y="280698"/>
                    <a:pt x="36945" y="242847"/>
                    <a:pt x="31336" y="203960"/>
                  </a:cubicBezTo>
                  <a:cubicBezTo>
                    <a:pt x="27282" y="175866"/>
                    <a:pt x="24218" y="147608"/>
                    <a:pt x="21767" y="119350"/>
                  </a:cubicBezTo>
                  <a:cubicBezTo>
                    <a:pt x="19080" y="88569"/>
                    <a:pt x="17902" y="57671"/>
                    <a:pt x="15357" y="26868"/>
                  </a:cubicBezTo>
                  <a:cubicBezTo>
                    <a:pt x="14602" y="17818"/>
                    <a:pt x="11491" y="8956"/>
                    <a:pt x="9464" y="0"/>
                  </a:cubicBezTo>
                  <a:cubicBezTo>
                    <a:pt x="7933" y="71"/>
                    <a:pt x="6424" y="141"/>
                    <a:pt x="4892" y="189"/>
                  </a:cubicBezTo>
                  <a:cubicBezTo>
                    <a:pt x="3549" y="9993"/>
                    <a:pt x="1381" y="19750"/>
                    <a:pt x="956" y="29602"/>
                  </a:cubicBezTo>
                  <a:cubicBezTo>
                    <a:pt x="-1542" y="88546"/>
                    <a:pt x="838" y="147302"/>
                    <a:pt x="8286" y="205845"/>
                  </a:cubicBezTo>
                  <a:cubicBezTo>
                    <a:pt x="8663" y="208956"/>
                    <a:pt x="9087" y="212821"/>
                    <a:pt x="11044" y="21484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26" name="Google Shape;1726;p47"/>
            <p:cNvSpPr/>
            <p:nvPr/>
          </p:nvSpPr>
          <p:spPr>
            <a:xfrm>
              <a:off x="946077" y="3590547"/>
              <a:ext cx="147414" cy="163626"/>
            </a:xfrm>
            <a:custGeom>
              <a:rect b="b" l="l" r="r" t="t"/>
              <a:pathLst>
                <a:path extrusionOk="0" h="163626" w="147414">
                  <a:moveTo>
                    <a:pt x="6230" y="163516"/>
                  </a:moveTo>
                  <a:cubicBezTo>
                    <a:pt x="9836" y="163022"/>
                    <a:pt x="13489" y="161890"/>
                    <a:pt x="16788" y="160335"/>
                  </a:cubicBezTo>
                  <a:cubicBezTo>
                    <a:pt x="25697" y="156116"/>
                    <a:pt x="34252" y="151190"/>
                    <a:pt x="43255" y="147184"/>
                  </a:cubicBezTo>
                  <a:cubicBezTo>
                    <a:pt x="49265" y="144520"/>
                    <a:pt x="52565" y="146712"/>
                    <a:pt x="53908" y="153005"/>
                  </a:cubicBezTo>
                  <a:cubicBezTo>
                    <a:pt x="55817" y="161937"/>
                    <a:pt x="58386" y="163069"/>
                    <a:pt x="66494" y="158426"/>
                  </a:cubicBezTo>
                  <a:cubicBezTo>
                    <a:pt x="68850" y="157082"/>
                    <a:pt x="71184" y="155621"/>
                    <a:pt x="73211" y="153830"/>
                  </a:cubicBezTo>
                  <a:cubicBezTo>
                    <a:pt x="105334" y="125902"/>
                    <a:pt x="130670" y="93377"/>
                    <a:pt x="141983" y="51473"/>
                  </a:cubicBezTo>
                  <a:cubicBezTo>
                    <a:pt x="146484" y="34763"/>
                    <a:pt x="149784" y="17935"/>
                    <a:pt x="145235" y="707"/>
                  </a:cubicBezTo>
                  <a:cubicBezTo>
                    <a:pt x="144504" y="471"/>
                    <a:pt x="143774" y="236"/>
                    <a:pt x="143067" y="0"/>
                  </a:cubicBezTo>
                  <a:cubicBezTo>
                    <a:pt x="141040" y="4902"/>
                    <a:pt x="138895" y="9781"/>
                    <a:pt x="136963" y="14754"/>
                  </a:cubicBezTo>
                  <a:cubicBezTo>
                    <a:pt x="131801" y="28046"/>
                    <a:pt x="127488" y="41763"/>
                    <a:pt x="121361" y="54608"/>
                  </a:cubicBezTo>
                  <a:cubicBezTo>
                    <a:pt x="115539" y="66816"/>
                    <a:pt x="107549" y="69338"/>
                    <a:pt x="94304" y="66227"/>
                  </a:cubicBezTo>
                  <a:cubicBezTo>
                    <a:pt x="89543" y="65119"/>
                    <a:pt x="84618" y="64294"/>
                    <a:pt x="79739" y="64082"/>
                  </a:cubicBezTo>
                  <a:cubicBezTo>
                    <a:pt x="73046" y="63799"/>
                    <a:pt x="70005" y="67594"/>
                    <a:pt x="68238" y="74098"/>
                  </a:cubicBezTo>
                  <a:cubicBezTo>
                    <a:pt x="66140" y="81805"/>
                    <a:pt x="64113" y="90549"/>
                    <a:pt x="59070" y="96182"/>
                  </a:cubicBezTo>
                  <a:cubicBezTo>
                    <a:pt x="45471" y="111431"/>
                    <a:pt x="30222" y="125194"/>
                    <a:pt x="15822" y="139760"/>
                  </a:cubicBezTo>
                  <a:cubicBezTo>
                    <a:pt x="10637" y="144992"/>
                    <a:pt x="5523" y="150460"/>
                    <a:pt x="1375" y="156493"/>
                  </a:cubicBezTo>
                  <a:cubicBezTo>
                    <a:pt x="-1736" y="161065"/>
                    <a:pt x="667" y="164271"/>
                    <a:pt x="6230" y="163516"/>
                  </a:cubicBezTo>
                  <a:close/>
                  <a:moveTo>
                    <a:pt x="69935" y="124440"/>
                  </a:moveTo>
                  <a:cubicBezTo>
                    <a:pt x="77688" y="107730"/>
                    <a:pt x="92112" y="97337"/>
                    <a:pt x="106654" y="87250"/>
                  </a:cubicBezTo>
                  <a:cubicBezTo>
                    <a:pt x="107220" y="87721"/>
                    <a:pt x="107809" y="88192"/>
                    <a:pt x="108374" y="88664"/>
                  </a:cubicBezTo>
                  <a:cubicBezTo>
                    <a:pt x="95907" y="105963"/>
                    <a:pt x="83439" y="123238"/>
                    <a:pt x="70972" y="140537"/>
                  </a:cubicBezTo>
                  <a:cubicBezTo>
                    <a:pt x="69982" y="140207"/>
                    <a:pt x="68992" y="139901"/>
                    <a:pt x="68002" y="139571"/>
                  </a:cubicBezTo>
                  <a:cubicBezTo>
                    <a:pt x="68568" y="134504"/>
                    <a:pt x="67884" y="128848"/>
                    <a:pt x="69935" y="12444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27" name="Google Shape;1727;p47"/>
            <p:cNvSpPr/>
            <p:nvPr/>
          </p:nvSpPr>
          <p:spPr>
            <a:xfrm>
              <a:off x="910894" y="3764127"/>
              <a:ext cx="266277" cy="168717"/>
            </a:xfrm>
            <a:custGeom>
              <a:rect b="b" l="l" r="r" t="t"/>
              <a:pathLst>
                <a:path extrusionOk="0" h="168717" w="266277">
                  <a:moveTo>
                    <a:pt x="181950" y="80651"/>
                  </a:moveTo>
                  <a:cubicBezTo>
                    <a:pt x="188950" y="76668"/>
                    <a:pt x="197458" y="74994"/>
                    <a:pt x="203774" y="70257"/>
                  </a:cubicBezTo>
                  <a:cubicBezTo>
                    <a:pt x="224279" y="54867"/>
                    <a:pt x="241295" y="35824"/>
                    <a:pt x="256803" y="15484"/>
                  </a:cubicBezTo>
                  <a:cubicBezTo>
                    <a:pt x="260008" y="11289"/>
                    <a:pt x="262365" y="6458"/>
                    <a:pt x="266277" y="0"/>
                  </a:cubicBezTo>
                  <a:cubicBezTo>
                    <a:pt x="260927" y="448"/>
                    <a:pt x="258146" y="212"/>
                    <a:pt x="255648" y="966"/>
                  </a:cubicBezTo>
                  <a:cubicBezTo>
                    <a:pt x="238325" y="6269"/>
                    <a:pt x="221780" y="13316"/>
                    <a:pt x="207050" y="24016"/>
                  </a:cubicBezTo>
                  <a:cubicBezTo>
                    <a:pt x="203704" y="26444"/>
                    <a:pt x="200875" y="29649"/>
                    <a:pt x="198118" y="32760"/>
                  </a:cubicBezTo>
                  <a:cubicBezTo>
                    <a:pt x="194913" y="36413"/>
                    <a:pt x="192579" y="40985"/>
                    <a:pt x="188926" y="44073"/>
                  </a:cubicBezTo>
                  <a:cubicBezTo>
                    <a:pt x="155695" y="72048"/>
                    <a:pt x="119023" y="94956"/>
                    <a:pt x="81455" y="116498"/>
                  </a:cubicBezTo>
                  <a:cubicBezTo>
                    <a:pt x="73560" y="121023"/>
                    <a:pt x="65405" y="126043"/>
                    <a:pt x="56732" y="128023"/>
                  </a:cubicBezTo>
                  <a:cubicBezTo>
                    <a:pt x="37147" y="132454"/>
                    <a:pt x="21521" y="143083"/>
                    <a:pt x="6767" y="155715"/>
                  </a:cubicBezTo>
                  <a:cubicBezTo>
                    <a:pt x="4740" y="157459"/>
                    <a:pt x="2996" y="159675"/>
                    <a:pt x="1511" y="161914"/>
                  </a:cubicBezTo>
                  <a:cubicBezTo>
                    <a:pt x="-1482" y="166486"/>
                    <a:pt x="50" y="168937"/>
                    <a:pt x="5400" y="168702"/>
                  </a:cubicBezTo>
                  <a:cubicBezTo>
                    <a:pt x="15134" y="168277"/>
                    <a:pt x="22864" y="163870"/>
                    <a:pt x="28615" y="156069"/>
                  </a:cubicBezTo>
                  <a:cubicBezTo>
                    <a:pt x="32645" y="150601"/>
                    <a:pt x="37618" y="145652"/>
                    <a:pt x="44641" y="147820"/>
                  </a:cubicBezTo>
                  <a:cubicBezTo>
                    <a:pt x="52089" y="150130"/>
                    <a:pt x="58405" y="147914"/>
                    <a:pt x="64557" y="145204"/>
                  </a:cubicBezTo>
                  <a:cubicBezTo>
                    <a:pt x="76506" y="139925"/>
                    <a:pt x="88408" y="134386"/>
                    <a:pt x="99768" y="127976"/>
                  </a:cubicBezTo>
                  <a:cubicBezTo>
                    <a:pt x="127319" y="112515"/>
                    <a:pt x="154470" y="96300"/>
                    <a:pt x="181950" y="8065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28" name="Google Shape;1728;p47"/>
            <p:cNvSpPr/>
            <p:nvPr/>
          </p:nvSpPr>
          <p:spPr>
            <a:xfrm>
              <a:off x="537211" y="2345150"/>
              <a:ext cx="282335" cy="124380"/>
            </a:xfrm>
            <a:custGeom>
              <a:rect b="b" l="l" r="r" t="t"/>
              <a:pathLst>
                <a:path extrusionOk="0" h="124380" w="282335">
                  <a:moveTo>
                    <a:pt x="40950" y="87206"/>
                  </a:moveTo>
                  <a:cubicBezTo>
                    <a:pt x="60794" y="84614"/>
                    <a:pt x="80356" y="80536"/>
                    <a:pt x="98668" y="72122"/>
                  </a:cubicBezTo>
                  <a:cubicBezTo>
                    <a:pt x="109486" y="67150"/>
                    <a:pt x="122072" y="61776"/>
                    <a:pt x="124263" y="49238"/>
                  </a:cubicBezTo>
                  <a:cubicBezTo>
                    <a:pt x="126880" y="34272"/>
                    <a:pt x="136330" y="28498"/>
                    <a:pt x="148327" y="24373"/>
                  </a:cubicBezTo>
                  <a:cubicBezTo>
                    <a:pt x="178965" y="13791"/>
                    <a:pt x="210523" y="11529"/>
                    <a:pt x="242600" y="15299"/>
                  </a:cubicBezTo>
                  <a:cubicBezTo>
                    <a:pt x="252875" y="16501"/>
                    <a:pt x="263151" y="18033"/>
                    <a:pt x="273474" y="18623"/>
                  </a:cubicBezTo>
                  <a:cubicBezTo>
                    <a:pt x="276349" y="18788"/>
                    <a:pt x="279390" y="16148"/>
                    <a:pt x="282336" y="14804"/>
                  </a:cubicBezTo>
                  <a:cubicBezTo>
                    <a:pt x="280639" y="11693"/>
                    <a:pt x="279696" y="7522"/>
                    <a:pt x="277080" y="5754"/>
                  </a:cubicBezTo>
                  <a:cubicBezTo>
                    <a:pt x="273356" y="3232"/>
                    <a:pt x="268501" y="1276"/>
                    <a:pt x="264047" y="1135"/>
                  </a:cubicBezTo>
                  <a:cubicBezTo>
                    <a:pt x="243613" y="428"/>
                    <a:pt x="223085" y="-586"/>
                    <a:pt x="202699" y="428"/>
                  </a:cubicBezTo>
                  <a:cubicBezTo>
                    <a:pt x="180026" y="1536"/>
                    <a:pt x="157495" y="5047"/>
                    <a:pt x="134846" y="6862"/>
                  </a:cubicBezTo>
                  <a:cubicBezTo>
                    <a:pt x="116745" y="8300"/>
                    <a:pt x="116910" y="7923"/>
                    <a:pt x="111678" y="25269"/>
                  </a:cubicBezTo>
                  <a:cubicBezTo>
                    <a:pt x="108921" y="34437"/>
                    <a:pt x="105833" y="43581"/>
                    <a:pt x="101897" y="52302"/>
                  </a:cubicBezTo>
                  <a:cubicBezTo>
                    <a:pt x="99069" y="58547"/>
                    <a:pt x="94143" y="62459"/>
                    <a:pt x="86342" y="58359"/>
                  </a:cubicBezTo>
                  <a:cubicBezTo>
                    <a:pt x="83891" y="57062"/>
                    <a:pt x="80568" y="57416"/>
                    <a:pt x="77669" y="57015"/>
                  </a:cubicBezTo>
                  <a:cubicBezTo>
                    <a:pt x="46748" y="62766"/>
                    <a:pt x="20492" y="75540"/>
                    <a:pt x="4584" y="104222"/>
                  </a:cubicBezTo>
                  <a:cubicBezTo>
                    <a:pt x="2463" y="108040"/>
                    <a:pt x="931" y="112353"/>
                    <a:pt x="82" y="116619"/>
                  </a:cubicBezTo>
                  <a:cubicBezTo>
                    <a:pt x="-365" y="118882"/>
                    <a:pt x="1119" y="123619"/>
                    <a:pt x="1968" y="123690"/>
                  </a:cubicBezTo>
                  <a:cubicBezTo>
                    <a:pt x="8567" y="124161"/>
                    <a:pt x="15708" y="125198"/>
                    <a:pt x="21718" y="123195"/>
                  </a:cubicBezTo>
                  <a:cubicBezTo>
                    <a:pt x="27233" y="121357"/>
                    <a:pt x="27657" y="115158"/>
                    <a:pt x="25890" y="109148"/>
                  </a:cubicBezTo>
                  <a:cubicBezTo>
                    <a:pt x="21742" y="94960"/>
                    <a:pt x="26172" y="89139"/>
                    <a:pt x="40950" y="8720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29" name="Google Shape;1729;p47"/>
            <p:cNvSpPr/>
            <p:nvPr/>
          </p:nvSpPr>
          <p:spPr>
            <a:xfrm>
              <a:off x="313772" y="2934986"/>
              <a:ext cx="76125" cy="241349"/>
            </a:xfrm>
            <a:custGeom>
              <a:rect b="b" l="l" r="r" t="t"/>
              <a:pathLst>
                <a:path extrusionOk="0" h="241349" w="76125">
                  <a:moveTo>
                    <a:pt x="73745" y="94778"/>
                  </a:moveTo>
                  <a:cubicBezTo>
                    <a:pt x="66038" y="97182"/>
                    <a:pt x="58379" y="99775"/>
                    <a:pt x="50577" y="101919"/>
                  </a:cubicBezTo>
                  <a:cubicBezTo>
                    <a:pt x="44073" y="103711"/>
                    <a:pt x="41150" y="101425"/>
                    <a:pt x="40962" y="94755"/>
                  </a:cubicBezTo>
                  <a:cubicBezTo>
                    <a:pt x="40891" y="92327"/>
                    <a:pt x="41103" y="89758"/>
                    <a:pt x="41763" y="87425"/>
                  </a:cubicBezTo>
                  <a:cubicBezTo>
                    <a:pt x="47514" y="66779"/>
                    <a:pt x="53382" y="46181"/>
                    <a:pt x="59203" y="25535"/>
                  </a:cubicBezTo>
                  <a:cubicBezTo>
                    <a:pt x="60476" y="21033"/>
                    <a:pt x="62173" y="16555"/>
                    <a:pt x="62715" y="11960"/>
                  </a:cubicBezTo>
                  <a:cubicBezTo>
                    <a:pt x="63540" y="4983"/>
                    <a:pt x="59533" y="199"/>
                    <a:pt x="53641" y="10"/>
                  </a:cubicBezTo>
                  <a:cubicBezTo>
                    <a:pt x="45722" y="-249"/>
                    <a:pt x="40655" y="4347"/>
                    <a:pt x="40938" y="11724"/>
                  </a:cubicBezTo>
                  <a:cubicBezTo>
                    <a:pt x="41127" y="16414"/>
                    <a:pt x="42022" y="21104"/>
                    <a:pt x="41857" y="25747"/>
                  </a:cubicBezTo>
                  <a:cubicBezTo>
                    <a:pt x="41197" y="44177"/>
                    <a:pt x="33726" y="52026"/>
                    <a:pt x="15531" y="53935"/>
                  </a:cubicBezTo>
                  <a:cubicBezTo>
                    <a:pt x="10535" y="54453"/>
                    <a:pt x="5562" y="55089"/>
                    <a:pt x="589" y="55655"/>
                  </a:cubicBezTo>
                  <a:cubicBezTo>
                    <a:pt x="401" y="56315"/>
                    <a:pt x="189" y="56975"/>
                    <a:pt x="0" y="57635"/>
                  </a:cubicBezTo>
                  <a:cubicBezTo>
                    <a:pt x="2522" y="59732"/>
                    <a:pt x="5350" y="61547"/>
                    <a:pt x="7495" y="63975"/>
                  </a:cubicBezTo>
                  <a:cubicBezTo>
                    <a:pt x="12774" y="69985"/>
                    <a:pt x="19420" y="75570"/>
                    <a:pt x="22437" y="82664"/>
                  </a:cubicBezTo>
                  <a:cubicBezTo>
                    <a:pt x="26609" y="92492"/>
                    <a:pt x="29083" y="103381"/>
                    <a:pt x="30332" y="114057"/>
                  </a:cubicBezTo>
                  <a:cubicBezTo>
                    <a:pt x="33019" y="137130"/>
                    <a:pt x="34127" y="160369"/>
                    <a:pt x="36554" y="183466"/>
                  </a:cubicBezTo>
                  <a:cubicBezTo>
                    <a:pt x="38487" y="201731"/>
                    <a:pt x="42564" y="219549"/>
                    <a:pt x="53029" y="235174"/>
                  </a:cubicBezTo>
                  <a:cubicBezTo>
                    <a:pt x="54537" y="237413"/>
                    <a:pt x="56587" y="239299"/>
                    <a:pt x="58402" y="241349"/>
                  </a:cubicBezTo>
                  <a:cubicBezTo>
                    <a:pt x="59109" y="241114"/>
                    <a:pt x="59793" y="240878"/>
                    <a:pt x="60500" y="240619"/>
                  </a:cubicBezTo>
                  <a:cubicBezTo>
                    <a:pt x="60500" y="236306"/>
                    <a:pt x="60877" y="231946"/>
                    <a:pt x="60429" y="227680"/>
                  </a:cubicBezTo>
                  <a:cubicBezTo>
                    <a:pt x="59038" y="214175"/>
                    <a:pt x="56799" y="200718"/>
                    <a:pt x="55904" y="187189"/>
                  </a:cubicBezTo>
                  <a:cubicBezTo>
                    <a:pt x="54042" y="159544"/>
                    <a:pt x="58143" y="132982"/>
                    <a:pt x="72284" y="108519"/>
                  </a:cubicBezTo>
                  <a:cubicBezTo>
                    <a:pt x="74334" y="104960"/>
                    <a:pt x="74876" y="100529"/>
                    <a:pt x="76125" y="96499"/>
                  </a:cubicBezTo>
                  <a:cubicBezTo>
                    <a:pt x="75301" y="95957"/>
                    <a:pt x="74523" y="95368"/>
                    <a:pt x="73745" y="947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30" name="Google Shape;1730;p47"/>
            <p:cNvSpPr/>
            <p:nvPr/>
          </p:nvSpPr>
          <p:spPr>
            <a:xfrm>
              <a:off x="609188" y="3002390"/>
              <a:ext cx="50132" cy="228685"/>
            </a:xfrm>
            <a:custGeom>
              <a:rect b="b" l="l" r="r" t="t"/>
              <a:pathLst>
                <a:path extrusionOk="0" h="228685" w="50132">
                  <a:moveTo>
                    <a:pt x="23251" y="28104"/>
                  </a:moveTo>
                  <a:cubicBezTo>
                    <a:pt x="23062" y="20798"/>
                    <a:pt x="21483" y="13374"/>
                    <a:pt x="19409" y="6351"/>
                  </a:cubicBezTo>
                  <a:cubicBezTo>
                    <a:pt x="17170" y="-1285"/>
                    <a:pt x="11349" y="-2251"/>
                    <a:pt x="7437" y="4631"/>
                  </a:cubicBezTo>
                  <a:cubicBezTo>
                    <a:pt x="4137" y="10405"/>
                    <a:pt x="1497" y="17452"/>
                    <a:pt x="1356" y="23980"/>
                  </a:cubicBezTo>
                  <a:cubicBezTo>
                    <a:pt x="413" y="61854"/>
                    <a:pt x="-459" y="99776"/>
                    <a:pt x="272" y="137650"/>
                  </a:cubicBezTo>
                  <a:cubicBezTo>
                    <a:pt x="625" y="155279"/>
                    <a:pt x="4349" y="172884"/>
                    <a:pt x="7272" y="190372"/>
                  </a:cubicBezTo>
                  <a:cubicBezTo>
                    <a:pt x="7884" y="193978"/>
                    <a:pt x="11019" y="197937"/>
                    <a:pt x="14083" y="200200"/>
                  </a:cubicBezTo>
                  <a:cubicBezTo>
                    <a:pt x="21365" y="205550"/>
                    <a:pt x="22732" y="207977"/>
                    <a:pt x="19621" y="216768"/>
                  </a:cubicBezTo>
                  <a:cubicBezTo>
                    <a:pt x="17500" y="222802"/>
                    <a:pt x="19621" y="227044"/>
                    <a:pt x="25419" y="227963"/>
                  </a:cubicBezTo>
                  <a:cubicBezTo>
                    <a:pt x="31900" y="228977"/>
                    <a:pt x="38664" y="228765"/>
                    <a:pt x="45240" y="228293"/>
                  </a:cubicBezTo>
                  <a:cubicBezTo>
                    <a:pt x="49341" y="227987"/>
                    <a:pt x="51273" y="224923"/>
                    <a:pt x="49435" y="220775"/>
                  </a:cubicBezTo>
                  <a:cubicBezTo>
                    <a:pt x="47620" y="216721"/>
                    <a:pt x="45735" y="212667"/>
                    <a:pt x="43425" y="208920"/>
                  </a:cubicBezTo>
                  <a:cubicBezTo>
                    <a:pt x="35483" y="196028"/>
                    <a:pt x="28954" y="182641"/>
                    <a:pt x="26338" y="167487"/>
                  </a:cubicBezTo>
                  <a:cubicBezTo>
                    <a:pt x="21742" y="140973"/>
                    <a:pt x="21248" y="114317"/>
                    <a:pt x="23439" y="85917"/>
                  </a:cubicBezTo>
                  <a:cubicBezTo>
                    <a:pt x="23439" y="67723"/>
                    <a:pt x="23769" y="47902"/>
                    <a:pt x="23251" y="2810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31" name="Google Shape;1731;p47"/>
            <p:cNvSpPr/>
            <p:nvPr/>
          </p:nvSpPr>
          <p:spPr>
            <a:xfrm>
              <a:off x="357150" y="3447786"/>
              <a:ext cx="154218" cy="225815"/>
            </a:xfrm>
            <a:custGeom>
              <a:rect b="b" l="l" r="r" t="t"/>
              <a:pathLst>
                <a:path extrusionOk="0" h="225815" w="154218">
                  <a:moveTo>
                    <a:pt x="139111" y="216223"/>
                  </a:moveTo>
                  <a:cubicBezTo>
                    <a:pt x="142363" y="220159"/>
                    <a:pt x="147384" y="222657"/>
                    <a:pt x="151579" y="225815"/>
                  </a:cubicBezTo>
                  <a:cubicBezTo>
                    <a:pt x="152451" y="225108"/>
                    <a:pt x="153346" y="224401"/>
                    <a:pt x="154218" y="223694"/>
                  </a:cubicBezTo>
                  <a:cubicBezTo>
                    <a:pt x="153111" y="220607"/>
                    <a:pt x="152333" y="217354"/>
                    <a:pt x="150824" y="214456"/>
                  </a:cubicBezTo>
                  <a:cubicBezTo>
                    <a:pt x="132724" y="179622"/>
                    <a:pt x="110570" y="147427"/>
                    <a:pt x="84857" y="117873"/>
                  </a:cubicBezTo>
                  <a:cubicBezTo>
                    <a:pt x="74298" y="105759"/>
                    <a:pt x="65767" y="92749"/>
                    <a:pt x="58602" y="78585"/>
                  </a:cubicBezTo>
                  <a:cubicBezTo>
                    <a:pt x="53935" y="69322"/>
                    <a:pt x="49976" y="59659"/>
                    <a:pt x="44791" y="50703"/>
                  </a:cubicBezTo>
                  <a:cubicBezTo>
                    <a:pt x="35882" y="35360"/>
                    <a:pt x="26431" y="20324"/>
                    <a:pt x="16745" y="5452"/>
                  </a:cubicBezTo>
                  <a:cubicBezTo>
                    <a:pt x="14011" y="1281"/>
                    <a:pt x="9415" y="-1830"/>
                    <a:pt x="3947" y="1234"/>
                  </a:cubicBezTo>
                  <a:cubicBezTo>
                    <a:pt x="-1379" y="4227"/>
                    <a:pt x="-342" y="9553"/>
                    <a:pt x="1449" y="13772"/>
                  </a:cubicBezTo>
                  <a:cubicBezTo>
                    <a:pt x="5998" y="24401"/>
                    <a:pt x="10051" y="35525"/>
                    <a:pt x="16438" y="45023"/>
                  </a:cubicBezTo>
                  <a:cubicBezTo>
                    <a:pt x="44296" y="86480"/>
                    <a:pt x="72601" y="127630"/>
                    <a:pt x="101402" y="168450"/>
                  </a:cubicBezTo>
                  <a:cubicBezTo>
                    <a:pt x="113092" y="185042"/>
                    <a:pt x="126196" y="200597"/>
                    <a:pt x="139111" y="216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32" name="Google Shape;1732;p47"/>
            <p:cNvSpPr/>
            <p:nvPr/>
          </p:nvSpPr>
          <p:spPr>
            <a:xfrm>
              <a:off x="478628" y="3355901"/>
              <a:ext cx="122887" cy="213703"/>
            </a:xfrm>
            <a:custGeom>
              <a:rect b="b" l="l" r="r" t="t"/>
              <a:pathLst>
                <a:path extrusionOk="0" h="213703" w="122887">
                  <a:moveTo>
                    <a:pt x="115489" y="197950"/>
                  </a:moveTo>
                  <a:cubicBezTo>
                    <a:pt x="107664" y="188405"/>
                    <a:pt x="97931" y="180085"/>
                    <a:pt x="91709" y="169644"/>
                  </a:cubicBezTo>
                  <a:cubicBezTo>
                    <a:pt x="77308" y="145534"/>
                    <a:pt x="63969" y="120740"/>
                    <a:pt x="51218" y="95711"/>
                  </a:cubicBezTo>
                  <a:cubicBezTo>
                    <a:pt x="37455" y="68701"/>
                    <a:pt x="24916" y="41056"/>
                    <a:pt x="11577" y="13811"/>
                  </a:cubicBezTo>
                  <a:cubicBezTo>
                    <a:pt x="9385" y="9333"/>
                    <a:pt x="5802" y="5539"/>
                    <a:pt x="1819" y="0"/>
                  </a:cubicBezTo>
                  <a:cubicBezTo>
                    <a:pt x="688" y="3606"/>
                    <a:pt x="-66" y="4808"/>
                    <a:pt x="5" y="5916"/>
                  </a:cubicBezTo>
                  <a:cubicBezTo>
                    <a:pt x="971" y="19609"/>
                    <a:pt x="3304" y="33019"/>
                    <a:pt x="11765" y="44285"/>
                  </a:cubicBezTo>
                  <a:cubicBezTo>
                    <a:pt x="17940" y="52487"/>
                    <a:pt x="20815" y="61537"/>
                    <a:pt x="22135" y="71553"/>
                  </a:cubicBezTo>
                  <a:cubicBezTo>
                    <a:pt x="23149" y="79331"/>
                    <a:pt x="24351" y="87320"/>
                    <a:pt x="27155" y="94579"/>
                  </a:cubicBezTo>
                  <a:cubicBezTo>
                    <a:pt x="38209" y="123333"/>
                    <a:pt x="53198" y="150083"/>
                    <a:pt x="72171" y="174264"/>
                  </a:cubicBezTo>
                  <a:cubicBezTo>
                    <a:pt x="82022" y="186826"/>
                    <a:pt x="93830" y="197879"/>
                    <a:pt x="105308" y="209050"/>
                  </a:cubicBezTo>
                  <a:cubicBezTo>
                    <a:pt x="109644" y="213269"/>
                    <a:pt x="117139" y="215956"/>
                    <a:pt x="121381" y="211124"/>
                  </a:cubicBezTo>
                  <a:cubicBezTo>
                    <a:pt x="126048" y="205798"/>
                    <a:pt x="118671" y="201815"/>
                    <a:pt x="115489" y="1979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33" name="Google Shape;1733;p47"/>
            <p:cNvSpPr/>
            <p:nvPr/>
          </p:nvSpPr>
          <p:spPr>
            <a:xfrm>
              <a:off x="460579" y="3776288"/>
              <a:ext cx="175526" cy="116078"/>
            </a:xfrm>
            <a:custGeom>
              <a:rect b="b" l="l" r="r" t="t"/>
              <a:pathLst>
                <a:path extrusionOk="0" h="116078" w="175526">
                  <a:moveTo>
                    <a:pt x="169833" y="99199"/>
                  </a:moveTo>
                  <a:cubicBezTo>
                    <a:pt x="160735" y="93307"/>
                    <a:pt x="151685" y="87203"/>
                    <a:pt x="142046" y="82300"/>
                  </a:cubicBezTo>
                  <a:cubicBezTo>
                    <a:pt x="118925" y="70563"/>
                    <a:pt x="95711" y="59227"/>
                    <a:pt x="74735" y="43530"/>
                  </a:cubicBezTo>
                  <a:cubicBezTo>
                    <a:pt x="57389" y="30544"/>
                    <a:pt x="38817" y="19184"/>
                    <a:pt x="20434" y="7660"/>
                  </a:cubicBezTo>
                  <a:cubicBezTo>
                    <a:pt x="14824" y="4148"/>
                    <a:pt x="8060" y="2498"/>
                    <a:pt x="1815" y="0"/>
                  </a:cubicBezTo>
                  <a:cubicBezTo>
                    <a:pt x="1202" y="660"/>
                    <a:pt x="589" y="1343"/>
                    <a:pt x="0" y="2003"/>
                  </a:cubicBezTo>
                  <a:cubicBezTo>
                    <a:pt x="1626" y="5303"/>
                    <a:pt x="2757" y="8979"/>
                    <a:pt x="4926" y="11878"/>
                  </a:cubicBezTo>
                  <a:cubicBezTo>
                    <a:pt x="19844" y="31817"/>
                    <a:pt x="39218" y="46783"/>
                    <a:pt x="60311" y="59463"/>
                  </a:cubicBezTo>
                  <a:cubicBezTo>
                    <a:pt x="69550" y="65025"/>
                    <a:pt x="79991" y="68536"/>
                    <a:pt x="89654" y="73462"/>
                  </a:cubicBezTo>
                  <a:cubicBezTo>
                    <a:pt x="100943" y="79213"/>
                    <a:pt x="102993" y="84162"/>
                    <a:pt x="98727" y="97643"/>
                  </a:cubicBezTo>
                  <a:cubicBezTo>
                    <a:pt x="104266" y="96818"/>
                    <a:pt x="108485" y="96653"/>
                    <a:pt x="112444" y="95522"/>
                  </a:cubicBezTo>
                  <a:cubicBezTo>
                    <a:pt x="125171" y="91845"/>
                    <a:pt x="135706" y="93967"/>
                    <a:pt x="143790" y="105374"/>
                  </a:cubicBezTo>
                  <a:cubicBezTo>
                    <a:pt x="148409" y="111878"/>
                    <a:pt x="155079" y="116238"/>
                    <a:pt x="163163" y="116074"/>
                  </a:cubicBezTo>
                  <a:cubicBezTo>
                    <a:pt x="167028" y="116003"/>
                    <a:pt x="172237" y="113976"/>
                    <a:pt x="174311" y="111030"/>
                  </a:cubicBezTo>
                  <a:cubicBezTo>
                    <a:pt x="177445" y="106505"/>
                    <a:pt x="174004" y="101909"/>
                    <a:pt x="169833" y="9919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34" name="Google Shape;1734;p47"/>
            <p:cNvSpPr/>
            <p:nvPr/>
          </p:nvSpPr>
          <p:spPr>
            <a:xfrm>
              <a:off x="986991" y="3827031"/>
              <a:ext cx="170354" cy="118103"/>
            </a:xfrm>
            <a:custGeom>
              <a:rect b="b" l="l" r="r" t="t"/>
              <a:pathLst>
                <a:path extrusionOk="0" h="118103" w="170354">
                  <a:moveTo>
                    <a:pt x="170313" y="12350"/>
                  </a:moveTo>
                  <a:cubicBezTo>
                    <a:pt x="169393" y="71"/>
                    <a:pt x="162771" y="-3370"/>
                    <a:pt x="152495" y="3464"/>
                  </a:cubicBezTo>
                  <a:cubicBezTo>
                    <a:pt x="147593" y="6740"/>
                    <a:pt x="142691" y="10370"/>
                    <a:pt x="138778" y="14730"/>
                  </a:cubicBezTo>
                  <a:cubicBezTo>
                    <a:pt x="116506" y="39547"/>
                    <a:pt x="88271" y="55668"/>
                    <a:pt x="59070" y="70540"/>
                  </a:cubicBezTo>
                  <a:cubicBezTo>
                    <a:pt x="45448" y="77492"/>
                    <a:pt x="31849" y="84563"/>
                    <a:pt x="18557" y="92105"/>
                  </a:cubicBezTo>
                  <a:cubicBezTo>
                    <a:pt x="13018" y="95239"/>
                    <a:pt x="8116" y="99552"/>
                    <a:pt x="3214" y="103676"/>
                  </a:cubicBezTo>
                  <a:cubicBezTo>
                    <a:pt x="-1123" y="107330"/>
                    <a:pt x="-628" y="112680"/>
                    <a:pt x="2082" y="116356"/>
                  </a:cubicBezTo>
                  <a:cubicBezTo>
                    <a:pt x="3473" y="118242"/>
                    <a:pt x="8776" y="118477"/>
                    <a:pt x="11816" y="117652"/>
                  </a:cubicBezTo>
                  <a:cubicBezTo>
                    <a:pt x="16977" y="116262"/>
                    <a:pt x="22092" y="113952"/>
                    <a:pt x="26640" y="111101"/>
                  </a:cubicBezTo>
                  <a:cubicBezTo>
                    <a:pt x="50327" y="96300"/>
                    <a:pt x="73400" y="80485"/>
                    <a:pt x="97510" y="66439"/>
                  </a:cubicBezTo>
                  <a:cubicBezTo>
                    <a:pt x="115116" y="56210"/>
                    <a:pt x="133546" y="46971"/>
                    <a:pt x="152495" y="39594"/>
                  </a:cubicBezTo>
                  <a:cubicBezTo>
                    <a:pt x="165293" y="34622"/>
                    <a:pt x="170643" y="30639"/>
                    <a:pt x="170313" y="16804"/>
                  </a:cubicBezTo>
                  <a:cubicBezTo>
                    <a:pt x="170313" y="15319"/>
                    <a:pt x="170407" y="13811"/>
                    <a:pt x="170313" y="123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35" name="Google Shape;1735;p47"/>
            <p:cNvSpPr/>
            <p:nvPr/>
          </p:nvSpPr>
          <p:spPr>
            <a:xfrm>
              <a:off x="1126948" y="3562437"/>
              <a:ext cx="48156" cy="187816"/>
            </a:xfrm>
            <a:custGeom>
              <a:rect b="b" l="l" r="r" t="t"/>
              <a:pathLst>
                <a:path extrusionOk="0" h="187816" w="48156">
                  <a:moveTo>
                    <a:pt x="38416" y="3175"/>
                  </a:moveTo>
                  <a:cubicBezTo>
                    <a:pt x="35305" y="7865"/>
                    <a:pt x="32430" y="12814"/>
                    <a:pt x="30356" y="18023"/>
                  </a:cubicBezTo>
                  <a:cubicBezTo>
                    <a:pt x="23757" y="34544"/>
                    <a:pt x="22767" y="52103"/>
                    <a:pt x="21424" y="69614"/>
                  </a:cubicBezTo>
                  <a:cubicBezTo>
                    <a:pt x="20410" y="83001"/>
                    <a:pt x="18124" y="96529"/>
                    <a:pt x="9639" y="107229"/>
                  </a:cubicBezTo>
                  <a:cubicBezTo>
                    <a:pt x="1956" y="116915"/>
                    <a:pt x="306" y="127615"/>
                    <a:pt x="0" y="136972"/>
                  </a:cubicBezTo>
                  <a:cubicBezTo>
                    <a:pt x="283" y="142746"/>
                    <a:pt x="-141" y="146611"/>
                    <a:pt x="754" y="150123"/>
                  </a:cubicBezTo>
                  <a:cubicBezTo>
                    <a:pt x="3417" y="160587"/>
                    <a:pt x="5892" y="171193"/>
                    <a:pt x="9828" y="181209"/>
                  </a:cubicBezTo>
                  <a:cubicBezTo>
                    <a:pt x="12963" y="189175"/>
                    <a:pt x="18525" y="189670"/>
                    <a:pt x="25171" y="184132"/>
                  </a:cubicBezTo>
                  <a:cubicBezTo>
                    <a:pt x="37780" y="173597"/>
                    <a:pt x="37521" y="166503"/>
                    <a:pt x="24228" y="156769"/>
                  </a:cubicBezTo>
                  <a:cubicBezTo>
                    <a:pt x="15225" y="150170"/>
                    <a:pt x="13269" y="144490"/>
                    <a:pt x="16568" y="133625"/>
                  </a:cubicBezTo>
                  <a:cubicBezTo>
                    <a:pt x="17723" y="129854"/>
                    <a:pt x="18855" y="125989"/>
                    <a:pt x="20669" y="122548"/>
                  </a:cubicBezTo>
                  <a:cubicBezTo>
                    <a:pt x="34716" y="95845"/>
                    <a:pt x="44379" y="67752"/>
                    <a:pt x="47396" y="37655"/>
                  </a:cubicBezTo>
                  <a:cubicBezTo>
                    <a:pt x="48456" y="27120"/>
                    <a:pt x="48150" y="16444"/>
                    <a:pt x="47985" y="5838"/>
                  </a:cubicBezTo>
                  <a:cubicBezTo>
                    <a:pt x="47961" y="3788"/>
                    <a:pt x="46052" y="606"/>
                    <a:pt x="44355" y="87"/>
                  </a:cubicBezTo>
                  <a:cubicBezTo>
                    <a:pt x="42776" y="-431"/>
                    <a:pt x="39548" y="1454"/>
                    <a:pt x="38416" y="317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36" name="Google Shape;1736;p47"/>
            <p:cNvSpPr/>
            <p:nvPr/>
          </p:nvSpPr>
          <p:spPr>
            <a:xfrm>
              <a:off x="772286" y="3765846"/>
              <a:ext cx="146553" cy="39818"/>
            </a:xfrm>
            <a:custGeom>
              <a:rect b="b" l="l" r="r" t="t"/>
              <a:pathLst>
                <a:path extrusionOk="0" h="39818" w="146553">
                  <a:moveTo>
                    <a:pt x="146554" y="2688"/>
                  </a:moveTo>
                  <a:cubicBezTo>
                    <a:pt x="142689" y="1533"/>
                    <a:pt x="140756" y="543"/>
                    <a:pt x="138800" y="449"/>
                  </a:cubicBezTo>
                  <a:cubicBezTo>
                    <a:pt x="132884" y="142"/>
                    <a:pt x="126921" y="-235"/>
                    <a:pt x="121029" y="190"/>
                  </a:cubicBezTo>
                  <a:cubicBezTo>
                    <a:pt x="94209" y="2146"/>
                    <a:pt x="67364" y="4055"/>
                    <a:pt x="40615" y="6624"/>
                  </a:cubicBezTo>
                  <a:cubicBezTo>
                    <a:pt x="29632" y="7684"/>
                    <a:pt x="18672" y="9829"/>
                    <a:pt x="7925" y="12398"/>
                  </a:cubicBezTo>
                  <a:cubicBezTo>
                    <a:pt x="-653" y="14472"/>
                    <a:pt x="-1643" y="18667"/>
                    <a:pt x="1986" y="26845"/>
                  </a:cubicBezTo>
                  <a:cubicBezTo>
                    <a:pt x="7313" y="38889"/>
                    <a:pt x="17824" y="40444"/>
                    <a:pt x="28618" y="39643"/>
                  </a:cubicBezTo>
                  <a:cubicBezTo>
                    <a:pt x="67200" y="36815"/>
                    <a:pt x="103047" y="23829"/>
                    <a:pt x="138164" y="8556"/>
                  </a:cubicBezTo>
                  <a:cubicBezTo>
                    <a:pt x="140615" y="7472"/>
                    <a:pt x="142689" y="5422"/>
                    <a:pt x="146554" y="268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37" name="Google Shape;1737;p47"/>
            <p:cNvSpPr/>
            <p:nvPr/>
          </p:nvSpPr>
          <p:spPr>
            <a:xfrm>
              <a:off x="339584" y="3336599"/>
              <a:ext cx="79558" cy="92570"/>
            </a:xfrm>
            <a:custGeom>
              <a:rect b="b" l="l" r="r" t="t"/>
              <a:pathLst>
                <a:path extrusionOk="0" h="92570" w="79558">
                  <a:moveTo>
                    <a:pt x="24011" y="91539"/>
                  </a:moveTo>
                  <a:cubicBezTo>
                    <a:pt x="30611" y="89489"/>
                    <a:pt x="35159" y="84633"/>
                    <a:pt x="35324" y="77445"/>
                  </a:cubicBezTo>
                  <a:cubicBezTo>
                    <a:pt x="35395" y="74216"/>
                    <a:pt x="33109" y="71011"/>
                    <a:pt x="32166" y="67712"/>
                  </a:cubicBezTo>
                  <a:cubicBezTo>
                    <a:pt x="30351" y="61419"/>
                    <a:pt x="33038" y="56281"/>
                    <a:pt x="37681" y="52675"/>
                  </a:cubicBezTo>
                  <a:cubicBezTo>
                    <a:pt x="40274" y="50672"/>
                    <a:pt x="46189" y="48692"/>
                    <a:pt x="47273" y="49823"/>
                  </a:cubicBezTo>
                  <a:cubicBezTo>
                    <a:pt x="50361" y="53099"/>
                    <a:pt x="52128" y="57836"/>
                    <a:pt x="53637" y="62267"/>
                  </a:cubicBezTo>
                  <a:cubicBezTo>
                    <a:pt x="55216" y="66863"/>
                    <a:pt x="55169" y="72095"/>
                    <a:pt x="57101" y="76479"/>
                  </a:cubicBezTo>
                  <a:cubicBezTo>
                    <a:pt x="60354" y="83832"/>
                    <a:pt x="67330" y="86142"/>
                    <a:pt x="74471" y="82819"/>
                  </a:cubicBezTo>
                  <a:cubicBezTo>
                    <a:pt x="81117" y="79731"/>
                    <a:pt x="79868" y="73580"/>
                    <a:pt x="78360" y="68560"/>
                  </a:cubicBezTo>
                  <a:cubicBezTo>
                    <a:pt x="71148" y="44237"/>
                    <a:pt x="56512" y="23615"/>
                    <a:pt x="44445" y="0"/>
                  </a:cubicBezTo>
                  <a:cubicBezTo>
                    <a:pt x="40156" y="15131"/>
                    <a:pt x="36668" y="28635"/>
                    <a:pt x="32402" y="41904"/>
                  </a:cubicBezTo>
                  <a:cubicBezTo>
                    <a:pt x="30964" y="46359"/>
                    <a:pt x="27523" y="50153"/>
                    <a:pt x="25001" y="54254"/>
                  </a:cubicBezTo>
                  <a:cubicBezTo>
                    <a:pt x="21443" y="51143"/>
                    <a:pt x="17577" y="48315"/>
                    <a:pt x="14372" y="44850"/>
                  </a:cubicBezTo>
                  <a:cubicBezTo>
                    <a:pt x="10743" y="40938"/>
                    <a:pt x="7726" y="36460"/>
                    <a:pt x="4426" y="32218"/>
                  </a:cubicBezTo>
                  <a:cubicBezTo>
                    <a:pt x="3507" y="32548"/>
                    <a:pt x="2588" y="32854"/>
                    <a:pt x="1669" y="33184"/>
                  </a:cubicBezTo>
                  <a:cubicBezTo>
                    <a:pt x="-924" y="51426"/>
                    <a:pt x="-1513" y="69644"/>
                    <a:pt x="7537" y="86731"/>
                  </a:cubicBezTo>
                  <a:cubicBezTo>
                    <a:pt x="10931" y="93165"/>
                    <a:pt x="17837" y="93448"/>
                    <a:pt x="24011" y="9153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38" name="Google Shape;1738;p47"/>
            <p:cNvSpPr/>
            <p:nvPr/>
          </p:nvSpPr>
          <p:spPr>
            <a:xfrm>
              <a:off x="1072081" y="2529929"/>
              <a:ext cx="157417" cy="93493"/>
            </a:xfrm>
            <a:custGeom>
              <a:rect b="b" l="l" r="r" t="t"/>
              <a:pathLst>
                <a:path extrusionOk="0" h="93493" w="157417">
                  <a:moveTo>
                    <a:pt x="1391" y="0"/>
                  </a:moveTo>
                  <a:cubicBezTo>
                    <a:pt x="919" y="801"/>
                    <a:pt x="471" y="1603"/>
                    <a:pt x="0" y="2404"/>
                  </a:cubicBezTo>
                  <a:cubicBezTo>
                    <a:pt x="5020" y="6576"/>
                    <a:pt x="9663" y="11289"/>
                    <a:pt x="15084" y="14824"/>
                  </a:cubicBezTo>
                  <a:cubicBezTo>
                    <a:pt x="46712" y="35517"/>
                    <a:pt x="78388" y="56163"/>
                    <a:pt x="110394" y="76290"/>
                  </a:cubicBezTo>
                  <a:cubicBezTo>
                    <a:pt x="119727" y="82159"/>
                    <a:pt x="129955" y="86755"/>
                    <a:pt x="140137" y="91068"/>
                  </a:cubicBezTo>
                  <a:cubicBezTo>
                    <a:pt x="145345" y="93260"/>
                    <a:pt x="152369" y="95946"/>
                    <a:pt x="156116" y="89206"/>
                  </a:cubicBezTo>
                  <a:cubicBezTo>
                    <a:pt x="160311" y="81688"/>
                    <a:pt x="153453" y="78129"/>
                    <a:pt x="148456" y="74735"/>
                  </a:cubicBezTo>
                  <a:cubicBezTo>
                    <a:pt x="106034" y="45864"/>
                    <a:pt x="60853" y="22178"/>
                    <a:pt x="13293" y="3064"/>
                  </a:cubicBezTo>
                  <a:cubicBezTo>
                    <a:pt x="9545" y="1556"/>
                    <a:pt x="5374" y="990"/>
                    <a:pt x="1391"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39" name="Google Shape;1739;p47"/>
            <p:cNvSpPr/>
            <p:nvPr/>
          </p:nvSpPr>
          <p:spPr>
            <a:xfrm>
              <a:off x="965293" y="3326492"/>
              <a:ext cx="40370" cy="117107"/>
            </a:xfrm>
            <a:custGeom>
              <a:rect b="b" l="l" r="r" t="t"/>
              <a:pathLst>
                <a:path extrusionOk="0" h="117107" w="40370">
                  <a:moveTo>
                    <a:pt x="36931" y="34193"/>
                  </a:moveTo>
                  <a:cubicBezTo>
                    <a:pt x="38086" y="26651"/>
                    <a:pt x="39571" y="19157"/>
                    <a:pt x="40302" y="11591"/>
                  </a:cubicBezTo>
                  <a:cubicBezTo>
                    <a:pt x="40773" y="6618"/>
                    <a:pt x="38841" y="2518"/>
                    <a:pt x="33443" y="679"/>
                  </a:cubicBezTo>
                  <a:cubicBezTo>
                    <a:pt x="27622" y="-1324"/>
                    <a:pt x="23828" y="1316"/>
                    <a:pt x="20976" y="5817"/>
                  </a:cubicBezTo>
                  <a:cubicBezTo>
                    <a:pt x="18737" y="9329"/>
                    <a:pt x="16663" y="13029"/>
                    <a:pt x="15060" y="16871"/>
                  </a:cubicBezTo>
                  <a:cubicBezTo>
                    <a:pt x="5421" y="39920"/>
                    <a:pt x="1673" y="64172"/>
                    <a:pt x="0" y="91983"/>
                  </a:cubicBezTo>
                  <a:cubicBezTo>
                    <a:pt x="825" y="96107"/>
                    <a:pt x="1532" y="103295"/>
                    <a:pt x="3818" y="109965"/>
                  </a:cubicBezTo>
                  <a:cubicBezTo>
                    <a:pt x="6293" y="117154"/>
                    <a:pt x="12750" y="118874"/>
                    <a:pt x="19562" y="115315"/>
                  </a:cubicBezTo>
                  <a:cubicBezTo>
                    <a:pt x="28895" y="110484"/>
                    <a:pt x="33349" y="100491"/>
                    <a:pt x="31228" y="89626"/>
                  </a:cubicBezTo>
                  <a:cubicBezTo>
                    <a:pt x="30568" y="86256"/>
                    <a:pt x="29672" y="82720"/>
                    <a:pt x="30120" y="79421"/>
                  </a:cubicBezTo>
                  <a:cubicBezTo>
                    <a:pt x="32147" y="64314"/>
                    <a:pt x="34622" y="49277"/>
                    <a:pt x="36931" y="3419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40" name="Google Shape;1740;p47"/>
            <p:cNvSpPr/>
            <p:nvPr/>
          </p:nvSpPr>
          <p:spPr>
            <a:xfrm>
              <a:off x="1259118" y="3717485"/>
              <a:ext cx="134786" cy="117228"/>
            </a:xfrm>
            <a:custGeom>
              <a:rect b="b" l="l" r="r" t="t"/>
              <a:pathLst>
                <a:path extrusionOk="0" h="117228" w="134786">
                  <a:moveTo>
                    <a:pt x="121801" y="4596"/>
                  </a:moveTo>
                  <a:cubicBezTo>
                    <a:pt x="100141" y="18077"/>
                    <a:pt x="82253" y="35706"/>
                    <a:pt x="67122" y="56140"/>
                  </a:cubicBezTo>
                  <a:cubicBezTo>
                    <a:pt x="64577" y="59580"/>
                    <a:pt x="62574" y="63941"/>
                    <a:pt x="61914" y="68112"/>
                  </a:cubicBezTo>
                  <a:cubicBezTo>
                    <a:pt x="60547" y="76950"/>
                    <a:pt x="58143" y="80627"/>
                    <a:pt x="49258" y="81193"/>
                  </a:cubicBezTo>
                  <a:cubicBezTo>
                    <a:pt x="31204" y="82347"/>
                    <a:pt x="18642" y="92317"/>
                    <a:pt x="7990" y="105633"/>
                  </a:cubicBezTo>
                  <a:cubicBezTo>
                    <a:pt x="5491" y="108767"/>
                    <a:pt x="3394" y="112256"/>
                    <a:pt x="0" y="117228"/>
                  </a:cubicBezTo>
                  <a:cubicBezTo>
                    <a:pt x="13717" y="116427"/>
                    <a:pt x="23639" y="111902"/>
                    <a:pt x="32501" y="105185"/>
                  </a:cubicBezTo>
                  <a:cubicBezTo>
                    <a:pt x="66934" y="79095"/>
                    <a:pt x="97738" y="49187"/>
                    <a:pt x="125595" y="16215"/>
                  </a:cubicBezTo>
                  <a:cubicBezTo>
                    <a:pt x="129225" y="11926"/>
                    <a:pt x="131747" y="6740"/>
                    <a:pt x="134787" y="1980"/>
                  </a:cubicBezTo>
                  <a:cubicBezTo>
                    <a:pt x="134174" y="1320"/>
                    <a:pt x="133538" y="660"/>
                    <a:pt x="132925" y="0"/>
                  </a:cubicBezTo>
                  <a:cubicBezTo>
                    <a:pt x="129225" y="1508"/>
                    <a:pt x="125171" y="2498"/>
                    <a:pt x="121801" y="459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41" name="Google Shape;1741;p47"/>
            <p:cNvSpPr/>
            <p:nvPr/>
          </p:nvSpPr>
          <p:spPr>
            <a:xfrm>
              <a:off x="362760" y="3205159"/>
              <a:ext cx="26916" cy="122436"/>
            </a:xfrm>
            <a:custGeom>
              <a:rect b="b" l="l" r="r" t="t"/>
              <a:pathLst>
                <a:path extrusionOk="0" h="122436" w="26916">
                  <a:moveTo>
                    <a:pt x="13940" y="0"/>
                  </a:moveTo>
                  <a:cubicBezTo>
                    <a:pt x="12502" y="1131"/>
                    <a:pt x="11748" y="1438"/>
                    <a:pt x="11512" y="1980"/>
                  </a:cubicBezTo>
                  <a:cubicBezTo>
                    <a:pt x="10782" y="3535"/>
                    <a:pt x="10098" y="5138"/>
                    <a:pt x="9627" y="6788"/>
                  </a:cubicBezTo>
                  <a:cubicBezTo>
                    <a:pt x="2250" y="32642"/>
                    <a:pt x="-1097" y="59133"/>
                    <a:pt x="317" y="85859"/>
                  </a:cubicBezTo>
                  <a:cubicBezTo>
                    <a:pt x="883" y="96300"/>
                    <a:pt x="4795" y="107023"/>
                    <a:pt x="9297" y="116616"/>
                  </a:cubicBezTo>
                  <a:cubicBezTo>
                    <a:pt x="13256" y="125077"/>
                    <a:pt x="21482" y="124110"/>
                    <a:pt x="24074" y="115037"/>
                  </a:cubicBezTo>
                  <a:cubicBezTo>
                    <a:pt x="26384" y="106953"/>
                    <a:pt x="27492" y="97973"/>
                    <a:pt x="26620" y="89654"/>
                  </a:cubicBezTo>
                  <a:cubicBezTo>
                    <a:pt x="24734" y="71530"/>
                    <a:pt x="21152" y="53594"/>
                    <a:pt x="18489" y="35564"/>
                  </a:cubicBezTo>
                  <a:cubicBezTo>
                    <a:pt x="16768" y="23992"/>
                    <a:pt x="15495" y="12373"/>
                    <a:pt x="1394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42" name="Google Shape;1742;p47"/>
            <p:cNvSpPr/>
            <p:nvPr/>
          </p:nvSpPr>
          <p:spPr>
            <a:xfrm>
              <a:off x="286268" y="3354335"/>
              <a:ext cx="34646" cy="106563"/>
            </a:xfrm>
            <a:custGeom>
              <a:rect b="b" l="l" r="r" t="t"/>
              <a:pathLst>
                <a:path extrusionOk="0" h="106563" w="34646">
                  <a:moveTo>
                    <a:pt x="34386" y="100129"/>
                  </a:moveTo>
                  <a:cubicBezTo>
                    <a:pt x="34481" y="91079"/>
                    <a:pt x="35070" y="81934"/>
                    <a:pt x="34080" y="72978"/>
                  </a:cubicBezTo>
                  <a:cubicBezTo>
                    <a:pt x="31558" y="50424"/>
                    <a:pt x="27080" y="28222"/>
                    <a:pt x="17724" y="7364"/>
                  </a:cubicBezTo>
                  <a:cubicBezTo>
                    <a:pt x="16286" y="4136"/>
                    <a:pt x="10889" y="-578"/>
                    <a:pt x="9475" y="58"/>
                  </a:cubicBezTo>
                  <a:cubicBezTo>
                    <a:pt x="5845" y="1732"/>
                    <a:pt x="3206" y="5880"/>
                    <a:pt x="613" y="9368"/>
                  </a:cubicBezTo>
                  <a:cubicBezTo>
                    <a:pt x="-259" y="10546"/>
                    <a:pt x="48" y="12714"/>
                    <a:pt x="71" y="14435"/>
                  </a:cubicBezTo>
                  <a:cubicBezTo>
                    <a:pt x="495" y="45309"/>
                    <a:pt x="10795" y="73214"/>
                    <a:pt x="25690" y="99752"/>
                  </a:cubicBezTo>
                  <a:cubicBezTo>
                    <a:pt x="27010" y="102085"/>
                    <a:pt x="28565" y="104301"/>
                    <a:pt x="30003" y="106563"/>
                  </a:cubicBezTo>
                  <a:cubicBezTo>
                    <a:pt x="30922" y="105974"/>
                    <a:pt x="31841" y="105408"/>
                    <a:pt x="32760" y="104819"/>
                  </a:cubicBezTo>
                  <a:cubicBezTo>
                    <a:pt x="33326" y="103264"/>
                    <a:pt x="34363" y="101708"/>
                    <a:pt x="34386" y="1001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43" name="Google Shape;1743;p47"/>
            <p:cNvSpPr/>
            <p:nvPr/>
          </p:nvSpPr>
          <p:spPr>
            <a:xfrm>
              <a:off x="513513" y="2105197"/>
              <a:ext cx="137143" cy="31235"/>
            </a:xfrm>
            <a:custGeom>
              <a:rect b="b" l="l" r="r" t="t"/>
              <a:pathLst>
                <a:path extrusionOk="0" h="31235" w="137143">
                  <a:moveTo>
                    <a:pt x="109545" y="21455"/>
                  </a:moveTo>
                  <a:cubicBezTo>
                    <a:pt x="117252" y="20677"/>
                    <a:pt x="124912" y="18038"/>
                    <a:pt x="132194" y="15186"/>
                  </a:cubicBezTo>
                  <a:cubicBezTo>
                    <a:pt x="134645" y="14220"/>
                    <a:pt x="137120" y="10001"/>
                    <a:pt x="137144" y="7244"/>
                  </a:cubicBezTo>
                  <a:cubicBezTo>
                    <a:pt x="137167" y="5287"/>
                    <a:pt x="133255" y="1870"/>
                    <a:pt x="130804" y="1587"/>
                  </a:cubicBezTo>
                  <a:cubicBezTo>
                    <a:pt x="122531" y="621"/>
                    <a:pt x="113740" y="-982"/>
                    <a:pt x="105845" y="809"/>
                  </a:cubicBezTo>
                  <a:cubicBezTo>
                    <a:pt x="70422" y="8823"/>
                    <a:pt x="35258" y="17920"/>
                    <a:pt x="0" y="26640"/>
                  </a:cubicBezTo>
                  <a:cubicBezTo>
                    <a:pt x="189" y="28172"/>
                    <a:pt x="354" y="29704"/>
                    <a:pt x="542" y="31236"/>
                  </a:cubicBezTo>
                  <a:cubicBezTo>
                    <a:pt x="36884" y="28031"/>
                    <a:pt x="73250" y="25061"/>
                    <a:pt x="109545" y="2145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44" name="Google Shape;1744;p47"/>
            <p:cNvSpPr/>
            <p:nvPr/>
          </p:nvSpPr>
          <p:spPr>
            <a:xfrm>
              <a:off x="228856" y="2983641"/>
              <a:ext cx="20797" cy="133891"/>
            </a:xfrm>
            <a:custGeom>
              <a:rect b="b" l="l" r="r" t="t"/>
              <a:pathLst>
                <a:path extrusionOk="0" h="133891" w="20797">
                  <a:moveTo>
                    <a:pt x="7259" y="133891"/>
                  </a:moveTo>
                  <a:cubicBezTo>
                    <a:pt x="17441" y="116309"/>
                    <a:pt x="25619" y="12680"/>
                    <a:pt x="17488" y="0"/>
                  </a:cubicBezTo>
                  <a:cubicBezTo>
                    <a:pt x="519" y="15791"/>
                    <a:pt x="-6434" y="110606"/>
                    <a:pt x="7259" y="1338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45" name="Google Shape;1745;p47"/>
            <p:cNvSpPr/>
            <p:nvPr/>
          </p:nvSpPr>
          <p:spPr>
            <a:xfrm>
              <a:off x="664239" y="3758117"/>
              <a:ext cx="86818" cy="39365"/>
            </a:xfrm>
            <a:custGeom>
              <a:rect b="b" l="l" r="r" t="t"/>
              <a:pathLst>
                <a:path extrusionOk="0" h="39365" w="86818">
                  <a:moveTo>
                    <a:pt x="80314" y="25642"/>
                  </a:moveTo>
                  <a:cubicBezTo>
                    <a:pt x="62284" y="9545"/>
                    <a:pt x="40719" y="2286"/>
                    <a:pt x="17292" y="0"/>
                  </a:cubicBezTo>
                  <a:cubicBezTo>
                    <a:pt x="13851" y="189"/>
                    <a:pt x="10481" y="-165"/>
                    <a:pt x="7512" y="707"/>
                  </a:cubicBezTo>
                  <a:cubicBezTo>
                    <a:pt x="4707" y="1532"/>
                    <a:pt x="912" y="3205"/>
                    <a:pt x="111" y="5421"/>
                  </a:cubicBezTo>
                  <a:cubicBezTo>
                    <a:pt x="-549" y="7259"/>
                    <a:pt x="1855" y="11431"/>
                    <a:pt x="4047" y="12892"/>
                  </a:cubicBezTo>
                  <a:cubicBezTo>
                    <a:pt x="26319" y="27740"/>
                    <a:pt x="50877" y="36625"/>
                    <a:pt x="77509" y="39335"/>
                  </a:cubicBezTo>
                  <a:cubicBezTo>
                    <a:pt x="80479" y="39642"/>
                    <a:pt x="83708" y="37521"/>
                    <a:pt x="86819" y="36531"/>
                  </a:cubicBezTo>
                  <a:cubicBezTo>
                    <a:pt x="85381" y="33561"/>
                    <a:pt x="84038" y="30568"/>
                    <a:pt x="82482" y="27669"/>
                  </a:cubicBezTo>
                  <a:cubicBezTo>
                    <a:pt x="82034" y="26821"/>
                    <a:pt x="81044" y="26302"/>
                    <a:pt x="80314" y="2564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46" name="Google Shape;1746;p47"/>
            <p:cNvSpPr/>
            <p:nvPr/>
          </p:nvSpPr>
          <p:spPr>
            <a:xfrm>
              <a:off x="920278" y="3664283"/>
              <a:ext cx="75865" cy="61617"/>
            </a:xfrm>
            <a:custGeom>
              <a:rect b="b" l="l" r="r" t="t"/>
              <a:pathLst>
                <a:path extrusionOk="0" h="61617" w="75865">
                  <a:moveTo>
                    <a:pt x="75866" y="8635"/>
                  </a:moveTo>
                  <a:cubicBezTo>
                    <a:pt x="75253" y="8305"/>
                    <a:pt x="74664" y="7951"/>
                    <a:pt x="74051" y="7621"/>
                  </a:cubicBezTo>
                  <a:cubicBezTo>
                    <a:pt x="74051" y="127"/>
                    <a:pt x="70445" y="-2254"/>
                    <a:pt x="63492" y="2342"/>
                  </a:cubicBezTo>
                  <a:cubicBezTo>
                    <a:pt x="49728" y="11487"/>
                    <a:pt x="36224" y="21126"/>
                    <a:pt x="23450" y="31543"/>
                  </a:cubicBezTo>
                  <a:cubicBezTo>
                    <a:pt x="15272" y="38213"/>
                    <a:pt x="8437" y="46556"/>
                    <a:pt x="1296" y="54404"/>
                  </a:cubicBezTo>
                  <a:cubicBezTo>
                    <a:pt x="117" y="55701"/>
                    <a:pt x="-331" y="58576"/>
                    <a:pt x="259" y="60249"/>
                  </a:cubicBezTo>
                  <a:cubicBezTo>
                    <a:pt x="612" y="61239"/>
                    <a:pt x="3652" y="61640"/>
                    <a:pt x="5467" y="61616"/>
                  </a:cubicBezTo>
                  <a:cubicBezTo>
                    <a:pt x="7376" y="61593"/>
                    <a:pt x="9332" y="60933"/>
                    <a:pt x="11171" y="60273"/>
                  </a:cubicBezTo>
                  <a:cubicBezTo>
                    <a:pt x="31769" y="53037"/>
                    <a:pt x="50105" y="41913"/>
                    <a:pt x="65495" y="26547"/>
                  </a:cubicBezTo>
                  <a:cubicBezTo>
                    <a:pt x="70233" y="21857"/>
                    <a:pt x="72495" y="14668"/>
                    <a:pt x="75866" y="863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47" name="Google Shape;1747;p47"/>
            <p:cNvSpPr/>
            <p:nvPr/>
          </p:nvSpPr>
          <p:spPr>
            <a:xfrm>
              <a:off x="623675" y="3585848"/>
              <a:ext cx="74872" cy="64444"/>
            </a:xfrm>
            <a:custGeom>
              <a:rect b="b" l="l" r="r" t="t"/>
              <a:pathLst>
                <a:path extrusionOk="0" h="64444" w="74872">
                  <a:moveTo>
                    <a:pt x="10862" y="31944"/>
                  </a:moveTo>
                  <a:cubicBezTo>
                    <a:pt x="14939" y="30719"/>
                    <a:pt x="20336" y="30907"/>
                    <a:pt x="24154" y="32628"/>
                  </a:cubicBezTo>
                  <a:cubicBezTo>
                    <a:pt x="29386" y="35008"/>
                    <a:pt x="33723" y="39392"/>
                    <a:pt x="38389" y="42998"/>
                  </a:cubicBezTo>
                  <a:cubicBezTo>
                    <a:pt x="46756" y="49432"/>
                    <a:pt x="54887" y="56172"/>
                    <a:pt x="63513" y="62182"/>
                  </a:cubicBezTo>
                  <a:cubicBezTo>
                    <a:pt x="66082" y="63973"/>
                    <a:pt x="70065" y="63738"/>
                    <a:pt x="73412" y="64445"/>
                  </a:cubicBezTo>
                  <a:cubicBezTo>
                    <a:pt x="73907" y="63549"/>
                    <a:pt x="74402" y="62653"/>
                    <a:pt x="74873" y="61758"/>
                  </a:cubicBezTo>
                  <a:cubicBezTo>
                    <a:pt x="72469" y="58105"/>
                    <a:pt x="70678" y="53792"/>
                    <a:pt x="67543" y="50940"/>
                  </a:cubicBezTo>
                  <a:cubicBezTo>
                    <a:pt x="50975" y="35762"/>
                    <a:pt x="34147" y="20867"/>
                    <a:pt x="17225" y="6090"/>
                  </a:cubicBezTo>
                  <a:cubicBezTo>
                    <a:pt x="14303" y="3521"/>
                    <a:pt x="10767" y="1258"/>
                    <a:pt x="7138" y="103"/>
                  </a:cubicBezTo>
                  <a:cubicBezTo>
                    <a:pt x="5299" y="-486"/>
                    <a:pt x="609" y="1588"/>
                    <a:pt x="539" y="2672"/>
                  </a:cubicBezTo>
                  <a:cubicBezTo>
                    <a:pt x="20" y="10733"/>
                    <a:pt x="-404" y="18934"/>
                    <a:pt x="657" y="26900"/>
                  </a:cubicBezTo>
                  <a:cubicBezTo>
                    <a:pt x="1293" y="31543"/>
                    <a:pt x="5064" y="33665"/>
                    <a:pt x="10862" y="3194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48" name="Google Shape;1748;p47"/>
            <p:cNvSpPr/>
            <p:nvPr/>
          </p:nvSpPr>
          <p:spPr>
            <a:xfrm>
              <a:off x="470006" y="2948303"/>
              <a:ext cx="44197" cy="79717"/>
            </a:xfrm>
            <a:custGeom>
              <a:rect b="b" l="l" r="r" t="t"/>
              <a:pathLst>
                <a:path extrusionOk="0" h="79717" w="44197">
                  <a:moveTo>
                    <a:pt x="14683" y="71728"/>
                  </a:moveTo>
                  <a:cubicBezTo>
                    <a:pt x="24087" y="52025"/>
                    <a:pt x="33538" y="32345"/>
                    <a:pt x="42611" y="12477"/>
                  </a:cubicBezTo>
                  <a:cubicBezTo>
                    <a:pt x="44261" y="8895"/>
                    <a:pt x="45817" y="4205"/>
                    <a:pt x="40726" y="1400"/>
                  </a:cubicBezTo>
                  <a:cubicBezTo>
                    <a:pt x="35470" y="-1499"/>
                    <a:pt x="31087" y="340"/>
                    <a:pt x="27763" y="4747"/>
                  </a:cubicBezTo>
                  <a:cubicBezTo>
                    <a:pt x="12868" y="24403"/>
                    <a:pt x="4855" y="46910"/>
                    <a:pt x="0" y="71916"/>
                  </a:cubicBezTo>
                  <a:cubicBezTo>
                    <a:pt x="943" y="74132"/>
                    <a:pt x="2145" y="76936"/>
                    <a:pt x="3323" y="79717"/>
                  </a:cubicBezTo>
                  <a:cubicBezTo>
                    <a:pt x="6033" y="78398"/>
                    <a:pt x="8885" y="77290"/>
                    <a:pt x="11431" y="75687"/>
                  </a:cubicBezTo>
                  <a:cubicBezTo>
                    <a:pt x="12798" y="74815"/>
                    <a:pt x="13952" y="73236"/>
                    <a:pt x="14683" y="717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49" name="Google Shape;1749;p47"/>
            <p:cNvSpPr/>
            <p:nvPr/>
          </p:nvSpPr>
          <p:spPr>
            <a:xfrm>
              <a:off x="316044" y="3208741"/>
              <a:ext cx="20637" cy="104784"/>
            </a:xfrm>
            <a:custGeom>
              <a:rect b="b" l="l" r="r" t="t"/>
              <a:pathLst>
                <a:path extrusionOk="0" h="104784" w="20637">
                  <a:moveTo>
                    <a:pt x="18680" y="72567"/>
                  </a:moveTo>
                  <a:cubicBezTo>
                    <a:pt x="21532" y="54089"/>
                    <a:pt x="21697" y="35659"/>
                    <a:pt x="16276" y="17535"/>
                  </a:cubicBezTo>
                  <a:cubicBezTo>
                    <a:pt x="13966" y="9828"/>
                    <a:pt x="10525" y="2805"/>
                    <a:pt x="2064" y="0"/>
                  </a:cubicBezTo>
                  <a:cubicBezTo>
                    <a:pt x="-3875" y="7683"/>
                    <a:pt x="3997" y="86001"/>
                    <a:pt x="13047" y="104784"/>
                  </a:cubicBezTo>
                  <a:cubicBezTo>
                    <a:pt x="15098" y="93118"/>
                    <a:pt x="17077" y="82866"/>
                    <a:pt x="18680" y="725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50" name="Google Shape;1750;p47"/>
            <p:cNvSpPr/>
            <p:nvPr/>
          </p:nvSpPr>
          <p:spPr>
            <a:xfrm>
              <a:off x="797812" y="3933889"/>
              <a:ext cx="62342" cy="39731"/>
            </a:xfrm>
            <a:custGeom>
              <a:rect b="b" l="l" r="r" t="t"/>
              <a:pathLst>
                <a:path extrusionOk="0" h="39731" w="62342">
                  <a:moveTo>
                    <a:pt x="58973" y="10299"/>
                  </a:moveTo>
                  <a:cubicBezTo>
                    <a:pt x="60811" y="8367"/>
                    <a:pt x="61259" y="5138"/>
                    <a:pt x="62343" y="2522"/>
                  </a:cubicBezTo>
                  <a:cubicBezTo>
                    <a:pt x="59774" y="1532"/>
                    <a:pt x="57181" y="566"/>
                    <a:pt x="55697" y="0"/>
                  </a:cubicBezTo>
                  <a:cubicBezTo>
                    <a:pt x="36913" y="2215"/>
                    <a:pt x="20226" y="6222"/>
                    <a:pt x="6580" y="17983"/>
                  </a:cubicBezTo>
                  <a:cubicBezTo>
                    <a:pt x="-231" y="23851"/>
                    <a:pt x="-1810" y="30002"/>
                    <a:pt x="2102" y="35564"/>
                  </a:cubicBezTo>
                  <a:cubicBezTo>
                    <a:pt x="6439" y="41716"/>
                    <a:pt x="12779" y="39783"/>
                    <a:pt x="18270" y="37780"/>
                  </a:cubicBezTo>
                  <a:cubicBezTo>
                    <a:pt x="34037" y="32006"/>
                    <a:pt x="47471" y="22437"/>
                    <a:pt x="58973" y="1029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51" name="Google Shape;1751;p47"/>
            <p:cNvSpPr/>
            <p:nvPr/>
          </p:nvSpPr>
          <p:spPr>
            <a:xfrm>
              <a:off x="652354" y="3096920"/>
              <a:ext cx="30903" cy="53823"/>
            </a:xfrm>
            <a:custGeom>
              <a:rect b="b" l="l" r="r" t="t"/>
              <a:pathLst>
                <a:path extrusionOk="0" h="53823" w="30903">
                  <a:moveTo>
                    <a:pt x="17464" y="956"/>
                  </a:moveTo>
                  <a:cubicBezTo>
                    <a:pt x="11501" y="-1212"/>
                    <a:pt x="6434" y="202"/>
                    <a:pt x="4101" y="6283"/>
                  </a:cubicBezTo>
                  <a:cubicBezTo>
                    <a:pt x="2192" y="11232"/>
                    <a:pt x="1485" y="16653"/>
                    <a:pt x="0" y="22827"/>
                  </a:cubicBezTo>
                  <a:cubicBezTo>
                    <a:pt x="1862" y="30676"/>
                    <a:pt x="3205" y="39184"/>
                    <a:pt x="5939" y="47221"/>
                  </a:cubicBezTo>
                  <a:cubicBezTo>
                    <a:pt x="8626" y="55069"/>
                    <a:pt x="14471" y="55964"/>
                    <a:pt x="19915" y="49672"/>
                  </a:cubicBezTo>
                  <a:cubicBezTo>
                    <a:pt x="27056" y="41423"/>
                    <a:pt x="30686" y="31571"/>
                    <a:pt x="30898" y="20588"/>
                  </a:cubicBezTo>
                  <a:cubicBezTo>
                    <a:pt x="31087" y="10548"/>
                    <a:pt x="26844" y="4350"/>
                    <a:pt x="17464" y="95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52" name="Google Shape;1752;p47"/>
            <p:cNvSpPr/>
            <p:nvPr/>
          </p:nvSpPr>
          <p:spPr>
            <a:xfrm>
              <a:off x="756478" y="2572234"/>
              <a:ext cx="108823" cy="22766"/>
            </a:xfrm>
            <a:custGeom>
              <a:rect b="b" l="l" r="r" t="t"/>
              <a:pathLst>
                <a:path extrusionOk="0" h="22766" w="108823">
                  <a:moveTo>
                    <a:pt x="0" y="2687"/>
                  </a:moveTo>
                  <a:cubicBezTo>
                    <a:pt x="35376" y="9357"/>
                    <a:pt x="70775" y="16003"/>
                    <a:pt x="106646" y="22767"/>
                  </a:cubicBezTo>
                  <a:cubicBezTo>
                    <a:pt x="110794" y="10134"/>
                    <a:pt x="109616" y="7683"/>
                    <a:pt x="97832" y="4337"/>
                  </a:cubicBezTo>
                  <a:cubicBezTo>
                    <a:pt x="95946" y="3794"/>
                    <a:pt x="94037" y="3017"/>
                    <a:pt x="92128" y="2946"/>
                  </a:cubicBezTo>
                  <a:cubicBezTo>
                    <a:pt x="61490" y="1909"/>
                    <a:pt x="30827" y="966"/>
                    <a:pt x="189" y="0"/>
                  </a:cubicBezTo>
                  <a:cubicBezTo>
                    <a:pt x="118" y="896"/>
                    <a:pt x="71" y="1791"/>
                    <a:pt x="0" y="268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53" name="Google Shape;1753;p47"/>
            <p:cNvSpPr/>
            <p:nvPr/>
          </p:nvSpPr>
          <p:spPr>
            <a:xfrm>
              <a:off x="1138920" y="2923280"/>
              <a:ext cx="36297" cy="52054"/>
            </a:xfrm>
            <a:custGeom>
              <a:rect b="b" l="l" r="r" t="t"/>
              <a:pathLst>
                <a:path extrusionOk="0" h="52054" w="36297">
                  <a:moveTo>
                    <a:pt x="6010" y="215"/>
                  </a:moveTo>
                  <a:cubicBezTo>
                    <a:pt x="2828" y="1205"/>
                    <a:pt x="1249" y="7474"/>
                    <a:pt x="0" y="9643"/>
                  </a:cubicBezTo>
                  <a:cubicBezTo>
                    <a:pt x="1862" y="26235"/>
                    <a:pt x="6293" y="38749"/>
                    <a:pt x="16946" y="48342"/>
                  </a:cubicBezTo>
                  <a:cubicBezTo>
                    <a:pt x="21141" y="52136"/>
                    <a:pt x="26043" y="53362"/>
                    <a:pt x="31204" y="50416"/>
                  </a:cubicBezTo>
                  <a:cubicBezTo>
                    <a:pt x="36366" y="47470"/>
                    <a:pt x="37426" y="42355"/>
                    <a:pt x="35187" y="37571"/>
                  </a:cubicBezTo>
                  <a:cubicBezTo>
                    <a:pt x="30026" y="26541"/>
                    <a:pt x="24676" y="15488"/>
                    <a:pt x="18148" y="5259"/>
                  </a:cubicBezTo>
                  <a:cubicBezTo>
                    <a:pt x="16097" y="2054"/>
                    <a:pt x="9357" y="-822"/>
                    <a:pt x="6010" y="21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54" name="Google Shape;1754;p47"/>
            <p:cNvSpPr/>
            <p:nvPr/>
          </p:nvSpPr>
          <p:spPr>
            <a:xfrm>
              <a:off x="206183" y="3138543"/>
              <a:ext cx="41622" cy="60471"/>
            </a:xfrm>
            <a:custGeom>
              <a:rect b="b" l="l" r="r" t="t"/>
              <a:pathLst>
                <a:path extrusionOk="0" h="60471" w="41622">
                  <a:moveTo>
                    <a:pt x="22461" y="1450"/>
                  </a:moveTo>
                  <a:cubicBezTo>
                    <a:pt x="12043" y="5739"/>
                    <a:pt x="5656" y="14389"/>
                    <a:pt x="0" y="24122"/>
                  </a:cubicBezTo>
                  <a:cubicBezTo>
                    <a:pt x="5421" y="21436"/>
                    <a:pt x="10724" y="18513"/>
                    <a:pt x="16286" y="16156"/>
                  </a:cubicBezTo>
                  <a:cubicBezTo>
                    <a:pt x="18360" y="15261"/>
                    <a:pt x="20976" y="15638"/>
                    <a:pt x="23333" y="15449"/>
                  </a:cubicBezTo>
                  <a:cubicBezTo>
                    <a:pt x="23498" y="17735"/>
                    <a:pt x="24157" y="20139"/>
                    <a:pt x="23686" y="22331"/>
                  </a:cubicBezTo>
                  <a:cubicBezTo>
                    <a:pt x="22720" y="26903"/>
                    <a:pt x="20457" y="31287"/>
                    <a:pt x="20057" y="35859"/>
                  </a:cubicBezTo>
                  <a:cubicBezTo>
                    <a:pt x="19491" y="42129"/>
                    <a:pt x="19185" y="48751"/>
                    <a:pt x="20552" y="54808"/>
                  </a:cubicBezTo>
                  <a:cubicBezTo>
                    <a:pt x="22060" y="61525"/>
                    <a:pt x="27481" y="62421"/>
                    <a:pt x="31016" y="56670"/>
                  </a:cubicBezTo>
                  <a:cubicBezTo>
                    <a:pt x="39830" y="42388"/>
                    <a:pt x="44120" y="26809"/>
                    <a:pt x="40113" y="10052"/>
                  </a:cubicBezTo>
                  <a:cubicBezTo>
                    <a:pt x="37945" y="931"/>
                    <a:pt x="31087" y="-2109"/>
                    <a:pt x="22461" y="14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55" name="Google Shape;1755;p47"/>
            <p:cNvSpPr/>
            <p:nvPr/>
          </p:nvSpPr>
          <p:spPr>
            <a:xfrm>
              <a:off x="273948" y="3156773"/>
              <a:ext cx="20357" cy="72849"/>
            </a:xfrm>
            <a:custGeom>
              <a:rect b="b" l="l" r="r" t="t"/>
              <a:pathLst>
                <a:path extrusionOk="0" h="72849" w="20357">
                  <a:moveTo>
                    <a:pt x="3576" y="71223"/>
                  </a:moveTo>
                  <a:cubicBezTo>
                    <a:pt x="4731" y="71765"/>
                    <a:pt x="5909" y="72307"/>
                    <a:pt x="7064" y="72849"/>
                  </a:cubicBezTo>
                  <a:cubicBezTo>
                    <a:pt x="8054" y="70846"/>
                    <a:pt x="8926" y="68772"/>
                    <a:pt x="10057" y="66863"/>
                  </a:cubicBezTo>
                  <a:cubicBezTo>
                    <a:pt x="20852" y="48433"/>
                    <a:pt x="23232" y="28918"/>
                    <a:pt x="16869" y="8626"/>
                  </a:cubicBezTo>
                  <a:cubicBezTo>
                    <a:pt x="15808" y="5209"/>
                    <a:pt x="11424" y="2852"/>
                    <a:pt x="8596" y="0"/>
                  </a:cubicBezTo>
                  <a:cubicBezTo>
                    <a:pt x="6004" y="3300"/>
                    <a:pt x="1431" y="6458"/>
                    <a:pt x="1196" y="9899"/>
                  </a:cubicBezTo>
                  <a:cubicBezTo>
                    <a:pt x="88" y="26019"/>
                    <a:pt x="-101" y="42234"/>
                    <a:pt x="41" y="58402"/>
                  </a:cubicBezTo>
                  <a:cubicBezTo>
                    <a:pt x="64" y="62668"/>
                    <a:pt x="2327" y="66934"/>
                    <a:pt x="3576" y="71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56" name="Google Shape;1756;p47"/>
            <p:cNvSpPr/>
            <p:nvPr/>
          </p:nvSpPr>
          <p:spPr>
            <a:xfrm>
              <a:off x="245628" y="2882038"/>
              <a:ext cx="39110" cy="60416"/>
            </a:xfrm>
            <a:custGeom>
              <a:rect b="b" l="l" r="r" t="t"/>
              <a:pathLst>
                <a:path extrusionOk="0" h="60416" w="39110">
                  <a:moveTo>
                    <a:pt x="37789" y="0"/>
                  </a:moveTo>
                  <a:cubicBezTo>
                    <a:pt x="34631" y="1673"/>
                    <a:pt x="33075" y="2074"/>
                    <a:pt x="32156" y="3064"/>
                  </a:cubicBezTo>
                  <a:cubicBezTo>
                    <a:pt x="18604" y="17653"/>
                    <a:pt x="6797" y="33420"/>
                    <a:pt x="457" y="52581"/>
                  </a:cubicBezTo>
                  <a:cubicBezTo>
                    <a:pt x="-274" y="54773"/>
                    <a:pt x="-180" y="58873"/>
                    <a:pt x="1117" y="59722"/>
                  </a:cubicBezTo>
                  <a:cubicBezTo>
                    <a:pt x="2861" y="60877"/>
                    <a:pt x="6372" y="60429"/>
                    <a:pt x="8682" y="59557"/>
                  </a:cubicBezTo>
                  <a:cubicBezTo>
                    <a:pt x="23789" y="53853"/>
                    <a:pt x="38944" y="31699"/>
                    <a:pt x="39109" y="15154"/>
                  </a:cubicBezTo>
                  <a:cubicBezTo>
                    <a:pt x="39156" y="10606"/>
                    <a:pt x="38354" y="6033"/>
                    <a:pt x="37789"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57" name="Google Shape;1757;p47"/>
            <p:cNvSpPr/>
            <p:nvPr/>
          </p:nvSpPr>
          <p:spPr>
            <a:xfrm>
              <a:off x="183763" y="2948213"/>
              <a:ext cx="43408" cy="40419"/>
            </a:xfrm>
            <a:custGeom>
              <a:rect b="b" l="l" r="r" t="t"/>
              <a:pathLst>
                <a:path extrusionOk="0" h="40419" w="43408">
                  <a:moveTo>
                    <a:pt x="7" y="30973"/>
                  </a:moveTo>
                  <a:cubicBezTo>
                    <a:pt x="-205" y="39741"/>
                    <a:pt x="4367" y="42734"/>
                    <a:pt x="12239" y="38562"/>
                  </a:cubicBezTo>
                  <a:cubicBezTo>
                    <a:pt x="24754" y="31940"/>
                    <a:pt x="34040" y="21805"/>
                    <a:pt x="41558" y="10045"/>
                  </a:cubicBezTo>
                  <a:cubicBezTo>
                    <a:pt x="45117" y="4483"/>
                    <a:pt x="43514" y="1560"/>
                    <a:pt x="37009" y="405"/>
                  </a:cubicBezTo>
                  <a:cubicBezTo>
                    <a:pt x="19215" y="-2729"/>
                    <a:pt x="455" y="12779"/>
                    <a:pt x="7" y="3097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58" name="Google Shape;1758;p47"/>
            <p:cNvSpPr/>
            <p:nvPr/>
          </p:nvSpPr>
          <p:spPr>
            <a:xfrm>
              <a:off x="725180" y="3917369"/>
              <a:ext cx="85599" cy="16684"/>
            </a:xfrm>
            <a:custGeom>
              <a:rect b="b" l="l" r="r" t="t"/>
              <a:pathLst>
                <a:path extrusionOk="0" h="16684" w="85599">
                  <a:moveTo>
                    <a:pt x="0" y="4194"/>
                  </a:moveTo>
                  <a:cubicBezTo>
                    <a:pt x="10818" y="16308"/>
                    <a:pt x="74099" y="21352"/>
                    <a:pt x="85600" y="11382"/>
                  </a:cubicBezTo>
                  <a:cubicBezTo>
                    <a:pt x="72897" y="1154"/>
                    <a:pt x="10464" y="-4314"/>
                    <a:pt x="0" y="41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59" name="Google Shape;1759;p47"/>
            <p:cNvSpPr/>
            <p:nvPr/>
          </p:nvSpPr>
          <p:spPr>
            <a:xfrm>
              <a:off x="302847" y="3044918"/>
              <a:ext cx="21216" cy="73438"/>
            </a:xfrm>
            <a:custGeom>
              <a:rect b="b" l="l" r="r" t="t"/>
              <a:pathLst>
                <a:path extrusionOk="0" h="73438" w="21216">
                  <a:moveTo>
                    <a:pt x="15238" y="73439"/>
                  </a:moveTo>
                  <a:cubicBezTo>
                    <a:pt x="16959" y="70021"/>
                    <a:pt x="18349" y="68254"/>
                    <a:pt x="18773" y="66274"/>
                  </a:cubicBezTo>
                  <a:cubicBezTo>
                    <a:pt x="23204" y="45652"/>
                    <a:pt x="21861" y="25477"/>
                    <a:pt x="12669" y="6340"/>
                  </a:cubicBezTo>
                  <a:cubicBezTo>
                    <a:pt x="11349" y="3582"/>
                    <a:pt x="7343" y="2098"/>
                    <a:pt x="4585" y="0"/>
                  </a:cubicBezTo>
                  <a:cubicBezTo>
                    <a:pt x="3006" y="3252"/>
                    <a:pt x="131" y="6481"/>
                    <a:pt x="37" y="9781"/>
                  </a:cubicBezTo>
                  <a:cubicBezTo>
                    <a:pt x="-482" y="29295"/>
                    <a:pt x="4585" y="47844"/>
                    <a:pt x="11019" y="66038"/>
                  </a:cubicBezTo>
                  <a:cubicBezTo>
                    <a:pt x="11774" y="68183"/>
                    <a:pt x="13282" y="70045"/>
                    <a:pt x="15238" y="7343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60" name="Google Shape;1760;p47"/>
            <p:cNvSpPr/>
            <p:nvPr/>
          </p:nvSpPr>
          <p:spPr>
            <a:xfrm>
              <a:off x="650280" y="3887752"/>
              <a:ext cx="53236" cy="30841"/>
            </a:xfrm>
            <a:custGeom>
              <a:rect b="b" l="l" r="r" t="t"/>
              <a:pathLst>
                <a:path extrusionOk="0" h="30841" w="53236">
                  <a:moveTo>
                    <a:pt x="47961" y="12223"/>
                  </a:moveTo>
                  <a:cubicBezTo>
                    <a:pt x="36601" y="3620"/>
                    <a:pt x="23663" y="-669"/>
                    <a:pt x="9404" y="85"/>
                  </a:cubicBezTo>
                  <a:cubicBezTo>
                    <a:pt x="6198" y="250"/>
                    <a:pt x="3135" y="2890"/>
                    <a:pt x="0" y="4398"/>
                  </a:cubicBezTo>
                  <a:cubicBezTo>
                    <a:pt x="1650" y="7721"/>
                    <a:pt x="2451" y="12223"/>
                    <a:pt x="5114" y="14202"/>
                  </a:cubicBezTo>
                  <a:cubicBezTo>
                    <a:pt x="18666" y="24313"/>
                    <a:pt x="35258" y="26199"/>
                    <a:pt x="50813" y="30841"/>
                  </a:cubicBezTo>
                  <a:cubicBezTo>
                    <a:pt x="54537" y="23182"/>
                    <a:pt x="54254" y="16983"/>
                    <a:pt x="47961" y="12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61" name="Google Shape;1761;p47"/>
            <p:cNvSpPr/>
            <p:nvPr/>
          </p:nvSpPr>
          <p:spPr>
            <a:xfrm>
              <a:off x="273793" y="2995072"/>
              <a:ext cx="15487" cy="74664"/>
            </a:xfrm>
            <a:custGeom>
              <a:rect b="b" l="l" r="r" t="t"/>
              <a:pathLst>
                <a:path extrusionOk="0" h="74664" w="15487">
                  <a:moveTo>
                    <a:pt x="5122" y="74664"/>
                  </a:moveTo>
                  <a:cubicBezTo>
                    <a:pt x="6843" y="71412"/>
                    <a:pt x="9199" y="68324"/>
                    <a:pt x="10142" y="64836"/>
                  </a:cubicBezTo>
                  <a:cubicBezTo>
                    <a:pt x="14809" y="47561"/>
                    <a:pt x="17000" y="29979"/>
                    <a:pt x="14337" y="12114"/>
                  </a:cubicBezTo>
                  <a:cubicBezTo>
                    <a:pt x="13607" y="7212"/>
                    <a:pt x="14361" y="71"/>
                    <a:pt x="7856" y="0"/>
                  </a:cubicBezTo>
                  <a:cubicBezTo>
                    <a:pt x="5381" y="-24"/>
                    <a:pt x="880" y="7471"/>
                    <a:pt x="668" y="11713"/>
                  </a:cubicBezTo>
                  <a:cubicBezTo>
                    <a:pt x="-252" y="29154"/>
                    <a:pt x="8" y="46665"/>
                    <a:pt x="126" y="64129"/>
                  </a:cubicBezTo>
                  <a:cubicBezTo>
                    <a:pt x="149" y="67405"/>
                    <a:pt x="1540" y="70681"/>
                    <a:pt x="2294" y="73957"/>
                  </a:cubicBezTo>
                  <a:cubicBezTo>
                    <a:pt x="3213" y="74216"/>
                    <a:pt x="4179" y="74429"/>
                    <a:pt x="5122" y="7466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62" name="Google Shape;1762;p47"/>
            <p:cNvSpPr/>
            <p:nvPr/>
          </p:nvSpPr>
          <p:spPr>
            <a:xfrm>
              <a:off x="844279" y="3812063"/>
              <a:ext cx="47590" cy="27176"/>
            </a:xfrm>
            <a:custGeom>
              <a:rect b="b" l="l" r="r" t="t"/>
              <a:pathLst>
                <a:path extrusionOk="0" h="27176" w="47590">
                  <a:moveTo>
                    <a:pt x="8004" y="2029"/>
                  </a:moveTo>
                  <a:cubicBezTo>
                    <a:pt x="-1187" y="4857"/>
                    <a:pt x="-2649" y="11527"/>
                    <a:pt x="4587" y="17726"/>
                  </a:cubicBezTo>
                  <a:cubicBezTo>
                    <a:pt x="11492" y="23641"/>
                    <a:pt x="19623" y="26870"/>
                    <a:pt x="30983" y="27176"/>
                  </a:cubicBezTo>
                  <a:cubicBezTo>
                    <a:pt x="32774" y="26634"/>
                    <a:pt x="37158" y="26352"/>
                    <a:pt x="40010" y="24160"/>
                  </a:cubicBezTo>
                  <a:cubicBezTo>
                    <a:pt x="43404" y="21544"/>
                    <a:pt x="47151" y="17443"/>
                    <a:pt x="47575" y="13625"/>
                  </a:cubicBezTo>
                  <a:cubicBezTo>
                    <a:pt x="47882" y="10891"/>
                    <a:pt x="43545" y="6436"/>
                    <a:pt x="40269" y="4740"/>
                  </a:cubicBezTo>
                  <a:cubicBezTo>
                    <a:pt x="30064" y="-563"/>
                    <a:pt x="19034" y="-1341"/>
                    <a:pt x="8004" y="20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63" name="Google Shape;1763;p47"/>
            <p:cNvSpPr/>
            <p:nvPr/>
          </p:nvSpPr>
          <p:spPr>
            <a:xfrm>
              <a:off x="272219" y="3249109"/>
              <a:ext cx="24684" cy="63238"/>
            </a:xfrm>
            <a:custGeom>
              <a:rect b="b" l="l" r="r" t="t"/>
              <a:pathLst>
                <a:path extrusionOk="0" h="63238" w="24684">
                  <a:moveTo>
                    <a:pt x="19753" y="63026"/>
                  </a:moveTo>
                  <a:cubicBezTo>
                    <a:pt x="21167" y="57417"/>
                    <a:pt x="23170" y="51855"/>
                    <a:pt x="23901" y="46151"/>
                  </a:cubicBezTo>
                  <a:cubicBezTo>
                    <a:pt x="26022" y="29418"/>
                    <a:pt x="24608" y="13509"/>
                    <a:pt x="9925" y="2102"/>
                  </a:cubicBezTo>
                  <a:cubicBezTo>
                    <a:pt x="8039" y="641"/>
                    <a:pt x="4858" y="-396"/>
                    <a:pt x="2713" y="146"/>
                  </a:cubicBezTo>
                  <a:cubicBezTo>
                    <a:pt x="1346" y="476"/>
                    <a:pt x="-68" y="4105"/>
                    <a:pt x="3" y="6203"/>
                  </a:cubicBezTo>
                  <a:cubicBezTo>
                    <a:pt x="497" y="26849"/>
                    <a:pt x="8958" y="45044"/>
                    <a:pt x="17255" y="63238"/>
                  </a:cubicBezTo>
                  <a:cubicBezTo>
                    <a:pt x="18056" y="63191"/>
                    <a:pt x="18904" y="63120"/>
                    <a:pt x="19753" y="6302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64" name="Google Shape;1764;p47"/>
            <p:cNvSpPr/>
            <p:nvPr/>
          </p:nvSpPr>
          <p:spPr>
            <a:xfrm>
              <a:off x="353673" y="2233375"/>
              <a:ext cx="66415" cy="25761"/>
            </a:xfrm>
            <a:custGeom>
              <a:rect b="b" l="l" r="r" t="t"/>
              <a:pathLst>
                <a:path extrusionOk="0" h="25761" w="66415">
                  <a:moveTo>
                    <a:pt x="66415" y="2140"/>
                  </a:moveTo>
                  <a:cubicBezTo>
                    <a:pt x="52816" y="-5685"/>
                    <a:pt x="7966" y="9352"/>
                    <a:pt x="0" y="24600"/>
                  </a:cubicBezTo>
                  <a:cubicBezTo>
                    <a:pt x="19208" y="29502"/>
                    <a:pt x="52887" y="18284"/>
                    <a:pt x="66415" y="214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65" name="Google Shape;1765;p47"/>
            <p:cNvSpPr/>
            <p:nvPr/>
          </p:nvSpPr>
          <p:spPr>
            <a:xfrm>
              <a:off x="744105" y="2539634"/>
              <a:ext cx="66910" cy="16852"/>
            </a:xfrm>
            <a:custGeom>
              <a:rect b="b" l="l" r="r" t="t"/>
              <a:pathLst>
                <a:path extrusionOk="0" h="16852" w="66910">
                  <a:moveTo>
                    <a:pt x="19090" y="4224"/>
                  </a:moveTo>
                  <a:cubicBezTo>
                    <a:pt x="12562" y="5285"/>
                    <a:pt x="6340" y="8372"/>
                    <a:pt x="0" y="10540"/>
                  </a:cubicBezTo>
                  <a:cubicBezTo>
                    <a:pt x="118" y="11931"/>
                    <a:pt x="212" y="13298"/>
                    <a:pt x="330" y="14688"/>
                  </a:cubicBezTo>
                  <a:cubicBezTo>
                    <a:pt x="12468" y="15490"/>
                    <a:pt x="24605" y="17045"/>
                    <a:pt x="36719" y="16833"/>
                  </a:cubicBezTo>
                  <a:cubicBezTo>
                    <a:pt x="44662" y="16715"/>
                    <a:pt x="52722" y="14547"/>
                    <a:pt x="60429" y="12285"/>
                  </a:cubicBezTo>
                  <a:cubicBezTo>
                    <a:pt x="63045" y="11530"/>
                    <a:pt x="64789" y="7736"/>
                    <a:pt x="66910" y="5308"/>
                  </a:cubicBezTo>
                  <a:cubicBezTo>
                    <a:pt x="64059" y="3446"/>
                    <a:pt x="61112" y="-160"/>
                    <a:pt x="58402" y="5"/>
                  </a:cubicBezTo>
                  <a:cubicBezTo>
                    <a:pt x="45251" y="807"/>
                    <a:pt x="32100" y="2127"/>
                    <a:pt x="19090" y="422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66" name="Google Shape;1766;p47"/>
            <p:cNvSpPr/>
            <p:nvPr/>
          </p:nvSpPr>
          <p:spPr>
            <a:xfrm>
              <a:off x="1155324" y="3913500"/>
              <a:ext cx="33592" cy="33118"/>
            </a:xfrm>
            <a:custGeom>
              <a:rect b="b" l="l" r="r" t="t"/>
              <a:pathLst>
                <a:path extrusionOk="0" h="33118" w="33592">
                  <a:moveTo>
                    <a:pt x="22248" y="3"/>
                  </a:moveTo>
                  <a:cubicBezTo>
                    <a:pt x="12091" y="-186"/>
                    <a:pt x="-23" y="9053"/>
                    <a:pt x="0" y="16925"/>
                  </a:cubicBezTo>
                  <a:cubicBezTo>
                    <a:pt x="24" y="24137"/>
                    <a:pt x="10182" y="32975"/>
                    <a:pt x="18525" y="33116"/>
                  </a:cubicBezTo>
                  <a:cubicBezTo>
                    <a:pt x="27528" y="33258"/>
                    <a:pt x="33326" y="26258"/>
                    <a:pt x="33585" y="14992"/>
                  </a:cubicBezTo>
                  <a:cubicBezTo>
                    <a:pt x="33797" y="5518"/>
                    <a:pt x="29720" y="144"/>
                    <a:pt x="22248" y="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67" name="Google Shape;1767;p47"/>
            <p:cNvSpPr/>
            <p:nvPr/>
          </p:nvSpPr>
          <p:spPr>
            <a:xfrm>
              <a:off x="614610" y="2571373"/>
              <a:ext cx="41969" cy="39442"/>
            </a:xfrm>
            <a:custGeom>
              <a:rect b="b" l="l" r="r" t="t"/>
              <a:pathLst>
                <a:path extrusionOk="0" h="39442" w="41969">
                  <a:moveTo>
                    <a:pt x="670" y="31900"/>
                  </a:moveTo>
                  <a:cubicBezTo>
                    <a:pt x="-861" y="35718"/>
                    <a:pt x="-37" y="39419"/>
                    <a:pt x="5973" y="39442"/>
                  </a:cubicBezTo>
                  <a:cubicBezTo>
                    <a:pt x="6704" y="39230"/>
                    <a:pt x="7906" y="39018"/>
                    <a:pt x="9037" y="38547"/>
                  </a:cubicBezTo>
                  <a:cubicBezTo>
                    <a:pt x="23320" y="32749"/>
                    <a:pt x="33831" y="22591"/>
                    <a:pt x="41279" y="9346"/>
                  </a:cubicBezTo>
                  <a:cubicBezTo>
                    <a:pt x="42575" y="7036"/>
                    <a:pt x="41632" y="3453"/>
                    <a:pt x="41726" y="460"/>
                  </a:cubicBezTo>
                  <a:cubicBezTo>
                    <a:pt x="38686" y="460"/>
                    <a:pt x="34821" y="-718"/>
                    <a:pt x="32770" y="696"/>
                  </a:cubicBezTo>
                  <a:cubicBezTo>
                    <a:pt x="24121" y="6635"/>
                    <a:pt x="15683" y="12999"/>
                    <a:pt x="7859" y="19998"/>
                  </a:cubicBezTo>
                  <a:cubicBezTo>
                    <a:pt x="4536" y="22968"/>
                    <a:pt x="2367" y="27635"/>
                    <a:pt x="670" y="3190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68" name="Google Shape;1768;p47"/>
            <p:cNvSpPr/>
            <p:nvPr/>
          </p:nvSpPr>
          <p:spPr>
            <a:xfrm>
              <a:off x="601629" y="3717698"/>
              <a:ext cx="41788" cy="33354"/>
            </a:xfrm>
            <a:custGeom>
              <a:rect b="b" l="l" r="r" t="t"/>
              <a:pathLst>
                <a:path extrusionOk="0" h="33354" w="41788">
                  <a:moveTo>
                    <a:pt x="6" y="6552"/>
                  </a:moveTo>
                  <a:cubicBezTo>
                    <a:pt x="760" y="17983"/>
                    <a:pt x="20298" y="34622"/>
                    <a:pt x="31729" y="33278"/>
                  </a:cubicBezTo>
                  <a:cubicBezTo>
                    <a:pt x="35146" y="32878"/>
                    <a:pt x="39082" y="30285"/>
                    <a:pt x="41156" y="27504"/>
                  </a:cubicBezTo>
                  <a:cubicBezTo>
                    <a:pt x="42429" y="25784"/>
                    <a:pt x="41651" y="20787"/>
                    <a:pt x="39977" y="18949"/>
                  </a:cubicBezTo>
                  <a:cubicBezTo>
                    <a:pt x="30739" y="8815"/>
                    <a:pt x="18648" y="3630"/>
                    <a:pt x="3706" y="0"/>
                  </a:cubicBezTo>
                  <a:cubicBezTo>
                    <a:pt x="2410" y="2145"/>
                    <a:pt x="-136" y="4454"/>
                    <a:pt x="6" y="655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69" name="Google Shape;1769;p47"/>
            <p:cNvSpPr/>
            <p:nvPr/>
          </p:nvSpPr>
          <p:spPr>
            <a:xfrm>
              <a:off x="205446" y="2886289"/>
              <a:ext cx="39182" cy="41739"/>
            </a:xfrm>
            <a:custGeom>
              <a:rect b="b" l="l" r="r" t="t"/>
              <a:pathLst>
                <a:path extrusionOk="0" h="41739" w="39182">
                  <a:moveTo>
                    <a:pt x="37857" y="10692"/>
                  </a:moveTo>
                  <a:cubicBezTo>
                    <a:pt x="38564" y="9137"/>
                    <a:pt x="38918" y="7440"/>
                    <a:pt x="39177" y="6615"/>
                  </a:cubicBezTo>
                  <a:cubicBezTo>
                    <a:pt x="39319" y="416"/>
                    <a:pt x="36443" y="-1493"/>
                    <a:pt x="30716" y="1171"/>
                  </a:cubicBezTo>
                  <a:cubicBezTo>
                    <a:pt x="16764" y="7699"/>
                    <a:pt x="6983" y="18587"/>
                    <a:pt x="643" y="32446"/>
                  </a:cubicBezTo>
                  <a:cubicBezTo>
                    <a:pt x="-535" y="34991"/>
                    <a:pt x="290" y="38455"/>
                    <a:pt x="172" y="41496"/>
                  </a:cubicBezTo>
                  <a:cubicBezTo>
                    <a:pt x="3377" y="41402"/>
                    <a:pt x="7195" y="42368"/>
                    <a:pt x="9717" y="41001"/>
                  </a:cubicBezTo>
                  <a:cubicBezTo>
                    <a:pt x="22491" y="34190"/>
                    <a:pt x="31871" y="23914"/>
                    <a:pt x="37857" y="1069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70" name="Google Shape;1770;p47"/>
            <p:cNvSpPr/>
            <p:nvPr/>
          </p:nvSpPr>
          <p:spPr>
            <a:xfrm>
              <a:off x="456519" y="3259342"/>
              <a:ext cx="27537" cy="63021"/>
            </a:xfrm>
            <a:custGeom>
              <a:rect b="b" l="l" r="r" t="t"/>
              <a:pathLst>
                <a:path extrusionOk="0" h="63021" w="27537">
                  <a:moveTo>
                    <a:pt x="1916" y="0"/>
                  </a:moveTo>
                  <a:cubicBezTo>
                    <a:pt x="1279" y="4337"/>
                    <a:pt x="-606" y="8909"/>
                    <a:pt x="195" y="12939"/>
                  </a:cubicBezTo>
                  <a:cubicBezTo>
                    <a:pt x="3518" y="29366"/>
                    <a:pt x="11178" y="44049"/>
                    <a:pt x="20346" y="57931"/>
                  </a:cubicBezTo>
                  <a:cubicBezTo>
                    <a:pt x="21595" y="59816"/>
                    <a:pt x="23433" y="61348"/>
                    <a:pt x="24989" y="63021"/>
                  </a:cubicBezTo>
                  <a:cubicBezTo>
                    <a:pt x="25625" y="62691"/>
                    <a:pt x="26238" y="62338"/>
                    <a:pt x="26874" y="62008"/>
                  </a:cubicBezTo>
                  <a:cubicBezTo>
                    <a:pt x="27110" y="60123"/>
                    <a:pt x="27581" y="58237"/>
                    <a:pt x="27534" y="56352"/>
                  </a:cubicBezTo>
                  <a:cubicBezTo>
                    <a:pt x="27134" y="38558"/>
                    <a:pt x="20652" y="22626"/>
                    <a:pt x="11720" y="7660"/>
                  </a:cubicBezTo>
                  <a:cubicBezTo>
                    <a:pt x="9764" y="4337"/>
                    <a:pt x="5262" y="2522"/>
                    <a:pt x="1916"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71" name="Google Shape;1771;p47"/>
            <p:cNvSpPr/>
            <p:nvPr/>
          </p:nvSpPr>
          <p:spPr>
            <a:xfrm>
              <a:off x="1059613" y="2484313"/>
              <a:ext cx="49611" cy="25818"/>
            </a:xfrm>
            <a:custGeom>
              <a:rect b="b" l="l" r="r" t="t"/>
              <a:pathLst>
                <a:path extrusionOk="0" h="25818" w="49611">
                  <a:moveTo>
                    <a:pt x="43413" y="10688"/>
                  </a:moveTo>
                  <a:cubicBezTo>
                    <a:pt x="33773" y="3334"/>
                    <a:pt x="22555" y="-719"/>
                    <a:pt x="10323" y="106"/>
                  </a:cubicBezTo>
                  <a:cubicBezTo>
                    <a:pt x="6764" y="341"/>
                    <a:pt x="3441" y="3712"/>
                    <a:pt x="0" y="5644"/>
                  </a:cubicBezTo>
                  <a:cubicBezTo>
                    <a:pt x="2239" y="8684"/>
                    <a:pt x="3818" y="13233"/>
                    <a:pt x="6811" y="14506"/>
                  </a:cubicBezTo>
                  <a:cubicBezTo>
                    <a:pt x="17087" y="18913"/>
                    <a:pt x="27858" y="22165"/>
                    <a:pt x="38346" y="25819"/>
                  </a:cubicBezTo>
                  <a:cubicBezTo>
                    <a:pt x="42988" y="23674"/>
                    <a:pt x="46288" y="22142"/>
                    <a:pt x="49611" y="20610"/>
                  </a:cubicBezTo>
                  <a:cubicBezTo>
                    <a:pt x="47584" y="17240"/>
                    <a:pt x="46312" y="12880"/>
                    <a:pt x="43413" y="1068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72" name="Google Shape;1772;p47"/>
            <p:cNvSpPr/>
            <p:nvPr/>
          </p:nvSpPr>
          <p:spPr>
            <a:xfrm>
              <a:off x="1216188" y="3885281"/>
              <a:ext cx="33982" cy="29824"/>
            </a:xfrm>
            <a:custGeom>
              <a:rect b="b" l="l" r="r" t="t"/>
              <a:pathLst>
                <a:path extrusionOk="0" h="29824" w="33982">
                  <a:moveTo>
                    <a:pt x="18867" y="270"/>
                  </a:moveTo>
                  <a:cubicBezTo>
                    <a:pt x="10170" y="1849"/>
                    <a:pt x="4208" y="7246"/>
                    <a:pt x="1144" y="15448"/>
                  </a:cubicBezTo>
                  <a:cubicBezTo>
                    <a:pt x="-2014" y="23862"/>
                    <a:pt x="1379" y="28340"/>
                    <a:pt x="11184" y="29825"/>
                  </a:cubicBezTo>
                  <a:cubicBezTo>
                    <a:pt x="17217" y="26808"/>
                    <a:pt x="23604" y="24333"/>
                    <a:pt x="29143" y="20562"/>
                  </a:cubicBezTo>
                  <a:cubicBezTo>
                    <a:pt x="33762" y="17404"/>
                    <a:pt x="35365" y="11936"/>
                    <a:pt x="32678" y="6657"/>
                  </a:cubicBezTo>
                  <a:cubicBezTo>
                    <a:pt x="29921" y="1260"/>
                    <a:pt x="24688" y="-791"/>
                    <a:pt x="18867" y="27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73" name="Google Shape;1773;p47"/>
            <p:cNvSpPr/>
            <p:nvPr/>
          </p:nvSpPr>
          <p:spPr>
            <a:xfrm>
              <a:off x="177611" y="3034557"/>
              <a:ext cx="27300" cy="35124"/>
            </a:xfrm>
            <a:custGeom>
              <a:rect b="b" l="l" r="r" t="t"/>
              <a:pathLst>
                <a:path extrusionOk="0" h="35124" w="27300">
                  <a:moveTo>
                    <a:pt x="10590" y="4021"/>
                  </a:moveTo>
                  <a:cubicBezTo>
                    <a:pt x="6772" y="7627"/>
                    <a:pt x="3567" y="12270"/>
                    <a:pt x="1304" y="17031"/>
                  </a:cubicBezTo>
                  <a:cubicBezTo>
                    <a:pt x="-1925" y="23819"/>
                    <a:pt x="1116" y="30866"/>
                    <a:pt x="7408" y="33812"/>
                  </a:cubicBezTo>
                  <a:cubicBezTo>
                    <a:pt x="13984" y="36875"/>
                    <a:pt x="20347" y="34542"/>
                    <a:pt x="23741" y="27189"/>
                  </a:cubicBezTo>
                  <a:cubicBezTo>
                    <a:pt x="25556" y="23253"/>
                    <a:pt x="26310" y="18822"/>
                    <a:pt x="27300" y="15452"/>
                  </a:cubicBezTo>
                  <a:cubicBezTo>
                    <a:pt x="26782" y="12482"/>
                    <a:pt x="26593" y="10503"/>
                    <a:pt x="26098" y="8641"/>
                  </a:cubicBezTo>
                  <a:cubicBezTo>
                    <a:pt x="23529" y="-787"/>
                    <a:pt x="17731" y="-2766"/>
                    <a:pt x="10590" y="402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74" name="Google Shape;1774;p47"/>
            <p:cNvSpPr/>
            <p:nvPr/>
          </p:nvSpPr>
          <p:spPr>
            <a:xfrm>
              <a:off x="703551" y="3938976"/>
              <a:ext cx="27543" cy="34163"/>
            </a:xfrm>
            <a:custGeom>
              <a:rect b="b" l="l" r="r" t="t"/>
              <a:pathLst>
                <a:path extrusionOk="0" h="34163" w="27543">
                  <a:moveTo>
                    <a:pt x="11895" y="970"/>
                  </a:moveTo>
                  <a:cubicBezTo>
                    <a:pt x="7370" y="-1387"/>
                    <a:pt x="4329" y="829"/>
                    <a:pt x="2161" y="4623"/>
                  </a:cubicBezTo>
                  <a:cubicBezTo>
                    <a:pt x="-2058" y="11953"/>
                    <a:pt x="87" y="27037"/>
                    <a:pt x="6969" y="31892"/>
                  </a:cubicBezTo>
                  <a:cubicBezTo>
                    <a:pt x="9962" y="33989"/>
                    <a:pt x="15618" y="34885"/>
                    <a:pt x="18824" y="33494"/>
                  </a:cubicBezTo>
                  <a:cubicBezTo>
                    <a:pt x="22713" y="31821"/>
                    <a:pt x="25305" y="27131"/>
                    <a:pt x="27544" y="24727"/>
                  </a:cubicBezTo>
                  <a:cubicBezTo>
                    <a:pt x="25211" y="13014"/>
                    <a:pt x="20591" y="5519"/>
                    <a:pt x="11895" y="97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75" name="Google Shape;1775;p47"/>
            <p:cNvSpPr/>
            <p:nvPr/>
          </p:nvSpPr>
          <p:spPr>
            <a:xfrm>
              <a:off x="392632" y="3641995"/>
              <a:ext cx="27649" cy="35120"/>
            </a:xfrm>
            <a:custGeom>
              <a:rect b="b" l="l" r="r" t="t"/>
              <a:pathLst>
                <a:path extrusionOk="0" h="35120" w="27649">
                  <a:moveTo>
                    <a:pt x="14023" y="2029"/>
                  </a:moveTo>
                  <a:cubicBezTo>
                    <a:pt x="9993" y="-2001"/>
                    <a:pt x="4431" y="332"/>
                    <a:pt x="2310" y="5870"/>
                  </a:cubicBezTo>
                  <a:cubicBezTo>
                    <a:pt x="1273" y="8581"/>
                    <a:pt x="919" y="11574"/>
                    <a:pt x="0" y="15580"/>
                  </a:cubicBezTo>
                  <a:cubicBezTo>
                    <a:pt x="1461" y="19681"/>
                    <a:pt x="2640" y="24796"/>
                    <a:pt x="5020" y="29227"/>
                  </a:cubicBezTo>
                  <a:cubicBezTo>
                    <a:pt x="7943" y="34647"/>
                    <a:pt x="13033" y="36391"/>
                    <a:pt x="18996" y="34199"/>
                  </a:cubicBezTo>
                  <a:cubicBezTo>
                    <a:pt x="24912" y="32031"/>
                    <a:pt x="29460" y="25503"/>
                    <a:pt x="26939" y="20200"/>
                  </a:cubicBezTo>
                  <a:cubicBezTo>
                    <a:pt x="23804" y="13577"/>
                    <a:pt x="19255" y="7237"/>
                    <a:pt x="14023" y="20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76" name="Google Shape;1776;p47"/>
            <p:cNvSpPr/>
            <p:nvPr/>
          </p:nvSpPr>
          <p:spPr>
            <a:xfrm>
              <a:off x="487847" y="3196528"/>
              <a:ext cx="26544" cy="35131"/>
            </a:xfrm>
            <a:custGeom>
              <a:rect b="b" l="l" r="r" t="t"/>
              <a:pathLst>
                <a:path extrusionOk="0" h="35131" w="26544">
                  <a:moveTo>
                    <a:pt x="17959" y="34321"/>
                  </a:moveTo>
                  <a:cubicBezTo>
                    <a:pt x="24370" y="32035"/>
                    <a:pt x="28423" y="25930"/>
                    <a:pt x="25666" y="19213"/>
                  </a:cubicBezTo>
                  <a:cubicBezTo>
                    <a:pt x="23120" y="12944"/>
                    <a:pt x="18666" y="7005"/>
                    <a:pt x="13740" y="2315"/>
                  </a:cubicBezTo>
                  <a:cubicBezTo>
                    <a:pt x="8838" y="-2351"/>
                    <a:pt x="2687" y="430"/>
                    <a:pt x="943" y="7147"/>
                  </a:cubicBezTo>
                  <a:cubicBezTo>
                    <a:pt x="330" y="9503"/>
                    <a:pt x="424" y="12025"/>
                    <a:pt x="0" y="16220"/>
                  </a:cubicBezTo>
                  <a:cubicBezTo>
                    <a:pt x="707" y="18860"/>
                    <a:pt x="1296" y="23291"/>
                    <a:pt x="3040" y="27227"/>
                  </a:cubicBezTo>
                  <a:cubicBezTo>
                    <a:pt x="6222" y="34226"/>
                    <a:pt x="11690" y="36536"/>
                    <a:pt x="17959" y="3432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77" name="Google Shape;1777;p47"/>
            <p:cNvSpPr/>
            <p:nvPr/>
          </p:nvSpPr>
          <p:spPr>
            <a:xfrm>
              <a:off x="1054659" y="3920419"/>
              <a:ext cx="34603" cy="26311"/>
            </a:xfrm>
            <a:custGeom>
              <a:rect b="b" l="l" r="r" t="t"/>
              <a:pathLst>
                <a:path extrusionOk="0" h="26311" w="34603">
                  <a:moveTo>
                    <a:pt x="27981" y="1167"/>
                  </a:moveTo>
                  <a:cubicBezTo>
                    <a:pt x="20462" y="-836"/>
                    <a:pt x="12756" y="-482"/>
                    <a:pt x="5874" y="3972"/>
                  </a:cubicBezTo>
                  <a:cubicBezTo>
                    <a:pt x="-2352" y="9299"/>
                    <a:pt x="-1833" y="20493"/>
                    <a:pt x="6769" y="25160"/>
                  </a:cubicBezTo>
                  <a:cubicBezTo>
                    <a:pt x="15631" y="29968"/>
                    <a:pt x="34368" y="18938"/>
                    <a:pt x="34603" y="6635"/>
                  </a:cubicBezTo>
                  <a:cubicBezTo>
                    <a:pt x="33119" y="5339"/>
                    <a:pt x="30903" y="1922"/>
                    <a:pt x="27981" y="11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78" name="Google Shape;1778;p47"/>
            <p:cNvSpPr/>
            <p:nvPr/>
          </p:nvSpPr>
          <p:spPr>
            <a:xfrm>
              <a:off x="1017722" y="3345274"/>
              <a:ext cx="18939" cy="46993"/>
            </a:xfrm>
            <a:custGeom>
              <a:rect b="b" l="l" r="r" t="t"/>
              <a:pathLst>
                <a:path extrusionOk="0" h="46993" w="18939">
                  <a:moveTo>
                    <a:pt x="14034" y="46994"/>
                  </a:moveTo>
                  <a:cubicBezTo>
                    <a:pt x="14693" y="46051"/>
                    <a:pt x="15919" y="45132"/>
                    <a:pt x="15990" y="44118"/>
                  </a:cubicBezTo>
                  <a:cubicBezTo>
                    <a:pt x="17145" y="30873"/>
                    <a:pt x="18582" y="17651"/>
                    <a:pt x="18936" y="4382"/>
                  </a:cubicBezTo>
                  <a:cubicBezTo>
                    <a:pt x="19077" y="-1180"/>
                    <a:pt x="14788" y="-732"/>
                    <a:pt x="11040" y="1790"/>
                  </a:cubicBezTo>
                  <a:cubicBezTo>
                    <a:pt x="-4868" y="12513"/>
                    <a:pt x="-3336" y="37519"/>
                    <a:pt x="14034" y="469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79" name="Google Shape;1779;p47"/>
            <p:cNvSpPr/>
            <p:nvPr/>
          </p:nvSpPr>
          <p:spPr>
            <a:xfrm>
              <a:off x="663655" y="3166531"/>
              <a:ext cx="22848" cy="48833"/>
            </a:xfrm>
            <a:custGeom>
              <a:rect b="b" l="l" r="r" t="t"/>
              <a:pathLst>
                <a:path extrusionOk="0" h="48833" w="22848">
                  <a:moveTo>
                    <a:pt x="271" y="754"/>
                  </a:moveTo>
                  <a:cubicBezTo>
                    <a:pt x="271" y="7283"/>
                    <a:pt x="-437" y="13905"/>
                    <a:pt x="436" y="20316"/>
                  </a:cubicBezTo>
                  <a:cubicBezTo>
                    <a:pt x="1802" y="30309"/>
                    <a:pt x="3711" y="40420"/>
                    <a:pt x="13209" y="46665"/>
                  </a:cubicBezTo>
                  <a:cubicBezTo>
                    <a:pt x="19149" y="50577"/>
                    <a:pt x="22849" y="49234"/>
                    <a:pt x="22849" y="42329"/>
                  </a:cubicBezTo>
                  <a:cubicBezTo>
                    <a:pt x="22872" y="25336"/>
                    <a:pt x="12974" y="12845"/>
                    <a:pt x="4065" y="0"/>
                  </a:cubicBezTo>
                  <a:cubicBezTo>
                    <a:pt x="2816" y="259"/>
                    <a:pt x="1543" y="519"/>
                    <a:pt x="271" y="75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80" name="Google Shape;1780;p47"/>
            <p:cNvSpPr/>
            <p:nvPr/>
          </p:nvSpPr>
          <p:spPr>
            <a:xfrm>
              <a:off x="1365507" y="3612300"/>
              <a:ext cx="34833" cy="38957"/>
            </a:xfrm>
            <a:custGeom>
              <a:rect b="b" l="l" r="r" t="t"/>
              <a:pathLst>
                <a:path extrusionOk="0" h="38957" w="34833">
                  <a:moveTo>
                    <a:pt x="988" y="29837"/>
                  </a:moveTo>
                  <a:cubicBezTo>
                    <a:pt x="-285" y="31487"/>
                    <a:pt x="-332" y="35635"/>
                    <a:pt x="870" y="37214"/>
                  </a:cubicBezTo>
                  <a:cubicBezTo>
                    <a:pt x="2025" y="38723"/>
                    <a:pt x="5819" y="39312"/>
                    <a:pt x="8035" y="38746"/>
                  </a:cubicBezTo>
                  <a:cubicBezTo>
                    <a:pt x="21728" y="35235"/>
                    <a:pt x="34997" y="16616"/>
                    <a:pt x="34832" y="0"/>
                  </a:cubicBezTo>
                  <a:cubicBezTo>
                    <a:pt x="21209" y="8555"/>
                    <a:pt x="10062" y="18077"/>
                    <a:pt x="988" y="2983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81" name="Google Shape;1781;p47"/>
            <p:cNvSpPr/>
            <p:nvPr/>
          </p:nvSpPr>
          <p:spPr>
            <a:xfrm>
              <a:off x="852306" y="3967506"/>
              <a:ext cx="34710" cy="20637"/>
            </a:xfrm>
            <a:custGeom>
              <a:rect b="b" l="l" r="r" t="t"/>
              <a:pathLst>
                <a:path extrusionOk="0" h="20637" w="34710">
                  <a:moveTo>
                    <a:pt x="1321" y="8806"/>
                  </a:moveTo>
                  <a:cubicBezTo>
                    <a:pt x="-1012" y="13072"/>
                    <a:pt x="-470" y="16536"/>
                    <a:pt x="4691" y="17880"/>
                  </a:cubicBezTo>
                  <a:cubicBezTo>
                    <a:pt x="9193" y="19035"/>
                    <a:pt x="13788" y="19742"/>
                    <a:pt x="18314" y="20637"/>
                  </a:cubicBezTo>
                  <a:cubicBezTo>
                    <a:pt x="21637" y="20072"/>
                    <a:pt x="24889" y="19907"/>
                    <a:pt x="27859" y="18940"/>
                  </a:cubicBezTo>
                  <a:cubicBezTo>
                    <a:pt x="35518" y="16466"/>
                    <a:pt x="36933" y="9749"/>
                    <a:pt x="31205" y="4257"/>
                  </a:cubicBezTo>
                  <a:cubicBezTo>
                    <a:pt x="23522" y="-3096"/>
                    <a:pt x="6412" y="-503"/>
                    <a:pt x="1321" y="880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82" name="Google Shape;1782;p47"/>
            <p:cNvSpPr/>
            <p:nvPr/>
          </p:nvSpPr>
          <p:spPr>
            <a:xfrm>
              <a:off x="802710" y="3663838"/>
              <a:ext cx="31291" cy="26580"/>
            </a:xfrm>
            <a:custGeom>
              <a:rect b="b" l="l" r="r" t="t"/>
              <a:pathLst>
                <a:path extrusionOk="0" h="26580" w="31291">
                  <a:moveTo>
                    <a:pt x="22777" y="26567"/>
                  </a:moveTo>
                  <a:cubicBezTo>
                    <a:pt x="30318" y="26874"/>
                    <a:pt x="33476" y="21830"/>
                    <a:pt x="29682" y="14924"/>
                  </a:cubicBezTo>
                  <a:cubicBezTo>
                    <a:pt x="25133" y="6676"/>
                    <a:pt x="17827" y="1821"/>
                    <a:pt x="8612" y="171"/>
                  </a:cubicBezTo>
                  <a:cubicBezTo>
                    <a:pt x="2084" y="-984"/>
                    <a:pt x="-1593" y="3871"/>
                    <a:pt x="670" y="10187"/>
                  </a:cubicBezTo>
                  <a:cubicBezTo>
                    <a:pt x="3521" y="18153"/>
                    <a:pt x="14433" y="26214"/>
                    <a:pt x="22777" y="265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83" name="Google Shape;1783;p47"/>
            <p:cNvSpPr/>
            <p:nvPr/>
          </p:nvSpPr>
          <p:spPr>
            <a:xfrm>
              <a:off x="770993" y="2664950"/>
              <a:ext cx="26730" cy="26539"/>
            </a:xfrm>
            <a:custGeom>
              <a:rect b="b" l="l" r="r" t="t"/>
              <a:pathLst>
                <a:path extrusionOk="0" h="26539" w="26730">
                  <a:moveTo>
                    <a:pt x="13390" y="1"/>
                  </a:moveTo>
                  <a:cubicBezTo>
                    <a:pt x="6461" y="95"/>
                    <a:pt x="145" y="6317"/>
                    <a:pt x="3" y="13176"/>
                  </a:cubicBezTo>
                  <a:cubicBezTo>
                    <a:pt x="-162" y="20553"/>
                    <a:pt x="6037" y="26586"/>
                    <a:pt x="13673" y="26539"/>
                  </a:cubicBezTo>
                  <a:cubicBezTo>
                    <a:pt x="21262" y="26492"/>
                    <a:pt x="26659" y="21165"/>
                    <a:pt x="26730" y="13647"/>
                  </a:cubicBezTo>
                  <a:cubicBezTo>
                    <a:pt x="26800" y="5987"/>
                    <a:pt x="20861" y="-93"/>
                    <a:pt x="13390" y="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84" name="Google Shape;1784;p47"/>
            <p:cNvSpPr/>
            <p:nvPr/>
          </p:nvSpPr>
          <p:spPr>
            <a:xfrm>
              <a:off x="317727" y="2940566"/>
              <a:ext cx="21710" cy="34107"/>
            </a:xfrm>
            <a:custGeom>
              <a:rect b="b" l="l" r="r" t="t"/>
              <a:pathLst>
                <a:path extrusionOk="0" h="34107" w="21710">
                  <a:moveTo>
                    <a:pt x="52" y="13450"/>
                  </a:moveTo>
                  <a:cubicBezTo>
                    <a:pt x="-585" y="21675"/>
                    <a:pt x="4765" y="27119"/>
                    <a:pt x="10280" y="32069"/>
                  </a:cubicBezTo>
                  <a:cubicBezTo>
                    <a:pt x="14145" y="35533"/>
                    <a:pt x="17728" y="34520"/>
                    <a:pt x="19142" y="29500"/>
                  </a:cubicBezTo>
                  <a:cubicBezTo>
                    <a:pt x="20509" y="24598"/>
                    <a:pt x="21075" y="19460"/>
                    <a:pt x="21711" y="15948"/>
                  </a:cubicBezTo>
                  <a:cubicBezTo>
                    <a:pt x="21711" y="5672"/>
                    <a:pt x="18600" y="370"/>
                    <a:pt x="13344" y="16"/>
                  </a:cubicBezTo>
                  <a:cubicBezTo>
                    <a:pt x="7287" y="-361"/>
                    <a:pt x="641" y="5979"/>
                    <a:pt x="52" y="134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85" name="Google Shape;1785;p47"/>
            <p:cNvSpPr/>
            <p:nvPr/>
          </p:nvSpPr>
          <p:spPr>
            <a:xfrm>
              <a:off x="1176150" y="3654684"/>
              <a:ext cx="26138" cy="31666"/>
            </a:xfrm>
            <a:custGeom>
              <a:rect b="b" l="l" r="r" t="t"/>
              <a:pathLst>
                <a:path extrusionOk="0" h="31666" w="26138">
                  <a:moveTo>
                    <a:pt x="15116" y="1477"/>
                  </a:moveTo>
                  <a:cubicBezTo>
                    <a:pt x="6843" y="5884"/>
                    <a:pt x="1564" y="12790"/>
                    <a:pt x="173" y="22241"/>
                  </a:cubicBezTo>
                  <a:cubicBezTo>
                    <a:pt x="-981" y="30018"/>
                    <a:pt x="3756" y="33883"/>
                    <a:pt x="10755" y="30348"/>
                  </a:cubicBezTo>
                  <a:cubicBezTo>
                    <a:pt x="19617" y="25894"/>
                    <a:pt x="24944" y="18446"/>
                    <a:pt x="26122" y="9443"/>
                  </a:cubicBezTo>
                  <a:cubicBezTo>
                    <a:pt x="26452" y="935"/>
                    <a:pt x="21856" y="-2105"/>
                    <a:pt x="15116" y="147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86" name="Google Shape;1786;p47"/>
            <p:cNvSpPr/>
            <p:nvPr/>
          </p:nvSpPr>
          <p:spPr>
            <a:xfrm>
              <a:off x="839036" y="3893445"/>
              <a:ext cx="26399" cy="26403"/>
            </a:xfrm>
            <a:custGeom>
              <a:rect b="b" l="l" r="r" t="t"/>
              <a:pathLst>
                <a:path extrusionOk="0" h="26403" w="26399">
                  <a:moveTo>
                    <a:pt x="26399" y="13223"/>
                  </a:moveTo>
                  <a:cubicBezTo>
                    <a:pt x="26304" y="6011"/>
                    <a:pt x="20365" y="96"/>
                    <a:pt x="13106" y="1"/>
                  </a:cubicBezTo>
                  <a:cubicBezTo>
                    <a:pt x="5588" y="-93"/>
                    <a:pt x="120" y="5328"/>
                    <a:pt x="2" y="12940"/>
                  </a:cubicBezTo>
                  <a:cubicBezTo>
                    <a:pt x="-116" y="20977"/>
                    <a:pt x="4716" y="26185"/>
                    <a:pt x="12446" y="26398"/>
                  </a:cubicBezTo>
                  <a:cubicBezTo>
                    <a:pt x="20106" y="26610"/>
                    <a:pt x="26469" y="20576"/>
                    <a:pt x="26399" y="13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87" name="Google Shape;1787;p47"/>
            <p:cNvSpPr/>
            <p:nvPr/>
          </p:nvSpPr>
          <p:spPr>
            <a:xfrm>
              <a:off x="318149" y="3481100"/>
              <a:ext cx="22938" cy="32891"/>
            </a:xfrm>
            <a:custGeom>
              <a:rect b="b" l="l" r="r" t="t"/>
              <a:pathLst>
                <a:path extrusionOk="0" h="32891" w="22938">
                  <a:moveTo>
                    <a:pt x="13606" y="161"/>
                  </a:moveTo>
                  <a:cubicBezTo>
                    <a:pt x="10895" y="-923"/>
                    <a:pt x="4273" y="3696"/>
                    <a:pt x="1704" y="7349"/>
                  </a:cubicBezTo>
                  <a:cubicBezTo>
                    <a:pt x="-3387" y="14608"/>
                    <a:pt x="3731" y="30800"/>
                    <a:pt x="12498" y="32850"/>
                  </a:cubicBezTo>
                  <a:cubicBezTo>
                    <a:pt x="14218" y="33251"/>
                    <a:pt x="18037" y="30635"/>
                    <a:pt x="18673" y="28702"/>
                  </a:cubicBezTo>
                  <a:cubicBezTo>
                    <a:pt x="20275" y="23870"/>
                    <a:pt x="20605" y="18615"/>
                    <a:pt x="21454" y="13524"/>
                  </a:cubicBezTo>
                  <a:cubicBezTo>
                    <a:pt x="21949" y="13100"/>
                    <a:pt x="22444" y="12699"/>
                    <a:pt x="22939" y="12275"/>
                  </a:cubicBezTo>
                  <a:cubicBezTo>
                    <a:pt x="19922" y="8009"/>
                    <a:pt x="17683" y="1787"/>
                    <a:pt x="13606" y="16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88" name="Google Shape;1788;p47"/>
            <p:cNvSpPr/>
            <p:nvPr/>
          </p:nvSpPr>
          <p:spPr>
            <a:xfrm>
              <a:off x="447145" y="3206317"/>
              <a:ext cx="21267" cy="32733"/>
            </a:xfrm>
            <a:custGeom>
              <a:rect b="b" l="l" r="r" t="t"/>
              <a:pathLst>
                <a:path extrusionOk="0" h="32733" w="21267">
                  <a:moveTo>
                    <a:pt x="9144" y="67"/>
                  </a:moveTo>
                  <a:cubicBezTo>
                    <a:pt x="7424" y="-428"/>
                    <a:pt x="3441" y="1906"/>
                    <a:pt x="2734" y="3768"/>
                  </a:cubicBezTo>
                  <a:cubicBezTo>
                    <a:pt x="1037" y="8293"/>
                    <a:pt x="660" y="13313"/>
                    <a:pt x="0" y="16848"/>
                  </a:cubicBezTo>
                  <a:cubicBezTo>
                    <a:pt x="236" y="19723"/>
                    <a:pt x="-71" y="21420"/>
                    <a:pt x="589" y="22622"/>
                  </a:cubicBezTo>
                  <a:cubicBezTo>
                    <a:pt x="2569" y="26299"/>
                    <a:pt x="5020" y="32804"/>
                    <a:pt x="7070" y="32733"/>
                  </a:cubicBezTo>
                  <a:cubicBezTo>
                    <a:pt x="11218" y="32568"/>
                    <a:pt x="16404" y="29716"/>
                    <a:pt x="19020" y="26322"/>
                  </a:cubicBezTo>
                  <a:cubicBezTo>
                    <a:pt x="24817" y="18757"/>
                    <a:pt x="18642" y="2825"/>
                    <a:pt x="9144" y="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89" name="Google Shape;1789;p47"/>
            <p:cNvSpPr/>
            <p:nvPr/>
          </p:nvSpPr>
          <p:spPr>
            <a:xfrm>
              <a:off x="1418322" y="3503319"/>
              <a:ext cx="21332" cy="32965"/>
            </a:xfrm>
            <a:custGeom>
              <a:rect b="b" l="l" r="r" t="t"/>
              <a:pathLst>
                <a:path extrusionOk="0" h="32965" w="21332">
                  <a:moveTo>
                    <a:pt x="9121" y="49"/>
                  </a:moveTo>
                  <a:cubicBezTo>
                    <a:pt x="7283" y="-375"/>
                    <a:pt x="3464" y="2052"/>
                    <a:pt x="2663" y="4008"/>
                  </a:cubicBezTo>
                  <a:cubicBezTo>
                    <a:pt x="1013" y="7991"/>
                    <a:pt x="801" y="12587"/>
                    <a:pt x="0" y="16924"/>
                  </a:cubicBezTo>
                  <a:cubicBezTo>
                    <a:pt x="236" y="16971"/>
                    <a:pt x="448" y="16994"/>
                    <a:pt x="683" y="17042"/>
                  </a:cubicBezTo>
                  <a:cubicBezTo>
                    <a:pt x="683" y="19257"/>
                    <a:pt x="0" y="21802"/>
                    <a:pt x="825" y="23641"/>
                  </a:cubicBezTo>
                  <a:cubicBezTo>
                    <a:pt x="2333" y="27034"/>
                    <a:pt x="4148" y="31748"/>
                    <a:pt x="6929" y="32738"/>
                  </a:cubicBezTo>
                  <a:cubicBezTo>
                    <a:pt x="9639" y="33681"/>
                    <a:pt x="14589" y="31536"/>
                    <a:pt x="17111" y="29179"/>
                  </a:cubicBezTo>
                  <a:cubicBezTo>
                    <a:pt x="25595" y="21260"/>
                    <a:pt x="20457" y="2618"/>
                    <a:pt x="9121" y="4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90" name="Google Shape;1790;p47"/>
            <p:cNvSpPr/>
            <p:nvPr/>
          </p:nvSpPr>
          <p:spPr>
            <a:xfrm>
              <a:off x="1431953" y="3262303"/>
              <a:ext cx="26036" cy="32364"/>
            </a:xfrm>
            <a:custGeom>
              <a:rect b="b" l="l" r="r" t="t"/>
              <a:pathLst>
                <a:path extrusionOk="0" h="32364" w="26036">
                  <a:moveTo>
                    <a:pt x="5907" y="32"/>
                  </a:moveTo>
                  <a:cubicBezTo>
                    <a:pt x="4281" y="-227"/>
                    <a:pt x="1335" y="1117"/>
                    <a:pt x="745" y="2483"/>
                  </a:cubicBezTo>
                  <a:cubicBezTo>
                    <a:pt x="-2884" y="11133"/>
                    <a:pt x="7439" y="29988"/>
                    <a:pt x="16630" y="32085"/>
                  </a:cubicBezTo>
                  <a:cubicBezTo>
                    <a:pt x="22122" y="33334"/>
                    <a:pt x="26152" y="30294"/>
                    <a:pt x="26034" y="24944"/>
                  </a:cubicBezTo>
                  <a:cubicBezTo>
                    <a:pt x="25893" y="17355"/>
                    <a:pt x="13095" y="1140"/>
                    <a:pt x="5907" y="3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91" name="Google Shape;1791;p47"/>
            <p:cNvSpPr/>
            <p:nvPr/>
          </p:nvSpPr>
          <p:spPr>
            <a:xfrm>
              <a:off x="354326" y="3574809"/>
              <a:ext cx="18359" cy="48497"/>
            </a:xfrm>
            <a:custGeom>
              <a:rect b="b" l="l" r="r" t="t"/>
              <a:pathLst>
                <a:path extrusionOk="0" h="48497" w="18359">
                  <a:moveTo>
                    <a:pt x="3118" y="41"/>
                  </a:moveTo>
                  <a:cubicBezTo>
                    <a:pt x="1892" y="348"/>
                    <a:pt x="643" y="2869"/>
                    <a:pt x="408" y="4566"/>
                  </a:cubicBezTo>
                  <a:cubicBezTo>
                    <a:pt x="-1643" y="19862"/>
                    <a:pt x="4296" y="32895"/>
                    <a:pt x="12498" y="45174"/>
                  </a:cubicBezTo>
                  <a:cubicBezTo>
                    <a:pt x="13300" y="46353"/>
                    <a:pt x="15161" y="46824"/>
                    <a:pt x="18013" y="48497"/>
                  </a:cubicBezTo>
                  <a:cubicBezTo>
                    <a:pt x="19569" y="30868"/>
                    <a:pt x="15845" y="16209"/>
                    <a:pt x="7785" y="2563"/>
                  </a:cubicBezTo>
                  <a:cubicBezTo>
                    <a:pt x="6960" y="1196"/>
                    <a:pt x="4414" y="-265"/>
                    <a:pt x="3118" y="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92" name="Google Shape;1792;p47"/>
            <p:cNvSpPr/>
            <p:nvPr/>
          </p:nvSpPr>
          <p:spPr>
            <a:xfrm>
              <a:off x="393407" y="3572107"/>
              <a:ext cx="24734" cy="31189"/>
            </a:xfrm>
            <a:custGeom>
              <a:rect b="b" l="l" r="r" t="t"/>
              <a:pathLst>
                <a:path extrusionOk="0" h="31189" w="24734">
                  <a:moveTo>
                    <a:pt x="8134" y="1871"/>
                  </a:moveTo>
                  <a:cubicBezTo>
                    <a:pt x="3538" y="-2112"/>
                    <a:pt x="-115" y="480"/>
                    <a:pt x="3" y="7598"/>
                  </a:cubicBezTo>
                  <a:cubicBezTo>
                    <a:pt x="1228" y="15564"/>
                    <a:pt x="3184" y="24567"/>
                    <a:pt x="11033" y="29823"/>
                  </a:cubicBezTo>
                  <a:cubicBezTo>
                    <a:pt x="14238" y="31968"/>
                    <a:pt x="19612" y="30836"/>
                    <a:pt x="23972" y="31190"/>
                  </a:cubicBezTo>
                  <a:cubicBezTo>
                    <a:pt x="24066" y="27348"/>
                    <a:pt x="25669" y="22517"/>
                    <a:pt x="23925" y="19901"/>
                  </a:cubicBezTo>
                  <a:cubicBezTo>
                    <a:pt x="19517" y="13278"/>
                    <a:pt x="14144" y="7080"/>
                    <a:pt x="8134" y="187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93" name="Google Shape;1793;p47"/>
            <p:cNvSpPr/>
            <p:nvPr/>
          </p:nvSpPr>
          <p:spPr>
            <a:xfrm>
              <a:off x="357392" y="3513644"/>
              <a:ext cx="21384" cy="27248"/>
            </a:xfrm>
            <a:custGeom>
              <a:rect b="b" l="l" r="r" t="t"/>
              <a:pathLst>
                <a:path extrusionOk="0" h="27248" w="21384">
                  <a:moveTo>
                    <a:pt x="9574" y="0"/>
                  </a:moveTo>
                  <a:cubicBezTo>
                    <a:pt x="1938" y="1791"/>
                    <a:pt x="-1974" y="6717"/>
                    <a:pt x="995" y="12043"/>
                  </a:cubicBezTo>
                  <a:cubicBezTo>
                    <a:pt x="4012" y="17464"/>
                    <a:pt x="8514" y="22154"/>
                    <a:pt x="12897" y="26656"/>
                  </a:cubicBezTo>
                  <a:cubicBezTo>
                    <a:pt x="13934" y="27716"/>
                    <a:pt x="18884" y="27127"/>
                    <a:pt x="18978" y="26632"/>
                  </a:cubicBezTo>
                  <a:cubicBezTo>
                    <a:pt x="20109" y="21353"/>
                    <a:pt x="22442" y="15296"/>
                    <a:pt x="20840" y="10747"/>
                  </a:cubicBezTo>
                  <a:cubicBezTo>
                    <a:pt x="19308" y="6387"/>
                    <a:pt x="13510" y="3512"/>
                    <a:pt x="9574"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94" name="Google Shape;1794;p47"/>
            <p:cNvSpPr/>
            <p:nvPr/>
          </p:nvSpPr>
          <p:spPr>
            <a:xfrm>
              <a:off x="424681" y="3070160"/>
              <a:ext cx="22181" cy="26364"/>
            </a:xfrm>
            <a:custGeom>
              <a:rect b="b" l="l" r="r" t="t"/>
              <a:pathLst>
                <a:path extrusionOk="0" h="26364" w="22181">
                  <a:moveTo>
                    <a:pt x="946" y="9428"/>
                  </a:moveTo>
                  <a:cubicBezTo>
                    <a:pt x="3397" y="14377"/>
                    <a:pt x="6814" y="19114"/>
                    <a:pt x="10703" y="23050"/>
                  </a:cubicBezTo>
                  <a:cubicBezTo>
                    <a:pt x="16147" y="28565"/>
                    <a:pt x="19989" y="27080"/>
                    <a:pt x="21780" y="19468"/>
                  </a:cubicBezTo>
                  <a:cubicBezTo>
                    <a:pt x="22181" y="17818"/>
                    <a:pt x="22134" y="16050"/>
                    <a:pt x="22181" y="15555"/>
                  </a:cubicBezTo>
                  <a:cubicBezTo>
                    <a:pt x="22275" y="4950"/>
                    <a:pt x="15794" y="-1013"/>
                    <a:pt x="6673" y="142"/>
                  </a:cubicBezTo>
                  <a:cubicBezTo>
                    <a:pt x="1016" y="873"/>
                    <a:pt x="-1529" y="4431"/>
                    <a:pt x="946" y="94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95" name="Google Shape;1795;p47"/>
            <p:cNvSpPr/>
            <p:nvPr/>
          </p:nvSpPr>
          <p:spPr>
            <a:xfrm>
              <a:off x="1205100" y="2369792"/>
              <a:ext cx="32759" cy="10679"/>
            </a:xfrm>
            <a:custGeom>
              <a:rect b="b" l="l" r="r" t="t"/>
              <a:pathLst>
                <a:path extrusionOk="0" h="10679" w="32759">
                  <a:moveTo>
                    <a:pt x="32760" y="6684"/>
                  </a:moveTo>
                  <a:cubicBezTo>
                    <a:pt x="23804" y="-1989"/>
                    <a:pt x="6599" y="-2366"/>
                    <a:pt x="0" y="6401"/>
                  </a:cubicBezTo>
                  <a:cubicBezTo>
                    <a:pt x="8838" y="12057"/>
                    <a:pt x="25737" y="12057"/>
                    <a:pt x="32760" y="668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96" name="Google Shape;1796;p47"/>
            <p:cNvSpPr/>
            <p:nvPr/>
          </p:nvSpPr>
          <p:spPr>
            <a:xfrm>
              <a:off x="232642" y="3261935"/>
              <a:ext cx="10529" cy="32217"/>
            </a:xfrm>
            <a:custGeom>
              <a:rect b="b" l="l" r="r" t="t"/>
              <a:pathLst>
                <a:path extrusionOk="0" h="32217" w="10529">
                  <a:moveTo>
                    <a:pt x="4793" y="0"/>
                  </a:moveTo>
                  <a:cubicBezTo>
                    <a:pt x="3638" y="1367"/>
                    <a:pt x="1823" y="2569"/>
                    <a:pt x="1470" y="4124"/>
                  </a:cubicBezTo>
                  <a:cubicBezTo>
                    <a:pt x="-769" y="13575"/>
                    <a:pt x="-699" y="22979"/>
                    <a:pt x="3426" y="32218"/>
                  </a:cubicBezTo>
                  <a:cubicBezTo>
                    <a:pt x="10261" y="23545"/>
                    <a:pt x="12405" y="14117"/>
                    <a:pt x="8799" y="3842"/>
                  </a:cubicBezTo>
                  <a:cubicBezTo>
                    <a:pt x="8234" y="2286"/>
                    <a:pt x="6160" y="1273"/>
                    <a:pt x="4793"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97" name="Google Shape;1797;p47"/>
            <p:cNvSpPr/>
            <p:nvPr/>
          </p:nvSpPr>
          <p:spPr>
            <a:xfrm>
              <a:off x="340633" y="3166837"/>
              <a:ext cx="10070" cy="34056"/>
            </a:xfrm>
            <a:custGeom>
              <a:rect b="b" l="l" r="r" t="t"/>
              <a:pathLst>
                <a:path extrusionOk="0" h="34056" w="10070">
                  <a:moveTo>
                    <a:pt x="3047" y="0"/>
                  </a:moveTo>
                  <a:cubicBezTo>
                    <a:pt x="-1667" y="10983"/>
                    <a:pt x="-40" y="21754"/>
                    <a:pt x="2128" y="34056"/>
                  </a:cubicBezTo>
                  <a:cubicBezTo>
                    <a:pt x="12451" y="23780"/>
                    <a:pt x="12663" y="5020"/>
                    <a:pt x="304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798" name="Google Shape;1798;p47"/>
            <p:cNvSpPr/>
            <p:nvPr/>
          </p:nvSpPr>
          <p:spPr>
            <a:xfrm>
              <a:off x="1406508" y="3639982"/>
              <a:ext cx="10152" cy="33383"/>
            </a:xfrm>
            <a:custGeom>
              <a:rect b="b" l="l" r="r" t="t"/>
              <a:pathLst>
                <a:path extrusionOk="0" h="33383" w="10152">
                  <a:moveTo>
                    <a:pt x="4225" y="11"/>
                  </a:moveTo>
                  <a:cubicBezTo>
                    <a:pt x="3565" y="-177"/>
                    <a:pt x="1396" y="2062"/>
                    <a:pt x="1161" y="3381"/>
                  </a:cubicBezTo>
                  <a:cubicBezTo>
                    <a:pt x="-442" y="13044"/>
                    <a:pt x="-701" y="22707"/>
                    <a:pt x="2433" y="33384"/>
                  </a:cubicBezTo>
                  <a:cubicBezTo>
                    <a:pt x="9527" y="25559"/>
                    <a:pt x="12238" y="10475"/>
                    <a:pt x="8420" y="3405"/>
                  </a:cubicBezTo>
                  <a:cubicBezTo>
                    <a:pt x="7618" y="1897"/>
                    <a:pt x="5851" y="483"/>
                    <a:pt x="4225" y="1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grpSp>
      <p:grpSp>
        <p:nvGrpSpPr>
          <p:cNvPr id="1799" name="Google Shape;1799;p47"/>
          <p:cNvGrpSpPr/>
          <p:nvPr/>
        </p:nvGrpSpPr>
        <p:grpSpPr>
          <a:xfrm>
            <a:off x="0" y="0"/>
            <a:ext cx="227000" cy="253951"/>
            <a:chOff x="1582614" y="2839915"/>
            <a:chExt cx="589086" cy="589086"/>
          </a:xfrm>
        </p:grpSpPr>
        <p:sp>
          <p:nvSpPr>
            <p:cNvPr id="1800" name="Google Shape;1800;p47"/>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1801" name="Google Shape;1801;p47"/>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1802" name="Google Shape;1802;p47"/>
          <p:cNvGrpSpPr/>
          <p:nvPr/>
        </p:nvGrpSpPr>
        <p:grpSpPr>
          <a:xfrm rot="5400000">
            <a:off x="833427" y="13476"/>
            <a:ext cx="253951" cy="227000"/>
            <a:chOff x="1582614" y="2839915"/>
            <a:chExt cx="589086" cy="589086"/>
          </a:xfrm>
        </p:grpSpPr>
        <p:sp>
          <p:nvSpPr>
            <p:cNvPr id="1803" name="Google Shape;1803;p47"/>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1804" name="Google Shape;1804;p47"/>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1805" name="Google Shape;1805;p47"/>
          <p:cNvGrpSpPr/>
          <p:nvPr/>
        </p:nvGrpSpPr>
        <p:grpSpPr>
          <a:xfrm flipH="1" rot="10800000">
            <a:off x="0" y="1006216"/>
            <a:ext cx="227000" cy="253951"/>
            <a:chOff x="1582614" y="2839915"/>
            <a:chExt cx="589086" cy="589086"/>
          </a:xfrm>
        </p:grpSpPr>
        <p:sp>
          <p:nvSpPr>
            <p:cNvPr id="1806" name="Google Shape;1806;p47"/>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1807" name="Google Shape;1807;p47"/>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1808" name="Google Shape;1808;p47"/>
          <p:cNvGrpSpPr/>
          <p:nvPr/>
        </p:nvGrpSpPr>
        <p:grpSpPr>
          <a:xfrm flipH="1" rot="5400000">
            <a:off x="847071" y="1019692"/>
            <a:ext cx="253953" cy="227003"/>
            <a:chOff x="1582614" y="2839909"/>
            <a:chExt cx="589091" cy="589092"/>
          </a:xfrm>
        </p:grpSpPr>
        <p:sp>
          <p:nvSpPr>
            <p:cNvPr id="1809" name="Google Shape;1809;p47"/>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1810" name="Google Shape;1810;p47"/>
            <p:cNvSpPr/>
            <p:nvPr/>
          </p:nvSpPr>
          <p:spPr>
            <a:xfrm rot="5400000">
              <a:off x="1808581" y="2613946"/>
              <a:ext cx="137161" cy="58908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1811" name="Google Shape;1811;p47"/>
          <p:cNvGrpSpPr/>
          <p:nvPr/>
        </p:nvGrpSpPr>
        <p:grpSpPr>
          <a:xfrm>
            <a:off x="11027391" y="5854890"/>
            <a:ext cx="1127771" cy="970434"/>
            <a:chOff x="7350231" y="1734252"/>
            <a:chExt cx="4870814" cy="5345793"/>
          </a:xfrm>
        </p:grpSpPr>
        <p:grpSp>
          <p:nvGrpSpPr>
            <p:cNvPr id="1812" name="Google Shape;1812;p47"/>
            <p:cNvGrpSpPr/>
            <p:nvPr/>
          </p:nvGrpSpPr>
          <p:grpSpPr>
            <a:xfrm>
              <a:off x="7496004" y="1839383"/>
              <a:ext cx="3874490" cy="3979118"/>
              <a:chOff x="7496004" y="1839383"/>
              <a:chExt cx="3874490" cy="3979118"/>
            </a:xfrm>
          </p:grpSpPr>
          <p:sp>
            <p:nvSpPr>
              <p:cNvPr id="1813" name="Google Shape;1813;p47"/>
              <p:cNvSpPr/>
              <p:nvPr/>
            </p:nvSpPr>
            <p:spPr>
              <a:xfrm rot="8201235">
                <a:off x="10839502" y="4413955"/>
                <a:ext cx="427534" cy="471394"/>
              </a:xfrm>
              <a:custGeom>
                <a:rect b="b" l="l" r="r" t="t"/>
                <a:pathLst>
                  <a:path extrusionOk="0" h="4725490" w="4285801">
                    <a:moveTo>
                      <a:pt x="1428251" y="4622752"/>
                    </a:moveTo>
                    <a:cubicBezTo>
                      <a:pt x="1313180" y="4505074"/>
                      <a:pt x="1240588" y="4345285"/>
                      <a:pt x="1235771" y="4167715"/>
                    </a:cubicBezTo>
                    <a:cubicBezTo>
                      <a:pt x="1227835" y="3875156"/>
                      <a:pt x="1406218" y="3620819"/>
                      <a:pt x="1664050" y="3520754"/>
                    </a:cubicBezTo>
                    <a:lnTo>
                      <a:pt x="1635892" y="2482688"/>
                    </a:lnTo>
                    <a:lnTo>
                      <a:pt x="1044642" y="2469039"/>
                    </a:lnTo>
                    <a:lnTo>
                      <a:pt x="1044642" y="2667331"/>
                    </a:lnTo>
                    <a:cubicBezTo>
                      <a:pt x="1044642" y="2727000"/>
                      <a:pt x="996271" y="2775371"/>
                      <a:pt x="936601" y="2775372"/>
                    </a:cubicBezTo>
                    <a:lnTo>
                      <a:pt x="657382" y="2775371"/>
                    </a:lnTo>
                    <a:cubicBezTo>
                      <a:pt x="637755" y="2823613"/>
                      <a:pt x="630101" y="2874237"/>
                      <a:pt x="622448" y="2945800"/>
                    </a:cubicBezTo>
                    <a:lnTo>
                      <a:pt x="252030" y="2945800"/>
                    </a:lnTo>
                    <a:cubicBezTo>
                      <a:pt x="256275" y="2883407"/>
                      <a:pt x="252593" y="2828938"/>
                      <a:pt x="235967" y="2775370"/>
                    </a:cubicBezTo>
                    <a:lnTo>
                      <a:pt x="7267" y="2775370"/>
                    </a:lnTo>
                    <a:cubicBezTo>
                      <a:pt x="1003" y="2679903"/>
                      <a:pt x="-1109" y="2594661"/>
                      <a:pt x="535" y="2514852"/>
                    </a:cubicBezTo>
                    <a:cubicBezTo>
                      <a:pt x="5466" y="2275424"/>
                      <a:pt x="44187" y="2084887"/>
                      <a:pt x="105917" y="1813823"/>
                    </a:cubicBezTo>
                    <a:cubicBezTo>
                      <a:pt x="258635" y="1288584"/>
                      <a:pt x="488046" y="911620"/>
                      <a:pt x="870837" y="570445"/>
                    </a:cubicBezTo>
                    <a:cubicBezTo>
                      <a:pt x="674179" y="1284154"/>
                      <a:pt x="622718" y="1497188"/>
                      <a:pt x="741752" y="1669956"/>
                    </a:cubicBezTo>
                    <a:cubicBezTo>
                      <a:pt x="882751" y="1699943"/>
                      <a:pt x="788174" y="1674807"/>
                      <a:pt x="936601" y="1710419"/>
                    </a:cubicBezTo>
                    <a:cubicBezTo>
                      <a:pt x="1001384" y="1730870"/>
                      <a:pt x="1044642" y="1758791"/>
                      <a:pt x="1044642" y="1818460"/>
                    </a:cubicBezTo>
                    <a:lnTo>
                      <a:pt x="1044642" y="1970448"/>
                    </a:lnTo>
                    <a:lnTo>
                      <a:pt x="1621635" y="1957128"/>
                    </a:lnTo>
                    <a:lnTo>
                      <a:pt x="1601569" y="1217379"/>
                    </a:lnTo>
                    <a:cubicBezTo>
                      <a:pt x="1338692" y="1131438"/>
                      <a:pt x="1146783" y="887145"/>
                      <a:pt x="1138847" y="594588"/>
                    </a:cubicBezTo>
                    <a:cubicBezTo>
                      <a:pt x="1132425" y="357828"/>
                      <a:pt x="1248029" y="146099"/>
                      <a:pt x="1428910" y="20243"/>
                    </a:cubicBezTo>
                    <a:lnTo>
                      <a:pt x="1447318" y="698863"/>
                    </a:lnTo>
                    <a:lnTo>
                      <a:pt x="2193594" y="678620"/>
                    </a:lnTo>
                    <a:lnTo>
                      <a:pt x="2175185" y="0"/>
                    </a:lnTo>
                    <a:cubicBezTo>
                      <a:pt x="2362624" y="115865"/>
                      <a:pt x="2489536" y="321015"/>
                      <a:pt x="2495958" y="557775"/>
                    </a:cubicBezTo>
                    <a:cubicBezTo>
                      <a:pt x="2503894" y="850332"/>
                      <a:pt x="2325511" y="1104670"/>
                      <a:pt x="2067679" y="1204735"/>
                    </a:cubicBezTo>
                    <a:lnTo>
                      <a:pt x="2087796" y="1946367"/>
                    </a:lnTo>
                    <a:lnTo>
                      <a:pt x="4285801" y="1895627"/>
                    </a:lnTo>
                    <a:lnTo>
                      <a:pt x="4285801" y="2543859"/>
                    </a:lnTo>
                    <a:lnTo>
                      <a:pt x="2102637" y="2493462"/>
                    </a:lnTo>
                    <a:lnTo>
                      <a:pt x="2130160" y="3508110"/>
                    </a:lnTo>
                    <a:cubicBezTo>
                      <a:pt x="2393037" y="3594051"/>
                      <a:pt x="2584946" y="3838344"/>
                      <a:pt x="2592882" y="4130902"/>
                    </a:cubicBezTo>
                    <a:cubicBezTo>
                      <a:pt x="2599304" y="4367662"/>
                      <a:pt x="2483700" y="4579391"/>
                      <a:pt x="2302820" y="4705247"/>
                    </a:cubicBezTo>
                    <a:lnTo>
                      <a:pt x="2284411" y="4026626"/>
                    </a:lnTo>
                    <a:lnTo>
                      <a:pt x="1538135" y="4046869"/>
                    </a:lnTo>
                    <a:lnTo>
                      <a:pt x="1556544" y="4725490"/>
                    </a:lnTo>
                    <a:cubicBezTo>
                      <a:pt x="1509684" y="4696524"/>
                      <a:pt x="1466607" y="4661977"/>
                      <a:pt x="1428251" y="4622752"/>
                    </a:cubicBezTo>
                    <a:close/>
                    <a:moveTo>
                      <a:pt x="44807" y="3562389"/>
                    </a:moveTo>
                    <a:cubicBezTo>
                      <a:pt x="25255" y="3542837"/>
                      <a:pt x="13162" y="3515827"/>
                      <a:pt x="13162" y="3485992"/>
                    </a:cubicBezTo>
                    <a:lnTo>
                      <a:pt x="13162" y="3053842"/>
                    </a:lnTo>
                    <a:cubicBezTo>
                      <a:pt x="13162" y="2994173"/>
                      <a:pt x="61534" y="2945801"/>
                      <a:pt x="121203" y="2945801"/>
                    </a:cubicBezTo>
                    <a:lnTo>
                      <a:pt x="757287" y="2945801"/>
                    </a:lnTo>
                    <a:cubicBezTo>
                      <a:pt x="816956" y="2945801"/>
                      <a:pt x="865328" y="2994173"/>
                      <a:pt x="865328" y="3053842"/>
                    </a:cubicBezTo>
                    <a:lnTo>
                      <a:pt x="865328" y="3485992"/>
                    </a:lnTo>
                    <a:cubicBezTo>
                      <a:pt x="865328" y="3545662"/>
                      <a:pt x="816956" y="3594033"/>
                      <a:pt x="757287" y="3594033"/>
                    </a:cubicBezTo>
                    <a:lnTo>
                      <a:pt x="121203" y="3594033"/>
                    </a:lnTo>
                    <a:cubicBezTo>
                      <a:pt x="91368" y="3594033"/>
                      <a:pt x="64358" y="3581940"/>
                      <a:pt x="44807" y="356238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814" name="Google Shape;1814;p47"/>
              <p:cNvSpPr/>
              <p:nvPr/>
            </p:nvSpPr>
            <p:spPr>
              <a:xfrm rot="-900000">
                <a:off x="7608221" y="2961416"/>
                <a:ext cx="392828" cy="319096"/>
              </a:xfrm>
              <a:custGeom>
                <a:rect b="b" l="l" r="r" t="t"/>
                <a:pathLst>
                  <a:path extrusionOk="0" h="3321003" w="4088377">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815" name="Google Shape;1815;p47"/>
              <p:cNvSpPr/>
              <p:nvPr/>
            </p:nvSpPr>
            <p:spPr>
              <a:xfrm flipH="1" rot="5400000">
                <a:off x="10824557" y="2917080"/>
                <a:ext cx="392828" cy="392828"/>
              </a:xfrm>
              <a:custGeom>
                <a:rect b="b" l="l" r="r" t="t"/>
                <a:pathLst>
                  <a:path extrusionOk="0" h="3786923" w="3287892">
                    <a:moveTo>
                      <a:pt x="2574092" y="3411971"/>
                    </a:moveTo>
                    <a:cubicBezTo>
                      <a:pt x="2577477" y="3551838"/>
                      <a:pt x="2489596" y="3681234"/>
                      <a:pt x="2347458" y="3745664"/>
                    </a:cubicBezTo>
                    <a:cubicBezTo>
                      <a:pt x="2228355" y="3799653"/>
                      <a:pt x="2086904" y="3800713"/>
                      <a:pt x="1966757" y="3748519"/>
                    </a:cubicBezTo>
                    <a:cubicBezTo>
                      <a:pt x="1823914" y="3686464"/>
                      <a:pt x="1733597" y="3559106"/>
                      <a:pt x="1733597" y="3419734"/>
                    </a:cubicBezTo>
                    <a:cubicBezTo>
                      <a:pt x="2013762" y="3417146"/>
                      <a:pt x="2293927" y="3414559"/>
                      <a:pt x="2574092" y="3411971"/>
                    </a:cubicBezTo>
                    <a:close/>
                    <a:moveTo>
                      <a:pt x="2574187" y="367189"/>
                    </a:moveTo>
                    <a:cubicBezTo>
                      <a:pt x="2294022" y="369777"/>
                      <a:pt x="2013857" y="372364"/>
                      <a:pt x="1733692" y="374952"/>
                    </a:cubicBezTo>
                    <a:cubicBezTo>
                      <a:pt x="1730307" y="235085"/>
                      <a:pt x="1818188" y="105689"/>
                      <a:pt x="1960326" y="41259"/>
                    </a:cubicBezTo>
                    <a:cubicBezTo>
                      <a:pt x="2079429" y="-12730"/>
                      <a:pt x="2220880" y="-13790"/>
                      <a:pt x="2341027" y="38404"/>
                    </a:cubicBezTo>
                    <a:cubicBezTo>
                      <a:pt x="2483870" y="100459"/>
                      <a:pt x="2574187" y="227817"/>
                      <a:pt x="2574187" y="367189"/>
                    </a:cubicBezTo>
                    <a:close/>
                    <a:moveTo>
                      <a:pt x="2688290" y="635445"/>
                    </a:moveTo>
                    <a:lnTo>
                      <a:pt x="2688290" y="1612884"/>
                    </a:lnTo>
                    <a:lnTo>
                      <a:pt x="1619492" y="1612884"/>
                    </a:lnTo>
                    <a:lnTo>
                      <a:pt x="1619492" y="1396859"/>
                    </a:lnTo>
                    <a:lnTo>
                      <a:pt x="201708" y="1396859"/>
                    </a:lnTo>
                    <a:cubicBezTo>
                      <a:pt x="90308" y="1396859"/>
                      <a:pt x="0" y="1306551"/>
                      <a:pt x="0" y="1195151"/>
                    </a:cubicBezTo>
                    <a:lnTo>
                      <a:pt x="0" y="907003"/>
                    </a:lnTo>
                    <a:cubicBezTo>
                      <a:pt x="0" y="795603"/>
                      <a:pt x="90308" y="705295"/>
                      <a:pt x="201708" y="705295"/>
                    </a:cubicBezTo>
                    <a:lnTo>
                      <a:pt x="1619492" y="705295"/>
                    </a:lnTo>
                    <a:lnTo>
                      <a:pt x="1619492" y="635445"/>
                    </a:lnTo>
                    <a:cubicBezTo>
                      <a:pt x="1619492" y="537063"/>
                      <a:pt x="1699247" y="457308"/>
                      <a:pt x="1797629" y="457308"/>
                    </a:cubicBezTo>
                    <a:lnTo>
                      <a:pt x="2510153" y="457308"/>
                    </a:lnTo>
                    <a:cubicBezTo>
                      <a:pt x="2608535" y="457308"/>
                      <a:pt x="2688290" y="537063"/>
                      <a:pt x="2688290" y="635445"/>
                    </a:cubicBezTo>
                    <a:close/>
                    <a:moveTo>
                      <a:pt x="3177333" y="2901044"/>
                    </a:moveTo>
                    <a:lnTo>
                      <a:pt x="1130451" y="2901044"/>
                    </a:lnTo>
                    <a:cubicBezTo>
                      <a:pt x="1350134" y="2526253"/>
                      <a:pt x="1481437" y="2165059"/>
                      <a:pt x="1605942" y="1684892"/>
                    </a:cubicBezTo>
                    <a:lnTo>
                      <a:pt x="2701842" y="1684892"/>
                    </a:lnTo>
                    <a:cubicBezTo>
                      <a:pt x="2809350" y="2117470"/>
                      <a:pt x="2933855" y="2516056"/>
                      <a:pt x="3177333" y="2901044"/>
                    </a:cubicBezTo>
                    <a:close/>
                    <a:moveTo>
                      <a:pt x="3287892" y="3137537"/>
                    </a:moveTo>
                    <a:lnTo>
                      <a:pt x="3287892" y="3248909"/>
                    </a:lnTo>
                    <a:cubicBezTo>
                      <a:pt x="3287892" y="3295849"/>
                      <a:pt x="3249839" y="3333902"/>
                      <a:pt x="3202899" y="3333902"/>
                    </a:cubicBezTo>
                    <a:lnTo>
                      <a:pt x="1104885" y="3333902"/>
                    </a:lnTo>
                    <a:cubicBezTo>
                      <a:pt x="1057945" y="3333902"/>
                      <a:pt x="1019892" y="3295849"/>
                      <a:pt x="1019892" y="3248909"/>
                    </a:cubicBezTo>
                    <a:lnTo>
                      <a:pt x="1019892" y="3137537"/>
                    </a:lnTo>
                    <a:cubicBezTo>
                      <a:pt x="1019892" y="3090597"/>
                      <a:pt x="1057945" y="3052544"/>
                      <a:pt x="1104885" y="3052544"/>
                    </a:cubicBezTo>
                    <a:lnTo>
                      <a:pt x="3202899" y="3052544"/>
                    </a:lnTo>
                    <a:cubicBezTo>
                      <a:pt x="3249839" y="3052544"/>
                      <a:pt x="3287892" y="3090597"/>
                      <a:pt x="3287892" y="313753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816" name="Google Shape;1816;p47"/>
              <p:cNvSpPr/>
              <p:nvPr/>
            </p:nvSpPr>
            <p:spPr>
              <a:xfrm>
                <a:off x="11062223" y="3784811"/>
                <a:ext cx="285020" cy="285020"/>
              </a:xfrm>
              <a:custGeom>
                <a:rect b="b" l="l" r="r" t="t"/>
                <a:pathLst>
                  <a:path extrusionOk="0" h="2964099" w="2801488">
                    <a:moveTo>
                      <a:pt x="1393788" y="2251706"/>
                    </a:moveTo>
                    <a:cubicBezTo>
                      <a:pt x="1338380" y="2251706"/>
                      <a:pt x="1293463" y="2296623"/>
                      <a:pt x="1293463" y="2352031"/>
                    </a:cubicBezTo>
                    <a:cubicBezTo>
                      <a:pt x="1293463" y="2407439"/>
                      <a:pt x="1338380" y="2452356"/>
                      <a:pt x="1393788" y="2452356"/>
                    </a:cubicBezTo>
                    <a:cubicBezTo>
                      <a:pt x="1449196" y="2452356"/>
                      <a:pt x="1494113" y="2407439"/>
                      <a:pt x="1494113" y="2352031"/>
                    </a:cubicBezTo>
                    <a:cubicBezTo>
                      <a:pt x="1494113" y="2296623"/>
                      <a:pt x="1449196" y="2251706"/>
                      <a:pt x="1393788" y="2251706"/>
                    </a:cubicBezTo>
                    <a:close/>
                    <a:moveTo>
                      <a:pt x="2189420" y="1936547"/>
                    </a:moveTo>
                    <a:cubicBezTo>
                      <a:pt x="1959955" y="1936547"/>
                      <a:pt x="1773936" y="2122566"/>
                      <a:pt x="1773936" y="2352031"/>
                    </a:cubicBezTo>
                    <a:cubicBezTo>
                      <a:pt x="1773936" y="2581496"/>
                      <a:pt x="1959955" y="2767515"/>
                      <a:pt x="2189420" y="2767515"/>
                    </a:cubicBezTo>
                    <a:cubicBezTo>
                      <a:pt x="2418885" y="2767515"/>
                      <a:pt x="2604904" y="2581496"/>
                      <a:pt x="2604904" y="2352031"/>
                    </a:cubicBezTo>
                    <a:cubicBezTo>
                      <a:pt x="2604904" y="2122566"/>
                      <a:pt x="2418885" y="1936547"/>
                      <a:pt x="2189420" y="1936547"/>
                    </a:cubicBezTo>
                    <a:close/>
                    <a:moveTo>
                      <a:pt x="612068" y="1936547"/>
                    </a:moveTo>
                    <a:cubicBezTo>
                      <a:pt x="382603" y="1936547"/>
                      <a:pt x="196584" y="2122566"/>
                      <a:pt x="196584" y="2352031"/>
                    </a:cubicBezTo>
                    <a:cubicBezTo>
                      <a:pt x="196584" y="2581496"/>
                      <a:pt x="382603" y="2767515"/>
                      <a:pt x="612068" y="2767515"/>
                    </a:cubicBezTo>
                    <a:cubicBezTo>
                      <a:pt x="841533" y="2767515"/>
                      <a:pt x="1027552" y="2581496"/>
                      <a:pt x="1027552" y="2352031"/>
                    </a:cubicBezTo>
                    <a:cubicBezTo>
                      <a:pt x="1027552" y="2122566"/>
                      <a:pt x="841533" y="1936547"/>
                      <a:pt x="612068" y="1936547"/>
                    </a:cubicBezTo>
                    <a:close/>
                    <a:moveTo>
                      <a:pt x="845776" y="315"/>
                    </a:moveTo>
                    <a:cubicBezTo>
                      <a:pt x="1032101" y="7965"/>
                      <a:pt x="1181399" y="153129"/>
                      <a:pt x="1195696" y="335717"/>
                    </a:cubicBezTo>
                    <a:lnTo>
                      <a:pt x="1198885" y="335806"/>
                    </a:lnTo>
                    <a:lnTo>
                      <a:pt x="1198706" y="366401"/>
                    </a:lnTo>
                    <a:cubicBezTo>
                      <a:pt x="1198883" y="367005"/>
                      <a:pt x="1198884" y="367612"/>
                      <a:pt x="1198884" y="368218"/>
                    </a:cubicBezTo>
                    <a:lnTo>
                      <a:pt x="1198695" y="368210"/>
                    </a:lnTo>
                    <a:lnTo>
                      <a:pt x="1197421" y="585651"/>
                    </a:lnTo>
                    <a:cubicBezTo>
                      <a:pt x="1245519" y="531733"/>
                      <a:pt x="1316597" y="499778"/>
                      <a:pt x="1394104" y="502960"/>
                    </a:cubicBezTo>
                    <a:cubicBezTo>
                      <a:pt x="1472998" y="506199"/>
                      <a:pt x="1542269" y="545176"/>
                      <a:pt x="1585751" y="604519"/>
                    </a:cubicBezTo>
                    <a:cubicBezTo>
                      <a:pt x="1585226" y="514948"/>
                      <a:pt x="1584701" y="425377"/>
                      <a:pt x="1584176" y="335806"/>
                    </a:cubicBezTo>
                    <a:lnTo>
                      <a:pt x="1585829" y="335760"/>
                    </a:lnTo>
                    <a:cubicBezTo>
                      <a:pt x="1602915" y="140060"/>
                      <a:pt x="1770945" y="-7755"/>
                      <a:pt x="1967493" y="315"/>
                    </a:cubicBezTo>
                    <a:cubicBezTo>
                      <a:pt x="2146853" y="7679"/>
                      <a:pt x="2291902" y="142468"/>
                      <a:pt x="2315427" y="315465"/>
                    </a:cubicBezTo>
                    <a:lnTo>
                      <a:pt x="2320109" y="315335"/>
                    </a:lnTo>
                    <a:lnTo>
                      <a:pt x="2729306" y="2069418"/>
                    </a:lnTo>
                    <a:cubicBezTo>
                      <a:pt x="2776307" y="2152970"/>
                      <a:pt x="2801488" y="2249560"/>
                      <a:pt x="2801488" y="2352031"/>
                    </a:cubicBezTo>
                    <a:cubicBezTo>
                      <a:pt x="2801488" y="2690067"/>
                      <a:pt x="2527456" y="2964099"/>
                      <a:pt x="2189420" y="2964099"/>
                    </a:cubicBezTo>
                    <a:cubicBezTo>
                      <a:pt x="1922036" y="2964099"/>
                      <a:pt x="1694697" y="2792645"/>
                      <a:pt x="1613824" y="2552817"/>
                    </a:cubicBezTo>
                    <a:cubicBezTo>
                      <a:pt x="1559905" y="2613347"/>
                      <a:pt x="1481232" y="2650901"/>
                      <a:pt x="1393788" y="2650901"/>
                    </a:cubicBezTo>
                    <a:cubicBezTo>
                      <a:pt x="1311973" y="2650901"/>
                      <a:pt x="1237837" y="2618027"/>
                      <a:pt x="1183996" y="2564635"/>
                    </a:cubicBezTo>
                    <a:cubicBezTo>
                      <a:pt x="1099341" y="2798210"/>
                      <a:pt x="875077" y="2964099"/>
                      <a:pt x="612068" y="2964099"/>
                    </a:cubicBezTo>
                    <a:cubicBezTo>
                      <a:pt x="274032" y="2964099"/>
                      <a:pt x="0" y="2690067"/>
                      <a:pt x="0" y="2352031"/>
                    </a:cubicBezTo>
                    <a:cubicBezTo>
                      <a:pt x="0" y="2288533"/>
                      <a:pt x="9669" y="2227293"/>
                      <a:pt x="30466" y="2170591"/>
                    </a:cubicBezTo>
                    <a:lnTo>
                      <a:pt x="30153" y="2170591"/>
                    </a:lnTo>
                    <a:lnTo>
                      <a:pt x="462952" y="315335"/>
                    </a:lnTo>
                    <a:lnTo>
                      <a:pt x="467801" y="315470"/>
                    </a:lnTo>
                    <a:cubicBezTo>
                      <a:pt x="493068" y="129842"/>
                      <a:pt x="656149" y="-7470"/>
                      <a:pt x="845776" y="3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817" name="Google Shape;1817;p47"/>
              <p:cNvSpPr/>
              <p:nvPr/>
            </p:nvSpPr>
            <p:spPr>
              <a:xfrm>
                <a:off x="8077159" y="2346892"/>
                <a:ext cx="392828" cy="303948"/>
              </a:xfrm>
              <a:custGeom>
                <a:rect b="b" l="l" r="r" t="t"/>
                <a:pathLst>
                  <a:path extrusionOk="0" h="3064028" w="3960000">
                    <a:moveTo>
                      <a:pt x="1955333" y="1285185"/>
                    </a:moveTo>
                    <a:cubicBezTo>
                      <a:pt x="2192176" y="1285185"/>
                      <a:pt x="2384176" y="1477185"/>
                      <a:pt x="2384176" y="1714028"/>
                    </a:cubicBezTo>
                    <a:cubicBezTo>
                      <a:pt x="2384176" y="1950871"/>
                      <a:pt x="2192176" y="2142871"/>
                      <a:pt x="1955333" y="2142871"/>
                    </a:cubicBezTo>
                    <a:cubicBezTo>
                      <a:pt x="1718490" y="2142871"/>
                      <a:pt x="1526490" y="1950871"/>
                      <a:pt x="1526490" y="1714028"/>
                    </a:cubicBezTo>
                    <a:cubicBezTo>
                      <a:pt x="1526490" y="1477185"/>
                      <a:pt x="1718490" y="1285185"/>
                      <a:pt x="1955333" y="1285185"/>
                    </a:cubicBezTo>
                    <a:close/>
                    <a:moveTo>
                      <a:pt x="1955333" y="1074136"/>
                    </a:moveTo>
                    <a:cubicBezTo>
                      <a:pt x="1601930" y="1074136"/>
                      <a:pt x="1315441" y="1360625"/>
                      <a:pt x="1315441" y="1714028"/>
                    </a:cubicBezTo>
                    <a:cubicBezTo>
                      <a:pt x="1315441" y="2067431"/>
                      <a:pt x="1601930" y="2353920"/>
                      <a:pt x="1955333" y="2353920"/>
                    </a:cubicBezTo>
                    <a:cubicBezTo>
                      <a:pt x="2308736" y="2353920"/>
                      <a:pt x="2595225" y="2067431"/>
                      <a:pt x="2595225" y="1714028"/>
                    </a:cubicBezTo>
                    <a:cubicBezTo>
                      <a:pt x="2595225" y="1360625"/>
                      <a:pt x="2308736" y="1074136"/>
                      <a:pt x="1955333" y="1074136"/>
                    </a:cubicBezTo>
                    <a:close/>
                    <a:moveTo>
                      <a:pt x="1955333" y="849503"/>
                    </a:moveTo>
                    <a:cubicBezTo>
                      <a:pt x="2432797" y="849503"/>
                      <a:pt x="2819858" y="1236564"/>
                      <a:pt x="2819858" y="1714028"/>
                    </a:cubicBezTo>
                    <a:cubicBezTo>
                      <a:pt x="2819858" y="2191492"/>
                      <a:pt x="2432797" y="2578553"/>
                      <a:pt x="1955333" y="2578553"/>
                    </a:cubicBezTo>
                    <a:cubicBezTo>
                      <a:pt x="1477869" y="2578553"/>
                      <a:pt x="1090808" y="2191492"/>
                      <a:pt x="1090808" y="1714028"/>
                    </a:cubicBezTo>
                    <a:cubicBezTo>
                      <a:pt x="1090808" y="1236564"/>
                      <a:pt x="1477869" y="849503"/>
                      <a:pt x="1955333" y="849503"/>
                    </a:cubicBezTo>
                    <a:close/>
                    <a:moveTo>
                      <a:pt x="3253503" y="756254"/>
                    </a:moveTo>
                    <a:cubicBezTo>
                      <a:pt x="3162525" y="756254"/>
                      <a:pt x="3088773" y="830006"/>
                      <a:pt x="3088773" y="920984"/>
                    </a:cubicBezTo>
                    <a:cubicBezTo>
                      <a:pt x="3088773" y="1011962"/>
                      <a:pt x="3162525" y="1085714"/>
                      <a:pt x="3253503" y="1085714"/>
                    </a:cubicBezTo>
                    <a:cubicBezTo>
                      <a:pt x="3344481" y="1085714"/>
                      <a:pt x="3418233" y="1011962"/>
                      <a:pt x="3418233" y="920984"/>
                    </a:cubicBezTo>
                    <a:cubicBezTo>
                      <a:pt x="3418233" y="830006"/>
                      <a:pt x="3344481" y="756254"/>
                      <a:pt x="3253503" y="756254"/>
                    </a:cubicBezTo>
                    <a:close/>
                    <a:moveTo>
                      <a:pt x="1955333" y="744677"/>
                    </a:moveTo>
                    <a:cubicBezTo>
                      <a:pt x="1419975" y="744677"/>
                      <a:pt x="985982" y="1178670"/>
                      <a:pt x="985982" y="1714028"/>
                    </a:cubicBezTo>
                    <a:cubicBezTo>
                      <a:pt x="985982" y="2249386"/>
                      <a:pt x="1419975" y="2683379"/>
                      <a:pt x="1955333" y="2683379"/>
                    </a:cubicBezTo>
                    <a:cubicBezTo>
                      <a:pt x="2490691" y="2683379"/>
                      <a:pt x="2924684" y="2249386"/>
                      <a:pt x="2924684" y="1714028"/>
                    </a:cubicBezTo>
                    <a:cubicBezTo>
                      <a:pt x="2924684" y="1178670"/>
                      <a:pt x="2490691" y="744677"/>
                      <a:pt x="1955333" y="744677"/>
                    </a:cubicBezTo>
                    <a:close/>
                    <a:moveTo>
                      <a:pt x="1333922" y="0"/>
                    </a:moveTo>
                    <a:lnTo>
                      <a:pt x="2626078" y="0"/>
                    </a:lnTo>
                    <a:lnTo>
                      <a:pt x="2717085" y="364028"/>
                    </a:lnTo>
                    <a:lnTo>
                      <a:pt x="3699990" y="364028"/>
                    </a:lnTo>
                    <a:cubicBezTo>
                      <a:pt x="3843590" y="364028"/>
                      <a:pt x="3960000" y="480438"/>
                      <a:pt x="3960000" y="624038"/>
                    </a:cubicBezTo>
                    <a:lnTo>
                      <a:pt x="3960000" y="2804018"/>
                    </a:lnTo>
                    <a:cubicBezTo>
                      <a:pt x="3960000" y="2947618"/>
                      <a:pt x="3843590" y="3064028"/>
                      <a:pt x="3699990" y="3064028"/>
                    </a:cubicBezTo>
                    <a:lnTo>
                      <a:pt x="260010" y="3064028"/>
                    </a:lnTo>
                    <a:cubicBezTo>
                      <a:pt x="116410" y="3064028"/>
                      <a:pt x="0" y="2947618"/>
                      <a:pt x="0" y="2804018"/>
                    </a:cubicBezTo>
                    <a:lnTo>
                      <a:pt x="0" y="624038"/>
                    </a:lnTo>
                    <a:cubicBezTo>
                      <a:pt x="0" y="480438"/>
                      <a:pt x="116410" y="364028"/>
                      <a:pt x="260010" y="364028"/>
                    </a:cubicBezTo>
                    <a:lnTo>
                      <a:pt x="443165" y="364028"/>
                    </a:lnTo>
                    <a:lnTo>
                      <a:pt x="443165" y="237982"/>
                    </a:lnTo>
                    <a:cubicBezTo>
                      <a:pt x="443165" y="195266"/>
                      <a:pt x="477794" y="160637"/>
                      <a:pt x="520510" y="160637"/>
                    </a:cubicBezTo>
                    <a:lnTo>
                      <a:pt x="1049896" y="160637"/>
                    </a:lnTo>
                    <a:cubicBezTo>
                      <a:pt x="1092612" y="160637"/>
                      <a:pt x="1127241" y="195266"/>
                      <a:pt x="1127241" y="237982"/>
                    </a:cubicBezTo>
                    <a:lnTo>
                      <a:pt x="1127241" y="364028"/>
                    </a:lnTo>
                    <a:lnTo>
                      <a:pt x="1242915" y="364028"/>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818" name="Google Shape;1818;p47"/>
              <p:cNvSpPr/>
              <p:nvPr/>
            </p:nvSpPr>
            <p:spPr>
              <a:xfrm>
                <a:off x="8560619" y="5355763"/>
                <a:ext cx="372889" cy="259826"/>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819" name="Google Shape;1819;p47"/>
              <p:cNvSpPr/>
              <p:nvPr/>
            </p:nvSpPr>
            <p:spPr>
              <a:xfrm rot="2498363">
                <a:off x="8831623" y="1920263"/>
                <a:ext cx="392828" cy="392828"/>
              </a:xfrm>
              <a:custGeom>
                <a:rect b="b" l="l" r="r" t="t"/>
                <a:pathLst>
                  <a:path extrusionOk="0" h="3938940" w="3860438">
                    <a:moveTo>
                      <a:pt x="1862067" y="2433815"/>
                    </a:moveTo>
                    <a:lnTo>
                      <a:pt x="1970067" y="2433815"/>
                    </a:lnTo>
                    <a:lnTo>
                      <a:pt x="1970067" y="3362873"/>
                    </a:lnTo>
                    <a:lnTo>
                      <a:pt x="2004792" y="3362873"/>
                    </a:lnTo>
                    <a:lnTo>
                      <a:pt x="2004792" y="3650907"/>
                    </a:lnTo>
                    <a:cubicBezTo>
                      <a:pt x="2004792" y="3808349"/>
                      <a:pt x="1878374" y="3936619"/>
                      <a:pt x="1720949" y="3938909"/>
                    </a:cubicBezTo>
                    <a:cubicBezTo>
                      <a:pt x="1564029" y="3941192"/>
                      <a:pt x="1434265" y="3817458"/>
                      <a:pt x="1429045" y="3660794"/>
                    </a:cubicBezTo>
                    <a:lnTo>
                      <a:pt x="1428727" y="3660794"/>
                    </a:lnTo>
                    <a:lnTo>
                      <a:pt x="1428727" y="3588794"/>
                    </a:lnTo>
                    <a:cubicBezTo>
                      <a:pt x="1428727" y="3549029"/>
                      <a:pt x="1460962" y="3516794"/>
                      <a:pt x="1500727" y="3516794"/>
                    </a:cubicBezTo>
                    <a:lnTo>
                      <a:pt x="1536727" y="3516794"/>
                    </a:lnTo>
                    <a:cubicBezTo>
                      <a:pt x="1576492" y="3516794"/>
                      <a:pt x="1608727" y="3549029"/>
                      <a:pt x="1608727" y="3588794"/>
                    </a:cubicBezTo>
                    <a:lnTo>
                      <a:pt x="1608727" y="3654789"/>
                    </a:lnTo>
                    <a:cubicBezTo>
                      <a:pt x="1610687" y="3713589"/>
                      <a:pt x="1659418" y="3760001"/>
                      <a:pt x="1718334" y="3759144"/>
                    </a:cubicBezTo>
                    <a:cubicBezTo>
                      <a:pt x="1777498" y="3758284"/>
                      <a:pt x="1825008" y="3710077"/>
                      <a:pt x="1825008" y="3650907"/>
                    </a:cubicBezTo>
                    <a:lnTo>
                      <a:pt x="1824792" y="3650907"/>
                    </a:lnTo>
                    <a:lnTo>
                      <a:pt x="1824792" y="3362873"/>
                    </a:lnTo>
                    <a:lnTo>
                      <a:pt x="1862067" y="3362873"/>
                    </a:lnTo>
                    <a:close/>
                    <a:moveTo>
                      <a:pt x="1963773" y="341826"/>
                    </a:moveTo>
                    <a:cubicBezTo>
                      <a:pt x="2603866" y="1105515"/>
                      <a:pt x="2803203" y="1464631"/>
                      <a:pt x="2867684" y="2396069"/>
                    </a:cubicBezTo>
                    <a:cubicBezTo>
                      <a:pt x="2523234" y="2107144"/>
                      <a:pt x="2324834" y="2107144"/>
                      <a:pt x="1967684" y="2396069"/>
                    </a:cubicBezTo>
                    <a:cubicBezTo>
                      <a:pt x="1966380" y="1713514"/>
                      <a:pt x="1965077" y="1024381"/>
                      <a:pt x="1963773" y="341826"/>
                    </a:cubicBezTo>
                    <a:close/>
                    <a:moveTo>
                      <a:pt x="1882676" y="341826"/>
                    </a:moveTo>
                    <a:cubicBezTo>
                      <a:pt x="1881372" y="1024381"/>
                      <a:pt x="1880069" y="1713514"/>
                      <a:pt x="1878765" y="2396069"/>
                    </a:cubicBezTo>
                    <a:cubicBezTo>
                      <a:pt x="1521615" y="2107144"/>
                      <a:pt x="1323215" y="2107144"/>
                      <a:pt x="978765" y="2396069"/>
                    </a:cubicBezTo>
                    <a:cubicBezTo>
                      <a:pt x="1043246" y="1464631"/>
                      <a:pt x="1242583" y="1105515"/>
                      <a:pt x="1882676" y="341826"/>
                    </a:cubicBezTo>
                    <a:close/>
                    <a:moveTo>
                      <a:pt x="2058573" y="335248"/>
                    </a:moveTo>
                    <a:cubicBezTo>
                      <a:pt x="3026489" y="598978"/>
                      <a:pt x="3714825" y="1273857"/>
                      <a:pt x="3860438" y="2396070"/>
                    </a:cubicBezTo>
                    <a:cubicBezTo>
                      <a:pt x="3515988" y="2107145"/>
                      <a:pt x="3317588" y="2107145"/>
                      <a:pt x="2960438" y="2396070"/>
                    </a:cubicBezTo>
                    <a:cubicBezTo>
                      <a:pt x="2910892" y="1313327"/>
                      <a:pt x="2647549" y="1036442"/>
                      <a:pt x="2058573" y="335248"/>
                    </a:cubicBezTo>
                    <a:close/>
                    <a:moveTo>
                      <a:pt x="1801865" y="335248"/>
                    </a:moveTo>
                    <a:cubicBezTo>
                      <a:pt x="1212889" y="1036442"/>
                      <a:pt x="949546" y="1313327"/>
                      <a:pt x="900000" y="2396070"/>
                    </a:cubicBezTo>
                    <a:cubicBezTo>
                      <a:pt x="542850" y="2107145"/>
                      <a:pt x="344450" y="2107145"/>
                      <a:pt x="0" y="2396070"/>
                    </a:cubicBezTo>
                    <a:cubicBezTo>
                      <a:pt x="145613" y="1273857"/>
                      <a:pt x="833949" y="598978"/>
                      <a:pt x="1801865" y="335248"/>
                    </a:cubicBezTo>
                    <a:close/>
                    <a:moveTo>
                      <a:pt x="1902679" y="0"/>
                    </a:moveTo>
                    <a:lnTo>
                      <a:pt x="1929455" y="0"/>
                    </a:lnTo>
                    <a:lnTo>
                      <a:pt x="1970067" y="288000"/>
                    </a:lnTo>
                    <a:lnTo>
                      <a:pt x="1862067" y="288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820" name="Google Shape;1820;p47"/>
              <p:cNvSpPr/>
              <p:nvPr/>
            </p:nvSpPr>
            <p:spPr>
              <a:xfrm rot="-2129845">
                <a:off x="10110329" y="1972655"/>
                <a:ext cx="132806" cy="502999"/>
              </a:xfrm>
              <a:custGeom>
                <a:rect b="b" l="l" r="r" t="t"/>
                <a:pathLst>
                  <a:path extrusionOk="0" h="5014044" w="1323851">
                    <a:moveTo>
                      <a:pt x="797140" y="4503940"/>
                    </a:moveTo>
                    <a:cubicBezTo>
                      <a:pt x="732770" y="4439570"/>
                      <a:pt x="628407" y="4439570"/>
                      <a:pt x="564037" y="4503940"/>
                    </a:cubicBezTo>
                    <a:cubicBezTo>
                      <a:pt x="499667" y="4568310"/>
                      <a:pt x="499667" y="4672672"/>
                      <a:pt x="564037" y="4737042"/>
                    </a:cubicBezTo>
                    <a:cubicBezTo>
                      <a:pt x="628407" y="4801412"/>
                      <a:pt x="732770" y="4801413"/>
                      <a:pt x="797140" y="4737043"/>
                    </a:cubicBezTo>
                    <a:cubicBezTo>
                      <a:pt x="861510" y="4672673"/>
                      <a:pt x="861510" y="4568310"/>
                      <a:pt x="797140" y="4503940"/>
                    </a:cubicBezTo>
                    <a:close/>
                    <a:moveTo>
                      <a:pt x="1019859" y="4396571"/>
                    </a:moveTo>
                    <a:lnTo>
                      <a:pt x="1019859" y="4844408"/>
                    </a:lnTo>
                    <a:lnTo>
                      <a:pt x="680589" y="5014044"/>
                    </a:lnTo>
                    <a:lnTo>
                      <a:pt x="341319" y="4844409"/>
                    </a:lnTo>
                    <a:lnTo>
                      <a:pt x="341319" y="4396572"/>
                    </a:lnTo>
                    <a:lnTo>
                      <a:pt x="680589" y="4226937"/>
                    </a:lnTo>
                    <a:close/>
                    <a:moveTo>
                      <a:pt x="800624" y="237293"/>
                    </a:moveTo>
                    <a:cubicBezTo>
                      <a:pt x="730322" y="166991"/>
                      <a:pt x="616339" y="166991"/>
                      <a:pt x="546037" y="237293"/>
                    </a:cubicBezTo>
                    <a:cubicBezTo>
                      <a:pt x="475735" y="307595"/>
                      <a:pt x="475735" y="421577"/>
                      <a:pt x="546037" y="491879"/>
                    </a:cubicBezTo>
                    <a:cubicBezTo>
                      <a:pt x="616339" y="562181"/>
                      <a:pt x="730322" y="562181"/>
                      <a:pt x="800624" y="491879"/>
                    </a:cubicBezTo>
                    <a:cubicBezTo>
                      <a:pt x="870926" y="421577"/>
                      <a:pt x="870926" y="307595"/>
                      <a:pt x="800624" y="237293"/>
                    </a:cubicBezTo>
                    <a:close/>
                    <a:moveTo>
                      <a:pt x="1079384" y="68015"/>
                    </a:moveTo>
                    <a:cubicBezTo>
                      <a:pt x="1121407" y="110039"/>
                      <a:pt x="1147399" y="168093"/>
                      <a:pt x="1147399" y="232219"/>
                    </a:cubicBezTo>
                    <a:cubicBezTo>
                      <a:pt x="1147399" y="1159793"/>
                      <a:pt x="1034554" y="2087367"/>
                      <a:pt x="1023948" y="3014957"/>
                    </a:cubicBezTo>
                    <a:cubicBezTo>
                      <a:pt x="1133082" y="3060182"/>
                      <a:pt x="1235152" y="3127360"/>
                      <a:pt x="1323851" y="3216059"/>
                    </a:cubicBezTo>
                    <a:cubicBezTo>
                      <a:pt x="1689423" y="3581630"/>
                      <a:pt x="1689423" y="4174338"/>
                      <a:pt x="1323851" y="4539910"/>
                    </a:cubicBezTo>
                    <a:cubicBezTo>
                      <a:pt x="1261218" y="4602543"/>
                      <a:pt x="1191917" y="4654446"/>
                      <a:pt x="1117803" y="4694845"/>
                    </a:cubicBezTo>
                    <a:lnTo>
                      <a:pt x="1117303" y="3872699"/>
                    </a:lnTo>
                    <a:lnTo>
                      <a:pt x="684319" y="3565900"/>
                    </a:lnTo>
                    <a:lnTo>
                      <a:pt x="251709" y="3873225"/>
                    </a:lnTo>
                    <a:lnTo>
                      <a:pt x="252223" y="4718882"/>
                    </a:lnTo>
                    <a:cubicBezTo>
                      <a:pt x="160837" y="4675423"/>
                      <a:pt x="75567" y="4615476"/>
                      <a:pt x="0" y="4539910"/>
                    </a:cubicBezTo>
                    <a:cubicBezTo>
                      <a:pt x="-365571" y="4174338"/>
                      <a:pt x="-365571" y="3581630"/>
                      <a:pt x="0" y="3216059"/>
                    </a:cubicBezTo>
                    <a:cubicBezTo>
                      <a:pt x="100968" y="3115091"/>
                      <a:pt x="219261" y="3042010"/>
                      <a:pt x="345675" y="2997831"/>
                    </a:cubicBezTo>
                    <a:lnTo>
                      <a:pt x="211295" y="232219"/>
                    </a:lnTo>
                    <a:cubicBezTo>
                      <a:pt x="211295" y="103968"/>
                      <a:pt x="315263" y="0"/>
                      <a:pt x="443514" y="0"/>
                    </a:cubicBezTo>
                    <a:lnTo>
                      <a:pt x="915180" y="0"/>
                    </a:lnTo>
                    <a:cubicBezTo>
                      <a:pt x="979305" y="0"/>
                      <a:pt x="1037360" y="25992"/>
                      <a:pt x="1079384" y="680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821" name="Google Shape;1821;p47"/>
              <p:cNvSpPr/>
              <p:nvPr/>
            </p:nvSpPr>
            <p:spPr>
              <a:xfrm rot="-8100000">
                <a:off x="9503918" y="5364438"/>
                <a:ext cx="71616" cy="502304"/>
              </a:xfrm>
              <a:custGeom>
                <a:rect b="b" l="l" r="r" t="t"/>
                <a:pathLst>
                  <a:path extrusionOk="0" h="460327" w="65631">
                    <a:moveTo>
                      <a:pt x="42919" y="215685"/>
                    </a:moveTo>
                    <a:lnTo>
                      <a:pt x="22708" y="215685"/>
                    </a:lnTo>
                    <a:lnTo>
                      <a:pt x="0" y="185855"/>
                    </a:lnTo>
                    <a:lnTo>
                      <a:pt x="3" y="185856"/>
                    </a:lnTo>
                    <a:lnTo>
                      <a:pt x="3" y="32814"/>
                    </a:lnTo>
                    <a:cubicBezTo>
                      <a:pt x="3" y="14690"/>
                      <a:pt x="14694" y="0"/>
                      <a:pt x="32817" y="0"/>
                    </a:cubicBezTo>
                    <a:cubicBezTo>
                      <a:pt x="50940" y="0"/>
                      <a:pt x="65631" y="14690"/>
                      <a:pt x="65631" y="32814"/>
                    </a:cubicBezTo>
                    <a:lnTo>
                      <a:pt x="65631" y="185856"/>
                    </a:lnTo>
                    <a:lnTo>
                      <a:pt x="65626" y="185856"/>
                    </a:lnTo>
                    <a:close/>
                    <a:moveTo>
                      <a:pt x="57234" y="460327"/>
                    </a:moveTo>
                    <a:lnTo>
                      <a:pt x="11300" y="460327"/>
                    </a:lnTo>
                    <a:lnTo>
                      <a:pt x="11300" y="366559"/>
                    </a:lnTo>
                    <a:cubicBezTo>
                      <a:pt x="13577" y="349655"/>
                      <a:pt x="25635" y="358815"/>
                      <a:pt x="25452" y="346112"/>
                    </a:cubicBezTo>
                    <a:cubicBezTo>
                      <a:pt x="25288" y="302926"/>
                      <a:pt x="25124" y="259739"/>
                      <a:pt x="24960" y="216553"/>
                    </a:cubicBezTo>
                    <a:lnTo>
                      <a:pt x="42858" y="216553"/>
                    </a:lnTo>
                    <a:cubicBezTo>
                      <a:pt x="42694" y="259576"/>
                      <a:pt x="42530" y="302598"/>
                      <a:pt x="42366" y="345621"/>
                    </a:cubicBezTo>
                    <a:cubicBezTo>
                      <a:pt x="39843" y="359799"/>
                      <a:pt x="54756" y="347441"/>
                      <a:pt x="57234" y="36655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822" name="Google Shape;1822;p47"/>
              <p:cNvSpPr/>
              <p:nvPr/>
            </p:nvSpPr>
            <p:spPr>
              <a:xfrm>
                <a:off x="10146073" y="5282722"/>
                <a:ext cx="141778" cy="392828"/>
              </a:xfrm>
              <a:custGeom>
                <a:rect b="b" l="l" r="r" t="t"/>
                <a:pathLst>
                  <a:path extrusionOk="0" h="3871427" w="1397263">
                    <a:moveTo>
                      <a:pt x="698631" y="1778701"/>
                    </a:moveTo>
                    <a:cubicBezTo>
                      <a:pt x="609151" y="1778701"/>
                      <a:pt x="536613" y="1851239"/>
                      <a:pt x="536613" y="1940719"/>
                    </a:cubicBezTo>
                    <a:cubicBezTo>
                      <a:pt x="536613" y="2030199"/>
                      <a:pt x="609151" y="2102737"/>
                      <a:pt x="698631" y="2102737"/>
                    </a:cubicBezTo>
                    <a:cubicBezTo>
                      <a:pt x="788111" y="2102737"/>
                      <a:pt x="860649" y="2030199"/>
                      <a:pt x="860649" y="1940719"/>
                    </a:cubicBezTo>
                    <a:cubicBezTo>
                      <a:pt x="860649" y="1851239"/>
                      <a:pt x="788111" y="1778701"/>
                      <a:pt x="698631" y="1778701"/>
                    </a:cubicBezTo>
                    <a:close/>
                    <a:moveTo>
                      <a:pt x="999594" y="0"/>
                    </a:moveTo>
                    <a:lnTo>
                      <a:pt x="1321063" y="0"/>
                    </a:lnTo>
                    <a:lnTo>
                      <a:pt x="1390119" y="95250"/>
                    </a:lnTo>
                    <a:cubicBezTo>
                      <a:pt x="1392500" y="284956"/>
                      <a:pt x="1394882" y="474663"/>
                      <a:pt x="1397263" y="664369"/>
                    </a:cubicBezTo>
                    <a:lnTo>
                      <a:pt x="1256769" y="833438"/>
                    </a:lnTo>
                    <a:lnTo>
                      <a:pt x="921013" y="978694"/>
                    </a:lnTo>
                    <a:lnTo>
                      <a:pt x="913199" y="978651"/>
                    </a:lnTo>
                    <a:lnTo>
                      <a:pt x="913199" y="1700779"/>
                    </a:lnTo>
                    <a:cubicBezTo>
                      <a:pt x="979823" y="1759212"/>
                      <a:pt x="1021211" y="1845132"/>
                      <a:pt x="1021211" y="1940719"/>
                    </a:cubicBezTo>
                    <a:cubicBezTo>
                      <a:pt x="1021211" y="2036306"/>
                      <a:pt x="979823" y="2122226"/>
                      <a:pt x="913199" y="2180659"/>
                    </a:cubicBezTo>
                    <a:lnTo>
                      <a:pt x="913199" y="2896482"/>
                    </a:lnTo>
                    <a:lnTo>
                      <a:pt x="1238250" y="3021320"/>
                    </a:lnTo>
                    <a:lnTo>
                      <a:pt x="1390650" y="3199914"/>
                    </a:lnTo>
                    <a:lnTo>
                      <a:pt x="1393032" y="3764270"/>
                    </a:lnTo>
                    <a:lnTo>
                      <a:pt x="1316832" y="3869045"/>
                    </a:lnTo>
                    <a:lnTo>
                      <a:pt x="997744" y="3869045"/>
                    </a:lnTo>
                    <a:lnTo>
                      <a:pt x="995363" y="3276114"/>
                    </a:lnTo>
                    <a:lnTo>
                      <a:pt x="700088" y="3111808"/>
                    </a:lnTo>
                    <a:lnTo>
                      <a:pt x="409575" y="3288020"/>
                    </a:lnTo>
                    <a:lnTo>
                      <a:pt x="397669" y="3871427"/>
                    </a:lnTo>
                    <a:lnTo>
                      <a:pt x="76200" y="3871427"/>
                    </a:lnTo>
                    <a:lnTo>
                      <a:pt x="7144" y="3776177"/>
                    </a:lnTo>
                    <a:cubicBezTo>
                      <a:pt x="4763" y="3586471"/>
                      <a:pt x="2381" y="3396764"/>
                      <a:pt x="0" y="3207058"/>
                    </a:cubicBezTo>
                    <a:lnTo>
                      <a:pt x="140494" y="3037989"/>
                    </a:lnTo>
                    <a:lnTo>
                      <a:pt x="476250" y="2892733"/>
                    </a:lnTo>
                    <a:lnTo>
                      <a:pt x="481151" y="2892760"/>
                    </a:lnTo>
                    <a:lnTo>
                      <a:pt x="481151" y="2180659"/>
                    </a:lnTo>
                    <a:cubicBezTo>
                      <a:pt x="414527" y="2122226"/>
                      <a:pt x="373139" y="2036306"/>
                      <a:pt x="373139" y="1940719"/>
                    </a:cubicBezTo>
                    <a:cubicBezTo>
                      <a:pt x="373139" y="1845132"/>
                      <a:pt x="414527" y="1759212"/>
                      <a:pt x="481151" y="1700779"/>
                    </a:cubicBezTo>
                    <a:lnTo>
                      <a:pt x="481151" y="973827"/>
                    </a:lnTo>
                    <a:lnTo>
                      <a:pt x="159013" y="850107"/>
                    </a:lnTo>
                    <a:lnTo>
                      <a:pt x="6613" y="671513"/>
                    </a:lnTo>
                    <a:lnTo>
                      <a:pt x="4231" y="107157"/>
                    </a:lnTo>
                    <a:lnTo>
                      <a:pt x="80431" y="2382"/>
                    </a:lnTo>
                    <a:lnTo>
                      <a:pt x="399519" y="2382"/>
                    </a:lnTo>
                    <a:cubicBezTo>
                      <a:pt x="400313" y="198438"/>
                      <a:pt x="401106" y="396875"/>
                      <a:pt x="401900" y="595313"/>
                    </a:cubicBezTo>
                    <a:lnTo>
                      <a:pt x="697175" y="759619"/>
                    </a:lnTo>
                    <a:lnTo>
                      <a:pt x="987688" y="583407"/>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823" name="Google Shape;1823;p47"/>
              <p:cNvSpPr/>
              <p:nvPr/>
            </p:nvSpPr>
            <p:spPr>
              <a:xfrm rot="10800000">
                <a:off x="9233259" y="1922064"/>
                <a:ext cx="351266" cy="351266"/>
              </a:xfrm>
              <a:custGeom>
                <a:rect b="b" l="l" r="r" t="t"/>
                <a:pathLst>
                  <a:path extrusionOk="0" h="3915008" w="3982665">
                    <a:moveTo>
                      <a:pt x="0" y="2664000"/>
                    </a:moveTo>
                    <a:lnTo>
                      <a:pt x="1911318" y="72000"/>
                    </a:lnTo>
                    <a:lnTo>
                      <a:pt x="1142725" y="2655962"/>
                    </a:lnTo>
                    <a:close/>
                    <a:moveTo>
                      <a:pt x="3982665" y="2664000"/>
                    </a:moveTo>
                    <a:lnTo>
                      <a:pt x="2839940" y="2655962"/>
                    </a:lnTo>
                    <a:lnTo>
                      <a:pt x="2071347" y="72000"/>
                    </a:lnTo>
                    <a:close/>
                    <a:moveTo>
                      <a:pt x="2621333" y="2664000"/>
                    </a:moveTo>
                    <a:lnTo>
                      <a:pt x="1361333" y="2664000"/>
                    </a:lnTo>
                    <a:lnTo>
                      <a:pt x="1991333" y="0"/>
                    </a:lnTo>
                    <a:close/>
                    <a:moveTo>
                      <a:pt x="1806654" y="3915007"/>
                    </a:moveTo>
                    <a:lnTo>
                      <a:pt x="726654" y="3915007"/>
                    </a:lnTo>
                    <a:lnTo>
                      <a:pt x="1266654" y="2835007"/>
                    </a:lnTo>
                    <a:close/>
                    <a:moveTo>
                      <a:pt x="555902" y="3915008"/>
                    </a:moveTo>
                    <a:lnTo>
                      <a:pt x="15902" y="2835008"/>
                    </a:lnTo>
                    <a:lnTo>
                      <a:pt x="1095902" y="2835008"/>
                    </a:lnTo>
                    <a:close/>
                    <a:moveTo>
                      <a:pt x="1977406" y="3915008"/>
                    </a:moveTo>
                    <a:lnTo>
                      <a:pt x="1437406" y="2835008"/>
                    </a:lnTo>
                    <a:lnTo>
                      <a:pt x="2517406" y="2835008"/>
                    </a:lnTo>
                    <a:close/>
                    <a:moveTo>
                      <a:pt x="3228158" y="3915008"/>
                    </a:moveTo>
                    <a:lnTo>
                      <a:pt x="2148158" y="3915008"/>
                    </a:lnTo>
                    <a:lnTo>
                      <a:pt x="2688158" y="2835008"/>
                    </a:lnTo>
                    <a:close/>
                    <a:moveTo>
                      <a:pt x="3398910" y="3915008"/>
                    </a:moveTo>
                    <a:lnTo>
                      <a:pt x="2858910" y="2835008"/>
                    </a:lnTo>
                    <a:lnTo>
                      <a:pt x="3938910" y="2835008"/>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824" name="Google Shape;1824;p47"/>
              <p:cNvSpPr/>
              <p:nvPr/>
            </p:nvSpPr>
            <p:spPr>
              <a:xfrm>
                <a:off x="8136976" y="5049647"/>
                <a:ext cx="351266" cy="351266"/>
              </a:xfrm>
              <a:custGeom>
                <a:rect b="b" l="l" r="r" t="t"/>
                <a:pathLst>
                  <a:path extrusionOk="0" h="3954781" w="3928707">
                    <a:moveTo>
                      <a:pt x="2773336" y="2238726"/>
                    </a:moveTo>
                    <a:cubicBezTo>
                      <a:pt x="2746826" y="2238726"/>
                      <a:pt x="2725335" y="2260217"/>
                      <a:pt x="2725335" y="2286727"/>
                    </a:cubicBezTo>
                    <a:lnTo>
                      <a:pt x="2725335" y="2478725"/>
                    </a:lnTo>
                    <a:cubicBezTo>
                      <a:pt x="2725335" y="2505235"/>
                      <a:pt x="2746826" y="2526726"/>
                      <a:pt x="2773336" y="2526726"/>
                    </a:cubicBezTo>
                    <a:lnTo>
                      <a:pt x="2965334" y="2526726"/>
                    </a:lnTo>
                    <a:cubicBezTo>
                      <a:pt x="2991844" y="2526726"/>
                      <a:pt x="3013335" y="2505235"/>
                      <a:pt x="3013335" y="2478725"/>
                    </a:cubicBezTo>
                    <a:lnTo>
                      <a:pt x="3013335" y="2286727"/>
                    </a:lnTo>
                    <a:cubicBezTo>
                      <a:pt x="3013335" y="2260217"/>
                      <a:pt x="2991844" y="2238726"/>
                      <a:pt x="2965334" y="2238726"/>
                    </a:cubicBezTo>
                    <a:close/>
                    <a:moveTo>
                      <a:pt x="2313922" y="2238726"/>
                    </a:moveTo>
                    <a:cubicBezTo>
                      <a:pt x="2287412" y="2238726"/>
                      <a:pt x="2265921" y="2260217"/>
                      <a:pt x="2265921" y="2286727"/>
                    </a:cubicBezTo>
                    <a:lnTo>
                      <a:pt x="2265921" y="2478725"/>
                    </a:lnTo>
                    <a:cubicBezTo>
                      <a:pt x="2265921" y="2505235"/>
                      <a:pt x="2287412" y="2526726"/>
                      <a:pt x="2313922" y="2526726"/>
                    </a:cubicBezTo>
                    <a:lnTo>
                      <a:pt x="2505920" y="2526726"/>
                    </a:lnTo>
                    <a:cubicBezTo>
                      <a:pt x="2532430" y="2526726"/>
                      <a:pt x="2553921" y="2505235"/>
                      <a:pt x="2553921" y="2478725"/>
                    </a:cubicBezTo>
                    <a:lnTo>
                      <a:pt x="2553921" y="2286727"/>
                    </a:lnTo>
                    <a:cubicBezTo>
                      <a:pt x="2553921" y="2260217"/>
                      <a:pt x="2532430" y="2238726"/>
                      <a:pt x="2505920" y="2238726"/>
                    </a:cubicBezTo>
                    <a:close/>
                    <a:moveTo>
                      <a:pt x="1854508" y="2238726"/>
                    </a:moveTo>
                    <a:cubicBezTo>
                      <a:pt x="1827998" y="2238726"/>
                      <a:pt x="1806507" y="2260217"/>
                      <a:pt x="1806507" y="2286727"/>
                    </a:cubicBezTo>
                    <a:lnTo>
                      <a:pt x="1806507" y="2478725"/>
                    </a:lnTo>
                    <a:cubicBezTo>
                      <a:pt x="1806507" y="2505235"/>
                      <a:pt x="1827998" y="2526726"/>
                      <a:pt x="1854508" y="2526726"/>
                    </a:cubicBezTo>
                    <a:lnTo>
                      <a:pt x="2046506" y="2526726"/>
                    </a:lnTo>
                    <a:cubicBezTo>
                      <a:pt x="2073016" y="2526726"/>
                      <a:pt x="2094507" y="2505235"/>
                      <a:pt x="2094507" y="2478725"/>
                    </a:cubicBezTo>
                    <a:lnTo>
                      <a:pt x="2094507" y="2286727"/>
                    </a:lnTo>
                    <a:cubicBezTo>
                      <a:pt x="2094507" y="2260217"/>
                      <a:pt x="2073016" y="2238726"/>
                      <a:pt x="2046506" y="2238726"/>
                    </a:cubicBezTo>
                    <a:close/>
                    <a:moveTo>
                      <a:pt x="879732" y="2133675"/>
                    </a:moveTo>
                    <a:cubicBezTo>
                      <a:pt x="767330" y="2133675"/>
                      <a:pt x="676210" y="2224795"/>
                      <a:pt x="676210" y="2337197"/>
                    </a:cubicBezTo>
                    <a:cubicBezTo>
                      <a:pt x="676210" y="2449599"/>
                      <a:pt x="767330" y="2540719"/>
                      <a:pt x="879732" y="2540719"/>
                    </a:cubicBezTo>
                    <a:cubicBezTo>
                      <a:pt x="956121" y="2540719"/>
                      <a:pt x="1022681" y="2498634"/>
                      <a:pt x="1054808" y="2434886"/>
                    </a:cubicBezTo>
                    <a:lnTo>
                      <a:pt x="1469273" y="2434887"/>
                    </a:lnTo>
                    <a:cubicBezTo>
                      <a:pt x="1529381" y="2434887"/>
                      <a:pt x="1578108" y="2386160"/>
                      <a:pt x="1578108" y="2326052"/>
                    </a:cubicBezTo>
                    <a:cubicBezTo>
                      <a:pt x="1578108" y="2265944"/>
                      <a:pt x="1529381" y="2217217"/>
                      <a:pt x="1469273" y="2217217"/>
                    </a:cubicBezTo>
                    <a:lnTo>
                      <a:pt x="1039779" y="2217217"/>
                    </a:lnTo>
                    <a:cubicBezTo>
                      <a:pt x="1005455" y="2165662"/>
                      <a:pt x="946329" y="2133675"/>
                      <a:pt x="879732" y="2133675"/>
                    </a:cubicBezTo>
                    <a:close/>
                    <a:moveTo>
                      <a:pt x="2773336" y="1699178"/>
                    </a:moveTo>
                    <a:cubicBezTo>
                      <a:pt x="2746826" y="1699178"/>
                      <a:pt x="2725335" y="1720669"/>
                      <a:pt x="2725335" y="1747179"/>
                    </a:cubicBezTo>
                    <a:lnTo>
                      <a:pt x="2725335" y="1939177"/>
                    </a:lnTo>
                    <a:cubicBezTo>
                      <a:pt x="2725335" y="1965687"/>
                      <a:pt x="2746826" y="1987178"/>
                      <a:pt x="2773336" y="1987178"/>
                    </a:cubicBezTo>
                    <a:lnTo>
                      <a:pt x="2965334" y="1987178"/>
                    </a:lnTo>
                    <a:cubicBezTo>
                      <a:pt x="2991844" y="1987178"/>
                      <a:pt x="3013335" y="1965687"/>
                      <a:pt x="3013335" y="1939177"/>
                    </a:cubicBezTo>
                    <a:lnTo>
                      <a:pt x="3013335" y="1747179"/>
                    </a:lnTo>
                    <a:cubicBezTo>
                      <a:pt x="3013335" y="1720669"/>
                      <a:pt x="2991844" y="1699178"/>
                      <a:pt x="2965334" y="1699178"/>
                    </a:cubicBezTo>
                    <a:close/>
                    <a:moveTo>
                      <a:pt x="2313922" y="1699178"/>
                    </a:moveTo>
                    <a:cubicBezTo>
                      <a:pt x="2287412" y="1699178"/>
                      <a:pt x="2265921" y="1720669"/>
                      <a:pt x="2265921" y="1747179"/>
                    </a:cubicBezTo>
                    <a:lnTo>
                      <a:pt x="2265921" y="1939177"/>
                    </a:lnTo>
                    <a:cubicBezTo>
                      <a:pt x="2265921" y="1965687"/>
                      <a:pt x="2287412" y="1987178"/>
                      <a:pt x="2313922" y="1987178"/>
                    </a:cubicBezTo>
                    <a:lnTo>
                      <a:pt x="2505920" y="1987178"/>
                    </a:lnTo>
                    <a:cubicBezTo>
                      <a:pt x="2532430" y="1987178"/>
                      <a:pt x="2553921" y="1965687"/>
                      <a:pt x="2553921" y="1939177"/>
                    </a:cubicBezTo>
                    <a:lnTo>
                      <a:pt x="2553921" y="1747179"/>
                    </a:lnTo>
                    <a:cubicBezTo>
                      <a:pt x="2553921" y="1720669"/>
                      <a:pt x="2532430" y="1699178"/>
                      <a:pt x="2505920" y="1699178"/>
                    </a:cubicBezTo>
                    <a:close/>
                    <a:moveTo>
                      <a:pt x="1854508" y="1699178"/>
                    </a:moveTo>
                    <a:cubicBezTo>
                      <a:pt x="1827998" y="1699178"/>
                      <a:pt x="1806507" y="1720669"/>
                      <a:pt x="1806507" y="1747179"/>
                    </a:cubicBezTo>
                    <a:lnTo>
                      <a:pt x="1806507" y="1939177"/>
                    </a:lnTo>
                    <a:cubicBezTo>
                      <a:pt x="1806507" y="1965687"/>
                      <a:pt x="1827998" y="1987178"/>
                      <a:pt x="1854508" y="1987178"/>
                    </a:cubicBezTo>
                    <a:lnTo>
                      <a:pt x="2046506" y="1987178"/>
                    </a:lnTo>
                    <a:cubicBezTo>
                      <a:pt x="2073016" y="1987178"/>
                      <a:pt x="2094507" y="1965687"/>
                      <a:pt x="2094507" y="1939177"/>
                    </a:cubicBezTo>
                    <a:lnTo>
                      <a:pt x="2094507" y="1747179"/>
                    </a:lnTo>
                    <a:cubicBezTo>
                      <a:pt x="2094507" y="1720669"/>
                      <a:pt x="2073016" y="1699178"/>
                      <a:pt x="2046506" y="1699178"/>
                    </a:cubicBezTo>
                    <a:close/>
                    <a:moveTo>
                      <a:pt x="1035948" y="1186216"/>
                    </a:moveTo>
                    <a:cubicBezTo>
                      <a:pt x="1165960" y="1186216"/>
                      <a:pt x="1271356" y="1291612"/>
                      <a:pt x="1271356" y="1421624"/>
                    </a:cubicBezTo>
                    <a:cubicBezTo>
                      <a:pt x="1271356" y="1551636"/>
                      <a:pt x="1165960" y="1657032"/>
                      <a:pt x="1035948" y="1657032"/>
                    </a:cubicBezTo>
                    <a:cubicBezTo>
                      <a:pt x="905936" y="1657032"/>
                      <a:pt x="800540" y="1551636"/>
                      <a:pt x="800540" y="1421624"/>
                    </a:cubicBezTo>
                    <a:cubicBezTo>
                      <a:pt x="800540" y="1291612"/>
                      <a:pt x="905936" y="1186216"/>
                      <a:pt x="1035948" y="1186216"/>
                    </a:cubicBezTo>
                    <a:close/>
                    <a:moveTo>
                      <a:pt x="2773336" y="1159631"/>
                    </a:moveTo>
                    <a:cubicBezTo>
                      <a:pt x="2746826" y="1159631"/>
                      <a:pt x="2725335" y="1181122"/>
                      <a:pt x="2725335" y="1207632"/>
                    </a:cubicBezTo>
                    <a:lnTo>
                      <a:pt x="2725335" y="1399630"/>
                    </a:lnTo>
                    <a:cubicBezTo>
                      <a:pt x="2725335" y="1426140"/>
                      <a:pt x="2746826" y="1447631"/>
                      <a:pt x="2773336" y="1447631"/>
                    </a:cubicBezTo>
                    <a:lnTo>
                      <a:pt x="2965334" y="1447631"/>
                    </a:lnTo>
                    <a:cubicBezTo>
                      <a:pt x="2991844" y="1447631"/>
                      <a:pt x="3013335" y="1426140"/>
                      <a:pt x="3013335" y="1399630"/>
                    </a:cubicBezTo>
                    <a:lnTo>
                      <a:pt x="3013335" y="1207632"/>
                    </a:lnTo>
                    <a:cubicBezTo>
                      <a:pt x="3013335" y="1181122"/>
                      <a:pt x="2991844" y="1159631"/>
                      <a:pt x="2965334" y="1159631"/>
                    </a:cubicBezTo>
                    <a:close/>
                    <a:moveTo>
                      <a:pt x="2313922" y="1159631"/>
                    </a:moveTo>
                    <a:cubicBezTo>
                      <a:pt x="2287412" y="1159631"/>
                      <a:pt x="2265921" y="1181122"/>
                      <a:pt x="2265921" y="1207632"/>
                    </a:cubicBezTo>
                    <a:lnTo>
                      <a:pt x="2265921" y="1399630"/>
                    </a:lnTo>
                    <a:cubicBezTo>
                      <a:pt x="2265921" y="1426140"/>
                      <a:pt x="2287412" y="1447631"/>
                      <a:pt x="2313922" y="1447631"/>
                    </a:cubicBezTo>
                    <a:lnTo>
                      <a:pt x="2505920" y="1447631"/>
                    </a:lnTo>
                    <a:cubicBezTo>
                      <a:pt x="2532430" y="1447631"/>
                      <a:pt x="2553921" y="1426140"/>
                      <a:pt x="2553921" y="1399630"/>
                    </a:cubicBezTo>
                    <a:lnTo>
                      <a:pt x="2553921" y="1207632"/>
                    </a:lnTo>
                    <a:cubicBezTo>
                      <a:pt x="2553921" y="1181122"/>
                      <a:pt x="2532430" y="1159631"/>
                      <a:pt x="2505920" y="1159631"/>
                    </a:cubicBezTo>
                    <a:close/>
                    <a:moveTo>
                      <a:pt x="1854508" y="1159631"/>
                    </a:moveTo>
                    <a:cubicBezTo>
                      <a:pt x="1827998" y="1159631"/>
                      <a:pt x="1806507" y="1181122"/>
                      <a:pt x="1806507" y="1207632"/>
                    </a:cubicBezTo>
                    <a:lnTo>
                      <a:pt x="1806507" y="1399630"/>
                    </a:lnTo>
                    <a:cubicBezTo>
                      <a:pt x="1806507" y="1426140"/>
                      <a:pt x="1827998" y="1447631"/>
                      <a:pt x="1854508" y="1447631"/>
                    </a:cubicBezTo>
                    <a:lnTo>
                      <a:pt x="2046506" y="1447631"/>
                    </a:lnTo>
                    <a:cubicBezTo>
                      <a:pt x="2073016" y="1447631"/>
                      <a:pt x="2094507" y="1426140"/>
                      <a:pt x="2094507" y="1399630"/>
                    </a:cubicBezTo>
                    <a:lnTo>
                      <a:pt x="2094507" y="1207632"/>
                    </a:lnTo>
                    <a:cubicBezTo>
                      <a:pt x="2094507" y="1181122"/>
                      <a:pt x="2073016" y="1159631"/>
                      <a:pt x="2046506" y="1159631"/>
                    </a:cubicBezTo>
                    <a:close/>
                    <a:moveTo>
                      <a:pt x="1035947" y="1097587"/>
                    </a:moveTo>
                    <a:cubicBezTo>
                      <a:pt x="856987" y="1097587"/>
                      <a:pt x="711911" y="1242663"/>
                      <a:pt x="711911" y="1421623"/>
                    </a:cubicBezTo>
                    <a:cubicBezTo>
                      <a:pt x="711911" y="1600583"/>
                      <a:pt x="856987" y="1745659"/>
                      <a:pt x="1035947" y="1745659"/>
                    </a:cubicBezTo>
                    <a:cubicBezTo>
                      <a:pt x="1214907" y="1745659"/>
                      <a:pt x="1359983" y="1600583"/>
                      <a:pt x="1359983" y="1421623"/>
                    </a:cubicBezTo>
                    <a:cubicBezTo>
                      <a:pt x="1359983" y="1242663"/>
                      <a:pt x="1214907" y="1097587"/>
                      <a:pt x="1035947" y="1097587"/>
                    </a:cubicBezTo>
                    <a:close/>
                    <a:moveTo>
                      <a:pt x="593124" y="376367"/>
                    </a:moveTo>
                    <a:lnTo>
                      <a:pt x="3225543" y="376367"/>
                    </a:lnTo>
                    <a:cubicBezTo>
                      <a:pt x="3328637" y="376367"/>
                      <a:pt x="3412211" y="459941"/>
                      <a:pt x="3412211" y="563035"/>
                    </a:cubicBezTo>
                    <a:lnTo>
                      <a:pt x="3412211" y="3074837"/>
                    </a:lnTo>
                    <a:cubicBezTo>
                      <a:pt x="3412211" y="3177931"/>
                      <a:pt x="3328637" y="3261505"/>
                      <a:pt x="3225543" y="3261505"/>
                    </a:cubicBezTo>
                    <a:lnTo>
                      <a:pt x="593124" y="3261505"/>
                    </a:lnTo>
                    <a:cubicBezTo>
                      <a:pt x="490030" y="3261505"/>
                      <a:pt x="406456" y="3177931"/>
                      <a:pt x="406456" y="3074837"/>
                    </a:cubicBezTo>
                    <a:lnTo>
                      <a:pt x="406456" y="563035"/>
                    </a:lnTo>
                    <a:cubicBezTo>
                      <a:pt x="406456" y="459941"/>
                      <a:pt x="490030" y="376367"/>
                      <a:pt x="593124" y="376367"/>
                    </a:cubicBezTo>
                    <a:close/>
                    <a:moveTo>
                      <a:pt x="466365" y="263607"/>
                    </a:moveTo>
                    <a:cubicBezTo>
                      <a:pt x="353740" y="263607"/>
                      <a:pt x="262440" y="354907"/>
                      <a:pt x="262440" y="467532"/>
                    </a:cubicBezTo>
                    <a:lnTo>
                      <a:pt x="262440" y="3211530"/>
                    </a:lnTo>
                    <a:cubicBezTo>
                      <a:pt x="262440" y="3324155"/>
                      <a:pt x="353740" y="3415455"/>
                      <a:pt x="466365" y="3415455"/>
                    </a:cubicBezTo>
                    <a:lnTo>
                      <a:pt x="3352302" y="3415455"/>
                    </a:lnTo>
                    <a:cubicBezTo>
                      <a:pt x="3464927" y="3415455"/>
                      <a:pt x="3556227" y="3324155"/>
                      <a:pt x="3556227" y="3211530"/>
                    </a:cubicBezTo>
                    <a:lnTo>
                      <a:pt x="3556227" y="2945906"/>
                    </a:lnTo>
                    <a:lnTo>
                      <a:pt x="3604113" y="2945906"/>
                    </a:lnTo>
                    <a:cubicBezTo>
                      <a:pt x="3647262" y="2945906"/>
                      <a:pt x="3682241" y="2910927"/>
                      <a:pt x="3682241" y="2867778"/>
                    </a:cubicBezTo>
                    <a:lnTo>
                      <a:pt x="3682241" y="2555278"/>
                    </a:lnTo>
                    <a:cubicBezTo>
                      <a:pt x="3682241" y="2512129"/>
                      <a:pt x="3647262" y="2477150"/>
                      <a:pt x="3604113" y="2477150"/>
                    </a:cubicBezTo>
                    <a:lnTo>
                      <a:pt x="3556227" y="2477150"/>
                    </a:lnTo>
                    <a:lnTo>
                      <a:pt x="3556227" y="1181006"/>
                    </a:lnTo>
                    <a:lnTo>
                      <a:pt x="3604113" y="1181006"/>
                    </a:lnTo>
                    <a:cubicBezTo>
                      <a:pt x="3647262" y="1181006"/>
                      <a:pt x="3682241" y="1146027"/>
                      <a:pt x="3682241" y="1102878"/>
                    </a:cubicBezTo>
                    <a:lnTo>
                      <a:pt x="3682241" y="790378"/>
                    </a:lnTo>
                    <a:cubicBezTo>
                      <a:pt x="3682241" y="747229"/>
                      <a:pt x="3647262" y="712250"/>
                      <a:pt x="3604113" y="712250"/>
                    </a:cubicBezTo>
                    <a:lnTo>
                      <a:pt x="3556227" y="712250"/>
                    </a:lnTo>
                    <a:lnTo>
                      <a:pt x="3556227" y="467532"/>
                    </a:lnTo>
                    <a:cubicBezTo>
                      <a:pt x="3556227" y="354907"/>
                      <a:pt x="3464927" y="263607"/>
                      <a:pt x="3352302" y="263607"/>
                    </a:cubicBezTo>
                    <a:close/>
                    <a:moveTo>
                      <a:pt x="235370" y="0"/>
                    </a:moveTo>
                    <a:lnTo>
                      <a:pt x="3693337" y="0"/>
                    </a:lnTo>
                    <a:cubicBezTo>
                      <a:pt x="3823328" y="0"/>
                      <a:pt x="3928707" y="105379"/>
                      <a:pt x="3928707" y="235370"/>
                    </a:cubicBezTo>
                    <a:lnTo>
                      <a:pt x="3928707" y="3402502"/>
                    </a:lnTo>
                    <a:cubicBezTo>
                      <a:pt x="3928707" y="3485210"/>
                      <a:pt x="3886047" y="3557954"/>
                      <a:pt x="3821334" y="3599629"/>
                    </a:cubicBezTo>
                    <a:lnTo>
                      <a:pt x="3732546" y="3954781"/>
                    </a:lnTo>
                    <a:lnTo>
                      <a:pt x="2998166" y="3954781"/>
                    </a:lnTo>
                    <a:lnTo>
                      <a:pt x="2918939" y="3637872"/>
                    </a:lnTo>
                    <a:lnTo>
                      <a:pt x="1025164" y="3637872"/>
                    </a:lnTo>
                    <a:lnTo>
                      <a:pt x="945937" y="3954781"/>
                    </a:lnTo>
                    <a:lnTo>
                      <a:pt x="211557" y="3954781"/>
                    </a:lnTo>
                    <a:lnTo>
                      <a:pt x="125186" y="3609298"/>
                    </a:lnTo>
                    <a:cubicBezTo>
                      <a:pt x="50483" y="3570656"/>
                      <a:pt x="0" y="3492475"/>
                      <a:pt x="0" y="3402502"/>
                    </a:cubicBezTo>
                    <a:lnTo>
                      <a:pt x="0" y="235370"/>
                    </a:lnTo>
                    <a:cubicBezTo>
                      <a:pt x="0" y="105379"/>
                      <a:pt x="105379" y="0"/>
                      <a:pt x="23537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825" name="Google Shape;1825;p47"/>
              <p:cNvSpPr/>
              <p:nvPr/>
            </p:nvSpPr>
            <p:spPr>
              <a:xfrm>
                <a:off x="9626515" y="1969444"/>
                <a:ext cx="330976" cy="339180"/>
              </a:xfrm>
              <a:custGeom>
                <a:rect b="b" l="l" r="r" t="t"/>
                <a:pathLst>
                  <a:path extrusionOk="0" h="3984815" w="3888432">
                    <a:moveTo>
                      <a:pt x="3131805" y="2156163"/>
                    </a:moveTo>
                    <a:lnTo>
                      <a:pt x="3132791" y="2156712"/>
                    </a:lnTo>
                    <a:lnTo>
                      <a:pt x="3132791" y="3458037"/>
                    </a:lnTo>
                    <a:lnTo>
                      <a:pt x="2592791" y="3458037"/>
                    </a:lnTo>
                    <a:lnTo>
                      <a:pt x="2592791" y="2392416"/>
                    </a:lnTo>
                    <a:lnTo>
                      <a:pt x="3131805" y="2392416"/>
                    </a:lnTo>
                    <a:close/>
                    <a:moveTo>
                      <a:pt x="1894806" y="1447696"/>
                    </a:moveTo>
                    <a:lnTo>
                      <a:pt x="2434806" y="1447696"/>
                    </a:lnTo>
                    <a:lnTo>
                      <a:pt x="2434806" y="3067696"/>
                    </a:lnTo>
                    <a:lnTo>
                      <a:pt x="2425859" y="3067696"/>
                    </a:lnTo>
                    <a:lnTo>
                      <a:pt x="2425859" y="3458037"/>
                    </a:lnTo>
                    <a:lnTo>
                      <a:pt x="1885859" y="3458037"/>
                    </a:lnTo>
                    <a:lnTo>
                      <a:pt x="1885859" y="1462222"/>
                    </a:lnTo>
                    <a:lnTo>
                      <a:pt x="1894806" y="1467205"/>
                    </a:lnTo>
                    <a:close/>
                    <a:moveTo>
                      <a:pt x="1178927" y="1068489"/>
                    </a:moveTo>
                    <a:lnTo>
                      <a:pt x="1179306" y="1068700"/>
                    </a:lnTo>
                    <a:lnTo>
                      <a:pt x="1179306" y="1992407"/>
                    </a:lnTo>
                    <a:lnTo>
                      <a:pt x="1718927" y="1992407"/>
                    </a:lnTo>
                    <a:lnTo>
                      <a:pt x="1718927" y="3458037"/>
                    </a:lnTo>
                    <a:lnTo>
                      <a:pt x="1178927" y="3458037"/>
                    </a:lnTo>
                    <a:close/>
                    <a:moveTo>
                      <a:pt x="471995" y="674757"/>
                    </a:moveTo>
                    <a:lnTo>
                      <a:pt x="482407" y="680556"/>
                    </a:lnTo>
                    <a:lnTo>
                      <a:pt x="1022307" y="680556"/>
                    </a:lnTo>
                    <a:lnTo>
                      <a:pt x="1022307" y="2085638"/>
                    </a:lnTo>
                    <a:lnTo>
                      <a:pt x="1011995" y="2085638"/>
                    </a:lnTo>
                    <a:lnTo>
                      <a:pt x="1011995" y="3458037"/>
                    </a:lnTo>
                    <a:lnTo>
                      <a:pt x="471995" y="3458037"/>
                    </a:lnTo>
                    <a:close/>
                    <a:moveTo>
                      <a:pt x="3301860" y="259154"/>
                    </a:moveTo>
                    <a:lnTo>
                      <a:pt x="3841860" y="259154"/>
                    </a:lnTo>
                    <a:lnTo>
                      <a:pt x="3841860" y="2548347"/>
                    </a:lnTo>
                    <a:lnTo>
                      <a:pt x="3835956" y="2548347"/>
                    </a:lnTo>
                    <a:lnTo>
                      <a:pt x="3839723" y="2550445"/>
                    </a:lnTo>
                    <a:lnTo>
                      <a:pt x="3839723" y="3458037"/>
                    </a:lnTo>
                    <a:lnTo>
                      <a:pt x="3299723" y="3458037"/>
                    </a:lnTo>
                    <a:lnTo>
                      <a:pt x="3299723" y="2249687"/>
                    </a:lnTo>
                    <a:lnTo>
                      <a:pt x="3301860" y="2250877"/>
                    </a:lnTo>
                    <a:close/>
                    <a:moveTo>
                      <a:pt x="0" y="0"/>
                    </a:moveTo>
                    <a:lnTo>
                      <a:pt x="360000" y="0"/>
                    </a:lnTo>
                    <a:lnTo>
                      <a:pt x="360000" y="3624815"/>
                    </a:lnTo>
                    <a:lnTo>
                      <a:pt x="3888432" y="3624815"/>
                    </a:lnTo>
                    <a:lnTo>
                      <a:pt x="3888432" y="3984815"/>
                    </a:lnTo>
                    <a:lnTo>
                      <a:pt x="0" y="3984815"/>
                    </a:lnTo>
                    <a:lnTo>
                      <a:pt x="0" y="3888432"/>
                    </a:lnTo>
                    <a:lnTo>
                      <a:pt x="0" y="362481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826" name="Google Shape;1826;p47"/>
              <p:cNvSpPr/>
              <p:nvPr/>
            </p:nvSpPr>
            <p:spPr>
              <a:xfrm>
                <a:off x="10765361" y="4863776"/>
                <a:ext cx="330939" cy="234666"/>
              </a:xfrm>
              <a:custGeom>
                <a:rect b="b" l="l" r="r" t="t"/>
                <a:pathLst>
                  <a:path extrusionOk="0" h="2808000" w="3960000">
                    <a:moveTo>
                      <a:pt x="2137982" y="2165237"/>
                    </a:moveTo>
                    <a:lnTo>
                      <a:pt x="2111402" y="2204211"/>
                    </a:lnTo>
                    <a:lnTo>
                      <a:pt x="2137982" y="2204211"/>
                    </a:lnTo>
                    <a:close/>
                    <a:moveTo>
                      <a:pt x="2635730" y="2101964"/>
                    </a:moveTo>
                    <a:cubicBezTo>
                      <a:pt x="2615812" y="2101964"/>
                      <a:pt x="2599666" y="2142287"/>
                      <a:pt x="2599666" y="2192028"/>
                    </a:cubicBezTo>
                    <a:cubicBezTo>
                      <a:pt x="2599666" y="2241769"/>
                      <a:pt x="2615812" y="2282092"/>
                      <a:pt x="2635730" y="2282092"/>
                    </a:cubicBezTo>
                    <a:cubicBezTo>
                      <a:pt x="2655648" y="2282092"/>
                      <a:pt x="2671794" y="2241769"/>
                      <a:pt x="2671794" y="2192028"/>
                    </a:cubicBezTo>
                    <a:cubicBezTo>
                      <a:pt x="2671794" y="2142287"/>
                      <a:pt x="2655648" y="2101964"/>
                      <a:pt x="2635730" y="2101964"/>
                    </a:cubicBezTo>
                    <a:close/>
                    <a:moveTo>
                      <a:pt x="1280012" y="2101964"/>
                    </a:moveTo>
                    <a:cubicBezTo>
                      <a:pt x="1260094" y="2101964"/>
                      <a:pt x="1243948" y="2142287"/>
                      <a:pt x="1243948" y="2192028"/>
                    </a:cubicBezTo>
                    <a:cubicBezTo>
                      <a:pt x="1243948" y="2241769"/>
                      <a:pt x="1260094" y="2282092"/>
                      <a:pt x="1280012" y="2282092"/>
                    </a:cubicBezTo>
                    <a:cubicBezTo>
                      <a:pt x="1299930" y="2282092"/>
                      <a:pt x="1316076" y="2241769"/>
                      <a:pt x="1316076" y="2192028"/>
                    </a:cubicBezTo>
                    <a:cubicBezTo>
                      <a:pt x="1316076" y="2142287"/>
                      <a:pt x="1299930" y="2101964"/>
                      <a:pt x="1280012" y="2101964"/>
                    </a:cubicBezTo>
                    <a:close/>
                    <a:moveTo>
                      <a:pt x="2138296" y="2025749"/>
                    </a:moveTo>
                    <a:lnTo>
                      <a:pt x="2139137" y="2026323"/>
                    </a:lnTo>
                    <a:lnTo>
                      <a:pt x="2216315" y="2026323"/>
                    </a:lnTo>
                    <a:lnTo>
                      <a:pt x="2216315" y="2204211"/>
                    </a:lnTo>
                    <a:lnTo>
                      <a:pt x="2256063" y="2204211"/>
                    </a:lnTo>
                    <a:lnTo>
                      <a:pt x="2256063" y="2282544"/>
                    </a:lnTo>
                    <a:lnTo>
                      <a:pt x="2216315" y="2282544"/>
                    </a:lnTo>
                    <a:lnTo>
                      <a:pt x="2216315" y="2357732"/>
                    </a:lnTo>
                    <a:lnTo>
                      <a:pt x="2137982" y="2357732"/>
                    </a:lnTo>
                    <a:lnTo>
                      <a:pt x="2137982" y="2282544"/>
                    </a:lnTo>
                    <a:lnTo>
                      <a:pt x="2015039" y="2282544"/>
                    </a:lnTo>
                    <a:lnTo>
                      <a:pt x="2015039" y="2208059"/>
                    </a:lnTo>
                    <a:lnTo>
                      <a:pt x="2014304" y="2207558"/>
                    </a:lnTo>
                    <a:lnTo>
                      <a:pt x="2015039" y="2206481"/>
                    </a:lnTo>
                    <a:lnTo>
                      <a:pt x="2015039" y="2204211"/>
                    </a:lnTo>
                    <a:lnTo>
                      <a:pt x="2016587" y="2204211"/>
                    </a:lnTo>
                    <a:close/>
                    <a:moveTo>
                      <a:pt x="1855876" y="2017651"/>
                    </a:moveTo>
                    <a:cubicBezTo>
                      <a:pt x="1914135" y="2017257"/>
                      <a:pt x="1961791" y="2063958"/>
                      <a:pt x="1962577" y="2122214"/>
                    </a:cubicBezTo>
                    <a:cubicBezTo>
                      <a:pt x="1962954" y="2150145"/>
                      <a:pt x="1952489" y="2175712"/>
                      <a:pt x="1934995" y="2194820"/>
                    </a:cubicBezTo>
                    <a:cubicBezTo>
                      <a:pt x="1952694" y="2214184"/>
                      <a:pt x="1963194" y="2240138"/>
                      <a:pt x="1962560" y="2268406"/>
                    </a:cubicBezTo>
                    <a:cubicBezTo>
                      <a:pt x="1961260" y="2326468"/>
                      <a:pt x="1913477" y="2372672"/>
                      <a:pt x="1855404" y="2372021"/>
                    </a:cubicBezTo>
                    <a:cubicBezTo>
                      <a:pt x="1797331" y="2371371"/>
                      <a:pt x="1750595" y="2324109"/>
                      <a:pt x="1750595" y="2266032"/>
                    </a:cubicBezTo>
                    <a:lnTo>
                      <a:pt x="1826499" y="2266032"/>
                    </a:lnTo>
                    <a:cubicBezTo>
                      <a:pt x="1826499" y="2282520"/>
                      <a:pt x="1839767" y="2295938"/>
                      <a:pt x="1856254" y="2296122"/>
                    </a:cubicBezTo>
                    <a:cubicBezTo>
                      <a:pt x="1872741" y="2296307"/>
                      <a:pt x="1886306" y="2283190"/>
                      <a:pt x="1886676" y="2266706"/>
                    </a:cubicBezTo>
                    <a:cubicBezTo>
                      <a:pt x="1887039" y="2250493"/>
                      <a:pt x="1874503" y="2236962"/>
                      <a:pt x="1858407" y="2236065"/>
                    </a:cubicBezTo>
                    <a:lnTo>
                      <a:pt x="1814193" y="2236065"/>
                    </a:lnTo>
                    <a:lnTo>
                      <a:pt x="1814193" y="2152552"/>
                    </a:lnTo>
                    <a:lnTo>
                      <a:pt x="1857384" y="2152552"/>
                    </a:lnTo>
                    <a:cubicBezTo>
                      <a:pt x="1873190" y="2152141"/>
                      <a:pt x="1885741" y="2139089"/>
                      <a:pt x="1885527" y="2123254"/>
                    </a:cubicBezTo>
                    <a:cubicBezTo>
                      <a:pt x="1885313" y="2107349"/>
                      <a:pt x="1872302" y="2094598"/>
                      <a:pt x="1856396" y="2094706"/>
                    </a:cubicBezTo>
                    <a:cubicBezTo>
                      <a:pt x="1840490" y="2094813"/>
                      <a:pt x="1827652" y="2107738"/>
                      <a:pt x="1827652" y="2123644"/>
                    </a:cubicBezTo>
                    <a:lnTo>
                      <a:pt x="1750595" y="2123644"/>
                    </a:lnTo>
                    <a:cubicBezTo>
                      <a:pt x="1750595" y="2065383"/>
                      <a:pt x="1797616" y="2018044"/>
                      <a:pt x="1855876" y="2017651"/>
                    </a:cubicBezTo>
                    <a:close/>
                    <a:moveTo>
                      <a:pt x="2930344" y="2012028"/>
                    </a:moveTo>
                    <a:cubicBezTo>
                      <a:pt x="2996416" y="2014229"/>
                      <a:pt x="3045968" y="2074602"/>
                      <a:pt x="3038901" y="2136479"/>
                    </a:cubicBezTo>
                    <a:cubicBezTo>
                      <a:pt x="3029916" y="2202312"/>
                      <a:pt x="2982346" y="2231435"/>
                      <a:pt x="2939412" y="2275597"/>
                    </a:cubicBezTo>
                    <a:lnTo>
                      <a:pt x="3031192" y="2275597"/>
                    </a:lnTo>
                    <a:lnTo>
                      <a:pt x="3031192" y="2357732"/>
                    </a:lnTo>
                    <a:lnTo>
                      <a:pt x="2819358" y="2357732"/>
                    </a:lnTo>
                    <a:cubicBezTo>
                      <a:pt x="2819409" y="2335416"/>
                      <a:pt x="2820521" y="2314113"/>
                      <a:pt x="2820571" y="2291797"/>
                    </a:cubicBezTo>
                    <a:cubicBezTo>
                      <a:pt x="2870625" y="2240158"/>
                      <a:pt x="2905662" y="2213324"/>
                      <a:pt x="2965770" y="2143601"/>
                    </a:cubicBezTo>
                    <a:cubicBezTo>
                      <a:pt x="2980233" y="2116927"/>
                      <a:pt x="2957264" y="2092452"/>
                      <a:pt x="2931831" y="2093607"/>
                    </a:cubicBezTo>
                    <a:cubicBezTo>
                      <a:pt x="2910102" y="2094595"/>
                      <a:pt x="2891536" y="2110969"/>
                      <a:pt x="2889885" y="2139461"/>
                    </a:cubicBezTo>
                    <a:lnTo>
                      <a:pt x="2818945" y="2139461"/>
                    </a:lnTo>
                    <a:cubicBezTo>
                      <a:pt x="2821421" y="2064364"/>
                      <a:pt x="2869776" y="2012037"/>
                      <a:pt x="2930344" y="2012028"/>
                    </a:cubicBezTo>
                    <a:close/>
                    <a:moveTo>
                      <a:pt x="2635730" y="2012028"/>
                    </a:moveTo>
                    <a:cubicBezTo>
                      <a:pt x="2705318" y="2012028"/>
                      <a:pt x="2761730" y="2092617"/>
                      <a:pt x="2761730" y="2192028"/>
                    </a:cubicBezTo>
                    <a:cubicBezTo>
                      <a:pt x="2761730" y="2291439"/>
                      <a:pt x="2705318" y="2372028"/>
                      <a:pt x="2635730" y="2372028"/>
                    </a:cubicBezTo>
                    <a:cubicBezTo>
                      <a:pt x="2566142" y="2372028"/>
                      <a:pt x="2509730" y="2291439"/>
                      <a:pt x="2509730" y="2192028"/>
                    </a:cubicBezTo>
                    <a:cubicBezTo>
                      <a:pt x="2509730" y="2092617"/>
                      <a:pt x="2566142" y="2012028"/>
                      <a:pt x="2635730" y="2012028"/>
                    </a:cubicBezTo>
                    <a:close/>
                    <a:moveTo>
                      <a:pt x="2436237" y="2012028"/>
                    </a:moveTo>
                    <a:lnTo>
                      <a:pt x="2436206" y="2012510"/>
                    </a:lnTo>
                    <a:lnTo>
                      <a:pt x="2452515" y="2012510"/>
                    </a:lnTo>
                    <a:lnTo>
                      <a:pt x="2452515" y="2372028"/>
                    </a:lnTo>
                    <a:lnTo>
                      <a:pt x="2364870" y="2372028"/>
                    </a:lnTo>
                    <a:lnTo>
                      <a:pt x="2364870" y="2101874"/>
                    </a:lnTo>
                    <a:cubicBezTo>
                      <a:pt x="2347394" y="2108434"/>
                      <a:pt x="2328091" y="2111607"/>
                      <a:pt x="2308515" y="2111039"/>
                    </a:cubicBezTo>
                    <a:lnTo>
                      <a:pt x="2311564" y="2043892"/>
                    </a:lnTo>
                    <a:cubicBezTo>
                      <a:pt x="2321741" y="2044066"/>
                      <a:pt x="2331771" y="2042373"/>
                      <a:pt x="2340372" y="2039030"/>
                    </a:cubicBezTo>
                    <a:cubicBezTo>
                      <a:pt x="2355279" y="2033236"/>
                      <a:pt x="2364268" y="2023137"/>
                      <a:pt x="2364156" y="2012310"/>
                    </a:cubicBezTo>
                    <a:cubicBezTo>
                      <a:pt x="2388183" y="2012216"/>
                      <a:pt x="2412210" y="2012122"/>
                      <a:pt x="2436237" y="2012028"/>
                    </a:cubicBezTo>
                    <a:close/>
                    <a:moveTo>
                      <a:pt x="1574625" y="2012028"/>
                    </a:moveTo>
                    <a:cubicBezTo>
                      <a:pt x="1640698" y="2014229"/>
                      <a:pt x="1690250" y="2074602"/>
                      <a:pt x="1683183" y="2136479"/>
                    </a:cubicBezTo>
                    <a:cubicBezTo>
                      <a:pt x="1674198" y="2202312"/>
                      <a:pt x="1626628" y="2231435"/>
                      <a:pt x="1583694" y="2275597"/>
                    </a:cubicBezTo>
                    <a:lnTo>
                      <a:pt x="1675474" y="2275597"/>
                    </a:lnTo>
                    <a:lnTo>
                      <a:pt x="1675474" y="2357732"/>
                    </a:lnTo>
                    <a:lnTo>
                      <a:pt x="1463640" y="2357732"/>
                    </a:lnTo>
                    <a:cubicBezTo>
                      <a:pt x="1463691" y="2335416"/>
                      <a:pt x="1464802" y="2314113"/>
                      <a:pt x="1464853" y="2291797"/>
                    </a:cubicBezTo>
                    <a:cubicBezTo>
                      <a:pt x="1514907" y="2240158"/>
                      <a:pt x="1549943" y="2213324"/>
                      <a:pt x="1610052" y="2143601"/>
                    </a:cubicBezTo>
                    <a:cubicBezTo>
                      <a:pt x="1624515" y="2116927"/>
                      <a:pt x="1601546" y="2092452"/>
                      <a:pt x="1576112" y="2093607"/>
                    </a:cubicBezTo>
                    <a:cubicBezTo>
                      <a:pt x="1554383" y="2094595"/>
                      <a:pt x="1535817" y="2110969"/>
                      <a:pt x="1534167" y="2139461"/>
                    </a:cubicBezTo>
                    <a:lnTo>
                      <a:pt x="1463227" y="2139461"/>
                    </a:lnTo>
                    <a:cubicBezTo>
                      <a:pt x="1465703" y="2064364"/>
                      <a:pt x="1514058" y="2012037"/>
                      <a:pt x="1574625" y="2012028"/>
                    </a:cubicBezTo>
                    <a:close/>
                    <a:moveTo>
                      <a:pt x="1280012" y="2012028"/>
                    </a:moveTo>
                    <a:cubicBezTo>
                      <a:pt x="1349600" y="2012028"/>
                      <a:pt x="1406012" y="2092617"/>
                      <a:pt x="1406012" y="2192028"/>
                    </a:cubicBezTo>
                    <a:cubicBezTo>
                      <a:pt x="1406012" y="2291439"/>
                      <a:pt x="1349600" y="2372028"/>
                      <a:pt x="1280012" y="2372028"/>
                    </a:cubicBezTo>
                    <a:cubicBezTo>
                      <a:pt x="1210424" y="2372028"/>
                      <a:pt x="1154012" y="2291439"/>
                      <a:pt x="1154012" y="2192028"/>
                    </a:cubicBezTo>
                    <a:cubicBezTo>
                      <a:pt x="1154012" y="2092617"/>
                      <a:pt x="1210424" y="2012028"/>
                      <a:pt x="1280012" y="2012028"/>
                    </a:cubicBezTo>
                    <a:close/>
                    <a:moveTo>
                      <a:pt x="1080519" y="2012028"/>
                    </a:moveTo>
                    <a:lnTo>
                      <a:pt x="1080488" y="2012510"/>
                    </a:lnTo>
                    <a:lnTo>
                      <a:pt x="1096797" y="2012510"/>
                    </a:lnTo>
                    <a:lnTo>
                      <a:pt x="1096797" y="2372028"/>
                    </a:lnTo>
                    <a:lnTo>
                      <a:pt x="1009152" y="2372028"/>
                    </a:lnTo>
                    <a:lnTo>
                      <a:pt x="1009152" y="2101874"/>
                    </a:lnTo>
                    <a:cubicBezTo>
                      <a:pt x="991676" y="2108434"/>
                      <a:pt x="972373" y="2111607"/>
                      <a:pt x="952797" y="2111039"/>
                    </a:cubicBezTo>
                    <a:lnTo>
                      <a:pt x="955846" y="2043892"/>
                    </a:lnTo>
                    <a:cubicBezTo>
                      <a:pt x="966023" y="2044066"/>
                      <a:pt x="976053" y="2042373"/>
                      <a:pt x="984654" y="2039030"/>
                    </a:cubicBezTo>
                    <a:cubicBezTo>
                      <a:pt x="999561" y="2033236"/>
                      <a:pt x="1008550" y="2023137"/>
                      <a:pt x="1008438" y="2012310"/>
                    </a:cubicBezTo>
                    <a:cubicBezTo>
                      <a:pt x="1032465" y="2012216"/>
                      <a:pt x="1056492" y="2012122"/>
                      <a:pt x="1080519" y="2012028"/>
                    </a:cubicBezTo>
                    <a:close/>
                    <a:moveTo>
                      <a:pt x="3373743" y="362438"/>
                    </a:moveTo>
                    <a:lnTo>
                      <a:pt x="3553743" y="362438"/>
                    </a:lnTo>
                    <a:lnTo>
                      <a:pt x="3553743" y="2414438"/>
                    </a:lnTo>
                    <a:lnTo>
                      <a:pt x="3373743" y="2414438"/>
                    </a:lnTo>
                    <a:close/>
                    <a:moveTo>
                      <a:pt x="3129580" y="362438"/>
                    </a:moveTo>
                    <a:lnTo>
                      <a:pt x="3273580" y="362438"/>
                    </a:lnTo>
                    <a:lnTo>
                      <a:pt x="3273580" y="2414438"/>
                    </a:lnTo>
                    <a:lnTo>
                      <a:pt x="3129580" y="2414438"/>
                    </a:lnTo>
                    <a:close/>
                    <a:moveTo>
                      <a:pt x="2939411" y="362438"/>
                    </a:moveTo>
                    <a:lnTo>
                      <a:pt x="3029411" y="362438"/>
                    </a:lnTo>
                    <a:lnTo>
                      <a:pt x="3029411" y="1957238"/>
                    </a:lnTo>
                    <a:lnTo>
                      <a:pt x="2939411" y="1957238"/>
                    </a:lnTo>
                    <a:close/>
                    <a:moveTo>
                      <a:pt x="2731242" y="362438"/>
                    </a:moveTo>
                    <a:lnTo>
                      <a:pt x="2839242" y="362438"/>
                    </a:lnTo>
                    <a:lnTo>
                      <a:pt x="2839242" y="1957238"/>
                    </a:lnTo>
                    <a:lnTo>
                      <a:pt x="2731242" y="1957238"/>
                    </a:lnTo>
                    <a:close/>
                    <a:moveTo>
                      <a:pt x="2487073" y="362438"/>
                    </a:moveTo>
                    <a:lnTo>
                      <a:pt x="2631073" y="362438"/>
                    </a:lnTo>
                    <a:lnTo>
                      <a:pt x="2631073" y="1957238"/>
                    </a:lnTo>
                    <a:lnTo>
                      <a:pt x="2487073" y="1957238"/>
                    </a:lnTo>
                    <a:close/>
                    <a:moveTo>
                      <a:pt x="2296904" y="362438"/>
                    </a:moveTo>
                    <a:lnTo>
                      <a:pt x="2386904" y="362438"/>
                    </a:lnTo>
                    <a:lnTo>
                      <a:pt x="2386904" y="1957238"/>
                    </a:lnTo>
                    <a:lnTo>
                      <a:pt x="2296904" y="1957238"/>
                    </a:lnTo>
                    <a:close/>
                    <a:moveTo>
                      <a:pt x="2016735" y="362438"/>
                    </a:moveTo>
                    <a:lnTo>
                      <a:pt x="2196735" y="362438"/>
                    </a:lnTo>
                    <a:lnTo>
                      <a:pt x="2196735" y="1957238"/>
                    </a:lnTo>
                    <a:lnTo>
                      <a:pt x="2016735" y="1957238"/>
                    </a:lnTo>
                    <a:close/>
                    <a:moveTo>
                      <a:pt x="1826566" y="362438"/>
                    </a:moveTo>
                    <a:lnTo>
                      <a:pt x="1916566" y="362438"/>
                    </a:lnTo>
                    <a:lnTo>
                      <a:pt x="1916566" y="1957238"/>
                    </a:lnTo>
                    <a:lnTo>
                      <a:pt x="1826566" y="1957238"/>
                    </a:lnTo>
                    <a:close/>
                    <a:moveTo>
                      <a:pt x="1582397" y="362438"/>
                    </a:moveTo>
                    <a:lnTo>
                      <a:pt x="1726397" y="362438"/>
                    </a:lnTo>
                    <a:lnTo>
                      <a:pt x="1726397" y="1957238"/>
                    </a:lnTo>
                    <a:lnTo>
                      <a:pt x="1582397" y="1957238"/>
                    </a:lnTo>
                    <a:close/>
                    <a:moveTo>
                      <a:pt x="1302228" y="362438"/>
                    </a:moveTo>
                    <a:lnTo>
                      <a:pt x="1482228" y="362438"/>
                    </a:lnTo>
                    <a:lnTo>
                      <a:pt x="1482228" y="1957238"/>
                    </a:lnTo>
                    <a:lnTo>
                      <a:pt x="1302228" y="1957238"/>
                    </a:lnTo>
                    <a:close/>
                    <a:moveTo>
                      <a:pt x="1094059" y="362438"/>
                    </a:moveTo>
                    <a:lnTo>
                      <a:pt x="1202059" y="362438"/>
                    </a:lnTo>
                    <a:lnTo>
                      <a:pt x="1202059" y="1957238"/>
                    </a:lnTo>
                    <a:lnTo>
                      <a:pt x="1094059" y="1957238"/>
                    </a:lnTo>
                    <a:close/>
                    <a:moveTo>
                      <a:pt x="903890" y="362438"/>
                    </a:moveTo>
                    <a:lnTo>
                      <a:pt x="993890" y="362438"/>
                    </a:lnTo>
                    <a:lnTo>
                      <a:pt x="993890" y="1957238"/>
                    </a:lnTo>
                    <a:lnTo>
                      <a:pt x="903890" y="1957238"/>
                    </a:lnTo>
                    <a:close/>
                    <a:moveTo>
                      <a:pt x="623721" y="362438"/>
                    </a:moveTo>
                    <a:lnTo>
                      <a:pt x="803721" y="362438"/>
                    </a:lnTo>
                    <a:lnTo>
                      <a:pt x="803721" y="2414438"/>
                    </a:lnTo>
                    <a:lnTo>
                      <a:pt x="623721" y="2414438"/>
                    </a:lnTo>
                    <a:close/>
                    <a:moveTo>
                      <a:pt x="433552" y="362438"/>
                    </a:moveTo>
                    <a:lnTo>
                      <a:pt x="523552" y="362438"/>
                    </a:lnTo>
                    <a:lnTo>
                      <a:pt x="523552" y="2414438"/>
                    </a:lnTo>
                    <a:lnTo>
                      <a:pt x="433552" y="2414438"/>
                    </a:lnTo>
                    <a:close/>
                    <a:moveTo>
                      <a:pt x="303674" y="216000"/>
                    </a:moveTo>
                    <a:cubicBezTo>
                      <a:pt x="255253" y="216000"/>
                      <a:pt x="216000" y="255253"/>
                      <a:pt x="216000" y="303674"/>
                    </a:cubicBezTo>
                    <a:lnTo>
                      <a:pt x="216000" y="2504326"/>
                    </a:lnTo>
                    <a:cubicBezTo>
                      <a:pt x="216000" y="2552747"/>
                      <a:pt x="255253" y="2592000"/>
                      <a:pt x="303674" y="2592000"/>
                    </a:cubicBezTo>
                    <a:lnTo>
                      <a:pt x="3656326" y="2592000"/>
                    </a:lnTo>
                    <a:cubicBezTo>
                      <a:pt x="3704747" y="2592000"/>
                      <a:pt x="3744000" y="2552747"/>
                      <a:pt x="3744000" y="2504326"/>
                    </a:cubicBezTo>
                    <a:lnTo>
                      <a:pt x="3744000" y="303674"/>
                    </a:lnTo>
                    <a:cubicBezTo>
                      <a:pt x="3744000" y="255253"/>
                      <a:pt x="3704747" y="216000"/>
                      <a:pt x="3656326" y="216000"/>
                    </a:cubicBezTo>
                    <a:close/>
                    <a:moveTo>
                      <a:pt x="149021" y="0"/>
                    </a:moveTo>
                    <a:lnTo>
                      <a:pt x="3810979" y="0"/>
                    </a:lnTo>
                    <a:cubicBezTo>
                      <a:pt x="3893281" y="0"/>
                      <a:pt x="3960000" y="66719"/>
                      <a:pt x="3960000" y="149021"/>
                    </a:cubicBezTo>
                    <a:lnTo>
                      <a:pt x="3960000" y="2658979"/>
                    </a:lnTo>
                    <a:cubicBezTo>
                      <a:pt x="3960000" y="2741281"/>
                      <a:pt x="3893281" y="2808000"/>
                      <a:pt x="3810979" y="2808000"/>
                    </a:cubicBezTo>
                    <a:lnTo>
                      <a:pt x="149021" y="2808000"/>
                    </a:lnTo>
                    <a:cubicBezTo>
                      <a:pt x="66719" y="2808000"/>
                      <a:pt x="0" y="2741281"/>
                      <a:pt x="0" y="2658979"/>
                    </a:cubicBezTo>
                    <a:lnTo>
                      <a:pt x="0" y="149021"/>
                    </a:lnTo>
                    <a:cubicBezTo>
                      <a:pt x="0" y="66719"/>
                      <a:pt x="66719" y="0"/>
                      <a:pt x="14902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827" name="Google Shape;1827;p47"/>
              <p:cNvSpPr/>
              <p:nvPr/>
            </p:nvSpPr>
            <p:spPr>
              <a:xfrm>
                <a:off x="7818475" y="4673961"/>
                <a:ext cx="330939" cy="330692"/>
              </a:xfrm>
              <a:custGeom>
                <a:rect b="b" l="l" r="r" t="t"/>
                <a:pathLst>
                  <a:path extrusionOk="0" h="3968213" w="3971162">
                    <a:moveTo>
                      <a:pt x="808855" y="2815607"/>
                    </a:moveTo>
                    <a:lnTo>
                      <a:pt x="1168895" y="2815607"/>
                    </a:lnTo>
                    <a:lnTo>
                      <a:pt x="1168895" y="3175607"/>
                    </a:lnTo>
                    <a:lnTo>
                      <a:pt x="808855" y="3175607"/>
                    </a:lnTo>
                    <a:close/>
                    <a:moveTo>
                      <a:pt x="697665" y="2704397"/>
                    </a:moveTo>
                    <a:lnTo>
                      <a:pt x="697665" y="3286817"/>
                    </a:lnTo>
                    <a:lnTo>
                      <a:pt x="1280085" y="3286817"/>
                    </a:lnTo>
                    <a:lnTo>
                      <a:pt x="1280085" y="2704397"/>
                    </a:lnTo>
                    <a:close/>
                    <a:moveTo>
                      <a:pt x="537750" y="2544482"/>
                    </a:moveTo>
                    <a:lnTo>
                      <a:pt x="1440000" y="2544482"/>
                    </a:lnTo>
                    <a:lnTo>
                      <a:pt x="1440000" y="3446732"/>
                    </a:lnTo>
                    <a:lnTo>
                      <a:pt x="537750" y="3446732"/>
                    </a:lnTo>
                    <a:close/>
                    <a:moveTo>
                      <a:pt x="0" y="2528213"/>
                    </a:moveTo>
                    <a:lnTo>
                      <a:pt x="360000" y="2528213"/>
                    </a:lnTo>
                    <a:lnTo>
                      <a:pt x="360000" y="3608213"/>
                    </a:lnTo>
                    <a:lnTo>
                      <a:pt x="1440000" y="3608213"/>
                    </a:lnTo>
                    <a:lnTo>
                      <a:pt x="1440000" y="3968213"/>
                    </a:lnTo>
                    <a:lnTo>
                      <a:pt x="360000" y="3968213"/>
                    </a:lnTo>
                    <a:lnTo>
                      <a:pt x="0" y="3968213"/>
                    </a:lnTo>
                    <a:lnTo>
                      <a:pt x="0" y="3608213"/>
                    </a:lnTo>
                    <a:close/>
                    <a:moveTo>
                      <a:pt x="3605829" y="2524046"/>
                    </a:moveTo>
                    <a:lnTo>
                      <a:pt x="3965829" y="2524046"/>
                    </a:lnTo>
                    <a:lnTo>
                      <a:pt x="3965829" y="3604046"/>
                    </a:lnTo>
                    <a:lnTo>
                      <a:pt x="3965829" y="3964046"/>
                    </a:lnTo>
                    <a:lnTo>
                      <a:pt x="3605829" y="3964046"/>
                    </a:lnTo>
                    <a:lnTo>
                      <a:pt x="2525829" y="3964046"/>
                    </a:lnTo>
                    <a:lnTo>
                      <a:pt x="2525829" y="3604046"/>
                    </a:lnTo>
                    <a:lnTo>
                      <a:pt x="3605829" y="3604046"/>
                    </a:lnTo>
                    <a:close/>
                    <a:moveTo>
                      <a:pt x="1542677" y="2468095"/>
                    </a:moveTo>
                    <a:lnTo>
                      <a:pt x="1758701" y="2468095"/>
                    </a:lnTo>
                    <a:lnTo>
                      <a:pt x="1758701" y="2835684"/>
                    </a:lnTo>
                    <a:lnTo>
                      <a:pt x="1542677" y="2835684"/>
                    </a:lnTo>
                    <a:close/>
                    <a:moveTo>
                      <a:pt x="3174101" y="2437460"/>
                    </a:moveTo>
                    <a:lnTo>
                      <a:pt x="3390125" y="2437460"/>
                    </a:lnTo>
                    <a:lnTo>
                      <a:pt x="3390125" y="2663201"/>
                    </a:lnTo>
                    <a:lnTo>
                      <a:pt x="3174101" y="2663201"/>
                    </a:lnTo>
                    <a:close/>
                    <a:moveTo>
                      <a:pt x="2809842" y="2295613"/>
                    </a:moveTo>
                    <a:lnTo>
                      <a:pt x="3025866" y="2295613"/>
                    </a:lnTo>
                    <a:lnTo>
                      <a:pt x="3025866" y="2663202"/>
                    </a:lnTo>
                    <a:lnTo>
                      <a:pt x="3389097" y="2663202"/>
                    </a:lnTo>
                    <a:lnTo>
                      <a:pt x="3389097" y="2873898"/>
                    </a:lnTo>
                    <a:lnTo>
                      <a:pt x="3389097" y="2873898"/>
                    </a:lnTo>
                    <a:lnTo>
                      <a:pt x="3389097" y="3446732"/>
                    </a:lnTo>
                    <a:lnTo>
                      <a:pt x="3173073" y="3446732"/>
                    </a:lnTo>
                    <a:lnTo>
                      <a:pt x="3173073" y="2879226"/>
                    </a:lnTo>
                    <a:lnTo>
                      <a:pt x="3021508" y="2879226"/>
                    </a:lnTo>
                    <a:lnTo>
                      <a:pt x="3021508" y="2663202"/>
                    </a:lnTo>
                    <a:lnTo>
                      <a:pt x="2809842" y="2663202"/>
                    </a:lnTo>
                    <a:close/>
                    <a:moveTo>
                      <a:pt x="2093780" y="2089306"/>
                    </a:moveTo>
                    <a:lnTo>
                      <a:pt x="2309804" y="2089306"/>
                    </a:lnTo>
                    <a:lnTo>
                      <a:pt x="2309804" y="2315047"/>
                    </a:lnTo>
                    <a:lnTo>
                      <a:pt x="2093780" y="2315047"/>
                    </a:lnTo>
                    <a:close/>
                    <a:moveTo>
                      <a:pt x="2656492" y="1853849"/>
                    </a:moveTo>
                    <a:lnTo>
                      <a:pt x="2872516" y="1853849"/>
                    </a:lnTo>
                    <a:lnTo>
                      <a:pt x="2872516" y="2038657"/>
                    </a:lnTo>
                    <a:lnTo>
                      <a:pt x="2989835" y="2038657"/>
                    </a:lnTo>
                    <a:lnTo>
                      <a:pt x="2989835" y="1887092"/>
                    </a:lnTo>
                    <a:lnTo>
                      <a:pt x="3205859" y="1887092"/>
                    </a:lnTo>
                    <a:lnTo>
                      <a:pt x="3205859" y="2028940"/>
                    </a:lnTo>
                    <a:lnTo>
                      <a:pt x="3390125" y="2028940"/>
                    </a:lnTo>
                    <a:lnTo>
                      <a:pt x="3390125" y="2254681"/>
                    </a:lnTo>
                    <a:lnTo>
                      <a:pt x="3205859" y="2254681"/>
                    </a:lnTo>
                    <a:lnTo>
                      <a:pt x="3174101" y="2254681"/>
                    </a:lnTo>
                    <a:lnTo>
                      <a:pt x="3005149" y="2254681"/>
                    </a:lnTo>
                    <a:lnTo>
                      <a:pt x="2989835" y="2254681"/>
                    </a:lnTo>
                    <a:lnTo>
                      <a:pt x="2688721" y="2254681"/>
                    </a:lnTo>
                    <a:lnTo>
                      <a:pt x="2688721" y="2447179"/>
                    </a:lnTo>
                    <a:lnTo>
                      <a:pt x="2488606" y="2447179"/>
                    </a:lnTo>
                    <a:lnTo>
                      <a:pt x="2488606" y="2663841"/>
                    </a:lnTo>
                    <a:lnTo>
                      <a:pt x="2486018" y="2663841"/>
                    </a:lnTo>
                    <a:lnTo>
                      <a:pt x="2486018" y="2846997"/>
                    </a:lnTo>
                    <a:lnTo>
                      <a:pt x="2840287" y="2846997"/>
                    </a:lnTo>
                    <a:lnTo>
                      <a:pt x="2840287" y="3046907"/>
                    </a:lnTo>
                    <a:lnTo>
                      <a:pt x="3045880" y="3046907"/>
                    </a:lnTo>
                    <a:lnTo>
                      <a:pt x="3045880" y="3272648"/>
                    </a:lnTo>
                    <a:lnTo>
                      <a:pt x="2829856" y="3272648"/>
                    </a:lnTo>
                    <a:lnTo>
                      <a:pt x="2829856" y="3063021"/>
                    </a:lnTo>
                    <a:lnTo>
                      <a:pt x="2472698" y="3063021"/>
                    </a:lnTo>
                    <a:lnTo>
                      <a:pt x="2472698" y="2847499"/>
                    </a:lnTo>
                    <a:lnTo>
                      <a:pt x="2093780" y="2847499"/>
                    </a:lnTo>
                    <a:lnTo>
                      <a:pt x="2088510" y="2847499"/>
                    </a:lnTo>
                    <a:lnTo>
                      <a:pt x="1910267" y="2847499"/>
                    </a:lnTo>
                    <a:lnTo>
                      <a:pt x="1910267" y="3028023"/>
                    </a:lnTo>
                    <a:lnTo>
                      <a:pt x="2277575" y="3028023"/>
                    </a:lnTo>
                    <a:lnTo>
                      <a:pt x="2277575" y="3241488"/>
                    </a:lnTo>
                    <a:lnTo>
                      <a:pt x="2829855" y="3241488"/>
                    </a:lnTo>
                    <a:lnTo>
                      <a:pt x="2829855" y="3457512"/>
                    </a:lnTo>
                    <a:lnTo>
                      <a:pt x="2269993" y="3457512"/>
                    </a:lnTo>
                    <a:lnTo>
                      <a:pt x="2269993" y="3244047"/>
                    </a:lnTo>
                    <a:lnTo>
                      <a:pt x="2111604" y="3244047"/>
                    </a:lnTo>
                    <a:lnTo>
                      <a:pt x="2111604" y="3446733"/>
                    </a:lnTo>
                    <a:lnTo>
                      <a:pt x="1744015" y="3446733"/>
                    </a:lnTo>
                    <a:lnTo>
                      <a:pt x="1744015" y="3230709"/>
                    </a:lnTo>
                    <a:lnTo>
                      <a:pt x="1909986" y="3230709"/>
                    </a:lnTo>
                    <a:lnTo>
                      <a:pt x="1909986" y="3051709"/>
                    </a:lnTo>
                    <a:lnTo>
                      <a:pt x="1542678" y="3051709"/>
                    </a:lnTo>
                    <a:lnTo>
                      <a:pt x="1542678" y="2835685"/>
                    </a:lnTo>
                    <a:lnTo>
                      <a:pt x="1877756" y="2835685"/>
                    </a:lnTo>
                    <a:lnTo>
                      <a:pt x="1877756" y="2315047"/>
                    </a:lnTo>
                    <a:lnTo>
                      <a:pt x="2093780" y="2315047"/>
                    </a:lnTo>
                    <a:lnTo>
                      <a:pt x="2093780" y="2631475"/>
                    </a:lnTo>
                    <a:lnTo>
                      <a:pt x="2272582" y="2631475"/>
                    </a:lnTo>
                    <a:lnTo>
                      <a:pt x="2272582" y="2438100"/>
                    </a:lnTo>
                    <a:lnTo>
                      <a:pt x="2472697" y="2438100"/>
                    </a:lnTo>
                    <a:lnTo>
                      <a:pt x="2472697" y="2254681"/>
                    </a:lnTo>
                    <a:lnTo>
                      <a:pt x="2472697" y="2221438"/>
                    </a:lnTo>
                    <a:lnTo>
                      <a:pt x="2472697" y="2038657"/>
                    </a:lnTo>
                    <a:lnTo>
                      <a:pt x="2656492" y="2038657"/>
                    </a:lnTo>
                    <a:close/>
                    <a:moveTo>
                      <a:pt x="2989836" y="1667759"/>
                    </a:moveTo>
                    <a:lnTo>
                      <a:pt x="3357425" y="1667759"/>
                    </a:lnTo>
                    <a:lnTo>
                      <a:pt x="3357425" y="1883783"/>
                    </a:lnTo>
                    <a:lnTo>
                      <a:pt x="2989836" y="1883783"/>
                    </a:lnTo>
                    <a:close/>
                    <a:moveTo>
                      <a:pt x="2309586" y="1554888"/>
                    </a:moveTo>
                    <a:lnTo>
                      <a:pt x="2829824" y="1554888"/>
                    </a:lnTo>
                    <a:lnTo>
                      <a:pt x="2829824" y="1770912"/>
                    </a:lnTo>
                    <a:lnTo>
                      <a:pt x="2525643" y="1770912"/>
                    </a:lnTo>
                    <a:lnTo>
                      <a:pt x="2525643" y="1927296"/>
                    </a:lnTo>
                    <a:lnTo>
                      <a:pt x="2309619" y="1927296"/>
                    </a:lnTo>
                    <a:lnTo>
                      <a:pt x="2309619" y="1770912"/>
                    </a:lnTo>
                    <a:lnTo>
                      <a:pt x="2309586" y="1770912"/>
                    </a:lnTo>
                    <a:close/>
                    <a:moveTo>
                      <a:pt x="616397" y="1550030"/>
                    </a:moveTo>
                    <a:lnTo>
                      <a:pt x="808855" y="1550030"/>
                    </a:lnTo>
                    <a:lnTo>
                      <a:pt x="832421" y="1550030"/>
                    </a:lnTo>
                    <a:lnTo>
                      <a:pt x="1024879" y="1550030"/>
                    </a:lnTo>
                    <a:lnTo>
                      <a:pt x="1024879" y="1775771"/>
                    </a:lnTo>
                    <a:lnTo>
                      <a:pt x="832421" y="1775771"/>
                    </a:lnTo>
                    <a:lnTo>
                      <a:pt x="832421" y="2079590"/>
                    </a:lnTo>
                    <a:lnTo>
                      <a:pt x="1028931" y="2079590"/>
                    </a:lnTo>
                    <a:lnTo>
                      <a:pt x="1192537" y="2079590"/>
                    </a:lnTo>
                    <a:lnTo>
                      <a:pt x="1244955" y="2079590"/>
                    </a:lnTo>
                    <a:lnTo>
                      <a:pt x="1244955" y="2231155"/>
                    </a:lnTo>
                    <a:lnTo>
                      <a:pt x="1468668" y="2231155"/>
                    </a:lnTo>
                    <a:lnTo>
                      <a:pt x="1468668" y="2447179"/>
                    </a:lnTo>
                    <a:lnTo>
                      <a:pt x="1244955" y="2447179"/>
                    </a:lnTo>
                    <a:lnTo>
                      <a:pt x="1244955" y="2447179"/>
                    </a:lnTo>
                    <a:lnTo>
                      <a:pt x="1028931" y="2447179"/>
                    </a:lnTo>
                    <a:lnTo>
                      <a:pt x="1028931" y="2295614"/>
                    </a:lnTo>
                    <a:lnTo>
                      <a:pt x="619703" y="2295614"/>
                    </a:lnTo>
                    <a:lnTo>
                      <a:pt x="619703" y="2082482"/>
                    </a:lnTo>
                    <a:lnTo>
                      <a:pt x="616397" y="2082482"/>
                    </a:lnTo>
                    <a:close/>
                    <a:moveTo>
                      <a:pt x="1747452" y="1324289"/>
                    </a:moveTo>
                    <a:lnTo>
                      <a:pt x="1963476" y="1324289"/>
                    </a:lnTo>
                    <a:lnTo>
                      <a:pt x="1963476" y="1528779"/>
                    </a:lnTo>
                    <a:lnTo>
                      <a:pt x="2151955" y="1528779"/>
                    </a:lnTo>
                    <a:lnTo>
                      <a:pt x="2151955" y="1754520"/>
                    </a:lnTo>
                    <a:lnTo>
                      <a:pt x="1935931" y="1754520"/>
                    </a:lnTo>
                    <a:lnTo>
                      <a:pt x="1935931" y="1550030"/>
                    </a:lnTo>
                    <a:lnTo>
                      <a:pt x="1758702" y="1550030"/>
                    </a:lnTo>
                    <a:lnTo>
                      <a:pt x="1758702" y="1863566"/>
                    </a:lnTo>
                    <a:lnTo>
                      <a:pt x="2119726" y="1863566"/>
                    </a:lnTo>
                    <a:lnTo>
                      <a:pt x="2119726" y="2079590"/>
                    </a:lnTo>
                    <a:lnTo>
                      <a:pt x="1761543" y="2079590"/>
                    </a:lnTo>
                    <a:lnTo>
                      <a:pt x="1761543" y="2259540"/>
                    </a:lnTo>
                    <a:lnTo>
                      <a:pt x="1545519" y="2259540"/>
                    </a:lnTo>
                    <a:lnTo>
                      <a:pt x="1545519" y="2082482"/>
                    </a:lnTo>
                    <a:lnTo>
                      <a:pt x="1542678" y="2082482"/>
                    </a:lnTo>
                    <a:lnTo>
                      <a:pt x="1542678" y="2079589"/>
                    </a:lnTo>
                    <a:lnTo>
                      <a:pt x="1030691" y="2079589"/>
                    </a:lnTo>
                    <a:lnTo>
                      <a:pt x="1030691" y="1863565"/>
                    </a:lnTo>
                    <a:lnTo>
                      <a:pt x="1192537" y="1863565"/>
                    </a:lnTo>
                    <a:lnTo>
                      <a:pt x="1192537" y="1662900"/>
                    </a:lnTo>
                    <a:lnTo>
                      <a:pt x="1440000" y="1662900"/>
                    </a:lnTo>
                    <a:lnTo>
                      <a:pt x="1440000" y="1863565"/>
                    </a:lnTo>
                    <a:lnTo>
                      <a:pt x="1542678" y="1863565"/>
                    </a:lnTo>
                    <a:lnTo>
                      <a:pt x="1542678" y="1550030"/>
                    </a:lnTo>
                    <a:lnTo>
                      <a:pt x="1747452" y="1550030"/>
                    </a:lnTo>
                    <a:close/>
                    <a:moveTo>
                      <a:pt x="2802267" y="814725"/>
                    </a:moveTo>
                    <a:lnTo>
                      <a:pt x="3162307" y="814725"/>
                    </a:lnTo>
                    <a:lnTo>
                      <a:pt x="3162307" y="1174725"/>
                    </a:lnTo>
                    <a:lnTo>
                      <a:pt x="2802267" y="1174725"/>
                    </a:lnTo>
                    <a:close/>
                    <a:moveTo>
                      <a:pt x="884915" y="814725"/>
                    </a:moveTo>
                    <a:lnTo>
                      <a:pt x="1244955" y="814725"/>
                    </a:lnTo>
                    <a:lnTo>
                      <a:pt x="1244955" y="1174725"/>
                    </a:lnTo>
                    <a:lnTo>
                      <a:pt x="884915" y="1174725"/>
                    </a:lnTo>
                    <a:close/>
                    <a:moveTo>
                      <a:pt x="2691077" y="703515"/>
                    </a:moveTo>
                    <a:lnTo>
                      <a:pt x="2691077" y="1285935"/>
                    </a:lnTo>
                    <a:lnTo>
                      <a:pt x="3273497" y="1285935"/>
                    </a:lnTo>
                    <a:lnTo>
                      <a:pt x="3273497" y="703515"/>
                    </a:lnTo>
                    <a:close/>
                    <a:moveTo>
                      <a:pt x="773725" y="703515"/>
                    </a:moveTo>
                    <a:lnTo>
                      <a:pt x="773725" y="1285935"/>
                    </a:lnTo>
                    <a:lnTo>
                      <a:pt x="1356145" y="1285935"/>
                    </a:lnTo>
                    <a:lnTo>
                      <a:pt x="1356145" y="703515"/>
                    </a:lnTo>
                    <a:close/>
                    <a:moveTo>
                      <a:pt x="2531162" y="543600"/>
                    </a:moveTo>
                    <a:lnTo>
                      <a:pt x="3433412" y="543600"/>
                    </a:lnTo>
                    <a:lnTo>
                      <a:pt x="3433412" y="1445850"/>
                    </a:lnTo>
                    <a:lnTo>
                      <a:pt x="2531162" y="1445850"/>
                    </a:lnTo>
                    <a:close/>
                    <a:moveTo>
                      <a:pt x="613810" y="543600"/>
                    </a:moveTo>
                    <a:lnTo>
                      <a:pt x="1516060" y="543600"/>
                    </a:lnTo>
                    <a:lnTo>
                      <a:pt x="1516060" y="1445850"/>
                    </a:lnTo>
                    <a:lnTo>
                      <a:pt x="613810" y="1445850"/>
                    </a:lnTo>
                    <a:close/>
                    <a:moveTo>
                      <a:pt x="2088509" y="543244"/>
                    </a:moveTo>
                    <a:lnTo>
                      <a:pt x="2283187" y="543244"/>
                    </a:lnTo>
                    <a:lnTo>
                      <a:pt x="2283187" y="759268"/>
                    </a:lnTo>
                    <a:lnTo>
                      <a:pt x="2088509" y="759268"/>
                    </a:lnTo>
                    <a:close/>
                    <a:moveTo>
                      <a:pt x="1751276" y="543243"/>
                    </a:moveTo>
                    <a:lnTo>
                      <a:pt x="1967300" y="543243"/>
                    </a:lnTo>
                    <a:lnTo>
                      <a:pt x="1967300" y="986389"/>
                    </a:lnTo>
                    <a:lnTo>
                      <a:pt x="2119726" y="986389"/>
                    </a:lnTo>
                    <a:lnTo>
                      <a:pt x="2119726" y="986388"/>
                    </a:lnTo>
                    <a:lnTo>
                      <a:pt x="2335750" y="986388"/>
                    </a:lnTo>
                    <a:lnTo>
                      <a:pt x="2335750" y="1491348"/>
                    </a:lnTo>
                    <a:lnTo>
                      <a:pt x="2119726" y="1491348"/>
                    </a:lnTo>
                    <a:lnTo>
                      <a:pt x="2119726" y="1202413"/>
                    </a:lnTo>
                    <a:lnTo>
                      <a:pt x="1747396" y="1202413"/>
                    </a:lnTo>
                    <a:lnTo>
                      <a:pt x="1747396" y="986389"/>
                    </a:lnTo>
                    <a:lnTo>
                      <a:pt x="1751276" y="986389"/>
                    </a:lnTo>
                    <a:close/>
                    <a:moveTo>
                      <a:pt x="4409" y="5850"/>
                    </a:moveTo>
                    <a:lnTo>
                      <a:pt x="364409" y="5850"/>
                    </a:lnTo>
                    <a:lnTo>
                      <a:pt x="1444409" y="5850"/>
                    </a:lnTo>
                    <a:lnTo>
                      <a:pt x="1444409" y="365850"/>
                    </a:lnTo>
                    <a:lnTo>
                      <a:pt x="364409" y="365850"/>
                    </a:lnTo>
                    <a:lnTo>
                      <a:pt x="364409" y="1445850"/>
                    </a:lnTo>
                    <a:lnTo>
                      <a:pt x="4409" y="1445850"/>
                    </a:lnTo>
                    <a:lnTo>
                      <a:pt x="4409" y="365850"/>
                    </a:lnTo>
                    <a:close/>
                    <a:moveTo>
                      <a:pt x="2531162" y="0"/>
                    </a:moveTo>
                    <a:lnTo>
                      <a:pt x="3611162" y="0"/>
                    </a:lnTo>
                    <a:lnTo>
                      <a:pt x="3971162" y="0"/>
                    </a:lnTo>
                    <a:lnTo>
                      <a:pt x="3971162" y="360000"/>
                    </a:lnTo>
                    <a:lnTo>
                      <a:pt x="3971162" y="1440000"/>
                    </a:lnTo>
                    <a:lnTo>
                      <a:pt x="3611162" y="1440000"/>
                    </a:lnTo>
                    <a:lnTo>
                      <a:pt x="3611162" y="360000"/>
                    </a:lnTo>
                    <a:lnTo>
                      <a:pt x="2531162" y="36000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828" name="Google Shape;1828;p47"/>
              <p:cNvSpPr/>
              <p:nvPr/>
            </p:nvSpPr>
            <p:spPr>
              <a:xfrm>
                <a:off x="10999746" y="4139499"/>
                <a:ext cx="330940" cy="232884"/>
              </a:xfrm>
              <a:custGeom>
                <a:rect b="b" l="l" r="r" t="t"/>
                <a:pathLst>
                  <a:path extrusionOk="0" h="2736304" w="3888432">
                    <a:moveTo>
                      <a:pt x="1324542" y="1693069"/>
                    </a:moveTo>
                    <a:lnTo>
                      <a:pt x="1371242" y="1693069"/>
                    </a:lnTo>
                    <a:cubicBezTo>
                      <a:pt x="1385857" y="1693069"/>
                      <a:pt x="1397704" y="1704917"/>
                      <a:pt x="1397704" y="1719531"/>
                    </a:cubicBezTo>
                    <a:lnTo>
                      <a:pt x="1397704" y="1766231"/>
                    </a:lnTo>
                    <a:cubicBezTo>
                      <a:pt x="1397704" y="1780846"/>
                      <a:pt x="1385857" y="1792693"/>
                      <a:pt x="1371242" y="1792693"/>
                    </a:cubicBezTo>
                    <a:lnTo>
                      <a:pt x="1324542" y="1792693"/>
                    </a:lnTo>
                    <a:cubicBezTo>
                      <a:pt x="1309928" y="1792693"/>
                      <a:pt x="1298080" y="1780846"/>
                      <a:pt x="1298080" y="1766231"/>
                    </a:cubicBezTo>
                    <a:lnTo>
                      <a:pt x="1298080" y="1719531"/>
                    </a:lnTo>
                    <a:cubicBezTo>
                      <a:pt x="1298080" y="1704917"/>
                      <a:pt x="1309928" y="1693069"/>
                      <a:pt x="1324542" y="1693069"/>
                    </a:cubicBezTo>
                    <a:close/>
                    <a:moveTo>
                      <a:pt x="1174792" y="1693069"/>
                    </a:moveTo>
                    <a:lnTo>
                      <a:pt x="1221492" y="1693069"/>
                    </a:lnTo>
                    <a:cubicBezTo>
                      <a:pt x="1236107" y="1693069"/>
                      <a:pt x="1247954" y="1704917"/>
                      <a:pt x="1247954" y="1719531"/>
                    </a:cubicBezTo>
                    <a:lnTo>
                      <a:pt x="1247954" y="1766231"/>
                    </a:lnTo>
                    <a:cubicBezTo>
                      <a:pt x="1247954" y="1780846"/>
                      <a:pt x="1236107" y="1792693"/>
                      <a:pt x="1221492" y="1792693"/>
                    </a:cubicBezTo>
                    <a:lnTo>
                      <a:pt x="1174792" y="1792693"/>
                    </a:lnTo>
                    <a:cubicBezTo>
                      <a:pt x="1160178" y="1792693"/>
                      <a:pt x="1148330" y="1780846"/>
                      <a:pt x="1148330" y="1766231"/>
                    </a:cubicBezTo>
                    <a:lnTo>
                      <a:pt x="1148330" y="1719531"/>
                    </a:lnTo>
                    <a:cubicBezTo>
                      <a:pt x="1148330" y="1704917"/>
                      <a:pt x="1160178" y="1693069"/>
                      <a:pt x="1174792" y="1693069"/>
                    </a:cubicBezTo>
                    <a:close/>
                    <a:moveTo>
                      <a:pt x="1025670" y="1693069"/>
                    </a:moveTo>
                    <a:lnTo>
                      <a:pt x="1072369" y="1693069"/>
                    </a:lnTo>
                    <a:cubicBezTo>
                      <a:pt x="1086984" y="1693069"/>
                      <a:pt x="1098832" y="1704917"/>
                      <a:pt x="1098832" y="1719531"/>
                    </a:cubicBezTo>
                    <a:lnTo>
                      <a:pt x="1098832" y="1766231"/>
                    </a:lnTo>
                    <a:cubicBezTo>
                      <a:pt x="1098832" y="1780846"/>
                      <a:pt x="1086984" y="1792693"/>
                      <a:pt x="1072369" y="1792693"/>
                    </a:cubicBezTo>
                    <a:lnTo>
                      <a:pt x="1025670" y="1792693"/>
                    </a:lnTo>
                    <a:cubicBezTo>
                      <a:pt x="1011055" y="1792693"/>
                      <a:pt x="999207" y="1780846"/>
                      <a:pt x="999207" y="1766231"/>
                    </a:cubicBezTo>
                    <a:lnTo>
                      <a:pt x="999207" y="1719531"/>
                    </a:lnTo>
                    <a:cubicBezTo>
                      <a:pt x="999207" y="1704917"/>
                      <a:pt x="1011055" y="1693069"/>
                      <a:pt x="1025670" y="1693069"/>
                    </a:cubicBezTo>
                    <a:close/>
                    <a:moveTo>
                      <a:pt x="2538530" y="1609316"/>
                    </a:moveTo>
                    <a:lnTo>
                      <a:pt x="2133002" y="1939195"/>
                    </a:lnTo>
                    <a:lnTo>
                      <a:pt x="3272021" y="1939195"/>
                    </a:lnTo>
                    <a:lnTo>
                      <a:pt x="2866494" y="1609316"/>
                    </a:lnTo>
                    <a:close/>
                    <a:moveTo>
                      <a:pt x="1324542" y="1547147"/>
                    </a:moveTo>
                    <a:lnTo>
                      <a:pt x="1371242" y="1547147"/>
                    </a:lnTo>
                    <a:cubicBezTo>
                      <a:pt x="1385857" y="1547147"/>
                      <a:pt x="1397704" y="1558995"/>
                      <a:pt x="1397704" y="1573609"/>
                    </a:cubicBezTo>
                    <a:lnTo>
                      <a:pt x="1397704" y="1620309"/>
                    </a:lnTo>
                    <a:cubicBezTo>
                      <a:pt x="1397704" y="1634924"/>
                      <a:pt x="1385857" y="1646771"/>
                      <a:pt x="1371242" y="1646771"/>
                    </a:cubicBezTo>
                    <a:lnTo>
                      <a:pt x="1324542" y="1646771"/>
                    </a:lnTo>
                    <a:cubicBezTo>
                      <a:pt x="1309928" y="1646771"/>
                      <a:pt x="1298080" y="1634924"/>
                      <a:pt x="1298080" y="1620309"/>
                    </a:cubicBezTo>
                    <a:lnTo>
                      <a:pt x="1298080" y="1573609"/>
                    </a:lnTo>
                    <a:cubicBezTo>
                      <a:pt x="1298080" y="1558995"/>
                      <a:pt x="1309928" y="1547147"/>
                      <a:pt x="1324542" y="1547147"/>
                    </a:cubicBezTo>
                    <a:close/>
                    <a:moveTo>
                      <a:pt x="1174792" y="1547147"/>
                    </a:moveTo>
                    <a:lnTo>
                      <a:pt x="1221492" y="1547147"/>
                    </a:lnTo>
                    <a:cubicBezTo>
                      <a:pt x="1236107" y="1547147"/>
                      <a:pt x="1247954" y="1558995"/>
                      <a:pt x="1247954" y="1573609"/>
                    </a:cubicBezTo>
                    <a:lnTo>
                      <a:pt x="1247954" y="1620309"/>
                    </a:lnTo>
                    <a:cubicBezTo>
                      <a:pt x="1247954" y="1634924"/>
                      <a:pt x="1236107" y="1646771"/>
                      <a:pt x="1221492" y="1646771"/>
                    </a:cubicBezTo>
                    <a:lnTo>
                      <a:pt x="1174792" y="1646771"/>
                    </a:lnTo>
                    <a:cubicBezTo>
                      <a:pt x="1160178" y="1646771"/>
                      <a:pt x="1148330" y="1634924"/>
                      <a:pt x="1148330" y="1620309"/>
                    </a:cubicBezTo>
                    <a:lnTo>
                      <a:pt x="1148330" y="1573609"/>
                    </a:lnTo>
                    <a:cubicBezTo>
                      <a:pt x="1148330" y="1558995"/>
                      <a:pt x="1160178" y="1547147"/>
                      <a:pt x="1174792" y="1547147"/>
                    </a:cubicBezTo>
                    <a:close/>
                    <a:moveTo>
                      <a:pt x="1025670" y="1547147"/>
                    </a:moveTo>
                    <a:lnTo>
                      <a:pt x="1072369" y="1547147"/>
                    </a:lnTo>
                    <a:cubicBezTo>
                      <a:pt x="1086984" y="1547147"/>
                      <a:pt x="1098832" y="1558995"/>
                      <a:pt x="1098832" y="1573609"/>
                    </a:cubicBezTo>
                    <a:lnTo>
                      <a:pt x="1098832" y="1620309"/>
                    </a:lnTo>
                    <a:cubicBezTo>
                      <a:pt x="1098832" y="1634924"/>
                      <a:pt x="1086984" y="1646771"/>
                      <a:pt x="1072369" y="1646771"/>
                    </a:cubicBezTo>
                    <a:lnTo>
                      <a:pt x="1025670" y="1646771"/>
                    </a:lnTo>
                    <a:cubicBezTo>
                      <a:pt x="1011055" y="1646771"/>
                      <a:pt x="999207" y="1634924"/>
                      <a:pt x="999207" y="1620309"/>
                    </a:cubicBezTo>
                    <a:lnTo>
                      <a:pt x="999207" y="1573609"/>
                    </a:lnTo>
                    <a:cubicBezTo>
                      <a:pt x="999207" y="1558995"/>
                      <a:pt x="1011055" y="1547147"/>
                      <a:pt x="1025670" y="1547147"/>
                    </a:cubicBezTo>
                    <a:close/>
                    <a:moveTo>
                      <a:pt x="2504665" y="1505875"/>
                    </a:moveTo>
                    <a:cubicBezTo>
                      <a:pt x="2501347" y="1505875"/>
                      <a:pt x="2498657" y="1508565"/>
                      <a:pt x="2498657" y="1511883"/>
                    </a:cubicBezTo>
                    <a:lnTo>
                      <a:pt x="2498657" y="1535912"/>
                    </a:lnTo>
                    <a:cubicBezTo>
                      <a:pt x="2498657" y="1539230"/>
                      <a:pt x="2501347" y="1541920"/>
                      <a:pt x="2504665" y="1541920"/>
                    </a:cubicBezTo>
                    <a:lnTo>
                      <a:pt x="2893211" y="1541920"/>
                    </a:lnTo>
                    <a:cubicBezTo>
                      <a:pt x="2896529" y="1541920"/>
                      <a:pt x="2899219" y="1539230"/>
                      <a:pt x="2899219" y="1535912"/>
                    </a:cubicBezTo>
                    <a:lnTo>
                      <a:pt x="2899219" y="1511883"/>
                    </a:lnTo>
                    <a:cubicBezTo>
                      <a:pt x="2899219" y="1508565"/>
                      <a:pt x="2896529" y="1505875"/>
                      <a:pt x="2893211" y="1505875"/>
                    </a:cubicBezTo>
                    <a:close/>
                    <a:moveTo>
                      <a:pt x="2504665" y="1422733"/>
                    </a:moveTo>
                    <a:cubicBezTo>
                      <a:pt x="2501347" y="1422733"/>
                      <a:pt x="2498657" y="1425422"/>
                      <a:pt x="2498657" y="1428740"/>
                    </a:cubicBezTo>
                    <a:lnTo>
                      <a:pt x="2498657" y="1452770"/>
                    </a:lnTo>
                    <a:cubicBezTo>
                      <a:pt x="2498657" y="1456088"/>
                      <a:pt x="2501347" y="1458777"/>
                      <a:pt x="2504665" y="1458777"/>
                    </a:cubicBezTo>
                    <a:lnTo>
                      <a:pt x="2893211" y="1458777"/>
                    </a:lnTo>
                    <a:cubicBezTo>
                      <a:pt x="2896529" y="1458777"/>
                      <a:pt x="2899219" y="1456088"/>
                      <a:pt x="2899219" y="1452770"/>
                    </a:cubicBezTo>
                    <a:lnTo>
                      <a:pt x="2899219" y="1428740"/>
                    </a:lnTo>
                    <a:cubicBezTo>
                      <a:pt x="2899219" y="1425422"/>
                      <a:pt x="2896529" y="1422733"/>
                      <a:pt x="2893211" y="1422733"/>
                    </a:cubicBezTo>
                    <a:close/>
                    <a:moveTo>
                      <a:pt x="1324542" y="1401225"/>
                    </a:moveTo>
                    <a:lnTo>
                      <a:pt x="1371242" y="1401225"/>
                    </a:lnTo>
                    <a:cubicBezTo>
                      <a:pt x="1385857" y="1401225"/>
                      <a:pt x="1397704" y="1413073"/>
                      <a:pt x="1397704" y="1427687"/>
                    </a:cubicBezTo>
                    <a:lnTo>
                      <a:pt x="1397704" y="1474387"/>
                    </a:lnTo>
                    <a:cubicBezTo>
                      <a:pt x="1397704" y="1489001"/>
                      <a:pt x="1385857" y="1500849"/>
                      <a:pt x="1371242" y="1500849"/>
                    </a:cubicBezTo>
                    <a:lnTo>
                      <a:pt x="1324542" y="1500849"/>
                    </a:lnTo>
                    <a:cubicBezTo>
                      <a:pt x="1309928" y="1500849"/>
                      <a:pt x="1298080" y="1489001"/>
                      <a:pt x="1298080" y="1474387"/>
                    </a:cubicBezTo>
                    <a:lnTo>
                      <a:pt x="1298080" y="1427687"/>
                    </a:lnTo>
                    <a:cubicBezTo>
                      <a:pt x="1298080" y="1413073"/>
                      <a:pt x="1309928" y="1401225"/>
                      <a:pt x="1324542" y="1401225"/>
                    </a:cubicBezTo>
                    <a:close/>
                    <a:moveTo>
                      <a:pt x="1174792" y="1401225"/>
                    </a:moveTo>
                    <a:lnTo>
                      <a:pt x="1221492" y="1401225"/>
                    </a:lnTo>
                    <a:cubicBezTo>
                      <a:pt x="1236107" y="1401225"/>
                      <a:pt x="1247954" y="1413073"/>
                      <a:pt x="1247954" y="1427687"/>
                    </a:cubicBezTo>
                    <a:lnTo>
                      <a:pt x="1247954" y="1474387"/>
                    </a:lnTo>
                    <a:cubicBezTo>
                      <a:pt x="1247954" y="1489001"/>
                      <a:pt x="1236107" y="1500849"/>
                      <a:pt x="1221492" y="1500849"/>
                    </a:cubicBezTo>
                    <a:lnTo>
                      <a:pt x="1174792" y="1500849"/>
                    </a:lnTo>
                    <a:cubicBezTo>
                      <a:pt x="1160178" y="1500849"/>
                      <a:pt x="1148330" y="1489001"/>
                      <a:pt x="1148330" y="1474387"/>
                    </a:cubicBezTo>
                    <a:lnTo>
                      <a:pt x="1148330" y="1427687"/>
                    </a:lnTo>
                    <a:cubicBezTo>
                      <a:pt x="1148330" y="1413073"/>
                      <a:pt x="1160178" y="1401225"/>
                      <a:pt x="1174792" y="1401225"/>
                    </a:cubicBezTo>
                    <a:close/>
                    <a:moveTo>
                      <a:pt x="1025670" y="1401225"/>
                    </a:moveTo>
                    <a:lnTo>
                      <a:pt x="1072369" y="1401225"/>
                    </a:lnTo>
                    <a:cubicBezTo>
                      <a:pt x="1086984" y="1401225"/>
                      <a:pt x="1098832" y="1413073"/>
                      <a:pt x="1098832" y="1427687"/>
                    </a:cubicBezTo>
                    <a:lnTo>
                      <a:pt x="1098832" y="1474387"/>
                    </a:lnTo>
                    <a:cubicBezTo>
                      <a:pt x="1098832" y="1489001"/>
                      <a:pt x="1086984" y="1500849"/>
                      <a:pt x="1072369" y="1500849"/>
                    </a:cubicBezTo>
                    <a:lnTo>
                      <a:pt x="1025670" y="1500849"/>
                    </a:lnTo>
                    <a:cubicBezTo>
                      <a:pt x="1011055" y="1500849"/>
                      <a:pt x="999207" y="1489001"/>
                      <a:pt x="999207" y="1474387"/>
                    </a:cubicBezTo>
                    <a:lnTo>
                      <a:pt x="999207" y="1427687"/>
                    </a:lnTo>
                    <a:cubicBezTo>
                      <a:pt x="999207" y="1413073"/>
                      <a:pt x="1011055" y="1401225"/>
                      <a:pt x="1025670" y="1401225"/>
                    </a:cubicBezTo>
                    <a:close/>
                    <a:moveTo>
                      <a:pt x="2504665" y="1339590"/>
                    </a:moveTo>
                    <a:cubicBezTo>
                      <a:pt x="2501347" y="1339590"/>
                      <a:pt x="2498657" y="1342280"/>
                      <a:pt x="2498657" y="1345598"/>
                    </a:cubicBezTo>
                    <a:lnTo>
                      <a:pt x="2498657" y="1369628"/>
                    </a:lnTo>
                    <a:cubicBezTo>
                      <a:pt x="2498657" y="1372945"/>
                      <a:pt x="2501347" y="1375635"/>
                      <a:pt x="2504665" y="1375635"/>
                    </a:cubicBezTo>
                    <a:lnTo>
                      <a:pt x="2893211" y="1375635"/>
                    </a:lnTo>
                    <a:cubicBezTo>
                      <a:pt x="2896529" y="1375635"/>
                      <a:pt x="2899219" y="1372945"/>
                      <a:pt x="2899219" y="1369628"/>
                    </a:cubicBezTo>
                    <a:lnTo>
                      <a:pt x="2899219" y="1345598"/>
                    </a:lnTo>
                    <a:cubicBezTo>
                      <a:pt x="2899219" y="1342280"/>
                      <a:pt x="2896529" y="1339590"/>
                      <a:pt x="2893211" y="1339590"/>
                    </a:cubicBezTo>
                    <a:close/>
                    <a:moveTo>
                      <a:pt x="2088232" y="1285358"/>
                    </a:moveTo>
                    <a:lnTo>
                      <a:pt x="2088232" y="1938513"/>
                    </a:lnTo>
                    <a:lnTo>
                      <a:pt x="2504773" y="1611936"/>
                    </a:lnTo>
                    <a:close/>
                    <a:moveTo>
                      <a:pt x="3314199" y="1280118"/>
                    </a:moveTo>
                    <a:lnTo>
                      <a:pt x="2897658" y="1608841"/>
                    </a:lnTo>
                    <a:lnTo>
                      <a:pt x="3314199" y="1937564"/>
                    </a:lnTo>
                    <a:close/>
                    <a:moveTo>
                      <a:pt x="1527230" y="1221901"/>
                    </a:moveTo>
                    <a:cubicBezTo>
                      <a:pt x="1521727" y="1221901"/>
                      <a:pt x="1517267" y="1226362"/>
                      <a:pt x="1517267" y="1231864"/>
                    </a:cubicBezTo>
                    <a:lnTo>
                      <a:pt x="1517267" y="1271713"/>
                    </a:lnTo>
                    <a:cubicBezTo>
                      <a:pt x="1517267" y="1277215"/>
                      <a:pt x="1521727" y="1281676"/>
                      <a:pt x="1527230" y="1281676"/>
                    </a:cubicBezTo>
                    <a:lnTo>
                      <a:pt x="1732319" y="1281676"/>
                    </a:lnTo>
                    <a:cubicBezTo>
                      <a:pt x="1737821" y="1281676"/>
                      <a:pt x="1742281" y="1277215"/>
                      <a:pt x="1742281" y="1271713"/>
                    </a:cubicBezTo>
                    <a:lnTo>
                      <a:pt x="1742281" y="1231864"/>
                    </a:lnTo>
                    <a:cubicBezTo>
                      <a:pt x="1742281" y="1226362"/>
                      <a:pt x="1737821" y="1221901"/>
                      <a:pt x="1732319" y="1221901"/>
                    </a:cubicBezTo>
                    <a:close/>
                    <a:moveTo>
                      <a:pt x="666834" y="1221901"/>
                    </a:moveTo>
                    <a:cubicBezTo>
                      <a:pt x="661332" y="1221901"/>
                      <a:pt x="656871" y="1226362"/>
                      <a:pt x="656871" y="1231864"/>
                    </a:cubicBezTo>
                    <a:lnTo>
                      <a:pt x="656871" y="1271713"/>
                    </a:lnTo>
                    <a:cubicBezTo>
                      <a:pt x="656871" y="1277215"/>
                      <a:pt x="661332" y="1281676"/>
                      <a:pt x="666834" y="1281676"/>
                    </a:cubicBezTo>
                    <a:lnTo>
                      <a:pt x="871923" y="1281676"/>
                    </a:lnTo>
                    <a:cubicBezTo>
                      <a:pt x="877425" y="1281676"/>
                      <a:pt x="881885" y="1277215"/>
                      <a:pt x="881885" y="1271713"/>
                    </a:cubicBezTo>
                    <a:lnTo>
                      <a:pt x="881885" y="1231864"/>
                    </a:lnTo>
                    <a:cubicBezTo>
                      <a:pt x="881885" y="1226362"/>
                      <a:pt x="877425" y="1221901"/>
                      <a:pt x="871923" y="1221901"/>
                    </a:cubicBezTo>
                    <a:close/>
                    <a:moveTo>
                      <a:pt x="1052149" y="1111644"/>
                    </a:moveTo>
                    <a:cubicBezTo>
                      <a:pt x="1044919" y="1111644"/>
                      <a:pt x="1039057" y="1117506"/>
                      <a:pt x="1039057" y="1124736"/>
                    </a:cubicBezTo>
                    <a:lnTo>
                      <a:pt x="1039057" y="1168203"/>
                    </a:lnTo>
                    <a:lnTo>
                      <a:pt x="1009466" y="1168203"/>
                    </a:lnTo>
                    <a:cubicBezTo>
                      <a:pt x="969193" y="1174775"/>
                      <a:pt x="956437" y="1243393"/>
                      <a:pt x="940007" y="1277093"/>
                    </a:cubicBezTo>
                    <a:cubicBezTo>
                      <a:pt x="776268" y="1309492"/>
                      <a:pt x="775043" y="1328679"/>
                      <a:pt x="736793" y="1421744"/>
                    </a:cubicBezTo>
                    <a:lnTo>
                      <a:pt x="648072" y="1812480"/>
                    </a:lnTo>
                    <a:cubicBezTo>
                      <a:pt x="648072" y="1882463"/>
                      <a:pt x="704805" y="1939195"/>
                      <a:pt x="774788" y="1939195"/>
                    </a:cubicBezTo>
                    <a:lnTo>
                      <a:pt x="1183772" y="1939195"/>
                    </a:lnTo>
                    <a:lnTo>
                      <a:pt x="1198456" y="1939195"/>
                    </a:lnTo>
                    <a:lnTo>
                      <a:pt x="1607440" y="1939195"/>
                    </a:lnTo>
                    <a:cubicBezTo>
                      <a:pt x="1677423" y="1939195"/>
                      <a:pt x="1734156" y="1882463"/>
                      <a:pt x="1734156" y="1812480"/>
                    </a:cubicBezTo>
                    <a:lnTo>
                      <a:pt x="1645435" y="1421744"/>
                    </a:lnTo>
                    <a:cubicBezTo>
                      <a:pt x="1607185" y="1328679"/>
                      <a:pt x="1605960" y="1309492"/>
                      <a:pt x="1442221" y="1277093"/>
                    </a:cubicBezTo>
                    <a:cubicBezTo>
                      <a:pt x="1425791" y="1243393"/>
                      <a:pt x="1413035" y="1174775"/>
                      <a:pt x="1372762" y="1168203"/>
                    </a:cubicBezTo>
                    <a:lnTo>
                      <a:pt x="1357854" y="1168203"/>
                    </a:lnTo>
                    <a:lnTo>
                      <a:pt x="1357854" y="1124736"/>
                    </a:lnTo>
                    <a:cubicBezTo>
                      <a:pt x="1357854" y="1117506"/>
                      <a:pt x="1351993" y="1111644"/>
                      <a:pt x="1344762" y="1111644"/>
                    </a:cubicBezTo>
                    <a:lnTo>
                      <a:pt x="1268702" y="1111644"/>
                    </a:lnTo>
                    <a:cubicBezTo>
                      <a:pt x="1261471" y="1111644"/>
                      <a:pt x="1255610" y="1117506"/>
                      <a:pt x="1255610" y="1124736"/>
                    </a:cubicBezTo>
                    <a:lnTo>
                      <a:pt x="1255610" y="1168203"/>
                    </a:lnTo>
                    <a:lnTo>
                      <a:pt x="1198456" y="1168203"/>
                    </a:lnTo>
                    <a:lnTo>
                      <a:pt x="1183772" y="1168203"/>
                    </a:lnTo>
                    <a:lnTo>
                      <a:pt x="1141302" y="1168203"/>
                    </a:lnTo>
                    <a:lnTo>
                      <a:pt x="1141302" y="1124736"/>
                    </a:lnTo>
                    <a:cubicBezTo>
                      <a:pt x="1141302" y="1117506"/>
                      <a:pt x="1135440" y="1111644"/>
                      <a:pt x="1128210" y="1111644"/>
                    </a:cubicBezTo>
                    <a:close/>
                    <a:moveTo>
                      <a:pt x="2705133" y="840243"/>
                    </a:moveTo>
                    <a:lnTo>
                      <a:pt x="2088233" y="1255464"/>
                    </a:lnTo>
                    <a:lnTo>
                      <a:pt x="2299068" y="1414858"/>
                    </a:lnTo>
                    <a:lnTo>
                      <a:pt x="2299068" y="1228076"/>
                    </a:lnTo>
                    <a:lnTo>
                      <a:pt x="3108494" y="1228076"/>
                    </a:lnTo>
                    <a:lnTo>
                      <a:pt x="3108494" y="1416902"/>
                    </a:lnTo>
                    <a:lnTo>
                      <a:pt x="3322033" y="1255464"/>
                    </a:lnTo>
                    <a:lnTo>
                      <a:pt x="3322033" y="1255464"/>
                    </a:lnTo>
                    <a:close/>
                    <a:moveTo>
                      <a:pt x="1195706" y="835207"/>
                    </a:moveTo>
                    <a:lnTo>
                      <a:pt x="1195706" y="835221"/>
                    </a:lnTo>
                    <a:cubicBezTo>
                      <a:pt x="866618" y="834160"/>
                      <a:pt x="692194" y="969423"/>
                      <a:pt x="665970" y="1132153"/>
                    </a:cubicBezTo>
                    <a:cubicBezTo>
                      <a:pt x="665970" y="1145595"/>
                      <a:pt x="659622" y="1181725"/>
                      <a:pt x="663418" y="1194550"/>
                    </a:cubicBezTo>
                    <a:lnTo>
                      <a:pt x="878440" y="1194550"/>
                    </a:lnTo>
                    <a:cubicBezTo>
                      <a:pt x="887485" y="1007425"/>
                      <a:pt x="1085027" y="1006045"/>
                      <a:pt x="1195706" y="1007712"/>
                    </a:cubicBezTo>
                    <a:lnTo>
                      <a:pt x="1195706" y="1007714"/>
                    </a:lnTo>
                    <a:cubicBezTo>
                      <a:pt x="1195809" y="1007712"/>
                      <a:pt x="1195911" y="1007710"/>
                      <a:pt x="1196014" y="1007712"/>
                    </a:cubicBezTo>
                    <a:lnTo>
                      <a:pt x="1196322" y="1007714"/>
                    </a:lnTo>
                    <a:lnTo>
                      <a:pt x="1196322" y="1007712"/>
                    </a:lnTo>
                    <a:cubicBezTo>
                      <a:pt x="1307001" y="1006045"/>
                      <a:pt x="1504542" y="1007425"/>
                      <a:pt x="1513587" y="1194550"/>
                    </a:cubicBezTo>
                    <a:lnTo>
                      <a:pt x="1728609" y="1194550"/>
                    </a:lnTo>
                    <a:cubicBezTo>
                      <a:pt x="1732405" y="1181725"/>
                      <a:pt x="1726057" y="1145595"/>
                      <a:pt x="1726057" y="1132153"/>
                    </a:cubicBezTo>
                    <a:cubicBezTo>
                      <a:pt x="1699834" y="969423"/>
                      <a:pt x="1525410" y="834160"/>
                      <a:pt x="1196322" y="835221"/>
                    </a:cubicBezTo>
                    <a:lnTo>
                      <a:pt x="1196322" y="835207"/>
                    </a:lnTo>
                    <a:cubicBezTo>
                      <a:pt x="1196219" y="835207"/>
                      <a:pt x="1196117" y="835206"/>
                      <a:pt x="1196014" y="835214"/>
                    </a:cubicBezTo>
                    <a:close/>
                    <a:moveTo>
                      <a:pt x="713043" y="263029"/>
                    </a:moveTo>
                    <a:lnTo>
                      <a:pt x="3158596" y="263029"/>
                    </a:lnTo>
                    <a:cubicBezTo>
                      <a:pt x="3365555" y="263029"/>
                      <a:pt x="3533328" y="430802"/>
                      <a:pt x="3533328" y="637761"/>
                    </a:cubicBezTo>
                    <a:lnTo>
                      <a:pt x="3533328" y="2136642"/>
                    </a:lnTo>
                    <a:cubicBezTo>
                      <a:pt x="3533328" y="2343601"/>
                      <a:pt x="3365555" y="2511374"/>
                      <a:pt x="3158596" y="2511374"/>
                    </a:cubicBezTo>
                    <a:lnTo>
                      <a:pt x="713043" y="2511374"/>
                    </a:lnTo>
                    <a:cubicBezTo>
                      <a:pt x="506084" y="2511374"/>
                      <a:pt x="338311" y="2343601"/>
                      <a:pt x="338311" y="2136642"/>
                    </a:cubicBezTo>
                    <a:lnTo>
                      <a:pt x="338311" y="637761"/>
                    </a:lnTo>
                    <a:cubicBezTo>
                      <a:pt x="338311" y="430802"/>
                      <a:pt x="506084" y="263029"/>
                      <a:pt x="713043" y="263029"/>
                    </a:cubicBezTo>
                    <a:close/>
                    <a:moveTo>
                      <a:pt x="593824" y="142875"/>
                    </a:moveTo>
                    <a:cubicBezTo>
                      <a:pt x="365814" y="142875"/>
                      <a:pt x="180975" y="327714"/>
                      <a:pt x="180975" y="555724"/>
                    </a:cubicBezTo>
                    <a:lnTo>
                      <a:pt x="180975" y="2207068"/>
                    </a:lnTo>
                    <a:cubicBezTo>
                      <a:pt x="180975" y="2435078"/>
                      <a:pt x="365814" y="2619917"/>
                      <a:pt x="593824" y="2619917"/>
                    </a:cubicBezTo>
                    <a:lnTo>
                      <a:pt x="3288134" y="2619917"/>
                    </a:lnTo>
                    <a:cubicBezTo>
                      <a:pt x="3516144" y="2619917"/>
                      <a:pt x="3700983" y="2435078"/>
                      <a:pt x="3700983" y="2207068"/>
                    </a:cubicBezTo>
                    <a:lnTo>
                      <a:pt x="3700983" y="555724"/>
                    </a:lnTo>
                    <a:cubicBezTo>
                      <a:pt x="3700983" y="327714"/>
                      <a:pt x="3516144" y="142875"/>
                      <a:pt x="3288134" y="142875"/>
                    </a:cubicBezTo>
                    <a:close/>
                    <a:moveTo>
                      <a:pt x="456060" y="0"/>
                    </a:moveTo>
                    <a:lnTo>
                      <a:pt x="3432372" y="0"/>
                    </a:lnTo>
                    <a:cubicBezTo>
                      <a:pt x="3684247" y="0"/>
                      <a:pt x="3888432" y="204185"/>
                      <a:pt x="3888432" y="456060"/>
                    </a:cubicBezTo>
                    <a:lnTo>
                      <a:pt x="3888432" y="2280244"/>
                    </a:lnTo>
                    <a:cubicBezTo>
                      <a:pt x="3888432" y="2532119"/>
                      <a:pt x="3684247" y="2736304"/>
                      <a:pt x="3432372" y="2736304"/>
                    </a:cubicBezTo>
                    <a:lnTo>
                      <a:pt x="456060" y="2736304"/>
                    </a:lnTo>
                    <a:cubicBezTo>
                      <a:pt x="204185" y="2736304"/>
                      <a:pt x="0" y="2532119"/>
                      <a:pt x="0" y="2280244"/>
                    </a:cubicBezTo>
                    <a:lnTo>
                      <a:pt x="0" y="456060"/>
                    </a:lnTo>
                    <a:cubicBezTo>
                      <a:pt x="0" y="204185"/>
                      <a:pt x="204185" y="0"/>
                      <a:pt x="456060"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829" name="Google Shape;1829;p47"/>
              <p:cNvSpPr/>
              <p:nvPr/>
            </p:nvSpPr>
            <p:spPr>
              <a:xfrm>
                <a:off x="9698244" y="5398653"/>
                <a:ext cx="300703" cy="366439"/>
              </a:xfrm>
              <a:custGeom>
                <a:rect b="b" l="l" r="r" t="t"/>
                <a:pathLst>
                  <a:path extrusionOk="0" h="3949460" w="3240944">
                    <a:moveTo>
                      <a:pt x="2411668" y="919204"/>
                    </a:moveTo>
                    <a:cubicBezTo>
                      <a:pt x="2652037" y="921566"/>
                      <a:pt x="2997179" y="1088232"/>
                      <a:pt x="3147060" y="1333480"/>
                    </a:cubicBezTo>
                    <a:cubicBezTo>
                      <a:pt x="2837519" y="1559133"/>
                      <a:pt x="2713715" y="1818123"/>
                      <a:pt x="2716116" y="2148550"/>
                    </a:cubicBezTo>
                    <a:cubicBezTo>
                      <a:pt x="2724370" y="2506677"/>
                      <a:pt x="2937416" y="2788602"/>
                      <a:pt x="3240944" y="2908604"/>
                    </a:cubicBezTo>
                    <a:cubicBezTo>
                      <a:pt x="3111039" y="3296832"/>
                      <a:pt x="2835874" y="3920800"/>
                      <a:pt x="2360688" y="3949460"/>
                    </a:cubicBezTo>
                    <a:cubicBezTo>
                      <a:pt x="2104982" y="3948826"/>
                      <a:pt x="1887379" y="3871989"/>
                      <a:pt x="1655487" y="3790391"/>
                    </a:cubicBezTo>
                    <a:cubicBezTo>
                      <a:pt x="1465920" y="3881513"/>
                      <a:pt x="1178719" y="3984543"/>
                      <a:pt x="936764" y="3932790"/>
                    </a:cubicBezTo>
                    <a:cubicBezTo>
                      <a:pt x="634032" y="3867349"/>
                      <a:pt x="33306" y="3304229"/>
                      <a:pt x="0" y="2002921"/>
                    </a:cubicBezTo>
                    <a:cubicBezTo>
                      <a:pt x="5122" y="1625861"/>
                      <a:pt x="224231" y="988116"/>
                      <a:pt x="1004287" y="951010"/>
                    </a:cubicBezTo>
                    <a:cubicBezTo>
                      <a:pt x="1237754" y="955627"/>
                      <a:pt x="1430737" y="1013358"/>
                      <a:pt x="1654678" y="1150601"/>
                    </a:cubicBezTo>
                    <a:cubicBezTo>
                      <a:pt x="1907007" y="1025844"/>
                      <a:pt x="2042657" y="934423"/>
                      <a:pt x="2411668" y="919204"/>
                    </a:cubicBezTo>
                    <a:close/>
                    <a:moveTo>
                      <a:pt x="2423572" y="0"/>
                    </a:moveTo>
                    <a:cubicBezTo>
                      <a:pt x="2449670" y="236641"/>
                      <a:pt x="2449574" y="370890"/>
                      <a:pt x="2275646" y="605149"/>
                    </a:cubicBezTo>
                    <a:cubicBezTo>
                      <a:pt x="2098536" y="787863"/>
                      <a:pt x="1909519" y="903902"/>
                      <a:pt x="1627634" y="908022"/>
                    </a:cubicBezTo>
                    <a:cubicBezTo>
                      <a:pt x="1601565" y="662380"/>
                      <a:pt x="1689794" y="371496"/>
                      <a:pt x="1823269" y="256823"/>
                    </a:cubicBezTo>
                    <a:cubicBezTo>
                      <a:pt x="1945582" y="131527"/>
                      <a:pt x="2156003" y="39571"/>
                      <a:pt x="2423572" y="0"/>
                    </a:cubicBez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830" name="Google Shape;1830;p47"/>
              <p:cNvSpPr/>
              <p:nvPr/>
            </p:nvSpPr>
            <p:spPr>
              <a:xfrm>
                <a:off x="7800500" y="2582839"/>
                <a:ext cx="300170" cy="347427"/>
              </a:xfrm>
              <a:custGeom>
                <a:rect b="b" l="l" r="r" t="t"/>
                <a:pathLst>
                  <a:path extrusionOk="0" h="3842533" w="3319870">
                    <a:moveTo>
                      <a:pt x="579936" y="1296382"/>
                    </a:moveTo>
                    <a:lnTo>
                      <a:pt x="2739936" y="1296382"/>
                    </a:lnTo>
                    <a:lnTo>
                      <a:pt x="2739936" y="2796543"/>
                    </a:lnTo>
                    <a:cubicBezTo>
                      <a:pt x="2739936" y="2962250"/>
                      <a:pt x="2605604" y="3096582"/>
                      <a:pt x="2439897" y="3096582"/>
                    </a:cubicBezTo>
                    <a:lnTo>
                      <a:pt x="2272003" y="3096582"/>
                    </a:lnTo>
                    <a:lnTo>
                      <a:pt x="2272003" y="3590505"/>
                    </a:lnTo>
                    <a:cubicBezTo>
                      <a:pt x="2272003" y="3729696"/>
                      <a:pt x="2159166" y="3842533"/>
                      <a:pt x="2019975" y="3842533"/>
                    </a:cubicBezTo>
                    <a:cubicBezTo>
                      <a:pt x="1880784" y="3842533"/>
                      <a:pt x="1767947" y="3729696"/>
                      <a:pt x="1767947" y="3590505"/>
                    </a:cubicBezTo>
                    <a:lnTo>
                      <a:pt x="1767947" y="3096582"/>
                    </a:lnTo>
                    <a:lnTo>
                      <a:pt x="1492066" y="3096582"/>
                    </a:lnTo>
                    <a:lnTo>
                      <a:pt x="1492066" y="3590505"/>
                    </a:lnTo>
                    <a:cubicBezTo>
                      <a:pt x="1492066" y="3729696"/>
                      <a:pt x="1379229" y="3842533"/>
                      <a:pt x="1240038" y="3842533"/>
                    </a:cubicBezTo>
                    <a:cubicBezTo>
                      <a:pt x="1100847" y="3842533"/>
                      <a:pt x="988010" y="3729696"/>
                      <a:pt x="988010" y="3590505"/>
                    </a:cubicBezTo>
                    <a:lnTo>
                      <a:pt x="988010" y="3096582"/>
                    </a:lnTo>
                    <a:lnTo>
                      <a:pt x="879975" y="3096582"/>
                    </a:lnTo>
                    <a:cubicBezTo>
                      <a:pt x="714268" y="3096582"/>
                      <a:pt x="579936" y="2962250"/>
                      <a:pt x="579936" y="2796543"/>
                    </a:cubicBezTo>
                    <a:close/>
                    <a:moveTo>
                      <a:pt x="3067842" y="1281925"/>
                    </a:moveTo>
                    <a:cubicBezTo>
                      <a:pt x="3207033" y="1281925"/>
                      <a:pt x="3319870" y="1394762"/>
                      <a:pt x="3319870" y="1533953"/>
                    </a:cubicBezTo>
                    <a:lnTo>
                      <a:pt x="3319870" y="2505897"/>
                    </a:lnTo>
                    <a:cubicBezTo>
                      <a:pt x="3319870" y="2645088"/>
                      <a:pt x="3207033" y="2757925"/>
                      <a:pt x="3067842" y="2757925"/>
                    </a:cubicBezTo>
                    <a:cubicBezTo>
                      <a:pt x="2928651" y="2757925"/>
                      <a:pt x="2815814" y="2645088"/>
                      <a:pt x="2815814" y="2505897"/>
                    </a:cubicBezTo>
                    <a:lnTo>
                      <a:pt x="2815814" y="1533953"/>
                    </a:lnTo>
                    <a:cubicBezTo>
                      <a:pt x="2815814" y="1394762"/>
                      <a:pt x="2928651" y="1281925"/>
                      <a:pt x="3067842" y="1281925"/>
                    </a:cubicBezTo>
                    <a:close/>
                    <a:moveTo>
                      <a:pt x="252028" y="1281925"/>
                    </a:moveTo>
                    <a:cubicBezTo>
                      <a:pt x="391219" y="1281925"/>
                      <a:pt x="504056" y="1394762"/>
                      <a:pt x="504056" y="1533953"/>
                    </a:cubicBezTo>
                    <a:lnTo>
                      <a:pt x="504056" y="2505897"/>
                    </a:lnTo>
                    <a:cubicBezTo>
                      <a:pt x="504056" y="2645088"/>
                      <a:pt x="391219" y="2757925"/>
                      <a:pt x="252028" y="2757925"/>
                    </a:cubicBezTo>
                    <a:cubicBezTo>
                      <a:pt x="112837" y="2757925"/>
                      <a:pt x="0" y="2645088"/>
                      <a:pt x="0" y="2505897"/>
                    </a:cubicBezTo>
                    <a:lnTo>
                      <a:pt x="0" y="1533953"/>
                    </a:lnTo>
                    <a:cubicBezTo>
                      <a:pt x="0" y="1394762"/>
                      <a:pt x="112837" y="1281925"/>
                      <a:pt x="252028" y="1281925"/>
                    </a:cubicBezTo>
                    <a:close/>
                    <a:moveTo>
                      <a:pt x="2134062" y="558521"/>
                    </a:moveTo>
                    <a:cubicBezTo>
                      <a:pt x="2073373" y="558521"/>
                      <a:pt x="2024174" y="607720"/>
                      <a:pt x="2024174" y="668409"/>
                    </a:cubicBezTo>
                    <a:cubicBezTo>
                      <a:pt x="2024174" y="729098"/>
                      <a:pt x="2073373" y="778297"/>
                      <a:pt x="2134062" y="778297"/>
                    </a:cubicBezTo>
                    <a:cubicBezTo>
                      <a:pt x="2194751" y="778297"/>
                      <a:pt x="2243950" y="729098"/>
                      <a:pt x="2243950" y="668409"/>
                    </a:cubicBezTo>
                    <a:cubicBezTo>
                      <a:pt x="2243950" y="607720"/>
                      <a:pt x="2194751" y="558521"/>
                      <a:pt x="2134062" y="558521"/>
                    </a:cubicBezTo>
                    <a:close/>
                    <a:moveTo>
                      <a:pt x="1177409" y="558521"/>
                    </a:moveTo>
                    <a:cubicBezTo>
                      <a:pt x="1116720" y="558521"/>
                      <a:pt x="1067521" y="607720"/>
                      <a:pt x="1067521" y="668409"/>
                    </a:cubicBezTo>
                    <a:cubicBezTo>
                      <a:pt x="1067521" y="729098"/>
                      <a:pt x="1116720" y="778297"/>
                      <a:pt x="1177409" y="778297"/>
                    </a:cubicBezTo>
                    <a:cubicBezTo>
                      <a:pt x="1238098" y="778297"/>
                      <a:pt x="1287297" y="729098"/>
                      <a:pt x="1287297" y="668409"/>
                    </a:cubicBezTo>
                    <a:cubicBezTo>
                      <a:pt x="1287297" y="607720"/>
                      <a:pt x="1238098" y="558521"/>
                      <a:pt x="1177409" y="558521"/>
                    </a:cubicBezTo>
                    <a:close/>
                    <a:moveTo>
                      <a:pt x="1041854" y="0"/>
                    </a:moveTo>
                    <a:lnTo>
                      <a:pt x="1215617" y="300965"/>
                    </a:lnTo>
                    <a:cubicBezTo>
                      <a:pt x="1350827" y="238508"/>
                      <a:pt x="1501239" y="204386"/>
                      <a:pt x="1659158" y="204272"/>
                    </a:cubicBezTo>
                    <a:cubicBezTo>
                      <a:pt x="1823689" y="204153"/>
                      <a:pt x="1980124" y="240963"/>
                      <a:pt x="2119837" y="308065"/>
                    </a:cubicBezTo>
                    <a:lnTo>
                      <a:pt x="2297698" y="0"/>
                    </a:lnTo>
                    <a:lnTo>
                      <a:pt x="2391229" y="54000"/>
                    </a:lnTo>
                    <a:lnTo>
                      <a:pt x="2215205" y="358882"/>
                    </a:lnTo>
                    <a:cubicBezTo>
                      <a:pt x="2507692" y="533629"/>
                      <a:pt x="2710924" y="843756"/>
                      <a:pt x="2737127" y="1206450"/>
                    </a:cubicBezTo>
                    <a:cubicBezTo>
                      <a:pt x="2018962" y="1206967"/>
                      <a:pt x="1300797" y="1207483"/>
                      <a:pt x="582632" y="1208000"/>
                    </a:cubicBezTo>
                    <a:cubicBezTo>
                      <a:pt x="608780" y="838665"/>
                      <a:pt x="818541" y="523565"/>
                      <a:pt x="1119462" y="350420"/>
                    </a:cubicBezTo>
                    <a:lnTo>
                      <a:pt x="948323" y="5400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831" name="Google Shape;1831;p47"/>
              <p:cNvSpPr/>
              <p:nvPr/>
            </p:nvSpPr>
            <p:spPr>
              <a:xfrm>
                <a:off x="10645011" y="2518278"/>
                <a:ext cx="340001" cy="338281"/>
              </a:xfrm>
              <a:custGeom>
                <a:rect b="b" l="l" r="r" t="t"/>
                <a:pathLst>
                  <a:path extrusionOk="0" h="2941055" w="2956013">
                    <a:moveTo>
                      <a:pt x="2169165" y="2259549"/>
                    </a:moveTo>
                    <a:cubicBezTo>
                      <a:pt x="2305163" y="2320579"/>
                      <a:pt x="2430502" y="2400997"/>
                      <a:pt x="2542352" y="2496872"/>
                    </a:cubicBezTo>
                    <a:cubicBezTo>
                      <a:pt x="2303978" y="2744099"/>
                      <a:pt x="1979593" y="2907447"/>
                      <a:pt x="1617206" y="2939204"/>
                    </a:cubicBezTo>
                    <a:lnTo>
                      <a:pt x="1588575" y="2925411"/>
                    </a:lnTo>
                    <a:cubicBezTo>
                      <a:pt x="1835671" y="2758142"/>
                      <a:pt x="2037335" y="2529257"/>
                      <a:pt x="2169165" y="2259549"/>
                    </a:cubicBezTo>
                    <a:close/>
                    <a:moveTo>
                      <a:pt x="797309" y="2254509"/>
                    </a:moveTo>
                    <a:cubicBezTo>
                      <a:pt x="928512" y="2525684"/>
                      <a:pt x="1129977" y="2756161"/>
                      <a:pt x="1376879" y="2925229"/>
                    </a:cubicBezTo>
                    <a:cubicBezTo>
                      <a:pt x="1367940" y="2931748"/>
                      <a:pt x="1358086" y="2936536"/>
                      <a:pt x="1348086" y="2941055"/>
                    </a:cubicBezTo>
                    <a:cubicBezTo>
                      <a:pt x="981929" y="2910776"/>
                      <a:pt x="654006" y="2746454"/>
                      <a:pt x="413461" y="2497054"/>
                    </a:cubicBezTo>
                    <a:cubicBezTo>
                      <a:pt x="528278" y="2398621"/>
                      <a:pt x="657289" y="2316447"/>
                      <a:pt x="797309" y="2254509"/>
                    </a:cubicBezTo>
                    <a:close/>
                    <a:moveTo>
                      <a:pt x="1426305" y="2108791"/>
                    </a:moveTo>
                    <a:lnTo>
                      <a:pt x="1426305" y="2824067"/>
                    </a:lnTo>
                    <a:cubicBezTo>
                      <a:pt x="1203050" y="2668305"/>
                      <a:pt x="1020431" y="2458508"/>
                      <a:pt x="899682" y="2212532"/>
                    </a:cubicBezTo>
                    <a:cubicBezTo>
                      <a:pt x="1063835" y="2148883"/>
                      <a:pt x="1241204" y="2112683"/>
                      <a:pt x="1426305" y="2108791"/>
                    </a:cubicBezTo>
                    <a:close/>
                    <a:moveTo>
                      <a:pt x="1527809" y="2108695"/>
                    </a:moveTo>
                    <a:cubicBezTo>
                      <a:pt x="1717707" y="2112557"/>
                      <a:pt x="1899494" y="2150291"/>
                      <a:pt x="2067336" y="2216559"/>
                    </a:cubicBezTo>
                    <a:cubicBezTo>
                      <a:pt x="1943936" y="2466549"/>
                      <a:pt x="1756622" y="2679032"/>
                      <a:pt x="1527809" y="2835300"/>
                    </a:cubicBezTo>
                    <a:close/>
                    <a:moveTo>
                      <a:pt x="2354776" y="1530125"/>
                    </a:moveTo>
                    <a:lnTo>
                      <a:pt x="2955077" y="1530125"/>
                    </a:lnTo>
                    <a:cubicBezTo>
                      <a:pt x="2942393" y="1866074"/>
                      <a:pt x="2817414" y="2173186"/>
                      <a:pt x="2615767" y="2414127"/>
                    </a:cubicBezTo>
                    <a:cubicBezTo>
                      <a:pt x="2496453" y="2311434"/>
                      <a:pt x="2362630" y="2225327"/>
                      <a:pt x="2217376" y="2159975"/>
                    </a:cubicBezTo>
                    <a:cubicBezTo>
                      <a:pt x="2300477" y="1965771"/>
                      <a:pt x="2348521" y="1753185"/>
                      <a:pt x="2354776" y="1530125"/>
                    </a:cubicBezTo>
                    <a:close/>
                    <a:moveTo>
                      <a:pt x="1527809" y="1530125"/>
                    </a:moveTo>
                    <a:lnTo>
                      <a:pt x="2244039" y="1530125"/>
                    </a:lnTo>
                    <a:cubicBezTo>
                      <a:pt x="2237819" y="1737690"/>
                      <a:pt x="2192963" y="1935525"/>
                      <a:pt x="2115825" y="2116496"/>
                    </a:cubicBezTo>
                    <a:cubicBezTo>
                      <a:pt x="1933189" y="2043464"/>
                      <a:pt x="1735000" y="2001899"/>
                      <a:pt x="1527809" y="1997958"/>
                    </a:cubicBezTo>
                    <a:close/>
                    <a:moveTo>
                      <a:pt x="725097" y="1530125"/>
                    </a:moveTo>
                    <a:lnTo>
                      <a:pt x="1426305" y="1530125"/>
                    </a:lnTo>
                    <a:lnTo>
                      <a:pt x="1426305" y="1998054"/>
                    </a:lnTo>
                    <a:cubicBezTo>
                      <a:pt x="1224105" y="2002029"/>
                      <a:pt x="1030504" y="2041966"/>
                      <a:pt x="851699" y="2112283"/>
                    </a:cubicBezTo>
                    <a:cubicBezTo>
                      <a:pt x="775482" y="1932518"/>
                      <a:pt x="731260" y="1736112"/>
                      <a:pt x="725097" y="1530125"/>
                    </a:cubicBezTo>
                    <a:close/>
                    <a:moveTo>
                      <a:pt x="934" y="1530125"/>
                    </a:moveTo>
                    <a:lnTo>
                      <a:pt x="614360" y="1530125"/>
                    </a:lnTo>
                    <a:cubicBezTo>
                      <a:pt x="620543" y="1751166"/>
                      <a:pt x="667772" y="1961919"/>
                      <a:pt x="749235" y="2154869"/>
                    </a:cubicBezTo>
                    <a:cubicBezTo>
                      <a:pt x="599936" y="2221117"/>
                      <a:pt x="462426" y="2308980"/>
                      <a:pt x="340129" y="2414234"/>
                    </a:cubicBezTo>
                    <a:cubicBezTo>
                      <a:pt x="138582" y="2173144"/>
                      <a:pt x="13619" y="1866051"/>
                      <a:pt x="934" y="1530125"/>
                    </a:cubicBezTo>
                    <a:close/>
                    <a:moveTo>
                      <a:pt x="883886" y="768586"/>
                    </a:moveTo>
                    <a:cubicBezTo>
                      <a:pt x="1053566" y="831753"/>
                      <a:pt x="1236128" y="867407"/>
                      <a:pt x="1426305" y="871035"/>
                    </a:cubicBezTo>
                    <a:lnTo>
                      <a:pt x="1426305" y="1428622"/>
                    </a:lnTo>
                    <a:lnTo>
                      <a:pt x="724559" y="1428622"/>
                    </a:lnTo>
                    <a:cubicBezTo>
                      <a:pt x="730221" y="1192426"/>
                      <a:pt x="785872" y="968634"/>
                      <a:pt x="883886" y="768586"/>
                    </a:cubicBezTo>
                    <a:close/>
                    <a:moveTo>
                      <a:pt x="2083288" y="764501"/>
                    </a:moveTo>
                    <a:cubicBezTo>
                      <a:pt x="2182501" y="965616"/>
                      <a:pt x="2238869" y="1190833"/>
                      <a:pt x="2244577" y="1428622"/>
                    </a:cubicBezTo>
                    <a:lnTo>
                      <a:pt x="1527809" y="1428622"/>
                    </a:lnTo>
                    <a:lnTo>
                      <a:pt x="1527809" y="871130"/>
                    </a:lnTo>
                    <a:cubicBezTo>
                      <a:pt x="1722835" y="867528"/>
                      <a:pt x="1909881" y="830382"/>
                      <a:pt x="2083288" y="764501"/>
                    </a:cubicBezTo>
                    <a:close/>
                    <a:moveTo>
                      <a:pt x="375750" y="484510"/>
                    </a:moveTo>
                    <a:cubicBezTo>
                      <a:pt x="497688" y="583858"/>
                      <a:pt x="633678" y="666438"/>
                      <a:pt x="780212" y="729142"/>
                    </a:cubicBezTo>
                    <a:cubicBezTo>
                      <a:pt x="677519" y="941475"/>
                      <a:pt x="619429" y="1178562"/>
                      <a:pt x="613822" y="1428622"/>
                    </a:cubicBezTo>
                    <a:lnTo>
                      <a:pt x="0" y="1428622"/>
                    </a:lnTo>
                    <a:cubicBezTo>
                      <a:pt x="9263" y="1065848"/>
                      <a:pt x="149371" y="735691"/>
                      <a:pt x="375750" y="484510"/>
                    </a:cubicBezTo>
                    <a:close/>
                    <a:moveTo>
                      <a:pt x="2580304" y="484479"/>
                    </a:moveTo>
                    <a:cubicBezTo>
                      <a:pt x="2806628" y="735651"/>
                      <a:pt x="2946750" y="1065827"/>
                      <a:pt x="2956013" y="1428622"/>
                    </a:cubicBezTo>
                    <a:lnTo>
                      <a:pt x="2355314" y="1428622"/>
                    </a:lnTo>
                    <a:cubicBezTo>
                      <a:pt x="2349636" y="1176504"/>
                      <a:pt x="2290630" y="937573"/>
                      <a:pt x="2186241" y="724113"/>
                    </a:cubicBezTo>
                    <a:cubicBezTo>
                      <a:pt x="2328935" y="662418"/>
                      <a:pt x="2461323" y="581449"/>
                      <a:pt x="2580304" y="484479"/>
                    </a:cubicBezTo>
                    <a:close/>
                    <a:moveTo>
                      <a:pt x="1426305" y="124032"/>
                    </a:moveTo>
                    <a:lnTo>
                      <a:pt x="1426305" y="760298"/>
                    </a:lnTo>
                    <a:cubicBezTo>
                      <a:pt x="1253727" y="756791"/>
                      <a:pt x="1087879" y="724966"/>
                      <a:pt x="933247" y="668842"/>
                    </a:cubicBezTo>
                    <a:cubicBezTo>
                      <a:pt x="1054039" y="451822"/>
                      <a:pt x="1223389" y="265609"/>
                      <a:pt x="1426305" y="124032"/>
                    </a:cubicBezTo>
                    <a:close/>
                    <a:moveTo>
                      <a:pt x="1527809" y="112799"/>
                    </a:moveTo>
                    <a:cubicBezTo>
                      <a:pt x="1736145" y="255085"/>
                      <a:pt x="1910079" y="443973"/>
                      <a:pt x="2033951" y="664748"/>
                    </a:cubicBezTo>
                    <a:cubicBezTo>
                      <a:pt x="1875578" y="723616"/>
                      <a:pt x="1705238" y="756901"/>
                      <a:pt x="1527809" y="760394"/>
                    </a:cubicBezTo>
                    <a:close/>
                    <a:moveTo>
                      <a:pt x="1632157" y="1693"/>
                    </a:moveTo>
                    <a:cubicBezTo>
                      <a:pt x="1969090" y="34839"/>
                      <a:pt x="2272411" y="181752"/>
                      <a:pt x="2502559" y="404493"/>
                    </a:cubicBezTo>
                    <a:cubicBezTo>
                      <a:pt x="2392455" y="493535"/>
                      <a:pt x="2270018" y="567692"/>
                      <a:pt x="2138287" y="624414"/>
                    </a:cubicBezTo>
                    <a:cubicBezTo>
                      <a:pt x="2004803" y="382989"/>
                      <a:pt x="1815448" y="176841"/>
                      <a:pt x="1587368" y="23269"/>
                    </a:cubicBezTo>
                    <a:close/>
                    <a:moveTo>
                      <a:pt x="1333466" y="0"/>
                    </a:moveTo>
                    <a:lnTo>
                      <a:pt x="1376468" y="23177"/>
                    </a:lnTo>
                    <a:cubicBezTo>
                      <a:pt x="1149236" y="178863"/>
                      <a:pt x="960516" y="386575"/>
                      <a:pt x="827965" y="629347"/>
                    </a:cubicBezTo>
                    <a:cubicBezTo>
                      <a:pt x="692459" y="571593"/>
                      <a:pt x="566467" y="495851"/>
                      <a:pt x="453430" y="404475"/>
                    </a:cubicBezTo>
                    <a:cubicBezTo>
                      <a:pt x="685742" y="179438"/>
                      <a:pt x="992667" y="31629"/>
                      <a:pt x="1333466"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1832" name="Google Shape;1832;p47"/>
              <p:cNvSpPr/>
              <p:nvPr/>
            </p:nvSpPr>
            <p:spPr>
              <a:xfrm flipH="1">
                <a:off x="10345251" y="2251006"/>
                <a:ext cx="441966" cy="281210"/>
              </a:xfrm>
              <a:custGeom>
                <a:rect b="b" l="l" r="r" t="t"/>
                <a:pathLst>
                  <a:path extrusionOk="0" h="2532594" w="3980365">
                    <a:moveTo>
                      <a:pt x="1988360" y="58973"/>
                    </a:moveTo>
                    <a:cubicBezTo>
                      <a:pt x="1988306" y="58975"/>
                      <a:pt x="1988252" y="58977"/>
                      <a:pt x="1988199" y="58995"/>
                    </a:cubicBezTo>
                    <a:cubicBezTo>
                      <a:pt x="1988145" y="58977"/>
                      <a:pt x="1988091" y="58975"/>
                      <a:pt x="1988037" y="58973"/>
                    </a:cubicBezTo>
                    <a:lnTo>
                      <a:pt x="1988037" y="59017"/>
                    </a:lnTo>
                    <a:cubicBezTo>
                      <a:pt x="1574406" y="74019"/>
                      <a:pt x="1375335" y="406725"/>
                      <a:pt x="1370318" y="708381"/>
                    </a:cubicBezTo>
                    <a:cubicBezTo>
                      <a:pt x="1362506" y="1089140"/>
                      <a:pt x="1497435" y="1312904"/>
                      <a:pt x="1568575" y="1407072"/>
                    </a:cubicBezTo>
                    <a:cubicBezTo>
                      <a:pt x="1631785" y="1490670"/>
                      <a:pt x="1727890" y="1649476"/>
                      <a:pt x="1617443" y="1704159"/>
                    </a:cubicBezTo>
                    <a:cubicBezTo>
                      <a:pt x="1318592" y="1846636"/>
                      <a:pt x="1062028" y="1946829"/>
                      <a:pt x="927030" y="2049664"/>
                    </a:cubicBezTo>
                    <a:cubicBezTo>
                      <a:pt x="705669" y="2234426"/>
                      <a:pt x="740656" y="2445615"/>
                      <a:pt x="754501" y="2532594"/>
                    </a:cubicBezTo>
                    <a:lnTo>
                      <a:pt x="1988199" y="2531551"/>
                    </a:lnTo>
                    <a:lnTo>
                      <a:pt x="3221896" y="2532594"/>
                    </a:lnTo>
                    <a:cubicBezTo>
                      <a:pt x="3235741" y="2445615"/>
                      <a:pt x="3270728" y="2234426"/>
                      <a:pt x="3049367" y="2049664"/>
                    </a:cubicBezTo>
                    <a:cubicBezTo>
                      <a:pt x="2914369" y="1946829"/>
                      <a:pt x="2657805" y="1846636"/>
                      <a:pt x="2358954" y="1704159"/>
                    </a:cubicBezTo>
                    <a:cubicBezTo>
                      <a:pt x="2248507" y="1649476"/>
                      <a:pt x="2344612" y="1490670"/>
                      <a:pt x="2407822" y="1407072"/>
                    </a:cubicBezTo>
                    <a:cubicBezTo>
                      <a:pt x="2478962" y="1312904"/>
                      <a:pt x="2613891" y="1089140"/>
                      <a:pt x="2606079" y="708381"/>
                    </a:cubicBezTo>
                    <a:cubicBezTo>
                      <a:pt x="2601062" y="406725"/>
                      <a:pt x="2401991" y="74019"/>
                      <a:pt x="1988360" y="59017"/>
                    </a:cubicBezTo>
                    <a:close/>
                    <a:moveTo>
                      <a:pt x="1093515" y="0"/>
                    </a:moveTo>
                    <a:cubicBezTo>
                      <a:pt x="736613" y="12826"/>
                      <a:pt x="553627" y="327881"/>
                      <a:pt x="549299" y="588096"/>
                    </a:cubicBezTo>
                    <a:cubicBezTo>
                      <a:pt x="542562" y="916461"/>
                      <a:pt x="658924" y="1109434"/>
                      <a:pt x="720275" y="1190644"/>
                    </a:cubicBezTo>
                    <a:cubicBezTo>
                      <a:pt x="774787" y="1262738"/>
                      <a:pt x="857667" y="1399692"/>
                      <a:pt x="762418" y="1446850"/>
                    </a:cubicBezTo>
                    <a:cubicBezTo>
                      <a:pt x="504691" y="1569722"/>
                      <a:pt x="283431" y="1656128"/>
                      <a:pt x="167010" y="1744812"/>
                    </a:cubicBezTo>
                    <a:cubicBezTo>
                      <a:pt x="-23891" y="1904150"/>
                      <a:pt x="672" y="2013351"/>
                      <a:pt x="1392" y="2161289"/>
                    </a:cubicBezTo>
                    <a:cubicBezTo>
                      <a:pt x="356083" y="2160989"/>
                      <a:pt x="261990" y="2166300"/>
                      <a:pt x="616681" y="2166000"/>
                    </a:cubicBezTo>
                    <a:cubicBezTo>
                      <a:pt x="794788" y="1846239"/>
                      <a:pt x="1045824" y="1778915"/>
                      <a:pt x="1453932" y="1593789"/>
                    </a:cubicBezTo>
                    <a:cubicBezTo>
                      <a:pt x="1171572" y="1115084"/>
                      <a:pt x="1046285" y="714919"/>
                      <a:pt x="1414663" y="124017"/>
                    </a:cubicBezTo>
                    <a:cubicBezTo>
                      <a:pt x="1309485" y="41539"/>
                      <a:pt x="1305280" y="26381"/>
                      <a:pt x="1093515" y="0"/>
                    </a:cubicBezTo>
                    <a:close/>
                    <a:moveTo>
                      <a:pt x="2886850" y="0"/>
                    </a:moveTo>
                    <a:cubicBezTo>
                      <a:pt x="2675085" y="26381"/>
                      <a:pt x="2670880" y="41539"/>
                      <a:pt x="2565702" y="124017"/>
                    </a:cubicBezTo>
                    <a:cubicBezTo>
                      <a:pt x="2934080" y="714919"/>
                      <a:pt x="2808793" y="1115084"/>
                      <a:pt x="2526433" y="1593789"/>
                    </a:cubicBezTo>
                    <a:cubicBezTo>
                      <a:pt x="2934542" y="1778915"/>
                      <a:pt x="3185577" y="1846239"/>
                      <a:pt x="3363685" y="2166000"/>
                    </a:cubicBezTo>
                    <a:cubicBezTo>
                      <a:pt x="3718376" y="2166300"/>
                      <a:pt x="3624282" y="2160989"/>
                      <a:pt x="3978973" y="2161289"/>
                    </a:cubicBezTo>
                    <a:cubicBezTo>
                      <a:pt x="3979693" y="2013351"/>
                      <a:pt x="4004256" y="1904150"/>
                      <a:pt x="3813355" y="1744812"/>
                    </a:cubicBezTo>
                    <a:cubicBezTo>
                      <a:pt x="3696934" y="1656128"/>
                      <a:pt x="3475674" y="1569722"/>
                      <a:pt x="3217947" y="1446850"/>
                    </a:cubicBezTo>
                    <a:cubicBezTo>
                      <a:pt x="3122698" y="1399692"/>
                      <a:pt x="3205579" y="1262738"/>
                      <a:pt x="3260090" y="1190644"/>
                    </a:cubicBezTo>
                    <a:cubicBezTo>
                      <a:pt x="3321441" y="1109434"/>
                      <a:pt x="3437803" y="916461"/>
                      <a:pt x="3431066" y="588096"/>
                    </a:cubicBezTo>
                    <a:cubicBezTo>
                      <a:pt x="3426739" y="327881"/>
                      <a:pt x="3243752" y="12826"/>
                      <a:pt x="288685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833" name="Google Shape;1833;p47"/>
              <p:cNvSpPr/>
              <p:nvPr/>
            </p:nvSpPr>
            <p:spPr>
              <a:xfrm>
                <a:off x="11003273" y="3365017"/>
                <a:ext cx="357359" cy="364685"/>
              </a:xfrm>
              <a:custGeom>
                <a:rect b="b" l="l" r="r" t="t"/>
                <a:pathLst>
                  <a:path extrusionOk="0" h="3940019" w="3860876">
                    <a:moveTo>
                      <a:pt x="3248876" y="1942264"/>
                    </a:moveTo>
                    <a:lnTo>
                      <a:pt x="3860876" y="1942264"/>
                    </a:lnTo>
                    <a:lnTo>
                      <a:pt x="3860876" y="2090815"/>
                    </a:lnTo>
                    <a:lnTo>
                      <a:pt x="3859023" y="2090815"/>
                    </a:lnTo>
                    <a:cubicBezTo>
                      <a:pt x="3817225" y="2949620"/>
                      <a:pt x="3215273" y="3679864"/>
                      <a:pt x="2378197" y="3884304"/>
                    </a:cubicBezTo>
                    <a:cubicBezTo>
                      <a:pt x="2219818" y="3922985"/>
                      <a:pt x="2060231" y="3941082"/>
                      <a:pt x="1902626" y="3939971"/>
                    </a:cubicBezTo>
                    <a:cubicBezTo>
                      <a:pt x="1286982" y="3935631"/>
                      <a:pt x="701577" y="3638194"/>
                      <a:pt x="337583" y="3128887"/>
                    </a:cubicBezTo>
                    <a:lnTo>
                      <a:pt x="30667" y="3435803"/>
                    </a:lnTo>
                    <a:lnTo>
                      <a:pt x="30667" y="2342045"/>
                    </a:lnTo>
                    <a:lnTo>
                      <a:pt x="1124425" y="2342045"/>
                    </a:lnTo>
                    <a:lnTo>
                      <a:pt x="781340" y="2685130"/>
                    </a:lnTo>
                    <a:cubicBezTo>
                      <a:pt x="1079782" y="3180935"/>
                      <a:pt x="1667379" y="3425841"/>
                      <a:pt x="2232517" y="3287817"/>
                    </a:cubicBezTo>
                    <a:cubicBezTo>
                      <a:pt x="2810639" y="3146622"/>
                      <a:pt x="3224897" y="2638979"/>
                      <a:pt x="3247291" y="2044286"/>
                    </a:cubicBezTo>
                    <a:lnTo>
                      <a:pt x="3248876" y="2044345"/>
                    </a:lnTo>
                    <a:close/>
                    <a:moveTo>
                      <a:pt x="1958249" y="48"/>
                    </a:moveTo>
                    <a:cubicBezTo>
                      <a:pt x="2573893" y="4388"/>
                      <a:pt x="3159298" y="301825"/>
                      <a:pt x="3523293" y="811132"/>
                    </a:cubicBezTo>
                    <a:lnTo>
                      <a:pt x="3830209" y="504216"/>
                    </a:lnTo>
                    <a:lnTo>
                      <a:pt x="3830209" y="1597974"/>
                    </a:lnTo>
                    <a:lnTo>
                      <a:pt x="2736450" y="1597974"/>
                    </a:lnTo>
                    <a:lnTo>
                      <a:pt x="3079535" y="1254889"/>
                    </a:lnTo>
                    <a:cubicBezTo>
                      <a:pt x="2781093" y="759084"/>
                      <a:pt x="2193496" y="514178"/>
                      <a:pt x="1628358" y="652202"/>
                    </a:cubicBezTo>
                    <a:cubicBezTo>
                      <a:pt x="1050236" y="793397"/>
                      <a:pt x="635978" y="1301040"/>
                      <a:pt x="613584" y="1895733"/>
                    </a:cubicBezTo>
                    <a:lnTo>
                      <a:pt x="612000" y="1895674"/>
                    </a:lnTo>
                    <a:lnTo>
                      <a:pt x="612000" y="1985958"/>
                    </a:lnTo>
                    <a:lnTo>
                      <a:pt x="0" y="1985958"/>
                    </a:lnTo>
                    <a:lnTo>
                      <a:pt x="0" y="1837407"/>
                    </a:lnTo>
                    <a:lnTo>
                      <a:pt x="2787" y="1837407"/>
                    </a:lnTo>
                    <a:cubicBezTo>
                      <a:pt x="49183" y="983705"/>
                      <a:pt x="649445" y="259216"/>
                      <a:pt x="1482678" y="55715"/>
                    </a:cubicBezTo>
                    <a:cubicBezTo>
                      <a:pt x="1641057" y="17034"/>
                      <a:pt x="1800644" y="-1063"/>
                      <a:pt x="1958249" y="4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834" name="Google Shape;1834;p47"/>
              <p:cNvSpPr/>
              <p:nvPr/>
            </p:nvSpPr>
            <p:spPr>
              <a:xfrm>
                <a:off x="9028038" y="5418963"/>
                <a:ext cx="353455" cy="397548"/>
              </a:xfrm>
              <a:custGeom>
                <a:rect b="b" l="l" r="r" t="t"/>
                <a:pathLst>
                  <a:path extrusionOk="0" h="3110058" w="2765122">
                    <a:moveTo>
                      <a:pt x="1376433" y="2257187"/>
                    </a:moveTo>
                    <a:lnTo>
                      <a:pt x="1145400" y="2354829"/>
                    </a:lnTo>
                    <a:lnTo>
                      <a:pt x="1036105" y="2389775"/>
                    </a:lnTo>
                    <a:lnTo>
                      <a:pt x="1040146" y="2406930"/>
                    </a:lnTo>
                    <a:cubicBezTo>
                      <a:pt x="1121535" y="2704580"/>
                      <a:pt x="1244707" y="2894301"/>
                      <a:pt x="1382560" y="2894301"/>
                    </a:cubicBezTo>
                    <a:cubicBezTo>
                      <a:pt x="1520414" y="2894301"/>
                      <a:pt x="1643585" y="2704580"/>
                      <a:pt x="1724974" y="2406930"/>
                    </a:cubicBezTo>
                    <a:lnTo>
                      <a:pt x="1726723" y="2399874"/>
                    </a:lnTo>
                    <a:lnTo>
                      <a:pt x="1605728" y="2358846"/>
                    </a:lnTo>
                    <a:close/>
                    <a:moveTo>
                      <a:pt x="1795887" y="2033026"/>
                    </a:moveTo>
                    <a:lnTo>
                      <a:pt x="1694075" y="2094586"/>
                    </a:lnTo>
                    <a:lnTo>
                      <a:pt x="1578650" y="2155153"/>
                    </a:lnTo>
                    <a:lnTo>
                      <a:pt x="1618821" y="2173994"/>
                    </a:lnTo>
                    <a:lnTo>
                      <a:pt x="1763952" y="2229138"/>
                    </a:lnTo>
                    <a:lnTo>
                      <a:pt x="1791432" y="2076334"/>
                    </a:lnTo>
                    <a:close/>
                    <a:moveTo>
                      <a:pt x="969005" y="2030800"/>
                    </a:moveTo>
                    <a:lnTo>
                      <a:pt x="973688" y="2076334"/>
                    </a:lnTo>
                    <a:lnTo>
                      <a:pt x="997942" y="2219324"/>
                    </a:lnTo>
                    <a:lnTo>
                      <a:pt x="1135534" y="2169774"/>
                    </a:lnTo>
                    <a:lnTo>
                      <a:pt x="1176026" y="2151638"/>
                    </a:lnTo>
                    <a:lnTo>
                      <a:pt x="1061678" y="2089068"/>
                    </a:lnTo>
                    <a:close/>
                    <a:moveTo>
                      <a:pt x="2270995" y="1682607"/>
                    </a:moveTo>
                    <a:lnTo>
                      <a:pt x="2193789" y="1749541"/>
                    </a:lnTo>
                    <a:cubicBezTo>
                      <a:pt x="2157450" y="1779622"/>
                      <a:pt x="2119670" y="1809519"/>
                      <a:pt x="2080535" y="1839120"/>
                    </a:cubicBezTo>
                    <a:lnTo>
                      <a:pt x="1988274" y="1905861"/>
                    </a:lnTo>
                    <a:lnTo>
                      <a:pt x="1956628" y="2160317"/>
                    </a:lnTo>
                    <a:lnTo>
                      <a:pt x="1929983" y="2282840"/>
                    </a:lnTo>
                    <a:lnTo>
                      <a:pt x="2032699" y="2311732"/>
                    </a:lnTo>
                    <a:cubicBezTo>
                      <a:pt x="2281801" y="2367725"/>
                      <a:pt x="2467430" y="2349840"/>
                      <a:pt x="2530541" y="2244806"/>
                    </a:cubicBezTo>
                    <a:cubicBezTo>
                      <a:pt x="2601541" y="2126643"/>
                      <a:pt x="2502356" y="1923350"/>
                      <a:pt x="2289139" y="1700285"/>
                    </a:cubicBezTo>
                    <a:close/>
                    <a:moveTo>
                      <a:pt x="491768" y="1666932"/>
                    </a:moveTo>
                    <a:lnTo>
                      <a:pt x="473585" y="1684439"/>
                    </a:lnTo>
                    <a:cubicBezTo>
                      <a:pt x="256508" y="1903749"/>
                      <a:pt x="153790" y="2105280"/>
                      <a:pt x="222717" y="2224664"/>
                    </a:cubicBezTo>
                    <a:cubicBezTo>
                      <a:pt x="283985" y="2330784"/>
                      <a:pt x="469273" y="2351906"/>
                      <a:pt x="719315" y="2300269"/>
                    </a:cubicBezTo>
                    <a:lnTo>
                      <a:pt x="831176" y="2270901"/>
                    </a:lnTo>
                    <a:lnTo>
                      <a:pt x="808495" y="2160317"/>
                    </a:lnTo>
                    <a:lnTo>
                      <a:pt x="776012" y="1899134"/>
                    </a:lnTo>
                    <a:lnTo>
                      <a:pt x="679735" y="1826895"/>
                    </a:lnTo>
                    <a:cubicBezTo>
                      <a:pt x="616990" y="1777691"/>
                      <a:pt x="557836" y="1727770"/>
                      <a:pt x="502637" y="1677612"/>
                    </a:cubicBezTo>
                    <a:close/>
                    <a:moveTo>
                      <a:pt x="2001099" y="1443878"/>
                    </a:moveTo>
                    <a:lnTo>
                      <a:pt x="2005588" y="1555029"/>
                    </a:lnTo>
                    <a:lnTo>
                      <a:pt x="2000712" y="1675767"/>
                    </a:lnTo>
                    <a:lnTo>
                      <a:pt x="2038461" y="1648469"/>
                    </a:lnTo>
                    <a:cubicBezTo>
                      <a:pt x="2070345" y="1623579"/>
                      <a:pt x="2101053" y="1598643"/>
                      <a:pt x="2130505" y="1573751"/>
                    </a:cubicBezTo>
                    <a:lnTo>
                      <a:pt x="2143759" y="1562074"/>
                    </a:lnTo>
                    <a:lnTo>
                      <a:pt x="2039991" y="1473050"/>
                    </a:lnTo>
                    <a:close/>
                    <a:moveTo>
                      <a:pt x="764411" y="1434288"/>
                    </a:moveTo>
                    <a:lnTo>
                      <a:pt x="726661" y="1461587"/>
                    </a:lnTo>
                    <a:cubicBezTo>
                      <a:pt x="694778" y="1486477"/>
                      <a:pt x="664070" y="1511412"/>
                      <a:pt x="634617" y="1536305"/>
                    </a:cubicBezTo>
                    <a:lnTo>
                      <a:pt x="621360" y="1547985"/>
                    </a:lnTo>
                    <a:lnTo>
                      <a:pt x="725129" y="1637009"/>
                    </a:lnTo>
                    <a:lnTo>
                      <a:pt x="764024" y="1666183"/>
                    </a:lnTo>
                    <a:lnTo>
                      <a:pt x="759534" y="1555029"/>
                    </a:lnTo>
                    <a:close/>
                    <a:moveTo>
                      <a:pt x="1386966" y="1049980"/>
                    </a:moveTo>
                    <a:lnTo>
                      <a:pt x="1160689" y="1170734"/>
                    </a:lnTo>
                    <a:lnTo>
                      <a:pt x="947211" y="1303680"/>
                    </a:lnTo>
                    <a:lnTo>
                      <a:pt x="938816" y="1555028"/>
                    </a:lnTo>
                    <a:lnTo>
                      <a:pt x="947046" y="1801432"/>
                    </a:lnTo>
                    <a:lnTo>
                      <a:pt x="1154015" y="1935392"/>
                    </a:lnTo>
                    <a:lnTo>
                      <a:pt x="1378151" y="2060078"/>
                    </a:lnTo>
                    <a:lnTo>
                      <a:pt x="1604433" y="1939321"/>
                    </a:lnTo>
                    <a:lnTo>
                      <a:pt x="1817909" y="1806377"/>
                    </a:lnTo>
                    <a:lnTo>
                      <a:pt x="1826304" y="1555028"/>
                    </a:lnTo>
                    <a:lnTo>
                      <a:pt x="1818074" y="1308628"/>
                    </a:lnTo>
                    <a:lnTo>
                      <a:pt x="1611105" y="1174667"/>
                    </a:lnTo>
                    <a:close/>
                    <a:moveTo>
                      <a:pt x="1767179" y="890733"/>
                    </a:moveTo>
                    <a:lnTo>
                      <a:pt x="1629589" y="940281"/>
                    </a:lnTo>
                    <a:lnTo>
                      <a:pt x="1589093" y="958419"/>
                    </a:lnTo>
                    <a:lnTo>
                      <a:pt x="1703444" y="1020991"/>
                    </a:lnTo>
                    <a:lnTo>
                      <a:pt x="1796116" y="1079257"/>
                    </a:lnTo>
                    <a:lnTo>
                      <a:pt x="1791432" y="1033723"/>
                    </a:lnTo>
                    <a:close/>
                    <a:moveTo>
                      <a:pt x="1001168" y="880921"/>
                    </a:moveTo>
                    <a:lnTo>
                      <a:pt x="973688" y="1033723"/>
                    </a:lnTo>
                    <a:lnTo>
                      <a:pt x="969233" y="1077033"/>
                    </a:lnTo>
                    <a:lnTo>
                      <a:pt x="1071048" y="1015472"/>
                    </a:lnTo>
                    <a:lnTo>
                      <a:pt x="1186470" y="954907"/>
                    </a:lnTo>
                    <a:lnTo>
                      <a:pt x="1146299" y="936065"/>
                    </a:lnTo>
                    <a:close/>
                    <a:moveTo>
                      <a:pt x="2296662" y="783036"/>
                    </a:moveTo>
                    <a:cubicBezTo>
                      <a:pt x="2224233" y="781291"/>
                      <a:pt x="2139574" y="790423"/>
                      <a:pt x="2045808" y="809787"/>
                    </a:cubicBezTo>
                    <a:lnTo>
                      <a:pt x="1933945" y="839155"/>
                    </a:lnTo>
                    <a:lnTo>
                      <a:pt x="1956628" y="949742"/>
                    </a:lnTo>
                    <a:lnTo>
                      <a:pt x="1989111" y="1210925"/>
                    </a:lnTo>
                    <a:lnTo>
                      <a:pt x="2085387" y="1283163"/>
                    </a:lnTo>
                    <a:cubicBezTo>
                      <a:pt x="2148132" y="1332368"/>
                      <a:pt x="2207286" y="1382289"/>
                      <a:pt x="2262485" y="1432446"/>
                    </a:cubicBezTo>
                    <a:lnTo>
                      <a:pt x="2273353" y="1443125"/>
                    </a:lnTo>
                    <a:lnTo>
                      <a:pt x="2291537" y="1425616"/>
                    </a:lnTo>
                    <a:cubicBezTo>
                      <a:pt x="2508615" y="1206306"/>
                      <a:pt x="2611333" y="1004776"/>
                      <a:pt x="2542406" y="885391"/>
                    </a:cubicBezTo>
                    <a:cubicBezTo>
                      <a:pt x="2504113" y="819067"/>
                      <a:pt x="2417375" y="785944"/>
                      <a:pt x="2296662" y="783036"/>
                    </a:cubicBezTo>
                    <a:close/>
                    <a:moveTo>
                      <a:pt x="482072" y="767202"/>
                    </a:moveTo>
                    <a:cubicBezTo>
                      <a:pt x="361326" y="768003"/>
                      <a:pt x="274023" y="799606"/>
                      <a:pt x="234579" y="865253"/>
                    </a:cubicBezTo>
                    <a:cubicBezTo>
                      <a:pt x="163579" y="983417"/>
                      <a:pt x="262764" y="1186709"/>
                      <a:pt x="475981" y="1409774"/>
                    </a:cubicBezTo>
                    <a:lnTo>
                      <a:pt x="494126" y="1427453"/>
                    </a:lnTo>
                    <a:lnTo>
                      <a:pt x="571333" y="1360517"/>
                    </a:lnTo>
                    <a:cubicBezTo>
                      <a:pt x="607672" y="1330436"/>
                      <a:pt x="645452" y="1300540"/>
                      <a:pt x="684587" y="1270938"/>
                    </a:cubicBezTo>
                    <a:lnTo>
                      <a:pt x="776848" y="1204197"/>
                    </a:lnTo>
                    <a:lnTo>
                      <a:pt x="808495" y="949742"/>
                    </a:lnTo>
                    <a:lnTo>
                      <a:pt x="835139" y="827220"/>
                    </a:lnTo>
                    <a:lnTo>
                      <a:pt x="732420" y="798327"/>
                    </a:lnTo>
                    <a:cubicBezTo>
                      <a:pt x="639007" y="777329"/>
                      <a:pt x="554520" y="766721"/>
                      <a:pt x="482072" y="767202"/>
                    </a:cubicBezTo>
                    <a:close/>
                    <a:moveTo>
                      <a:pt x="1382560" y="215755"/>
                    </a:moveTo>
                    <a:cubicBezTo>
                      <a:pt x="1244707" y="215755"/>
                      <a:pt x="1121535" y="405476"/>
                      <a:pt x="1040146" y="703126"/>
                    </a:cubicBezTo>
                    <a:lnTo>
                      <a:pt x="1038397" y="710184"/>
                    </a:lnTo>
                    <a:lnTo>
                      <a:pt x="1159394" y="751212"/>
                    </a:lnTo>
                    <a:lnTo>
                      <a:pt x="1388689" y="852872"/>
                    </a:lnTo>
                    <a:lnTo>
                      <a:pt x="1619722" y="755229"/>
                    </a:lnTo>
                    <a:lnTo>
                      <a:pt x="1729016" y="720284"/>
                    </a:lnTo>
                    <a:lnTo>
                      <a:pt x="1724974" y="703126"/>
                    </a:lnTo>
                    <a:cubicBezTo>
                      <a:pt x="1643585" y="405476"/>
                      <a:pt x="1520414" y="215755"/>
                      <a:pt x="1382560" y="215755"/>
                    </a:cubicBezTo>
                    <a:close/>
                    <a:moveTo>
                      <a:pt x="1382561" y="0"/>
                    </a:moveTo>
                    <a:cubicBezTo>
                      <a:pt x="1576111" y="0"/>
                      <a:pt x="1749046" y="220285"/>
                      <a:pt x="1863319" y="565886"/>
                    </a:cubicBezTo>
                    <a:lnTo>
                      <a:pt x="1892754" y="669221"/>
                    </a:lnTo>
                    <a:lnTo>
                      <a:pt x="1998805" y="644109"/>
                    </a:lnTo>
                    <a:cubicBezTo>
                      <a:pt x="2355240" y="570272"/>
                      <a:pt x="2632481" y="609896"/>
                      <a:pt x="2729256" y="777515"/>
                    </a:cubicBezTo>
                    <a:cubicBezTo>
                      <a:pt x="2826030" y="945133"/>
                      <a:pt x="2721726" y="1205043"/>
                      <a:pt x="2479563" y="1476806"/>
                    </a:cubicBezTo>
                    <a:lnTo>
                      <a:pt x="2396868" y="1564493"/>
                    </a:lnTo>
                    <a:lnTo>
                      <a:pt x="2415853" y="1583149"/>
                    </a:lnTo>
                    <a:cubicBezTo>
                      <a:pt x="2697403" y="1884053"/>
                      <a:pt x="2823474" y="2176199"/>
                      <a:pt x="2715481" y="2355928"/>
                    </a:cubicBezTo>
                    <a:cubicBezTo>
                      <a:pt x="2615796" y="2521833"/>
                      <a:pt x="2337906" y="2556612"/>
                      <a:pt x="1982813" y="2476565"/>
                    </a:cubicBezTo>
                    <a:lnTo>
                      <a:pt x="1890625" y="2453030"/>
                    </a:lnTo>
                    <a:lnTo>
                      <a:pt x="1863319" y="2544172"/>
                    </a:lnTo>
                    <a:cubicBezTo>
                      <a:pt x="1749047" y="2889773"/>
                      <a:pt x="1576111" y="3110058"/>
                      <a:pt x="1382561" y="3110058"/>
                    </a:cubicBezTo>
                    <a:cubicBezTo>
                      <a:pt x="1189012" y="3110058"/>
                      <a:pt x="1016076" y="2889773"/>
                      <a:pt x="901803" y="2544172"/>
                    </a:cubicBezTo>
                    <a:lnTo>
                      <a:pt x="872368" y="2440837"/>
                    </a:lnTo>
                    <a:lnTo>
                      <a:pt x="766317" y="2465949"/>
                    </a:lnTo>
                    <a:cubicBezTo>
                      <a:pt x="409882" y="2539787"/>
                      <a:pt x="132641" y="2500163"/>
                      <a:pt x="35866" y="2332544"/>
                    </a:cubicBezTo>
                    <a:cubicBezTo>
                      <a:pt x="-60908" y="2164925"/>
                      <a:pt x="43396" y="1905015"/>
                      <a:pt x="285559" y="1633252"/>
                    </a:cubicBezTo>
                    <a:lnTo>
                      <a:pt x="368254" y="1545565"/>
                    </a:lnTo>
                    <a:lnTo>
                      <a:pt x="349269" y="1526910"/>
                    </a:lnTo>
                    <a:cubicBezTo>
                      <a:pt x="67719" y="1226005"/>
                      <a:pt x="-58351" y="933860"/>
                      <a:pt x="49641" y="754130"/>
                    </a:cubicBezTo>
                    <a:cubicBezTo>
                      <a:pt x="149326" y="588226"/>
                      <a:pt x="427216" y="553446"/>
                      <a:pt x="782309" y="633493"/>
                    </a:cubicBezTo>
                    <a:lnTo>
                      <a:pt x="874497" y="657029"/>
                    </a:lnTo>
                    <a:lnTo>
                      <a:pt x="901803" y="565886"/>
                    </a:lnTo>
                    <a:cubicBezTo>
                      <a:pt x="1016076" y="220285"/>
                      <a:pt x="1189012" y="0"/>
                      <a:pt x="138256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1835" name="Google Shape;1835;p47"/>
              <p:cNvSpPr/>
              <p:nvPr/>
            </p:nvSpPr>
            <p:spPr>
              <a:xfrm>
                <a:off x="7496004" y="3682990"/>
                <a:ext cx="320490" cy="269438"/>
              </a:xfrm>
              <a:custGeom>
                <a:rect b="b" l="l" r="r" t="t"/>
                <a:pathLst>
                  <a:path extrusionOk="0" h="3350285" w="3985089">
                    <a:moveTo>
                      <a:pt x="1489879" y="1687056"/>
                    </a:moveTo>
                    <a:cubicBezTo>
                      <a:pt x="1413602" y="1687056"/>
                      <a:pt x="1351768" y="1748890"/>
                      <a:pt x="1351768" y="1825167"/>
                    </a:cubicBezTo>
                    <a:lnTo>
                      <a:pt x="1351768" y="1828965"/>
                    </a:lnTo>
                    <a:cubicBezTo>
                      <a:pt x="1351768" y="1905242"/>
                      <a:pt x="1413602" y="1967076"/>
                      <a:pt x="1489879" y="1967076"/>
                    </a:cubicBezTo>
                    <a:lnTo>
                      <a:pt x="1717713" y="1967076"/>
                    </a:lnTo>
                    <a:cubicBezTo>
                      <a:pt x="1793990" y="1967076"/>
                      <a:pt x="1855824" y="1905242"/>
                      <a:pt x="1855824" y="1828965"/>
                    </a:cubicBezTo>
                    <a:lnTo>
                      <a:pt x="1855824" y="1825167"/>
                    </a:lnTo>
                    <a:cubicBezTo>
                      <a:pt x="1855824" y="1748890"/>
                      <a:pt x="1793990" y="1687056"/>
                      <a:pt x="1717713" y="1687056"/>
                    </a:cubicBezTo>
                    <a:close/>
                    <a:moveTo>
                      <a:pt x="2281462" y="1675141"/>
                    </a:moveTo>
                    <a:cubicBezTo>
                      <a:pt x="2205185" y="1675141"/>
                      <a:pt x="2143351" y="1736975"/>
                      <a:pt x="2143351" y="1813252"/>
                    </a:cubicBezTo>
                    <a:lnTo>
                      <a:pt x="2143351" y="1817050"/>
                    </a:lnTo>
                    <a:cubicBezTo>
                      <a:pt x="2143351" y="1893327"/>
                      <a:pt x="2205185" y="1955161"/>
                      <a:pt x="2281462" y="1955161"/>
                    </a:cubicBezTo>
                    <a:lnTo>
                      <a:pt x="2509296" y="1955161"/>
                    </a:lnTo>
                    <a:cubicBezTo>
                      <a:pt x="2585573" y="1955161"/>
                      <a:pt x="2647407" y="1893327"/>
                      <a:pt x="2647407" y="1817050"/>
                    </a:cubicBezTo>
                    <a:lnTo>
                      <a:pt x="2647407" y="1813252"/>
                    </a:lnTo>
                    <a:cubicBezTo>
                      <a:pt x="2647407" y="1736975"/>
                      <a:pt x="2585573" y="1675141"/>
                      <a:pt x="2509296" y="1675141"/>
                    </a:cubicBezTo>
                    <a:close/>
                    <a:moveTo>
                      <a:pt x="2837535" y="1159396"/>
                    </a:moveTo>
                    <a:cubicBezTo>
                      <a:pt x="2731595" y="1159396"/>
                      <a:pt x="2645713" y="1245278"/>
                      <a:pt x="2645713" y="1351218"/>
                    </a:cubicBezTo>
                    <a:cubicBezTo>
                      <a:pt x="2645713" y="1457158"/>
                      <a:pt x="2731595" y="1543040"/>
                      <a:pt x="2837535" y="1543040"/>
                    </a:cubicBezTo>
                    <a:cubicBezTo>
                      <a:pt x="2943475" y="1543040"/>
                      <a:pt x="3029357" y="1457158"/>
                      <a:pt x="3029357" y="1351218"/>
                    </a:cubicBezTo>
                    <a:cubicBezTo>
                      <a:pt x="3029357" y="1245278"/>
                      <a:pt x="2943475" y="1159396"/>
                      <a:pt x="2837535" y="1159396"/>
                    </a:cubicBezTo>
                    <a:close/>
                    <a:moveTo>
                      <a:pt x="3235655" y="750352"/>
                    </a:moveTo>
                    <a:cubicBezTo>
                      <a:pt x="3129715" y="750352"/>
                      <a:pt x="3043833" y="836234"/>
                      <a:pt x="3043833" y="942174"/>
                    </a:cubicBezTo>
                    <a:cubicBezTo>
                      <a:pt x="3043833" y="1048114"/>
                      <a:pt x="3129715" y="1133996"/>
                      <a:pt x="3235655" y="1133996"/>
                    </a:cubicBezTo>
                    <a:cubicBezTo>
                      <a:pt x="3341595" y="1133996"/>
                      <a:pt x="3427477" y="1048114"/>
                      <a:pt x="3427477" y="942174"/>
                    </a:cubicBezTo>
                    <a:cubicBezTo>
                      <a:pt x="3427477" y="836234"/>
                      <a:pt x="3341595" y="750352"/>
                      <a:pt x="3235655" y="750352"/>
                    </a:cubicBezTo>
                    <a:close/>
                    <a:moveTo>
                      <a:pt x="2455585" y="750352"/>
                    </a:moveTo>
                    <a:cubicBezTo>
                      <a:pt x="2349645" y="750352"/>
                      <a:pt x="2263763" y="836234"/>
                      <a:pt x="2263763" y="942174"/>
                    </a:cubicBezTo>
                    <a:cubicBezTo>
                      <a:pt x="2263763" y="1048114"/>
                      <a:pt x="2349645" y="1133996"/>
                      <a:pt x="2455585" y="1133996"/>
                    </a:cubicBezTo>
                    <a:cubicBezTo>
                      <a:pt x="2561525" y="1133996"/>
                      <a:pt x="2647407" y="1048114"/>
                      <a:pt x="2647407" y="942174"/>
                    </a:cubicBezTo>
                    <a:cubicBezTo>
                      <a:pt x="2647407" y="836234"/>
                      <a:pt x="2561525" y="750352"/>
                      <a:pt x="2455585" y="750352"/>
                    </a:cubicBezTo>
                    <a:close/>
                    <a:moveTo>
                      <a:pt x="941776" y="640989"/>
                    </a:moveTo>
                    <a:lnTo>
                      <a:pt x="1181794" y="640989"/>
                    </a:lnTo>
                    <a:lnTo>
                      <a:pt x="1181794" y="881020"/>
                    </a:lnTo>
                    <a:lnTo>
                      <a:pt x="1421825" y="881020"/>
                    </a:lnTo>
                    <a:lnTo>
                      <a:pt x="1421825" y="1121038"/>
                    </a:lnTo>
                    <a:lnTo>
                      <a:pt x="1181794" y="1121038"/>
                    </a:lnTo>
                    <a:lnTo>
                      <a:pt x="1181794" y="1361069"/>
                    </a:lnTo>
                    <a:lnTo>
                      <a:pt x="941776" y="1361069"/>
                    </a:lnTo>
                    <a:lnTo>
                      <a:pt x="941776" y="1121038"/>
                    </a:lnTo>
                    <a:lnTo>
                      <a:pt x="701745" y="1121038"/>
                    </a:lnTo>
                    <a:lnTo>
                      <a:pt x="701745" y="881020"/>
                    </a:lnTo>
                    <a:lnTo>
                      <a:pt x="941776" y="881020"/>
                    </a:lnTo>
                    <a:close/>
                    <a:moveTo>
                      <a:pt x="1061785" y="459017"/>
                    </a:moveTo>
                    <a:cubicBezTo>
                      <a:pt x="762440" y="459017"/>
                      <a:pt x="519773" y="701684"/>
                      <a:pt x="519773" y="1001029"/>
                    </a:cubicBezTo>
                    <a:cubicBezTo>
                      <a:pt x="519773" y="1300374"/>
                      <a:pt x="762440" y="1543041"/>
                      <a:pt x="1061785" y="1543041"/>
                    </a:cubicBezTo>
                    <a:cubicBezTo>
                      <a:pt x="1361130" y="1543041"/>
                      <a:pt x="1603797" y="1300374"/>
                      <a:pt x="1603797" y="1001029"/>
                    </a:cubicBezTo>
                    <a:cubicBezTo>
                      <a:pt x="1603797" y="701684"/>
                      <a:pt x="1361130" y="459017"/>
                      <a:pt x="1061785" y="459017"/>
                    </a:cubicBezTo>
                    <a:close/>
                    <a:moveTo>
                      <a:pt x="2837535" y="359296"/>
                    </a:moveTo>
                    <a:cubicBezTo>
                      <a:pt x="2731595" y="359296"/>
                      <a:pt x="2645713" y="445178"/>
                      <a:pt x="2645713" y="551118"/>
                    </a:cubicBezTo>
                    <a:cubicBezTo>
                      <a:pt x="2645713" y="657058"/>
                      <a:pt x="2731595" y="742940"/>
                      <a:pt x="2837535" y="742940"/>
                    </a:cubicBezTo>
                    <a:cubicBezTo>
                      <a:pt x="2943475" y="742940"/>
                      <a:pt x="3029357" y="657058"/>
                      <a:pt x="3029357" y="551118"/>
                    </a:cubicBezTo>
                    <a:cubicBezTo>
                      <a:pt x="3029357" y="445178"/>
                      <a:pt x="2943475" y="359296"/>
                      <a:pt x="2837535" y="359296"/>
                    </a:cubicBezTo>
                    <a:close/>
                    <a:moveTo>
                      <a:pt x="927799" y="0"/>
                    </a:moveTo>
                    <a:lnTo>
                      <a:pt x="2978398" y="0"/>
                    </a:lnTo>
                    <a:cubicBezTo>
                      <a:pt x="3447374" y="0"/>
                      <a:pt x="3902811" y="418280"/>
                      <a:pt x="3926614" y="887256"/>
                    </a:cubicBezTo>
                    <a:cubicBezTo>
                      <a:pt x="4011721" y="1784310"/>
                      <a:pt x="4065643" y="3326870"/>
                      <a:pt x="3630620" y="3349891"/>
                    </a:cubicBezTo>
                    <a:cubicBezTo>
                      <a:pt x="3101375" y="3362701"/>
                      <a:pt x="2778421" y="2566209"/>
                      <a:pt x="2352321" y="2174369"/>
                    </a:cubicBezTo>
                    <a:lnTo>
                      <a:pt x="1572952" y="2174369"/>
                    </a:lnTo>
                    <a:cubicBezTo>
                      <a:pt x="1161652" y="2566210"/>
                      <a:pt x="901104" y="3370635"/>
                      <a:pt x="339051" y="3349892"/>
                    </a:cubicBezTo>
                    <a:cubicBezTo>
                      <a:pt x="-171518" y="3349299"/>
                      <a:pt x="45251" y="1463012"/>
                      <a:pt x="48163" y="849156"/>
                    </a:cubicBezTo>
                    <a:cubicBezTo>
                      <a:pt x="48163" y="380180"/>
                      <a:pt x="458823" y="0"/>
                      <a:pt x="927799"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836" name="Google Shape;1836;p47"/>
              <p:cNvSpPr/>
              <p:nvPr/>
            </p:nvSpPr>
            <p:spPr>
              <a:xfrm>
                <a:off x="7501595" y="3961380"/>
                <a:ext cx="348693" cy="269437"/>
              </a:xfrm>
              <a:custGeom>
                <a:rect b="b" l="l" r="r" t="t"/>
                <a:pathLst>
                  <a:path extrusionOk="0" h="3051548" w="3949160">
                    <a:moveTo>
                      <a:pt x="2339911" y="638678"/>
                    </a:moveTo>
                    <a:cubicBezTo>
                      <a:pt x="3228675" y="638678"/>
                      <a:pt x="3949160" y="1138384"/>
                      <a:pt x="3949160" y="1754802"/>
                    </a:cubicBezTo>
                    <a:cubicBezTo>
                      <a:pt x="3949160" y="2075792"/>
                      <a:pt x="3753790" y="2365135"/>
                      <a:pt x="3440317" y="2567662"/>
                    </a:cubicBezTo>
                    <a:lnTo>
                      <a:pt x="3655878" y="3051548"/>
                    </a:lnTo>
                    <a:lnTo>
                      <a:pt x="2882697" y="2804439"/>
                    </a:lnTo>
                    <a:cubicBezTo>
                      <a:pt x="2713357" y="2847946"/>
                      <a:pt x="2530504" y="2870926"/>
                      <a:pt x="2339911" y="2870926"/>
                    </a:cubicBezTo>
                    <a:cubicBezTo>
                      <a:pt x="1451147" y="2870926"/>
                      <a:pt x="730662" y="2371220"/>
                      <a:pt x="730662" y="1754802"/>
                    </a:cubicBezTo>
                    <a:cubicBezTo>
                      <a:pt x="730662" y="1138384"/>
                      <a:pt x="1451147" y="638678"/>
                      <a:pt x="2339911" y="638678"/>
                    </a:cubicBezTo>
                    <a:close/>
                    <a:moveTo>
                      <a:pt x="1609249" y="0"/>
                    </a:moveTo>
                    <a:cubicBezTo>
                      <a:pt x="2214487" y="0"/>
                      <a:pt x="2741687" y="231736"/>
                      <a:pt x="3015976" y="574644"/>
                    </a:cubicBezTo>
                    <a:cubicBezTo>
                      <a:pt x="2789246" y="488504"/>
                      <a:pt x="2533611" y="440957"/>
                      <a:pt x="2263344" y="440957"/>
                    </a:cubicBezTo>
                    <a:cubicBezTo>
                      <a:pt x="1318096" y="440957"/>
                      <a:pt x="551821" y="1022559"/>
                      <a:pt x="551821" y="1740001"/>
                    </a:cubicBezTo>
                    <a:cubicBezTo>
                      <a:pt x="551821" y="1819940"/>
                      <a:pt x="561334" y="1898193"/>
                      <a:pt x="580963" y="1973803"/>
                    </a:cubicBezTo>
                    <a:cubicBezTo>
                      <a:pt x="578579" y="1972737"/>
                      <a:pt x="677277" y="2155498"/>
                      <a:pt x="675039" y="2154187"/>
                    </a:cubicBezTo>
                    <a:lnTo>
                      <a:pt x="502119" y="2089690"/>
                    </a:lnTo>
                    <a:lnTo>
                      <a:pt x="213774" y="2502637"/>
                    </a:lnTo>
                    <a:cubicBezTo>
                      <a:pt x="162937" y="2145510"/>
                      <a:pt x="82414" y="1758692"/>
                      <a:pt x="31577" y="1383752"/>
                    </a:cubicBezTo>
                    <a:cubicBezTo>
                      <a:pt x="6733" y="1307252"/>
                      <a:pt x="0" y="1197870"/>
                      <a:pt x="0" y="1116124"/>
                    </a:cubicBezTo>
                    <a:cubicBezTo>
                      <a:pt x="0" y="499706"/>
                      <a:pt x="720485" y="0"/>
                      <a:pt x="1609249"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837" name="Google Shape;1837;p47"/>
              <p:cNvSpPr/>
              <p:nvPr/>
            </p:nvSpPr>
            <p:spPr>
              <a:xfrm rot="10800000">
                <a:off x="7556822" y="3332187"/>
                <a:ext cx="299221" cy="322665"/>
              </a:xfrm>
              <a:custGeom>
                <a:rect b="b" l="l" r="r" t="t"/>
                <a:pathLst>
                  <a:path extrusionOk="0" h="3963955" w="3672275">
                    <a:moveTo>
                      <a:pt x="984766" y="3417555"/>
                    </a:moveTo>
                    <a:cubicBezTo>
                      <a:pt x="932254" y="3417555"/>
                      <a:pt x="882982" y="3403623"/>
                      <a:pt x="841068" y="3378104"/>
                    </a:cubicBezTo>
                    <a:lnTo>
                      <a:pt x="840676" y="3378710"/>
                    </a:lnTo>
                    <a:lnTo>
                      <a:pt x="835545" y="3375094"/>
                    </a:lnTo>
                    <a:cubicBezTo>
                      <a:pt x="823791" y="3369308"/>
                      <a:pt x="813094" y="3361844"/>
                      <a:pt x="803763" y="3352697"/>
                    </a:cubicBezTo>
                    <a:cubicBezTo>
                      <a:pt x="147868" y="2908007"/>
                      <a:pt x="-148746" y="2089941"/>
                      <a:pt x="72539" y="1325492"/>
                    </a:cubicBezTo>
                    <a:cubicBezTo>
                      <a:pt x="298018" y="546553"/>
                      <a:pt x="1007805" y="7791"/>
                      <a:pt x="1818686" y="83"/>
                    </a:cubicBezTo>
                    <a:cubicBezTo>
                      <a:pt x="2629567" y="-7624"/>
                      <a:pt x="3349467" y="517549"/>
                      <a:pt x="3589711" y="1292061"/>
                    </a:cubicBezTo>
                    <a:cubicBezTo>
                      <a:pt x="3828334" y="2061344"/>
                      <a:pt x="3537615" y="2895621"/>
                      <a:pt x="2873980" y="3349798"/>
                    </a:cubicBezTo>
                    <a:cubicBezTo>
                      <a:pt x="2824845" y="3391084"/>
                      <a:pt x="2761401" y="3415171"/>
                      <a:pt x="2692355" y="3415171"/>
                    </a:cubicBezTo>
                    <a:cubicBezTo>
                      <a:pt x="2531252" y="3415171"/>
                      <a:pt x="2400652" y="3284038"/>
                      <a:pt x="2400652" y="3122277"/>
                    </a:cubicBezTo>
                    <a:cubicBezTo>
                      <a:pt x="2400652" y="3018609"/>
                      <a:pt x="2454292" y="2927520"/>
                      <a:pt x="2535552" y="2875976"/>
                    </a:cubicBezTo>
                    <a:lnTo>
                      <a:pt x="2534959" y="2875094"/>
                    </a:lnTo>
                    <a:cubicBezTo>
                      <a:pt x="2993902" y="2566441"/>
                      <a:pt x="3196002" y="1993261"/>
                      <a:pt x="3032146" y="1465012"/>
                    </a:cubicBezTo>
                    <a:cubicBezTo>
                      <a:pt x="2868290" y="936764"/>
                      <a:pt x="2377289" y="578575"/>
                      <a:pt x="1824236" y="583831"/>
                    </a:cubicBezTo>
                    <a:cubicBezTo>
                      <a:pt x="1271183" y="589088"/>
                      <a:pt x="787080" y="956545"/>
                      <a:pt x="633294" y="1487812"/>
                    </a:cubicBezTo>
                    <a:cubicBezTo>
                      <a:pt x="479508" y="2019079"/>
                      <a:pt x="692467" y="2588315"/>
                      <a:pt x="1157194" y="2888188"/>
                    </a:cubicBezTo>
                    <a:lnTo>
                      <a:pt x="1156634" y="2889057"/>
                    </a:lnTo>
                    <a:cubicBezTo>
                      <a:pt x="1229500" y="2941659"/>
                      <a:pt x="1276469" y="3027652"/>
                      <a:pt x="1276469" y="3124661"/>
                    </a:cubicBezTo>
                    <a:cubicBezTo>
                      <a:pt x="1276469" y="3286422"/>
                      <a:pt x="1145869" y="3417555"/>
                      <a:pt x="984766" y="3417555"/>
                    </a:cubicBezTo>
                    <a:close/>
                    <a:moveTo>
                      <a:pt x="1836138" y="3963955"/>
                    </a:moveTo>
                    <a:cubicBezTo>
                      <a:pt x="1677062" y="3963955"/>
                      <a:pt x="1548106" y="3834999"/>
                      <a:pt x="1548106" y="3675923"/>
                    </a:cubicBezTo>
                    <a:lnTo>
                      <a:pt x="1548106" y="1958036"/>
                    </a:lnTo>
                    <a:cubicBezTo>
                      <a:pt x="1548106" y="1798960"/>
                      <a:pt x="1677062" y="1670004"/>
                      <a:pt x="1836138" y="1670004"/>
                    </a:cubicBezTo>
                    <a:cubicBezTo>
                      <a:pt x="1995214" y="1670004"/>
                      <a:pt x="2124170" y="1798960"/>
                      <a:pt x="2124170" y="1958036"/>
                    </a:cubicBezTo>
                    <a:lnTo>
                      <a:pt x="2124170" y="3675923"/>
                    </a:lnTo>
                    <a:cubicBezTo>
                      <a:pt x="2124170" y="3834999"/>
                      <a:pt x="1995214" y="3963955"/>
                      <a:pt x="1836138" y="396395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838" name="Google Shape;1838;p47"/>
              <p:cNvSpPr/>
              <p:nvPr/>
            </p:nvSpPr>
            <p:spPr>
              <a:xfrm>
                <a:off x="8516432" y="2099615"/>
                <a:ext cx="296548" cy="296548"/>
              </a:xfrm>
              <a:custGeom>
                <a:rect b="b" l="l" r="r" t="t"/>
                <a:pathLst>
                  <a:path extrusionOk="0" h="3960000" w="3960440">
                    <a:moveTo>
                      <a:pt x="1588743" y="1414211"/>
                    </a:moveTo>
                    <a:cubicBezTo>
                      <a:pt x="1540407" y="1411706"/>
                      <a:pt x="1506842" y="1440258"/>
                      <a:pt x="1506842" y="1478573"/>
                    </a:cubicBezTo>
                    <a:lnTo>
                      <a:pt x="1506842" y="2462752"/>
                    </a:lnTo>
                    <a:cubicBezTo>
                      <a:pt x="1506842" y="2484086"/>
                      <a:pt x="1516471" y="2503171"/>
                      <a:pt x="1532201" y="2515206"/>
                    </a:cubicBezTo>
                    <a:cubicBezTo>
                      <a:pt x="1552351" y="2541621"/>
                      <a:pt x="1589483" y="2548946"/>
                      <a:pt x="1619199" y="2531790"/>
                    </a:cubicBezTo>
                    <a:lnTo>
                      <a:pt x="2471524" y="2039700"/>
                    </a:lnTo>
                    <a:cubicBezTo>
                      <a:pt x="2509339" y="2017643"/>
                      <a:pt x="2509577" y="1945490"/>
                      <a:pt x="2464719" y="1913406"/>
                    </a:cubicBezTo>
                    <a:cubicBezTo>
                      <a:pt x="2315501" y="1808322"/>
                      <a:pt x="1748389" y="1486683"/>
                      <a:pt x="1588743" y="1414211"/>
                    </a:cubicBezTo>
                    <a:close/>
                    <a:moveTo>
                      <a:pt x="1982320" y="904379"/>
                    </a:moveTo>
                    <a:cubicBezTo>
                      <a:pt x="2575020" y="904379"/>
                      <a:pt x="3055498" y="1384857"/>
                      <a:pt x="3055498" y="1977557"/>
                    </a:cubicBezTo>
                    <a:cubicBezTo>
                      <a:pt x="3055498" y="2570257"/>
                      <a:pt x="2575020" y="3050735"/>
                      <a:pt x="1982320" y="3050735"/>
                    </a:cubicBezTo>
                    <a:cubicBezTo>
                      <a:pt x="1389620" y="3050735"/>
                      <a:pt x="909142" y="2570257"/>
                      <a:pt x="909142" y="1977557"/>
                    </a:cubicBezTo>
                    <a:cubicBezTo>
                      <a:pt x="909142" y="1384857"/>
                      <a:pt x="1389620" y="904379"/>
                      <a:pt x="1982320" y="904379"/>
                    </a:cubicBezTo>
                    <a:close/>
                    <a:moveTo>
                      <a:pt x="1982320" y="537397"/>
                    </a:moveTo>
                    <a:cubicBezTo>
                      <a:pt x="1186942" y="537397"/>
                      <a:pt x="542160" y="1182179"/>
                      <a:pt x="542160" y="1977557"/>
                    </a:cubicBezTo>
                    <a:cubicBezTo>
                      <a:pt x="542160" y="2772935"/>
                      <a:pt x="1186942" y="3417717"/>
                      <a:pt x="1982320" y="3417717"/>
                    </a:cubicBezTo>
                    <a:cubicBezTo>
                      <a:pt x="2777698" y="3417717"/>
                      <a:pt x="3422480" y="2772935"/>
                      <a:pt x="3422480" y="1977557"/>
                    </a:cubicBezTo>
                    <a:cubicBezTo>
                      <a:pt x="3422480" y="1182179"/>
                      <a:pt x="2777698" y="537397"/>
                      <a:pt x="1982320" y="537397"/>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839" name="Google Shape;1839;p47"/>
              <p:cNvSpPr/>
              <p:nvPr/>
            </p:nvSpPr>
            <p:spPr>
              <a:xfrm flipH="1">
                <a:off x="7608791" y="4297323"/>
                <a:ext cx="336694" cy="323742"/>
              </a:xfrm>
              <a:custGeom>
                <a:rect b="b" l="l" r="r" t="t"/>
                <a:pathLst>
                  <a:path extrusionOk="0" h="3817544" w="3948393">
                    <a:moveTo>
                      <a:pt x="1888045" y="2370407"/>
                    </a:moveTo>
                    <a:lnTo>
                      <a:pt x="1180379" y="2998560"/>
                    </a:lnTo>
                    <a:lnTo>
                      <a:pt x="695350" y="2712314"/>
                    </a:lnTo>
                    <a:lnTo>
                      <a:pt x="703301" y="3014463"/>
                    </a:lnTo>
                    <a:lnTo>
                      <a:pt x="1888044" y="3817544"/>
                    </a:lnTo>
                    <a:cubicBezTo>
                      <a:pt x="1885393" y="3356368"/>
                      <a:pt x="1874793" y="2911096"/>
                      <a:pt x="1888045" y="2370407"/>
                    </a:cubicBezTo>
                    <a:close/>
                    <a:moveTo>
                      <a:pt x="2059390" y="2370407"/>
                    </a:moveTo>
                    <a:cubicBezTo>
                      <a:pt x="2072642" y="2911096"/>
                      <a:pt x="2062042" y="3356368"/>
                      <a:pt x="2059391" y="3817544"/>
                    </a:cubicBezTo>
                    <a:lnTo>
                      <a:pt x="3244134" y="3014463"/>
                    </a:lnTo>
                    <a:lnTo>
                      <a:pt x="3252085" y="2712314"/>
                    </a:lnTo>
                    <a:lnTo>
                      <a:pt x="2767056" y="2998560"/>
                    </a:lnTo>
                    <a:close/>
                    <a:moveTo>
                      <a:pt x="733907" y="1451867"/>
                    </a:moveTo>
                    <a:lnTo>
                      <a:pt x="0" y="2113471"/>
                    </a:lnTo>
                    <a:lnTo>
                      <a:pt x="1170450" y="2848461"/>
                    </a:lnTo>
                    <a:lnTo>
                      <a:pt x="1919327" y="2170968"/>
                    </a:lnTo>
                    <a:close/>
                    <a:moveTo>
                      <a:pt x="3206900" y="1451867"/>
                    </a:moveTo>
                    <a:lnTo>
                      <a:pt x="2021479" y="2170968"/>
                    </a:lnTo>
                    <a:lnTo>
                      <a:pt x="2770356" y="2848461"/>
                    </a:lnTo>
                    <a:lnTo>
                      <a:pt x="3940806" y="2113471"/>
                    </a:lnTo>
                    <a:close/>
                    <a:moveTo>
                      <a:pt x="1195981" y="0"/>
                    </a:moveTo>
                    <a:lnTo>
                      <a:pt x="10560" y="719101"/>
                    </a:lnTo>
                    <a:lnTo>
                      <a:pt x="759438" y="1396594"/>
                    </a:lnTo>
                    <a:lnTo>
                      <a:pt x="1929887" y="661605"/>
                    </a:lnTo>
                    <a:close/>
                    <a:moveTo>
                      <a:pt x="2762973" y="0"/>
                    </a:moveTo>
                    <a:lnTo>
                      <a:pt x="2029067" y="661605"/>
                    </a:lnTo>
                    <a:lnTo>
                      <a:pt x="3199516" y="1396594"/>
                    </a:lnTo>
                    <a:lnTo>
                      <a:pt x="3948393" y="719101"/>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sp>
          <p:nvSpPr>
            <p:cNvPr id="1840" name="Google Shape;1840;p47"/>
            <p:cNvSpPr/>
            <p:nvPr/>
          </p:nvSpPr>
          <p:spPr>
            <a:xfrm>
              <a:off x="7350231" y="1734252"/>
              <a:ext cx="4243993" cy="4243993"/>
            </a:xfrm>
            <a:prstGeom prst="donut">
              <a:avLst>
                <a:gd fmla="val 14003" name="adj"/>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grpSp>
          <p:nvGrpSpPr>
            <p:cNvPr id="1841" name="Google Shape;1841;p47"/>
            <p:cNvGrpSpPr/>
            <p:nvPr/>
          </p:nvGrpSpPr>
          <p:grpSpPr>
            <a:xfrm>
              <a:off x="7907899" y="2308624"/>
              <a:ext cx="4313146" cy="4771421"/>
              <a:chOff x="7907899" y="2308624"/>
              <a:chExt cx="4313146" cy="4771421"/>
            </a:xfrm>
          </p:grpSpPr>
          <p:sp>
            <p:nvSpPr>
              <p:cNvPr id="1842" name="Google Shape;1842;p47"/>
              <p:cNvSpPr/>
              <p:nvPr/>
            </p:nvSpPr>
            <p:spPr>
              <a:xfrm rot="8348922">
                <a:off x="11198871" y="4958370"/>
                <a:ext cx="306777" cy="2301677"/>
              </a:xfrm>
              <a:custGeom>
                <a:rect b="b" l="l" r="r" t="t"/>
                <a:pathLst>
                  <a:path extrusionOk="0" h="2109330" w="281140">
                    <a:moveTo>
                      <a:pt x="0" y="2109328"/>
                    </a:moveTo>
                    <a:lnTo>
                      <a:pt x="0" y="0"/>
                    </a:lnTo>
                    <a:lnTo>
                      <a:pt x="281140" y="243113"/>
                    </a:lnTo>
                    <a:lnTo>
                      <a:pt x="281140" y="2109330"/>
                    </a:lnTo>
                    <a:close/>
                  </a:path>
                </a:pathLst>
              </a:custGeom>
              <a:solidFill>
                <a:srgbClr val="3F3F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843" name="Google Shape;1843;p47"/>
              <p:cNvSpPr/>
              <p:nvPr/>
            </p:nvSpPr>
            <p:spPr>
              <a:xfrm>
                <a:off x="7907899" y="2308624"/>
                <a:ext cx="3099805" cy="3099806"/>
              </a:xfrm>
              <a:prstGeom prst="donut">
                <a:avLst>
                  <a:gd fmla="val 3665" name="adj"/>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844" name="Google Shape;1844;p47"/>
              <p:cNvSpPr/>
              <p:nvPr/>
            </p:nvSpPr>
            <p:spPr>
              <a:xfrm rot="8399802">
                <a:off x="10257449" y="4979836"/>
                <a:ext cx="498891" cy="307559"/>
              </a:xfrm>
              <a:prstGeom prst="round2SameRect">
                <a:avLst>
                  <a:gd fmla="val 31004" name="adj1"/>
                  <a:gd fmla="val 0" name="adj2"/>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grpSp>
        <p:grpSp>
          <p:nvGrpSpPr>
            <p:cNvPr id="1845" name="Google Shape;1845;p47"/>
            <p:cNvGrpSpPr/>
            <p:nvPr/>
          </p:nvGrpSpPr>
          <p:grpSpPr>
            <a:xfrm>
              <a:off x="8045579" y="2409380"/>
              <a:ext cx="2811142" cy="2844985"/>
              <a:chOff x="8045579" y="2409380"/>
              <a:chExt cx="2811142" cy="2844985"/>
            </a:xfrm>
          </p:grpSpPr>
          <p:sp>
            <p:nvSpPr>
              <p:cNvPr id="1846" name="Google Shape;1846;p47"/>
              <p:cNvSpPr/>
              <p:nvPr/>
            </p:nvSpPr>
            <p:spPr>
              <a:xfrm>
                <a:off x="10509374" y="3444941"/>
                <a:ext cx="343339" cy="343339"/>
              </a:xfrm>
              <a:custGeom>
                <a:rect b="b" l="l" r="r" t="t"/>
                <a:pathLst>
                  <a:path extrusionOk="0" h="2700265" w="2376266">
                    <a:moveTo>
                      <a:pt x="1656387" y="1972892"/>
                    </a:moveTo>
                    <a:cubicBezTo>
                      <a:pt x="1611887" y="1973356"/>
                      <a:pt x="1563385" y="2005080"/>
                      <a:pt x="1534629" y="2057337"/>
                    </a:cubicBezTo>
                    <a:cubicBezTo>
                      <a:pt x="1496288" y="2127013"/>
                      <a:pt x="1507568" y="2206808"/>
                      <a:pt x="1559826" y="2235565"/>
                    </a:cubicBezTo>
                    <a:cubicBezTo>
                      <a:pt x="1612084" y="2264320"/>
                      <a:pt x="1685527" y="2231149"/>
                      <a:pt x="1723869" y="2161473"/>
                    </a:cubicBezTo>
                    <a:cubicBezTo>
                      <a:pt x="1762211" y="2091796"/>
                      <a:pt x="1750931" y="2012000"/>
                      <a:pt x="1698673" y="1983245"/>
                    </a:cubicBezTo>
                    <a:cubicBezTo>
                      <a:pt x="1685608" y="1976055"/>
                      <a:pt x="1671220" y="1972736"/>
                      <a:pt x="1656387" y="1972892"/>
                    </a:cubicBezTo>
                    <a:close/>
                    <a:moveTo>
                      <a:pt x="312688" y="1634792"/>
                    </a:moveTo>
                    <a:cubicBezTo>
                      <a:pt x="281116" y="1626772"/>
                      <a:pt x="249981" y="1631172"/>
                      <a:pt x="226763" y="1649891"/>
                    </a:cubicBezTo>
                    <a:cubicBezTo>
                      <a:pt x="180329" y="1687329"/>
                      <a:pt x="183153" y="1767868"/>
                      <a:pt x="233071" y="1829780"/>
                    </a:cubicBezTo>
                    <a:cubicBezTo>
                      <a:pt x="282989" y="1891692"/>
                      <a:pt x="361097" y="1911533"/>
                      <a:pt x="407532" y="1874094"/>
                    </a:cubicBezTo>
                    <a:cubicBezTo>
                      <a:pt x="453966" y="1836657"/>
                      <a:pt x="451142" y="1756118"/>
                      <a:pt x="401224" y="1694205"/>
                    </a:cubicBezTo>
                    <a:cubicBezTo>
                      <a:pt x="376265" y="1663249"/>
                      <a:pt x="344258" y="1642811"/>
                      <a:pt x="312688" y="1634792"/>
                    </a:cubicBezTo>
                    <a:close/>
                    <a:moveTo>
                      <a:pt x="1869299" y="1519920"/>
                    </a:moveTo>
                    <a:cubicBezTo>
                      <a:pt x="1824865" y="1522388"/>
                      <a:pt x="1777842" y="1556264"/>
                      <a:pt x="1751468" y="1609764"/>
                    </a:cubicBezTo>
                    <a:cubicBezTo>
                      <a:pt x="1716305" y="1681096"/>
                      <a:pt x="1731168" y="1760303"/>
                      <a:pt x="1784668" y="1786676"/>
                    </a:cubicBezTo>
                    <a:cubicBezTo>
                      <a:pt x="1838168" y="1813049"/>
                      <a:pt x="1910044" y="1776602"/>
                      <a:pt x="1945208" y="1705269"/>
                    </a:cubicBezTo>
                    <a:cubicBezTo>
                      <a:pt x="1980371" y="1633937"/>
                      <a:pt x="1965508" y="1554730"/>
                      <a:pt x="1912008" y="1528357"/>
                    </a:cubicBezTo>
                    <a:cubicBezTo>
                      <a:pt x="1898633" y="1521764"/>
                      <a:pt x="1884109" y="1519097"/>
                      <a:pt x="1869299" y="1519920"/>
                    </a:cubicBezTo>
                    <a:close/>
                    <a:moveTo>
                      <a:pt x="741251" y="1329992"/>
                    </a:moveTo>
                    <a:cubicBezTo>
                      <a:pt x="709680" y="1321974"/>
                      <a:pt x="678544" y="1326372"/>
                      <a:pt x="655326" y="1345092"/>
                    </a:cubicBezTo>
                    <a:cubicBezTo>
                      <a:pt x="608892" y="1382530"/>
                      <a:pt x="611716" y="1463069"/>
                      <a:pt x="661634" y="1524981"/>
                    </a:cubicBezTo>
                    <a:cubicBezTo>
                      <a:pt x="711552" y="1586893"/>
                      <a:pt x="789660" y="1606734"/>
                      <a:pt x="836094" y="1569294"/>
                    </a:cubicBezTo>
                    <a:cubicBezTo>
                      <a:pt x="882529" y="1531856"/>
                      <a:pt x="879704" y="1451317"/>
                      <a:pt x="829787" y="1389406"/>
                    </a:cubicBezTo>
                    <a:cubicBezTo>
                      <a:pt x="804828" y="1358450"/>
                      <a:pt x="772822" y="1338012"/>
                      <a:pt x="741251" y="1329992"/>
                    </a:cubicBezTo>
                    <a:close/>
                    <a:moveTo>
                      <a:pt x="2079316" y="1065457"/>
                    </a:moveTo>
                    <a:cubicBezTo>
                      <a:pt x="2035146" y="1070876"/>
                      <a:pt x="1990481" y="1107807"/>
                      <a:pt x="1967725" y="1162943"/>
                    </a:cubicBezTo>
                    <a:cubicBezTo>
                      <a:pt x="1937386" y="1236457"/>
                      <a:pt x="1957487" y="1314499"/>
                      <a:pt x="2012623" y="1337253"/>
                    </a:cubicBezTo>
                    <a:cubicBezTo>
                      <a:pt x="2067759" y="1360009"/>
                      <a:pt x="2137051" y="1318860"/>
                      <a:pt x="2167391" y="1245345"/>
                    </a:cubicBezTo>
                    <a:cubicBezTo>
                      <a:pt x="2197730" y="1171831"/>
                      <a:pt x="2177629" y="1093789"/>
                      <a:pt x="2122493" y="1071035"/>
                    </a:cubicBezTo>
                    <a:cubicBezTo>
                      <a:pt x="2108709" y="1065345"/>
                      <a:pt x="2094040" y="1063650"/>
                      <a:pt x="2079316" y="1065457"/>
                    </a:cubicBezTo>
                    <a:close/>
                    <a:moveTo>
                      <a:pt x="0" y="654162"/>
                    </a:moveTo>
                    <a:lnTo>
                      <a:pt x="1082073" y="1244384"/>
                    </a:lnTo>
                    <a:lnTo>
                      <a:pt x="1121421" y="2700265"/>
                    </a:lnTo>
                    <a:lnTo>
                      <a:pt x="4918" y="1923139"/>
                    </a:lnTo>
                    <a:cubicBezTo>
                      <a:pt x="3279" y="1498508"/>
                      <a:pt x="1639" y="1073875"/>
                      <a:pt x="0" y="654162"/>
                    </a:cubicBezTo>
                    <a:close/>
                    <a:moveTo>
                      <a:pt x="2375644" y="688592"/>
                    </a:moveTo>
                    <a:lnTo>
                      <a:pt x="2360889" y="1967406"/>
                    </a:lnTo>
                    <a:lnTo>
                      <a:pt x="1293570" y="2700265"/>
                    </a:lnTo>
                    <a:lnTo>
                      <a:pt x="1249303" y="1239466"/>
                    </a:lnTo>
                    <a:close/>
                    <a:moveTo>
                      <a:pt x="1214923" y="371219"/>
                    </a:moveTo>
                    <a:cubicBezTo>
                      <a:pt x="1197013" y="368793"/>
                      <a:pt x="1177834" y="369067"/>
                      <a:pt x="1158247" y="372480"/>
                    </a:cubicBezTo>
                    <a:cubicBezTo>
                      <a:pt x="1079899" y="386133"/>
                      <a:pt x="1024686" y="444836"/>
                      <a:pt x="1034926" y="503598"/>
                    </a:cubicBezTo>
                    <a:cubicBezTo>
                      <a:pt x="1045165" y="562359"/>
                      <a:pt x="1116980" y="598927"/>
                      <a:pt x="1195328" y="585274"/>
                    </a:cubicBezTo>
                    <a:cubicBezTo>
                      <a:pt x="1273676" y="571621"/>
                      <a:pt x="1328889" y="512918"/>
                      <a:pt x="1318650" y="454156"/>
                    </a:cubicBezTo>
                    <a:cubicBezTo>
                      <a:pt x="1310970" y="410086"/>
                      <a:pt x="1268654" y="378499"/>
                      <a:pt x="1214923" y="371219"/>
                    </a:cubicBezTo>
                    <a:close/>
                    <a:moveTo>
                      <a:pt x="1185985" y="0"/>
                    </a:moveTo>
                    <a:lnTo>
                      <a:pt x="2376266" y="506608"/>
                    </a:lnTo>
                    <a:lnTo>
                      <a:pt x="1161392" y="1101748"/>
                    </a:lnTo>
                    <a:lnTo>
                      <a:pt x="10460" y="491852"/>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847" name="Google Shape;1847;p47"/>
              <p:cNvSpPr/>
              <p:nvPr/>
            </p:nvSpPr>
            <p:spPr>
              <a:xfrm>
                <a:off x="8174482" y="4174830"/>
                <a:ext cx="392828" cy="392828"/>
              </a:xfrm>
              <a:custGeom>
                <a:rect b="b" l="l" r="r" t="t"/>
                <a:pathLst>
                  <a:path extrusionOk="0" h="4259405" w="4088964">
                    <a:moveTo>
                      <a:pt x="1480605" y="2231940"/>
                    </a:moveTo>
                    <a:lnTo>
                      <a:pt x="1199818" y="2044620"/>
                    </a:lnTo>
                    <a:lnTo>
                      <a:pt x="761621" y="2687221"/>
                    </a:lnTo>
                    <a:cubicBezTo>
                      <a:pt x="501536" y="2652619"/>
                      <a:pt x="265323" y="2467912"/>
                      <a:pt x="39127" y="2272940"/>
                    </a:cubicBezTo>
                    <a:cubicBezTo>
                      <a:pt x="-80639" y="2070133"/>
                      <a:pt x="269496" y="1743507"/>
                      <a:pt x="374515" y="1494038"/>
                    </a:cubicBezTo>
                    <a:lnTo>
                      <a:pt x="93728" y="1306717"/>
                    </a:lnTo>
                    <a:lnTo>
                      <a:pt x="1091841" y="1312633"/>
                    </a:lnTo>
                    <a:close/>
                    <a:moveTo>
                      <a:pt x="2759566" y="226796"/>
                    </a:moveTo>
                    <a:cubicBezTo>
                      <a:pt x="2331051" y="377379"/>
                      <a:pt x="2150002" y="492309"/>
                      <a:pt x="1991062" y="643648"/>
                    </a:cubicBezTo>
                    <a:lnTo>
                      <a:pt x="1463599" y="1446568"/>
                    </a:lnTo>
                    <a:lnTo>
                      <a:pt x="610317" y="909936"/>
                    </a:lnTo>
                    <a:cubicBezTo>
                      <a:pt x="810411" y="627556"/>
                      <a:pt x="1020899" y="239191"/>
                      <a:pt x="1244930" y="61882"/>
                    </a:cubicBezTo>
                    <a:cubicBezTo>
                      <a:pt x="1491876" y="-75367"/>
                      <a:pt x="1697752" y="31605"/>
                      <a:pt x="2759566" y="226796"/>
                    </a:cubicBezTo>
                    <a:close/>
                    <a:moveTo>
                      <a:pt x="1722488" y="3820535"/>
                    </a:moveTo>
                    <a:cubicBezTo>
                      <a:pt x="1376925" y="3801485"/>
                      <a:pt x="936112" y="3830060"/>
                      <a:pt x="666750" y="3734810"/>
                    </a:cubicBezTo>
                    <a:cubicBezTo>
                      <a:pt x="419100" y="3598835"/>
                      <a:pt x="400050" y="3367610"/>
                      <a:pt x="0" y="2364860"/>
                    </a:cubicBezTo>
                    <a:cubicBezTo>
                      <a:pt x="355600" y="2647435"/>
                      <a:pt x="549276" y="2739510"/>
                      <a:pt x="762000" y="2793485"/>
                    </a:cubicBezTo>
                    <a:lnTo>
                      <a:pt x="1722487" y="2812535"/>
                    </a:lnTo>
                    <a:close/>
                    <a:moveTo>
                      <a:pt x="3605396" y="869465"/>
                    </a:moveTo>
                    <a:lnTo>
                      <a:pt x="3069019" y="1711228"/>
                    </a:lnTo>
                    <a:lnTo>
                      <a:pt x="2083849" y="1550906"/>
                    </a:lnTo>
                    <a:lnTo>
                      <a:pt x="2391902" y="1412941"/>
                    </a:lnTo>
                    <a:lnTo>
                      <a:pt x="2081217" y="699900"/>
                    </a:lnTo>
                    <a:cubicBezTo>
                      <a:pt x="2248971" y="498156"/>
                      <a:pt x="2531081" y="396532"/>
                      <a:pt x="2816547" y="308854"/>
                    </a:cubicBezTo>
                    <a:cubicBezTo>
                      <a:pt x="3051986" y="315439"/>
                      <a:pt x="3142075" y="785719"/>
                      <a:pt x="3297344" y="1007430"/>
                    </a:cubicBezTo>
                    <a:close/>
                    <a:moveTo>
                      <a:pt x="3222215" y="3788662"/>
                    </a:moveTo>
                    <a:cubicBezTo>
                      <a:pt x="3089072" y="3954283"/>
                      <a:pt x="2662122" y="3869088"/>
                      <a:pt x="2413930" y="3921936"/>
                    </a:cubicBezTo>
                    <a:lnTo>
                      <a:pt x="2420658" y="4259405"/>
                    </a:lnTo>
                    <a:lnTo>
                      <a:pt x="1855155" y="3436926"/>
                    </a:lnTo>
                    <a:lnTo>
                      <a:pt x="2387428" y="2592563"/>
                    </a:lnTo>
                    <a:lnTo>
                      <a:pt x="2394156" y="2930032"/>
                    </a:lnTo>
                    <a:lnTo>
                      <a:pt x="3171906" y="2922431"/>
                    </a:lnTo>
                    <a:cubicBezTo>
                      <a:pt x="3292132" y="3155642"/>
                      <a:pt x="3275533" y="3455038"/>
                      <a:pt x="3244786" y="3752078"/>
                    </a:cubicBezTo>
                    <a:cubicBezTo>
                      <a:pt x="3238662" y="3765464"/>
                      <a:pt x="3231091" y="3777620"/>
                      <a:pt x="3222215" y="3788662"/>
                    </a:cubicBezTo>
                    <a:close/>
                    <a:moveTo>
                      <a:pt x="3948285" y="2834020"/>
                    </a:moveTo>
                    <a:cubicBezTo>
                      <a:pt x="3833022" y="3018741"/>
                      <a:pt x="3639730" y="3281008"/>
                      <a:pt x="3342579" y="3731662"/>
                    </a:cubicBezTo>
                    <a:cubicBezTo>
                      <a:pt x="3371271" y="3278367"/>
                      <a:pt x="3336159" y="3066813"/>
                      <a:pt x="3258895" y="2861397"/>
                    </a:cubicBezTo>
                    <a:lnTo>
                      <a:pt x="2725671" y="2062291"/>
                    </a:lnTo>
                    <a:lnTo>
                      <a:pt x="3552883" y="1486284"/>
                    </a:lnTo>
                    <a:cubicBezTo>
                      <a:pt x="3734716" y="1780754"/>
                      <a:pt x="4010062" y="2126176"/>
                      <a:pt x="4085819" y="2401657"/>
                    </a:cubicBezTo>
                    <a:cubicBezTo>
                      <a:pt x="4100783" y="2542124"/>
                      <a:pt x="4063549" y="2649298"/>
                      <a:pt x="3948285" y="283402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848" name="Google Shape;1848;p47"/>
              <p:cNvSpPr/>
              <p:nvPr/>
            </p:nvSpPr>
            <p:spPr>
              <a:xfrm>
                <a:off x="9225535" y="2409380"/>
                <a:ext cx="393582" cy="392828"/>
              </a:xfrm>
              <a:custGeom>
                <a:rect b="b" l="l" r="r" t="t"/>
                <a:pathLst>
                  <a:path extrusionOk="0" h="4012920" w="4020621">
                    <a:moveTo>
                      <a:pt x="780213" y="3724888"/>
                    </a:moveTo>
                    <a:lnTo>
                      <a:pt x="2868445" y="3724888"/>
                    </a:lnTo>
                    <a:lnTo>
                      <a:pt x="2868445" y="4012920"/>
                    </a:lnTo>
                    <a:lnTo>
                      <a:pt x="780213" y="4012920"/>
                    </a:lnTo>
                    <a:close/>
                    <a:moveTo>
                      <a:pt x="4020621" y="2152587"/>
                    </a:moveTo>
                    <a:lnTo>
                      <a:pt x="4020621" y="3448731"/>
                    </a:lnTo>
                    <a:lnTo>
                      <a:pt x="3903908" y="3386593"/>
                    </a:lnTo>
                    <a:lnTo>
                      <a:pt x="3903908" y="2214725"/>
                    </a:lnTo>
                    <a:close/>
                    <a:moveTo>
                      <a:pt x="1582587" y="1544569"/>
                    </a:moveTo>
                    <a:cubicBezTo>
                      <a:pt x="1525677" y="1652847"/>
                      <a:pt x="1434945" y="1739939"/>
                      <a:pt x="1324158" y="1792547"/>
                    </a:cubicBezTo>
                    <a:lnTo>
                      <a:pt x="1790243" y="1792547"/>
                    </a:lnTo>
                    <a:cubicBezTo>
                      <a:pt x="1708293" y="1721838"/>
                      <a:pt x="1638004" y="1638154"/>
                      <a:pt x="1582587" y="1544569"/>
                    </a:cubicBezTo>
                    <a:close/>
                    <a:moveTo>
                      <a:pt x="1238323" y="1312673"/>
                    </a:moveTo>
                    <a:cubicBezTo>
                      <a:pt x="1173622" y="1312673"/>
                      <a:pt x="1121172" y="1365123"/>
                      <a:pt x="1121172" y="1429824"/>
                    </a:cubicBezTo>
                    <a:cubicBezTo>
                      <a:pt x="1121172" y="1494525"/>
                      <a:pt x="1173622" y="1546975"/>
                      <a:pt x="1238323" y="1546975"/>
                    </a:cubicBezTo>
                    <a:cubicBezTo>
                      <a:pt x="1303024" y="1546975"/>
                      <a:pt x="1355474" y="1494525"/>
                      <a:pt x="1355474" y="1429824"/>
                    </a:cubicBezTo>
                    <a:cubicBezTo>
                      <a:pt x="1355474" y="1365123"/>
                      <a:pt x="1303024" y="1312673"/>
                      <a:pt x="1238323" y="1312673"/>
                    </a:cubicBezTo>
                    <a:close/>
                    <a:moveTo>
                      <a:pt x="870057" y="1312673"/>
                    </a:moveTo>
                    <a:cubicBezTo>
                      <a:pt x="805356" y="1312673"/>
                      <a:pt x="752906" y="1365123"/>
                      <a:pt x="752906" y="1429824"/>
                    </a:cubicBezTo>
                    <a:cubicBezTo>
                      <a:pt x="752906" y="1494525"/>
                      <a:pt x="805356" y="1546975"/>
                      <a:pt x="870057" y="1546975"/>
                    </a:cubicBezTo>
                    <a:cubicBezTo>
                      <a:pt x="934758" y="1546975"/>
                      <a:pt x="987208" y="1494525"/>
                      <a:pt x="987208" y="1429824"/>
                    </a:cubicBezTo>
                    <a:cubicBezTo>
                      <a:pt x="987208" y="1365123"/>
                      <a:pt x="934758" y="1312673"/>
                      <a:pt x="870057" y="1312673"/>
                    </a:cubicBezTo>
                    <a:close/>
                    <a:moveTo>
                      <a:pt x="2775838" y="1127627"/>
                    </a:moveTo>
                    <a:cubicBezTo>
                      <a:pt x="2666578" y="1127627"/>
                      <a:pt x="2578006" y="1216199"/>
                      <a:pt x="2578006" y="1325459"/>
                    </a:cubicBezTo>
                    <a:cubicBezTo>
                      <a:pt x="2578006" y="1434719"/>
                      <a:pt x="2666578" y="1523291"/>
                      <a:pt x="2775838" y="1523291"/>
                    </a:cubicBezTo>
                    <a:cubicBezTo>
                      <a:pt x="2885098" y="1523291"/>
                      <a:pt x="2973670" y="1434719"/>
                      <a:pt x="2973670" y="1325459"/>
                    </a:cubicBezTo>
                    <a:cubicBezTo>
                      <a:pt x="2973670" y="1216199"/>
                      <a:pt x="2885098" y="1127627"/>
                      <a:pt x="2775838" y="1127627"/>
                    </a:cubicBezTo>
                    <a:close/>
                    <a:moveTo>
                      <a:pt x="2153949" y="1127627"/>
                    </a:moveTo>
                    <a:cubicBezTo>
                      <a:pt x="2044689" y="1127627"/>
                      <a:pt x="1956117" y="1216199"/>
                      <a:pt x="1956117" y="1325459"/>
                    </a:cubicBezTo>
                    <a:cubicBezTo>
                      <a:pt x="1956117" y="1434719"/>
                      <a:pt x="2044689" y="1523291"/>
                      <a:pt x="2153949" y="1523291"/>
                    </a:cubicBezTo>
                    <a:cubicBezTo>
                      <a:pt x="2263209" y="1523291"/>
                      <a:pt x="2351781" y="1434719"/>
                      <a:pt x="2351781" y="1325459"/>
                    </a:cubicBezTo>
                    <a:cubicBezTo>
                      <a:pt x="2351781" y="1216199"/>
                      <a:pt x="2263209" y="1127627"/>
                      <a:pt x="2153949" y="1127627"/>
                    </a:cubicBezTo>
                    <a:close/>
                    <a:moveTo>
                      <a:pt x="1238323" y="956510"/>
                    </a:moveTo>
                    <a:cubicBezTo>
                      <a:pt x="1173622" y="956510"/>
                      <a:pt x="1121172" y="1008960"/>
                      <a:pt x="1121172" y="1073661"/>
                    </a:cubicBezTo>
                    <a:cubicBezTo>
                      <a:pt x="1121172" y="1138362"/>
                      <a:pt x="1173622" y="1190812"/>
                      <a:pt x="1238323" y="1190812"/>
                    </a:cubicBezTo>
                    <a:cubicBezTo>
                      <a:pt x="1303024" y="1190812"/>
                      <a:pt x="1355474" y="1138362"/>
                      <a:pt x="1355474" y="1073661"/>
                    </a:cubicBezTo>
                    <a:cubicBezTo>
                      <a:pt x="1355474" y="1008960"/>
                      <a:pt x="1303024" y="956510"/>
                      <a:pt x="1238323" y="956510"/>
                    </a:cubicBezTo>
                    <a:close/>
                    <a:moveTo>
                      <a:pt x="870057" y="956510"/>
                    </a:moveTo>
                    <a:cubicBezTo>
                      <a:pt x="805356" y="956510"/>
                      <a:pt x="752906" y="1008960"/>
                      <a:pt x="752906" y="1073661"/>
                    </a:cubicBezTo>
                    <a:cubicBezTo>
                      <a:pt x="752906" y="1138362"/>
                      <a:pt x="805356" y="1190812"/>
                      <a:pt x="870057" y="1190812"/>
                    </a:cubicBezTo>
                    <a:cubicBezTo>
                      <a:pt x="934758" y="1190812"/>
                      <a:pt x="987208" y="1138362"/>
                      <a:pt x="987208" y="1073661"/>
                    </a:cubicBezTo>
                    <a:cubicBezTo>
                      <a:pt x="987208" y="1008960"/>
                      <a:pt x="934758" y="956510"/>
                      <a:pt x="870057" y="956510"/>
                    </a:cubicBezTo>
                    <a:close/>
                    <a:moveTo>
                      <a:pt x="2775838" y="526176"/>
                    </a:moveTo>
                    <a:cubicBezTo>
                      <a:pt x="2666578" y="526176"/>
                      <a:pt x="2578006" y="614748"/>
                      <a:pt x="2578006" y="724008"/>
                    </a:cubicBezTo>
                    <a:cubicBezTo>
                      <a:pt x="2578006" y="833268"/>
                      <a:pt x="2666578" y="921840"/>
                      <a:pt x="2775838" y="921840"/>
                    </a:cubicBezTo>
                    <a:cubicBezTo>
                      <a:pt x="2885098" y="921840"/>
                      <a:pt x="2973670" y="833268"/>
                      <a:pt x="2973670" y="724008"/>
                    </a:cubicBezTo>
                    <a:cubicBezTo>
                      <a:pt x="2973670" y="614748"/>
                      <a:pt x="2885098" y="526176"/>
                      <a:pt x="2775838" y="526176"/>
                    </a:cubicBezTo>
                    <a:close/>
                    <a:moveTo>
                      <a:pt x="2153949" y="526176"/>
                    </a:moveTo>
                    <a:cubicBezTo>
                      <a:pt x="2044689" y="526176"/>
                      <a:pt x="1956117" y="614748"/>
                      <a:pt x="1956117" y="724008"/>
                    </a:cubicBezTo>
                    <a:cubicBezTo>
                      <a:pt x="1956117" y="833268"/>
                      <a:pt x="2044689" y="921840"/>
                      <a:pt x="2153949" y="921840"/>
                    </a:cubicBezTo>
                    <a:cubicBezTo>
                      <a:pt x="2263209" y="921840"/>
                      <a:pt x="2351781" y="833268"/>
                      <a:pt x="2351781" y="724008"/>
                    </a:cubicBezTo>
                    <a:cubicBezTo>
                      <a:pt x="2351781" y="614748"/>
                      <a:pt x="2263209" y="526176"/>
                      <a:pt x="2153949" y="526176"/>
                    </a:cubicBezTo>
                    <a:close/>
                    <a:moveTo>
                      <a:pt x="2464893" y="0"/>
                    </a:moveTo>
                    <a:cubicBezTo>
                      <a:pt x="3030837" y="0"/>
                      <a:pt x="3489626" y="458789"/>
                      <a:pt x="3489626" y="1024733"/>
                    </a:cubicBezTo>
                    <a:cubicBezTo>
                      <a:pt x="3489626" y="1442455"/>
                      <a:pt x="3239684" y="1801800"/>
                      <a:pt x="2880320" y="1959209"/>
                    </a:cubicBezTo>
                    <a:lnTo>
                      <a:pt x="2880320" y="2008571"/>
                    </a:lnTo>
                    <a:lnTo>
                      <a:pt x="3250857" y="2008571"/>
                    </a:lnTo>
                    <a:lnTo>
                      <a:pt x="3250857" y="2359970"/>
                    </a:lnTo>
                    <a:lnTo>
                      <a:pt x="3437294" y="2359970"/>
                    </a:lnTo>
                    <a:lnTo>
                      <a:pt x="3437294" y="2360694"/>
                    </a:lnTo>
                    <a:lnTo>
                      <a:pt x="3852060" y="2233461"/>
                    </a:lnTo>
                    <a:lnTo>
                      <a:pt x="3852060" y="3367858"/>
                    </a:lnTo>
                    <a:lnTo>
                      <a:pt x="3437294" y="3240624"/>
                    </a:lnTo>
                    <a:lnTo>
                      <a:pt x="3437294" y="3241349"/>
                    </a:lnTo>
                    <a:lnTo>
                      <a:pt x="3250857" y="3241349"/>
                    </a:lnTo>
                    <a:lnTo>
                      <a:pt x="3250857" y="3633063"/>
                    </a:lnTo>
                    <a:lnTo>
                      <a:pt x="298529" y="3633063"/>
                    </a:lnTo>
                    <a:lnTo>
                      <a:pt x="298529" y="2431730"/>
                    </a:lnTo>
                    <a:lnTo>
                      <a:pt x="0" y="2008571"/>
                    </a:lnTo>
                    <a:lnTo>
                      <a:pt x="298529" y="2008571"/>
                    </a:lnTo>
                    <a:lnTo>
                      <a:pt x="792088" y="2008571"/>
                    </a:lnTo>
                    <a:lnTo>
                      <a:pt x="792088" y="1796817"/>
                    </a:lnTo>
                    <a:cubicBezTo>
                      <a:pt x="587745" y="1700755"/>
                      <a:pt x="447370" y="1492642"/>
                      <a:pt x="447370" y="1251742"/>
                    </a:cubicBezTo>
                    <a:cubicBezTo>
                      <a:pt x="447370" y="916605"/>
                      <a:pt x="719053" y="644923"/>
                      <a:pt x="1054190" y="644923"/>
                    </a:cubicBezTo>
                    <a:cubicBezTo>
                      <a:pt x="1212753" y="644923"/>
                      <a:pt x="1357112" y="705740"/>
                      <a:pt x="1463939" y="806702"/>
                    </a:cubicBezTo>
                    <a:cubicBezTo>
                      <a:pt x="1563407" y="345444"/>
                      <a:pt x="1973809" y="0"/>
                      <a:pt x="2464893"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849" name="Google Shape;1849;p47"/>
              <p:cNvSpPr/>
              <p:nvPr/>
            </p:nvSpPr>
            <p:spPr>
              <a:xfrm rot="9900000">
                <a:off x="10073915" y="2714730"/>
                <a:ext cx="351357" cy="423598"/>
              </a:xfrm>
              <a:custGeom>
                <a:rect b="b" l="l" r="r" t="t"/>
                <a:pathLst>
                  <a:path extrusionOk="0" h="4064034" w="3370953">
                    <a:moveTo>
                      <a:pt x="307836" y="3226369"/>
                    </a:moveTo>
                    <a:lnTo>
                      <a:pt x="307836" y="2810144"/>
                    </a:lnTo>
                    <a:lnTo>
                      <a:pt x="1258549" y="2810144"/>
                    </a:lnTo>
                    <a:lnTo>
                      <a:pt x="1331954" y="2516524"/>
                    </a:lnTo>
                    <a:lnTo>
                      <a:pt x="1639161" y="2516524"/>
                    </a:lnTo>
                    <a:lnTo>
                      <a:pt x="1806826" y="1890788"/>
                    </a:lnTo>
                    <a:cubicBezTo>
                      <a:pt x="1709407" y="1836984"/>
                      <a:pt x="1651662" y="1730051"/>
                      <a:pt x="1660897" y="1618049"/>
                    </a:cubicBezTo>
                    <a:lnTo>
                      <a:pt x="497736" y="946498"/>
                    </a:lnTo>
                    <a:lnTo>
                      <a:pt x="415801" y="1252284"/>
                    </a:lnTo>
                    <a:cubicBezTo>
                      <a:pt x="388670" y="1353539"/>
                      <a:pt x="284592" y="1413628"/>
                      <a:pt x="183338" y="1386497"/>
                    </a:cubicBezTo>
                    <a:lnTo>
                      <a:pt x="0" y="1337372"/>
                    </a:lnTo>
                    <a:lnTo>
                      <a:pt x="358348" y="0"/>
                    </a:lnTo>
                    <a:lnTo>
                      <a:pt x="541685" y="49125"/>
                    </a:lnTo>
                    <a:cubicBezTo>
                      <a:pt x="642940" y="76256"/>
                      <a:pt x="703029" y="180334"/>
                      <a:pt x="675898" y="281588"/>
                    </a:cubicBezTo>
                    <a:lnTo>
                      <a:pt x="574914" y="658466"/>
                    </a:lnTo>
                    <a:lnTo>
                      <a:pt x="1826395" y="1381009"/>
                    </a:lnTo>
                    <a:cubicBezTo>
                      <a:pt x="1885142" y="1352063"/>
                      <a:pt x="1954182" y="1344264"/>
                      <a:pt x="2022379" y="1362537"/>
                    </a:cubicBezTo>
                    <a:cubicBezTo>
                      <a:pt x="2176035" y="1403709"/>
                      <a:pt x="2267221" y="1561647"/>
                      <a:pt x="2226049" y="1715303"/>
                    </a:cubicBezTo>
                    <a:cubicBezTo>
                      <a:pt x="2207347" y="1785100"/>
                      <a:pt x="2164552" y="1842007"/>
                      <a:pt x="2108323" y="1878457"/>
                    </a:cubicBezTo>
                    <a:lnTo>
                      <a:pt x="1937353" y="2516524"/>
                    </a:lnTo>
                    <a:lnTo>
                      <a:pt x="2236046" y="2516524"/>
                    </a:lnTo>
                    <a:lnTo>
                      <a:pt x="2309451" y="2810144"/>
                    </a:lnTo>
                    <a:lnTo>
                      <a:pt x="2828116" y="2810144"/>
                    </a:lnTo>
                    <a:lnTo>
                      <a:pt x="2828116" y="2930119"/>
                    </a:lnTo>
                    <a:lnTo>
                      <a:pt x="2945247" y="2930119"/>
                    </a:lnTo>
                    <a:lnTo>
                      <a:pt x="3109201" y="2856867"/>
                    </a:lnTo>
                    <a:cubicBezTo>
                      <a:pt x="3112004" y="2849082"/>
                      <a:pt x="3119624" y="2844415"/>
                      <a:pt x="3128335" y="2844415"/>
                    </a:cubicBezTo>
                    <a:lnTo>
                      <a:pt x="3223771" y="2844415"/>
                    </a:lnTo>
                    <a:cubicBezTo>
                      <a:pt x="3236949" y="2844415"/>
                      <a:pt x="3247631" y="2855097"/>
                      <a:pt x="3247631" y="2868275"/>
                    </a:cubicBezTo>
                    <a:lnTo>
                      <a:pt x="3247631" y="3606750"/>
                    </a:lnTo>
                    <a:cubicBezTo>
                      <a:pt x="3247631" y="3619928"/>
                      <a:pt x="3236949" y="3630610"/>
                      <a:pt x="3223771" y="3630610"/>
                    </a:cubicBezTo>
                    <a:lnTo>
                      <a:pt x="3128335" y="3630610"/>
                    </a:lnTo>
                    <a:cubicBezTo>
                      <a:pt x="3120852" y="3630610"/>
                      <a:pt x="3114174" y="3627166"/>
                      <a:pt x="3110472" y="3621230"/>
                    </a:cubicBezTo>
                    <a:lnTo>
                      <a:pt x="3110472" y="3624351"/>
                    </a:lnTo>
                    <a:lnTo>
                      <a:pt x="2954172" y="3554518"/>
                    </a:lnTo>
                    <a:lnTo>
                      <a:pt x="2954172" y="3558788"/>
                    </a:lnTo>
                    <a:lnTo>
                      <a:pt x="2828116" y="3558788"/>
                    </a:lnTo>
                    <a:lnTo>
                      <a:pt x="2828116" y="3630610"/>
                    </a:lnTo>
                    <a:lnTo>
                      <a:pt x="2038337" y="3226369"/>
                    </a:lnTo>
                    <a:close/>
                    <a:moveTo>
                      <a:pt x="77048" y="4064034"/>
                    </a:moveTo>
                    <a:lnTo>
                      <a:pt x="77048" y="3342578"/>
                    </a:lnTo>
                    <a:lnTo>
                      <a:pt x="2050947" y="3342578"/>
                    </a:lnTo>
                    <a:lnTo>
                      <a:pt x="3370953" y="4058524"/>
                    </a:lnTo>
                    <a:lnTo>
                      <a:pt x="3370953" y="4064034"/>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850" name="Google Shape;1850;p47"/>
              <p:cNvSpPr/>
              <p:nvPr/>
            </p:nvSpPr>
            <p:spPr>
              <a:xfrm rot="3600000">
                <a:off x="8507130" y="4424299"/>
                <a:ext cx="162074" cy="478539"/>
              </a:xfrm>
              <a:custGeom>
                <a:rect b="b" l="l" r="r" t="t"/>
                <a:pathLst>
                  <a:path extrusionOk="0" h="3920353" w="1327763">
                    <a:moveTo>
                      <a:pt x="483881" y="2840232"/>
                    </a:moveTo>
                    <a:lnTo>
                      <a:pt x="843881" y="2840232"/>
                    </a:lnTo>
                    <a:lnTo>
                      <a:pt x="843881" y="3920353"/>
                    </a:lnTo>
                    <a:lnTo>
                      <a:pt x="483881" y="3920353"/>
                    </a:lnTo>
                    <a:close/>
                    <a:moveTo>
                      <a:pt x="757697" y="168239"/>
                    </a:moveTo>
                    <a:lnTo>
                      <a:pt x="757697" y="384263"/>
                    </a:lnTo>
                    <a:lnTo>
                      <a:pt x="930062" y="384263"/>
                    </a:lnTo>
                    <a:lnTo>
                      <a:pt x="930062" y="168239"/>
                    </a:lnTo>
                    <a:close/>
                    <a:moveTo>
                      <a:pt x="432932" y="168239"/>
                    </a:moveTo>
                    <a:lnTo>
                      <a:pt x="432932" y="384263"/>
                    </a:lnTo>
                    <a:lnTo>
                      <a:pt x="605297" y="384263"/>
                    </a:lnTo>
                    <a:lnTo>
                      <a:pt x="605297" y="168239"/>
                    </a:lnTo>
                    <a:close/>
                    <a:moveTo>
                      <a:pt x="168643" y="0"/>
                    </a:moveTo>
                    <a:lnTo>
                      <a:pt x="1159119" y="0"/>
                    </a:lnTo>
                    <a:lnTo>
                      <a:pt x="1159119" y="539093"/>
                    </a:lnTo>
                    <a:lnTo>
                      <a:pt x="1327763" y="539093"/>
                    </a:lnTo>
                    <a:lnTo>
                      <a:pt x="1327763" y="2245406"/>
                    </a:lnTo>
                    <a:lnTo>
                      <a:pt x="1318300" y="2245406"/>
                    </a:lnTo>
                    <a:lnTo>
                      <a:pt x="1127664" y="2719000"/>
                    </a:lnTo>
                    <a:lnTo>
                      <a:pt x="200100" y="2719000"/>
                    </a:lnTo>
                    <a:lnTo>
                      <a:pt x="9464" y="2245406"/>
                    </a:lnTo>
                    <a:lnTo>
                      <a:pt x="0" y="2245406"/>
                    </a:lnTo>
                    <a:lnTo>
                      <a:pt x="0" y="539093"/>
                    </a:lnTo>
                    <a:lnTo>
                      <a:pt x="168643" y="539093"/>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851" name="Google Shape;1851;p47"/>
              <p:cNvSpPr/>
              <p:nvPr/>
            </p:nvSpPr>
            <p:spPr>
              <a:xfrm>
                <a:off x="8045579" y="3848133"/>
                <a:ext cx="330939" cy="260933"/>
              </a:xfrm>
              <a:custGeom>
                <a:rect b="b" l="l" r="r" t="t"/>
                <a:pathLst>
                  <a:path extrusionOk="0" h="2952328" w="3744416">
                    <a:moveTo>
                      <a:pt x="184806" y="576064"/>
                    </a:moveTo>
                    <a:lnTo>
                      <a:pt x="895314" y="576064"/>
                    </a:lnTo>
                    <a:cubicBezTo>
                      <a:pt x="997380" y="576064"/>
                      <a:pt x="1080120" y="658804"/>
                      <a:pt x="1080120" y="760870"/>
                    </a:cubicBezTo>
                    <a:lnTo>
                      <a:pt x="1080120" y="792088"/>
                    </a:lnTo>
                    <a:lnTo>
                      <a:pt x="3312368" y="792088"/>
                    </a:lnTo>
                    <a:lnTo>
                      <a:pt x="3312368" y="2952328"/>
                    </a:lnTo>
                    <a:lnTo>
                      <a:pt x="0" y="2952328"/>
                    </a:lnTo>
                    <a:lnTo>
                      <a:pt x="0" y="1072569"/>
                    </a:lnTo>
                    <a:lnTo>
                      <a:pt x="0" y="792088"/>
                    </a:lnTo>
                    <a:lnTo>
                      <a:pt x="0" y="760870"/>
                    </a:lnTo>
                    <a:cubicBezTo>
                      <a:pt x="0" y="658804"/>
                      <a:pt x="82740" y="576064"/>
                      <a:pt x="184806" y="576064"/>
                    </a:cubicBezTo>
                    <a:close/>
                    <a:moveTo>
                      <a:pt x="616854" y="0"/>
                    </a:moveTo>
                    <a:lnTo>
                      <a:pt x="1327362" y="0"/>
                    </a:lnTo>
                    <a:cubicBezTo>
                      <a:pt x="1429428" y="0"/>
                      <a:pt x="1512168" y="82740"/>
                      <a:pt x="1512168" y="184806"/>
                    </a:cubicBezTo>
                    <a:lnTo>
                      <a:pt x="1512168" y="216024"/>
                    </a:lnTo>
                    <a:lnTo>
                      <a:pt x="3744416" y="216024"/>
                    </a:lnTo>
                    <a:lnTo>
                      <a:pt x="3744416" y="2376264"/>
                    </a:lnTo>
                    <a:lnTo>
                      <a:pt x="3464768" y="2376264"/>
                    </a:lnTo>
                    <a:lnTo>
                      <a:pt x="3464768" y="648072"/>
                    </a:lnTo>
                    <a:lnTo>
                      <a:pt x="1232520" y="648072"/>
                    </a:lnTo>
                    <a:lnTo>
                      <a:pt x="1232520" y="616854"/>
                    </a:lnTo>
                    <a:cubicBezTo>
                      <a:pt x="1232520" y="514788"/>
                      <a:pt x="1149780" y="432048"/>
                      <a:pt x="1047714" y="432048"/>
                    </a:cubicBezTo>
                    <a:lnTo>
                      <a:pt x="432048" y="432048"/>
                    </a:lnTo>
                    <a:lnTo>
                      <a:pt x="432048" y="216024"/>
                    </a:lnTo>
                    <a:lnTo>
                      <a:pt x="432048" y="184806"/>
                    </a:lnTo>
                    <a:cubicBezTo>
                      <a:pt x="432048" y="82740"/>
                      <a:pt x="514788" y="0"/>
                      <a:pt x="61685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852" name="Google Shape;1852;p47"/>
              <p:cNvSpPr/>
              <p:nvPr/>
            </p:nvSpPr>
            <p:spPr>
              <a:xfrm>
                <a:off x="9003511" y="4923426"/>
                <a:ext cx="304410" cy="330939"/>
              </a:xfrm>
              <a:custGeom>
                <a:rect b="b" l="l" r="r" t="t"/>
                <a:pathLst>
                  <a:path extrusionOk="0" h="4031150" w="3708000">
                    <a:moveTo>
                      <a:pt x="2226025" y="2078010"/>
                    </a:moveTo>
                    <a:lnTo>
                      <a:pt x="1976753" y="2339372"/>
                    </a:lnTo>
                    <a:lnTo>
                      <a:pt x="1976910" y="2339581"/>
                    </a:lnTo>
                    <a:lnTo>
                      <a:pt x="1976204" y="2339948"/>
                    </a:lnTo>
                    <a:lnTo>
                      <a:pt x="1975656" y="2340523"/>
                    </a:lnTo>
                    <a:lnTo>
                      <a:pt x="1975499" y="2340314"/>
                    </a:lnTo>
                    <a:lnTo>
                      <a:pt x="1688579" y="2489240"/>
                    </a:lnTo>
                    <a:cubicBezTo>
                      <a:pt x="1740712" y="2519877"/>
                      <a:pt x="1801557" y="2536438"/>
                      <a:pt x="1866270" y="2536438"/>
                    </a:cubicBezTo>
                    <a:cubicBezTo>
                      <a:pt x="2071258" y="2536438"/>
                      <a:pt x="2237434" y="2370262"/>
                      <a:pt x="2237434" y="2165274"/>
                    </a:cubicBezTo>
                    <a:cubicBezTo>
                      <a:pt x="2237434" y="2135129"/>
                      <a:pt x="2233840" y="2105822"/>
                      <a:pt x="2226025" y="2078010"/>
                    </a:cubicBezTo>
                    <a:close/>
                    <a:moveTo>
                      <a:pt x="1866270" y="1794110"/>
                    </a:moveTo>
                    <a:cubicBezTo>
                      <a:pt x="1661282" y="1794110"/>
                      <a:pt x="1495106" y="1960286"/>
                      <a:pt x="1495106" y="2165274"/>
                    </a:cubicBezTo>
                    <a:cubicBezTo>
                      <a:pt x="1495106" y="2194876"/>
                      <a:pt x="1498572" y="2223668"/>
                      <a:pt x="1506052" y="2251046"/>
                    </a:cubicBezTo>
                    <a:lnTo>
                      <a:pt x="1731247" y="2014929"/>
                    </a:lnTo>
                    <a:lnTo>
                      <a:pt x="1731090" y="2014720"/>
                    </a:lnTo>
                    <a:lnTo>
                      <a:pt x="1731796" y="2014353"/>
                    </a:lnTo>
                    <a:lnTo>
                      <a:pt x="1732344" y="2013778"/>
                    </a:lnTo>
                    <a:lnTo>
                      <a:pt x="1732501" y="2013987"/>
                    </a:lnTo>
                    <a:lnTo>
                      <a:pt x="2054335" y="1846939"/>
                    </a:lnTo>
                    <a:cubicBezTo>
                      <a:pt x="1999773" y="1812909"/>
                      <a:pt x="1935217" y="1794110"/>
                      <a:pt x="1866270" y="1794110"/>
                    </a:cubicBezTo>
                    <a:close/>
                    <a:moveTo>
                      <a:pt x="1866270" y="1281021"/>
                    </a:moveTo>
                    <a:lnTo>
                      <a:pt x="1995916" y="1728077"/>
                    </a:lnTo>
                    <a:cubicBezTo>
                      <a:pt x="2049420" y="1742880"/>
                      <a:pt x="2098387" y="1768442"/>
                      <a:pt x="2141027" y="1801941"/>
                    </a:cubicBezTo>
                    <a:lnTo>
                      <a:pt x="2830781" y="1443923"/>
                    </a:lnTo>
                    <a:lnTo>
                      <a:pt x="2293677" y="2007077"/>
                    </a:lnTo>
                    <a:lnTo>
                      <a:pt x="2302169" y="2036187"/>
                    </a:lnTo>
                    <a:lnTo>
                      <a:pt x="2755181" y="2167560"/>
                    </a:lnTo>
                    <a:lnTo>
                      <a:pt x="2301207" y="2299213"/>
                    </a:lnTo>
                    <a:cubicBezTo>
                      <a:pt x="2288949" y="2340747"/>
                      <a:pt x="2270868" y="2379745"/>
                      <a:pt x="2246307" y="2414255"/>
                    </a:cubicBezTo>
                    <a:lnTo>
                      <a:pt x="2368615" y="2636476"/>
                    </a:lnTo>
                    <a:lnTo>
                      <a:pt x="2152396" y="2517472"/>
                    </a:lnTo>
                    <a:cubicBezTo>
                      <a:pt x="2112986" y="2553805"/>
                      <a:pt x="2065424" y="2580505"/>
                      <a:pt x="2013636" y="2598144"/>
                    </a:cubicBezTo>
                    <a:lnTo>
                      <a:pt x="1875846" y="3073280"/>
                    </a:lnTo>
                    <a:lnTo>
                      <a:pt x="1739624" y="2603548"/>
                    </a:lnTo>
                    <a:cubicBezTo>
                      <a:pt x="1688445" y="2589723"/>
                      <a:pt x="1641302" y="2566161"/>
                      <a:pt x="1599709" y="2535368"/>
                    </a:cubicBezTo>
                    <a:lnTo>
                      <a:pt x="877219" y="2910378"/>
                    </a:lnTo>
                    <a:lnTo>
                      <a:pt x="1438400" y="2321979"/>
                    </a:lnTo>
                    <a:lnTo>
                      <a:pt x="1437655" y="2319411"/>
                    </a:lnTo>
                    <a:lnTo>
                      <a:pt x="963153" y="2181805"/>
                    </a:lnTo>
                    <a:lnTo>
                      <a:pt x="1425898" y="2047609"/>
                    </a:lnTo>
                    <a:cubicBezTo>
                      <a:pt x="1440318" y="1991458"/>
                      <a:pt x="1465316" y="1939627"/>
                      <a:pt x="1501635" y="1896529"/>
                    </a:cubicBezTo>
                    <a:lnTo>
                      <a:pt x="1375628" y="1667588"/>
                    </a:lnTo>
                    <a:lnTo>
                      <a:pt x="1605635" y="1794181"/>
                    </a:lnTo>
                    <a:cubicBezTo>
                      <a:pt x="1643852" y="1764149"/>
                      <a:pt x="1688437" y="1742763"/>
                      <a:pt x="1736328" y="1729097"/>
                    </a:cubicBezTo>
                    <a:close/>
                    <a:moveTo>
                      <a:pt x="1801446" y="873772"/>
                    </a:moveTo>
                    <a:cubicBezTo>
                      <a:pt x="1122607" y="899096"/>
                      <a:pt x="577020" y="1443990"/>
                      <a:pt x="550657" y="2122563"/>
                    </a:cubicBezTo>
                    <a:lnTo>
                      <a:pt x="754935" y="2181804"/>
                    </a:lnTo>
                    <a:lnTo>
                      <a:pt x="551187" y="2240891"/>
                    </a:lnTo>
                    <a:cubicBezTo>
                      <a:pt x="582476" y="2925954"/>
                      <a:pt x="1143118" y="3472541"/>
                      <a:pt x="1833783" y="3482192"/>
                    </a:cubicBezTo>
                    <a:lnTo>
                      <a:pt x="1883029" y="3312376"/>
                    </a:lnTo>
                    <a:lnTo>
                      <a:pt x="1931451" y="3479348"/>
                    </a:lnTo>
                    <a:cubicBezTo>
                      <a:pt x="2602724" y="3441618"/>
                      <a:pt x="3137685" y="2895457"/>
                      <a:pt x="3157888" y="2219621"/>
                    </a:cubicBezTo>
                    <a:lnTo>
                      <a:pt x="2970483" y="2165273"/>
                    </a:lnTo>
                    <a:lnTo>
                      <a:pt x="3156785" y="2111246"/>
                    </a:lnTo>
                    <a:cubicBezTo>
                      <a:pt x="3124894" y="1437932"/>
                      <a:pt x="2581609" y="898954"/>
                      <a:pt x="1906553" y="873772"/>
                    </a:cubicBezTo>
                    <a:lnTo>
                      <a:pt x="1853999" y="1054992"/>
                    </a:lnTo>
                    <a:close/>
                    <a:moveTo>
                      <a:pt x="1842112" y="204015"/>
                    </a:moveTo>
                    <a:cubicBezTo>
                      <a:pt x="1750186" y="208331"/>
                      <a:pt x="1671595" y="261235"/>
                      <a:pt x="1631665" y="337724"/>
                    </a:cubicBezTo>
                    <a:cubicBezTo>
                      <a:pt x="1704451" y="327639"/>
                      <a:pt x="1778701" y="323150"/>
                      <a:pt x="1854000" y="323150"/>
                    </a:cubicBezTo>
                    <a:cubicBezTo>
                      <a:pt x="1929687" y="323150"/>
                      <a:pt x="2004315" y="327685"/>
                      <a:pt x="2077458" y="337895"/>
                    </a:cubicBezTo>
                    <a:cubicBezTo>
                      <a:pt x="2032849" y="253989"/>
                      <a:pt x="1942703" y="199292"/>
                      <a:pt x="1842112" y="204015"/>
                    </a:cubicBezTo>
                    <a:close/>
                    <a:moveTo>
                      <a:pt x="1832557" y="511"/>
                    </a:moveTo>
                    <a:cubicBezTo>
                      <a:pt x="2064724" y="-10390"/>
                      <a:pt x="2266043" y="154192"/>
                      <a:pt x="2302551" y="380077"/>
                    </a:cubicBezTo>
                    <a:cubicBezTo>
                      <a:pt x="3110034" y="578670"/>
                      <a:pt x="3708000" y="1308079"/>
                      <a:pt x="3708000" y="2177150"/>
                    </a:cubicBezTo>
                    <a:cubicBezTo>
                      <a:pt x="3708000" y="3201086"/>
                      <a:pt x="2877936" y="4031150"/>
                      <a:pt x="1854000" y="4031150"/>
                    </a:cubicBezTo>
                    <a:cubicBezTo>
                      <a:pt x="830064" y="4031150"/>
                      <a:pt x="0" y="3201086"/>
                      <a:pt x="0" y="2177150"/>
                    </a:cubicBezTo>
                    <a:cubicBezTo>
                      <a:pt x="0" y="1308490"/>
                      <a:pt x="597400" y="579361"/>
                      <a:pt x="1404307" y="380371"/>
                    </a:cubicBezTo>
                    <a:cubicBezTo>
                      <a:pt x="1438620" y="172028"/>
                      <a:pt x="1614858" y="10733"/>
                      <a:pt x="1832557" y="51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853" name="Google Shape;1853;p47"/>
              <p:cNvSpPr/>
              <p:nvPr/>
            </p:nvSpPr>
            <p:spPr>
              <a:xfrm>
                <a:off x="9848127" y="4821478"/>
                <a:ext cx="257012" cy="330939"/>
              </a:xfrm>
              <a:custGeom>
                <a:rect b="b" l="l" r="r" t="t"/>
                <a:pathLst>
                  <a:path extrusionOk="0" h="3913585" w="3039346">
                    <a:moveTo>
                      <a:pt x="1527178" y="2618567"/>
                    </a:moveTo>
                    <a:cubicBezTo>
                      <a:pt x="1429201" y="2618567"/>
                      <a:pt x="1349775" y="2697993"/>
                      <a:pt x="1349775" y="2795971"/>
                    </a:cubicBezTo>
                    <a:cubicBezTo>
                      <a:pt x="1349775" y="2861110"/>
                      <a:pt x="1384883" y="2918050"/>
                      <a:pt x="1437574" y="2948279"/>
                    </a:cubicBezTo>
                    <a:lnTo>
                      <a:pt x="1275150" y="3311239"/>
                    </a:lnTo>
                    <a:lnTo>
                      <a:pt x="1779206" y="3311239"/>
                    </a:lnTo>
                    <a:lnTo>
                      <a:pt x="1616782" y="2948279"/>
                    </a:lnTo>
                    <a:cubicBezTo>
                      <a:pt x="1669475" y="2918050"/>
                      <a:pt x="1704582" y="2861110"/>
                      <a:pt x="1704582" y="2795971"/>
                    </a:cubicBezTo>
                    <a:cubicBezTo>
                      <a:pt x="1704582" y="2697993"/>
                      <a:pt x="1625156" y="2618567"/>
                      <a:pt x="1527178" y="2618567"/>
                    </a:cubicBezTo>
                    <a:close/>
                    <a:moveTo>
                      <a:pt x="1527178" y="0"/>
                    </a:moveTo>
                    <a:cubicBezTo>
                      <a:pt x="2026975" y="0"/>
                      <a:pt x="2435288" y="391686"/>
                      <a:pt x="2460697" y="884907"/>
                    </a:cubicBezTo>
                    <a:lnTo>
                      <a:pt x="2463282" y="884907"/>
                    </a:lnTo>
                    <a:lnTo>
                      <a:pt x="2463282" y="936104"/>
                    </a:lnTo>
                    <a:lnTo>
                      <a:pt x="2463282" y="1656184"/>
                    </a:lnTo>
                    <a:lnTo>
                      <a:pt x="2067282" y="1656184"/>
                    </a:lnTo>
                    <a:lnTo>
                      <a:pt x="2067282" y="1427425"/>
                    </a:lnTo>
                    <a:lnTo>
                      <a:pt x="2310132" y="1427584"/>
                    </a:lnTo>
                    <a:cubicBezTo>
                      <a:pt x="2310132" y="1320268"/>
                      <a:pt x="2206785" y="1230216"/>
                      <a:pt x="2067282" y="1206340"/>
                    </a:cubicBezTo>
                    <a:lnTo>
                      <a:pt x="2067282" y="936104"/>
                    </a:lnTo>
                    <a:lnTo>
                      <a:pt x="2066786" y="936104"/>
                    </a:lnTo>
                    <a:cubicBezTo>
                      <a:pt x="2066786" y="638087"/>
                      <a:pt x="1825195" y="396496"/>
                      <a:pt x="1527178" y="396496"/>
                    </a:cubicBezTo>
                    <a:cubicBezTo>
                      <a:pt x="1229161" y="396496"/>
                      <a:pt x="987570" y="638087"/>
                      <a:pt x="987570" y="936104"/>
                    </a:cubicBezTo>
                    <a:lnTo>
                      <a:pt x="987074" y="936104"/>
                    </a:lnTo>
                    <a:lnTo>
                      <a:pt x="987074" y="1872209"/>
                    </a:lnTo>
                    <a:lnTo>
                      <a:pt x="2699110" y="1872209"/>
                    </a:lnTo>
                    <a:cubicBezTo>
                      <a:pt x="2887017" y="1872209"/>
                      <a:pt x="3039346" y="2024538"/>
                      <a:pt x="3039346" y="2212445"/>
                    </a:cubicBezTo>
                    <a:lnTo>
                      <a:pt x="3039346" y="3573349"/>
                    </a:lnTo>
                    <a:cubicBezTo>
                      <a:pt x="3039346" y="3761256"/>
                      <a:pt x="2887017" y="3913585"/>
                      <a:pt x="2699110" y="3913585"/>
                    </a:cubicBezTo>
                    <a:lnTo>
                      <a:pt x="340236" y="3913585"/>
                    </a:lnTo>
                    <a:cubicBezTo>
                      <a:pt x="152329" y="3913585"/>
                      <a:pt x="0" y="3761256"/>
                      <a:pt x="0" y="3573349"/>
                    </a:cubicBezTo>
                    <a:lnTo>
                      <a:pt x="0" y="2212445"/>
                    </a:lnTo>
                    <a:cubicBezTo>
                      <a:pt x="0" y="2024538"/>
                      <a:pt x="152329" y="1872209"/>
                      <a:pt x="340236" y="1872209"/>
                    </a:cubicBezTo>
                    <a:lnTo>
                      <a:pt x="591074" y="1872209"/>
                    </a:lnTo>
                    <a:lnTo>
                      <a:pt x="591074" y="936104"/>
                    </a:lnTo>
                    <a:cubicBezTo>
                      <a:pt x="591074" y="419108"/>
                      <a:pt x="1010182" y="0"/>
                      <a:pt x="1527178"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854" name="Google Shape;1854;p47"/>
              <p:cNvSpPr/>
              <p:nvPr/>
            </p:nvSpPr>
            <p:spPr>
              <a:xfrm>
                <a:off x="10547386" y="3842640"/>
                <a:ext cx="309335" cy="309300"/>
              </a:xfrm>
              <a:custGeom>
                <a:rect b="b" l="l" r="r" t="t"/>
                <a:pathLst>
                  <a:path extrusionOk="0" h="3960000" w="3960440">
                    <a:moveTo>
                      <a:pt x="2117745" y="2289258"/>
                    </a:moveTo>
                    <a:cubicBezTo>
                      <a:pt x="2253931" y="2373161"/>
                      <a:pt x="2290104" y="2397532"/>
                      <a:pt x="2392952" y="2510010"/>
                    </a:cubicBezTo>
                    <a:cubicBezTo>
                      <a:pt x="2551302" y="2699530"/>
                      <a:pt x="2456894" y="2911213"/>
                      <a:pt x="2285214" y="2987744"/>
                    </a:cubicBezTo>
                    <a:cubicBezTo>
                      <a:pt x="2046443" y="3084914"/>
                      <a:pt x="1864058" y="3073352"/>
                      <a:pt x="1634211" y="2962065"/>
                    </a:cubicBezTo>
                    <a:cubicBezTo>
                      <a:pt x="1390134" y="2803501"/>
                      <a:pt x="1391670" y="2463226"/>
                      <a:pt x="1703848" y="2355742"/>
                    </a:cubicBezTo>
                    <a:cubicBezTo>
                      <a:pt x="1867216" y="2309770"/>
                      <a:pt x="1932946" y="2304275"/>
                      <a:pt x="2117745" y="2289258"/>
                    </a:cubicBezTo>
                    <a:close/>
                    <a:moveTo>
                      <a:pt x="1895201" y="880902"/>
                    </a:moveTo>
                    <a:cubicBezTo>
                      <a:pt x="2049819" y="878570"/>
                      <a:pt x="2210983" y="1023567"/>
                      <a:pt x="2276065" y="1236504"/>
                    </a:cubicBezTo>
                    <a:cubicBezTo>
                      <a:pt x="2350446" y="1479859"/>
                      <a:pt x="2271166" y="1719799"/>
                      <a:pt x="2098990" y="1772423"/>
                    </a:cubicBezTo>
                    <a:cubicBezTo>
                      <a:pt x="1926813" y="1825048"/>
                      <a:pt x="1726940" y="1670429"/>
                      <a:pt x="1652559" y="1427074"/>
                    </a:cubicBezTo>
                    <a:cubicBezTo>
                      <a:pt x="1578180" y="1183717"/>
                      <a:pt x="1657458" y="943778"/>
                      <a:pt x="1829635" y="891153"/>
                    </a:cubicBezTo>
                    <a:close/>
                    <a:moveTo>
                      <a:pt x="2577034" y="759541"/>
                    </a:moveTo>
                    <a:lnTo>
                      <a:pt x="1972441" y="767241"/>
                    </a:lnTo>
                    <a:cubicBezTo>
                      <a:pt x="1929619" y="768623"/>
                      <a:pt x="1886068" y="773785"/>
                      <a:pt x="1842289" y="783004"/>
                    </a:cubicBezTo>
                    <a:cubicBezTo>
                      <a:pt x="1492048" y="856758"/>
                      <a:pt x="1259862" y="1162246"/>
                      <a:pt x="1323686" y="1465331"/>
                    </a:cubicBezTo>
                    <a:cubicBezTo>
                      <a:pt x="1380617" y="1735681"/>
                      <a:pt x="1653838" y="1912801"/>
                      <a:pt x="1960688" y="1894227"/>
                    </a:cubicBezTo>
                    <a:lnTo>
                      <a:pt x="1954787" y="1896039"/>
                    </a:lnTo>
                    <a:cubicBezTo>
                      <a:pt x="1858317" y="2000800"/>
                      <a:pt x="1978682" y="2148499"/>
                      <a:pt x="2028445" y="2210716"/>
                    </a:cubicBezTo>
                    <a:lnTo>
                      <a:pt x="1914361" y="2213518"/>
                    </a:lnTo>
                    <a:cubicBezTo>
                      <a:pt x="1373805" y="2249742"/>
                      <a:pt x="1143478" y="2466102"/>
                      <a:pt x="1177422" y="2809298"/>
                    </a:cubicBezTo>
                    <a:cubicBezTo>
                      <a:pt x="1211366" y="3152493"/>
                      <a:pt x="1741992" y="3244646"/>
                      <a:pt x="2060873" y="3229704"/>
                    </a:cubicBezTo>
                    <a:cubicBezTo>
                      <a:pt x="2379755" y="3214763"/>
                      <a:pt x="2698110" y="2930571"/>
                      <a:pt x="2719230" y="2648210"/>
                    </a:cubicBezTo>
                    <a:cubicBezTo>
                      <a:pt x="2699867" y="2070575"/>
                      <a:pt x="2052418" y="2112562"/>
                      <a:pt x="2282832" y="1799863"/>
                    </a:cubicBezTo>
                    <a:cubicBezTo>
                      <a:pt x="2510843" y="1673695"/>
                      <a:pt x="2641919" y="1435236"/>
                      <a:pt x="2592014" y="1198247"/>
                    </a:cubicBezTo>
                    <a:cubicBezTo>
                      <a:pt x="2566015" y="1074781"/>
                      <a:pt x="2494906" y="970760"/>
                      <a:pt x="2395028" y="897200"/>
                    </a:cubicBezTo>
                    <a:lnTo>
                      <a:pt x="2564389" y="891152"/>
                    </a:lnTo>
                    <a:cubicBezTo>
                      <a:pt x="2644558" y="859402"/>
                      <a:pt x="2739013" y="796695"/>
                      <a:pt x="2769176" y="767327"/>
                    </a:cubicBezTo>
                    <a:cubicBezTo>
                      <a:pt x="2755484" y="761968"/>
                      <a:pt x="2680847" y="759625"/>
                      <a:pt x="2577034" y="759541"/>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855" name="Google Shape;1855;p47"/>
              <p:cNvSpPr/>
              <p:nvPr/>
            </p:nvSpPr>
            <p:spPr>
              <a:xfrm>
                <a:off x="10401733" y="3025716"/>
                <a:ext cx="257188" cy="377708"/>
              </a:xfrm>
              <a:custGeom>
                <a:rect b="b" l="l" r="r" t="t"/>
                <a:pathLst>
                  <a:path extrusionOk="0" h="4032448" w="2745756">
                    <a:moveTo>
                      <a:pt x="1622229" y="1008112"/>
                    </a:moveTo>
                    <a:lnTo>
                      <a:pt x="2371247" y="1008112"/>
                    </a:lnTo>
                    <a:lnTo>
                      <a:pt x="2371247" y="3081405"/>
                    </a:lnTo>
                    <a:lnTo>
                      <a:pt x="2745756" y="3081405"/>
                    </a:lnTo>
                    <a:lnTo>
                      <a:pt x="1996738" y="4032448"/>
                    </a:lnTo>
                    <a:lnTo>
                      <a:pt x="1247720" y="3081405"/>
                    </a:lnTo>
                    <a:lnTo>
                      <a:pt x="1622229" y="3081405"/>
                    </a:lnTo>
                    <a:close/>
                    <a:moveTo>
                      <a:pt x="749018" y="0"/>
                    </a:moveTo>
                    <a:lnTo>
                      <a:pt x="1498036" y="951043"/>
                    </a:lnTo>
                    <a:lnTo>
                      <a:pt x="1123527" y="951043"/>
                    </a:lnTo>
                    <a:lnTo>
                      <a:pt x="1123527" y="3024336"/>
                    </a:lnTo>
                    <a:lnTo>
                      <a:pt x="374509" y="3024336"/>
                    </a:lnTo>
                    <a:lnTo>
                      <a:pt x="374509" y="951043"/>
                    </a:lnTo>
                    <a:lnTo>
                      <a:pt x="0" y="951043"/>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856" name="Google Shape;1856;p47"/>
              <p:cNvSpPr/>
              <p:nvPr/>
            </p:nvSpPr>
            <p:spPr>
              <a:xfrm>
                <a:off x="9438297" y="5013963"/>
                <a:ext cx="300437" cy="209342"/>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857" name="Google Shape;1857;p47"/>
              <p:cNvSpPr/>
              <p:nvPr/>
            </p:nvSpPr>
            <p:spPr>
              <a:xfrm rot="678773">
                <a:off x="10108027" y="4569149"/>
                <a:ext cx="338104" cy="343148"/>
              </a:xfrm>
              <a:custGeom>
                <a:rect b="b" l="l" r="r" t="t"/>
                <a:pathLst>
                  <a:path extrusionOk="0" h="3948462" w="3890413">
                    <a:moveTo>
                      <a:pt x="1853384" y="1371624"/>
                    </a:moveTo>
                    <a:lnTo>
                      <a:pt x="1768767" y="1390324"/>
                    </a:lnTo>
                    <a:cubicBezTo>
                      <a:pt x="1579409" y="1463487"/>
                      <a:pt x="1490873" y="1833773"/>
                      <a:pt x="1517577" y="2042010"/>
                    </a:cubicBezTo>
                    <a:cubicBezTo>
                      <a:pt x="1544281" y="2250247"/>
                      <a:pt x="1644086" y="2624290"/>
                      <a:pt x="1928990" y="2639747"/>
                    </a:cubicBezTo>
                    <a:cubicBezTo>
                      <a:pt x="2177093" y="2653207"/>
                      <a:pt x="2337423" y="2363017"/>
                      <a:pt x="2318674" y="2006358"/>
                    </a:cubicBezTo>
                    <a:cubicBezTo>
                      <a:pt x="2310210" y="1948950"/>
                      <a:pt x="2301678" y="1891436"/>
                      <a:pt x="2293344" y="1834228"/>
                    </a:cubicBezTo>
                    <a:cubicBezTo>
                      <a:pt x="2229725" y="1555945"/>
                      <a:pt x="2050691" y="1359067"/>
                      <a:pt x="1853384" y="1371624"/>
                    </a:cubicBezTo>
                    <a:close/>
                    <a:moveTo>
                      <a:pt x="1594841" y="45653"/>
                    </a:moveTo>
                    <a:cubicBezTo>
                      <a:pt x="2527821" y="-128041"/>
                      <a:pt x="3626282" y="158796"/>
                      <a:pt x="3869632" y="1517323"/>
                    </a:cubicBezTo>
                    <a:cubicBezTo>
                      <a:pt x="3939308" y="2058696"/>
                      <a:pt x="3820785" y="2251376"/>
                      <a:pt x="3706266" y="2457195"/>
                    </a:cubicBezTo>
                    <a:cubicBezTo>
                      <a:pt x="3132098" y="3124925"/>
                      <a:pt x="2589274" y="2611359"/>
                      <a:pt x="2548384" y="2446988"/>
                    </a:cubicBezTo>
                    <a:cubicBezTo>
                      <a:pt x="2411721" y="3024903"/>
                      <a:pt x="2005702" y="3164775"/>
                      <a:pt x="1746058" y="3093574"/>
                    </a:cubicBezTo>
                    <a:cubicBezTo>
                      <a:pt x="1486414" y="3022373"/>
                      <a:pt x="990519" y="2612821"/>
                      <a:pt x="990519" y="2019783"/>
                    </a:cubicBezTo>
                    <a:cubicBezTo>
                      <a:pt x="990519" y="1500875"/>
                      <a:pt x="1249504" y="1067935"/>
                      <a:pt x="1593790" y="967808"/>
                    </a:cubicBezTo>
                    <a:cubicBezTo>
                      <a:pt x="1642974" y="953504"/>
                      <a:pt x="1694009" y="949376"/>
                      <a:pt x="1746058" y="945992"/>
                    </a:cubicBezTo>
                    <a:cubicBezTo>
                      <a:pt x="2004670" y="929176"/>
                      <a:pt x="2081338" y="1030119"/>
                      <a:pt x="2206475" y="1173924"/>
                    </a:cubicBezTo>
                    <a:cubicBezTo>
                      <a:pt x="2194343" y="1061758"/>
                      <a:pt x="2187003" y="961165"/>
                      <a:pt x="2185910" y="877882"/>
                    </a:cubicBezTo>
                    <a:lnTo>
                      <a:pt x="2656644" y="803138"/>
                    </a:lnTo>
                    <a:lnTo>
                      <a:pt x="2828567" y="2099525"/>
                    </a:lnTo>
                    <a:cubicBezTo>
                      <a:pt x="2888366" y="2544108"/>
                      <a:pt x="3261961" y="2420799"/>
                      <a:pt x="3362812" y="2002360"/>
                    </a:cubicBezTo>
                    <a:cubicBezTo>
                      <a:pt x="3355320" y="1625023"/>
                      <a:pt x="3366534" y="1729632"/>
                      <a:pt x="3289926" y="1346695"/>
                    </a:cubicBezTo>
                    <a:lnTo>
                      <a:pt x="3290031" y="1346798"/>
                    </a:lnTo>
                    <a:cubicBezTo>
                      <a:pt x="3068547" y="637774"/>
                      <a:pt x="2419129" y="439933"/>
                      <a:pt x="1700745" y="575031"/>
                    </a:cubicBezTo>
                    <a:cubicBezTo>
                      <a:pt x="890947" y="727320"/>
                      <a:pt x="415476" y="1491783"/>
                      <a:pt x="571995" y="2274165"/>
                    </a:cubicBezTo>
                    <a:cubicBezTo>
                      <a:pt x="728513" y="3056546"/>
                      <a:pt x="1580131" y="3572543"/>
                      <a:pt x="2267548" y="3408286"/>
                    </a:cubicBezTo>
                    <a:cubicBezTo>
                      <a:pt x="2796517" y="3281890"/>
                      <a:pt x="2641988" y="3320887"/>
                      <a:pt x="3194376" y="3072653"/>
                    </a:cubicBezTo>
                    <a:cubicBezTo>
                      <a:pt x="3249441" y="3306078"/>
                      <a:pt x="3239115" y="3309742"/>
                      <a:pt x="3268026" y="3509545"/>
                    </a:cubicBezTo>
                    <a:cubicBezTo>
                      <a:pt x="3021841" y="3717756"/>
                      <a:pt x="2685602" y="3836362"/>
                      <a:pt x="2347298" y="3904041"/>
                    </a:cubicBezTo>
                    <a:cubicBezTo>
                      <a:pt x="1157336" y="4112956"/>
                      <a:pt x="289475" y="3581660"/>
                      <a:pt x="42617" y="2380068"/>
                    </a:cubicBezTo>
                    <a:cubicBezTo>
                      <a:pt x="-204242" y="1178477"/>
                      <a:pt x="661862" y="219348"/>
                      <a:pt x="1594841" y="45653"/>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858" name="Google Shape;1858;p47"/>
              <p:cNvSpPr/>
              <p:nvPr/>
            </p:nvSpPr>
            <p:spPr>
              <a:xfrm>
                <a:off x="8506880" y="2771935"/>
                <a:ext cx="315652" cy="359610"/>
              </a:xfrm>
              <a:custGeom>
                <a:rect b="b" l="l" r="r" t="t"/>
                <a:pathLst>
                  <a:path extrusionOk="0" h="3938119" w="3456727">
                    <a:moveTo>
                      <a:pt x="1728364" y="1961325"/>
                    </a:moveTo>
                    <a:cubicBezTo>
                      <a:pt x="1726089" y="2407152"/>
                      <a:pt x="1737463" y="2812034"/>
                      <a:pt x="1735188" y="3257861"/>
                    </a:cubicBezTo>
                    <a:cubicBezTo>
                      <a:pt x="2394830" y="3057694"/>
                      <a:pt x="2610919" y="2352560"/>
                      <a:pt x="2765594" y="1981796"/>
                    </a:cubicBezTo>
                    <a:close/>
                    <a:moveTo>
                      <a:pt x="1728362" y="682044"/>
                    </a:moveTo>
                    <a:cubicBezTo>
                      <a:pt x="1355324" y="868563"/>
                      <a:pt x="1166530" y="952725"/>
                      <a:pt x="609247" y="1002767"/>
                    </a:cubicBezTo>
                    <a:cubicBezTo>
                      <a:pt x="606972" y="1330312"/>
                      <a:pt x="631992" y="1623739"/>
                      <a:pt x="704780" y="1964933"/>
                    </a:cubicBezTo>
                    <a:lnTo>
                      <a:pt x="1728363" y="1971757"/>
                    </a:lnTo>
                    <a:cubicBezTo>
                      <a:pt x="1728363" y="1541853"/>
                      <a:pt x="1728362" y="1111948"/>
                      <a:pt x="1728362" y="682044"/>
                    </a:cubicBezTo>
                    <a:close/>
                    <a:moveTo>
                      <a:pt x="1723409" y="487996"/>
                    </a:moveTo>
                    <a:cubicBezTo>
                      <a:pt x="1725062" y="488690"/>
                      <a:pt x="1726712" y="489384"/>
                      <a:pt x="1728363" y="490064"/>
                    </a:cubicBezTo>
                    <a:cubicBezTo>
                      <a:pt x="1730015" y="489384"/>
                      <a:pt x="1731666" y="488690"/>
                      <a:pt x="1733319" y="487996"/>
                    </a:cubicBezTo>
                    <a:lnTo>
                      <a:pt x="1733319" y="492131"/>
                    </a:lnTo>
                    <a:cubicBezTo>
                      <a:pt x="2179467" y="679460"/>
                      <a:pt x="2405896" y="769409"/>
                      <a:pt x="2817789" y="813808"/>
                    </a:cubicBezTo>
                    <a:cubicBezTo>
                      <a:pt x="2971516" y="823489"/>
                      <a:pt x="3036247" y="875307"/>
                      <a:pt x="3033236" y="1061333"/>
                    </a:cubicBezTo>
                    <a:cubicBezTo>
                      <a:pt x="3015439" y="2441328"/>
                      <a:pt x="2363638" y="3359629"/>
                      <a:pt x="1733319" y="3448048"/>
                    </a:cubicBezTo>
                    <a:lnTo>
                      <a:pt x="1733319" y="3450123"/>
                    </a:lnTo>
                    <a:lnTo>
                      <a:pt x="1728363" y="3449086"/>
                    </a:lnTo>
                    <a:lnTo>
                      <a:pt x="1723409" y="3450123"/>
                    </a:lnTo>
                    <a:lnTo>
                      <a:pt x="1723409" y="3448048"/>
                    </a:lnTo>
                    <a:cubicBezTo>
                      <a:pt x="1093089" y="3359629"/>
                      <a:pt x="441289" y="2441328"/>
                      <a:pt x="423491" y="1061333"/>
                    </a:cubicBezTo>
                    <a:cubicBezTo>
                      <a:pt x="420479" y="875307"/>
                      <a:pt x="485211" y="823489"/>
                      <a:pt x="638937" y="813808"/>
                    </a:cubicBezTo>
                    <a:cubicBezTo>
                      <a:pt x="1050832" y="769409"/>
                      <a:pt x="1277261" y="679460"/>
                      <a:pt x="1723409" y="492131"/>
                    </a:cubicBezTo>
                    <a:close/>
                    <a:moveTo>
                      <a:pt x="1722802" y="306889"/>
                    </a:moveTo>
                    <a:lnTo>
                      <a:pt x="1722802" y="311530"/>
                    </a:lnTo>
                    <a:cubicBezTo>
                      <a:pt x="1222099" y="521767"/>
                      <a:pt x="967982" y="622713"/>
                      <a:pt x="505720" y="672542"/>
                    </a:cubicBezTo>
                    <a:cubicBezTo>
                      <a:pt x="333196" y="683408"/>
                      <a:pt x="260550" y="741561"/>
                      <a:pt x="263929" y="950334"/>
                    </a:cubicBezTo>
                    <a:cubicBezTo>
                      <a:pt x="283902" y="2499079"/>
                      <a:pt x="1015407" y="3529669"/>
                      <a:pt x="1722802" y="3628902"/>
                    </a:cubicBezTo>
                    <a:lnTo>
                      <a:pt x="1722802" y="3631230"/>
                    </a:lnTo>
                    <a:lnTo>
                      <a:pt x="1728365" y="3630065"/>
                    </a:lnTo>
                    <a:lnTo>
                      <a:pt x="1733925" y="3631230"/>
                    </a:lnTo>
                    <a:lnTo>
                      <a:pt x="1733925" y="3628902"/>
                    </a:lnTo>
                    <a:cubicBezTo>
                      <a:pt x="2441322" y="3529669"/>
                      <a:pt x="3172826" y="2499079"/>
                      <a:pt x="3192800" y="950334"/>
                    </a:cubicBezTo>
                    <a:cubicBezTo>
                      <a:pt x="3196179" y="741561"/>
                      <a:pt x="3123532" y="683408"/>
                      <a:pt x="2951007" y="672542"/>
                    </a:cubicBezTo>
                    <a:cubicBezTo>
                      <a:pt x="2488747" y="622713"/>
                      <a:pt x="2234630" y="521767"/>
                      <a:pt x="1733925" y="311530"/>
                    </a:cubicBezTo>
                    <a:lnTo>
                      <a:pt x="1733925" y="306889"/>
                    </a:lnTo>
                    <a:cubicBezTo>
                      <a:pt x="1732071" y="307669"/>
                      <a:pt x="1730218" y="308445"/>
                      <a:pt x="1728365" y="309209"/>
                    </a:cubicBezTo>
                    <a:cubicBezTo>
                      <a:pt x="1726510" y="308445"/>
                      <a:pt x="1724659" y="307669"/>
                      <a:pt x="1722802" y="306889"/>
                    </a:cubicBezTo>
                    <a:close/>
                    <a:moveTo>
                      <a:pt x="1721800" y="0"/>
                    </a:moveTo>
                    <a:cubicBezTo>
                      <a:pt x="1723991" y="923"/>
                      <a:pt x="1726176" y="1844"/>
                      <a:pt x="1728363" y="2749"/>
                    </a:cubicBezTo>
                    <a:cubicBezTo>
                      <a:pt x="1730551" y="1844"/>
                      <a:pt x="1732737" y="923"/>
                      <a:pt x="1734926" y="0"/>
                    </a:cubicBezTo>
                    <a:lnTo>
                      <a:pt x="1734926" y="5497"/>
                    </a:lnTo>
                    <a:cubicBezTo>
                      <a:pt x="2325825" y="254550"/>
                      <a:pt x="2625718" y="374136"/>
                      <a:pt x="3171248" y="433164"/>
                    </a:cubicBezTo>
                    <a:cubicBezTo>
                      <a:pt x="3374850" y="446035"/>
                      <a:pt x="3460584" y="514926"/>
                      <a:pt x="3456595" y="762245"/>
                    </a:cubicBezTo>
                    <a:cubicBezTo>
                      <a:pt x="3433024" y="2596936"/>
                      <a:pt x="2569749" y="3817807"/>
                      <a:pt x="1734926" y="3935360"/>
                    </a:cubicBezTo>
                    <a:lnTo>
                      <a:pt x="1734926" y="3938119"/>
                    </a:lnTo>
                    <a:lnTo>
                      <a:pt x="1728363" y="3936740"/>
                    </a:lnTo>
                    <a:lnTo>
                      <a:pt x="1721800" y="3938119"/>
                    </a:lnTo>
                    <a:lnTo>
                      <a:pt x="1721800" y="3935360"/>
                    </a:lnTo>
                    <a:cubicBezTo>
                      <a:pt x="886977" y="3817807"/>
                      <a:pt x="23703" y="2596936"/>
                      <a:pt x="132" y="762245"/>
                    </a:cubicBezTo>
                    <a:cubicBezTo>
                      <a:pt x="-3858" y="514926"/>
                      <a:pt x="81876" y="446035"/>
                      <a:pt x="285478" y="433164"/>
                    </a:cubicBezTo>
                    <a:cubicBezTo>
                      <a:pt x="831010" y="374136"/>
                      <a:pt x="1130903" y="254550"/>
                      <a:pt x="1721800" y="549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859" name="Google Shape;1859;p47"/>
              <p:cNvSpPr/>
              <p:nvPr/>
            </p:nvSpPr>
            <p:spPr>
              <a:xfrm>
                <a:off x="9655543" y="2519661"/>
                <a:ext cx="338578" cy="338540"/>
              </a:xfrm>
              <a:custGeom>
                <a:rect b="b" l="l" r="r" t="t"/>
                <a:pathLst>
                  <a:path extrusionOk="0" h="3960000" w="3960440">
                    <a:moveTo>
                      <a:pt x="2764687" y="782779"/>
                    </a:moveTo>
                    <a:cubicBezTo>
                      <a:pt x="2512183" y="782779"/>
                      <a:pt x="2307488" y="987475"/>
                      <a:pt x="2307487" y="1239980"/>
                    </a:cubicBezTo>
                    <a:cubicBezTo>
                      <a:pt x="2307487" y="1241985"/>
                      <a:pt x="2307500" y="1243987"/>
                      <a:pt x="2308092" y="1245978"/>
                    </a:cubicBezTo>
                    <a:lnTo>
                      <a:pt x="1570677" y="1632536"/>
                    </a:lnTo>
                    <a:cubicBezTo>
                      <a:pt x="1488749" y="1552118"/>
                      <a:pt x="1376387" y="1502860"/>
                      <a:pt x="1252520" y="1502859"/>
                    </a:cubicBezTo>
                    <a:cubicBezTo>
                      <a:pt x="1000014" y="1502859"/>
                      <a:pt x="795319" y="1707555"/>
                      <a:pt x="795319" y="1960060"/>
                    </a:cubicBezTo>
                    <a:cubicBezTo>
                      <a:pt x="795319" y="2212565"/>
                      <a:pt x="1000014" y="2417260"/>
                      <a:pt x="1252520" y="2417260"/>
                    </a:cubicBezTo>
                    <a:cubicBezTo>
                      <a:pt x="1361432" y="2417260"/>
                      <a:pt x="1461449" y="2379178"/>
                      <a:pt x="1538674" y="2313987"/>
                    </a:cubicBezTo>
                    <a:lnTo>
                      <a:pt x="2308734" y="2717656"/>
                    </a:lnTo>
                    <a:cubicBezTo>
                      <a:pt x="2314220" y="2964461"/>
                      <a:pt x="2516327" y="3162492"/>
                      <a:pt x="2764688" y="3162492"/>
                    </a:cubicBezTo>
                    <a:cubicBezTo>
                      <a:pt x="3017192" y="3162492"/>
                      <a:pt x="3221888" y="2957797"/>
                      <a:pt x="3221887" y="2705292"/>
                    </a:cubicBezTo>
                    <a:cubicBezTo>
                      <a:pt x="3221887" y="2452786"/>
                      <a:pt x="3017192" y="2248092"/>
                      <a:pt x="2764688" y="2248092"/>
                    </a:cubicBezTo>
                    <a:cubicBezTo>
                      <a:pt x="2638870" y="2248092"/>
                      <a:pt x="2524924" y="2298913"/>
                      <a:pt x="2442337" y="2381228"/>
                    </a:cubicBezTo>
                    <a:lnTo>
                      <a:pt x="1706164" y="1995322"/>
                    </a:lnTo>
                    <a:lnTo>
                      <a:pt x="1709074" y="1966451"/>
                    </a:lnTo>
                    <a:lnTo>
                      <a:pt x="2455698" y="1575067"/>
                    </a:lnTo>
                    <a:cubicBezTo>
                      <a:pt x="2536225" y="1651261"/>
                      <a:pt x="2645094" y="1697180"/>
                      <a:pt x="2764687" y="1697179"/>
                    </a:cubicBezTo>
                    <a:cubicBezTo>
                      <a:pt x="3017193" y="1697180"/>
                      <a:pt x="3221887" y="1492485"/>
                      <a:pt x="3221888" y="1239980"/>
                    </a:cubicBezTo>
                    <a:cubicBezTo>
                      <a:pt x="3221887" y="987475"/>
                      <a:pt x="3017193" y="782779"/>
                      <a:pt x="2764687" y="782779"/>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860" name="Google Shape;1860;p47"/>
              <p:cNvSpPr/>
              <p:nvPr/>
            </p:nvSpPr>
            <p:spPr>
              <a:xfrm rot="2648398">
                <a:off x="8942310" y="2514803"/>
                <a:ext cx="148930" cy="380894"/>
              </a:xfrm>
              <a:custGeom>
                <a:rect b="b" l="l" r="r" t="t"/>
                <a:pathLst>
                  <a:path extrusionOk="0" h="4764557" w="1862952">
                    <a:moveTo>
                      <a:pt x="289679" y="2004751"/>
                    </a:moveTo>
                    <a:cubicBezTo>
                      <a:pt x="458860" y="1838972"/>
                      <a:pt x="691283" y="1737733"/>
                      <a:pt x="946849" y="1740329"/>
                    </a:cubicBezTo>
                    <a:cubicBezTo>
                      <a:pt x="982916" y="1740695"/>
                      <a:pt x="1018481" y="1743119"/>
                      <a:pt x="1053366" y="1748014"/>
                    </a:cubicBezTo>
                    <a:cubicBezTo>
                      <a:pt x="1317748" y="1888655"/>
                      <a:pt x="1203170" y="2165630"/>
                      <a:pt x="978473" y="2204473"/>
                    </a:cubicBezTo>
                    <a:cubicBezTo>
                      <a:pt x="966642" y="2201190"/>
                      <a:pt x="954470" y="2200566"/>
                      <a:pt x="942176" y="2200441"/>
                    </a:cubicBezTo>
                    <a:cubicBezTo>
                      <a:pt x="697403" y="2197955"/>
                      <a:pt x="496962" y="2394367"/>
                      <a:pt x="494475" y="2639137"/>
                    </a:cubicBezTo>
                    <a:lnTo>
                      <a:pt x="482110" y="3856696"/>
                    </a:lnTo>
                    <a:cubicBezTo>
                      <a:pt x="479624" y="4101467"/>
                      <a:pt x="676035" y="4301910"/>
                      <a:pt x="920807" y="4304396"/>
                    </a:cubicBezTo>
                    <a:cubicBezTo>
                      <a:pt x="1043193" y="4305639"/>
                      <a:pt x="1154496" y="4257158"/>
                      <a:pt x="1235513" y="4177768"/>
                    </a:cubicBezTo>
                    <a:cubicBezTo>
                      <a:pt x="1316531" y="4098380"/>
                      <a:pt x="1367262" y="3988084"/>
                      <a:pt x="1368506" y="3865699"/>
                    </a:cubicBezTo>
                    <a:lnTo>
                      <a:pt x="1375662" y="3161156"/>
                    </a:lnTo>
                    <a:cubicBezTo>
                      <a:pt x="1504082" y="3167548"/>
                      <a:pt x="1792622" y="2981572"/>
                      <a:pt x="1861834" y="2783546"/>
                    </a:cubicBezTo>
                    <a:lnTo>
                      <a:pt x="1851019" y="3848423"/>
                    </a:lnTo>
                    <a:cubicBezTo>
                      <a:pt x="1848423" y="4103989"/>
                      <a:pt x="1742485" y="4334308"/>
                      <a:pt x="1573304" y="4500088"/>
                    </a:cubicBezTo>
                    <a:cubicBezTo>
                      <a:pt x="1404123" y="4665866"/>
                      <a:pt x="1171700" y="4767105"/>
                      <a:pt x="916134" y="4764509"/>
                    </a:cubicBezTo>
                    <a:cubicBezTo>
                      <a:pt x="405002" y="4759318"/>
                      <a:pt x="-5143" y="4340756"/>
                      <a:pt x="48" y="3829624"/>
                    </a:cubicBezTo>
                    <a:lnTo>
                      <a:pt x="11964" y="2656415"/>
                    </a:lnTo>
                    <a:cubicBezTo>
                      <a:pt x="14559" y="2400849"/>
                      <a:pt x="120498" y="2170529"/>
                      <a:pt x="289679" y="2004751"/>
                    </a:cubicBezTo>
                    <a:close/>
                    <a:moveTo>
                      <a:pt x="282968" y="271082"/>
                    </a:moveTo>
                    <a:cubicBezTo>
                      <a:pt x="450457" y="103594"/>
                      <a:pt x="681840" y="0"/>
                      <a:pt x="937419" y="0"/>
                    </a:cubicBezTo>
                    <a:cubicBezTo>
                      <a:pt x="1448577" y="0"/>
                      <a:pt x="1862952" y="414375"/>
                      <a:pt x="1862952" y="925533"/>
                    </a:cubicBezTo>
                    <a:lnTo>
                      <a:pt x="1862952" y="2098803"/>
                    </a:lnTo>
                    <a:cubicBezTo>
                      <a:pt x="1862952" y="2609961"/>
                      <a:pt x="1448577" y="3024336"/>
                      <a:pt x="937419" y="3024336"/>
                    </a:cubicBezTo>
                    <a:cubicBezTo>
                      <a:pt x="901350" y="3024336"/>
                      <a:pt x="865762" y="3022273"/>
                      <a:pt x="830829" y="3017733"/>
                    </a:cubicBezTo>
                    <a:cubicBezTo>
                      <a:pt x="565032" y="2879784"/>
                      <a:pt x="676792" y="2601660"/>
                      <a:pt x="901083" y="2560538"/>
                    </a:cubicBezTo>
                    <a:cubicBezTo>
                      <a:pt x="912947" y="2563700"/>
                      <a:pt x="925124" y="2564200"/>
                      <a:pt x="937419" y="2564200"/>
                    </a:cubicBezTo>
                    <a:cubicBezTo>
                      <a:pt x="1182204" y="2564200"/>
                      <a:pt x="1380640" y="2365763"/>
                      <a:pt x="1380641" y="2120980"/>
                    </a:cubicBezTo>
                    <a:lnTo>
                      <a:pt x="1380640" y="903358"/>
                    </a:lnTo>
                    <a:cubicBezTo>
                      <a:pt x="1380640" y="658574"/>
                      <a:pt x="1182204" y="460137"/>
                      <a:pt x="937419" y="460137"/>
                    </a:cubicBezTo>
                    <a:cubicBezTo>
                      <a:pt x="815027" y="460137"/>
                      <a:pt x="704222" y="509746"/>
                      <a:pt x="624015" y="589954"/>
                    </a:cubicBezTo>
                    <a:cubicBezTo>
                      <a:pt x="543808" y="670161"/>
                      <a:pt x="494199" y="780966"/>
                      <a:pt x="494199" y="903358"/>
                    </a:cubicBezTo>
                    <a:lnTo>
                      <a:pt x="494198" y="1607937"/>
                    </a:lnTo>
                    <a:cubicBezTo>
                      <a:pt x="365720" y="1602850"/>
                      <a:pt x="79084" y="1791747"/>
                      <a:pt x="11886" y="1990465"/>
                    </a:cubicBezTo>
                    <a:lnTo>
                      <a:pt x="11886" y="925533"/>
                    </a:lnTo>
                    <a:cubicBezTo>
                      <a:pt x="11886" y="669954"/>
                      <a:pt x="115480" y="438571"/>
                      <a:pt x="282968" y="271082"/>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861" name="Google Shape;1861;p47"/>
              <p:cNvSpPr/>
              <p:nvPr/>
            </p:nvSpPr>
            <p:spPr>
              <a:xfrm rot="8580000">
                <a:off x="8651645" y="4749636"/>
                <a:ext cx="318301" cy="317452"/>
              </a:xfrm>
              <a:custGeom>
                <a:rect b="b" l="l" r="r" t="t"/>
                <a:pathLst>
                  <a:path extrusionOk="0" h="3862045" w="3872365">
                    <a:moveTo>
                      <a:pt x="1786489" y="808318"/>
                    </a:moveTo>
                    <a:cubicBezTo>
                      <a:pt x="1525809" y="610106"/>
                      <a:pt x="1257124" y="397966"/>
                      <a:pt x="1040385" y="230829"/>
                    </a:cubicBezTo>
                    <a:cubicBezTo>
                      <a:pt x="1905215" y="-194386"/>
                      <a:pt x="2650439" y="24572"/>
                      <a:pt x="3162062" y="429660"/>
                    </a:cubicBezTo>
                    <a:cubicBezTo>
                      <a:pt x="3007351" y="875340"/>
                      <a:pt x="2905932" y="1443216"/>
                      <a:pt x="2745609" y="1410478"/>
                    </a:cubicBezTo>
                    <a:cubicBezTo>
                      <a:pt x="2633182" y="1430335"/>
                      <a:pt x="2220955" y="1138671"/>
                      <a:pt x="1786489" y="808318"/>
                    </a:cubicBezTo>
                    <a:close/>
                    <a:moveTo>
                      <a:pt x="2701004" y="2590217"/>
                    </a:moveTo>
                    <a:cubicBezTo>
                      <a:pt x="2682933" y="2576481"/>
                      <a:pt x="2672282" y="2559744"/>
                      <a:pt x="2670336" y="2539383"/>
                    </a:cubicBezTo>
                    <a:cubicBezTo>
                      <a:pt x="2587360" y="2376647"/>
                      <a:pt x="3042640" y="1246798"/>
                      <a:pt x="3299881" y="563773"/>
                    </a:cubicBezTo>
                    <a:cubicBezTo>
                      <a:pt x="3959368" y="1266493"/>
                      <a:pt x="3967860" y="2043171"/>
                      <a:pt x="3730056" y="2650875"/>
                    </a:cubicBezTo>
                    <a:cubicBezTo>
                      <a:pt x="3317547" y="2635434"/>
                      <a:pt x="2827499" y="2686366"/>
                      <a:pt x="2701004" y="2590217"/>
                    </a:cubicBezTo>
                    <a:close/>
                    <a:moveTo>
                      <a:pt x="19691" y="2248546"/>
                    </a:moveTo>
                    <a:cubicBezTo>
                      <a:pt x="-100797" y="1292396"/>
                      <a:pt x="348853" y="659059"/>
                      <a:pt x="898439" y="307194"/>
                    </a:cubicBezTo>
                    <a:cubicBezTo>
                      <a:pt x="1269469" y="598575"/>
                      <a:pt x="1773388" y="879352"/>
                      <a:pt x="1690237" y="1020281"/>
                    </a:cubicBezTo>
                    <a:cubicBezTo>
                      <a:pt x="1661713" y="1200709"/>
                      <a:pt x="629275" y="1847170"/>
                      <a:pt x="19691" y="2248546"/>
                    </a:cubicBezTo>
                    <a:close/>
                    <a:moveTo>
                      <a:pt x="1805382" y="3858278"/>
                    </a:moveTo>
                    <a:cubicBezTo>
                      <a:pt x="1676483" y="3404460"/>
                      <a:pt x="1433840" y="2881111"/>
                      <a:pt x="1583946" y="2815971"/>
                    </a:cubicBezTo>
                    <a:cubicBezTo>
                      <a:pt x="1713076" y="2686769"/>
                      <a:pt x="2928316" y="2770622"/>
                      <a:pt x="3657403" y="2804207"/>
                    </a:cubicBezTo>
                    <a:cubicBezTo>
                      <a:pt x="3192869" y="3648569"/>
                      <a:pt x="2456828" y="3896652"/>
                      <a:pt x="1805382" y="3858278"/>
                    </a:cubicBezTo>
                    <a:close/>
                    <a:moveTo>
                      <a:pt x="762284" y="3480575"/>
                    </a:moveTo>
                    <a:cubicBezTo>
                      <a:pt x="380940" y="3198297"/>
                      <a:pt x="161300" y="2806810"/>
                      <a:pt x="58293" y="2412172"/>
                    </a:cubicBezTo>
                    <a:cubicBezTo>
                      <a:pt x="450067" y="2149344"/>
                      <a:pt x="872820" y="1756853"/>
                      <a:pt x="981158" y="1879484"/>
                    </a:cubicBezTo>
                    <a:cubicBezTo>
                      <a:pt x="1143940" y="1962367"/>
                      <a:pt x="1439720" y="3144041"/>
                      <a:pt x="1633080" y="3847823"/>
                    </a:cubicBezTo>
                    <a:cubicBezTo>
                      <a:pt x="1278110" y="3779994"/>
                      <a:pt x="991090" y="3649942"/>
                      <a:pt x="762284" y="348057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862" name="Google Shape;1862;p47"/>
              <p:cNvSpPr/>
              <p:nvPr/>
            </p:nvSpPr>
            <p:spPr>
              <a:xfrm>
                <a:off x="8268788" y="3120081"/>
                <a:ext cx="291831" cy="251871"/>
              </a:xfrm>
              <a:custGeom>
                <a:rect b="b" l="l" r="r" t="t"/>
                <a:pathLst>
                  <a:path extrusionOk="0" h="316007" w="366142">
                    <a:moveTo>
                      <a:pt x="241139" y="0"/>
                    </a:moveTo>
                    <a:cubicBezTo>
                      <a:pt x="265040" y="0"/>
                      <a:pt x="292051" y="14516"/>
                      <a:pt x="306633" y="31202"/>
                    </a:cubicBezTo>
                    <a:cubicBezTo>
                      <a:pt x="327151" y="29858"/>
                      <a:pt x="335397" y="19692"/>
                      <a:pt x="349699" y="10558"/>
                    </a:cubicBezTo>
                    <a:cubicBezTo>
                      <a:pt x="343170" y="29574"/>
                      <a:pt x="336047" y="54091"/>
                      <a:pt x="325569" y="59830"/>
                    </a:cubicBezTo>
                    <a:cubicBezTo>
                      <a:pt x="340338" y="61437"/>
                      <a:pt x="353079" y="55334"/>
                      <a:pt x="366142" y="52395"/>
                    </a:cubicBezTo>
                    <a:cubicBezTo>
                      <a:pt x="361514" y="66282"/>
                      <a:pt x="342655" y="74263"/>
                      <a:pt x="334454" y="94697"/>
                    </a:cubicBezTo>
                    <a:cubicBezTo>
                      <a:pt x="326254" y="115131"/>
                      <a:pt x="329982" y="126199"/>
                      <a:pt x="316939" y="174999"/>
                    </a:cubicBezTo>
                    <a:cubicBezTo>
                      <a:pt x="296102" y="242622"/>
                      <a:pt x="276174" y="279635"/>
                      <a:pt x="184305" y="311458"/>
                    </a:cubicBezTo>
                    <a:cubicBezTo>
                      <a:pt x="152057" y="320905"/>
                      <a:pt x="83508" y="315693"/>
                      <a:pt x="27716" y="295316"/>
                    </a:cubicBezTo>
                    <a:lnTo>
                      <a:pt x="0" y="281129"/>
                    </a:lnTo>
                    <a:lnTo>
                      <a:pt x="0" y="268036"/>
                    </a:lnTo>
                    <a:lnTo>
                      <a:pt x="23178" y="266110"/>
                    </a:lnTo>
                    <a:cubicBezTo>
                      <a:pt x="63548" y="261698"/>
                      <a:pt x="90116" y="254801"/>
                      <a:pt x="108726" y="240807"/>
                    </a:cubicBezTo>
                    <a:cubicBezTo>
                      <a:pt x="87700" y="241375"/>
                      <a:pt x="35310" y="244403"/>
                      <a:pt x="20535" y="200079"/>
                    </a:cubicBezTo>
                    <a:cubicBezTo>
                      <a:pt x="37583" y="203299"/>
                      <a:pt x="59856" y="197334"/>
                      <a:pt x="70653" y="194871"/>
                    </a:cubicBezTo>
                    <a:cubicBezTo>
                      <a:pt x="57204" y="189662"/>
                      <a:pt x="37595" y="181773"/>
                      <a:pt x="20899" y="168840"/>
                    </a:cubicBezTo>
                    <a:lnTo>
                      <a:pt x="0" y="146258"/>
                    </a:lnTo>
                    <a:lnTo>
                      <a:pt x="0" y="116697"/>
                    </a:lnTo>
                    <a:lnTo>
                      <a:pt x="14104" y="121836"/>
                    </a:lnTo>
                    <a:cubicBezTo>
                      <a:pt x="23887" y="123910"/>
                      <a:pt x="33812" y="125203"/>
                      <a:pt x="40441" y="126434"/>
                    </a:cubicBezTo>
                    <a:cubicBezTo>
                      <a:pt x="9945" y="103325"/>
                      <a:pt x="-5039" y="60063"/>
                      <a:pt x="20722" y="8541"/>
                    </a:cubicBezTo>
                    <a:cubicBezTo>
                      <a:pt x="76047" y="73391"/>
                      <a:pt x="116697" y="97001"/>
                      <a:pt x="168525" y="104817"/>
                    </a:cubicBezTo>
                    <a:cubicBezTo>
                      <a:pt x="166649" y="98530"/>
                      <a:pt x="164888" y="89662"/>
                      <a:pt x="165796" y="68430"/>
                    </a:cubicBezTo>
                    <a:cubicBezTo>
                      <a:pt x="166838" y="44047"/>
                      <a:pt x="190944" y="0"/>
                      <a:pt x="241139"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1863" name="Google Shape;1863;p47"/>
              <p:cNvSpPr/>
              <p:nvPr/>
            </p:nvSpPr>
            <p:spPr>
              <a:xfrm>
                <a:off x="10509375" y="4197069"/>
                <a:ext cx="172150" cy="348350"/>
              </a:xfrm>
              <a:custGeom>
                <a:rect b="b" l="l" r="r" t="t"/>
                <a:pathLst>
                  <a:path extrusionOk="0" h="455920" w="225309">
                    <a:moveTo>
                      <a:pt x="139383" y="455355"/>
                    </a:moveTo>
                    <a:lnTo>
                      <a:pt x="139383" y="455920"/>
                    </a:lnTo>
                    <a:lnTo>
                      <a:pt x="139383" y="455355"/>
                    </a:lnTo>
                    <a:close/>
                    <a:moveTo>
                      <a:pt x="54403" y="455920"/>
                    </a:moveTo>
                    <a:lnTo>
                      <a:pt x="54403" y="455355"/>
                    </a:lnTo>
                    <a:lnTo>
                      <a:pt x="54403" y="455920"/>
                    </a:lnTo>
                    <a:close/>
                    <a:moveTo>
                      <a:pt x="193296" y="6"/>
                    </a:moveTo>
                    <a:cubicBezTo>
                      <a:pt x="204595" y="73"/>
                      <a:pt x="214144" y="770"/>
                      <a:pt x="225309" y="2823"/>
                    </a:cubicBezTo>
                    <a:cubicBezTo>
                      <a:pt x="225271" y="27274"/>
                      <a:pt x="222913" y="50194"/>
                      <a:pt x="219909" y="69600"/>
                    </a:cubicBezTo>
                    <a:cubicBezTo>
                      <a:pt x="188141" y="67117"/>
                      <a:pt x="138250" y="66776"/>
                      <a:pt x="139383" y="96177"/>
                    </a:cubicBezTo>
                    <a:lnTo>
                      <a:pt x="139383" y="140898"/>
                    </a:lnTo>
                    <a:lnTo>
                      <a:pt x="217171" y="140898"/>
                    </a:lnTo>
                    <a:lnTo>
                      <a:pt x="211626" y="215050"/>
                    </a:lnTo>
                    <a:lnTo>
                      <a:pt x="139383" y="216436"/>
                    </a:lnTo>
                    <a:lnTo>
                      <a:pt x="139383" y="455355"/>
                    </a:lnTo>
                    <a:lnTo>
                      <a:pt x="54403" y="455355"/>
                    </a:lnTo>
                    <a:lnTo>
                      <a:pt x="54403" y="216436"/>
                    </a:lnTo>
                    <a:lnTo>
                      <a:pt x="0" y="216436"/>
                    </a:lnTo>
                    <a:lnTo>
                      <a:pt x="0" y="140898"/>
                    </a:lnTo>
                    <a:lnTo>
                      <a:pt x="54403" y="140898"/>
                    </a:lnTo>
                    <a:lnTo>
                      <a:pt x="54403" y="90429"/>
                    </a:lnTo>
                    <a:cubicBezTo>
                      <a:pt x="54356" y="90266"/>
                      <a:pt x="54310" y="90103"/>
                      <a:pt x="54263" y="89940"/>
                    </a:cubicBezTo>
                    <a:cubicBezTo>
                      <a:pt x="54393" y="21715"/>
                      <a:pt x="104084" y="2174"/>
                      <a:pt x="150786" y="971"/>
                    </a:cubicBezTo>
                    <a:cubicBezTo>
                      <a:pt x="168948" y="503"/>
                      <a:pt x="181997" y="-60"/>
                      <a:pt x="193296" y="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1864" name="Google Shape;1864;p47"/>
              <p:cNvSpPr/>
              <p:nvPr/>
            </p:nvSpPr>
            <p:spPr>
              <a:xfrm>
                <a:off x="8105957" y="3478924"/>
                <a:ext cx="284621" cy="282605"/>
              </a:xfrm>
              <a:custGeom>
                <a:rect b="b" l="l" r="r" t="t"/>
                <a:pathLst>
                  <a:path extrusionOk="0" h="297454" w="299575">
                    <a:moveTo>
                      <a:pt x="249204" y="123541"/>
                    </a:moveTo>
                    <a:cubicBezTo>
                      <a:pt x="240190" y="123011"/>
                      <a:pt x="239659" y="128843"/>
                      <a:pt x="241250" y="136266"/>
                    </a:cubicBezTo>
                    <a:cubicBezTo>
                      <a:pt x="245492" y="158536"/>
                      <a:pt x="240720" y="179214"/>
                      <a:pt x="229055" y="198302"/>
                    </a:cubicBezTo>
                    <a:cubicBezTo>
                      <a:pt x="206255" y="234888"/>
                      <a:pt x="158536" y="250264"/>
                      <a:pt x="116648" y="234888"/>
                    </a:cubicBezTo>
                    <a:cubicBezTo>
                      <a:pt x="83774" y="222692"/>
                      <a:pt x="50901" y="185577"/>
                      <a:pt x="59914" y="135736"/>
                    </a:cubicBezTo>
                    <a:cubicBezTo>
                      <a:pt x="60444" y="132555"/>
                      <a:pt x="62565" y="127252"/>
                      <a:pt x="58324" y="125662"/>
                    </a:cubicBezTo>
                    <a:cubicBezTo>
                      <a:pt x="51431" y="122481"/>
                      <a:pt x="43477" y="123541"/>
                      <a:pt x="36585" y="125131"/>
                    </a:cubicBezTo>
                    <a:cubicBezTo>
                      <a:pt x="30222" y="126722"/>
                      <a:pt x="31813" y="133085"/>
                      <a:pt x="31813" y="137857"/>
                    </a:cubicBezTo>
                    <a:cubicBezTo>
                      <a:pt x="31813" y="174442"/>
                      <a:pt x="31813" y="210497"/>
                      <a:pt x="31813" y="247082"/>
                    </a:cubicBezTo>
                    <a:cubicBezTo>
                      <a:pt x="31813" y="262989"/>
                      <a:pt x="35524" y="266701"/>
                      <a:pt x="51961" y="266701"/>
                    </a:cubicBezTo>
                    <a:cubicBezTo>
                      <a:pt x="84835" y="266701"/>
                      <a:pt x="117178" y="266701"/>
                      <a:pt x="150052" y="266701"/>
                    </a:cubicBezTo>
                    <a:cubicBezTo>
                      <a:pt x="183456" y="266701"/>
                      <a:pt x="217390" y="266701"/>
                      <a:pt x="250794" y="266701"/>
                    </a:cubicBezTo>
                    <a:cubicBezTo>
                      <a:pt x="262459" y="266701"/>
                      <a:pt x="269352" y="261929"/>
                      <a:pt x="269352" y="250264"/>
                    </a:cubicBezTo>
                    <a:cubicBezTo>
                      <a:pt x="269352" y="211558"/>
                      <a:pt x="269352" y="173382"/>
                      <a:pt x="269352" y="134675"/>
                    </a:cubicBezTo>
                    <a:cubicBezTo>
                      <a:pt x="268822" y="126987"/>
                      <a:pt x="265773" y="124337"/>
                      <a:pt x="261863" y="123541"/>
                    </a:cubicBezTo>
                    <a:cubicBezTo>
                      <a:pt x="257952" y="122746"/>
                      <a:pt x="253180" y="123806"/>
                      <a:pt x="249204" y="123541"/>
                    </a:cubicBezTo>
                    <a:close/>
                    <a:moveTo>
                      <a:pt x="151642" y="88016"/>
                    </a:moveTo>
                    <a:cubicBezTo>
                      <a:pt x="116648" y="87486"/>
                      <a:pt x="89076" y="113997"/>
                      <a:pt x="89076" y="147931"/>
                    </a:cubicBezTo>
                    <a:cubicBezTo>
                      <a:pt x="89076" y="180805"/>
                      <a:pt x="117178" y="208377"/>
                      <a:pt x="150582" y="208377"/>
                    </a:cubicBezTo>
                    <a:cubicBezTo>
                      <a:pt x="183986" y="208377"/>
                      <a:pt x="212088" y="181335"/>
                      <a:pt x="212088" y="148461"/>
                    </a:cubicBezTo>
                    <a:cubicBezTo>
                      <a:pt x="212088" y="115058"/>
                      <a:pt x="185577" y="88546"/>
                      <a:pt x="151642" y="88016"/>
                    </a:cubicBezTo>
                    <a:close/>
                    <a:moveTo>
                      <a:pt x="234357" y="29162"/>
                    </a:moveTo>
                    <a:cubicBezTo>
                      <a:pt x="207846" y="29162"/>
                      <a:pt x="204135" y="32873"/>
                      <a:pt x="203605" y="60444"/>
                    </a:cubicBezTo>
                    <a:cubicBezTo>
                      <a:pt x="203605" y="90137"/>
                      <a:pt x="205195" y="92258"/>
                      <a:pt x="235948" y="92258"/>
                    </a:cubicBezTo>
                    <a:cubicBezTo>
                      <a:pt x="267762" y="92258"/>
                      <a:pt x="268822" y="91197"/>
                      <a:pt x="268822" y="59914"/>
                    </a:cubicBezTo>
                    <a:cubicBezTo>
                      <a:pt x="268822" y="57794"/>
                      <a:pt x="268822" y="55673"/>
                      <a:pt x="268822" y="53552"/>
                    </a:cubicBezTo>
                    <a:cubicBezTo>
                      <a:pt x="268822" y="35524"/>
                      <a:pt x="263519" y="29692"/>
                      <a:pt x="245492" y="29162"/>
                    </a:cubicBezTo>
                    <a:cubicBezTo>
                      <a:pt x="241781" y="29162"/>
                      <a:pt x="238069" y="29162"/>
                      <a:pt x="234357" y="29162"/>
                    </a:cubicBezTo>
                    <a:close/>
                    <a:moveTo>
                      <a:pt x="41887" y="0"/>
                    </a:moveTo>
                    <a:cubicBezTo>
                      <a:pt x="113998" y="0"/>
                      <a:pt x="186108" y="0"/>
                      <a:pt x="258217" y="0"/>
                    </a:cubicBezTo>
                    <a:cubicBezTo>
                      <a:pt x="284728" y="0"/>
                      <a:pt x="299575" y="14846"/>
                      <a:pt x="299575" y="41887"/>
                    </a:cubicBezTo>
                    <a:cubicBezTo>
                      <a:pt x="299575" y="112937"/>
                      <a:pt x="299575" y="184517"/>
                      <a:pt x="299575" y="255567"/>
                    </a:cubicBezTo>
                    <a:cubicBezTo>
                      <a:pt x="299575" y="283138"/>
                      <a:pt x="285789" y="297454"/>
                      <a:pt x="257687" y="297454"/>
                    </a:cubicBezTo>
                    <a:cubicBezTo>
                      <a:pt x="221632" y="297454"/>
                      <a:pt x="185577" y="297454"/>
                      <a:pt x="149522" y="297454"/>
                    </a:cubicBezTo>
                    <a:cubicBezTo>
                      <a:pt x="113467" y="297454"/>
                      <a:pt x="77412" y="297454"/>
                      <a:pt x="41357" y="297454"/>
                    </a:cubicBezTo>
                    <a:cubicBezTo>
                      <a:pt x="14315" y="297454"/>
                      <a:pt x="0" y="283138"/>
                      <a:pt x="0" y="256096"/>
                    </a:cubicBezTo>
                    <a:cubicBezTo>
                      <a:pt x="0" y="184517"/>
                      <a:pt x="0" y="112937"/>
                      <a:pt x="0" y="41357"/>
                    </a:cubicBezTo>
                    <a:cubicBezTo>
                      <a:pt x="0" y="14315"/>
                      <a:pt x="14846" y="0"/>
                      <a:pt x="41887"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grpSp>
        <p:grpSp>
          <p:nvGrpSpPr>
            <p:cNvPr id="1865" name="Google Shape;1865;p47"/>
            <p:cNvGrpSpPr/>
            <p:nvPr/>
          </p:nvGrpSpPr>
          <p:grpSpPr>
            <a:xfrm>
              <a:off x="8955547" y="3191206"/>
              <a:ext cx="1044109" cy="1340343"/>
              <a:chOff x="3425013" y="0"/>
              <a:chExt cx="5341478" cy="6856954"/>
            </a:xfrm>
          </p:grpSpPr>
          <p:sp>
            <p:nvSpPr>
              <p:cNvPr id="1866" name="Google Shape;1866;p47"/>
              <p:cNvSpPr/>
              <p:nvPr/>
            </p:nvSpPr>
            <p:spPr>
              <a:xfrm>
                <a:off x="3425013" y="0"/>
                <a:ext cx="5341478" cy="6856954"/>
              </a:xfrm>
              <a:custGeom>
                <a:rect b="b" l="l" r="r" t="t"/>
                <a:pathLst>
                  <a:path extrusionOk="0" h="6856954" w="5341478">
                    <a:moveTo>
                      <a:pt x="2688415" y="0"/>
                    </a:moveTo>
                    <a:cubicBezTo>
                      <a:pt x="2688415" y="0"/>
                      <a:pt x="956487" y="1166644"/>
                      <a:pt x="25123" y="1019550"/>
                    </a:cubicBezTo>
                    <a:cubicBezTo>
                      <a:pt x="-26116" y="2058707"/>
                      <a:pt x="15276" y="3058651"/>
                      <a:pt x="25123" y="3846231"/>
                    </a:cubicBezTo>
                    <a:cubicBezTo>
                      <a:pt x="54577" y="5744861"/>
                      <a:pt x="2642056" y="6856955"/>
                      <a:pt x="2642056" y="6856955"/>
                    </a:cubicBezTo>
                    <a:cubicBezTo>
                      <a:pt x="2642056" y="6856955"/>
                      <a:pt x="5064141" y="5921234"/>
                      <a:pt x="5338636" y="3952543"/>
                    </a:cubicBezTo>
                    <a:cubicBezTo>
                      <a:pt x="5328789" y="2980224"/>
                      <a:pt x="5348483" y="1950827"/>
                      <a:pt x="5338636" y="1048917"/>
                    </a:cubicBezTo>
                    <a:cubicBezTo>
                      <a:pt x="3593636" y="764663"/>
                      <a:pt x="2688415" y="0"/>
                      <a:pt x="2688415" y="0"/>
                    </a:cubicBezTo>
                    <a:close/>
                  </a:path>
                </a:pathLst>
              </a:custGeom>
              <a:noFill/>
              <a:ln cap="flat" cmpd="sng" w="3175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867" name="Google Shape;1867;p47"/>
              <p:cNvSpPr/>
              <p:nvPr/>
            </p:nvSpPr>
            <p:spPr>
              <a:xfrm>
                <a:off x="3692070" y="321376"/>
                <a:ext cx="4817313" cy="6184138"/>
              </a:xfrm>
              <a:custGeom>
                <a:rect b="b" l="l" r="r" t="t"/>
                <a:pathLst>
                  <a:path extrusionOk="0" h="6184138" w="4817313">
                    <a:moveTo>
                      <a:pt x="2424582" y="0"/>
                    </a:moveTo>
                    <a:cubicBezTo>
                      <a:pt x="2424582" y="0"/>
                      <a:pt x="862578" y="1052141"/>
                      <a:pt x="22626" y="919512"/>
                    </a:cubicBezTo>
                    <a:cubicBezTo>
                      <a:pt x="-23559" y="1856714"/>
                      <a:pt x="13825" y="2758537"/>
                      <a:pt x="22626" y="3468824"/>
                    </a:cubicBezTo>
                    <a:cubicBezTo>
                      <a:pt x="49117" y="5181145"/>
                      <a:pt x="2382841" y="6184138"/>
                      <a:pt x="2382841" y="6184138"/>
                    </a:cubicBezTo>
                    <a:cubicBezTo>
                      <a:pt x="2382841" y="6184138"/>
                      <a:pt x="4567206" y="5340265"/>
                      <a:pt x="4814773" y="3564766"/>
                    </a:cubicBezTo>
                    <a:cubicBezTo>
                      <a:pt x="4805973" y="2687778"/>
                      <a:pt x="4823575" y="1759465"/>
                      <a:pt x="4814773" y="946003"/>
                    </a:cubicBezTo>
                    <a:cubicBezTo>
                      <a:pt x="3240919" y="689634"/>
                      <a:pt x="2424582" y="0"/>
                      <a:pt x="2424582"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868" name="Google Shape;1868;p47"/>
              <p:cNvSpPr/>
              <p:nvPr/>
            </p:nvSpPr>
            <p:spPr>
              <a:xfrm>
                <a:off x="5077582" y="3107623"/>
                <a:ext cx="1971904" cy="1813799"/>
              </a:xfrm>
              <a:custGeom>
                <a:rect b="b" l="l" r="r" t="t"/>
                <a:pathLst>
                  <a:path extrusionOk="0" h="1813799" w="1971904">
                    <a:moveTo>
                      <a:pt x="1970433" y="1441139"/>
                    </a:moveTo>
                    <a:cubicBezTo>
                      <a:pt x="1467194" y="1954225"/>
                      <a:pt x="555524" y="1921547"/>
                      <a:pt x="0" y="1441139"/>
                    </a:cubicBezTo>
                    <a:cubicBezTo>
                      <a:pt x="0" y="1079329"/>
                      <a:pt x="0" y="0"/>
                      <a:pt x="0" y="0"/>
                    </a:cubicBezTo>
                    <a:lnTo>
                      <a:pt x="1970433" y="0"/>
                    </a:lnTo>
                    <a:cubicBezTo>
                      <a:pt x="1970433" y="87"/>
                      <a:pt x="1973745" y="1079329"/>
                      <a:pt x="1970433" y="144113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869" name="Google Shape;1869;p47"/>
              <p:cNvSpPr/>
              <p:nvPr/>
            </p:nvSpPr>
            <p:spPr>
              <a:xfrm>
                <a:off x="5332382" y="1718072"/>
                <a:ext cx="1483576" cy="1261366"/>
              </a:xfrm>
              <a:custGeom>
                <a:rect b="b" l="l" r="r" t="t"/>
                <a:pathLst>
                  <a:path extrusionOk="0" h="1261366" w="1483576">
                    <a:moveTo>
                      <a:pt x="741832" y="0"/>
                    </a:moveTo>
                    <a:lnTo>
                      <a:pt x="741832" y="0"/>
                    </a:lnTo>
                    <a:cubicBezTo>
                      <a:pt x="332182" y="0"/>
                      <a:pt x="0" y="332095"/>
                      <a:pt x="0" y="741745"/>
                    </a:cubicBezTo>
                    <a:lnTo>
                      <a:pt x="0" y="1261367"/>
                    </a:lnTo>
                    <a:lnTo>
                      <a:pt x="292445" y="1261367"/>
                    </a:lnTo>
                    <a:lnTo>
                      <a:pt x="292445" y="735209"/>
                    </a:lnTo>
                    <a:cubicBezTo>
                      <a:pt x="292445" y="499231"/>
                      <a:pt x="483720" y="307956"/>
                      <a:pt x="719698" y="307956"/>
                    </a:cubicBezTo>
                    <a:lnTo>
                      <a:pt x="719698" y="307956"/>
                    </a:lnTo>
                    <a:cubicBezTo>
                      <a:pt x="955676" y="307956"/>
                      <a:pt x="1146950" y="499231"/>
                      <a:pt x="1146950" y="735209"/>
                    </a:cubicBezTo>
                    <a:lnTo>
                      <a:pt x="1146950" y="1261367"/>
                    </a:lnTo>
                    <a:lnTo>
                      <a:pt x="1483576" y="1261367"/>
                    </a:lnTo>
                    <a:lnTo>
                      <a:pt x="1483576" y="741745"/>
                    </a:lnTo>
                    <a:cubicBezTo>
                      <a:pt x="1483664" y="332095"/>
                      <a:pt x="1151569" y="0"/>
                      <a:pt x="741832"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870" name="Google Shape;1870;p47"/>
              <p:cNvSpPr/>
              <p:nvPr/>
            </p:nvSpPr>
            <p:spPr>
              <a:xfrm>
                <a:off x="5864640" y="3547424"/>
                <a:ext cx="405205" cy="796469"/>
              </a:xfrm>
              <a:custGeom>
                <a:rect b="b" l="l" r="r" t="t"/>
                <a:pathLst>
                  <a:path extrusionOk="0" h="796469" w="405205">
                    <a:moveTo>
                      <a:pt x="353618" y="639528"/>
                    </a:moveTo>
                    <a:lnTo>
                      <a:pt x="310135" y="639528"/>
                    </a:lnTo>
                    <a:cubicBezTo>
                      <a:pt x="311006" y="635781"/>
                      <a:pt x="311529" y="631947"/>
                      <a:pt x="311529" y="628026"/>
                    </a:cubicBezTo>
                    <a:lnTo>
                      <a:pt x="311529" y="570861"/>
                    </a:lnTo>
                    <a:cubicBezTo>
                      <a:pt x="311529" y="543324"/>
                      <a:pt x="289221" y="521016"/>
                      <a:pt x="261685" y="521016"/>
                    </a:cubicBezTo>
                    <a:lnTo>
                      <a:pt x="261423" y="521016"/>
                    </a:lnTo>
                    <a:lnTo>
                      <a:pt x="261423" y="396492"/>
                    </a:lnTo>
                    <a:cubicBezTo>
                      <a:pt x="344643" y="371308"/>
                      <a:pt x="405206" y="294014"/>
                      <a:pt x="405206" y="202603"/>
                    </a:cubicBezTo>
                    <a:cubicBezTo>
                      <a:pt x="405206" y="90714"/>
                      <a:pt x="314492" y="0"/>
                      <a:pt x="202603" y="0"/>
                    </a:cubicBezTo>
                    <a:cubicBezTo>
                      <a:pt x="90714" y="0"/>
                      <a:pt x="0" y="90714"/>
                      <a:pt x="0" y="202603"/>
                    </a:cubicBezTo>
                    <a:cubicBezTo>
                      <a:pt x="0" y="294014"/>
                      <a:pt x="60563" y="371308"/>
                      <a:pt x="143783" y="396492"/>
                    </a:cubicBezTo>
                    <a:lnTo>
                      <a:pt x="143783" y="521016"/>
                    </a:lnTo>
                    <a:lnTo>
                      <a:pt x="143521" y="521016"/>
                    </a:lnTo>
                    <a:cubicBezTo>
                      <a:pt x="115985" y="521016"/>
                      <a:pt x="93677" y="543324"/>
                      <a:pt x="93677" y="570861"/>
                    </a:cubicBezTo>
                    <a:lnTo>
                      <a:pt x="93677" y="628026"/>
                    </a:lnTo>
                    <a:cubicBezTo>
                      <a:pt x="93677" y="632034"/>
                      <a:pt x="94199" y="635868"/>
                      <a:pt x="95071" y="639528"/>
                    </a:cubicBezTo>
                    <a:lnTo>
                      <a:pt x="51587" y="639528"/>
                    </a:lnTo>
                    <a:cubicBezTo>
                      <a:pt x="35118" y="639528"/>
                      <a:pt x="21785" y="652861"/>
                      <a:pt x="21785" y="669330"/>
                    </a:cubicBezTo>
                    <a:lnTo>
                      <a:pt x="21785" y="766667"/>
                    </a:lnTo>
                    <a:cubicBezTo>
                      <a:pt x="21785" y="783137"/>
                      <a:pt x="35118" y="796469"/>
                      <a:pt x="51587" y="796469"/>
                    </a:cubicBezTo>
                    <a:lnTo>
                      <a:pt x="353705" y="796469"/>
                    </a:lnTo>
                    <a:cubicBezTo>
                      <a:pt x="370175" y="796469"/>
                      <a:pt x="383508" y="783137"/>
                      <a:pt x="383508" y="766667"/>
                    </a:cubicBezTo>
                    <a:lnTo>
                      <a:pt x="383508" y="669330"/>
                    </a:lnTo>
                    <a:cubicBezTo>
                      <a:pt x="383333" y="652861"/>
                      <a:pt x="370001" y="639528"/>
                      <a:pt x="353618" y="63952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grpSp>
      <p:sp>
        <p:nvSpPr>
          <p:cNvPr id="1871" name="Google Shape;1871;p47"/>
          <p:cNvSpPr txBox="1"/>
          <p:nvPr/>
        </p:nvSpPr>
        <p:spPr>
          <a:xfrm>
            <a:off x="296694" y="3616271"/>
            <a:ext cx="5741249"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3600"/>
              <a:buFont typeface="Arial"/>
              <a:buNone/>
            </a:pPr>
            <a:r>
              <a:rPr b="0" i="0" lang="en-US" sz="3600" u="none" cap="none" strike="noStrike">
                <a:solidFill>
                  <a:srgbClr val="0070C0"/>
                </a:solidFill>
                <a:latin typeface="Arial"/>
                <a:ea typeface="Arial"/>
                <a:cs typeface="Arial"/>
                <a:sym typeface="Arial"/>
              </a:rPr>
              <a:t>to emphasize </a:t>
            </a:r>
            <a:r>
              <a:rPr b="1" i="0" lang="en-US" sz="3600" u="none" cap="none" strike="noStrike">
                <a:solidFill>
                  <a:srgbClr val="0070C0"/>
                </a:solidFill>
                <a:latin typeface="Arial"/>
                <a:ea typeface="Arial"/>
                <a:cs typeface="Arial"/>
                <a:sym typeface="Arial"/>
              </a:rPr>
              <a:t>the duration of the action </a:t>
            </a:r>
            <a:r>
              <a:rPr b="0" i="0" lang="en-US" sz="3600" u="none" cap="none" strike="noStrike">
                <a:solidFill>
                  <a:srgbClr val="0070C0"/>
                </a:solidFill>
                <a:latin typeface="Arial"/>
                <a:ea typeface="Arial"/>
                <a:cs typeface="Arial"/>
                <a:sym typeface="Arial"/>
              </a:rPr>
              <a:t>which started in the past and may or may not be completed by now </a:t>
            </a:r>
            <a:endParaRPr b="0" i="0" sz="3600" u="none" cap="none" strike="noStrike">
              <a:solidFill>
                <a:srgbClr val="0070C0"/>
              </a:solidFill>
              <a:latin typeface="Arial"/>
              <a:ea typeface="Arial"/>
              <a:cs typeface="Arial"/>
              <a:sym typeface="Arial"/>
            </a:endParaRPr>
          </a:p>
        </p:txBody>
      </p:sp>
      <p:sp>
        <p:nvSpPr>
          <p:cNvPr id="1872" name="Google Shape;1872;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4"/>
                                        </p:tgtEl>
                                        <p:attrNameLst>
                                          <p:attrName>style.visibility</p:attrName>
                                        </p:attrNameLst>
                                      </p:cBhvr>
                                      <p:to>
                                        <p:strVal val="visible"/>
                                      </p:to>
                                    </p:set>
                                    <p:animEffect filter="fade" transition="in">
                                      <p:cBhvr>
                                        <p:cTn dur="500"/>
                                        <p:tgtEl>
                                          <p:spTgt spid="17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5"/>
                                        </p:tgtEl>
                                        <p:attrNameLst>
                                          <p:attrName>style.visibility</p:attrName>
                                        </p:attrNameLst>
                                      </p:cBhvr>
                                      <p:to>
                                        <p:strVal val="visible"/>
                                      </p:to>
                                    </p:set>
                                    <p:animEffect filter="fade" transition="in">
                                      <p:cBhvr>
                                        <p:cTn dur="500"/>
                                        <p:tgtEl>
                                          <p:spTgt spid="17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71"/>
                                        </p:tgtEl>
                                        <p:attrNameLst>
                                          <p:attrName>style.visibility</p:attrName>
                                        </p:attrNameLst>
                                      </p:cBhvr>
                                      <p:to>
                                        <p:strVal val="visible"/>
                                      </p:to>
                                    </p:set>
                                    <p:anim calcmode="lin" valueType="num">
                                      <p:cBhvr additive="base">
                                        <p:cTn dur="500"/>
                                        <p:tgtEl>
                                          <p:spTgt spid="1871"/>
                                        </p:tgtEl>
                                        <p:attrNameLst>
                                          <p:attrName>ppt_w</p:attrName>
                                        </p:attrNameLst>
                                      </p:cBhvr>
                                      <p:tavLst>
                                        <p:tav fmla="" tm="0">
                                          <p:val>
                                            <p:strVal val="0"/>
                                          </p:val>
                                        </p:tav>
                                        <p:tav fmla="" tm="100000">
                                          <p:val>
                                            <p:strVal val="#ppt_w"/>
                                          </p:val>
                                        </p:tav>
                                      </p:tavLst>
                                    </p:anim>
                                    <p:anim calcmode="lin" valueType="num">
                                      <p:cBhvr additive="base">
                                        <p:cTn dur="500"/>
                                        <p:tgtEl>
                                          <p:spTgt spid="187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6" name="Shape 1876"/>
        <p:cNvGrpSpPr/>
        <p:nvPr/>
      </p:nvGrpSpPr>
      <p:grpSpPr>
        <a:xfrm>
          <a:off x="0" y="0"/>
          <a:ext cx="0" cy="0"/>
          <a:chOff x="0" y="0"/>
          <a:chExt cx="0" cy="0"/>
        </a:xfrm>
      </p:grpSpPr>
      <p:sp>
        <p:nvSpPr>
          <p:cNvPr id="1877" name="Google Shape;1877;p48"/>
          <p:cNvSpPr txBox="1"/>
          <p:nvPr/>
        </p:nvSpPr>
        <p:spPr>
          <a:xfrm>
            <a:off x="4327906" y="0"/>
            <a:ext cx="5053306"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69C7C"/>
              </a:buClr>
              <a:buSzPts val="4000"/>
              <a:buFont typeface="Arial"/>
              <a:buNone/>
            </a:pPr>
            <a:r>
              <a:rPr b="0" i="0" lang="en-US" sz="4000" u="none" cap="none" strike="noStrike">
                <a:solidFill>
                  <a:srgbClr val="169C7C"/>
                </a:solidFill>
                <a:latin typeface="Arial"/>
                <a:ea typeface="Arial"/>
                <a:cs typeface="Arial"/>
                <a:sym typeface="Arial"/>
              </a:rPr>
              <a:t>Usage and difference</a:t>
            </a:r>
            <a:endParaRPr b="0" i="0" sz="4000" u="none" cap="none" strike="noStrike">
              <a:solidFill>
                <a:srgbClr val="169C7C"/>
              </a:solidFill>
              <a:latin typeface="Arial"/>
              <a:ea typeface="Arial"/>
              <a:cs typeface="Arial"/>
              <a:sym typeface="Arial"/>
            </a:endParaRPr>
          </a:p>
        </p:txBody>
      </p:sp>
      <p:pic>
        <p:nvPicPr>
          <p:cNvPr descr="https://api.ning.com/files/bI-4UHjZeG8KUQ7MCKmFbKuIoB5j5PT2DINizlSKJyXTCwTgK3Cc0Te7QMrKcmSyp7c3GlI9KD-HBqJIOC1cby90bHH6nGY-/repairclasslol.gif?profile=RESIZE_180x180&amp;amp;size=90&amp;amp;crop=1%3A1" id="1878" name="Google Shape;1878;p48"/>
          <p:cNvPicPr preferRelativeResize="0"/>
          <p:nvPr/>
        </p:nvPicPr>
        <p:blipFill rotWithShape="1">
          <a:blip r:embed="rId3">
            <a:alphaModFix/>
          </a:blip>
          <a:srcRect b="0" l="0" r="0" t="0"/>
          <a:stretch/>
        </p:blipFill>
        <p:spPr>
          <a:xfrm>
            <a:off x="1033687" y="2615918"/>
            <a:ext cx="4126140" cy="3467345"/>
          </a:xfrm>
          <a:prstGeom prst="rect">
            <a:avLst/>
          </a:prstGeom>
          <a:noFill/>
          <a:ln>
            <a:noFill/>
          </a:ln>
        </p:spPr>
      </p:pic>
      <p:pic>
        <p:nvPicPr>
          <p:cNvPr descr="https://i.ytimg.com/vi/-Se1seG2yo4/maxresdefault.jpg" id="1879" name="Google Shape;1879;p48"/>
          <p:cNvPicPr preferRelativeResize="0"/>
          <p:nvPr/>
        </p:nvPicPr>
        <p:blipFill rotWithShape="1">
          <a:blip r:embed="rId4">
            <a:alphaModFix/>
          </a:blip>
          <a:srcRect b="12859" l="57414" r="11276" t="45870"/>
          <a:stretch/>
        </p:blipFill>
        <p:spPr>
          <a:xfrm>
            <a:off x="7521340" y="2844590"/>
            <a:ext cx="4387631" cy="3253187"/>
          </a:xfrm>
          <a:prstGeom prst="rect">
            <a:avLst/>
          </a:prstGeom>
          <a:noFill/>
          <a:ln>
            <a:noFill/>
          </a:ln>
        </p:spPr>
      </p:pic>
      <p:sp>
        <p:nvSpPr>
          <p:cNvPr id="1880" name="Google Shape;1880;p48"/>
          <p:cNvSpPr txBox="1"/>
          <p:nvPr/>
        </p:nvSpPr>
        <p:spPr>
          <a:xfrm>
            <a:off x="1019891" y="957448"/>
            <a:ext cx="472347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5E7D"/>
              </a:buClr>
              <a:buSzPts val="3200"/>
              <a:buFont typeface="Arial"/>
              <a:buNone/>
            </a:pPr>
            <a:r>
              <a:rPr b="0" i="0" lang="en-US" sz="3200" u="none" cap="none" strike="noStrike">
                <a:solidFill>
                  <a:srgbClr val="005E7D"/>
                </a:solidFill>
                <a:latin typeface="Arial"/>
                <a:ea typeface="Arial"/>
                <a:cs typeface="Arial"/>
                <a:sym typeface="Arial"/>
              </a:rPr>
              <a:t>Present Perfect Continuous</a:t>
            </a:r>
            <a:endParaRPr b="0" i="0" sz="3200" u="none" cap="none" strike="noStrike">
              <a:solidFill>
                <a:srgbClr val="005E7D"/>
              </a:solidFill>
              <a:latin typeface="Arial"/>
              <a:ea typeface="Arial"/>
              <a:cs typeface="Arial"/>
              <a:sym typeface="Arial"/>
            </a:endParaRPr>
          </a:p>
        </p:txBody>
      </p:sp>
      <p:sp>
        <p:nvSpPr>
          <p:cNvPr id="1881" name="Google Shape;1881;p48"/>
          <p:cNvSpPr txBox="1"/>
          <p:nvPr/>
        </p:nvSpPr>
        <p:spPr>
          <a:xfrm>
            <a:off x="7569008" y="1097784"/>
            <a:ext cx="437651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5E7D"/>
              </a:buClr>
              <a:buSzPts val="3200"/>
              <a:buFont typeface="Arial"/>
              <a:buNone/>
            </a:pPr>
            <a:r>
              <a:rPr b="0" i="0" lang="en-US" sz="3200" u="none" cap="none" strike="noStrike">
                <a:solidFill>
                  <a:srgbClr val="005E7D"/>
                </a:solidFill>
                <a:latin typeface="Arial"/>
                <a:ea typeface="Arial"/>
                <a:cs typeface="Arial"/>
                <a:sym typeface="Arial"/>
              </a:rPr>
              <a:t>Present Perfect Simple</a:t>
            </a:r>
            <a:endParaRPr b="0" i="0" sz="3200" u="none" cap="none" strike="noStrike">
              <a:solidFill>
                <a:srgbClr val="005E7D"/>
              </a:solidFill>
              <a:latin typeface="Arial"/>
              <a:ea typeface="Arial"/>
              <a:cs typeface="Arial"/>
              <a:sym typeface="Arial"/>
            </a:endParaRPr>
          </a:p>
        </p:txBody>
      </p:sp>
      <p:sp>
        <p:nvSpPr>
          <p:cNvPr id="1882" name="Google Shape;1882;p48"/>
          <p:cNvSpPr txBox="1"/>
          <p:nvPr/>
        </p:nvSpPr>
        <p:spPr>
          <a:xfrm>
            <a:off x="705992" y="1871977"/>
            <a:ext cx="507170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Tom </a:t>
            </a:r>
            <a:r>
              <a:rPr b="1" i="0" lang="en-US" sz="2400" u="none" cap="none" strike="noStrike">
                <a:solidFill>
                  <a:srgbClr val="008DBC"/>
                </a:solidFill>
                <a:latin typeface="Arial"/>
                <a:ea typeface="Arial"/>
                <a:cs typeface="Arial"/>
                <a:sym typeface="Arial"/>
              </a:rPr>
              <a:t>has been mending </a:t>
            </a:r>
            <a:r>
              <a:rPr b="1" i="0" lang="en-US" sz="2400" u="none" cap="none" strike="noStrike">
                <a:solidFill>
                  <a:schemeClr val="dk1"/>
                </a:solidFill>
                <a:latin typeface="Arial"/>
                <a:ea typeface="Arial"/>
                <a:cs typeface="Arial"/>
                <a:sym typeface="Arial"/>
              </a:rPr>
              <a:t>his bike all day</a:t>
            </a:r>
            <a:endParaRPr b="1" i="0" sz="2400" u="none" cap="none" strike="noStrike">
              <a:solidFill>
                <a:schemeClr val="dk1"/>
              </a:solidFill>
              <a:latin typeface="Arial"/>
              <a:ea typeface="Arial"/>
              <a:cs typeface="Arial"/>
              <a:sym typeface="Arial"/>
            </a:endParaRPr>
          </a:p>
        </p:txBody>
      </p:sp>
      <p:sp>
        <p:nvSpPr>
          <p:cNvPr id="1883" name="Google Shape;1883;p48"/>
          <p:cNvSpPr txBox="1"/>
          <p:nvPr/>
        </p:nvSpPr>
        <p:spPr>
          <a:xfrm>
            <a:off x="7946873" y="1907722"/>
            <a:ext cx="339734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Tom </a:t>
            </a:r>
            <a:r>
              <a:rPr b="1" i="0" lang="en-US" sz="2400" u="none" cap="none" strike="noStrike">
                <a:solidFill>
                  <a:srgbClr val="008DBC"/>
                </a:solidFill>
                <a:latin typeface="Arial"/>
                <a:ea typeface="Arial"/>
                <a:cs typeface="Arial"/>
                <a:sym typeface="Arial"/>
              </a:rPr>
              <a:t>has mended </a:t>
            </a:r>
            <a:r>
              <a:rPr b="1" i="0" lang="en-US" sz="2400" u="none" cap="none" strike="noStrike">
                <a:solidFill>
                  <a:schemeClr val="dk1"/>
                </a:solidFill>
                <a:latin typeface="Arial"/>
                <a:ea typeface="Arial"/>
                <a:cs typeface="Arial"/>
                <a:sym typeface="Arial"/>
              </a:rPr>
              <a:t>his bike</a:t>
            </a:r>
            <a:endParaRPr b="1" i="0" sz="2400" u="none" cap="none" strike="noStrike">
              <a:solidFill>
                <a:schemeClr val="dk1"/>
              </a:solidFill>
              <a:latin typeface="Arial"/>
              <a:ea typeface="Arial"/>
              <a:cs typeface="Arial"/>
              <a:sym typeface="Arial"/>
            </a:endParaRPr>
          </a:p>
        </p:txBody>
      </p:sp>
      <p:grpSp>
        <p:nvGrpSpPr>
          <p:cNvPr id="1884" name="Google Shape;1884;p48"/>
          <p:cNvGrpSpPr/>
          <p:nvPr/>
        </p:nvGrpSpPr>
        <p:grpSpPr>
          <a:xfrm>
            <a:off x="155100" y="20496"/>
            <a:ext cx="768029" cy="1252175"/>
            <a:chOff x="169229" y="2084489"/>
            <a:chExt cx="1306245" cy="1903654"/>
          </a:xfrm>
        </p:grpSpPr>
        <p:sp>
          <p:nvSpPr>
            <p:cNvPr id="1885" name="Google Shape;1885;p48"/>
            <p:cNvSpPr/>
            <p:nvPr/>
          </p:nvSpPr>
          <p:spPr>
            <a:xfrm>
              <a:off x="1162276" y="2834478"/>
              <a:ext cx="313198" cy="613622"/>
            </a:xfrm>
            <a:custGeom>
              <a:rect b="b" l="l" r="r" t="t"/>
              <a:pathLst>
                <a:path extrusionOk="0" h="613622" w="313198">
                  <a:moveTo>
                    <a:pt x="297384" y="307094"/>
                  </a:moveTo>
                  <a:cubicBezTo>
                    <a:pt x="292364" y="293707"/>
                    <a:pt x="287509" y="280038"/>
                    <a:pt x="294721" y="265708"/>
                  </a:cubicBezTo>
                  <a:cubicBezTo>
                    <a:pt x="294815" y="265520"/>
                    <a:pt x="294203" y="264954"/>
                    <a:pt x="293543" y="264011"/>
                  </a:cubicBezTo>
                  <a:cubicBezTo>
                    <a:pt x="278907" y="272732"/>
                    <a:pt x="270799" y="262338"/>
                    <a:pt x="263140" y="252463"/>
                  </a:cubicBezTo>
                  <a:cubicBezTo>
                    <a:pt x="257860" y="245675"/>
                    <a:pt x="254396" y="237474"/>
                    <a:pt x="249187" y="230639"/>
                  </a:cubicBezTo>
                  <a:cubicBezTo>
                    <a:pt x="243413" y="223050"/>
                    <a:pt x="236790" y="216027"/>
                    <a:pt x="230050" y="209262"/>
                  </a:cubicBezTo>
                  <a:cubicBezTo>
                    <a:pt x="225972" y="205162"/>
                    <a:pt x="219798" y="202828"/>
                    <a:pt x="216592" y="198280"/>
                  </a:cubicBezTo>
                  <a:cubicBezTo>
                    <a:pt x="205209" y="182135"/>
                    <a:pt x="194980" y="165190"/>
                    <a:pt x="183785" y="148904"/>
                  </a:cubicBezTo>
                  <a:cubicBezTo>
                    <a:pt x="175701" y="137120"/>
                    <a:pt x="167075" y="125642"/>
                    <a:pt x="158049" y="114565"/>
                  </a:cubicBezTo>
                  <a:cubicBezTo>
                    <a:pt x="155527" y="111478"/>
                    <a:pt x="150672" y="108697"/>
                    <a:pt x="146830" y="108626"/>
                  </a:cubicBezTo>
                  <a:cubicBezTo>
                    <a:pt x="138110" y="108461"/>
                    <a:pt x="135494" y="107259"/>
                    <a:pt x="134905" y="98445"/>
                  </a:cubicBezTo>
                  <a:cubicBezTo>
                    <a:pt x="133538" y="78011"/>
                    <a:pt x="121895" y="64318"/>
                    <a:pt x="105633" y="53806"/>
                  </a:cubicBezTo>
                  <a:cubicBezTo>
                    <a:pt x="103276" y="52274"/>
                    <a:pt x="98044" y="51284"/>
                    <a:pt x="97030" y="52510"/>
                  </a:cubicBezTo>
                  <a:cubicBezTo>
                    <a:pt x="95192" y="54678"/>
                    <a:pt x="94014" y="59581"/>
                    <a:pt x="95286" y="61749"/>
                  </a:cubicBezTo>
                  <a:cubicBezTo>
                    <a:pt x="99293" y="68607"/>
                    <a:pt x="104007" y="75277"/>
                    <a:pt x="109474" y="81028"/>
                  </a:cubicBezTo>
                  <a:cubicBezTo>
                    <a:pt x="116309" y="88192"/>
                    <a:pt x="121094" y="95711"/>
                    <a:pt x="121023" y="108202"/>
                  </a:cubicBezTo>
                  <a:cubicBezTo>
                    <a:pt x="115744" y="104879"/>
                    <a:pt x="111619" y="103135"/>
                    <a:pt x="108602" y="100212"/>
                  </a:cubicBezTo>
                  <a:cubicBezTo>
                    <a:pt x="92930" y="85105"/>
                    <a:pt x="77540" y="69715"/>
                    <a:pt x="62032" y="54419"/>
                  </a:cubicBezTo>
                  <a:cubicBezTo>
                    <a:pt x="45652" y="38275"/>
                    <a:pt x="29390" y="21989"/>
                    <a:pt x="12798" y="6081"/>
                  </a:cubicBezTo>
                  <a:cubicBezTo>
                    <a:pt x="9922" y="3323"/>
                    <a:pt x="5656" y="1980"/>
                    <a:pt x="2027" y="0"/>
                  </a:cubicBezTo>
                  <a:cubicBezTo>
                    <a:pt x="1343" y="683"/>
                    <a:pt x="660" y="1367"/>
                    <a:pt x="0" y="2050"/>
                  </a:cubicBezTo>
                  <a:cubicBezTo>
                    <a:pt x="2098" y="6623"/>
                    <a:pt x="3465" y="11713"/>
                    <a:pt x="6387" y="15649"/>
                  </a:cubicBezTo>
                  <a:cubicBezTo>
                    <a:pt x="23686" y="38840"/>
                    <a:pt x="40537" y="62409"/>
                    <a:pt x="59062" y="84586"/>
                  </a:cubicBezTo>
                  <a:cubicBezTo>
                    <a:pt x="92623" y="124747"/>
                    <a:pt x="125077" y="165755"/>
                    <a:pt x="149328" y="212185"/>
                  </a:cubicBezTo>
                  <a:cubicBezTo>
                    <a:pt x="181735" y="274240"/>
                    <a:pt x="204949" y="340137"/>
                    <a:pt x="225713" y="406929"/>
                  </a:cubicBezTo>
                  <a:cubicBezTo>
                    <a:pt x="236932" y="443012"/>
                    <a:pt x="237969" y="480863"/>
                    <a:pt x="246312" y="517417"/>
                  </a:cubicBezTo>
                  <a:cubicBezTo>
                    <a:pt x="252722" y="545534"/>
                    <a:pt x="259062" y="573651"/>
                    <a:pt x="265756" y="601697"/>
                  </a:cubicBezTo>
                  <a:cubicBezTo>
                    <a:pt x="266769" y="605892"/>
                    <a:pt x="269621" y="609663"/>
                    <a:pt x="271600" y="613623"/>
                  </a:cubicBezTo>
                  <a:cubicBezTo>
                    <a:pt x="272308" y="613481"/>
                    <a:pt x="272991" y="613316"/>
                    <a:pt x="273698" y="613175"/>
                  </a:cubicBezTo>
                  <a:cubicBezTo>
                    <a:pt x="274452" y="610417"/>
                    <a:pt x="275914" y="607660"/>
                    <a:pt x="275843" y="604926"/>
                  </a:cubicBezTo>
                  <a:cubicBezTo>
                    <a:pt x="275442" y="587391"/>
                    <a:pt x="276927" y="569432"/>
                    <a:pt x="273698" y="552392"/>
                  </a:cubicBezTo>
                  <a:cubicBezTo>
                    <a:pt x="263776" y="500071"/>
                    <a:pt x="251945" y="448103"/>
                    <a:pt x="240985" y="395970"/>
                  </a:cubicBezTo>
                  <a:cubicBezTo>
                    <a:pt x="234457" y="364836"/>
                    <a:pt x="228070" y="333656"/>
                    <a:pt x="221895" y="302451"/>
                  </a:cubicBezTo>
                  <a:cubicBezTo>
                    <a:pt x="221188" y="298845"/>
                    <a:pt x="222154" y="294909"/>
                    <a:pt x="222366" y="291139"/>
                  </a:cubicBezTo>
                  <a:cubicBezTo>
                    <a:pt x="223521" y="290879"/>
                    <a:pt x="224676" y="290620"/>
                    <a:pt x="225831" y="290361"/>
                  </a:cubicBezTo>
                  <a:cubicBezTo>
                    <a:pt x="228730" y="295286"/>
                    <a:pt x="232336" y="299953"/>
                    <a:pt x="234363" y="305209"/>
                  </a:cubicBezTo>
                  <a:cubicBezTo>
                    <a:pt x="240090" y="319915"/>
                    <a:pt x="244332" y="335235"/>
                    <a:pt x="250719" y="349635"/>
                  </a:cubicBezTo>
                  <a:cubicBezTo>
                    <a:pt x="256847" y="363517"/>
                    <a:pt x="264082" y="377092"/>
                    <a:pt x="272402" y="389748"/>
                  </a:cubicBezTo>
                  <a:cubicBezTo>
                    <a:pt x="277917" y="398138"/>
                    <a:pt x="285789" y="398728"/>
                    <a:pt x="295805" y="394650"/>
                  </a:cubicBezTo>
                  <a:cubicBezTo>
                    <a:pt x="294792" y="393236"/>
                    <a:pt x="294132" y="391468"/>
                    <a:pt x="292883" y="390691"/>
                  </a:cubicBezTo>
                  <a:cubicBezTo>
                    <a:pt x="283644" y="384869"/>
                    <a:pt x="278011" y="376055"/>
                    <a:pt x="274075" y="366415"/>
                  </a:cubicBezTo>
                  <a:cubicBezTo>
                    <a:pt x="266439" y="347726"/>
                    <a:pt x="259793" y="328612"/>
                    <a:pt x="252227" y="309875"/>
                  </a:cubicBezTo>
                  <a:cubicBezTo>
                    <a:pt x="247632" y="298468"/>
                    <a:pt x="242376" y="287297"/>
                    <a:pt x="236743" y="276361"/>
                  </a:cubicBezTo>
                  <a:cubicBezTo>
                    <a:pt x="235305" y="273557"/>
                    <a:pt x="231417" y="271742"/>
                    <a:pt x="228306" y="270139"/>
                  </a:cubicBezTo>
                  <a:cubicBezTo>
                    <a:pt x="223686" y="267782"/>
                    <a:pt x="217653" y="267170"/>
                    <a:pt x="214188" y="263776"/>
                  </a:cubicBezTo>
                  <a:cubicBezTo>
                    <a:pt x="207330" y="257106"/>
                    <a:pt x="201202" y="249493"/>
                    <a:pt x="195899" y="241504"/>
                  </a:cubicBezTo>
                  <a:cubicBezTo>
                    <a:pt x="178930" y="215979"/>
                    <a:pt x="162267" y="190219"/>
                    <a:pt x="145887" y="164294"/>
                  </a:cubicBezTo>
                  <a:cubicBezTo>
                    <a:pt x="138911" y="153241"/>
                    <a:pt x="132760" y="141669"/>
                    <a:pt x="126609" y="130120"/>
                  </a:cubicBezTo>
                  <a:cubicBezTo>
                    <a:pt x="125030" y="127174"/>
                    <a:pt x="124888" y="123498"/>
                    <a:pt x="124063" y="120151"/>
                  </a:cubicBezTo>
                  <a:cubicBezTo>
                    <a:pt x="124912" y="119632"/>
                    <a:pt x="125760" y="119114"/>
                    <a:pt x="126609" y="118595"/>
                  </a:cubicBezTo>
                  <a:cubicBezTo>
                    <a:pt x="133066" y="125171"/>
                    <a:pt x="140207" y="131228"/>
                    <a:pt x="145887" y="138440"/>
                  </a:cubicBezTo>
                  <a:cubicBezTo>
                    <a:pt x="176998" y="177893"/>
                    <a:pt x="208296" y="217181"/>
                    <a:pt x="238393" y="257389"/>
                  </a:cubicBezTo>
                  <a:cubicBezTo>
                    <a:pt x="258049" y="283667"/>
                    <a:pt x="277610" y="310205"/>
                    <a:pt x="291115" y="340538"/>
                  </a:cubicBezTo>
                  <a:cubicBezTo>
                    <a:pt x="293330" y="345510"/>
                    <a:pt x="297526" y="350130"/>
                    <a:pt x="301909" y="353406"/>
                  </a:cubicBezTo>
                  <a:cubicBezTo>
                    <a:pt x="304549" y="355362"/>
                    <a:pt x="309357" y="354443"/>
                    <a:pt x="313199" y="354796"/>
                  </a:cubicBezTo>
                  <a:cubicBezTo>
                    <a:pt x="313199" y="351332"/>
                    <a:pt x="313199" y="347867"/>
                    <a:pt x="313199" y="344379"/>
                  </a:cubicBezTo>
                  <a:cubicBezTo>
                    <a:pt x="307848" y="331959"/>
                    <a:pt x="302121" y="319727"/>
                    <a:pt x="297384" y="3070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886" name="Google Shape;1886;p48"/>
            <p:cNvSpPr/>
            <p:nvPr/>
          </p:nvSpPr>
          <p:spPr>
            <a:xfrm>
              <a:off x="720533" y="2084489"/>
              <a:ext cx="230932" cy="61420"/>
            </a:xfrm>
            <a:custGeom>
              <a:rect b="b" l="l" r="r" t="t"/>
              <a:pathLst>
                <a:path extrusionOk="0" h="61420" w="230932">
                  <a:moveTo>
                    <a:pt x="21640" y="61089"/>
                  </a:moveTo>
                  <a:cubicBezTo>
                    <a:pt x="44878" y="58190"/>
                    <a:pt x="68163" y="54938"/>
                    <a:pt x="91543" y="53830"/>
                  </a:cubicBezTo>
                  <a:cubicBezTo>
                    <a:pt x="124421" y="52251"/>
                    <a:pt x="157369" y="52628"/>
                    <a:pt x="190294" y="51803"/>
                  </a:cubicBezTo>
                  <a:cubicBezTo>
                    <a:pt x="200145" y="51544"/>
                    <a:pt x="210044" y="50554"/>
                    <a:pt x="219754" y="48975"/>
                  </a:cubicBezTo>
                  <a:cubicBezTo>
                    <a:pt x="230855" y="47160"/>
                    <a:pt x="233730" y="42022"/>
                    <a:pt x="228192" y="32359"/>
                  </a:cubicBezTo>
                  <a:cubicBezTo>
                    <a:pt x="221758" y="21117"/>
                    <a:pt x="213768" y="10747"/>
                    <a:pt x="206438" y="0"/>
                  </a:cubicBezTo>
                  <a:cubicBezTo>
                    <a:pt x="204953" y="0"/>
                    <a:pt x="203469" y="0"/>
                    <a:pt x="201984" y="0"/>
                  </a:cubicBezTo>
                  <a:cubicBezTo>
                    <a:pt x="202926" y="3983"/>
                    <a:pt x="203398" y="8178"/>
                    <a:pt x="204883" y="11949"/>
                  </a:cubicBezTo>
                  <a:cubicBezTo>
                    <a:pt x="208159" y="20222"/>
                    <a:pt x="207075" y="24935"/>
                    <a:pt x="198637" y="27787"/>
                  </a:cubicBezTo>
                  <a:cubicBezTo>
                    <a:pt x="191025" y="30356"/>
                    <a:pt x="182870" y="32171"/>
                    <a:pt x="174880" y="32548"/>
                  </a:cubicBezTo>
                  <a:cubicBezTo>
                    <a:pt x="131633" y="34622"/>
                    <a:pt x="89210" y="27622"/>
                    <a:pt x="46834" y="20057"/>
                  </a:cubicBezTo>
                  <a:cubicBezTo>
                    <a:pt x="36158" y="18148"/>
                    <a:pt x="25387" y="16356"/>
                    <a:pt x="14593" y="15696"/>
                  </a:cubicBezTo>
                  <a:cubicBezTo>
                    <a:pt x="4293" y="15060"/>
                    <a:pt x="287" y="19067"/>
                    <a:pt x="27" y="29036"/>
                  </a:cubicBezTo>
                  <a:cubicBezTo>
                    <a:pt x="-138" y="35164"/>
                    <a:pt x="452" y="41409"/>
                    <a:pt x="1512" y="47466"/>
                  </a:cubicBezTo>
                  <a:cubicBezTo>
                    <a:pt x="3539" y="59251"/>
                    <a:pt x="9643" y="62574"/>
                    <a:pt x="21640" y="6108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887" name="Google Shape;1887;p48"/>
            <p:cNvSpPr/>
            <p:nvPr/>
          </p:nvSpPr>
          <p:spPr>
            <a:xfrm>
              <a:off x="517440" y="2721140"/>
              <a:ext cx="900505" cy="1154323"/>
            </a:xfrm>
            <a:custGeom>
              <a:rect b="b" l="l" r="r" t="t"/>
              <a:pathLst>
                <a:path extrusionOk="0" h="1154323" w="900505">
                  <a:moveTo>
                    <a:pt x="894354" y="849656"/>
                  </a:moveTo>
                  <a:cubicBezTo>
                    <a:pt x="889475" y="846993"/>
                    <a:pt x="887283" y="843835"/>
                    <a:pt x="886671" y="839027"/>
                  </a:cubicBezTo>
                  <a:cubicBezTo>
                    <a:pt x="884573" y="822859"/>
                    <a:pt x="881981" y="806715"/>
                    <a:pt x="880896" y="790477"/>
                  </a:cubicBezTo>
                  <a:cubicBezTo>
                    <a:pt x="878869" y="760592"/>
                    <a:pt x="878115" y="730637"/>
                    <a:pt x="876253" y="700752"/>
                  </a:cubicBezTo>
                  <a:cubicBezTo>
                    <a:pt x="873590" y="658023"/>
                    <a:pt x="867439" y="615695"/>
                    <a:pt x="858059" y="573955"/>
                  </a:cubicBezTo>
                  <a:cubicBezTo>
                    <a:pt x="854170" y="556727"/>
                    <a:pt x="848019" y="539993"/>
                    <a:pt x="842433" y="523213"/>
                  </a:cubicBezTo>
                  <a:cubicBezTo>
                    <a:pt x="841608" y="520714"/>
                    <a:pt x="838191" y="519065"/>
                    <a:pt x="835952" y="517014"/>
                  </a:cubicBezTo>
                  <a:cubicBezTo>
                    <a:pt x="834019" y="519630"/>
                    <a:pt x="830814" y="522034"/>
                    <a:pt x="830390" y="524862"/>
                  </a:cubicBezTo>
                  <a:cubicBezTo>
                    <a:pt x="829070" y="533583"/>
                    <a:pt x="828245" y="542492"/>
                    <a:pt x="828268" y="551306"/>
                  </a:cubicBezTo>
                  <a:cubicBezTo>
                    <a:pt x="828292" y="560356"/>
                    <a:pt x="829565" y="569406"/>
                    <a:pt x="830272" y="578433"/>
                  </a:cubicBezTo>
                  <a:cubicBezTo>
                    <a:pt x="829565" y="578551"/>
                    <a:pt x="828858" y="578645"/>
                    <a:pt x="828174" y="578763"/>
                  </a:cubicBezTo>
                  <a:cubicBezTo>
                    <a:pt x="824380" y="566602"/>
                    <a:pt x="820609" y="554441"/>
                    <a:pt x="816791" y="542279"/>
                  </a:cubicBezTo>
                  <a:cubicBezTo>
                    <a:pt x="802744" y="497570"/>
                    <a:pt x="790159" y="452414"/>
                    <a:pt x="770833" y="409496"/>
                  </a:cubicBezTo>
                  <a:cubicBezTo>
                    <a:pt x="757564" y="380036"/>
                    <a:pt x="745497" y="350010"/>
                    <a:pt x="733100" y="320149"/>
                  </a:cubicBezTo>
                  <a:cubicBezTo>
                    <a:pt x="730625" y="314186"/>
                    <a:pt x="729070" y="307823"/>
                    <a:pt x="727090" y="301648"/>
                  </a:cubicBezTo>
                  <a:cubicBezTo>
                    <a:pt x="727797" y="301318"/>
                    <a:pt x="728480" y="300964"/>
                    <a:pt x="729188" y="300634"/>
                  </a:cubicBezTo>
                  <a:cubicBezTo>
                    <a:pt x="731851" y="304664"/>
                    <a:pt x="734867" y="308482"/>
                    <a:pt x="737106" y="312725"/>
                  </a:cubicBezTo>
                  <a:cubicBezTo>
                    <a:pt x="753321" y="343269"/>
                    <a:pt x="768994" y="374120"/>
                    <a:pt x="785633" y="404452"/>
                  </a:cubicBezTo>
                  <a:cubicBezTo>
                    <a:pt x="799162" y="429128"/>
                    <a:pt x="813680" y="453262"/>
                    <a:pt x="828009" y="477490"/>
                  </a:cubicBezTo>
                  <a:cubicBezTo>
                    <a:pt x="829848" y="480578"/>
                    <a:pt x="833123" y="482817"/>
                    <a:pt x="837107" y="486800"/>
                  </a:cubicBezTo>
                  <a:cubicBezTo>
                    <a:pt x="838827" y="473861"/>
                    <a:pt x="834632" y="464481"/>
                    <a:pt x="831262" y="455171"/>
                  </a:cubicBezTo>
                  <a:cubicBezTo>
                    <a:pt x="815518" y="411664"/>
                    <a:pt x="795839" y="369854"/>
                    <a:pt x="773449" y="329458"/>
                  </a:cubicBezTo>
                  <a:cubicBezTo>
                    <a:pt x="758624" y="302708"/>
                    <a:pt x="741844" y="277019"/>
                    <a:pt x="725676" y="251023"/>
                  </a:cubicBezTo>
                  <a:cubicBezTo>
                    <a:pt x="723413" y="247370"/>
                    <a:pt x="719619" y="244660"/>
                    <a:pt x="716531" y="241525"/>
                  </a:cubicBezTo>
                  <a:cubicBezTo>
                    <a:pt x="715824" y="241973"/>
                    <a:pt x="715141" y="242421"/>
                    <a:pt x="714434" y="242868"/>
                  </a:cubicBezTo>
                  <a:cubicBezTo>
                    <a:pt x="715212" y="246639"/>
                    <a:pt x="716154" y="250363"/>
                    <a:pt x="716696" y="254181"/>
                  </a:cubicBezTo>
                  <a:cubicBezTo>
                    <a:pt x="717545" y="260003"/>
                    <a:pt x="719006" y="265942"/>
                    <a:pt x="718535" y="271716"/>
                  </a:cubicBezTo>
                  <a:cubicBezTo>
                    <a:pt x="718275" y="274898"/>
                    <a:pt x="715235" y="279234"/>
                    <a:pt x="712336" y="280554"/>
                  </a:cubicBezTo>
                  <a:cubicBezTo>
                    <a:pt x="702320" y="285079"/>
                    <a:pt x="700364" y="287742"/>
                    <a:pt x="703522" y="298490"/>
                  </a:cubicBezTo>
                  <a:cubicBezTo>
                    <a:pt x="709814" y="319772"/>
                    <a:pt x="715871" y="341124"/>
                    <a:pt x="722942" y="362147"/>
                  </a:cubicBezTo>
                  <a:cubicBezTo>
                    <a:pt x="737083" y="404240"/>
                    <a:pt x="752190" y="446097"/>
                    <a:pt x="756503" y="490689"/>
                  </a:cubicBezTo>
                  <a:cubicBezTo>
                    <a:pt x="758789" y="514280"/>
                    <a:pt x="760251" y="537990"/>
                    <a:pt x="761547" y="561653"/>
                  </a:cubicBezTo>
                  <a:cubicBezTo>
                    <a:pt x="761853" y="567450"/>
                    <a:pt x="761476" y="573908"/>
                    <a:pt x="755914" y="578457"/>
                  </a:cubicBezTo>
                  <a:cubicBezTo>
                    <a:pt x="748584" y="574167"/>
                    <a:pt x="746746" y="566838"/>
                    <a:pt x="745803" y="560026"/>
                  </a:cubicBezTo>
                  <a:cubicBezTo>
                    <a:pt x="742834" y="538744"/>
                    <a:pt x="741160" y="517273"/>
                    <a:pt x="738214" y="495991"/>
                  </a:cubicBezTo>
                  <a:cubicBezTo>
                    <a:pt x="730484" y="440158"/>
                    <a:pt x="715754" y="386328"/>
                    <a:pt x="691997" y="335067"/>
                  </a:cubicBezTo>
                  <a:cubicBezTo>
                    <a:pt x="687660" y="325711"/>
                    <a:pt x="684102" y="315930"/>
                    <a:pt x="680943" y="306126"/>
                  </a:cubicBezTo>
                  <a:cubicBezTo>
                    <a:pt x="678469" y="298466"/>
                    <a:pt x="680637" y="292008"/>
                    <a:pt x="687048" y="286258"/>
                  </a:cubicBezTo>
                  <a:cubicBezTo>
                    <a:pt x="691219" y="282534"/>
                    <a:pt x="694637" y="277019"/>
                    <a:pt x="696333" y="271669"/>
                  </a:cubicBezTo>
                  <a:cubicBezTo>
                    <a:pt x="700316" y="259178"/>
                    <a:pt x="697630" y="246757"/>
                    <a:pt x="693411" y="234667"/>
                  </a:cubicBezTo>
                  <a:cubicBezTo>
                    <a:pt x="686883" y="215930"/>
                    <a:pt x="674344" y="201483"/>
                    <a:pt x="660345" y="187884"/>
                  </a:cubicBezTo>
                  <a:cubicBezTo>
                    <a:pt x="664658" y="203957"/>
                    <a:pt x="670078" y="219512"/>
                    <a:pt x="674745" y="235279"/>
                  </a:cubicBezTo>
                  <a:cubicBezTo>
                    <a:pt x="678092" y="246592"/>
                    <a:pt x="681226" y="258070"/>
                    <a:pt x="683017" y="269689"/>
                  </a:cubicBezTo>
                  <a:cubicBezTo>
                    <a:pt x="684573" y="279753"/>
                    <a:pt x="682640" y="280837"/>
                    <a:pt x="672671" y="279588"/>
                  </a:cubicBezTo>
                  <a:cubicBezTo>
                    <a:pt x="670220" y="279281"/>
                    <a:pt x="667722" y="279234"/>
                    <a:pt x="665247" y="279281"/>
                  </a:cubicBezTo>
                  <a:cubicBezTo>
                    <a:pt x="657422" y="279423"/>
                    <a:pt x="653722" y="282463"/>
                    <a:pt x="654971" y="290146"/>
                  </a:cubicBezTo>
                  <a:cubicBezTo>
                    <a:pt x="656597" y="300021"/>
                    <a:pt x="659402" y="309826"/>
                    <a:pt x="662796" y="319277"/>
                  </a:cubicBezTo>
                  <a:cubicBezTo>
                    <a:pt x="671375" y="343175"/>
                    <a:pt x="680660" y="366814"/>
                    <a:pt x="689357" y="390665"/>
                  </a:cubicBezTo>
                  <a:cubicBezTo>
                    <a:pt x="690583" y="393988"/>
                    <a:pt x="691832" y="399314"/>
                    <a:pt x="690182" y="401294"/>
                  </a:cubicBezTo>
                  <a:cubicBezTo>
                    <a:pt x="686058" y="406244"/>
                    <a:pt x="689169" y="409519"/>
                    <a:pt x="691101" y="413173"/>
                  </a:cubicBezTo>
                  <a:cubicBezTo>
                    <a:pt x="692704" y="416213"/>
                    <a:pt x="695061" y="418852"/>
                    <a:pt x="696852" y="421822"/>
                  </a:cubicBezTo>
                  <a:cubicBezTo>
                    <a:pt x="706161" y="437165"/>
                    <a:pt x="709956" y="453710"/>
                    <a:pt x="706751" y="471480"/>
                  </a:cubicBezTo>
                  <a:cubicBezTo>
                    <a:pt x="705737" y="477066"/>
                    <a:pt x="703899" y="483406"/>
                    <a:pt x="696758" y="483477"/>
                  </a:cubicBezTo>
                  <a:cubicBezTo>
                    <a:pt x="689451" y="483524"/>
                    <a:pt x="687165" y="477608"/>
                    <a:pt x="685963" y="471457"/>
                  </a:cubicBezTo>
                  <a:cubicBezTo>
                    <a:pt x="685115" y="467097"/>
                    <a:pt x="684832" y="462595"/>
                    <a:pt x="683630" y="458353"/>
                  </a:cubicBezTo>
                  <a:cubicBezTo>
                    <a:pt x="669866" y="410227"/>
                    <a:pt x="656480" y="362006"/>
                    <a:pt x="641985" y="314092"/>
                  </a:cubicBezTo>
                  <a:cubicBezTo>
                    <a:pt x="624120" y="254982"/>
                    <a:pt x="595131" y="202166"/>
                    <a:pt x="551389" y="157811"/>
                  </a:cubicBezTo>
                  <a:cubicBezTo>
                    <a:pt x="538568" y="144825"/>
                    <a:pt x="526948" y="130495"/>
                    <a:pt x="515966" y="115859"/>
                  </a:cubicBezTo>
                  <a:cubicBezTo>
                    <a:pt x="505525" y="101907"/>
                    <a:pt x="506727" y="94506"/>
                    <a:pt x="518629" y="81897"/>
                  </a:cubicBezTo>
                  <a:cubicBezTo>
                    <a:pt x="521858" y="78480"/>
                    <a:pt x="525275" y="75204"/>
                    <a:pt x="528952" y="72305"/>
                  </a:cubicBezTo>
                  <a:cubicBezTo>
                    <a:pt x="538803" y="64480"/>
                    <a:pt x="542928" y="65541"/>
                    <a:pt x="547712" y="76854"/>
                  </a:cubicBezTo>
                  <a:cubicBezTo>
                    <a:pt x="550658" y="83783"/>
                    <a:pt x="555136" y="89651"/>
                    <a:pt x="562678" y="90971"/>
                  </a:cubicBezTo>
                  <a:cubicBezTo>
                    <a:pt x="566402" y="91631"/>
                    <a:pt x="572341" y="90311"/>
                    <a:pt x="574250" y="87672"/>
                  </a:cubicBezTo>
                  <a:cubicBezTo>
                    <a:pt x="576489" y="84631"/>
                    <a:pt x="576725" y="78716"/>
                    <a:pt x="575428" y="74874"/>
                  </a:cubicBezTo>
                  <a:cubicBezTo>
                    <a:pt x="574108" y="71032"/>
                    <a:pt x="570196" y="67733"/>
                    <a:pt x="566779" y="64999"/>
                  </a:cubicBezTo>
                  <a:cubicBezTo>
                    <a:pt x="549668" y="51282"/>
                    <a:pt x="530790" y="40606"/>
                    <a:pt x="509814" y="34054"/>
                  </a:cubicBezTo>
                  <a:cubicBezTo>
                    <a:pt x="505030" y="32569"/>
                    <a:pt x="499656" y="32852"/>
                    <a:pt x="494542" y="32475"/>
                  </a:cubicBezTo>
                  <a:cubicBezTo>
                    <a:pt x="488839" y="32050"/>
                    <a:pt x="482734" y="32993"/>
                    <a:pt x="477502" y="31249"/>
                  </a:cubicBezTo>
                  <a:cubicBezTo>
                    <a:pt x="469866" y="28680"/>
                    <a:pt x="462748" y="24414"/>
                    <a:pt x="455607" y="20549"/>
                  </a:cubicBezTo>
                  <a:cubicBezTo>
                    <a:pt x="443894" y="14233"/>
                    <a:pt x="432393" y="7540"/>
                    <a:pt x="420656" y="1270"/>
                  </a:cubicBezTo>
                  <a:cubicBezTo>
                    <a:pt x="415164" y="-1652"/>
                    <a:pt x="410545" y="823"/>
                    <a:pt x="406868" y="5088"/>
                  </a:cubicBezTo>
                  <a:cubicBezTo>
                    <a:pt x="404936" y="7304"/>
                    <a:pt x="403357" y="9873"/>
                    <a:pt x="401895" y="12442"/>
                  </a:cubicBezTo>
                  <a:cubicBezTo>
                    <a:pt x="396121" y="22670"/>
                    <a:pt x="387448" y="29340"/>
                    <a:pt x="375805" y="29529"/>
                  </a:cubicBezTo>
                  <a:cubicBezTo>
                    <a:pt x="354099" y="29906"/>
                    <a:pt x="332345" y="29387"/>
                    <a:pt x="310639" y="28657"/>
                  </a:cubicBezTo>
                  <a:cubicBezTo>
                    <a:pt x="292845" y="28067"/>
                    <a:pt x="275098" y="26182"/>
                    <a:pt x="257328" y="25711"/>
                  </a:cubicBezTo>
                  <a:cubicBezTo>
                    <a:pt x="231685" y="25051"/>
                    <a:pt x="209060" y="34619"/>
                    <a:pt x="187683" y="47841"/>
                  </a:cubicBezTo>
                  <a:cubicBezTo>
                    <a:pt x="154381" y="68440"/>
                    <a:pt x="121409" y="89510"/>
                    <a:pt x="93905" y="117792"/>
                  </a:cubicBezTo>
                  <a:cubicBezTo>
                    <a:pt x="88296" y="123542"/>
                    <a:pt x="83818" y="130519"/>
                    <a:pt x="79529" y="137377"/>
                  </a:cubicBezTo>
                  <a:cubicBezTo>
                    <a:pt x="78350" y="139262"/>
                    <a:pt x="78940" y="143410"/>
                    <a:pt x="80330" y="145319"/>
                  </a:cubicBezTo>
                  <a:cubicBezTo>
                    <a:pt x="81273" y="146592"/>
                    <a:pt x="85562" y="146710"/>
                    <a:pt x="87518" y="145720"/>
                  </a:cubicBezTo>
                  <a:cubicBezTo>
                    <a:pt x="94518" y="142138"/>
                    <a:pt x="101754" y="138603"/>
                    <a:pt x="107858" y="133724"/>
                  </a:cubicBezTo>
                  <a:cubicBezTo>
                    <a:pt x="129328" y="116566"/>
                    <a:pt x="150163" y="98654"/>
                    <a:pt x="171610" y="81450"/>
                  </a:cubicBezTo>
                  <a:cubicBezTo>
                    <a:pt x="185939" y="69972"/>
                    <a:pt x="201306" y="60097"/>
                    <a:pt x="219713" y="56161"/>
                  </a:cubicBezTo>
                  <a:cubicBezTo>
                    <a:pt x="248631" y="49962"/>
                    <a:pt x="277808" y="50528"/>
                    <a:pt x="306868" y="53898"/>
                  </a:cubicBezTo>
                  <a:cubicBezTo>
                    <a:pt x="350846" y="58989"/>
                    <a:pt x="389027" y="79352"/>
                    <a:pt x="426312" y="101577"/>
                  </a:cubicBezTo>
                  <a:cubicBezTo>
                    <a:pt x="428009" y="102590"/>
                    <a:pt x="429612" y="106385"/>
                    <a:pt x="428999" y="108035"/>
                  </a:cubicBezTo>
                  <a:cubicBezTo>
                    <a:pt x="428174" y="110250"/>
                    <a:pt x="425322" y="112819"/>
                    <a:pt x="423036" y="113149"/>
                  </a:cubicBezTo>
                  <a:cubicBezTo>
                    <a:pt x="419524" y="113667"/>
                    <a:pt x="415518" y="113031"/>
                    <a:pt x="412124" y="111805"/>
                  </a:cubicBezTo>
                  <a:cubicBezTo>
                    <a:pt x="389875" y="103769"/>
                    <a:pt x="367556" y="95873"/>
                    <a:pt x="345614" y="87035"/>
                  </a:cubicBezTo>
                  <a:cubicBezTo>
                    <a:pt x="323319" y="78056"/>
                    <a:pt x="300646" y="71268"/>
                    <a:pt x="276418" y="74520"/>
                  </a:cubicBezTo>
                  <a:cubicBezTo>
                    <a:pt x="212336" y="83123"/>
                    <a:pt x="159402" y="112560"/>
                    <a:pt x="118110" y="162218"/>
                  </a:cubicBezTo>
                  <a:cubicBezTo>
                    <a:pt x="67815" y="222694"/>
                    <a:pt x="45638" y="293517"/>
                    <a:pt x="44388" y="371245"/>
                  </a:cubicBezTo>
                  <a:cubicBezTo>
                    <a:pt x="44011" y="394931"/>
                    <a:pt x="46934" y="418664"/>
                    <a:pt x="48301" y="442397"/>
                  </a:cubicBezTo>
                  <a:cubicBezTo>
                    <a:pt x="50775" y="485810"/>
                    <a:pt x="60179" y="527219"/>
                    <a:pt x="80660" y="566107"/>
                  </a:cubicBezTo>
                  <a:cubicBezTo>
                    <a:pt x="91242" y="586211"/>
                    <a:pt x="103427" y="606904"/>
                    <a:pt x="92609" y="633583"/>
                  </a:cubicBezTo>
                  <a:cubicBezTo>
                    <a:pt x="100245" y="626041"/>
                    <a:pt x="105972" y="628987"/>
                    <a:pt x="111487" y="632687"/>
                  </a:cubicBezTo>
                  <a:cubicBezTo>
                    <a:pt x="132227" y="646640"/>
                    <a:pt x="149786" y="664127"/>
                    <a:pt x="165246" y="683547"/>
                  </a:cubicBezTo>
                  <a:cubicBezTo>
                    <a:pt x="172718" y="692928"/>
                    <a:pt x="179717" y="703109"/>
                    <a:pt x="184620" y="713974"/>
                  </a:cubicBezTo>
                  <a:cubicBezTo>
                    <a:pt x="187566" y="720479"/>
                    <a:pt x="190724" y="723967"/>
                    <a:pt x="197205" y="723873"/>
                  </a:cubicBezTo>
                  <a:cubicBezTo>
                    <a:pt x="211747" y="723684"/>
                    <a:pt x="226383" y="723826"/>
                    <a:pt x="240806" y="722270"/>
                  </a:cubicBezTo>
                  <a:cubicBezTo>
                    <a:pt x="264398" y="719748"/>
                    <a:pt x="287613" y="715082"/>
                    <a:pt x="309767" y="706102"/>
                  </a:cubicBezTo>
                  <a:cubicBezTo>
                    <a:pt x="317804" y="702850"/>
                    <a:pt x="324356" y="698160"/>
                    <a:pt x="328409" y="690123"/>
                  </a:cubicBezTo>
                  <a:cubicBezTo>
                    <a:pt x="340429" y="666319"/>
                    <a:pt x="352638" y="642633"/>
                    <a:pt x="364846" y="618947"/>
                  </a:cubicBezTo>
                  <a:cubicBezTo>
                    <a:pt x="366779" y="615200"/>
                    <a:pt x="369112" y="611641"/>
                    <a:pt x="371257" y="607988"/>
                  </a:cubicBezTo>
                  <a:cubicBezTo>
                    <a:pt x="372058" y="608176"/>
                    <a:pt x="372836" y="608365"/>
                    <a:pt x="373637" y="608553"/>
                  </a:cubicBezTo>
                  <a:cubicBezTo>
                    <a:pt x="374910" y="624085"/>
                    <a:pt x="376206" y="639616"/>
                    <a:pt x="377479" y="655124"/>
                  </a:cubicBezTo>
                  <a:cubicBezTo>
                    <a:pt x="378327" y="655148"/>
                    <a:pt x="379199" y="655171"/>
                    <a:pt x="380047" y="655195"/>
                  </a:cubicBezTo>
                  <a:cubicBezTo>
                    <a:pt x="381132" y="653050"/>
                    <a:pt x="382192" y="650929"/>
                    <a:pt x="383276" y="648784"/>
                  </a:cubicBezTo>
                  <a:cubicBezTo>
                    <a:pt x="390842" y="633818"/>
                    <a:pt x="393316" y="617627"/>
                    <a:pt x="392633" y="601247"/>
                  </a:cubicBezTo>
                  <a:cubicBezTo>
                    <a:pt x="392138" y="589534"/>
                    <a:pt x="389734" y="577773"/>
                    <a:pt x="386812" y="566366"/>
                  </a:cubicBezTo>
                  <a:cubicBezTo>
                    <a:pt x="384808" y="558612"/>
                    <a:pt x="380142" y="557505"/>
                    <a:pt x="373213" y="561723"/>
                  </a:cubicBezTo>
                  <a:cubicBezTo>
                    <a:pt x="367933" y="564905"/>
                    <a:pt x="363243" y="569053"/>
                    <a:pt x="357988" y="572235"/>
                  </a:cubicBezTo>
                  <a:cubicBezTo>
                    <a:pt x="349786" y="577208"/>
                    <a:pt x="342833" y="576595"/>
                    <a:pt x="335504" y="570396"/>
                  </a:cubicBezTo>
                  <a:cubicBezTo>
                    <a:pt x="332110" y="567545"/>
                    <a:pt x="328952" y="564316"/>
                    <a:pt x="326218" y="560828"/>
                  </a:cubicBezTo>
                  <a:cubicBezTo>
                    <a:pt x="324709" y="558895"/>
                    <a:pt x="324261" y="556114"/>
                    <a:pt x="323342" y="553710"/>
                  </a:cubicBezTo>
                  <a:cubicBezTo>
                    <a:pt x="325558" y="552909"/>
                    <a:pt x="327773" y="551495"/>
                    <a:pt x="330012" y="551471"/>
                  </a:cubicBezTo>
                  <a:cubicBezTo>
                    <a:pt x="335574" y="551400"/>
                    <a:pt x="339157" y="548761"/>
                    <a:pt x="340429" y="543741"/>
                  </a:cubicBezTo>
                  <a:cubicBezTo>
                    <a:pt x="342079" y="537307"/>
                    <a:pt x="344106" y="530684"/>
                    <a:pt x="343988" y="524179"/>
                  </a:cubicBezTo>
                  <a:cubicBezTo>
                    <a:pt x="343540" y="498937"/>
                    <a:pt x="342786" y="473696"/>
                    <a:pt x="341231" y="448525"/>
                  </a:cubicBezTo>
                  <a:cubicBezTo>
                    <a:pt x="339062" y="413620"/>
                    <a:pt x="332369" y="379494"/>
                    <a:pt x="320255" y="346616"/>
                  </a:cubicBezTo>
                  <a:cubicBezTo>
                    <a:pt x="309885" y="318452"/>
                    <a:pt x="294990" y="293092"/>
                    <a:pt x="273660" y="271598"/>
                  </a:cubicBezTo>
                  <a:cubicBezTo>
                    <a:pt x="264422" y="262289"/>
                    <a:pt x="254287" y="260498"/>
                    <a:pt x="242574" y="265070"/>
                  </a:cubicBezTo>
                  <a:cubicBezTo>
                    <a:pt x="237766" y="266955"/>
                    <a:pt x="233099" y="269288"/>
                    <a:pt x="228409" y="271480"/>
                  </a:cubicBezTo>
                  <a:cubicBezTo>
                    <a:pt x="214103" y="278197"/>
                    <a:pt x="199868" y="285056"/>
                    <a:pt x="185468" y="291584"/>
                  </a:cubicBezTo>
                  <a:cubicBezTo>
                    <a:pt x="182475" y="292951"/>
                    <a:pt x="178916" y="293045"/>
                    <a:pt x="175593" y="293729"/>
                  </a:cubicBezTo>
                  <a:cubicBezTo>
                    <a:pt x="175122" y="292904"/>
                    <a:pt x="174650" y="292102"/>
                    <a:pt x="174179" y="291278"/>
                  </a:cubicBezTo>
                  <a:cubicBezTo>
                    <a:pt x="178256" y="285574"/>
                    <a:pt x="182404" y="279894"/>
                    <a:pt x="186434" y="274120"/>
                  </a:cubicBezTo>
                  <a:cubicBezTo>
                    <a:pt x="191996" y="266154"/>
                    <a:pt x="197888" y="257740"/>
                    <a:pt x="195532" y="247653"/>
                  </a:cubicBezTo>
                  <a:cubicBezTo>
                    <a:pt x="193693" y="239805"/>
                    <a:pt x="197323" y="236576"/>
                    <a:pt x="203144" y="235279"/>
                  </a:cubicBezTo>
                  <a:cubicBezTo>
                    <a:pt x="214669" y="232687"/>
                    <a:pt x="226335" y="230283"/>
                    <a:pt x="238072" y="229317"/>
                  </a:cubicBezTo>
                  <a:cubicBezTo>
                    <a:pt x="256856" y="227761"/>
                    <a:pt x="274768" y="230849"/>
                    <a:pt x="288721" y="245131"/>
                  </a:cubicBezTo>
                  <a:cubicBezTo>
                    <a:pt x="307575" y="264457"/>
                    <a:pt x="321881" y="286894"/>
                    <a:pt x="332251" y="311782"/>
                  </a:cubicBezTo>
                  <a:cubicBezTo>
                    <a:pt x="333241" y="314162"/>
                    <a:pt x="333217" y="317038"/>
                    <a:pt x="333264" y="319701"/>
                  </a:cubicBezTo>
                  <a:cubicBezTo>
                    <a:pt x="333359" y="327596"/>
                    <a:pt x="332958" y="335492"/>
                    <a:pt x="333288" y="343387"/>
                  </a:cubicBezTo>
                  <a:cubicBezTo>
                    <a:pt x="333547" y="349326"/>
                    <a:pt x="334631" y="355218"/>
                    <a:pt x="335339" y="361110"/>
                  </a:cubicBezTo>
                  <a:cubicBezTo>
                    <a:pt x="336211" y="361322"/>
                    <a:pt x="337083" y="361535"/>
                    <a:pt x="337955" y="361747"/>
                  </a:cubicBezTo>
                  <a:cubicBezTo>
                    <a:pt x="341490" y="357222"/>
                    <a:pt x="344907" y="352602"/>
                    <a:pt x="348607" y="348219"/>
                  </a:cubicBezTo>
                  <a:cubicBezTo>
                    <a:pt x="353250" y="342727"/>
                    <a:pt x="356668" y="342491"/>
                    <a:pt x="361429" y="347841"/>
                  </a:cubicBezTo>
                  <a:cubicBezTo>
                    <a:pt x="364516" y="351306"/>
                    <a:pt x="367132" y="355313"/>
                    <a:pt x="369324" y="359413"/>
                  </a:cubicBezTo>
                  <a:cubicBezTo>
                    <a:pt x="376913" y="373531"/>
                    <a:pt x="384007" y="387931"/>
                    <a:pt x="391761" y="401978"/>
                  </a:cubicBezTo>
                  <a:cubicBezTo>
                    <a:pt x="394236" y="406432"/>
                    <a:pt x="397653" y="410698"/>
                    <a:pt x="401589" y="413856"/>
                  </a:cubicBezTo>
                  <a:cubicBezTo>
                    <a:pt x="403734" y="415577"/>
                    <a:pt x="408212" y="415789"/>
                    <a:pt x="410969" y="414822"/>
                  </a:cubicBezTo>
                  <a:cubicBezTo>
                    <a:pt x="412619" y="414233"/>
                    <a:pt x="414009" y="409967"/>
                    <a:pt x="413774" y="407516"/>
                  </a:cubicBezTo>
                  <a:cubicBezTo>
                    <a:pt x="413349" y="403180"/>
                    <a:pt x="412100" y="398749"/>
                    <a:pt x="410309" y="394766"/>
                  </a:cubicBezTo>
                  <a:cubicBezTo>
                    <a:pt x="390347" y="350269"/>
                    <a:pt x="368829" y="306621"/>
                    <a:pt x="336918" y="269100"/>
                  </a:cubicBezTo>
                  <a:cubicBezTo>
                    <a:pt x="319619" y="248761"/>
                    <a:pt x="300175" y="231061"/>
                    <a:pt x="275687" y="219465"/>
                  </a:cubicBezTo>
                  <a:cubicBezTo>
                    <a:pt x="258058" y="211122"/>
                    <a:pt x="239510" y="210439"/>
                    <a:pt x="220608" y="210839"/>
                  </a:cubicBezTo>
                  <a:cubicBezTo>
                    <a:pt x="215682" y="210934"/>
                    <a:pt x="210757" y="209896"/>
                    <a:pt x="205831" y="209354"/>
                  </a:cubicBezTo>
                  <a:cubicBezTo>
                    <a:pt x="205666" y="208600"/>
                    <a:pt x="205501" y="207846"/>
                    <a:pt x="205312" y="207092"/>
                  </a:cubicBezTo>
                  <a:cubicBezTo>
                    <a:pt x="207245" y="205395"/>
                    <a:pt x="209036" y="203486"/>
                    <a:pt x="211134" y="202025"/>
                  </a:cubicBezTo>
                  <a:cubicBezTo>
                    <a:pt x="220396" y="195543"/>
                    <a:pt x="231143" y="192904"/>
                    <a:pt x="242008" y="193304"/>
                  </a:cubicBezTo>
                  <a:cubicBezTo>
                    <a:pt x="263950" y="194106"/>
                    <a:pt x="286010" y="194954"/>
                    <a:pt x="307669" y="198089"/>
                  </a:cubicBezTo>
                  <a:cubicBezTo>
                    <a:pt x="321598" y="200116"/>
                    <a:pt x="335079" y="205796"/>
                    <a:pt x="348442" y="210721"/>
                  </a:cubicBezTo>
                  <a:cubicBezTo>
                    <a:pt x="354311" y="212890"/>
                    <a:pt x="359237" y="217344"/>
                    <a:pt x="358836" y="226536"/>
                  </a:cubicBezTo>
                  <a:cubicBezTo>
                    <a:pt x="349385" y="224556"/>
                    <a:pt x="340806" y="222765"/>
                    <a:pt x="332251" y="220974"/>
                  </a:cubicBezTo>
                  <a:cubicBezTo>
                    <a:pt x="331685" y="221704"/>
                    <a:pt x="331096" y="222411"/>
                    <a:pt x="330531" y="223142"/>
                  </a:cubicBezTo>
                  <a:cubicBezTo>
                    <a:pt x="333547" y="228633"/>
                    <a:pt x="336211" y="234337"/>
                    <a:pt x="339604" y="239569"/>
                  </a:cubicBezTo>
                  <a:cubicBezTo>
                    <a:pt x="356574" y="265682"/>
                    <a:pt x="374839" y="291018"/>
                    <a:pt x="390559" y="317863"/>
                  </a:cubicBezTo>
                  <a:cubicBezTo>
                    <a:pt x="411653" y="353875"/>
                    <a:pt x="430861" y="390971"/>
                    <a:pt x="438591" y="432758"/>
                  </a:cubicBezTo>
                  <a:cubicBezTo>
                    <a:pt x="445379" y="469524"/>
                    <a:pt x="450587" y="506456"/>
                    <a:pt x="450847" y="543906"/>
                  </a:cubicBezTo>
                  <a:cubicBezTo>
                    <a:pt x="450894" y="551754"/>
                    <a:pt x="449456" y="559626"/>
                    <a:pt x="448325" y="567427"/>
                  </a:cubicBezTo>
                  <a:cubicBezTo>
                    <a:pt x="448089" y="569077"/>
                    <a:pt x="446204" y="570491"/>
                    <a:pt x="445096" y="572022"/>
                  </a:cubicBezTo>
                  <a:cubicBezTo>
                    <a:pt x="443423" y="570797"/>
                    <a:pt x="440971" y="569901"/>
                    <a:pt x="440194" y="568252"/>
                  </a:cubicBezTo>
                  <a:cubicBezTo>
                    <a:pt x="438025" y="563609"/>
                    <a:pt x="436046" y="558730"/>
                    <a:pt x="434844" y="553757"/>
                  </a:cubicBezTo>
                  <a:cubicBezTo>
                    <a:pt x="429187" y="530236"/>
                    <a:pt x="429093" y="506220"/>
                    <a:pt x="428598" y="482180"/>
                  </a:cubicBezTo>
                  <a:cubicBezTo>
                    <a:pt x="428339" y="469406"/>
                    <a:pt x="426359" y="456609"/>
                    <a:pt x="424167" y="443976"/>
                  </a:cubicBezTo>
                  <a:cubicBezTo>
                    <a:pt x="422824" y="436222"/>
                    <a:pt x="417827" y="431367"/>
                    <a:pt x="409296" y="429482"/>
                  </a:cubicBezTo>
                  <a:cubicBezTo>
                    <a:pt x="403121" y="428115"/>
                    <a:pt x="396168" y="425357"/>
                    <a:pt x="391997" y="420926"/>
                  </a:cubicBezTo>
                  <a:cubicBezTo>
                    <a:pt x="385374" y="413880"/>
                    <a:pt x="380260" y="405207"/>
                    <a:pt x="375452" y="396698"/>
                  </a:cubicBezTo>
                  <a:cubicBezTo>
                    <a:pt x="370384" y="387695"/>
                    <a:pt x="366590" y="377985"/>
                    <a:pt x="361806" y="368794"/>
                  </a:cubicBezTo>
                  <a:cubicBezTo>
                    <a:pt x="360721" y="366720"/>
                    <a:pt x="357846" y="365588"/>
                    <a:pt x="355819" y="364009"/>
                  </a:cubicBezTo>
                  <a:cubicBezTo>
                    <a:pt x="354759" y="366272"/>
                    <a:pt x="352685" y="368558"/>
                    <a:pt x="352779" y="370750"/>
                  </a:cubicBezTo>
                  <a:cubicBezTo>
                    <a:pt x="353321" y="382298"/>
                    <a:pt x="354170" y="393870"/>
                    <a:pt x="355395" y="405372"/>
                  </a:cubicBezTo>
                  <a:cubicBezTo>
                    <a:pt x="358954" y="438532"/>
                    <a:pt x="362678" y="471645"/>
                    <a:pt x="366496" y="504782"/>
                  </a:cubicBezTo>
                  <a:cubicBezTo>
                    <a:pt x="367179" y="510651"/>
                    <a:pt x="368028" y="516614"/>
                    <a:pt x="369890" y="522152"/>
                  </a:cubicBezTo>
                  <a:cubicBezTo>
                    <a:pt x="370809" y="524886"/>
                    <a:pt x="374250" y="526795"/>
                    <a:pt x="376536" y="529081"/>
                  </a:cubicBezTo>
                  <a:cubicBezTo>
                    <a:pt x="378657" y="526889"/>
                    <a:pt x="382192" y="524980"/>
                    <a:pt x="382664" y="522482"/>
                  </a:cubicBezTo>
                  <a:cubicBezTo>
                    <a:pt x="384408" y="513361"/>
                    <a:pt x="385916" y="504052"/>
                    <a:pt x="386034" y="494789"/>
                  </a:cubicBezTo>
                  <a:cubicBezTo>
                    <a:pt x="386199" y="483689"/>
                    <a:pt x="384643" y="472565"/>
                    <a:pt x="384290" y="461464"/>
                  </a:cubicBezTo>
                  <a:cubicBezTo>
                    <a:pt x="384196" y="458400"/>
                    <a:pt x="385704" y="455265"/>
                    <a:pt x="386482" y="452178"/>
                  </a:cubicBezTo>
                  <a:cubicBezTo>
                    <a:pt x="387354" y="452060"/>
                    <a:pt x="388226" y="451942"/>
                    <a:pt x="389121" y="451824"/>
                  </a:cubicBezTo>
                  <a:cubicBezTo>
                    <a:pt x="390983" y="454771"/>
                    <a:pt x="393741" y="457504"/>
                    <a:pt x="394518" y="460733"/>
                  </a:cubicBezTo>
                  <a:cubicBezTo>
                    <a:pt x="396969" y="470797"/>
                    <a:pt x="399798" y="480955"/>
                    <a:pt x="400434" y="491207"/>
                  </a:cubicBezTo>
                  <a:cubicBezTo>
                    <a:pt x="402720" y="528256"/>
                    <a:pt x="405336" y="565353"/>
                    <a:pt x="405572" y="602426"/>
                  </a:cubicBezTo>
                  <a:cubicBezTo>
                    <a:pt x="405737" y="629553"/>
                    <a:pt x="402979" y="656750"/>
                    <a:pt x="400340" y="683783"/>
                  </a:cubicBezTo>
                  <a:cubicBezTo>
                    <a:pt x="399326" y="694177"/>
                    <a:pt x="394872" y="704217"/>
                    <a:pt x="392374" y="714516"/>
                  </a:cubicBezTo>
                  <a:cubicBezTo>
                    <a:pt x="391808" y="716849"/>
                    <a:pt x="392845" y="719560"/>
                    <a:pt x="393128" y="722105"/>
                  </a:cubicBezTo>
                  <a:cubicBezTo>
                    <a:pt x="395461" y="721704"/>
                    <a:pt x="397936" y="721657"/>
                    <a:pt x="400104" y="720809"/>
                  </a:cubicBezTo>
                  <a:cubicBezTo>
                    <a:pt x="404252" y="719159"/>
                    <a:pt x="408212" y="717062"/>
                    <a:pt x="412242" y="715129"/>
                  </a:cubicBezTo>
                  <a:cubicBezTo>
                    <a:pt x="411488" y="721516"/>
                    <a:pt x="408919" y="726277"/>
                    <a:pt x="407811" y="731367"/>
                  </a:cubicBezTo>
                  <a:cubicBezTo>
                    <a:pt x="407316" y="733724"/>
                    <a:pt x="409036" y="738108"/>
                    <a:pt x="410945" y="739004"/>
                  </a:cubicBezTo>
                  <a:cubicBezTo>
                    <a:pt x="412878" y="739899"/>
                    <a:pt x="417380" y="738438"/>
                    <a:pt x="418794" y="736529"/>
                  </a:cubicBezTo>
                  <a:cubicBezTo>
                    <a:pt x="421386" y="733112"/>
                    <a:pt x="423602" y="728704"/>
                    <a:pt x="424097" y="724485"/>
                  </a:cubicBezTo>
                  <a:cubicBezTo>
                    <a:pt x="425699" y="711028"/>
                    <a:pt x="426336" y="697453"/>
                    <a:pt x="427537" y="683925"/>
                  </a:cubicBezTo>
                  <a:cubicBezTo>
                    <a:pt x="429399" y="662784"/>
                    <a:pt x="430743" y="641572"/>
                    <a:pt x="433571" y="620550"/>
                  </a:cubicBezTo>
                  <a:cubicBezTo>
                    <a:pt x="435174" y="608600"/>
                    <a:pt x="442503" y="599857"/>
                    <a:pt x="454712" y="596180"/>
                  </a:cubicBezTo>
                  <a:cubicBezTo>
                    <a:pt x="457776" y="595261"/>
                    <a:pt x="460792" y="594177"/>
                    <a:pt x="463809" y="593069"/>
                  </a:cubicBezTo>
                  <a:cubicBezTo>
                    <a:pt x="472317" y="589958"/>
                    <a:pt x="477526" y="583877"/>
                    <a:pt x="477761" y="574851"/>
                  </a:cubicBezTo>
                  <a:cubicBezTo>
                    <a:pt x="478068" y="563019"/>
                    <a:pt x="478139" y="551094"/>
                    <a:pt x="476960" y="539333"/>
                  </a:cubicBezTo>
                  <a:cubicBezTo>
                    <a:pt x="474839" y="518193"/>
                    <a:pt x="471940" y="497123"/>
                    <a:pt x="468923" y="476076"/>
                  </a:cubicBezTo>
                  <a:cubicBezTo>
                    <a:pt x="464186" y="443081"/>
                    <a:pt x="459802" y="409802"/>
                    <a:pt x="447759" y="378574"/>
                  </a:cubicBezTo>
                  <a:cubicBezTo>
                    <a:pt x="438992" y="355831"/>
                    <a:pt x="427090" y="334313"/>
                    <a:pt x="416720" y="312183"/>
                  </a:cubicBezTo>
                  <a:cubicBezTo>
                    <a:pt x="407339" y="292150"/>
                    <a:pt x="398101" y="272046"/>
                    <a:pt x="388815" y="251966"/>
                  </a:cubicBezTo>
                  <a:cubicBezTo>
                    <a:pt x="389357" y="251636"/>
                    <a:pt x="389875" y="251282"/>
                    <a:pt x="390418" y="250952"/>
                  </a:cubicBezTo>
                  <a:cubicBezTo>
                    <a:pt x="401188" y="265305"/>
                    <a:pt x="412925" y="279022"/>
                    <a:pt x="422494" y="294129"/>
                  </a:cubicBezTo>
                  <a:cubicBezTo>
                    <a:pt x="440005" y="321775"/>
                    <a:pt x="452096" y="352131"/>
                    <a:pt x="462984" y="382887"/>
                  </a:cubicBezTo>
                  <a:cubicBezTo>
                    <a:pt x="480707" y="433017"/>
                    <a:pt x="497252" y="483453"/>
                    <a:pt x="497488" y="537542"/>
                  </a:cubicBezTo>
                  <a:cubicBezTo>
                    <a:pt x="497512" y="543010"/>
                    <a:pt x="499609" y="548714"/>
                    <a:pt x="501825" y="553828"/>
                  </a:cubicBezTo>
                  <a:cubicBezTo>
                    <a:pt x="502744" y="555925"/>
                    <a:pt x="506868" y="558400"/>
                    <a:pt x="508942" y="557952"/>
                  </a:cubicBezTo>
                  <a:cubicBezTo>
                    <a:pt x="522305" y="555030"/>
                    <a:pt x="526147" y="556538"/>
                    <a:pt x="529824" y="569666"/>
                  </a:cubicBezTo>
                  <a:cubicBezTo>
                    <a:pt x="532652" y="579824"/>
                    <a:pt x="534679" y="590288"/>
                    <a:pt x="536187" y="600752"/>
                  </a:cubicBezTo>
                  <a:cubicBezTo>
                    <a:pt x="542951" y="647370"/>
                    <a:pt x="540901" y="693493"/>
                    <a:pt x="526901" y="738674"/>
                  </a:cubicBezTo>
                  <a:cubicBezTo>
                    <a:pt x="524238" y="747229"/>
                    <a:pt x="519477" y="755242"/>
                    <a:pt x="514881" y="763020"/>
                  </a:cubicBezTo>
                  <a:cubicBezTo>
                    <a:pt x="513609" y="765164"/>
                    <a:pt x="509154" y="767050"/>
                    <a:pt x="506774" y="766460"/>
                  </a:cubicBezTo>
                  <a:cubicBezTo>
                    <a:pt x="504511" y="765918"/>
                    <a:pt x="501707" y="762077"/>
                    <a:pt x="501542" y="759531"/>
                  </a:cubicBezTo>
                  <a:cubicBezTo>
                    <a:pt x="501165" y="753757"/>
                    <a:pt x="502084" y="747865"/>
                    <a:pt x="502791" y="742067"/>
                  </a:cubicBezTo>
                  <a:cubicBezTo>
                    <a:pt x="503545" y="735963"/>
                    <a:pt x="505666" y="729859"/>
                    <a:pt x="505266" y="723873"/>
                  </a:cubicBezTo>
                  <a:cubicBezTo>
                    <a:pt x="505030" y="720290"/>
                    <a:pt x="501306" y="714351"/>
                    <a:pt x="498714" y="714092"/>
                  </a:cubicBezTo>
                  <a:cubicBezTo>
                    <a:pt x="494566" y="713691"/>
                    <a:pt x="489711" y="716637"/>
                    <a:pt x="485845" y="719206"/>
                  </a:cubicBezTo>
                  <a:cubicBezTo>
                    <a:pt x="484031" y="720408"/>
                    <a:pt x="483583" y="723967"/>
                    <a:pt x="482970" y="726583"/>
                  </a:cubicBezTo>
                  <a:cubicBezTo>
                    <a:pt x="481037" y="734785"/>
                    <a:pt x="476724" y="738249"/>
                    <a:pt x="468546" y="740300"/>
                  </a:cubicBezTo>
                  <a:cubicBezTo>
                    <a:pt x="462772" y="741761"/>
                    <a:pt x="455914" y="743576"/>
                    <a:pt x="452237" y="747653"/>
                  </a:cubicBezTo>
                  <a:cubicBezTo>
                    <a:pt x="440854" y="760239"/>
                    <a:pt x="430814" y="774026"/>
                    <a:pt x="420161" y="787271"/>
                  </a:cubicBezTo>
                  <a:cubicBezTo>
                    <a:pt x="413208" y="795897"/>
                    <a:pt x="406232" y="804523"/>
                    <a:pt x="398855" y="812796"/>
                  </a:cubicBezTo>
                  <a:cubicBezTo>
                    <a:pt x="397394" y="814446"/>
                    <a:pt x="394141" y="814493"/>
                    <a:pt x="391737" y="815270"/>
                  </a:cubicBezTo>
                  <a:cubicBezTo>
                    <a:pt x="391266" y="812725"/>
                    <a:pt x="389781" y="809873"/>
                    <a:pt x="390488" y="807728"/>
                  </a:cubicBezTo>
                  <a:cubicBezTo>
                    <a:pt x="392869" y="800493"/>
                    <a:pt x="395768" y="793399"/>
                    <a:pt x="398973" y="786470"/>
                  </a:cubicBezTo>
                  <a:cubicBezTo>
                    <a:pt x="406138" y="771056"/>
                    <a:pt x="403757" y="756562"/>
                    <a:pt x="394848" y="742869"/>
                  </a:cubicBezTo>
                  <a:cubicBezTo>
                    <a:pt x="390865" y="736717"/>
                    <a:pt x="385657" y="731415"/>
                    <a:pt x="377266" y="732805"/>
                  </a:cubicBezTo>
                  <a:cubicBezTo>
                    <a:pt x="369112" y="734172"/>
                    <a:pt x="365200" y="740606"/>
                    <a:pt x="363243" y="747512"/>
                  </a:cubicBezTo>
                  <a:cubicBezTo>
                    <a:pt x="362088" y="751565"/>
                    <a:pt x="362819" y="756845"/>
                    <a:pt x="364681" y="760639"/>
                  </a:cubicBezTo>
                  <a:cubicBezTo>
                    <a:pt x="365294" y="761912"/>
                    <a:pt x="371964" y="760286"/>
                    <a:pt x="375829" y="759885"/>
                  </a:cubicBezTo>
                  <a:cubicBezTo>
                    <a:pt x="376536" y="759814"/>
                    <a:pt x="377196" y="759037"/>
                    <a:pt x="377856" y="759037"/>
                  </a:cubicBezTo>
                  <a:cubicBezTo>
                    <a:pt x="380637" y="759107"/>
                    <a:pt x="384290" y="758377"/>
                    <a:pt x="385987" y="759814"/>
                  </a:cubicBezTo>
                  <a:cubicBezTo>
                    <a:pt x="387731" y="761299"/>
                    <a:pt x="388579" y="765164"/>
                    <a:pt x="388155" y="767710"/>
                  </a:cubicBezTo>
                  <a:cubicBezTo>
                    <a:pt x="386717" y="776430"/>
                    <a:pt x="381744" y="783170"/>
                    <a:pt x="374203" y="787743"/>
                  </a:cubicBezTo>
                  <a:cubicBezTo>
                    <a:pt x="368358" y="791278"/>
                    <a:pt x="363408" y="788945"/>
                    <a:pt x="361994" y="782416"/>
                  </a:cubicBezTo>
                  <a:cubicBezTo>
                    <a:pt x="359661" y="771551"/>
                    <a:pt x="357446" y="770632"/>
                    <a:pt x="347995" y="776760"/>
                  </a:cubicBezTo>
                  <a:cubicBezTo>
                    <a:pt x="345709" y="778245"/>
                    <a:pt x="343517" y="779894"/>
                    <a:pt x="341537" y="781733"/>
                  </a:cubicBezTo>
                  <a:cubicBezTo>
                    <a:pt x="316484" y="805136"/>
                    <a:pt x="286599" y="807493"/>
                    <a:pt x="254806" y="801789"/>
                  </a:cubicBezTo>
                  <a:cubicBezTo>
                    <a:pt x="230389" y="797406"/>
                    <a:pt x="208471" y="786706"/>
                    <a:pt x="186788" y="775322"/>
                  </a:cubicBezTo>
                  <a:cubicBezTo>
                    <a:pt x="183017" y="773343"/>
                    <a:pt x="179057" y="771763"/>
                    <a:pt x="174603" y="769713"/>
                  </a:cubicBezTo>
                  <a:cubicBezTo>
                    <a:pt x="174886" y="771433"/>
                    <a:pt x="174815" y="772023"/>
                    <a:pt x="175074" y="772353"/>
                  </a:cubicBezTo>
                  <a:cubicBezTo>
                    <a:pt x="176253" y="773932"/>
                    <a:pt x="177549" y="775440"/>
                    <a:pt x="178775" y="776996"/>
                  </a:cubicBezTo>
                  <a:cubicBezTo>
                    <a:pt x="193599" y="795567"/>
                    <a:pt x="213726" y="806574"/>
                    <a:pt x="234820" y="816072"/>
                  </a:cubicBezTo>
                  <a:cubicBezTo>
                    <a:pt x="256927" y="826017"/>
                    <a:pt x="279435" y="834832"/>
                    <a:pt x="303828" y="837448"/>
                  </a:cubicBezTo>
                  <a:cubicBezTo>
                    <a:pt x="310710" y="838179"/>
                    <a:pt x="316767" y="837684"/>
                    <a:pt x="321009" y="830448"/>
                  </a:cubicBezTo>
                  <a:cubicBezTo>
                    <a:pt x="322871" y="827267"/>
                    <a:pt x="327396" y="824721"/>
                    <a:pt x="331190" y="823708"/>
                  </a:cubicBezTo>
                  <a:cubicBezTo>
                    <a:pt x="346345" y="819678"/>
                    <a:pt x="361240" y="820927"/>
                    <a:pt x="374792" y="829199"/>
                  </a:cubicBezTo>
                  <a:cubicBezTo>
                    <a:pt x="378798" y="831627"/>
                    <a:pt x="381792" y="835987"/>
                    <a:pt x="384667" y="839876"/>
                  </a:cubicBezTo>
                  <a:cubicBezTo>
                    <a:pt x="385680" y="841266"/>
                    <a:pt x="385657" y="844283"/>
                    <a:pt x="384808" y="845862"/>
                  </a:cubicBezTo>
                  <a:cubicBezTo>
                    <a:pt x="384266" y="846852"/>
                    <a:pt x="381202" y="847040"/>
                    <a:pt x="379458" y="846663"/>
                  </a:cubicBezTo>
                  <a:cubicBezTo>
                    <a:pt x="375852" y="845909"/>
                    <a:pt x="372388" y="844495"/>
                    <a:pt x="368829" y="843458"/>
                  </a:cubicBezTo>
                  <a:cubicBezTo>
                    <a:pt x="353792" y="839051"/>
                    <a:pt x="339699" y="840536"/>
                    <a:pt x="326288" y="849279"/>
                  </a:cubicBezTo>
                  <a:cubicBezTo>
                    <a:pt x="321645" y="852320"/>
                    <a:pt x="316154" y="854912"/>
                    <a:pt x="310733" y="855808"/>
                  </a:cubicBezTo>
                  <a:cubicBezTo>
                    <a:pt x="282546" y="860498"/>
                    <a:pt x="255042" y="857340"/>
                    <a:pt x="228551" y="846640"/>
                  </a:cubicBezTo>
                  <a:cubicBezTo>
                    <a:pt x="220420" y="843364"/>
                    <a:pt x="213114" y="838815"/>
                    <a:pt x="212548" y="828280"/>
                  </a:cubicBezTo>
                  <a:cubicBezTo>
                    <a:pt x="212336" y="824226"/>
                    <a:pt x="209955" y="822152"/>
                    <a:pt x="205265" y="824603"/>
                  </a:cubicBezTo>
                  <a:cubicBezTo>
                    <a:pt x="203286" y="825640"/>
                    <a:pt x="199986" y="825711"/>
                    <a:pt x="197936" y="824792"/>
                  </a:cubicBezTo>
                  <a:cubicBezTo>
                    <a:pt x="193717" y="822859"/>
                    <a:pt x="189475" y="820479"/>
                    <a:pt x="186010" y="817415"/>
                  </a:cubicBezTo>
                  <a:cubicBezTo>
                    <a:pt x="153722" y="788780"/>
                    <a:pt x="120467" y="761535"/>
                    <a:pt x="101871" y="720290"/>
                  </a:cubicBezTo>
                  <a:cubicBezTo>
                    <a:pt x="90794" y="695732"/>
                    <a:pt x="71138" y="676124"/>
                    <a:pt x="51530" y="657410"/>
                  </a:cubicBezTo>
                  <a:cubicBezTo>
                    <a:pt x="48489" y="654511"/>
                    <a:pt x="44483" y="652626"/>
                    <a:pt x="40924" y="650269"/>
                  </a:cubicBezTo>
                  <a:cubicBezTo>
                    <a:pt x="40358" y="650693"/>
                    <a:pt x="39793" y="651141"/>
                    <a:pt x="39203" y="651565"/>
                  </a:cubicBezTo>
                  <a:cubicBezTo>
                    <a:pt x="39604" y="654629"/>
                    <a:pt x="39368" y="657952"/>
                    <a:pt x="40523" y="660710"/>
                  </a:cubicBezTo>
                  <a:cubicBezTo>
                    <a:pt x="43564" y="667992"/>
                    <a:pt x="46722" y="675275"/>
                    <a:pt x="50658" y="682110"/>
                  </a:cubicBezTo>
                  <a:cubicBezTo>
                    <a:pt x="75286" y="724957"/>
                    <a:pt x="106891" y="762289"/>
                    <a:pt x="142244" y="796534"/>
                  </a:cubicBezTo>
                  <a:cubicBezTo>
                    <a:pt x="164681" y="818264"/>
                    <a:pt x="188249" y="838697"/>
                    <a:pt x="214999" y="855077"/>
                  </a:cubicBezTo>
                  <a:cubicBezTo>
                    <a:pt x="228362" y="863255"/>
                    <a:pt x="242268" y="870467"/>
                    <a:pt x="258294" y="871033"/>
                  </a:cubicBezTo>
                  <a:cubicBezTo>
                    <a:pt x="282004" y="871881"/>
                    <a:pt x="305737" y="872918"/>
                    <a:pt x="329423" y="872235"/>
                  </a:cubicBezTo>
                  <a:cubicBezTo>
                    <a:pt x="355442" y="871504"/>
                    <a:pt x="379105" y="863208"/>
                    <a:pt x="396852" y="842987"/>
                  </a:cubicBezTo>
                  <a:cubicBezTo>
                    <a:pt x="410380" y="827549"/>
                    <a:pt x="422989" y="811287"/>
                    <a:pt x="436258" y="795638"/>
                  </a:cubicBezTo>
                  <a:cubicBezTo>
                    <a:pt x="443611" y="786965"/>
                    <a:pt x="451365" y="778622"/>
                    <a:pt x="459284" y="770467"/>
                  </a:cubicBezTo>
                  <a:cubicBezTo>
                    <a:pt x="460839" y="768864"/>
                    <a:pt x="464328" y="767969"/>
                    <a:pt x="466449" y="768534"/>
                  </a:cubicBezTo>
                  <a:cubicBezTo>
                    <a:pt x="467816" y="768912"/>
                    <a:pt x="469277" y="772730"/>
                    <a:pt x="468947" y="774733"/>
                  </a:cubicBezTo>
                  <a:cubicBezTo>
                    <a:pt x="467792" y="781921"/>
                    <a:pt x="467179" y="789652"/>
                    <a:pt x="464045" y="796039"/>
                  </a:cubicBezTo>
                  <a:cubicBezTo>
                    <a:pt x="446557" y="831627"/>
                    <a:pt x="419807" y="859649"/>
                    <a:pt x="389239" y="884160"/>
                  </a:cubicBezTo>
                  <a:cubicBezTo>
                    <a:pt x="378987" y="892386"/>
                    <a:pt x="366425" y="896439"/>
                    <a:pt x="353321" y="896227"/>
                  </a:cubicBezTo>
                  <a:cubicBezTo>
                    <a:pt x="327632" y="895779"/>
                    <a:pt x="301872" y="895426"/>
                    <a:pt x="276300" y="893211"/>
                  </a:cubicBezTo>
                  <a:cubicBezTo>
                    <a:pt x="239392" y="890005"/>
                    <a:pt x="204912" y="878363"/>
                    <a:pt x="173448" y="858447"/>
                  </a:cubicBezTo>
                  <a:cubicBezTo>
                    <a:pt x="138049" y="836034"/>
                    <a:pt x="110592" y="805725"/>
                    <a:pt x="87990" y="770891"/>
                  </a:cubicBezTo>
                  <a:cubicBezTo>
                    <a:pt x="71704" y="745815"/>
                    <a:pt x="56620" y="719960"/>
                    <a:pt x="40382" y="694860"/>
                  </a:cubicBezTo>
                  <a:cubicBezTo>
                    <a:pt x="35338" y="687083"/>
                    <a:pt x="29423" y="678716"/>
                    <a:pt x="21787" y="674120"/>
                  </a:cubicBezTo>
                  <a:cubicBezTo>
                    <a:pt x="14716" y="669854"/>
                    <a:pt x="13443" y="666720"/>
                    <a:pt x="17026" y="660521"/>
                  </a:cubicBezTo>
                  <a:cubicBezTo>
                    <a:pt x="25227" y="646286"/>
                    <a:pt x="12383" y="617934"/>
                    <a:pt x="599" y="608954"/>
                  </a:cubicBezTo>
                  <a:cubicBezTo>
                    <a:pt x="363" y="611216"/>
                    <a:pt x="-132" y="613102"/>
                    <a:pt x="33" y="614917"/>
                  </a:cubicBezTo>
                  <a:cubicBezTo>
                    <a:pt x="2013" y="636647"/>
                    <a:pt x="5831" y="658023"/>
                    <a:pt x="13703" y="678433"/>
                  </a:cubicBezTo>
                  <a:cubicBezTo>
                    <a:pt x="49738" y="771669"/>
                    <a:pt x="111794" y="842916"/>
                    <a:pt x="197276" y="893918"/>
                  </a:cubicBezTo>
                  <a:cubicBezTo>
                    <a:pt x="248277" y="924344"/>
                    <a:pt x="303286" y="929859"/>
                    <a:pt x="360439" y="916991"/>
                  </a:cubicBezTo>
                  <a:cubicBezTo>
                    <a:pt x="395249" y="909143"/>
                    <a:pt x="425346" y="893423"/>
                    <a:pt x="444954" y="861794"/>
                  </a:cubicBezTo>
                  <a:cubicBezTo>
                    <a:pt x="457493" y="841572"/>
                    <a:pt x="472411" y="825499"/>
                    <a:pt x="499044" y="824556"/>
                  </a:cubicBezTo>
                  <a:cubicBezTo>
                    <a:pt x="513727" y="824038"/>
                    <a:pt x="524262" y="808907"/>
                    <a:pt x="522588" y="794083"/>
                  </a:cubicBezTo>
                  <a:cubicBezTo>
                    <a:pt x="519595" y="795850"/>
                    <a:pt x="516790" y="797194"/>
                    <a:pt x="514339" y="799008"/>
                  </a:cubicBezTo>
                  <a:cubicBezTo>
                    <a:pt x="507575" y="804005"/>
                    <a:pt x="501094" y="809425"/>
                    <a:pt x="494188" y="814210"/>
                  </a:cubicBezTo>
                  <a:cubicBezTo>
                    <a:pt x="487236" y="819041"/>
                    <a:pt x="484596" y="817863"/>
                    <a:pt x="483559" y="809661"/>
                  </a:cubicBezTo>
                  <a:cubicBezTo>
                    <a:pt x="483017" y="805277"/>
                    <a:pt x="482829" y="800729"/>
                    <a:pt x="483371" y="796369"/>
                  </a:cubicBezTo>
                  <a:cubicBezTo>
                    <a:pt x="484690" y="785621"/>
                    <a:pt x="489663" y="781827"/>
                    <a:pt x="500411" y="783005"/>
                  </a:cubicBezTo>
                  <a:cubicBezTo>
                    <a:pt x="505053" y="783524"/>
                    <a:pt x="509696" y="784278"/>
                    <a:pt x="514292" y="785244"/>
                  </a:cubicBezTo>
                  <a:cubicBezTo>
                    <a:pt x="529894" y="788520"/>
                    <a:pt x="535622" y="784867"/>
                    <a:pt x="536706" y="768864"/>
                  </a:cubicBezTo>
                  <a:cubicBezTo>
                    <a:pt x="537955" y="750175"/>
                    <a:pt x="545426" y="734526"/>
                    <a:pt x="557823" y="721045"/>
                  </a:cubicBezTo>
                  <a:cubicBezTo>
                    <a:pt x="570173" y="707611"/>
                    <a:pt x="575381" y="691608"/>
                    <a:pt x="576135" y="673743"/>
                  </a:cubicBezTo>
                  <a:cubicBezTo>
                    <a:pt x="577314" y="645225"/>
                    <a:pt x="568806" y="619112"/>
                    <a:pt x="555961" y="594247"/>
                  </a:cubicBezTo>
                  <a:cubicBezTo>
                    <a:pt x="544365" y="571763"/>
                    <a:pt x="534160" y="548784"/>
                    <a:pt x="529447" y="523825"/>
                  </a:cubicBezTo>
                  <a:cubicBezTo>
                    <a:pt x="527679" y="514445"/>
                    <a:pt x="527443" y="504735"/>
                    <a:pt x="527137" y="495143"/>
                  </a:cubicBezTo>
                  <a:cubicBezTo>
                    <a:pt x="527066" y="493092"/>
                    <a:pt x="529447" y="489651"/>
                    <a:pt x="531309" y="489180"/>
                  </a:cubicBezTo>
                  <a:cubicBezTo>
                    <a:pt x="533241" y="488685"/>
                    <a:pt x="536329" y="490524"/>
                    <a:pt x="538073" y="492220"/>
                  </a:cubicBezTo>
                  <a:cubicBezTo>
                    <a:pt x="539934" y="494035"/>
                    <a:pt x="541254" y="496722"/>
                    <a:pt x="541985" y="499267"/>
                  </a:cubicBezTo>
                  <a:cubicBezTo>
                    <a:pt x="546039" y="513220"/>
                    <a:pt x="550470" y="527078"/>
                    <a:pt x="553604" y="541242"/>
                  </a:cubicBezTo>
                  <a:cubicBezTo>
                    <a:pt x="558223" y="562195"/>
                    <a:pt x="561429" y="583524"/>
                    <a:pt x="571705" y="602756"/>
                  </a:cubicBezTo>
                  <a:cubicBezTo>
                    <a:pt x="573637" y="606385"/>
                    <a:pt x="576300" y="609850"/>
                    <a:pt x="579341" y="612583"/>
                  </a:cubicBezTo>
                  <a:cubicBezTo>
                    <a:pt x="581038" y="614115"/>
                    <a:pt x="584997" y="615270"/>
                    <a:pt x="586458" y="614328"/>
                  </a:cubicBezTo>
                  <a:cubicBezTo>
                    <a:pt x="588155" y="613243"/>
                    <a:pt x="588933" y="609637"/>
                    <a:pt x="588886" y="607116"/>
                  </a:cubicBezTo>
                  <a:cubicBezTo>
                    <a:pt x="588839" y="603463"/>
                    <a:pt x="587825" y="599810"/>
                    <a:pt x="587047" y="596204"/>
                  </a:cubicBezTo>
                  <a:cubicBezTo>
                    <a:pt x="580778" y="567026"/>
                    <a:pt x="574533" y="537825"/>
                    <a:pt x="568169" y="508671"/>
                  </a:cubicBezTo>
                  <a:cubicBezTo>
                    <a:pt x="562890" y="484561"/>
                    <a:pt x="557752" y="460356"/>
                    <a:pt x="544695" y="438885"/>
                  </a:cubicBezTo>
                  <a:cubicBezTo>
                    <a:pt x="541796" y="434125"/>
                    <a:pt x="538568" y="427973"/>
                    <a:pt x="531709" y="430448"/>
                  </a:cubicBezTo>
                  <a:cubicBezTo>
                    <a:pt x="524238" y="433135"/>
                    <a:pt x="526948" y="440323"/>
                    <a:pt x="527184" y="446003"/>
                  </a:cubicBezTo>
                  <a:cubicBezTo>
                    <a:pt x="527278" y="448148"/>
                    <a:pt x="528339" y="450269"/>
                    <a:pt x="528928" y="452414"/>
                  </a:cubicBezTo>
                  <a:cubicBezTo>
                    <a:pt x="529329" y="453828"/>
                    <a:pt x="530177" y="455407"/>
                    <a:pt x="529894" y="456703"/>
                  </a:cubicBezTo>
                  <a:cubicBezTo>
                    <a:pt x="528952" y="460969"/>
                    <a:pt x="528857" y="466979"/>
                    <a:pt x="526076" y="468935"/>
                  </a:cubicBezTo>
                  <a:cubicBezTo>
                    <a:pt x="521410" y="472211"/>
                    <a:pt x="517262" y="467403"/>
                    <a:pt x="514716" y="463514"/>
                  </a:cubicBezTo>
                  <a:cubicBezTo>
                    <a:pt x="511346" y="458400"/>
                    <a:pt x="508117" y="452979"/>
                    <a:pt x="506091" y="447229"/>
                  </a:cubicBezTo>
                  <a:cubicBezTo>
                    <a:pt x="499326" y="428162"/>
                    <a:pt x="493623" y="408742"/>
                    <a:pt x="486647" y="389769"/>
                  </a:cubicBezTo>
                  <a:cubicBezTo>
                    <a:pt x="470950" y="347017"/>
                    <a:pt x="452591" y="305489"/>
                    <a:pt x="426406" y="267922"/>
                  </a:cubicBezTo>
                  <a:cubicBezTo>
                    <a:pt x="418864" y="257104"/>
                    <a:pt x="410309" y="247653"/>
                    <a:pt x="397276" y="242515"/>
                  </a:cubicBezTo>
                  <a:cubicBezTo>
                    <a:pt x="384950" y="237683"/>
                    <a:pt x="380448" y="220314"/>
                    <a:pt x="387212" y="208836"/>
                  </a:cubicBezTo>
                  <a:cubicBezTo>
                    <a:pt x="392986" y="199031"/>
                    <a:pt x="402555" y="197759"/>
                    <a:pt x="410262" y="205866"/>
                  </a:cubicBezTo>
                  <a:cubicBezTo>
                    <a:pt x="412972" y="208742"/>
                    <a:pt x="415565" y="211758"/>
                    <a:pt x="417874" y="214964"/>
                  </a:cubicBezTo>
                  <a:cubicBezTo>
                    <a:pt x="444530" y="252013"/>
                    <a:pt x="466755" y="291631"/>
                    <a:pt x="485539" y="333158"/>
                  </a:cubicBezTo>
                  <a:cubicBezTo>
                    <a:pt x="490064" y="343175"/>
                    <a:pt x="494212" y="353804"/>
                    <a:pt x="495956" y="364575"/>
                  </a:cubicBezTo>
                  <a:cubicBezTo>
                    <a:pt x="499185" y="384443"/>
                    <a:pt x="509932" y="398466"/>
                    <a:pt x="525746" y="409496"/>
                  </a:cubicBezTo>
                  <a:cubicBezTo>
                    <a:pt x="527514" y="410745"/>
                    <a:pt x="529800" y="411264"/>
                    <a:pt x="533548" y="412866"/>
                  </a:cubicBezTo>
                  <a:cubicBezTo>
                    <a:pt x="532181" y="407634"/>
                    <a:pt x="531521" y="404311"/>
                    <a:pt x="530436" y="401153"/>
                  </a:cubicBezTo>
                  <a:cubicBezTo>
                    <a:pt x="513043" y="350033"/>
                    <a:pt x="490606" y="301176"/>
                    <a:pt x="463927" y="254323"/>
                  </a:cubicBezTo>
                  <a:cubicBezTo>
                    <a:pt x="456008" y="240394"/>
                    <a:pt x="448089" y="225781"/>
                    <a:pt x="437177" y="214398"/>
                  </a:cubicBezTo>
                  <a:cubicBezTo>
                    <a:pt x="407528" y="183476"/>
                    <a:pt x="376324" y="154016"/>
                    <a:pt x="341513" y="128798"/>
                  </a:cubicBezTo>
                  <a:cubicBezTo>
                    <a:pt x="328080" y="119064"/>
                    <a:pt x="313444" y="111876"/>
                    <a:pt x="296192" y="113149"/>
                  </a:cubicBezTo>
                  <a:cubicBezTo>
                    <a:pt x="283371" y="114092"/>
                    <a:pt x="270620" y="116637"/>
                    <a:pt x="257799" y="116755"/>
                  </a:cubicBezTo>
                  <a:cubicBezTo>
                    <a:pt x="242268" y="116896"/>
                    <a:pt x="229682" y="123071"/>
                    <a:pt x="217709" y="131886"/>
                  </a:cubicBezTo>
                  <a:cubicBezTo>
                    <a:pt x="188909" y="153073"/>
                    <a:pt x="162135" y="176571"/>
                    <a:pt x="137837" y="202802"/>
                  </a:cubicBezTo>
                  <a:cubicBezTo>
                    <a:pt x="133830" y="207139"/>
                    <a:pt x="130200" y="211923"/>
                    <a:pt x="127042" y="216920"/>
                  </a:cubicBezTo>
                  <a:cubicBezTo>
                    <a:pt x="125675" y="219088"/>
                    <a:pt x="125746" y="222270"/>
                    <a:pt x="125463" y="225027"/>
                  </a:cubicBezTo>
                  <a:cubicBezTo>
                    <a:pt x="125086" y="228822"/>
                    <a:pt x="126005" y="233088"/>
                    <a:pt x="124568" y="236340"/>
                  </a:cubicBezTo>
                  <a:cubicBezTo>
                    <a:pt x="121999" y="242138"/>
                    <a:pt x="117992" y="247323"/>
                    <a:pt x="114740" y="252838"/>
                  </a:cubicBezTo>
                  <a:cubicBezTo>
                    <a:pt x="112218" y="257104"/>
                    <a:pt x="107363" y="261629"/>
                    <a:pt x="111699" y="266272"/>
                  </a:cubicBezTo>
                  <a:cubicBezTo>
                    <a:pt x="112713" y="267356"/>
                    <a:pt x="121409" y="263679"/>
                    <a:pt x="124143" y="260238"/>
                  </a:cubicBezTo>
                  <a:cubicBezTo>
                    <a:pt x="133641" y="248266"/>
                    <a:pt x="142503" y="235727"/>
                    <a:pt x="150846" y="222906"/>
                  </a:cubicBezTo>
                  <a:cubicBezTo>
                    <a:pt x="161169" y="206998"/>
                    <a:pt x="172859" y="192432"/>
                    <a:pt x="187542" y="180365"/>
                  </a:cubicBezTo>
                  <a:cubicBezTo>
                    <a:pt x="215093" y="157716"/>
                    <a:pt x="247240" y="145767"/>
                    <a:pt x="282098" y="141171"/>
                  </a:cubicBezTo>
                  <a:cubicBezTo>
                    <a:pt x="295414" y="139404"/>
                    <a:pt x="309366" y="138697"/>
                    <a:pt x="322565" y="140606"/>
                  </a:cubicBezTo>
                  <a:cubicBezTo>
                    <a:pt x="341537" y="143340"/>
                    <a:pt x="353840" y="157716"/>
                    <a:pt x="365742" y="171410"/>
                  </a:cubicBezTo>
                  <a:cubicBezTo>
                    <a:pt x="370714" y="177113"/>
                    <a:pt x="374957" y="183641"/>
                    <a:pt x="378445" y="190382"/>
                  </a:cubicBezTo>
                  <a:cubicBezTo>
                    <a:pt x="381579" y="196415"/>
                    <a:pt x="378728" y="200163"/>
                    <a:pt x="371964" y="199361"/>
                  </a:cubicBezTo>
                  <a:cubicBezTo>
                    <a:pt x="366920" y="198749"/>
                    <a:pt x="361688" y="197405"/>
                    <a:pt x="357163" y="195119"/>
                  </a:cubicBezTo>
                  <a:cubicBezTo>
                    <a:pt x="346368" y="189698"/>
                    <a:pt x="335881" y="183594"/>
                    <a:pt x="325346" y="177679"/>
                  </a:cubicBezTo>
                  <a:cubicBezTo>
                    <a:pt x="304417" y="165895"/>
                    <a:pt x="281980" y="162548"/>
                    <a:pt x="258695" y="167049"/>
                  </a:cubicBezTo>
                  <a:cubicBezTo>
                    <a:pt x="214127" y="175699"/>
                    <a:pt x="186953" y="205230"/>
                    <a:pt x="168711" y="244589"/>
                  </a:cubicBezTo>
                  <a:cubicBezTo>
                    <a:pt x="167014" y="248242"/>
                    <a:pt x="168334" y="253191"/>
                    <a:pt x="167415" y="257339"/>
                  </a:cubicBezTo>
                  <a:cubicBezTo>
                    <a:pt x="166543" y="261252"/>
                    <a:pt x="165671" y="266696"/>
                    <a:pt x="162913" y="268393"/>
                  </a:cubicBezTo>
                  <a:cubicBezTo>
                    <a:pt x="155348" y="273012"/>
                    <a:pt x="150611" y="279564"/>
                    <a:pt x="148372" y="287389"/>
                  </a:cubicBezTo>
                  <a:cubicBezTo>
                    <a:pt x="144153" y="302048"/>
                    <a:pt x="140406" y="316920"/>
                    <a:pt x="137954" y="331956"/>
                  </a:cubicBezTo>
                  <a:cubicBezTo>
                    <a:pt x="136658" y="339781"/>
                    <a:pt x="137695" y="348289"/>
                    <a:pt x="139180" y="356185"/>
                  </a:cubicBezTo>
                  <a:cubicBezTo>
                    <a:pt x="140476" y="363043"/>
                    <a:pt x="146203" y="364575"/>
                    <a:pt x="150469" y="359131"/>
                  </a:cubicBezTo>
                  <a:cubicBezTo>
                    <a:pt x="154217" y="354323"/>
                    <a:pt x="156668" y="348077"/>
                    <a:pt x="158247" y="342091"/>
                  </a:cubicBezTo>
                  <a:cubicBezTo>
                    <a:pt x="160368" y="334054"/>
                    <a:pt x="160627" y="325522"/>
                    <a:pt x="162583" y="317415"/>
                  </a:cubicBezTo>
                  <a:cubicBezTo>
                    <a:pt x="163809" y="312277"/>
                    <a:pt x="166849" y="307328"/>
                    <a:pt x="173472" y="308695"/>
                  </a:cubicBezTo>
                  <a:cubicBezTo>
                    <a:pt x="179835" y="310014"/>
                    <a:pt x="180542" y="315482"/>
                    <a:pt x="180754" y="320903"/>
                  </a:cubicBezTo>
                  <a:cubicBezTo>
                    <a:pt x="181202" y="333535"/>
                    <a:pt x="176159" y="344471"/>
                    <a:pt x="170267" y="355171"/>
                  </a:cubicBezTo>
                  <a:cubicBezTo>
                    <a:pt x="162866" y="368605"/>
                    <a:pt x="163667" y="373696"/>
                    <a:pt x="174957" y="384184"/>
                  </a:cubicBezTo>
                  <a:cubicBezTo>
                    <a:pt x="180377" y="389227"/>
                    <a:pt x="182286" y="395072"/>
                    <a:pt x="179552" y="402237"/>
                  </a:cubicBezTo>
                  <a:cubicBezTo>
                    <a:pt x="177879" y="406621"/>
                    <a:pt x="173684" y="411923"/>
                    <a:pt x="180142" y="415152"/>
                  </a:cubicBezTo>
                  <a:cubicBezTo>
                    <a:pt x="186835" y="418499"/>
                    <a:pt x="188815" y="411782"/>
                    <a:pt x="191596" y="407705"/>
                  </a:cubicBezTo>
                  <a:cubicBezTo>
                    <a:pt x="192680" y="406102"/>
                    <a:pt x="193505" y="404217"/>
                    <a:pt x="194023" y="402331"/>
                  </a:cubicBezTo>
                  <a:cubicBezTo>
                    <a:pt x="197559" y="389510"/>
                    <a:pt x="200929" y="376665"/>
                    <a:pt x="204464" y="363844"/>
                  </a:cubicBezTo>
                  <a:cubicBezTo>
                    <a:pt x="208306" y="349845"/>
                    <a:pt x="211864" y="335751"/>
                    <a:pt x="216319" y="321963"/>
                  </a:cubicBezTo>
                  <a:cubicBezTo>
                    <a:pt x="218581" y="314940"/>
                    <a:pt x="222235" y="308459"/>
                    <a:pt x="231190" y="307045"/>
                  </a:cubicBezTo>
                  <a:cubicBezTo>
                    <a:pt x="232934" y="306762"/>
                    <a:pt x="234679" y="301883"/>
                    <a:pt x="235056" y="298937"/>
                  </a:cubicBezTo>
                  <a:cubicBezTo>
                    <a:pt x="235315" y="296840"/>
                    <a:pt x="233264" y="294459"/>
                    <a:pt x="232322" y="292173"/>
                  </a:cubicBezTo>
                  <a:cubicBezTo>
                    <a:pt x="228999" y="283971"/>
                    <a:pt x="231261" y="280837"/>
                    <a:pt x="239769" y="281897"/>
                  </a:cubicBezTo>
                  <a:cubicBezTo>
                    <a:pt x="255489" y="283877"/>
                    <a:pt x="266048" y="293988"/>
                    <a:pt x="275357" y="305442"/>
                  </a:cubicBezTo>
                  <a:cubicBezTo>
                    <a:pt x="292963" y="327078"/>
                    <a:pt x="303498" y="352343"/>
                    <a:pt x="310851" y="378951"/>
                  </a:cubicBezTo>
                  <a:cubicBezTo>
                    <a:pt x="321528" y="417533"/>
                    <a:pt x="324921" y="456515"/>
                    <a:pt x="317639" y="496321"/>
                  </a:cubicBezTo>
                  <a:cubicBezTo>
                    <a:pt x="312831" y="522529"/>
                    <a:pt x="308966" y="548949"/>
                    <a:pt x="305831" y="575416"/>
                  </a:cubicBezTo>
                  <a:cubicBezTo>
                    <a:pt x="304016" y="590783"/>
                    <a:pt x="300740" y="597948"/>
                    <a:pt x="285751" y="601719"/>
                  </a:cubicBezTo>
                  <a:cubicBezTo>
                    <a:pt x="252850" y="610038"/>
                    <a:pt x="222140" y="607233"/>
                    <a:pt x="196474" y="581662"/>
                  </a:cubicBezTo>
                  <a:cubicBezTo>
                    <a:pt x="186458" y="571693"/>
                    <a:pt x="174391" y="567167"/>
                    <a:pt x="159920" y="571669"/>
                  </a:cubicBezTo>
                  <a:cubicBezTo>
                    <a:pt x="156785" y="572659"/>
                    <a:pt x="151553" y="572847"/>
                    <a:pt x="149880" y="571009"/>
                  </a:cubicBezTo>
                  <a:cubicBezTo>
                    <a:pt x="148136" y="569100"/>
                    <a:pt x="149385" y="564316"/>
                    <a:pt x="149550" y="560804"/>
                  </a:cubicBezTo>
                  <a:cubicBezTo>
                    <a:pt x="149880" y="553569"/>
                    <a:pt x="151553" y="546168"/>
                    <a:pt x="150446" y="539192"/>
                  </a:cubicBezTo>
                  <a:cubicBezTo>
                    <a:pt x="149456" y="532970"/>
                    <a:pt x="144648" y="528068"/>
                    <a:pt x="137177" y="528681"/>
                  </a:cubicBezTo>
                  <a:cubicBezTo>
                    <a:pt x="129894" y="529270"/>
                    <a:pt x="125652" y="534360"/>
                    <a:pt x="125322" y="540865"/>
                  </a:cubicBezTo>
                  <a:cubicBezTo>
                    <a:pt x="124968" y="547582"/>
                    <a:pt x="125840" y="554794"/>
                    <a:pt x="128079" y="561110"/>
                  </a:cubicBezTo>
                  <a:cubicBezTo>
                    <a:pt x="138402" y="590052"/>
                    <a:pt x="155018" y="615082"/>
                    <a:pt x="178185" y="635280"/>
                  </a:cubicBezTo>
                  <a:cubicBezTo>
                    <a:pt x="185327" y="641502"/>
                    <a:pt x="194212" y="645838"/>
                    <a:pt x="202649" y="650387"/>
                  </a:cubicBezTo>
                  <a:cubicBezTo>
                    <a:pt x="205242" y="651777"/>
                    <a:pt x="209036" y="650976"/>
                    <a:pt x="212289" y="651188"/>
                  </a:cubicBezTo>
                  <a:cubicBezTo>
                    <a:pt x="211181" y="647959"/>
                    <a:pt x="210992" y="643717"/>
                    <a:pt x="208777" y="641643"/>
                  </a:cubicBezTo>
                  <a:cubicBezTo>
                    <a:pt x="200717" y="634054"/>
                    <a:pt x="191666" y="627502"/>
                    <a:pt x="183606" y="619913"/>
                  </a:cubicBezTo>
                  <a:cubicBezTo>
                    <a:pt x="175781" y="612536"/>
                    <a:pt x="168287" y="604665"/>
                    <a:pt x="161570" y="596274"/>
                  </a:cubicBezTo>
                  <a:cubicBezTo>
                    <a:pt x="159684" y="593941"/>
                    <a:pt x="161028" y="589039"/>
                    <a:pt x="160886" y="585291"/>
                  </a:cubicBezTo>
                  <a:cubicBezTo>
                    <a:pt x="164304" y="585786"/>
                    <a:pt x="168357" y="585268"/>
                    <a:pt x="170997" y="586965"/>
                  </a:cubicBezTo>
                  <a:cubicBezTo>
                    <a:pt x="178233" y="591631"/>
                    <a:pt x="184455" y="597995"/>
                    <a:pt x="191879" y="602308"/>
                  </a:cubicBezTo>
                  <a:cubicBezTo>
                    <a:pt x="202225" y="608294"/>
                    <a:pt x="212854" y="614445"/>
                    <a:pt x="224167" y="617863"/>
                  </a:cubicBezTo>
                  <a:cubicBezTo>
                    <a:pt x="234891" y="621115"/>
                    <a:pt x="238968" y="625075"/>
                    <a:pt x="236163" y="636081"/>
                  </a:cubicBezTo>
                  <a:cubicBezTo>
                    <a:pt x="234702" y="641785"/>
                    <a:pt x="233052" y="647535"/>
                    <a:pt x="232605" y="653357"/>
                  </a:cubicBezTo>
                  <a:cubicBezTo>
                    <a:pt x="231827" y="663302"/>
                    <a:pt x="237530" y="668275"/>
                    <a:pt x="246887" y="664716"/>
                  </a:cubicBezTo>
                  <a:cubicBezTo>
                    <a:pt x="256432" y="661063"/>
                    <a:pt x="266095" y="656468"/>
                    <a:pt x="274014" y="650128"/>
                  </a:cubicBezTo>
                  <a:cubicBezTo>
                    <a:pt x="285963" y="640583"/>
                    <a:pt x="296215" y="628963"/>
                    <a:pt x="307575" y="618641"/>
                  </a:cubicBezTo>
                  <a:cubicBezTo>
                    <a:pt x="315282" y="611641"/>
                    <a:pt x="322470" y="603675"/>
                    <a:pt x="334113" y="600116"/>
                  </a:cubicBezTo>
                  <a:cubicBezTo>
                    <a:pt x="334113" y="603486"/>
                    <a:pt x="334467" y="605867"/>
                    <a:pt x="334066" y="608105"/>
                  </a:cubicBezTo>
                  <a:cubicBezTo>
                    <a:pt x="329140" y="635515"/>
                    <a:pt x="317026" y="659555"/>
                    <a:pt x="298761" y="680366"/>
                  </a:cubicBezTo>
                  <a:cubicBezTo>
                    <a:pt x="295815" y="683736"/>
                    <a:pt x="290582" y="686305"/>
                    <a:pt x="286104" y="686894"/>
                  </a:cubicBezTo>
                  <a:cubicBezTo>
                    <a:pt x="265034" y="689699"/>
                    <a:pt x="243894" y="692103"/>
                    <a:pt x="222706" y="693823"/>
                  </a:cubicBezTo>
                  <a:cubicBezTo>
                    <a:pt x="209767" y="694860"/>
                    <a:pt x="197111" y="692008"/>
                    <a:pt x="187778" y="682393"/>
                  </a:cubicBezTo>
                  <a:cubicBezTo>
                    <a:pt x="175404" y="669642"/>
                    <a:pt x="162913" y="656750"/>
                    <a:pt x="152472" y="642468"/>
                  </a:cubicBezTo>
                  <a:cubicBezTo>
                    <a:pt x="129800" y="611476"/>
                    <a:pt x="105006" y="581615"/>
                    <a:pt x="94777" y="543128"/>
                  </a:cubicBezTo>
                  <a:cubicBezTo>
                    <a:pt x="92303" y="533748"/>
                    <a:pt x="85986" y="525475"/>
                    <a:pt x="82357" y="516307"/>
                  </a:cubicBezTo>
                  <a:cubicBezTo>
                    <a:pt x="69559" y="484160"/>
                    <a:pt x="65953" y="450128"/>
                    <a:pt x="65105" y="416071"/>
                  </a:cubicBezTo>
                  <a:cubicBezTo>
                    <a:pt x="64351" y="386187"/>
                    <a:pt x="65906" y="356185"/>
                    <a:pt x="67792" y="326324"/>
                  </a:cubicBezTo>
                  <a:cubicBezTo>
                    <a:pt x="70149" y="288897"/>
                    <a:pt x="79882" y="253356"/>
                    <a:pt x="99043" y="220761"/>
                  </a:cubicBezTo>
                  <a:cubicBezTo>
                    <a:pt x="136870" y="156420"/>
                    <a:pt x="188697" y="110438"/>
                    <a:pt x="264304" y="96957"/>
                  </a:cubicBezTo>
                  <a:cubicBezTo>
                    <a:pt x="303168" y="90028"/>
                    <a:pt x="339840" y="95001"/>
                    <a:pt x="372364" y="120502"/>
                  </a:cubicBezTo>
                  <a:cubicBezTo>
                    <a:pt x="419666" y="157575"/>
                    <a:pt x="458223" y="202143"/>
                    <a:pt x="485586" y="255407"/>
                  </a:cubicBezTo>
                  <a:cubicBezTo>
                    <a:pt x="521716" y="325711"/>
                    <a:pt x="551577" y="398867"/>
                    <a:pt x="576866" y="473790"/>
                  </a:cubicBezTo>
                  <a:cubicBezTo>
                    <a:pt x="583795" y="494318"/>
                    <a:pt x="590300" y="514964"/>
                    <a:pt x="591502" y="537047"/>
                  </a:cubicBezTo>
                  <a:cubicBezTo>
                    <a:pt x="592162" y="549303"/>
                    <a:pt x="596145" y="561110"/>
                    <a:pt x="603498" y="571622"/>
                  </a:cubicBezTo>
                  <a:cubicBezTo>
                    <a:pt x="607952" y="578009"/>
                    <a:pt x="612218" y="584985"/>
                    <a:pt x="614528" y="592338"/>
                  </a:cubicBezTo>
                  <a:cubicBezTo>
                    <a:pt x="626265" y="629741"/>
                    <a:pt x="629659" y="668346"/>
                    <a:pt x="628858" y="707328"/>
                  </a:cubicBezTo>
                  <a:cubicBezTo>
                    <a:pt x="628693" y="715883"/>
                    <a:pt x="626925" y="724509"/>
                    <a:pt x="624851" y="732852"/>
                  </a:cubicBezTo>
                  <a:cubicBezTo>
                    <a:pt x="624144" y="735657"/>
                    <a:pt x="619053" y="740088"/>
                    <a:pt x="617945" y="739569"/>
                  </a:cubicBezTo>
                  <a:cubicBezTo>
                    <a:pt x="614387" y="737872"/>
                    <a:pt x="610380" y="734738"/>
                    <a:pt x="609178" y="731226"/>
                  </a:cubicBezTo>
                  <a:cubicBezTo>
                    <a:pt x="607858" y="727384"/>
                    <a:pt x="609272" y="722506"/>
                    <a:pt x="609862" y="718122"/>
                  </a:cubicBezTo>
                  <a:cubicBezTo>
                    <a:pt x="610828" y="711052"/>
                    <a:pt x="612996" y="704028"/>
                    <a:pt x="612925" y="697005"/>
                  </a:cubicBezTo>
                  <a:cubicBezTo>
                    <a:pt x="612878" y="693493"/>
                    <a:pt x="609461" y="687648"/>
                    <a:pt x="606798" y="687153"/>
                  </a:cubicBezTo>
                  <a:cubicBezTo>
                    <a:pt x="603757" y="686588"/>
                    <a:pt x="598077" y="690052"/>
                    <a:pt x="596640" y="693163"/>
                  </a:cubicBezTo>
                  <a:cubicBezTo>
                    <a:pt x="593647" y="699739"/>
                    <a:pt x="591903" y="707139"/>
                    <a:pt x="591054" y="714375"/>
                  </a:cubicBezTo>
                  <a:cubicBezTo>
                    <a:pt x="587896" y="741360"/>
                    <a:pt x="585256" y="768417"/>
                    <a:pt x="582522" y="795473"/>
                  </a:cubicBezTo>
                  <a:cubicBezTo>
                    <a:pt x="581132" y="809213"/>
                    <a:pt x="579458" y="822977"/>
                    <a:pt x="579011" y="836741"/>
                  </a:cubicBezTo>
                  <a:cubicBezTo>
                    <a:pt x="578775" y="844189"/>
                    <a:pt x="581910" y="845508"/>
                    <a:pt x="588414" y="842586"/>
                  </a:cubicBezTo>
                  <a:cubicBezTo>
                    <a:pt x="599232" y="837731"/>
                    <a:pt x="601353" y="839051"/>
                    <a:pt x="601542" y="850788"/>
                  </a:cubicBezTo>
                  <a:cubicBezTo>
                    <a:pt x="601565" y="852273"/>
                    <a:pt x="601542" y="853757"/>
                    <a:pt x="601448" y="855242"/>
                  </a:cubicBezTo>
                  <a:cubicBezTo>
                    <a:pt x="599091" y="895025"/>
                    <a:pt x="587542" y="932357"/>
                    <a:pt x="570668" y="968134"/>
                  </a:cubicBezTo>
                  <a:cubicBezTo>
                    <a:pt x="561594" y="987366"/>
                    <a:pt x="551931" y="1006385"/>
                    <a:pt x="533877" y="1019395"/>
                  </a:cubicBezTo>
                  <a:cubicBezTo>
                    <a:pt x="529211" y="1022742"/>
                    <a:pt x="527420" y="1027927"/>
                    <a:pt x="529517" y="1033960"/>
                  </a:cubicBezTo>
                  <a:cubicBezTo>
                    <a:pt x="531803" y="1040536"/>
                    <a:pt x="536446" y="1044307"/>
                    <a:pt x="543140" y="1044754"/>
                  </a:cubicBezTo>
                  <a:cubicBezTo>
                    <a:pt x="547523" y="1045061"/>
                    <a:pt x="551978" y="1043977"/>
                    <a:pt x="557281" y="1043435"/>
                  </a:cubicBezTo>
                  <a:cubicBezTo>
                    <a:pt x="555230" y="1045956"/>
                    <a:pt x="553934" y="1048078"/>
                    <a:pt x="552143" y="1049680"/>
                  </a:cubicBezTo>
                  <a:cubicBezTo>
                    <a:pt x="535409" y="1064764"/>
                    <a:pt x="519029" y="1080248"/>
                    <a:pt x="501683" y="1094578"/>
                  </a:cubicBezTo>
                  <a:cubicBezTo>
                    <a:pt x="492044" y="1102544"/>
                    <a:pt x="480825" y="1108648"/>
                    <a:pt x="470125" y="1115271"/>
                  </a:cubicBezTo>
                  <a:cubicBezTo>
                    <a:pt x="467745" y="1116732"/>
                    <a:pt x="464563" y="1116897"/>
                    <a:pt x="459590" y="1118264"/>
                  </a:cubicBezTo>
                  <a:cubicBezTo>
                    <a:pt x="461546" y="1114139"/>
                    <a:pt x="462018" y="1111830"/>
                    <a:pt x="463408" y="1110463"/>
                  </a:cubicBezTo>
                  <a:cubicBezTo>
                    <a:pt x="469183" y="1104712"/>
                    <a:pt x="475240" y="1099244"/>
                    <a:pt x="481155" y="1093635"/>
                  </a:cubicBezTo>
                  <a:cubicBezTo>
                    <a:pt x="493340" y="1082087"/>
                    <a:pt x="505878" y="1070868"/>
                    <a:pt x="517474" y="1058777"/>
                  </a:cubicBezTo>
                  <a:cubicBezTo>
                    <a:pt x="520538" y="1055596"/>
                    <a:pt x="520797" y="1049704"/>
                    <a:pt x="522353" y="1045061"/>
                  </a:cubicBezTo>
                  <a:cubicBezTo>
                    <a:pt x="517875" y="1046451"/>
                    <a:pt x="512595" y="1046758"/>
                    <a:pt x="509060" y="1049397"/>
                  </a:cubicBezTo>
                  <a:cubicBezTo>
                    <a:pt x="498596" y="1057269"/>
                    <a:pt x="488768" y="1065989"/>
                    <a:pt x="478775" y="1074497"/>
                  </a:cubicBezTo>
                  <a:cubicBezTo>
                    <a:pt x="465011" y="1086235"/>
                    <a:pt x="451153" y="1097830"/>
                    <a:pt x="433430" y="1103298"/>
                  </a:cubicBezTo>
                  <a:cubicBezTo>
                    <a:pt x="424851" y="1105938"/>
                    <a:pt x="419524" y="1104311"/>
                    <a:pt x="416743" y="1098514"/>
                  </a:cubicBezTo>
                  <a:cubicBezTo>
                    <a:pt x="413868" y="1092551"/>
                    <a:pt x="415824" y="1087908"/>
                    <a:pt x="423554" y="1082699"/>
                  </a:cubicBezTo>
                  <a:cubicBezTo>
                    <a:pt x="425393" y="1081474"/>
                    <a:pt x="427325" y="1080248"/>
                    <a:pt x="429376" y="1079470"/>
                  </a:cubicBezTo>
                  <a:cubicBezTo>
                    <a:pt x="437908" y="1076265"/>
                    <a:pt x="446722" y="1073743"/>
                    <a:pt x="455018" y="1070043"/>
                  </a:cubicBezTo>
                  <a:cubicBezTo>
                    <a:pt x="463291" y="1066366"/>
                    <a:pt x="471374" y="1062101"/>
                    <a:pt x="478916" y="1057104"/>
                  </a:cubicBezTo>
                  <a:cubicBezTo>
                    <a:pt x="483465" y="1054087"/>
                    <a:pt x="484101" y="1044896"/>
                    <a:pt x="480990" y="1040866"/>
                  </a:cubicBezTo>
                  <a:cubicBezTo>
                    <a:pt x="477361" y="1036199"/>
                    <a:pt x="473024" y="1039004"/>
                    <a:pt x="468947" y="1040276"/>
                  </a:cubicBezTo>
                  <a:cubicBezTo>
                    <a:pt x="467533" y="1040724"/>
                    <a:pt x="466072" y="1041125"/>
                    <a:pt x="464822" y="1041879"/>
                  </a:cubicBezTo>
                  <a:cubicBezTo>
                    <a:pt x="447217" y="1052367"/>
                    <a:pt x="429093" y="1062124"/>
                    <a:pt x="412195" y="1073649"/>
                  </a:cubicBezTo>
                  <a:cubicBezTo>
                    <a:pt x="394212" y="1085905"/>
                    <a:pt x="395414" y="1097759"/>
                    <a:pt x="414316" y="1109025"/>
                  </a:cubicBezTo>
                  <a:cubicBezTo>
                    <a:pt x="423130" y="1114281"/>
                    <a:pt x="432345" y="1118052"/>
                    <a:pt x="442928" y="1118028"/>
                  </a:cubicBezTo>
                  <a:cubicBezTo>
                    <a:pt x="445826" y="1118028"/>
                    <a:pt x="450092" y="1119136"/>
                    <a:pt x="451271" y="1121186"/>
                  </a:cubicBezTo>
                  <a:cubicBezTo>
                    <a:pt x="452308" y="1122977"/>
                    <a:pt x="450517" y="1127149"/>
                    <a:pt x="448914" y="1129576"/>
                  </a:cubicBezTo>
                  <a:cubicBezTo>
                    <a:pt x="445096" y="1135351"/>
                    <a:pt x="440594" y="1140654"/>
                    <a:pt x="436517" y="1146263"/>
                  </a:cubicBezTo>
                  <a:cubicBezTo>
                    <a:pt x="435079" y="1148243"/>
                    <a:pt x="434160" y="1150576"/>
                    <a:pt x="432157" y="1154323"/>
                  </a:cubicBezTo>
                  <a:cubicBezTo>
                    <a:pt x="436682" y="1153498"/>
                    <a:pt x="439487" y="1153522"/>
                    <a:pt x="441820" y="1152485"/>
                  </a:cubicBezTo>
                  <a:cubicBezTo>
                    <a:pt x="453321" y="1147465"/>
                    <a:pt x="465223" y="1143058"/>
                    <a:pt x="476065" y="1136835"/>
                  </a:cubicBezTo>
                  <a:cubicBezTo>
                    <a:pt x="513727" y="1115247"/>
                    <a:pt x="548867" y="1090076"/>
                    <a:pt x="581415" y="1061229"/>
                  </a:cubicBezTo>
                  <a:cubicBezTo>
                    <a:pt x="591313" y="1052438"/>
                    <a:pt x="592327" y="1042727"/>
                    <a:pt x="588721" y="1031179"/>
                  </a:cubicBezTo>
                  <a:cubicBezTo>
                    <a:pt x="586364" y="1023684"/>
                    <a:pt x="580637" y="1017722"/>
                    <a:pt x="572152" y="1020903"/>
                  </a:cubicBezTo>
                  <a:cubicBezTo>
                    <a:pt x="570809" y="1021422"/>
                    <a:pt x="568994" y="1020715"/>
                    <a:pt x="566048" y="1020432"/>
                  </a:cubicBezTo>
                  <a:cubicBezTo>
                    <a:pt x="568216" y="1016378"/>
                    <a:pt x="569913" y="1013173"/>
                    <a:pt x="571634" y="1010015"/>
                  </a:cubicBezTo>
                  <a:cubicBezTo>
                    <a:pt x="575523" y="1002874"/>
                    <a:pt x="580142" y="996015"/>
                    <a:pt x="583206" y="988544"/>
                  </a:cubicBezTo>
                  <a:cubicBezTo>
                    <a:pt x="603310" y="939546"/>
                    <a:pt x="617498" y="888756"/>
                    <a:pt x="627821" y="836859"/>
                  </a:cubicBezTo>
                  <a:cubicBezTo>
                    <a:pt x="630625" y="822812"/>
                    <a:pt x="633359" y="808553"/>
                    <a:pt x="629329" y="794271"/>
                  </a:cubicBezTo>
                  <a:cubicBezTo>
                    <a:pt x="627326" y="787177"/>
                    <a:pt x="624191" y="781096"/>
                    <a:pt x="615306" y="780059"/>
                  </a:cubicBezTo>
                  <a:cubicBezTo>
                    <a:pt x="608518" y="779258"/>
                    <a:pt x="603687" y="772400"/>
                    <a:pt x="604323" y="766296"/>
                  </a:cubicBezTo>
                  <a:cubicBezTo>
                    <a:pt x="604936" y="760356"/>
                    <a:pt x="610168" y="756043"/>
                    <a:pt x="617922" y="756633"/>
                  </a:cubicBezTo>
                  <a:cubicBezTo>
                    <a:pt x="625134" y="757175"/>
                    <a:pt x="628386" y="753687"/>
                    <a:pt x="630319" y="747700"/>
                  </a:cubicBezTo>
                  <a:cubicBezTo>
                    <a:pt x="631144" y="745131"/>
                    <a:pt x="632086" y="742539"/>
                    <a:pt x="632558" y="739899"/>
                  </a:cubicBezTo>
                  <a:cubicBezTo>
                    <a:pt x="641679" y="688285"/>
                    <a:pt x="639463" y="636977"/>
                    <a:pt x="628127" y="585951"/>
                  </a:cubicBezTo>
                  <a:cubicBezTo>
                    <a:pt x="625770" y="575322"/>
                    <a:pt x="621457" y="565871"/>
                    <a:pt x="611629" y="559744"/>
                  </a:cubicBezTo>
                  <a:cubicBezTo>
                    <a:pt x="609249" y="558259"/>
                    <a:pt x="607175" y="555548"/>
                    <a:pt x="606114" y="552956"/>
                  </a:cubicBezTo>
                  <a:cubicBezTo>
                    <a:pt x="605219" y="550740"/>
                    <a:pt x="605030" y="547134"/>
                    <a:pt x="606303" y="545485"/>
                  </a:cubicBezTo>
                  <a:cubicBezTo>
                    <a:pt x="607505" y="543906"/>
                    <a:pt x="611441" y="542916"/>
                    <a:pt x="613350" y="543693"/>
                  </a:cubicBezTo>
                  <a:cubicBezTo>
                    <a:pt x="618982" y="545980"/>
                    <a:pt x="624709" y="548596"/>
                    <a:pt x="629541" y="552249"/>
                  </a:cubicBezTo>
                  <a:cubicBezTo>
                    <a:pt x="649857" y="567615"/>
                    <a:pt x="657045" y="589793"/>
                    <a:pt x="659096" y="613785"/>
                  </a:cubicBezTo>
                  <a:cubicBezTo>
                    <a:pt x="660910" y="634973"/>
                    <a:pt x="660816" y="656326"/>
                    <a:pt x="662466" y="677538"/>
                  </a:cubicBezTo>
                  <a:cubicBezTo>
                    <a:pt x="662961" y="683830"/>
                    <a:pt x="665341" y="690618"/>
                    <a:pt x="668806" y="695897"/>
                  </a:cubicBezTo>
                  <a:cubicBezTo>
                    <a:pt x="672765" y="701931"/>
                    <a:pt x="678634" y="700469"/>
                    <a:pt x="680778" y="693493"/>
                  </a:cubicBezTo>
                  <a:cubicBezTo>
                    <a:pt x="682145" y="689062"/>
                    <a:pt x="683229" y="684207"/>
                    <a:pt x="682876" y="679659"/>
                  </a:cubicBezTo>
                  <a:cubicBezTo>
                    <a:pt x="681203" y="658000"/>
                    <a:pt x="680142" y="636199"/>
                    <a:pt x="676654" y="614799"/>
                  </a:cubicBezTo>
                  <a:cubicBezTo>
                    <a:pt x="671870" y="585456"/>
                    <a:pt x="659143" y="559861"/>
                    <a:pt x="635009" y="540983"/>
                  </a:cubicBezTo>
                  <a:cubicBezTo>
                    <a:pt x="630743" y="537660"/>
                    <a:pt x="626925" y="533630"/>
                    <a:pt x="623460" y="529435"/>
                  </a:cubicBezTo>
                  <a:cubicBezTo>
                    <a:pt x="614457" y="518523"/>
                    <a:pt x="606421" y="507281"/>
                    <a:pt x="604040" y="492574"/>
                  </a:cubicBezTo>
                  <a:cubicBezTo>
                    <a:pt x="601778" y="478527"/>
                    <a:pt x="599350" y="464174"/>
                    <a:pt x="594330" y="451000"/>
                  </a:cubicBezTo>
                  <a:cubicBezTo>
                    <a:pt x="587212" y="432357"/>
                    <a:pt x="577455" y="414752"/>
                    <a:pt x="569112" y="396581"/>
                  </a:cubicBezTo>
                  <a:cubicBezTo>
                    <a:pt x="556055" y="368087"/>
                    <a:pt x="542833" y="339593"/>
                    <a:pt x="535268" y="309001"/>
                  </a:cubicBezTo>
                  <a:cubicBezTo>
                    <a:pt x="532086" y="296156"/>
                    <a:pt x="529989" y="282864"/>
                    <a:pt x="536399" y="270561"/>
                  </a:cubicBezTo>
                  <a:cubicBezTo>
                    <a:pt x="539298" y="264999"/>
                    <a:pt x="544436" y="258188"/>
                    <a:pt x="549645" y="257104"/>
                  </a:cubicBezTo>
                  <a:cubicBezTo>
                    <a:pt x="553345" y="256326"/>
                    <a:pt x="560085" y="263373"/>
                    <a:pt x="563338" y="268322"/>
                  </a:cubicBezTo>
                  <a:cubicBezTo>
                    <a:pt x="579341" y="292668"/>
                    <a:pt x="589993" y="319442"/>
                    <a:pt x="596899" y="347700"/>
                  </a:cubicBezTo>
                  <a:cubicBezTo>
                    <a:pt x="597653" y="350787"/>
                    <a:pt x="597936" y="353993"/>
                    <a:pt x="598431" y="357151"/>
                  </a:cubicBezTo>
                  <a:cubicBezTo>
                    <a:pt x="597512" y="357575"/>
                    <a:pt x="596593" y="357999"/>
                    <a:pt x="595673" y="358447"/>
                  </a:cubicBezTo>
                  <a:cubicBezTo>
                    <a:pt x="577879" y="333535"/>
                    <a:pt x="560062" y="308647"/>
                    <a:pt x="542268" y="283736"/>
                  </a:cubicBezTo>
                  <a:cubicBezTo>
                    <a:pt x="542126" y="286753"/>
                    <a:pt x="542881" y="289274"/>
                    <a:pt x="543941" y="291655"/>
                  </a:cubicBezTo>
                  <a:cubicBezTo>
                    <a:pt x="561641" y="330802"/>
                    <a:pt x="579694" y="369783"/>
                    <a:pt x="596993" y="409095"/>
                  </a:cubicBezTo>
                  <a:cubicBezTo>
                    <a:pt x="606515" y="430731"/>
                    <a:pt x="615188" y="452649"/>
                    <a:pt x="618440" y="476524"/>
                  </a:cubicBezTo>
                  <a:cubicBezTo>
                    <a:pt x="620891" y="494389"/>
                    <a:pt x="631733" y="507658"/>
                    <a:pt x="647194" y="516779"/>
                  </a:cubicBezTo>
                  <a:cubicBezTo>
                    <a:pt x="649621" y="518216"/>
                    <a:pt x="653675" y="518782"/>
                    <a:pt x="656055" y="517674"/>
                  </a:cubicBezTo>
                  <a:cubicBezTo>
                    <a:pt x="657540" y="516991"/>
                    <a:pt x="658059" y="512324"/>
                    <a:pt x="657611" y="509708"/>
                  </a:cubicBezTo>
                  <a:cubicBezTo>
                    <a:pt x="656126" y="500917"/>
                    <a:pt x="650493" y="494766"/>
                    <a:pt x="643588" y="489534"/>
                  </a:cubicBezTo>
                  <a:cubicBezTo>
                    <a:pt x="635810" y="483618"/>
                    <a:pt x="632605" y="475982"/>
                    <a:pt x="634679" y="466107"/>
                  </a:cubicBezTo>
                  <a:cubicBezTo>
                    <a:pt x="635480" y="462289"/>
                    <a:pt x="635763" y="458117"/>
                    <a:pt x="635103" y="454323"/>
                  </a:cubicBezTo>
                  <a:cubicBezTo>
                    <a:pt x="632133" y="437047"/>
                    <a:pt x="629682" y="419607"/>
                    <a:pt x="625346" y="402661"/>
                  </a:cubicBezTo>
                  <a:cubicBezTo>
                    <a:pt x="614481" y="360120"/>
                    <a:pt x="602932" y="317768"/>
                    <a:pt x="591101" y="275487"/>
                  </a:cubicBezTo>
                  <a:cubicBezTo>
                    <a:pt x="588744" y="267097"/>
                    <a:pt x="585351" y="258353"/>
                    <a:pt x="580118" y="251518"/>
                  </a:cubicBezTo>
                  <a:cubicBezTo>
                    <a:pt x="562560" y="228539"/>
                    <a:pt x="543588" y="206620"/>
                    <a:pt x="525864" y="183759"/>
                  </a:cubicBezTo>
                  <a:cubicBezTo>
                    <a:pt x="515188" y="169972"/>
                    <a:pt x="505902" y="155124"/>
                    <a:pt x="495720" y="140936"/>
                  </a:cubicBezTo>
                  <a:cubicBezTo>
                    <a:pt x="493976" y="138485"/>
                    <a:pt x="491195" y="136010"/>
                    <a:pt x="488414" y="135256"/>
                  </a:cubicBezTo>
                  <a:cubicBezTo>
                    <a:pt x="482263" y="133583"/>
                    <a:pt x="475805" y="133205"/>
                    <a:pt x="469536" y="131933"/>
                  </a:cubicBezTo>
                  <a:cubicBezTo>
                    <a:pt x="464681" y="130966"/>
                    <a:pt x="458671" y="129859"/>
                    <a:pt x="460698" y="122953"/>
                  </a:cubicBezTo>
                  <a:cubicBezTo>
                    <a:pt x="462324" y="117344"/>
                    <a:pt x="460250" y="113385"/>
                    <a:pt x="456833" y="110344"/>
                  </a:cubicBezTo>
                  <a:cubicBezTo>
                    <a:pt x="448160" y="102661"/>
                    <a:pt x="439133" y="95402"/>
                    <a:pt x="429942" y="88355"/>
                  </a:cubicBezTo>
                  <a:cubicBezTo>
                    <a:pt x="420726" y="81308"/>
                    <a:pt x="410804" y="75133"/>
                    <a:pt x="401942" y="67709"/>
                  </a:cubicBezTo>
                  <a:cubicBezTo>
                    <a:pt x="398596" y="64905"/>
                    <a:pt x="397370" y="59602"/>
                    <a:pt x="395178" y="55430"/>
                  </a:cubicBezTo>
                  <a:cubicBezTo>
                    <a:pt x="400057" y="55077"/>
                    <a:pt x="405289" y="53427"/>
                    <a:pt x="409767" y="54582"/>
                  </a:cubicBezTo>
                  <a:cubicBezTo>
                    <a:pt x="428032" y="59272"/>
                    <a:pt x="443941" y="68652"/>
                    <a:pt x="457941" y="81261"/>
                  </a:cubicBezTo>
                  <a:cubicBezTo>
                    <a:pt x="501801" y="120785"/>
                    <a:pt x="538167" y="166790"/>
                    <a:pt x="572223" y="214681"/>
                  </a:cubicBezTo>
                  <a:cubicBezTo>
                    <a:pt x="591030" y="241101"/>
                    <a:pt x="608117" y="268416"/>
                    <a:pt x="616649" y="300422"/>
                  </a:cubicBezTo>
                  <a:cubicBezTo>
                    <a:pt x="619124" y="309684"/>
                    <a:pt x="624238" y="318947"/>
                    <a:pt x="630366" y="326347"/>
                  </a:cubicBezTo>
                  <a:cubicBezTo>
                    <a:pt x="636187" y="333370"/>
                    <a:pt x="640100" y="340582"/>
                    <a:pt x="641349" y="349232"/>
                  </a:cubicBezTo>
                  <a:cubicBezTo>
                    <a:pt x="642833" y="359484"/>
                    <a:pt x="643305" y="369878"/>
                    <a:pt x="644601" y="380153"/>
                  </a:cubicBezTo>
                  <a:cubicBezTo>
                    <a:pt x="646251" y="393092"/>
                    <a:pt x="647901" y="406055"/>
                    <a:pt x="650375" y="418829"/>
                  </a:cubicBezTo>
                  <a:cubicBezTo>
                    <a:pt x="651436" y="424368"/>
                    <a:pt x="654405" y="429058"/>
                    <a:pt x="661594" y="429906"/>
                  </a:cubicBezTo>
                  <a:cubicBezTo>
                    <a:pt x="666520" y="430472"/>
                    <a:pt x="669041" y="434148"/>
                    <a:pt x="666920" y="439852"/>
                  </a:cubicBezTo>
                  <a:cubicBezTo>
                    <a:pt x="665765" y="443010"/>
                    <a:pt x="664846" y="446687"/>
                    <a:pt x="665294" y="449915"/>
                  </a:cubicBezTo>
                  <a:cubicBezTo>
                    <a:pt x="668971" y="476524"/>
                    <a:pt x="671799" y="503368"/>
                    <a:pt x="677243" y="529623"/>
                  </a:cubicBezTo>
                  <a:cubicBezTo>
                    <a:pt x="683371" y="559272"/>
                    <a:pt x="691879" y="588450"/>
                    <a:pt x="699609" y="617769"/>
                  </a:cubicBezTo>
                  <a:cubicBezTo>
                    <a:pt x="700529" y="621233"/>
                    <a:pt x="702980" y="624273"/>
                    <a:pt x="704724" y="627526"/>
                  </a:cubicBezTo>
                  <a:cubicBezTo>
                    <a:pt x="707151" y="624792"/>
                    <a:pt x="708000" y="622765"/>
                    <a:pt x="708353" y="620644"/>
                  </a:cubicBezTo>
                  <a:cubicBezTo>
                    <a:pt x="711676" y="600092"/>
                    <a:pt x="710097" y="579635"/>
                    <a:pt x="705973" y="559437"/>
                  </a:cubicBezTo>
                  <a:cubicBezTo>
                    <a:pt x="702673" y="543269"/>
                    <a:pt x="697960" y="527408"/>
                    <a:pt x="694731" y="511216"/>
                  </a:cubicBezTo>
                  <a:cubicBezTo>
                    <a:pt x="693906" y="507021"/>
                    <a:pt x="696239" y="502213"/>
                    <a:pt x="697135" y="497665"/>
                  </a:cubicBezTo>
                  <a:cubicBezTo>
                    <a:pt x="700387" y="500658"/>
                    <a:pt x="705172" y="503038"/>
                    <a:pt x="706586" y="506738"/>
                  </a:cubicBezTo>
                  <a:cubicBezTo>
                    <a:pt x="712006" y="520714"/>
                    <a:pt x="717168" y="534903"/>
                    <a:pt x="720939" y="549373"/>
                  </a:cubicBezTo>
                  <a:cubicBezTo>
                    <a:pt x="731002" y="588143"/>
                    <a:pt x="738662" y="627266"/>
                    <a:pt x="740029" y="667592"/>
                  </a:cubicBezTo>
                  <a:cubicBezTo>
                    <a:pt x="740760" y="689487"/>
                    <a:pt x="743871" y="711382"/>
                    <a:pt x="747288" y="733064"/>
                  </a:cubicBezTo>
                  <a:cubicBezTo>
                    <a:pt x="748584" y="741243"/>
                    <a:pt x="751907" y="750717"/>
                    <a:pt x="757587" y="756208"/>
                  </a:cubicBezTo>
                  <a:cubicBezTo>
                    <a:pt x="765129" y="763491"/>
                    <a:pt x="767604" y="771598"/>
                    <a:pt x="767510" y="780578"/>
                  </a:cubicBezTo>
                  <a:cubicBezTo>
                    <a:pt x="767297" y="800587"/>
                    <a:pt x="766732" y="820667"/>
                    <a:pt x="764728" y="840559"/>
                  </a:cubicBezTo>
                  <a:cubicBezTo>
                    <a:pt x="760580" y="881733"/>
                    <a:pt x="751153" y="921775"/>
                    <a:pt x="735622" y="960262"/>
                  </a:cubicBezTo>
                  <a:cubicBezTo>
                    <a:pt x="732181" y="968794"/>
                    <a:pt x="729117" y="977491"/>
                    <a:pt x="725888" y="986117"/>
                  </a:cubicBezTo>
                  <a:cubicBezTo>
                    <a:pt x="735645" y="978221"/>
                    <a:pt x="744248" y="969713"/>
                    <a:pt x="752732" y="961087"/>
                  </a:cubicBezTo>
                  <a:cubicBezTo>
                    <a:pt x="761971" y="951707"/>
                    <a:pt x="768806" y="940701"/>
                    <a:pt x="771021" y="927738"/>
                  </a:cubicBezTo>
                  <a:cubicBezTo>
                    <a:pt x="774910" y="904900"/>
                    <a:pt x="778445" y="881968"/>
                    <a:pt x="780943" y="858942"/>
                  </a:cubicBezTo>
                  <a:cubicBezTo>
                    <a:pt x="783112" y="839027"/>
                    <a:pt x="784102" y="818947"/>
                    <a:pt x="784761" y="798914"/>
                  </a:cubicBezTo>
                  <a:cubicBezTo>
                    <a:pt x="785846" y="766484"/>
                    <a:pt x="786317" y="734031"/>
                    <a:pt x="786883" y="701577"/>
                  </a:cubicBezTo>
                  <a:cubicBezTo>
                    <a:pt x="786953" y="697901"/>
                    <a:pt x="785893" y="694224"/>
                    <a:pt x="785351" y="690547"/>
                  </a:cubicBezTo>
                  <a:cubicBezTo>
                    <a:pt x="777880" y="704193"/>
                    <a:pt x="778210" y="720149"/>
                    <a:pt x="769701" y="733583"/>
                  </a:cubicBezTo>
                  <a:cubicBezTo>
                    <a:pt x="762183" y="721775"/>
                    <a:pt x="753180" y="607233"/>
                    <a:pt x="759378" y="596298"/>
                  </a:cubicBezTo>
                  <a:cubicBezTo>
                    <a:pt x="769254" y="611429"/>
                    <a:pt x="778728" y="625923"/>
                    <a:pt x="788202" y="640418"/>
                  </a:cubicBezTo>
                  <a:cubicBezTo>
                    <a:pt x="789381" y="639970"/>
                    <a:pt x="790559" y="639546"/>
                    <a:pt x="791738" y="639098"/>
                  </a:cubicBezTo>
                  <a:cubicBezTo>
                    <a:pt x="788603" y="607941"/>
                    <a:pt x="785445" y="576807"/>
                    <a:pt x="782310" y="545650"/>
                  </a:cubicBezTo>
                  <a:cubicBezTo>
                    <a:pt x="783135" y="545438"/>
                    <a:pt x="783937" y="545225"/>
                    <a:pt x="784761" y="545013"/>
                  </a:cubicBezTo>
                  <a:cubicBezTo>
                    <a:pt x="785987" y="547512"/>
                    <a:pt x="787354" y="549939"/>
                    <a:pt x="788438" y="552508"/>
                  </a:cubicBezTo>
                  <a:cubicBezTo>
                    <a:pt x="792115" y="561134"/>
                    <a:pt x="795037" y="570161"/>
                    <a:pt x="799492" y="578362"/>
                  </a:cubicBezTo>
                  <a:cubicBezTo>
                    <a:pt x="804040" y="586753"/>
                    <a:pt x="809579" y="594742"/>
                    <a:pt x="815589" y="602190"/>
                  </a:cubicBezTo>
                  <a:cubicBezTo>
                    <a:pt x="819666" y="607233"/>
                    <a:pt x="825228" y="609897"/>
                    <a:pt x="832723" y="608270"/>
                  </a:cubicBezTo>
                  <a:cubicBezTo>
                    <a:pt x="835928" y="607587"/>
                    <a:pt x="841113" y="610038"/>
                    <a:pt x="843494" y="612748"/>
                  </a:cubicBezTo>
                  <a:cubicBezTo>
                    <a:pt x="852261" y="622694"/>
                    <a:pt x="845473" y="642350"/>
                    <a:pt x="832487" y="644896"/>
                  </a:cubicBezTo>
                  <a:cubicBezTo>
                    <a:pt x="826336" y="646121"/>
                    <a:pt x="822518" y="649232"/>
                    <a:pt x="820915" y="654888"/>
                  </a:cubicBezTo>
                  <a:cubicBezTo>
                    <a:pt x="817851" y="665801"/>
                    <a:pt x="814222" y="676642"/>
                    <a:pt x="812525" y="687790"/>
                  </a:cubicBezTo>
                  <a:cubicBezTo>
                    <a:pt x="807034" y="723896"/>
                    <a:pt x="805808" y="760333"/>
                    <a:pt x="809697" y="796628"/>
                  </a:cubicBezTo>
                  <a:cubicBezTo>
                    <a:pt x="811394" y="812466"/>
                    <a:pt x="809932" y="830495"/>
                    <a:pt x="828009" y="841549"/>
                  </a:cubicBezTo>
                  <a:cubicBezTo>
                    <a:pt x="822659" y="841148"/>
                    <a:pt x="818723" y="840606"/>
                    <a:pt x="814787" y="840630"/>
                  </a:cubicBezTo>
                  <a:cubicBezTo>
                    <a:pt x="810144" y="840653"/>
                    <a:pt x="805289" y="840418"/>
                    <a:pt x="800953" y="841690"/>
                  </a:cubicBezTo>
                  <a:cubicBezTo>
                    <a:pt x="798054" y="842539"/>
                    <a:pt x="794236" y="845626"/>
                    <a:pt x="793835" y="848172"/>
                  </a:cubicBezTo>
                  <a:cubicBezTo>
                    <a:pt x="793364" y="851165"/>
                    <a:pt x="795626" y="855101"/>
                    <a:pt x="797724" y="857811"/>
                  </a:cubicBezTo>
                  <a:cubicBezTo>
                    <a:pt x="799185" y="859696"/>
                    <a:pt x="802320" y="860592"/>
                    <a:pt x="804889" y="861252"/>
                  </a:cubicBezTo>
                  <a:cubicBezTo>
                    <a:pt x="818935" y="864881"/>
                    <a:pt x="826194" y="889251"/>
                    <a:pt x="815777" y="901436"/>
                  </a:cubicBezTo>
                  <a:cubicBezTo>
                    <a:pt x="809084" y="893211"/>
                    <a:pt x="802461" y="885127"/>
                    <a:pt x="795862" y="877043"/>
                  </a:cubicBezTo>
                  <a:cubicBezTo>
                    <a:pt x="795367" y="881049"/>
                    <a:pt x="796121" y="884349"/>
                    <a:pt x="797300" y="887483"/>
                  </a:cubicBezTo>
                  <a:cubicBezTo>
                    <a:pt x="802414" y="901059"/>
                    <a:pt x="801354" y="914587"/>
                    <a:pt x="794660" y="926913"/>
                  </a:cubicBezTo>
                  <a:cubicBezTo>
                    <a:pt x="786317" y="942256"/>
                    <a:pt x="776395" y="956751"/>
                    <a:pt x="767392" y="971764"/>
                  </a:cubicBezTo>
                  <a:cubicBezTo>
                    <a:pt x="761830" y="981049"/>
                    <a:pt x="755961" y="990241"/>
                    <a:pt x="751554" y="1000092"/>
                  </a:cubicBezTo>
                  <a:cubicBezTo>
                    <a:pt x="747854" y="1008341"/>
                    <a:pt x="750045" y="1011924"/>
                    <a:pt x="757776" y="1016567"/>
                  </a:cubicBezTo>
                  <a:cubicBezTo>
                    <a:pt x="760958" y="1018476"/>
                    <a:pt x="763856" y="1020833"/>
                    <a:pt x="767910" y="1023708"/>
                  </a:cubicBezTo>
                  <a:cubicBezTo>
                    <a:pt x="764021" y="1026395"/>
                    <a:pt x="761806" y="1028351"/>
                    <a:pt x="759261" y="1029624"/>
                  </a:cubicBezTo>
                  <a:cubicBezTo>
                    <a:pt x="746934" y="1035775"/>
                    <a:pt x="740312" y="1045414"/>
                    <a:pt x="739228" y="1059343"/>
                  </a:cubicBezTo>
                  <a:cubicBezTo>
                    <a:pt x="738379" y="1070420"/>
                    <a:pt x="729235" y="1077962"/>
                    <a:pt x="717757" y="1077514"/>
                  </a:cubicBezTo>
                  <a:cubicBezTo>
                    <a:pt x="711276" y="1077255"/>
                    <a:pt x="702343" y="1078151"/>
                    <a:pt x="700694" y="1070585"/>
                  </a:cubicBezTo>
                  <a:cubicBezTo>
                    <a:pt x="699727" y="1066107"/>
                    <a:pt x="704370" y="1059225"/>
                    <a:pt x="708306" y="1055171"/>
                  </a:cubicBezTo>
                  <a:cubicBezTo>
                    <a:pt x="715494" y="1047771"/>
                    <a:pt x="724168" y="1041785"/>
                    <a:pt x="731992" y="1034974"/>
                  </a:cubicBezTo>
                  <a:cubicBezTo>
                    <a:pt x="740712" y="1027408"/>
                    <a:pt x="741137" y="1022482"/>
                    <a:pt x="733713" y="1013597"/>
                  </a:cubicBezTo>
                  <a:cubicBezTo>
                    <a:pt x="728952" y="1007894"/>
                    <a:pt x="723908" y="1002402"/>
                    <a:pt x="718558" y="997241"/>
                  </a:cubicBezTo>
                  <a:cubicBezTo>
                    <a:pt x="706185" y="985315"/>
                    <a:pt x="704394" y="972023"/>
                    <a:pt x="712148" y="956915"/>
                  </a:cubicBezTo>
                  <a:cubicBezTo>
                    <a:pt x="724144" y="933559"/>
                    <a:pt x="733359" y="909213"/>
                    <a:pt x="738898" y="883430"/>
                  </a:cubicBezTo>
                  <a:cubicBezTo>
                    <a:pt x="745662" y="851966"/>
                    <a:pt x="751460" y="820385"/>
                    <a:pt x="751200" y="788049"/>
                  </a:cubicBezTo>
                  <a:cubicBezTo>
                    <a:pt x="751153" y="782463"/>
                    <a:pt x="750163" y="776689"/>
                    <a:pt x="748490" y="771339"/>
                  </a:cubicBezTo>
                  <a:cubicBezTo>
                    <a:pt x="746817" y="765966"/>
                    <a:pt x="743140" y="765612"/>
                    <a:pt x="740053" y="770349"/>
                  </a:cubicBezTo>
                  <a:cubicBezTo>
                    <a:pt x="737813" y="773790"/>
                    <a:pt x="735810" y="777820"/>
                    <a:pt x="735150" y="781827"/>
                  </a:cubicBezTo>
                  <a:cubicBezTo>
                    <a:pt x="733218" y="793493"/>
                    <a:pt x="731332" y="805230"/>
                    <a:pt x="730649" y="817014"/>
                  </a:cubicBezTo>
                  <a:cubicBezTo>
                    <a:pt x="728952" y="846757"/>
                    <a:pt x="725487" y="876289"/>
                    <a:pt x="714552" y="904099"/>
                  </a:cubicBezTo>
                  <a:cubicBezTo>
                    <a:pt x="701000" y="938532"/>
                    <a:pt x="685846" y="972329"/>
                    <a:pt x="671492" y="1006432"/>
                  </a:cubicBezTo>
                  <a:cubicBezTo>
                    <a:pt x="667910" y="1014941"/>
                    <a:pt x="664776" y="1023614"/>
                    <a:pt x="661452" y="1032216"/>
                  </a:cubicBezTo>
                  <a:cubicBezTo>
                    <a:pt x="662136" y="1032640"/>
                    <a:pt x="662819" y="1033064"/>
                    <a:pt x="663526" y="1033489"/>
                  </a:cubicBezTo>
                  <a:cubicBezTo>
                    <a:pt x="666449" y="1030283"/>
                    <a:pt x="669206" y="1026937"/>
                    <a:pt x="672341" y="1023944"/>
                  </a:cubicBezTo>
                  <a:cubicBezTo>
                    <a:pt x="680331" y="1016307"/>
                    <a:pt x="688179" y="1008483"/>
                    <a:pt x="696734" y="1001507"/>
                  </a:cubicBezTo>
                  <a:cubicBezTo>
                    <a:pt x="698926" y="999715"/>
                    <a:pt x="704606" y="999362"/>
                    <a:pt x="706656" y="1000964"/>
                  </a:cubicBezTo>
                  <a:cubicBezTo>
                    <a:pt x="708683" y="1002567"/>
                    <a:pt x="709037" y="1007564"/>
                    <a:pt x="708518" y="1010816"/>
                  </a:cubicBezTo>
                  <a:cubicBezTo>
                    <a:pt x="707882" y="1014823"/>
                    <a:pt x="706232" y="1019018"/>
                    <a:pt x="703922" y="1022388"/>
                  </a:cubicBezTo>
                  <a:cubicBezTo>
                    <a:pt x="698596" y="1030118"/>
                    <a:pt x="692374" y="1037212"/>
                    <a:pt x="686953" y="1044849"/>
                  </a:cubicBezTo>
                  <a:cubicBezTo>
                    <a:pt x="678964" y="1056114"/>
                    <a:pt x="671186" y="1067545"/>
                    <a:pt x="663762" y="1079188"/>
                  </a:cubicBezTo>
                  <a:cubicBezTo>
                    <a:pt x="662419" y="1081309"/>
                    <a:pt x="663149" y="1084773"/>
                    <a:pt x="662914" y="1087601"/>
                  </a:cubicBezTo>
                  <a:cubicBezTo>
                    <a:pt x="665671" y="1087814"/>
                    <a:pt x="668546" y="1088662"/>
                    <a:pt x="671162" y="1088120"/>
                  </a:cubicBezTo>
                  <a:cubicBezTo>
                    <a:pt x="676465" y="1087036"/>
                    <a:pt x="681509" y="1084726"/>
                    <a:pt x="686835" y="1083831"/>
                  </a:cubicBezTo>
                  <a:cubicBezTo>
                    <a:pt x="689970" y="1083312"/>
                    <a:pt x="695367" y="1083501"/>
                    <a:pt x="696263" y="1085198"/>
                  </a:cubicBezTo>
                  <a:cubicBezTo>
                    <a:pt x="697583" y="1087743"/>
                    <a:pt x="696899" y="1092574"/>
                    <a:pt x="695202" y="1095214"/>
                  </a:cubicBezTo>
                  <a:cubicBezTo>
                    <a:pt x="688744" y="1105136"/>
                    <a:pt x="681674" y="1114681"/>
                    <a:pt x="674533" y="1124132"/>
                  </a:cubicBezTo>
                  <a:cubicBezTo>
                    <a:pt x="669607" y="1130684"/>
                    <a:pt x="664186" y="1136859"/>
                    <a:pt x="659001" y="1143223"/>
                  </a:cubicBezTo>
                  <a:cubicBezTo>
                    <a:pt x="662089" y="1142963"/>
                    <a:pt x="664139" y="1141785"/>
                    <a:pt x="666072" y="1140394"/>
                  </a:cubicBezTo>
                  <a:cubicBezTo>
                    <a:pt x="724662" y="1098160"/>
                    <a:pt x="775994" y="1048078"/>
                    <a:pt x="823319" y="993800"/>
                  </a:cubicBezTo>
                  <a:cubicBezTo>
                    <a:pt x="832369" y="983430"/>
                    <a:pt x="839888" y="971646"/>
                    <a:pt x="847571" y="960168"/>
                  </a:cubicBezTo>
                  <a:cubicBezTo>
                    <a:pt x="849173" y="957764"/>
                    <a:pt x="848396" y="953781"/>
                    <a:pt x="848702" y="950529"/>
                  </a:cubicBezTo>
                  <a:cubicBezTo>
                    <a:pt x="844955" y="950269"/>
                    <a:pt x="839817" y="948313"/>
                    <a:pt x="837743" y="950034"/>
                  </a:cubicBezTo>
                  <a:cubicBezTo>
                    <a:pt x="832511" y="954441"/>
                    <a:pt x="827349" y="959909"/>
                    <a:pt x="824498" y="966036"/>
                  </a:cubicBezTo>
                  <a:cubicBezTo>
                    <a:pt x="818299" y="979258"/>
                    <a:pt x="811040" y="991443"/>
                    <a:pt x="799303" y="1000352"/>
                  </a:cubicBezTo>
                  <a:cubicBezTo>
                    <a:pt x="792044" y="1005867"/>
                    <a:pt x="784149" y="1010415"/>
                    <a:pt x="773001" y="1008954"/>
                  </a:cubicBezTo>
                  <a:cubicBezTo>
                    <a:pt x="775028" y="1004170"/>
                    <a:pt x="776230" y="999833"/>
                    <a:pt x="778539" y="996227"/>
                  </a:cubicBezTo>
                  <a:cubicBezTo>
                    <a:pt x="786128" y="984349"/>
                    <a:pt x="794094" y="972730"/>
                    <a:pt x="801966" y="961040"/>
                  </a:cubicBezTo>
                  <a:cubicBezTo>
                    <a:pt x="817922" y="937354"/>
                    <a:pt x="832888" y="913456"/>
                    <a:pt x="834302" y="883500"/>
                  </a:cubicBezTo>
                  <a:cubicBezTo>
                    <a:pt x="834891" y="871056"/>
                    <a:pt x="840194" y="867592"/>
                    <a:pt x="852968" y="867922"/>
                  </a:cubicBezTo>
                  <a:cubicBezTo>
                    <a:pt x="856904" y="868016"/>
                    <a:pt x="860816" y="868935"/>
                    <a:pt x="864752" y="869030"/>
                  </a:cubicBezTo>
                  <a:cubicBezTo>
                    <a:pt x="873826" y="869289"/>
                    <a:pt x="882970" y="869949"/>
                    <a:pt x="891950" y="869030"/>
                  </a:cubicBezTo>
                  <a:cubicBezTo>
                    <a:pt x="895202" y="868700"/>
                    <a:pt x="900576" y="864222"/>
                    <a:pt x="900505" y="861794"/>
                  </a:cubicBezTo>
                  <a:cubicBezTo>
                    <a:pt x="900317" y="857623"/>
                    <a:pt x="897771" y="851542"/>
                    <a:pt x="894354" y="849656"/>
                  </a:cubicBezTo>
                  <a:close/>
                  <a:moveTo>
                    <a:pt x="443917" y="128492"/>
                  </a:moveTo>
                  <a:cubicBezTo>
                    <a:pt x="470644" y="147676"/>
                    <a:pt x="494566" y="169595"/>
                    <a:pt x="510403" y="199055"/>
                  </a:cubicBezTo>
                  <a:cubicBezTo>
                    <a:pt x="515023" y="207634"/>
                    <a:pt x="516578" y="216448"/>
                    <a:pt x="513255" y="226111"/>
                  </a:cubicBezTo>
                  <a:cubicBezTo>
                    <a:pt x="510710" y="233441"/>
                    <a:pt x="512878" y="235892"/>
                    <a:pt x="520750" y="234714"/>
                  </a:cubicBezTo>
                  <a:cubicBezTo>
                    <a:pt x="526783" y="233818"/>
                    <a:pt x="532605" y="231556"/>
                    <a:pt x="538544" y="230047"/>
                  </a:cubicBezTo>
                  <a:cubicBezTo>
                    <a:pt x="541325" y="229340"/>
                    <a:pt x="544177" y="228963"/>
                    <a:pt x="547005" y="228445"/>
                  </a:cubicBezTo>
                  <a:cubicBezTo>
                    <a:pt x="547264" y="229057"/>
                    <a:pt x="547547" y="229670"/>
                    <a:pt x="547806" y="230259"/>
                  </a:cubicBezTo>
                  <a:cubicBezTo>
                    <a:pt x="538332" y="240865"/>
                    <a:pt x="528999" y="251636"/>
                    <a:pt x="519171" y="261888"/>
                  </a:cubicBezTo>
                  <a:cubicBezTo>
                    <a:pt x="517898" y="263208"/>
                    <a:pt x="513255" y="263019"/>
                    <a:pt x="511440" y="261723"/>
                  </a:cubicBezTo>
                  <a:cubicBezTo>
                    <a:pt x="508589" y="259673"/>
                    <a:pt x="506043" y="256444"/>
                    <a:pt x="504700" y="253168"/>
                  </a:cubicBezTo>
                  <a:cubicBezTo>
                    <a:pt x="490653" y="219041"/>
                    <a:pt x="468806" y="189675"/>
                    <a:pt x="448207" y="159531"/>
                  </a:cubicBezTo>
                  <a:cubicBezTo>
                    <a:pt x="443093" y="152036"/>
                    <a:pt x="438945" y="143835"/>
                    <a:pt x="434797" y="135727"/>
                  </a:cubicBezTo>
                  <a:cubicBezTo>
                    <a:pt x="433430" y="133088"/>
                    <a:pt x="433453" y="129741"/>
                    <a:pt x="432345" y="124320"/>
                  </a:cubicBezTo>
                  <a:cubicBezTo>
                    <a:pt x="437554" y="126111"/>
                    <a:pt x="441254" y="126559"/>
                    <a:pt x="443917" y="128492"/>
                  </a:cubicBezTo>
                  <a:close/>
                  <a:moveTo>
                    <a:pt x="457634" y="61511"/>
                  </a:moveTo>
                  <a:cubicBezTo>
                    <a:pt x="445921" y="53993"/>
                    <a:pt x="435598" y="44235"/>
                    <a:pt x="425086" y="34997"/>
                  </a:cubicBezTo>
                  <a:cubicBezTo>
                    <a:pt x="423107" y="33252"/>
                    <a:pt x="422918" y="29458"/>
                    <a:pt x="421928" y="26606"/>
                  </a:cubicBezTo>
                  <a:cubicBezTo>
                    <a:pt x="425157" y="26465"/>
                    <a:pt x="428904" y="25216"/>
                    <a:pt x="431497" y="26441"/>
                  </a:cubicBezTo>
                  <a:cubicBezTo>
                    <a:pt x="437200" y="29081"/>
                    <a:pt x="443658" y="31909"/>
                    <a:pt x="447382" y="36576"/>
                  </a:cubicBezTo>
                  <a:cubicBezTo>
                    <a:pt x="456691" y="48336"/>
                    <a:pt x="468240" y="49703"/>
                    <a:pt x="481815" y="47959"/>
                  </a:cubicBezTo>
                  <a:cubicBezTo>
                    <a:pt x="490700" y="46828"/>
                    <a:pt x="499845" y="46969"/>
                    <a:pt x="508801" y="47653"/>
                  </a:cubicBezTo>
                  <a:cubicBezTo>
                    <a:pt x="511912" y="47888"/>
                    <a:pt x="515494" y="50929"/>
                    <a:pt x="517568" y="53686"/>
                  </a:cubicBezTo>
                  <a:cubicBezTo>
                    <a:pt x="523319" y="61299"/>
                    <a:pt x="521975" y="64080"/>
                    <a:pt x="512855" y="66389"/>
                  </a:cubicBezTo>
                  <a:cubicBezTo>
                    <a:pt x="504771" y="68440"/>
                    <a:pt x="496781" y="70844"/>
                    <a:pt x="486552" y="73719"/>
                  </a:cubicBezTo>
                  <a:cubicBezTo>
                    <a:pt x="477738" y="70137"/>
                    <a:pt x="466708" y="67332"/>
                    <a:pt x="457634" y="61511"/>
                  </a:cubicBezTo>
                  <a:close/>
                  <a:moveTo>
                    <a:pt x="867415" y="745720"/>
                  </a:moveTo>
                  <a:cubicBezTo>
                    <a:pt x="866991" y="749821"/>
                    <a:pt x="866261" y="754158"/>
                    <a:pt x="864469" y="757787"/>
                  </a:cubicBezTo>
                  <a:cubicBezTo>
                    <a:pt x="857493" y="771952"/>
                    <a:pt x="857587" y="786800"/>
                    <a:pt x="858954" y="801954"/>
                  </a:cubicBezTo>
                  <a:cubicBezTo>
                    <a:pt x="859520" y="808082"/>
                    <a:pt x="859049" y="814281"/>
                    <a:pt x="859049" y="820455"/>
                  </a:cubicBezTo>
                  <a:cubicBezTo>
                    <a:pt x="857540" y="820785"/>
                    <a:pt x="856032" y="821092"/>
                    <a:pt x="854500" y="821422"/>
                  </a:cubicBezTo>
                  <a:cubicBezTo>
                    <a:pt x="838945" y="797901"/>
                    <a:pt x="832959" y="770255"/>
                    <a:pt x="821269" y="745061"/>
                  </a:cubicBezTo>
                  <a:cubicBezTo>
                    <a:pt x="822023" y="744377"/>
                    <a:pt x="822801" y="743694"/>
                    <a:pt x="823555" y="742987"/>
                  </a:cubicBezTo>
                  <a:cubicBezTo>
                    <a:pt x="826124" y="743788"/>
                    <a:pt x="828811" y="744330"/>
                    <a:pt x="831238" y="745438"/>
                  </a:cubicBezTo>
                  <a:cubicBezTo>
                    <a:pt x="840359" y="749538"/>
                    <a:pt x="848961" y="748007"/>
                    <a:pt x="853039" y="741313"/>
                  </a:cubicBezTo>
                  <a:cubicBezTo>
                    <a:pt x="857399" y="734172"/>
                    <a:pt x="855749" y="725782"/>
                    <a:pt x="847241" y="720149"/>
                  </a:cubicBezTo>
                  <a:cubicBezTo>
                    <a:pt x="831804" y="709897"/>
                    <a:pt x="830979" y="675888"/>
                    <a:pt x="839723" y="665141"/>
                  </a:cubicBezTo>
                  <a:cubicBezTo>
                    <a:pt x="841962" y="662407"/>
                    <a:pt x="846015" y="660074"/>
                    <a:pt x="849480" y="659626"/>
                  </a:cubicBezTo>
                  <a:cubicBezTo>
                    <a:pt x="857517" y="658589"/>
                    <a:pt x="857470" y="661252"/>
                    <a:pt x="856527" y="669077"/>
                  </a:cubicBezTo>
                  <a:cubicBezTo>
                    <a:pt x="855396" y="678551"/>
                    <a:pt x="856315" y="688732"/>
                    <a:pt x="858577" y="698066"/>
                  </a:cubicBezTo>
                  <a:cubicBezTo>
                    <a:pt x="862490" y="713809"/>
                    <a:pt x="869159" y="728987"/>
                    <a:pt x="867415" y="74572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888" name="Google Shape;1888;p48"/>
            <p:cNvSpPr/>
            <p:nvPr/>
          </p:nvSpPr>
          <p:spPr>
            <a:xfrm>
              <a:off x="342903" y="2442120"/>
              <a:ext cx="1122602" cy="585900"/>
            </a:xfrm>
            <a:custGeom>
              <a:rect b="b" l="l" r="r" t="t"/>
              <a:pathLst>
                <a:path extrusionOk="0" h="585900" w="1122602">
                  <a:moveTo>
                    <a:pt x="1037851" y="440319"/>
                  </a:moveTo>
                  <a:cubicBezTo>
                    <a:pt x="1032172" y="434356"/>
                    <a:pt x="1025313" y="429313"/>
                    <a:pt x="1020600" y="422690"/>
                  </a:cubicBezTo>
                  <a:cubicBezTo>
                    <a:pt x="1014896" y="414701"/>
                    <a:pt x="1010984" y="405462"/>
                    <a:pt x="1006105" y="396883"/>
                  </a:cubicBezTo>
                  <a:cubicBezTo>
                    <a:pt x="1003300" y="391957"/>
                    <a:pt x="1000543" y="386890"/>
                    <a:pt x="996913" y="382577"/>
                  </a:cubicBezTo>
                  <a:cubicBezTo>
                    <a:pt x="994981" y="380291"/>
                    <a:pt x="991304" y="379466"/>
                    <a:pt x="988405" y="378005"/>
                  </a:cubicBezTo>
                  <a:cubicBezTo>
                    <a:pt x="986897" y="380951"/>
                    <a:pt x="984422" y="383779"/>
                    <a:pt x="984069" y="386843"/>
                  </a:cubicBezTo>
                  <a:cubicBezTo>
                    <a:pt x="982867" y="397637"/>
                    <a:pt x="986755" y="407088"/>
                    <a:pt x="992600" y="416091"/>
                  </a:cubicBezTo>
                  <a:cubicBezTo>
                    <a:pt x="996183" y="421583"/>
                    <a:pt x="999129" y="427616"/>
                    <a:pt x="1001439" y="433744"/>
                  </a:cubicBezTo>
                  <a:cubicBezTo>
                    <a:pt x="1002287" y="436006"/>
                    <a:pt x="1001439" y="440366"/>
                    <a:pt x="999718" y="441710"/>
                  </a:cubicBezTo>
                  <a:cubicBezTo>
                    <a:pt x="998233" y="442888"/>
                    <a:pt x="994227" y="441663"/>
                    <a:pt x="991752" y="440579"/>
                  </a:cubicBezTo>
                  <a:cubicBezTo>
                    <a:pt x="988641" y="439212"/>
                    <a:pt x="985601" y="437232"/>
                    <a:pt x="983079" y="434922"/>
                  </a:cubicBezTo>
                  <a:cubicBezTo>
                    <a:pt x="965544" y="418896"/>
                    <a:pt x="948316" y="402563"/>
                    <a:pt x="930687" y="386631"/>
                  </a:cubicBezTo>
                  <a:cubicBezTo>
                    <a:pt x="919515" y="376544"/>
                    <a:pt x="908273" y="366409"/>
                    <a:pt x="896277" y="357359"/>
                  </a:cubicBezTo>
                  <a:cubicBezTo>
                    <a:pt x="885318" y="349110"/>
                    <a:pt x="872756" y="346824"/>
                    <a:pt x="859086" y="351090"/>
                  </a:cubicBezTo>
                  <a:cubicBezTo>
                    <a:pt x="853571" y="352810"/>
                    <a:pt x="847279" y="353447"/>
                    <a:pt x="841575" y="352693"/>
                  </a:cubicBezTo>
                  <a:cubicBezTo>
                    <a:pt x="838346" y="352268"/>
                    <a:pt x="834905" y="348497"/>
                    <a:pt x="832808" y="345410"/>
                  </a:cubicBezTo>
                  <a:cubicBezTo>
                    <a:pt x="829697" y="340791"/>
                    <a:pt x="828660" y="334592"/>
                    <a:pt x="825077" y="330538"/>
                  </a:cubicBezTo>
                  <a:cubicBezTo>
                    <a:pt x="812633" y="316468"/>
                    <a:pt x="799341" y="303129"/>
                    <a:pt x="786614" y="289318"/>
                  </a:cubicBezTo>
                  <a:cubicBezTo>
                    <a:pt x="776574" y="278429"/>
                    <a:pt x="766628" y="267399"/>
                    <a:pt x="757106" y="256039"/>
                  </a:cubicBezTo>
                  <a:cubicBezTo>
                    <a:pt x="754349" y="252763"/>
                    <a:pt x="753194" y="248120"/>
                    <a:pt x="751309" y="244114"/>
                  </a:cubicBezTo>
                  <a:cubicBezTo>
                    <a:pt x="752063" y="243407"/>
                    <a:pt x="752841" y="242676"/>
                    <a:pt x="753595" y="241969"/>
                  </a:cubicBezTo>
                  <a:cubicBezTo>
                    <a:pt x="758780" y="244891"/>
                    <a:pt x="764507" y="247154"/>
                    <a:pt x="769032" y="250901"/>
                  </a:cubicBezTo>
                  <a:cubicBezTo>
                    <a:pt x="781995" y="261625"/>
                    <a:pt x="794062" y="273456"/>
                    <a:pt x="807236" y="283897"/>
                  </a:cubicBezTo>
                  <a:cubicBezTo>
                    <a:pt x="818808" y="293065"/>
                    <a:pt x="831087" y="301432"/>
                    <a:pt x="843626" y="309256"/>
                  </a:cubicBezTo>
                  <a:cubicBezTo>
                    <a:pt x="850861" y="313781"/>
                    <a:pt x="859228" y="314088"/>
                    <a:pt x="867948" y="312132"/>
                  </a:cubicBezTo>
                  <a:cubicBezTo>
                    <a:pt x="881759" y="309021"/>
                    <a:pt x="893614" y="312603"/>
                    <a:pt x="903041" y="324057"/>
                  </a:cubicBezTo>
                  <a:cubicBezTo>
                    <a:pt x="919562" y="344137"/>
                    <a:pt x="936343" y="363982"/>
                    <a:pt x="953524" y="383496"/>
                  </a:cubicBezTo>
                  <a:cubicBezTo>
                    <a:pt x="956258" y="386607"/>
                    <a:pt x="961608" y="387409"/>
                    <a:pt x="965733" y="389270"/>
                  </a:cubicBezTo>
                  <a:cubicBezTo>
                    <a:pt x="965591" y="384368"/>
                    <a:pt x="965615" y="379443"/>
                    <a:pt x="965167" y="374540"/>
                  </a:cubicBezTo>
                  <a:cubicBezTo>
                    <a:pt x="965026" y="372985"/>
                    <a:pt x="963682" y="371429"/>
                    <a:pt x="962645" y="370062"/>
                  </a:cubicBezTo>
                  <a:cubicBezTo>
                    <a:pt x="955575" y="360847"/>
                    <a:pt x="948976" y="351208"/>
                    <a:pt x="941245" y="342558"/>
                  </a:cubicBezTo>
                  <a:cubicBezTo>
                    <a:pt x="896371" y="292429"/>
                    <a:pt x="846949" y="247036"/>
                    <a:pt x="795075" y="204330"/>
                  </a:cubicBezTo>
                  <a:cubicBezTo>
                    <a:pt x="770635" y="184203"/>
                    <a:pt x="745817" y="164477"/>
                    <a:pt x="717135" y="150430"/>
                  </a:cubicBezTo>
                  <a:cubicBezTo>
                    <a:pt x="670328" y="127522"/>
                    <a:pt x="620906" y="112249"/>
                    <a:pt x="570352" y="100418"/>
                  </a:cubicBezTo>
                  <a:cubicBezTo>
                    <a:pt x="546548" y="94856"/>
                    <a:pt x="522579" y="89482"/>
                    <a:pt x="497856" y="91415"/>
                  </a:cubicBezTo>
                  <a:cubicBezTo>
                    <a:pt x="494273" y="91698"/>
                    <a:pt x="490927" y="94880"/>
                    <a:pt x="487486" y="96741"/>
                  </a:cubicBezTo>
                  <a:cubicBezTo>
                    <a:pt x="489748" y="99758"/>
                    <a:pt x="491422" y="104425"/>
                    <a:pt x="494415" y="105509"/>
                  </a:cubicBezTo>
                  <a:cubicBezTo>
                    <a:pt x="503818" y="108973"/>
                    <a:pt x="513623" y="112815"/>
                    <a:pt x="523451" y="113404"/>
                  </a:cubicBezTo>
                  <a:cubicBezTo>
                    <a:pt x="557601" y="115455"/>
                    <a:pt x="591327" y="119603"/>
                    <a:pt x="623969" y="130208"/>
                  </a:cubicBezTo>
                  <a:cubicBezTo>
                    <a:pt x="653830" y="139895"/>
                    <a:pt x="683574" y="149746"/>
                    <a:pt x="707566" y="171641"/>
                  </a:cubicBezTo>
                  <a:cubicBezTo>
                    <a:pt x="712822" y="176426"/>
                    <a:pt x="720411" y="178782"/>
                    <a:pt x="727128" y="181823"/>
                  </a:cubicBezTo>
                  <a:cubicBezTo>
                    <a:pt x="733774" y="184840"/>
                    <a:pt x="741363" y="186301"/>
                    <a:pt x="747373" y="190213"/>
                  </a:cubicBezTo>
                  <a:cubicBezTo>
                    <a:pt x="779614" y="211236"/>
                    <a:pt x="808768" y="236195"/>
                    <a:pt x="836626" y="262638"/>
                  </a:cubicBezTo>
                  <a:cubicBezTo>
                    <a:pt x="846289" y="271830"/>
                    <a:pt x="855197" y="281823"/>
                    <a:pt x="864177" y="291722"/>
                  </a:cubicBezTo>
                  <a:cubicBezTo>
                    <a:pt x="866180" y="293937"/>
                    <a:pt x="867029" y="297213"/>
                    <a:pt x="868419" y="299994"/>
                  </a:cubicBezTo>
                  <a:cubicBezTo>
                    <a:pt x="867618" y="300701"/>
                    <a:pt x="866817" y="301432"/>
                    <a:pt x="866015" y="302139"/>
                  </a:cubicBezTo>
                  <a:cubicBezTo>
                    <a:pt x="856847" y="296553"/>
                    <a:pt x="847137" y="291651"/>
                    <a:pt x="838582" y="285217"/>
                  </a:cubicBezTo>
                  <a:cubicBezTo>
                    <a:pt x="807542" y="261837"/>
                    <a:pt x="777139" y="237656"/>
                    <a:pt x="745982" y="214441"/>
                  </a:cubicBezTo>
                  <a:cubicBezTo>
                    <a:pt x="736178" y="207135"/>
                    <a:pt x="724912" y="201762"/>
                    <a:pt x="714118" y="195869"/>
                  </a:cubicBezTo>
                  <a:cubicBezTo>
                    <a:pt x="705162" y="190967"/>
                    <a:pt x="695711" y="186961"/>
                    <a:pt x="686849" y="181870"/>
                  </a:cubicBezTo>
                  <a:cubicBezTo>
                    <a:pt x="680038" y="177958"/>
                    <a:pt x="674240" y="172207"/>
                    <a:pt x="667288" y="168648"/>
                  </a:cubicBezTo>
                  <a:cubicBezTo>
                    <a:pt x="645935" y="157783"/>
                    <a:pt x="622862" y="152551"/>
                    <a:pt x="599270" y="149393"/>
                  </a:cubicBezTo>
                  <a:cubicBezTo>
                    <a:pt x="590502" y="148214"/>
                    <a:pt x="581735" y="147130"/>
                    <a:pt x="572944" y="145999"/>
                  </a:cubicBezTo>
                  <a:cubicBezTo>
                    <a:pt x="572756" y="146848"/>
                    <a:pt x="572543" y="147672"/>
                    <a:pt x="572355" y="148521"/>
                  </a:cubicBezTo>
                  <a:cubicBezTo>
                    <a:pt x="583974" y="153729"/>
                    <a:pt x="595570" y="158962"/>
                    <a:pt x="607189" y="164147"/>
                  </a:cubicBezTo>
                  <a:cubicBezTo>
                    <a:pt x="647349" y="182082"/>
                    <a:pt x="687651" y="199711"/>
                    <a:pt x="724158" y="224670"/>
                  </a:cubicBezTo>
                  <a:cubicBezTo>
                    <a:pt x="728612" y="227710"/>
                    <a:pt x="732690" y="231481"/>
                    <a:pt x="736249" y="235535"/>
                  </a:cubicBezTo>
                  <a:cubicBezTo>
                    <a:pt x="737663" y="237137"/>
                    <a:pt x="737168" y="240390"/>
                    <a:pt x="737568" y="242888"/>
                  </a:cubicBezTo>
                  <a:cubicBezTo>
                    <a:pt x="734882" y="243242"/>
                    <a:pt x="732030" y="244326"/>
                    <a:pt x="729532" y="243784"/>
                  </a:cubicBezTo>
                  <a:cubicBezTo>
                    <a:pt x="727033" y="243242"/>
                    <a:pt x="724889" y="241097"/>
                    <a:pt x="722555" y="239683"/>
                  </a:cubicBezTo>
                  <a:cubicBezTo>
                    <a:pt x="717088" y="236313"/>
                    <a:pt x="711879" y="232400"/>
                    <a:pt x="706105" y="229713"/>
                  </a:cubicBezTo>
                  <a:cubicBezTo>
                    <a:pt x="652770" y="204778"/>
                    <a:pt x="597573" y="185052"/>
                    <a:pt x="540396" y="170981"/>
                  </a:cubicBezTo>
                  <a:cubicBezTo>
                    <a:pt x="533915" y="169379"/>
                    <a:pt x="526727" y="169497"/>
                    <a:pt x="520033" y="170251"/>
                  </a:cubicBezTo>
                  <a:cubicBezTo>
                    <a:pt x="514872" y="170840"/>
                    <a:pt x="512444" y="175318"/>
                    <a:pt x="515037" y="180338"/>
                  </a:cubicBezTo>
                  <a:cubicBezTo>
                    <a:pt x="518831" y="187644"/>
                    <a:pt x="515296" y="191014"/>
                    <a:pt x="508980" y="192947"/>
                  </a:cubicBezTo>
                  <a:cubicBezTo>
                    <a:pt x="495357" y="197142"/>
                    <a:pt x="481641" y="197024"/>
                    <a:pt x="468230" y="192216"/>
                  </a:cubicBezTo>
                  <a:cubicBezTo>
                    <a:pt x="462032" y="190001"/>
                    <a:pt x="458355" y="185806"/>
                    <a:pt x="458025" y="178311"/>
                  </a:cubicBezTo>
                  <a:cubicBezTo>
                    <a:pt x="457884" y="175059"/>
                    <a:pt x="454396" y="170722"/>
                    <a:pt x="451285" y="169143"/>
                  </a:cubicBezTo>
                  <a:cubicBezTo>
                    <a:pt x="446830" y="166904"/>
                    <a:pt x="441363" y="166008"/>
                    <a:pt x="436272" y="165867"/>
                  </a:cubicBezTo>
                  <a:cubicBezTo>
                    <a:pt x="422154" y="165466"/>
                    <a:pt x="408037" y="165844"/>
                    <a:pt x="393920" y="165679"/>
                  </a:cubicBezTo>
                  <a:cubicBezTo>
                    <a:pt x="389937" y="165631"/>
                    <a:pt x="385954" y="164712"/>
                    <a:pt x="381146" y="164076"/>
                  </a:cubicBezTo>
                  <a:cubicBezTo>
                    <a:pt x="396701" y="148662"/>
                    <a:pt x="396041" y="148969"/>
                    <a:pt x="387509" y="129431"/>
                  </a:cubicBezTo>
                  <a:cubicBezTo>
                    <a:pt x="383173" y="119485"/>
                    <a:pt x="381004" y="108384"/>
                    <a:pt x="379213" y="97566"/>
                  </a:cubicBezTo>
                  <a:cubicBezTo>
                    <a:pt x="378270" y="91910"/>
                    <a:pt x="380816" y="86395"/>
                    <a:pt x="388263" y="85429"/>
                  </a:cubicBezTo>
                  <a:cubicBezTo>
                    <a:pt x="406859" y="83001"/>
                    <a:pt x="425383" y="79796"/>
                    <a:pt x="444026" y="77887"/>
                  </a:cubicBezTo>
                  <a:cubicBezTo>
                    <a:pt x="489442" y="73244"/>
                    <a:pt x="534740" y="71783"/>
                    <a:pt x="579638" y="83425"/>
                  </a:cubicBezTo>
                  <a:cubicBezTo>
                    <a:pt x="595193" y="87456"/>
                    <a:pt x="610135" y="86206"/>
                    <a:pt x="620246" y="70369"/>
                  </a:cubicBezTo>
                  <a:cubicBezTo>
                    <a:pt x="623993" y="64500"/>
                    <a:pt x="631087" y="62945"/>
                    <a:pt x="637568" y="64288"/>
                  </a:cubicBezTo>
                  <a:cubicBezTo>
                    <a:pt x="650554" y="66998"/>
                    <a:pt x="663328" y="70675"/>
                    <a:pt x="676197" y="73951"/>
                  </a:cubicBezTo>
                  <a:cubicBezTo>
                    <a:pt x="683574" y="75836"/>
                    <a:pt x="690903" y="78028"/>
                    <a:pt x="698351" y="79560"/>
                  </a:cubicBezTo>
                  <a:cubicBezTo>
                    <a:pt x="702876" y="80503"/>
                    <a:pt x="704973" y="77651"/>
                    <a:pt x="704031" y="73385"/>
                  </a:cubicBezTo>
                  <a:cubicBezTo>
                    <a:pt x="701344" y="61177"/>
                    <a:pt x="697361" y="49676"/>
                    <a:pt x="687156" y="41262"/>
                  </a:cubicBezTo>
                  <a:cubicBezTo>
                    <a:pt x="672968" y="29548"/>
                    <a:pt x="656659" y="22030"/>
                    <a:pt x="639194" y="17151"/>
                  </a:cubicBezTo>
                  <a:cubicBezTo>
                    <a:pt x="619727" y="11707"/>
                    <a:pt x="600048" y="8243"/>
                    <a:pt x="580792" y="18424"/>
                  </a:cubicBezTo>
                  <a:cubicBezTo>
                    <a:pt x="580156" y="18754"/>
                    <a:pt x="579048" y="18165"/>
                    <a:pt x="577894" y="17953"/>
                  </a:cubicBezTo>
                  <a:cubicBezTo>
                    <a:pt x="578223" y="16609"/>
                    <a:pt x="578365" y="15643"/>
                    <a:pt x="578718" y="14747"/>
                  </a:cubicBezTo>
                  <a:cubicBezTo>
                    <a:pt x="582419" y="5650"/>
                    <a:pt x="581287" y="2115"/>
                    <a:pt x="571813" y="677"/>
                  </a:cubicBezTo>
                  <a:cubicBezTo>
                    <a:pt x="563682" y="-548"/>
                    <a:pt x="555150" y="112"/>
                    <a:pt x="546901" y="913"/>
                  </a:cubicBezTo>
                  <a:cubicBezTo>
                    <a:pt x="543743" y="1219"/>
                    <a:pt x="538629" y="3977"/>
                    <a:pt x="538393" y="6098"/>
                  </a:cubicBezTo>
                  <a:cubicBezTo>
                    <a:pt x="538016" y="9185"/>
                    <a:pt x="540373" y="13923"/>
                    <a:pt x="543060" y="15808"/>
                  </a:cubicBezTo>
                  <a:cubicBezTo>
                    <a:pt x="551544" y="21724"/>
                    <a:pt x="560736" y="26555"/>
                    <a:pt x="569597" y="31929"/>
                  </a:cubicBezTo>
                  <a:cubicBezTo>
                    <a:pt x="572261" y="33555"/>
                    <a:pt x="574688" y="35582"/>
                    <a:pt x="577210" y="37420"/>
                  </a:cubicBezTo>
                  <a:cubicBezTo>
                    <a:pt x="576904" y="38104"/>
                    <a:pt x="576597" y="38764"/>
                    <a:pt x="576291" y="39447"/>
                  </a:cubicBezTo>
                  <a:cubicBezTo>
                    <a:pt x="571153" y="39801"/>
                    <a:pt x="565992" y="40720"/>
                    <a:pt x="560901" y="40413"/>
                  </a:cubicBezTo>
                  <a:cubicBezTo>
                    <a:pt x="537945" y="39070"/>
                    <a:pt x="515013" y="36855"/>
                    <a:pt x="492034" y="35959"/>
                  </a:cubicBezTo>
                  <a:cubicBezTo>
                    <a:pt x="475277" y="35299"/>
                    <a:pt x="458450" y="35770"/>
                    <a:pt x="441693" y="36595"/>
                  </a:cubicBezTo>
                  <a:cubicBezTo>
                    <a:pt x="434669" y="36949"/>
                    <a:pt x="428188" y="39636"/>
                    <a:pt x="427740" y="48921"/>
                  </a:cubicBezTo>
                  <a:cubicBezTo>
                    <a:pt x="427481" y="54342"/>
                    <a:pt x="423569" y="57524"/>
                    <a:pt x="418148" y="57123"/>
                  </a:cubicBezTo>
                  <a:cubicBezTo>
                    <a:pt x="413057" y="56723"/>
                    <a:pt x="408037" y="55285"/>
                    <a:pt x="403017" y="54177"/>
                  </a:cubicBezTo>
                  <a:cubicBezTo>
                    <a:pt x="398893" y="53258"/>
                    <a:pt x="394839" y="52174"/>
                    <a:pt x="390738" y="51160"/>
                  </a:cubicBezTo>
                  <a:cubicBezTo>
                    <a:pt x="395805" y="60022"/>
                    <a:pt x="391751" y="65608"/>
                    <a:pt x="385836" y="69308"/>
                  </a:cubicBezTo>
                  <a:cubicBezTo>
                    <a:pt x="374782" y="76213"/>
                    <a:pt x="363116" y="82106"/>
                    <a:pt x="351709" y="88493"/>
                  </a:cubicBezTo>
                  <a:cubicBezTo>
                    <a:pt x="347372" y="90920"/>
                    <a:pt x="343130" y="93489"/>
                    <a:pt x="338864" y="95987"/>
                  </a:cubicBezTo>
                  <a:cubicBezTo>
                    <a:pt x="339053" y="96789"/>
                    <a:pt x="339241" y="97590"/>
                    <a:pt x="339430" y="98391"/>
                  </a:cubicBezTo>
                  <a:cubicBezTo>
                    <a:pt x="350248" y="99829"/>
                    <a:pt x="361042" y="101267"/>
                    <a:pt x="371860" y="102704"/>
                  </a:cubicBezTo>
                  <a:cubicBezTo>
                    <a:pt x="372001" y="103671"/>
                    <a:pt x="372166" y="104660"/>
                    <a:pt x="372308" y="105627"/>
                  </a:cubicBezTo>
                  <a:cubicBezTo>
                    <a:pt x="363870" y="112179"/>
                    <a:pt x="355433" y="118731"/>
                    <a:pt x="345699" y="126272"/>
                  </a:cubicBezTo>
                  <a:cubicBezTo>
                    <a:pt x="352982" y="127309"/>
                    <a:pt x="357719" y="127993"/>
                    <a:pt x="364954" y="129030"/>
                  </a:cubicBezTo>
                  <a:cubicBezTo>
                    <a:pt x="358591" y="134804"/>
                    <a:pt x="354419" y="139824"/>
                    <a:pt x="349187" y="143100"/>
                  </a:cubicBezTo>
                  <a:cubicBezTo>
                    <a:pt x="317818" y="162827"/>
                    <a:pt x="286566" y="182789"/>
                    <a:pt x="254537" y="201384"/>
                  </a:cubicBezTo>
                  <a:cubicBezTo>
                    <a:pt x="239053" y="210388"/>
                    <a:pt x="222013" y="216704"/>
                    <a:pt x="205539" y="223963"/>
                  </a:cubicBezTo>
                  <a:cubicBezTo>
                    <a:pt x="203300" y="224953"/>
                    <a:pt x="200377" y="224387"/>
                    <a:pt x="197761" y="224528"/>
                  </a:cubicBezTo>
                  <a:cubicBezTo>
                    <a:pt x="197525" y="223798"/>
                    <a:pt x="197266" y="223067"/>
                    <a:pt x="197031" y="222360"/>
                  </a:cubicBezTo>
                  <a:cubicBezTo>
                    <a:pt x="209592" y="203859"/>
                    <a:pt x="229131" y="192405"/>
                    <a:pt x="244426" y="176473"/>
                  </a:cubicBezTo>
                  <a:cubicBezTo>
                    <a:pt x="241221" y="177604"/>
                    <a:pt x="238251" y="179183"/>
                    <a:pt x="235400" y="180904"/>
                  </a:cubicBezTo>
                  <a:cubicBezTo>
                    <a:pt x="219279" y="190567"/>
                    <a:pt x="203323" y="200489"/>
                    <a:pt x="187038" y="209893"/>
                  </a:cubicBezTo>
                  <a:cubicBezTo>
                    <a:pt x="168419" y="220640"/>
                    <a:pt x="149446" y="230774"/>
                    <a:pt x="130780" y="241403"/>
                  </a:cubicBezTo>
                  <a:cubicBezTo>
                    <a:pt x="119915" y="247602"/>
                    <a:pt x="108485" y="254696"/>
                    <a:pt x="105586" y="267328"/>
                  </a:cubicBezTo>
                  <a:cubicBezTo>
                    <a:pt x="101202" y="286395"/>
                    <a:pt x="91233" y="302068"/>
                    <a:pt x="79496" y="316633"/>
                  </a:cubicBezTo>
                  <a:cubicBezTo>
                    <a:pt x="57672" y="343689"/>
                    <a:pt x="37615" y="371429"/>
                    <a:pt x="26090" y="404849"/>
                  </a:cubicBezTo>
                  <a:cubicBezTo>
                    <a:pt x="19679" y="423421"/>
                    <a:pt x="10181" y="440932"/>
                    <a:pt x="2616" y="459150"/>
                  </a:cubicBezTo>
                  <a:cubicBezTo>
                    <a:pt x="683" y="463817"/>
                    <a:pt x="825" y="469332"/>
                    <a:pt x="0" y="474470"/>
                  </a:cubicBezTo>
                  <a:cubicBezTo>
                    <a:pt x="1084" y="474965"/>
                    <a:pt x="2145" y="475460"/>
                    <a:pt x="3229" y="475954"/>
                  </a:cubicBezTo>
                  <a:cubicBezTo>
                    <a:pt x="5586" y="473668"/>
                    <a:pt x="8485" y="471712"/>
                    <a:pt x="10229" y="469025"/>
                  </a:cubicBezTo>
                  <a:cubicBezTo>
                    <a:pt x="14942" y="461790"/>
                    <a:pt x="19844" y="454578"/>
                    <a:pt x="23450" y="446777"/>
                  </a:cubicBezTo>
                  <a:cubicBezTo>
                    <a:pt x="45510" y="398981"/>
                    <a:pt x="73038" y="354460"/>
                    <a:pt x="104572" y="312438"/>
                  </a:cubicBezTo>
                  <a:cubicBezTo>
                    <a:pt x="122249" y="288870"/>
                    <a:pt x="140231" y="265467"/>
                    <a:pt x="163281" y="246635"/>
                  </a:cubicBezTo>
                  <a:cubicBezTo>
                    <a:pt x="169927" y="241215"/>
                    <a:pt x="177163" y="237114"/>
                    <a:pt x="186071" y="237161"/>
                  </a:cubicBezTo>
                  <a:cubicBezTo>
                    <a:pt x="191233" y="237185"/>
                    <a:pt x="193236" y="239589"/>
                    <a:pt x="190054" y="244114"/>
                  </a:cubicBezTo>
                  <a:cubicBezTo>
                    <a:pt x="186071" y="249770"/>
                    <a:pt x="181947" y="255356"/>
                    <a:pt x="177280" y="260446"/>
                  </a:cubicBezTo>
                  <a:cubicBezTo>
                    <a:pt x="160900" y="278358"/>
                    <a:pt x="143578" y="295469"/>
                    <a:pt x="127952" y="313994"/>
                  </a:cubicBezTo>
                  <a:cubicBezTo>
                    <a:pt x="117346" y="326555"/>
                    <a:pt x="108579" y="340743"/>
                    <a:pt x="99906" y="354790"/>
                  </a:cubicBezTo>
                  <a:cubicBezTo>
                    <a:pt x="97950" y="357972"/>
                    <a:pt x="98185" y="365961"/>
                    <a:pt x="100330" y="367423"/>
                  </a:cubicBezTo>
                  <a:cubicBezTo>
                    <a:pt x="104148" y="370015"/>
                    <a:pt x="110464" y="370557"/>
                    <a:pt x="115272" y="369638"/>
                  </a:cubicBezTo>
                  <a:cubicBezTo>
                    <a:pt x="119491" y="368837"/>
                    <a:pt x="123993" y="365584"/>
                    <a:pt x="126774" y="362120"/>
                  </a:cubicBezTo>
                  <a:cubicBezTo>
                    <a:pt x="131204" y="356652"/>
                    <a:pt x="134410" y="350171"/>
                    <a:pt x="137992" y="344019"/>
                  </a:cubicBezTo>
                  <a:cubicBezTo>
                    <a:pt x="145652" y="330868"/>
                    <a:pt x="152298" y="316963"/>
                    <a:pt x="161136" y="304660"/>
                  </a:cubicBezTo>
                  <a:cubicBezTo>
                    <a:pt x="169644" y="292782"/>
                    <a:pt x="180910" y="283096"/>
                    <a:pt x="195074" y="277887"/>
                  </a:cubicBezTo>
                  <a:cubicBezTo>
                    <a:pt x="203040" y="274965"/>
                    <a:pt x="208202" y="276756"/>
                    <a:pt x="210818" y="282671"/>
                  </a:cubicBezTo>
                  <a:cubicBezTo>
                    <a:pt x="214165" y="290190"/>
                    <a:pt x="211973" y="297213"/>
                    <a:pt x="204337" y="300654"/>
                  </a:cubicBezTo>
                  <a:cubicBezTo>
                    <a:pt x="200165" y="302539"/>
                    <a:pt x="195263" y="302657"/>
                    <a:pt x="190832" y="304048"/>
                  </a:cubicBezTo>
                  <a:cubicBezTo>
                    <a:pt x="185553" y="305721"/>
                    <a:pt x="179944" y="307135"/>
                    <a:pt x="175395" y="310058"/>
                  </a:cubicBezTo>
                  <a:cubicBezTo>
                    <a:pt x="171035" y="312862"/>
                    <a:pt x="170634" y="323185"/>
                    <a:pt x="173981" y="327050"/>
                  </a:cubicBezTo>
                  <a:cubicBezTo>
                    <a:pt x="178176" y="331858"/>
                    <a:pt x="183125" y="329666"/>
                    <a:pt x="187485" y="327380"/>
                  </a:cubicBezTo>
                  <a:cubicBezTo>
                    <a:pt x="191610" y="325212"/>
                    <a:pt x="195711" y="322667"/>
                    <a:pt x="199175" y="319556"/>
                  </a:cubicBezTo>
                  <a:cubicBezTo>
                    <a:pt x="210370" y="309445"/>
                    <a:pt x="221117" y="298792"/>
                    <a:pt x="232336" y="288705"/>
                  </a:cubicBezTo>
                  <a:cubicBezTo>
                    <a:pt x="244285" y="277958"/>
                    <a:pt x="256022" y="266881"/>
                    <a:pt x="268867" y="257265"/>
                  </a:cubicBezTo>
                  <a:cubicBezTo>
                    <a:pt x="295923" y="236972"/>
                    <a:pt x="326467" y="226037"/>
                    <a:pt x="360641" y="226602"/>
                  </a:cubicBezTo>
                  <a:cubicBezTo>
                    <a:pt x="363305" y="226650"/>
                    <a:pt x="365944" y="227451"/>
                    <a:pt x="368607" y="227899"/>
                  </a:cubicBezTo>
                  <a:cubicBezTo>
                    <a:pt x="368796" y="228676"/>
                    <a:pt x="369008" y="229431"/>
                    <a:pt x="369197" y="230208"/>
                  </a:cubicBezTo>
                  <a:cubicBezTo>
                    <a:pt x="366133" y="232400"/>
                    <a:pt x="363328" y="235087"/>
                    <a:pt x="359958" y="236666"/>
                  </a:cubicBezTo>
                  <a:cubicBezTo>
                    <a:pt x="352581" y="240083"/>
                    <a:pt x="345110" y="243454"/>
                    <a:pt x="337403" y="245928"/>
                  </a:cubicBezTo>
                  <a:cubicBezTo>
                    <a:pt x="314448" y="253258"/>
                    <a:pt x="294155" y="265184"/>
                    <a:pt x="275466" y="280149"/>
                  </a:cubicBezTo>
                  <a:cubicBezTo>
                    <a:pt x="239618" y="308856"/>
                    <a:pt x="209640" y="343053"/>
                    <a:pt x="183149" y="380338"/>
                  </a:cubicBezTo>
                  <a:cubicBezTo>
                    <a:pt x="145840" y="432848"/>
                    <a:pt x="114919" y="488540"/>
                    <a:pt x="100283" y="552033"/>
                  </a:cubicBezTo>
                  <a:cubicBezTo>
                    <a:pt x="98256" y="560824"/>
                    <a:pt x="97101" y="569827"/>
                    <a:pt x="95546" y="578736"/>
                  </a:cubicBezTo>
                  <a:cubicBezTo>
                    <a:pt x="96253" y="578901"/>
                    <a:pt x="96960" y="579042"/>
                    <a:pt x="97667" y="579207"/>
                  </a:cubicBezTo>
                  <a:cubicBezTo>
                    <a:pt x="99104" y="576685"/>
                    <a:pt x="100778" y="574258"/>
                    <a:pt x="101909" y="571618"/>
                  </a:cubicBezTo>
                  <a:cubicBezTo>
                    <a:pt x="110040" y="552551"/>
                    <a:pt x="118030" y="533437"/>
                    <a:pt x="126137" y="514371"/>
                  </a:cubicBezTo>
                  <a:cubicBezTo>
                    <a:pt x="129885" y="505533"/>
                    <a:pt x="133161" y="496412"/>
                    <a:pt x="137709" y="487998"/>
                  </a:cubicBezTo>
                  <a:cubicBezTo>
                    <a:pt x="144756" y="474941"/>
                    <a:pt x="153476" y="471382"/>
                    <a:pt x="167994" y="474399"/>
                  </a:cubicBezTo>
                  <a:cubicBezTo>
                    <a:pt x="179614" y="476827"/>
                    <a:pt x="189724" y="474069"/>
                    <a:pt x="197573" y="465160"/>
                  </a:cubicBezTo>
                  <a:cubicBezTo>
                    <a:pt x="201956" y="460187"/>
                    <a:pt x="205798" y="454649"/>
                    <a:pt x="209310" y="449016"/>
                  </a:cubicBezTo>
                  <a:cubicBezTo>
                    <a:pt x="217417" y="436006"/>
                    <a:pt x="224511" y="422360"/>
                    <a:pt x="233161" y="409728"/>
                  </a:cubicBezTo>
                  <a:cubicBezTo>
                    <a:pt x="266675" y="360847"/>
                    <a:pt x="309828" y="323256"/>
                    <a:pt x="364907" y="300371"/>
                  </a:cubicBezTo>
                  <a:cubicBezTo>
                    <a:pt x="407636" y="282601"/>
                    <a:pt x="451261" y="277581"/>
                    <a:pt x="496701" y="290095"/>
                  </a:cubicBezTo>
                  <a:cubicBezTo>
                    <a:pt x="509734" y="293701"/>
                    <a:pt x="524087" y="293136"/>
                    <a:pt x="537828" y="293348"/>
                  </a:cubicBezTo>
                  <a:cubicBezTo>
                    <a:pt x="542565" y="293418"/>
                    <a:pt x="547844" y="290732"/>
                    <a:pt x="551992" y="287974"/>
                  </a:cubicBezTo>
                  <a:cubicBezTo>
                    <a:pt x="558120" y="283873"/>
                    <a:pt x="557507" y="278995"/>
                    <a:pt x="551191" y="275318"/>
                  </a:cubicBezTo>
                  <a:cubicBezTo>
                    <a:pt x="549305" y="274210"/>
                    <a:pt x="547184" y="273150"/>
                    <a:pt x="545063" y="272820"/>
                  </a:cubicBezTo>
                  <a:cubicBezTo>
                    <a:pt x="527505" y="270251"/>
                    <a:pt x="509946" y="265914"/>
                    <a:pt x="492364" y="265844"/>
                  </a:cubicBezTo>
                  <a:cubicBezTo>
                    <a:pt x="463234" y="265749"/>
                    <a:pt x="433986" y="267258"/>
                    <a:pt x="404997" y="270274"/>
                  </a:cubicBezTo>
                  <a:cubicBezTo>
                    <a:pt x="376079" y="273268"/>
                    <a:pt x="348504" y="281469"/>
                    <a:pt x="324158" y="298792"/>
                  </a:cubicBezTo>
                  <a:cubicBezTo>
                    <a:pt x="282324" y="328535"/>
                    <a:pt x="244992" y="363110"/>
                    <a:pt x="212232" y="402539"/>
                  </a:cubicBezTo>
                  <a:cubicBezTo>
                    <a:pt x="199505" y="417859"/>
                    <a:pt x="186189" y="433225"/>
                    <a:pt x="184209" y="454531"/>
                  </a:cubicBezTo>
                  <a:cubicBezTo>
                    <a:pt x="184092" y="455709"/>
                    <a:pt x="183408" y="456864"/>
                    <a:pt x="182842" y="457948"/>
                  </a:cubicBezTo>
                  <a:cubicBezTo>
                    <a:pt x="178883" y="465490"/>
                    <a:pt x="171247" y="468012"/>
                    <a:pt x="163234" y="464170"/>
                  </a:cubicBezTo>
                  <a:cubicBezTo>
                    <a:pt x="155056" y="460234"/>
                    <a:pt x="158921" y="454319"/>
                    <a:pt x="161325" y="449087"/>
                  </a:cubicBezTo>
                  <a:cubicBezTo>
                    <a:pt x="174688" y="419886"/>
                    <a:pt x="192883" y="393890"/>
                    <a:pt x="212892" y="368813"/>
                  </a:cubicBezTo>
                  <a:cubicBezTo>
                    <a:pt x="235023" y="341073"/>
                    <a:pt x="256635" y="313381"/>
                    <a:pt x="287839" y="294715"/>
                  </a:cubicBezTo>
                  <a:cubicBezTo>
                    <a:pt x="318690" y="276261"/>
                    <a:pt x="349564" y="258349"/>
                    <a:pt x="385577" y="251868"/>
                  </a:cubicBezTo>
                  <a:cubicBezTo>
                    <a:pt x="389418" y="251184"/>
                    <a:pt x="393236" y="249864"/>
                    <a:pt x="396842" y="248332"/>
                  </a:cubicBezTo>
                  <a:cubicBezTo>
                    <a:pt x="404620" y="245009"/>
                    <a:pt x="405892" y="241238"/>
                    <a:pt x="400519" y="234804"/>
                  </a:cubicBezTo>
                  <a:cubicBezTo>
                    <a:pt x="388570" y="220522"/>
                    <a:pt x="374099" y="210340"/>
                    <a:pt x="354773" y="208832"/>
                  </a:cubicBezTo>
                  <a:cubicBezTo>
                    <a:pt x="352817" y="208691"/>
                    <a:pt x="350884" y="207913"/>
                    <a:pt x="348645" y="207371"/>
                  </a:cubicBezTo>
                  <a:cubicBezTo>
                    <a:pt x="357035" y="193301"/>
                    <a:pt x="374735" y="187338"/>
                    <a:pt x="388475" y="194974"/>
                  </a:cubicBezTo>
                  <a:cubicBezTo>
                    <a:pt x="398963" y="200795"/>
                    <a:pt x="408037" y="209091"/>
                    <a:pt x="417794" y="216256"/>
                  </a:cubicBezTo>
                  <a:cubicBezTo>
                    <a:pt x="420788" y="218448"/>
                    <a:pt x="423875" y="220522"/>
                    <a:pt x="426915" y="222643"/>
                  </a:cubicBezTo>
                  <a:cubicBezTo>
                    <a:pt x="427457" y="222195"/>
                    <a:pt x="427999" y="221771"/>
                    <a:pt x="428518" y="221323"/>
                  </a:cubicBezTo>
                  <a:cubicBezTo>
                    <a:pt x="427339" y="217411"/>
                    <a:pt x="425878" y="213546"/>
                    <a:pt x="425077" y="209539"/>
                  </a:cubicBezTo>
                  <a:cubicBezTo>
                    <a:pt x="423757" y="203058"/>
                    <a:pt x="421990" y="196506"/>
                    <a:pt x="421990" y="190001"/>
                  </a:cubicBezTo>
                  <a:cubicBezTo>
                    <a:pt x="421990" y="182860"/>
                    <a:pt x="427882" y="179961"/>
                    <a:pt x="433915" y="183850"/>
                  </a:cubicBezTo>
                  <a:cubicBezTo>
                    <a:pt x="436838" y="185735"/>
                    <a:pt x="440302" y="189058"/>
                    <a:pt x="440679" y="192099"/>
                  </a:cubicBezTo>
                  <a:cubicBezTo>
                    <a:pt x="441645" y="199852"/>
                    <a:pt x="446713" y="202963"/>
                    <a:pt x="452840" y="204213"/>
                  </a:cubicBezTo>
                  <a:cubicBezTo>
                    <a:pt x="463187" y="206334"/>
                    <a:pt x="473745" y="207441"/>
                    <a:pt x="484210" y="208903"/>
                  </a:cubicBezTo>
                  <a:cubicBezTo>
                    <a:pt x="505680" y="211896"/>
                    <a:pt x="527363" y="213852"/>
                    <a:pt x="548551" y="218212"/>
                  </a:cubicBezTo>
                  <a:cubicBezTo>
                    <a:pt x="560170" y="220593"/>
                    <a:pt x="570823" y="227357"/>
                    <a:pt x="582183" y="231481"/>
                  </a:cubicBezTo>
                  <a:cubicBezTo>
                    <a:pt x="592718" y="235299"/>
                    <a:pt x="596088" y="233579"/>
                    <a:pt x="600873" y="223609"/>
                  </a:cubicBezTo>
                  <a:cubicBezTo>
                    <a:pt x="604431" y="216209"/>
                    <a:pt x="610158" y="211401"/>
                    <a:pt x="618077" y="209704"/>
                  </a:cubicBezTo>
                  <a:cubicBezTo>
                    <a:pt x="620387" y="209209"/>
                    <a:pt x="624040" y="209845"/>
                    <a:pt x="625336" y="211401"/>
                  </a:cubicBezTo>
                  <a:cubicBezTo>
                    <a:pt x="626444" y="212697"/>
                    <a:pt x="625713" y="216492"/>
                    <a:pt x="624606" y="218542"/>
                  </a:cubicBezTo>
                  <a:cubicBezTo>
                    <a:pt x="615155" y="236100"/>
                    <a:pt x="594674" y="245999"/>
                    <a:pt x="575136" y="242558"/>
                  </a:cubicBezTo>
                  <a:cubicBezTo>
                    <a:pt x="569550" y="241568"/>
                    <a:pt x="564059" y="240178"/>
                    <a:pt x="558544" y="238834"/>
                  </a:cubicBezTo>
                  <a:cubicBezTo>
                    <a:pt x="538747" y="233979"/>
                    <a:pt x="518808" y="230821"/>
                    <a:pt x="498374" y="234144"/>
                  </a:cubicBezTo>
                  <a:cubicBezTo>
                    <a:pt x="491681" y="235228"/>
                    <a:pt x="484846" y="236195"/>
                    <a:pt x="479284" y="243053"/>
                  </a:cubicBezTo>
                  <a:cubicBezTo>
                    <a:pt x="483715" y="244774"/>
                    <a:pt x="487179" y="246730"/>
                    <a:pt x="490903" y="247460"/>
                  </a:cubicBezTo>
                  <a:cubicBezTo>
                    <a:pt x="504950" y="250194"/>
                    <a:pt x="519067" y="252551"/>
                    <a:pt x="533161" y="254979"/>
                  </a:cubicBezTo>
                  <a:cubicBezTo>
                    <a:pt x="568560" y="261036"/>
                    <a:pt x="603465" y="268507"/>
                    <a:pt x="634222" y="288610"/>
                  </a:cubicBezTo>
                  <a:cubicBezTo>
                    <a:pt x="637686" y="290873"/>
                    <a:pt x="641669" y="292523"/>
                    <a:pt x="645582" y="293937"/>
                  </a:cubicBezTo>
                  <a:cubicBezTo>
                    <a:pt x="654113" y="296977"/>
                    <a:pt x="655739" y="295964"/>
                    <a:pt x="657507" y="287267"/>
                  </a:cubicBezTo>
                  <a:cubicBezTo>
                    <a:pt x="659228" y="278783"/>
                    <a:pt x="662833" y="276119"/>
                    <a:pt x="671130" y="278688"/>
                  </a:cubicBezTo>
                  <a:cubicBezTo>
                    <a:pt x="677422" y="280644"/>
                    <a:pt x="683951" y="283119"/>
                    <a:pt x="689183" y="286961"/>
                  </a:cubicBezTo>
                  <a:cubicBezTo>
                    <a:pt x="712115" y="303788"/>
                    <a:pt x="735047" y="320640"/>
                    <a:pt x="757059" y="338599"/>
                  </a:cubicBezTo>
                  <a:cubicBezTo>
                    <a:pt x="768466" y="347908"/>
                    <a:pt x="778082" y="359457"/>
                    <a:pt x="788146" y="370345"/>
                  </a:cubicBezTo>
                  <a:cubicBezTo>
                    <a:pt x="789819" y="372136"/>
                    <a:pt x="789583" y="375695"/>
                    <a:pt x="790220" y="378429"/>
                  </a:cubicBezTo>
                  <a:cubicBezTo>
                    <a:pt x="787439" y="378759"/>
                    <a:pt x="784516" y="379772"/>
                    <a:pt x="781900" y="379254"/>
                  </a:cubicBezTo>
                  <a:cubicBezTo>
                    <a:pt x="777092" y="378288"/>
                    <a:pt x="772497" y="376355"/>
                    <a:pt x="767759" y="374941"/>
                  </a:cubicBezTo>
                  <a:cubicBezTo>
                    <a:pt x="758898" y="372278"/>
                    <a:pt x="755905" y="374729"/>
                    <a:pt x="757931" y="383779"/>
                  </a:cubicBezTo>
                  <a:cubicBezTo>
                    <a:pt x="759416" y="390496"/>
                    <a:pt x="762126" y="396930"/>
                    <a:pt x="764083" y="403553"/>
                  </a:cubicBezTo>
                  <a:cubicBezTo>
                    <a:pt x="764766" y="405886"/>
                    <a:pt x="764837" y="408384"/>
                    <a:pt x="765473" y="412839"/>
                  </a:cubicBezTo>
                  <a:cubicBezTo>
                    <a:pt x="760406" y="409421"/>
                    <a:pt x="757130" y="407324"/>
                    <a:pt x="753972" y="405061"/>
                  </a:cubicBezTo>
                  <a:cubicBezTo>
                    <a:pt x="746124" y="399476"/>
                    <a:pt x="738488" y="393513"/>
                    <a:pt x="730404" y="388304"/>
                  </a:cubicBezTo>
                  <a:cubicBezTo>
                    <a:pt x="727458" y="386419"/>
                    <a:pt x="723427" y="386230"/>
                    <a:pt x="717653" y="384628"/>
                  </a:cubicBezTo>
                  <a:cubicBezTo>
                    <a:pt x="719515" y="390732"/>
                    <a:pt x="720034" y="394715"/>
                    <a:pt x="721872" y="397967"/>
                  </a:cubicBezTo>
                  <a:cubicBezTo>
                    <a:pt x="726114" y="405485"/>
                    <a:pt x="730498" y="413004"/>
                    <a:pt x="735659" y="419909"/>
                  </a:cubicBezTo>
                  <a:cubicBezTo>
                    <a:pt x="748457" y="436973"/>
                    <a:pt x="761844" y="453659"/>
                    <a:pt x="781028" y="464147"/>
                  </a:cubicBezTo>
                  <a:cubicBezTo>
                    <a:pt x="789819" y="468955"/>
                    <a:pt x="799529" y="473221"/>
                    <a:pt x="808839" y="466244"/>
                  </a:cubicBezTo>
                  <a:cubicBezTo>
                    <a:pt x="818125" y="459268"/>
                    <a:pt x="816711" y="448615"/>
                    <a:pt x="814778" y="438882"/>
                  </a:cubicBezTo>
                  <a:cubicBezTo>
                    <a:pt x="811172" y="420522"/>
                    <a:pt x="804620" y="402445"/>
                    <a:pt x="803536" y="383991"/>
                  </a:cubicBezTo>
                  <a:cubicBezTo>
                    <a:pt x="802711" y="369850"/>
                    <a:pt x="796913" y="360069"/>
                    <a:pt x="788523" y="350689"/>
                  </a:cubicBezTo>
                  <a:cubicBezTo>
                    <a:pt x="761961" y="320993"/>
                    <a:pt x="731629" y="295681"/>
                    <a:pt x="698445" y="273715"/>
                  </a:cubicBezTo>
                  <a:cubicBezTo>
                    <a:pt x="685718" y="265278"/>
                    <a:pt x="672143" y="260164"/>
                    <a:pt x="656635" y="261201"/>
                  </a:cubicBezTo>
                  <a:cubicBezTo>
                    <a:pt x="648975" y="261719"/>
                    <a:pt x="641316" y="262238"/>
                    <a:pt x="633656" y="262379"/>
                  </a:cubicBezTo>
                  <a:cubicBezTo>
                    <a:pt x="625855" y="262520"/>
                    <a:pt x="622909" y="259174"/>
                    <a:pt x="623427" y="251420"/>
                  </a:cubicBezTo>
                  <a:cubicBezTo>
                    <a:pt x="624394" y="236454"/>
                    <a:pt x="635306" y="226650"/>
                    <a:pt x="650130" y="227781"/>
                  </a:cubicBezTo>
                  <a:cubicBezTo>
                    <a:pt x="655009" y="228158"/>
                    <a:pt x="660312" y="228488"/>
                    <a:pt x="664554" y="230585"/>
                  </a:cubicBezTo>
                  <a:cubicBezTo>
                    <a:pt x="680604" y="238622"/>
                    <a:pt x="697290" y="245976"/>
                    <a:pt x="711973" y="256133"/>
                  </a:cubicBezTo>
                  <a:cubicBezTo>
                    <a:pt x="758521" y="288351"/>
                    <a:pt x="796560" y="329855"/>
                    <a:pt x="835235" y="370746"/>
                  </a:cubicBezTo>
                  <a:cubicBezTo>
                    <a:pt x="854585" y="391203"/>
                    <a:pt x="875890" y="409798"/>
                    <a:pt x="896513" y="428983"/>
                  </a:cubicBezTo>
                  <a:cubicBezTo>
                    <a:pt x="899600" y="431835"/>
                    <a:pt x="903913" y="433367"/>
                    <a:pt x="907660" y="435511"/>
                  </a:cubicBezTo>
                  <a:cubicBezTo>
                    <a:pt x="908462" y="435087"/>
                    <a:pt x="909263" y="434663"/>
                    <a:pt x="910064" y="434215"/>
                  </a:cubicBezTo>
                  <a:cubicBezTo>
                    <a:pt x="909381" y="430114"/>
                    <a:pt x="909805" y="425330"/>
                    <a:pt x="907778" y="422077"/>
                  </a:cubicBezTo>
                  <a:cubicBezTo>
                    <a:pt x="900260" y="409940"/>
                    <a:pt x="892482" y="397920"/>
                    <a:pt x="883786" y="386631"/>
                  </a:cubicBezTo>
                  <a:cubicBezTo>
                    <a:pt x="875608" y="376002"/>
                    <a:pt x="866157" y="366339"/>
                    <a:pt x="857248" y="356228"/>
                  </a:cubicBezTo>
                  <a:cubicBezTo>
                    <a:pt x="861255" y="358019"/>
                    <a:pt x="864366" y="360682"/>
                    <a:pt x="867594" y="363204"/>
                  </a:cubicBezTo>
                  <a:cubicBezTo>
                    <a:pt x="915037" y="400277"/>
                    <a:pt x="957602" y="442252"/>
                    <a:pt x="994769" y="489671"/>
                  </a:cubicBezTo>
                  <a:cubicBezTo>
                    <a:pt x="1015367" y="515973"/>
                    <a:pt x="1035872" y="542346"/>
                    <a:pt x="1056777" y="568413"/>
                  </a:cubicBezTo>
                  <a:cubicBezTo>
                    <a:pt x="1061538" y="574328"/>
                    <a:pt x="1067453" y="579490"/>
                    <a:pt x="1073534" y="584086"/>
                  </a:cubicBezTo>
                  <a:cubicBezTo>
                    <a:pt x="1075985" y="585947"/>
                    <a:pt x="1080251" y="585382"/>
                    <a:pt x="1083692" y="585900"/>
                  </a:cubicBezTo>
                  <a:cubicBezTo>
                    <a:pt x="1083220" y="582954"/>
                    <a:pt x="1083645" y="579466"/>
                    <a:pt x="1082160" y="577157"/>
                  </a:cubicBezTo>
                  <a:cubicBezTo>
                    <a:pt x="1073817" y="564029"/>
                    <a:pt x="1065214" y="551019"/>
                    <a:pt x="1056353" y="538245"/>
                  </a:cubicBezTo>
                  <a:cubicBezTo>
                    <a:pt x="1041434" y="516704"/>
                    <a:pt x="1025949" y="495563"/>
                    <a:pt x="1011361" y="473810"/>
                  </a:cubicBezTo>
                  <a:cubicBezTo>
                    <a:pt x="1007778" y="468483"/>
                    <a:pt x="1005775" y="461672"/>
                    <a:pt x="1004597" y="455238"/>
                  </a:cubicBezTo>
                  <a:cubicBezTo>
                    <a:pt x="1002994" y="446447"/>
                    <a:pt x="1007802" y="442700"/>
                    <a:pt x="1015132" y="447248"/>
                  </a:cubicBezTo>
                  <a:cubicBezTo>
                    <a:pt x="1022344" y="451703"/>
                    <a:pt x="1029155" y="457501"/>
                    <a:pt x="1034528" y="464052"/>
                  </a:cubicBezTo>
                  <a:cubicBezTo>
                    <a:pt x="1044262" y="475884"/>
                    <a:pt x="1051969" y="489388"/>
                    <a:pt x="1061985" y="500937"/>
                  </a:cubicBezTo>
                  <a:cubicBezTo>
                    <a:pt x="1078153" y="519603"/>
                    <a:pt x="1095429" y="537326"/>
                    <a:pt x="1112445" y="555214"/>
                  </a:cubicBezTo>
                  <a:cubicBezTo>
                    <a:pt x="1114708" y="557595"/>
                    <a:pt x="1118290" y="558726"/>
                    <a:pt x="1122603" y="561201"/>
                  </a:cubicBezTo>
                  <a:cubicBezTo>
                    <a:pt x="1122037" y="557595"/>
                    <a:pt x="1122108" y="556016"/>
                    <a:pt x="1121542" y="554743"/>
                  </a:cubicBezTo>
                  <a:cubicBezTo>
                    <a:pt x="1119586" y="550477"/>
                    <a:pt x="1117866" y="545999"/>
                    <a:pt x="1115226" y="542205"/>
                  </a:cubicBezTo>
                  <a:cubicBezTo>
                    <a:pt x="1097738" y="517034"/>
                    <a:pt x="1080416" y="491745"/>
                    <a:pt x="1062245" y="467069"/>
                  </a:cubicBezTo>
                  <a:cubicBezTo>
                    <a:pt x="1055316" y="457312"/>
                    <a:pt x="1046218" y="449063"/>
                    <a:pt x="1037851" y="440319"/>
                  </a:cubicBezTo>
                  <a:close/>
                  <a:moveTo>
                    <a:pt x="503418" y="55780"/>
                  </a:moveTo>
                  <a:cubicBezTo>
                    <a:pt x="488617" y="59999"/>
                    <a:pt x="475254" y="59598"/>
                    <a:pt x="460736" y="55945"/>
                  </a:cubicBezTo>
                  <a:cubicBezTo>
                    <a:pt x="470187" y="47390"/>
                    <a:pt x="493331" y="47272"/>
                    <a:pt x="503418" y="55780"/>
                  </a:cubicBezTo>
                  <a:close/>
                  <a:moveTo>
                    <a:pt x="341999" y="187126"/>
                  </a:moveTo>
                  <a:cubicBezTo>
                    <a:pt x="311926" y="208266"/>
                    <a:pt x="281782" y="229313"/>
                    <a:pt x="251214" y="249699"/>
                  </a:cubicBezTo>
                  <a:cubicBezTo>
                    <a:pt x="243342" y="254955"/>
                    <a:pt x="234056" y="258372"/>
                    <a:pt x="225006" y="261436"/>
                  </a:cubicBezTo>
                  <a:cubicBezTo>
                    <a:pt x="214801" y="264877"/>
                    <a:pt x="210040" y="259951"/>
                    <a:pt x="212986" y="249676"/>
                  </a:cubicBezTo>
                  <a:cubicBezTo>
                    <a:pt x="214636" y="243949"/>
                    <a:pt x="217417" y="239235"/>
                    <a:pt x="223757" y="236572"/>
                  </a:cubicBezTo>
                  <a:cubicBezTo>
                    <a:pt x="240703" y="229454"/>
                    <a:pt x="257766" y="222337"/>
                    <a:pt x="273981" y="213711"/>
                  </a:cubicBezTo>
                  <a:cubicBezTo>
                    <a:pt x="296842" y="201573"/>
                    <a:pt x="318878" y="187927"/>
                    <a:pt x="341457" y="175247"/>
                  </a:cubicBezTo>
                  <a:cubicBezTo>
                    <a:pt x="346642" y="172325"/>
                    <a:pt x="352581" y="170699"/>
                    <a:pt x="358167" y="168483"/>
                  </a:cubicBezTo>
                  <a:cubicBezTo>
                    <a:pt x="358756" y="169402"/>
                    <a:pt x="359369" y="170321"/>
                    <a:pt x="359958" y="171241"/>
                  </a:cubicBezTo>
                  <a:cubicBezTo>
                    <a:pt x="353972" y="176567"/>
                    <a:pt x="348480" y="182553"/>
                    <a:pt x="341999" y="18712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889" name="Google Shape;1889;p48"/>
            <p:cNvSpPr/>
            <p:nvPr/>
          </p:nvSpPr>
          <p:spPr>
            <a:xfrm>
              <a:off x="190581" y="2180046"/>
              <a:ext cx="1006655" cy="452263"/>
            </a:xfrm>
            <a:custGeom>
              <a:rect b="b" l="l" r="r" t="t"/>
              <a:pathLst>
                <a:path extrusionOk="0" h="452263" w="1006655">
                  <a:moveTo>
                    <a:pt x="12020" y="446890"/>
                  </a:moveTo>
                  <a:cubicBezTo>
                    <a:pt x="21777" y="438900"/>
                    <a:pt x="31794" y="431099"/>
                    <a:pt x="40726" y="422238"/>
                  </a:cubicBezTo>
                  <a:cubicBezTo>
                    <a:pt x="69031" y="394144"/>
                    <a:pt x="96465" y="365155"/>
                    <a:pt x="125077" y="337368"/>
                  </a:cubicBezTo>
                  <a:cubicBezTo>
                    <a:pt x="141362" y="321554"/>
                    <a:pt x="158709" y="306659"/>
                    <a:pt x="176668" y="292777"/>
                  </a:cubicBezTo>
                  <a:cubicBezTo>
                    <a:pt x="188900" y="283326"/>
                    <a:pt x="195334" y="285518"/>
                    <a:pt x="204313" y="297986"/>
                  </a:cubicBezTo>
                  <a:cubicBezTo>
                    <a:pt x="211172" y="307507"/>
                    <a:pt x="216734" y="309039"/>
                    <a:pt x="226114" y="302252"/>
                  </a:cubicBezTo>
                  <a:cubicBezTo>
                    <a:pt x="235305" y="295605"/>
                    <a:pt x="243649" y="287781"/>
                    <a:pt x="252416" y="280545"/>
                  </a:cubicBezTo>
                  <a:cubicBezTo>
                    <a:pt x="264719" y="270364"/>
                    <a:pt x="278223" y="262303"/>
                    <a:pt x="293590" y="257661"/>
                  </a:cubicBezTo>
                  <a:cubicBezTo>
                    <a:pt x="303677" y="254620"/>
                    <a:pt x="313717" y="254997"/>
                    <a:pt x="324888" y="258061"/>
                  </a:cubicBezTo>
                  <a:cubicBezTo>
                    <a:pt x="314330" y="272344"/>
                    <a:pt x="296088" y="277811"/>
                    <a:pt x="288499" y="294828"/>
                  </a:cubicBezTo>
                  <a:cubicBezTo>
                    <a:pt x="291280" y="295228"/>
                    <a:pt x="292223" y="295440"/>
                    <a:pt x="293165" y="295488"/>
                  </a:cubicBezTo>
                  <a:cubicBezTo>
                    <a:pt x="294155" y="295535"/>
                    <a:pt x="295239" y="295676"/>
                    <a:pt x="296111" y="295346"/>
                  </a:cubicBezTo>
                  <a:cubicBezTo>
                    <a:pt x="313246" y="289077"/>
                    <a:pt x="325407" y="277387"/>
                    <a:pt x="332972" y="260937"/>
                  </a:cubicBezTo>
                  <a:cubicBezTo>
                    <a:pt x="333561" y="259664"/>
                    <a:pt x="332666" y="256317"/>
                    <a:pt x="331700" y="255940"/>
                  </a:cubicBezTo>
                  <a:cubicBezTo>
                    <a:pt x="325878" y="253725"/>
                    <a:pt x="328259" y="249977"/>
                    <a:pt x="330050" y="247031"/>
                  </a:cubicBezTo>
                  <a:cubicBezTo>
                    <a:pt x="334033" y="240503"/>
                    <a:pt x="338676" y="234399"/>
                    <a:pt x="342753" y="227917"/>
                  </a:cubicBezTo>
                  <a:cubicBezTo>
                    <a:pt x="344709" y="224806"/>
                    <a:pt x="346005" y="221248"/>
                    <a:pt x="348598" y="215827"/>
                  </a:cubicBezTo>
                  <a:cubicBezTo>
                    <a:pt x="342659" y="216746"/>
                    <a:pt x="338746" y="216487"/>
                    <a:pt x="335659" y="217948"/>
                  </a:cubicBezTo>
                  <a:cubicBezTo>
                    <a:pt x="320293" y="225231"/>
                    <a:pt x="304950" y="232584"/>
                    <a:pt x="289984" y="240668"/>
                  </a:cubicBezTo>
                  <a:cubicBezTo>
                    <a:pt x="268914" y="252028"/>
                    <a:pt x="248315" y="264307"/>
                    <a:pt x="227198" y="275620"/>
                  </a:cubicBezTo>
                  <a:cubicBezTo>
                    <a:pt x="221424" y="278707"/>
                    <a:pt x="214542" y="279744"/>
                    <a:pt x="208178" y="281724"/>
                  </a:cubicBezTo>
                  <a:cubicBezTo>
                    <a:pt x="207707" y="281017"/>
                    <a:pt x="207236" y="280333"/>
                    <a:pt x="206764" y="279626"/>
                  </a:cubicBezTo>
                  <a:cubicBezTo>
                    <a:pt x="207471" y="277151"/>
                    <a:pt x="207636" y="274347"/>
                    <a:pt x="208980" y="272273"/>
                  </a:cubicBezTo>
                  <a:cubicBezTo>
                    <a:pt x="219303" y="256459"/>
                    <a:pt x="232029" y="243920"/>
                    <a:pt x="252062" y="241563"/>
                  </a:cubicBezTo>
                  <a:cubicBezTo>
                    <a:pt x="255409" y="241163"/>
                    <a:pt x="258897" y="239961"/>
                    <a:pt x="261820" y="238264"/>
                  </a:cubicBezTo>
                  <a:cubicBezTo>
                    <a:pt x="274405" y="230981"/>
                    <a:pt x="286826" y="223392"/>
                    <a:pt x="299270" y="215874"/>
                  </a:cubicBezTo>
                  <a:cubicBezTo>
                    <a:pt x="309404" y="209746"/>
                    <a:pt x="319208" y="203006"/>
                    <a:pt x="329673" y="197561"/>
                  </a:cubicBezTo>
                  <a:cubicBezTo>
                    <a:pt x="337050" y="193720"/>
                    <a:pt x="344992" y="191410"/>
                    <a:pt x="353759" y="195582"/>
                  </a:cubicBezTo>
                  <a:cubicBezTo>
                    <a:pt x="359864" y="198504"/>
                    <a:pt x="363446" y="195700"/>
                    <a:pt x="364672" y="188888"/>
                  </a:cubicBezTo>
                  <a:cubicBezTo>
                    <a:pt x="366086" y="181087"/>
                    <a:pt x="370870" y="176350"/>
                    <a:pt x="378836" y="175054"/>
                  </a:cubicBezTo>
                  <a:cubicBezTo>
                    <a:pt x="382489" y="174465"/>
                    <a:pt x="386260" y="174323"/>
                    <a:pt x="389866" y="173545"/>
                  </a:cubicBezTo>
                  <a:cubicBezTo>
                    <a:pt x="398751" y="171636"/>
                    <a:pt x="406953" y="168195"/>
                    <a:pt x="411949" y="160064"/>
                  </a:cubicBezTo>
                  <a:cubicBezTo>
                    <a:pt x="413151" y="158108"/>
                    <a:pt x="413693" y="154337"/>
                    <a:pt x="412586" y="152711"/>
                  </a:cubicBezTo>
                  <a:cubicBezTo>
                    <a:pt x="411431" y="150991"/>
                    <a:pt x="407896" y="150001"/>
                    <a:pt x="405492" y="150142"/>
                  </a:cubicBezTo>
                  <a:cubicBezTo>
                    <a:pt x="390290" y="151038"/>
                    <a:pt x="388334" y="149317"/>
                    <a:pt x="388570" y="134069"/>
                  </a:cubicBezTo>
                  <a:cubicBezTo>
                    <a:pt x="388711" y="125231"/>
                    <a:pt x="386378" y="123581"/>
                    <a:pt x="378553" y="127045"/>
                  </a:cubicBezTo>
                  <a:cubicBezTo>
                    <a:pt x="373887" y="129096"/>
                    <a:pt x="368749" y="131618"/>
                    <a:pt x="365614" y="125584"/>
                  </a:cubicBezTo>
                  <a:cubicBezTo>
                    <a:pt x="362503" y="119598"/>
                    <a:pt x="365897" y="115026"/>
                    <a:pt x="371200" y="112150"/>
                  </a:cubicBezTo>
                  <a:cubicBezTo>
                    <a:pt x="382913" y="105787"/>
                    <a:pt x="395263" y="104844"/>
                    <a:pt x="407660" y="109628"/>
                  </a:cubicBezTo>
                  <a:cubicBezTo>
                    <a:pt x="410182" y="110618"/>
                    <a:pt x="413741" y="114955"/>
                    <a:pt x="413246" y="116722"/>
                  </a:cubicBezTo>
                  <a:cubicBezTo>
                    <a:pt x="411195" y="123958"/>
                    <a:pt x="415603" y="124712"/>
                    <a:pt x="420269" y="124524"/>
                  </a:cubicBezTo>
                  <a:cubicBezTo>
                    <a:pt x="430356" y="124123"/>
                    <a:pt x="440443" y="123180"/>
                    <a:pt x="450531" y="122261"/>
                  </a:cubicBezTo>
                  <a:cubicBezTo>
                    <a:pt x="456918" y="121672"/>
                    <a:pt x="463281" y="120729"/>
                    <a:pt x="469645" y="119928"/>
                  </a:cubicBezTo>
                  <a:cubicBezTo>
                    <a:pt x="470375" y="121177"/>
                    <a:pt x="471106" y="122450"/>
                    <a:pt x="471836" y="123699"/>
                  </a:cubicBezTo>
                  <a:cubicBezTo>
                    <a:pt x="469173" y="125396"/>
                    <a:pt x="466345" y="126880"/>
                    <a:pt x="463870" y="128837"/>
                  </a:cubicBezTo>
                  <a:cubicBezTo>
                    <a:pt x="458049" y="133432"/>
                    <a:pt x="452228" y="138099"/>
                    <a:pt x="446736" y="143072"/>
                  </a:cubicBezTo>
                  <a:cubicBezTo>
                    <a:pt x="445134" y="144533"/>
                    <a:pt x="443389" y="147620"/>
                    <a:pt x="443955" y="149152"/>
                  </a:cubicBezTo>
                  <a:cubicBezTo>
                    <a:pt x="444544" y="150802"/>
                    <a:pt x="447679" y="152263"/>
                    <a:pt x="449847" y="152523"/>
                  </a:cubicBezTo>
                  <a:cubicBezTo>
                    <a:pt x="456965" y="153347"/>
                    <a:pt x="464177" y="154196"/>
                    <a:pt x="471294" y="153960"/>
                  </a:cubicBezTo>
                  <a:cubicBezTo>
                    <a:pt x="506175" y="152758"/>
                    <a:pt x="541033" y="150708"/>
                    <a:pt x="575937" y="149907"/>
                  </a:cubicBezTo>
                  <a:cubicBezTo>
                    <a:pt x="634410" y="148563"/>
                    <a:pt x="692647" y="152051"/>
                    <a:pt x="750649" y="159923"/>
                  </a:cubicBezTo>
                  <a:cubicBezTo>
                    <a:pt x="804267" y="167206"/>
                    <a:pt x="857177" y="177576"/>
                    <a:pt x="909169" y="192683"/>
                  </a:cubicBezTo>
                  <a:cubicBezTo>
                    <a:pt x="916027" y="194686"/>
                    <a:pt x="922909" y="196784"/>
                    <a:pt x="929909" y="198056"/>
                  </a:cubicBezTo>
                  <a:cubicBezTo>
                    <a:pt x="933208" y="198669"/>
                    <a:pt x="936838" y="197420"/>
                    <a:pt x="940326" y="197019"/>
                  </a:cubicBezTo>
                  <a:cubicBezTo>
                    <a:pt x="939053" y="193531"/>
                    <a:pt x="938676" y="189218"/>
                    <a:pt x="936343" y="186767"/>
                  </a:cubicBezTo>
                  <a:cubicBezTo>
                    <a:pt x="932855" y="183138"/>
                    <a:pt x="928330" y="179791"/>
                    <a:pt x="923616" y="178283"/>
                  </a:cubicBezTo>
                  <a:cubicBezTo>
                    <a:pt x="916428" y="175973"/>
                    <a:pt x="908721" y="175360"/>
                    <a:pt x="901226" y="173993"/>
                  </a:cubicBezTo>
                  <a:cubicBezTo>
                    <a:pt x="892577" y="172438"/>
                    <a:pt x="891563" y="169704"/>
                    <a:pt x="897055" y="162893"/>
                  </a:cubicBezTo>
                  <a:cubicBezTo>
                    <a:pt x="905799" y="151981"/>
                    <a:pt x="917253" y="150849"/>
                    <a:pt x="929178" y="155327"/>
                  </a:cubicBezTo>
                  <a:cubicBezTo>
                    <a:pt x="943225" y="160630"/>
                    <a:pt x="956565" y="167818"/>
                    <a:pt x="970682" y="172956"/>
                  </a:cubicBezTo>
                  <a:cubicBezTo>
                    <a:pt x="979049" y="175997"/>
                    <a:pt x="988240" y="177175"/>
                    <a:pt x="997173" y="178236"/>
                  </a:cubicBezTo>
                  <a:cubicBezTo>
                    <a:pt x="1002405" y="178848"/>
                    <a:pt x="1006435" y="175384"/>
                    <a:pt x="1006647" y="169892"/>
                  </a:cubicBezTo>
                  <a:cubicBezTo>
                    <a:pt x="1006883" y="163906"/>
                    <a:pt x="1002051" y="162068"/>
                    <a:pt x="997149" y="161596"/>
                  </a:cubicBezTo>
                  <a:cubicBezTo>
                    <a:pt x="974618" y="159428"/>
                    <a:pt x="953972" y="151108"/>
                    <a:pt x="934010" y="141375"/>
                  </a:cubicBezTo>
                  <a:cubicBezTo>
                    <a:pt x="898398" y="123981"/>
                    <a:pt x="861632" y="109958"/>
                    <a:pt x="823380" y="99800"/>
                  </a:cubicBezTo>
                  <a:cubicBezTo>
                    <a:pt x="770941" y="85872"/>
                    <a:pt x="718101" y="74842"/>
                    <a:pt x="663305" y="78306"/>
                  </a:cubicBezTo>
                  <a:cubicBezTo>
                    <a:pt x="661584" y="78424"/>
                    <a:pt x="659840" y="78047"/>
                    <a:pt x="656046" y="77741"/>
                  </a:cubicBezTo>
                  <a:cubicBezTo>
                    <a:pt x="664035" y="74465"/>
                    <a:pt x="670045" y="72296"/>
                    <a:pt x="675796" y="69586"/>
                  </a:cubicBezTo>
                  <a:cubicBezTo>
                    <a:pt x="704644" y="55963"/>
                    <a:pt x="734599" y="54219"/>
                    <a:pt x="765544" y="60300"/>
                  </a:cubicBezTo>
                  <a:cubicBezTo>
                    <a:pt x="799812" y="67041"/>
                    <a:pt x="832548" y="78613"/>
                    <a:pt x="865025" y="91080"/>
                  </a:cubicBezTo>
                  <a:cubicBezTo>
                    <a:pt x="899529" y="104326"/>
                    <a:pt x="933585" y="118938"/>
                    <a:pt x="969951" y="126668"/>
                  </a:cubicBezTo>
                  <a:cubicBezTo>
                    <a:pt x="977635" y="128294"/>
                    <a:pt x="985601" y="130793"/>
                    <a:pt x="994934" y="126975"/>
                  </a:cubicBezTo>
                  <a:cubicBezTo>
                    <a:pt x="992270" y="124076"/>
                    <a:pt x="990691" y="121577"/>
                    <a:pt x="988429" y="120022"/>
                  </a:cubicBezTo>
                  <a:cubicBezTo>
                    <a:pt x="983126" y="116416"/>
                    <a:pt x="977729" y="112857"/>
                    <a:pt x="972025" y="109982"/>
                  </a:cubicBezTo>
                  <a:cubicBezTo>
                    <a:pt x="924559" y="85919"/>
                    <a:pt x="875466" y="65980"/>
                    <a:pt x="823687" y="53371"/>
                  </a:cubicBezTo>
                  <a:cubicBezTo>
                    <a:pt x="775325" y="41587"/>
                    <a:pt x="726727" y="30698"/>
                    <a:pt x="678153" y="19810"/>
                  </a:cubicBezTo>
                  <a:cubicBezTo>
                    <a:pt x="671059" y="18207"/>
                    <a:pt x="663470" y="18796"/>
                    <a:pt x="656117" y="18372"/>
                  </a:cubicBezTo>
                  <a:cubicBezTo>
                    <a:pt x="655975" y="19173"/>
                    <a:pt x="655834" y="19998"/>
                    <a:pt x="655692" y="20800"/>
                  </a:cubicBezTo>
                  <a:cubicBezTo>
                    <a:pt x="658850" y="23463"/>
                    <a:pt x="662244" y="25914"/>
                    <a:pt x="665120" y="28860"/>
                  </a:cubicBezTo>
                  <a:cubicBezTo>
                    <a:pt x="668254" y="32065"/>
                    <a:pt x="671365" y="35742"/>
                    <a:pt x="667971" y="40573"/>
                  </a:cubicBezTo>
                  <a:cubicBezTo>
                    <a:pt x="664389" y="45688"/>
                    <a:pt x="658945" y="47856"/>
                    <a:pt x="653783" y="44627"/>
                  </a:cubicBezTo>
                  <a:cubicBezTo>
                    <a:pt x="649447" y="41917"/>
                    <a:pt x="646359" y="37085"/>
                    <a:pt x="643060" y="32914"/>
                  </a:cubicBezTo>
                  <a:cubicBezTo>
                    <a:pt x="639289" y="28106"/>
                    <a:pt x="636390" y="22544"/>
                    <a:pt x="632218" y="18136"/>
                  </a:cubicBezTo>
                  <a:cubicBezTo>
                    <a:pt x="627575" y="13234"/>
                    <a:pt x="621118" y="10359"/>
                    <a:pt x="614778" y="14153"/>
                  </a:cubicBezTo>
                  <a:cubicBezTo>
                    <a:pt x="608297" y="18042"/>
                    <a:pt x="609970" y="24759"/>
                    <a:pt x="611596" y="30934"/>
                  </a:cubicBezTo>
                  <a:cubicBezTo>
                    <a:pt x="612350" y="33786"/>
                    <a:pt x="613269" y="36755"/>
                    <a:pt x="613128" y="39607"/>
                  </a:cubicBezTo>
                  <a:cubicBezTo>
                    <a:pt x="613010" y="41823"/>
                    <a:pt x="611902" y="44556"/>
                    <a:pt x="610300" y="46065"/>
                  </a:cubicBezTo>
                  <a:cubicBezTo>
                    <a:pt x="603041" y="52923"/>
                    <a:pt x="581523" y="49176"/>
                    <a:pt x="577139" y="40243"/>
                  </a:cubicBezTo>
                  <a:cubicBezTo>
                    <a:pt x="575937" y="37792"/>
                    <a:pt x="575631" y="34469"/>
                    <a:pt x="576032" y="31688"/>
                  </a:cubicBezTo>
                  <a:cubicBezTo>
                    <a:pt x="577493" y="21625"/>
                    <a:pt x="575160" y="17807"/>
                    <a:pt x="565025" y="17524"/>
                  </a:cubicBezTo>
                  <a:cubicBezTo>
                    <a:pt x="556446" y="17288"/>
                    <a:pt x="547679" y="17665"/>
                    <a:pt x="539242" y="19173"/>
                  </a:cubicBezTo>
                  <a:cubicBezTo>
                    <a:pt x="522791" y="22096"/>
                    <a:pt x="507189" y="27587"/>
                    <a:pt x="494674" y="39348"/>
                  </a:cubicBezTo>
                  <a:cubicBezTo>
                    <a:pt x="492058" y="41799"/>
                    <a:pt x="490361" y="45264"/>
                    <a:pt x="488263" y="48280"/>
                  </a:cubicBezTo>
                  <a:cubicBezTo>
                    <a:pt x="488735" y="49176"/>
                    <a:pt x="489230" y="50071"/>
                    <a:pt x="489701" y="50967"/>
                  </a:cubicBezTo>
                  <a:cubicBezTo>
                    <a:pt x="503559" y="49647"/>
                    <a:pt x="517441" y="48351"/>
                    <a:pt x="531299" y="47031"/>
                  </a:cubicBezTo>
                  <a:cubicBezTo>
                    <a:pt x="526114" y="50519"/>
                    <a:pt x="520646" y="52711"/>
                    <a:pt x="515697" y="55799"/>
                  </a:cubicBezTo>
                  <a:cubicBezTo>
                    <a:pt x="509734" y="59522"/>
                    <a:pt x="510017" y="64118"/>
                    <a:pt x="516592" y="66475"/>
                  </a:cubicBezTo>
                  <a:cubicBezTo>
                    <a:pt x="522791" y="68690"/>
                    <a:pt x="529508" y="70647"/>
                    <a:pt x="535989" y="70694"/>
                  </a:cubicBezTo>
                  <a:cubicBezTo>
                    <a:pt x="559699" y="70835"/>
                    <a:pt x="583432" y="70317"/>
                    <a:pt x="607165" y="69680"/>
                  </a:cubicBezTo>
                  <a:cubicBezTo>
                    <a:pt x="620411" y="69327"/>
                    <a:pt x="633632" y="68313"/>
                    <a:pt x="646854" y="67583"/>
                  </a:cubicBezTo>
                  <a:cubicBezTo>
                    <a:pt x="635494" y="71872"/>
                    <a:pt x="623946" y="74959"/>
                    <a:pt x="612350" y="77835"/>
                  </a:cubicBezTo>
                  <a:cubicBezTo>
                    <a:pt x="578648" y="86154"/>
                    <a:pt x="544851" y="92942"/>
                    <a:pt x="509875" y="85895"/>
                  </a:cubicBezTo>
                  <a:cubicBezTo>
                    <a:pt x="505115" y="84929"/>
                    <a:pt x="499812" y="84952"/>
                    <a:pt x="495145" y="86060"/>
                  </a:cubicBezTo>
                  <a:cubicBezTo>
                    <a:pt x="491869" y="86838"/>
                    <a:pt x="487580" y="89690"/>
                    <a:pt x="486614" y="92589"/>
                  </a:cubicBezTo>
                  <a:cubicBezTo>
                    <a:pt x="484233" y="99683"/>
                    <a:pt x="479331" y="103430"/>
                    <a:pt x="472921" y="104773"/>
                  </a:cubicBezTo>
                  <a:cubicBezTo>
                    <a:pt x="466227" y="106187"/>
                    <a:pt x="459227" y="106541"/>
                    <a:pt x="452345" y="106494"/>
                  </a:cubicBezTo>
                  <a:cubicBezTo>
                    <a:pt x="440656" y="106447"/>
                    <a:pt x="437050" y="101686"/>
                    <a:pt x="440019" y="90467"/>
                  </a:cubicBezTo>
                  <a:cubicBezTo>
                    <a:pt x="448150" y="59829"/>
                    <a:pt x="463022" y="33338"/>
                    <a:pt x="487981" y="13022"/>
                  </a:cubicBezTo>
                  <a:cubicBezTo>
                    <a:pt x="491327" y="10288"/>
                    <a:pt x="493731" y="6399"/>
                    <a:pt x="497431" y="2039"/>
                  </a:cubicBezTo>
                  <a:cubicBezTo>
                    <a:pt x="493401" y="955"/>
                    <a:pt x="491469" y="-129"/>
                    <a:pt x="489654" y="12"/>
                  </a:cubicBezTo>
                  <a:cubicBezTo>
                    <a:pt x="470658" y="1544"/>
                    <a:pt x="451780" y="4090"/>
                    <a:pt x="434999" y="13941"/>
                  </a:cubicBezTo>
                  <a:cubicBezTo>
                    <a:pt x="427316" y="18466"/>
                    <a:pt x="425454" y="25136"/>
                    <a:pt x="427599" y="33856"/>
                  </a:cubicBezTo>
                  <a:cubicBezTo>
                    <a:pt x="428353" y="36944"/>
                    <a:pt x="429366" y="40149"/>
                    <a:pt x="429296" y="43260"/>
                  </a:cubicBezTo>
                  <a:cubicBezTo>
                    <a:pt x="429107" y="51179"/>
                    <a:pt x="422862" y="55469"/>
                    <a:pt x="416192" y="51462"/>
                  </a:cubicBezTo>
                  <a:cubicBezTo>
                    <a:pt x="410960" y="48351"/>
                    <a:pt x="406293" y="43519"/>
                    <a:pt x="402852" y="38429"/>
                  </a:cubicBezTo>
                  <a:cubicBezTo>
                    <a:pt x="399623" y="33644"/>
                    <a:pt x="396677" y="29520"/>
                    <a:pt x="390667" y="28789"/>
                  </a:cubicBezTo>
                  <a:cubicBezTo>
                    <a:pt x="370257" y="26291"/>
                    <a:pt x="351355" y="30510"/>
                    <a:pt x="334834" y="42860"/>
                  </a:cubicBezTo>
                  <a:cubicBezTo>
                    <a:pt x="332359" y="44721"/>
                    <a:pt x="330969" y="50307"/>
                    <a:pt x="331652" y="53654"/>
                  </a:cubicBezTo>
                  <a:cubicBezTo>
                    <a:pt x="332878" y="59734"/>
                    <a:pt x="330545" y="62775"/>
                    <a:pt x="325619" y="64519"/>
                  </a:cubicBezTo>
                  <a:cubicBezTo>
                    <a:pt x="322414" y="65650"/>
                    <a:pt x="318878" y="65886"/>
                    <a:pt x="315461" y="66357"/>
                  </a:cubicBezTo>
                  <a:cubicBezTo>
                    <a:pt x="308862" y="67253"/>
                    <a:pt x="302145" y="67535"/>
                    <a:pt x="295687" y="68973"/>
                  </a:cubicBezTo>
                  <a:cubicBezTo>
                    <a:pt x="253264" y="78495"/>
                    <a:pt x="213411" y="94851"/>
                    <a:pt x="175018" y="115026"/>
                  </a:cubicBezTo>
                  <a:cubicBezTo>
                    <a:pt x="162668" y="121507"/>
                    <a:pt x="151473" y="129284"/>
                    <a:pt x="143154" y="141021"/>
                  </a:cubicBezTo>
                  <a:cubicBezTo>
                    <a:pt x="138534" y="147526"/>
                    <a:pt x="132100" y="151863"/>
                    <a:pt x="122885" y="150873"/>
                  </a:cubicBezTo>
                  <a:cubicBezTo>
                    <a:pt x="116074" y="150142"/>
                    <a:pt x="112633" y="155233"/>
                    <a:pt x="109804" y="163505"/>
                  </a:cubicBezTo>
                  <a:cubicBezTo>
                    <a:pt x="117276" y="161832"/>
                    <a:pt x="123380" y="161337"/>
                    <a:pt x="128824" y="159122"/>
                  </a:cubicBezTo>
                  <a:cubicBezTo>
                    <a:pt x="159651" y="146560"/>
                    <a:pt x="190290" y="133527"/>
                    <a:pt x="221070" y="120776"/>
                  </a:cubicBezTo>
                  <a:cubicBezTo>
                    <a:pt x="251355" y="108238"/>
                    <a:pt x="281381" y="95040"/>
                    <a:pt x="313717" y="88040"/>
                  </a:cubicBezTo>
                  <a:cubicBezTo>
                    <a:pt x="331016" y="84293"/>
                    <a:pt x="346053" y="75855"/>
                    <a:pt x="355739" y="59970"/>
                  </a:cubicBezTo>
                  <a:cubicBezTo>
                    <a:pt x="357035" y="57825"/>
                    <a:pt x="359133" y="56176"/>
                    <a:pt x="361113" y="53984"/>
                  </a:cubicBezTo>
                  <a:cubicBezTo>
                    <a:pt x="370328" y="73098"/>
                    <a:pt x="359793" y="94922"/>
                    <a:pt x="339053" y="102110"/>
                  </a:cubicBezTo>
                  <a:cubicBezTo>
                    <a:pt x="310630" y="111962"/>
                    <a:pt x="281853" y="120988"/>
                    <a:pt x="253995" y="132254"/>
                  </a:cubicBezTo>
                  <a:cubicBezTo>
                    <a:pt x="218784" y="146466"/>
                    <a:pt x="184280" y="162421"/>
                    <a:pt x="149635" y="178000"/>
                  </a:cubicBezTo>
                  <a:cubicBezTo>
                    <a:pt x="143012" y="180969"/>
                    <a:pt x="136625" y="184623"/>
                    <a:pt x="133561" y="192471"/>
                  </a:cubicBezTo>
                  <a:cubicBezTo>
                    <a:pt x="132477" y="195275"/>
                    <a:pt x="128093" y="197609"/>
                    <a:pt x="124747" y="198528"/>
                  </a:cubicBezTo>
                  <a:cubicBezTo>
                    <a:pt x="118619" y="200225"/>
                    <a:pt x="111973" y="200060"/>
                    <a:pt x="105869" y="201827"/>
                  </a:cubicBezTo>
                  <a:cubicBezTo>
                    <a:pt x="96536" y="204514"/>
                    <a:pt x="87203" y="207578"/>
                    <a:pt x="78412" y="211679"/>
                  </a:cubicBezTo>
                  <a:cubicBezTo>
                    <a:pt x="73392" y="214012"/>
                    <a:pt x="70846" y="219409"/>
                    <a:pt x="70493" y="226598"/>
                  </a:cubicBezTo>
                  <a:cubicBezTo>
                    <a:pt x="74617" y="224759"/>
                    <a:pt x="77587" y="222803"/>
                    <a:pt x="80816" y="222120"/>
                  </a:cubicBezTo>
                  <a:cubicBezTo>
                    <a:pt x="84586" y="221342"/>
                    <a:pt x="88569" y="221719"/>
                    <a:pt x="92458" y="221578"/>
                  </a:cubicBezTo>
                  <a:cubicBezTo>
                    <a:pt x="92364" y="225961"/>
                    <a:pt x="93000" y="230510"/>
                    <a:pt x="91916" y="234634"/>
                  </a:cubicBezTo>
                  <a:cubicBezTo>
                    <a:pt x="91186" y="237439"/>
                    <a:pt x="88475" y="240220"/>
                    <a:pt x="85930" y="241964"/>
                  </a:cubicBezTo>
                  <a:cubicBezTo>
                    <a:pt x="77822" y="247526"/>
                    <a:pt x="69762" y="253418"/>
                    <a:pt x="60947" y="257590"/>
                  </a:cubicBezTo>
                  <a:cubicBezTo>
                    <a:pt x="51756" y="261950"/>
                    <a:pt x="41692" y="264425"/>
                    <a:pt x="30827" y="255964"/>
                  </a:cubicBezTo>
                  <a:cubicBezTo>
                    <a:pt x="33231" y="271754"/>
                    <a:pt x="38605" y="284246"/>
                    <a:pt x="47372" y="296100"/>
                  </a:cubicBezTo>
                  <a:cubicBezTo>
                    <a:pt x="50931" y="293437"/>
                    <a:pt x="54042" y="291410"/>
                    <a:pt x="56776" y="288983"/>
                  </a:cubicBezTo>
                  <a:cubicBezTo>
                    <a:pt x="76008" y="271849"/>
                    <a:pt x="94980" y="254432"/>
                    <a:pt x="114353" y="237463"/>
                  </a:cubicBezTo>
                  <a:cubicBezTo>
                    <a:pt x="174193" y="185070"/>
                    <a:pt x="241740" y="146772"/>
                    <a:pt x="318973" y="126433"/>
                  </a:cubicBezTo>
                  <a:cubicBezTo>
                    <a:pt x="323026" y="125372"/>
                    <a:pt x="327269" y="124948"/>
                    <a:pt x="331440" y="124241"/>
                  </a:cubicBezTo>
                  <a:cubicBezTo>
                    <a:pt x="331770" y="124995"/>
                    <a:pt x="332124" y="125749"/>
                    <a:pt x="332454" y="126527"/>
                  </a:cubicBezTo>
                  <a:cubicBezTo>
                    <a:pt x="329178" y="129261"/>
                    <a:pt x="326232" y="132607"/>
                    <a:pt x="322555" y="134658"/>
                  </a:cubicBezTo>
                  <a:cubicBezTo>
                    <a:pt x="303135" y="145452"/>
                    <a:pt x="283903" y="156671"/>
                    <a:pt x="263894" y="166286"/>
                  </a:cubicBezTo>
                  <a:cubicBezTo>
                    <a:pt x="243743" y="175973"/>
                    <a:pt x="223568" y="185966"/>
                    <a:pt x="200778" y="189053"/>
                  </a:cubicBezTo>
                  <a:cubicBezTo>
                    <a:pt x="196583" y="189619"/>
                    <a:pt x="192741" y="195275"/>
                    <a:pt x="189394" y="199164"/>
                  </a:cubicBezTo>
                  <a:cubicBezTo>
                    <a:pt x="185836" y="203265"/>
                    <a:pt x="183903" y="209228"/>
                    <a:pt x="179731" y="212268"/>
                  </a:cubicBezTo>
                  <a:cubicBezTo>
                    <a:pt x="173674" y="216699"/>
                    <a:pt x="166085" y="218985"/>
                    <a:pt x="159416" y="222638"/>
                  </a:cubicBezTo>
                  <a:cubicBezTo>
                    <a:pt x="154278" y="225443"/>
                    <a:pt x="148975" y="228365"/>
                    <a:pt x="144827" y="232372"/>
                  </a:cubicBezTo>
                  <a:cubicBezTo>
                    <a:pt x="142753" y="234399"/>
                    <a:pt x="141928" y="239207"/>
                    <a:pt x="142611" y="242294"/>
                  </a:cubicBezTo>
                  <a:cubicBezTo>
                    <a:pt x="144379" y="250519"/>
                    <a:pt x="142682" y="253371"/>
                    <a:pt x="134693" y="255304"/>
                  </a:cubicBezTo>
                  <a:cubicBezTo>
                    <a:pt x="129083" y="256671"/>
                    <a:pt x="123026" y="258344"/>
                    <a:pt x="118501" y="261714"/>
                  </a:cubicBezTo>
                  <a:cubicBezTo>
                    <a:pt x="82347" y="288676"/>
                    <a:pt x="51143" y="320706"/>
                    <a:pt x="23757" y="356482"/>
                  </a:cubicBezTo>
                  <a:cubicBezTo>
                    <a:pt x="20646" y="360536"/>
                    <a:pt x="18784" y="365556"/>
                    <a:pt x="16333" y="370128"/>
                  </a:cubicBezTo>
                  <a:cubicBezTo>
                    <a:pt x="17040" y="370741"/>
                    <a:pt x="17770" y="371377"/>
                    <a:pt x="18478" y="371990"/>
                  </a:cubicBezTo>
                  <a:cubicBezTo>
                    <a:pt x="22225" y="369515"/>
                    <a:pt x="26302" y="367418"/>
                    <a:pt x="29696" y="364542"/>
                  </a:cubicBezTo>
                  <a:cubicBezTo>
                    <a:pt x="58308" y="340126"/>
                    <a:pt x="86731" y="315450"/>
                    <a:pt x="115367" y="291057"/>
                  </a:cubicBezTo>
                  <a:cubicBezTo>
                    <a:pt x="138346" y="271495"/>
                    <a:pt x="161537" y="252122"/>
                    <a:pt x="184775" y="232843"/>
                  </a:cubicBezTo>
                  <a:cubicBezTo>
                    <a:pt x="189701" y="228742"/>
                    <a:pt x="196041" y="225348"/>
                    <a:pt x="201273" y="231288"/>
                  </a:cubicBezTo>
                  <a:cubicBezTo>
                    <a:pt x="205892" y="236520"/>
                    <a:pt x="201815" y="242506"/>
                    <a:pt x="198185" y="246560"/>
                  </a:cubicBezTo>
                  <a:cubicBezTo>
                    <a:pt x="188452" y="257378"/>
                    <a:pt x="178977" y="268761"/>
                    <a:pt x="167688" y="277788"/>
                  </a:cubicBezTo>
                  <a:cubicBezTo>
                    <a:pt x="128188" y="309416"/>
                    <a:pt x="89984" y="342459"/>
                    <a:pt x="55503" y="379508"/>
                  </a:cubicBezTo>
                  <a:cubicBezTo>
                    <a:pt x="38346" y="397962"/>
                    <a:pt x="22626" y="417760"/>
                    <a:pt x="6599" y="437251"/>
                  </a:cubicBezTo>
                  <a:cubicBezTo>
                    <a:pt x="3559" y="440951"/>
                    <a:pt x="2168" y="446018"/>
                    <a:pt x="0" y="450472"/>
                  </a:cubicBezTo>
                  <a:cubicBezTo>
                    <a:pt x="660" y="451062"/>
                    <a:pt x="1343" y="451674"/>
                    <a:pt x="2003" y="452263"/>
                  </a:cubicBezTo>
                  <a:cubicBezTo>
                    <a:pt x="5468" y="450590"/>
                    <a:pt x="9144" y="449247"/>
                    <a:pt x="12020" y="446890"/>
                  </a:cubicBezTo>
                  <a:close/>
                  <a:moveTo>
                    <a:pt x="522508" y="114248"/>
                  </a:moveTo>
                  <a:cubicBezTo>
                    <a:pt x="571342" y="111042"/>
                    <a:pt x="620198" y="107366"/>
                    <a:pt x="669103" y="105905"/>
                  </a:cubicBezTo>
                  <a:cubicBezTo>
                    <a:pt x="702428" y="104915"/>
                    <a:pt x="735966" y="106022"/>
                    <a:pt x="769197" y="108662"/>
                  </a:cubicBezTo>
                  <a:cubicBezTo>
                    <a:pt x="788429" y="110194"/>
                    <a:pt x="807354" y="116204"/>
                    <a:pt x="826232" y="120988"/>
                  </a:cubicBezTo>
                  <a:cubicBezTo>
                    <a:pt x="842447" y="125089"/>
                    <a:pt x="858403" y="130180"/>
                    <a:pt x="874406" y="135035"/>
                  </a:cubicBezTo>
                  <a:cubicBezTo>
                    <a:pt x="877187" y="135883"/>
                    <a:pt x="879803" y="137486"/>
                    <a:pt x="882325" y="138994"/>
                  </a:cubicBezTo>
                  <a:cubicBezTo>
                    <a:pt x="892435" y="145004"/>
                    <a:pt x="893449" y="150944"/>
                    <a:pt x="886166" y="160088"/>
                  </a:cubicBezTo>
                  <a:cubicBezTo>
                    <a:pt x="879190" y="168879"/>
                    <a:pt x="865733" y="172343"/>
                    <a:pt x="856918" y="161879"/>
                  </a:cubicBezTo>
                  <a:cubicBezTo>
                    <a:pt x="848622" y="152051"/>
                    <a:pt x="835165" y="150236"/>
                    <a:pt x="823145" y="148540"/>
                  </a:cubicBezTo>
                  <a:cubicBezTo>
                    <a:pt x="786520" y="143355"/>
                    <a:pt x="749824" y="137392"/>
                    <a:pt x="712963" y="135294"/>
                  </a:cubicBezTo>
                  <a:cubicBezTo>
                    <a:pt x="656659" y="132089"/>
                    <a:pt x="600189" y="131971"/>
                    <a:pt x="543790" y="130251"/>
                  </a:cubicBezTo>
                  <a:cubicBezTo>
                    <a:pt x="531959" y="129897"/>
                    <a:pt x="520128" y="128530"/>
                    <a:pt x="508344" y="127281"/>
                  </a:cubicBezTo>
                  <a:cubicBezTo>
                    <a:pt x="505091" y="126927"/>
                    <a:pt x="501980" y="125348"/>
                    <a:pt x="497243" y="123840"/>
                  </a:cubicBezTo>
                  <a:cubicBezTo>
                    <a:pt x="505233" y="115450"/>
                    <a:pt x="514212" y="114790"/>
                    <a:pt x="522508" y="114248"/>
                  </a:cubicBezTo>
                  <a:close/>
                  <a:moveTo>
                    <a:pt x="214188" y="222379"/>
                  </a:moveTo>
                  <a:cubicBezTo>
                    <a:pt x="222956" y="215615"/>
                    <a:pt x="231652" y="208544"/>
                    <a:pt x="241150" y="202959"/>
                  </a:cubicBezTo>
                  <a:cubicBezTo>
                    <a:pt x="275631" y="182690"/>
                    <a:pt x="311242" y="164707"/>
                    <a:pt x="349847" y="153489"/>
                  </a:cubicBezTo>
                  <a:cubicBezTo>
                    <a:pt x="356281" y="151627"/>
                    <a:pt x="363210" y="151415"/>
                    <a:pt x="369927" y="150449"/>
                  </a:cubicBezTo>
                  <a:cubicBezTo>
                    <a:pt x="370399" y="151344"/>
                    <a:pt x="370870" y="152216"/>
                    <a:pt x="371365" y="153112"/>
                  </a:cubicBezTo>
                  <a:cubicBezTo>
                    <a:pt x="367806" y="156435"/>
                    <a:pt x="364648" y="160465"/>
                    <a:pt x="360571" y="162963"/>
                  </a:cubicBezTo>
                  <a:cubicBezTo>
                    <a:pt x="344803" y="172626"/>
                    <a:pt x="329083" y="182431"/>
                    <a:pt x="312751" y="191033"/>
                  </a:cubicBezTo>
                  <a:cubicBezTo>
                    <a:pt x="283550" y="206447"/>
                    <a:pt x="253854" y="220894"/>
                    <a:pt x="222036" y="230345"/>
                  </a:cubicBezTo>
                  <a:cubicBezTo>
                    <a:pt x="218407" y="231429"/>
                    <a:pt x="214518" y="231618"/>
                    <a:pt x="210747" y="232207"/>
                  </a:cubicBezTo>
                  <a:cubicBezTo>
                    <a:pt x="210205" y="231382"/>
                    <a:pt x="209640" y="230581"/>
                    <a:pt x="209098" y="229756"/>
                  </a:cubicBezTo>
                  <a:cubicBezTo>
                    <a:pt x="210771" y="227234"/>
                    <a:pt x="211949" y="224123"/>
                    <a:pt x="214188" y="22237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890" name="Google Shape;1890;p48"/>
            <p:cNvSpPr/>
            <p:nvPr/>
          </p:nvSpPr>
          <p:spPr>
            <a:xfrm>
              <a:off x="169229" y="2355877"/>
              <a:ext cx="1154991" cy="545553"/>
            </a:xfrm>
            <a:custGeom>
              <a:rect b="b" l="l" r="r" t="t"/>
              <a:pathLst>
                <a:path extrusionOk="0" h="545553" w="1154991">
                  <a:moveTo>
                    <a:pt x="21541" y="418383"/>
                  </a:moveTo>
                  <a:cubicBezTo>
                    <a:pt x="22083" y="410606"/>
                    <a:pt x="27032" y="407024"/>
                    <a:pt x="33584" y="405138"/>
                  </a:cubicBezTo>
                  <a:cubicBezTo>
                    <a:pt x="37331" y="404077"/>
                    <a:pt x="41338" y="403960"/>
                    <a:pt x="45227" y="403488"/>
                  </a:cubicBezTo>
                  <a:cubicBezTo>
                    <a:pt x="55832" y="402192"/>
                    <a:pt x="58778" y="397950"/>
                    <a:pt x="59415" y="387627"/>
                  </a:cubicBezTo>
                  <a:cubicBezTo>
                    <a:pt x="59792" y="381263"/>
                    <a:pt x="61748" y="374429"/>
                    <a:pt x="64906" y="368890"/>
                  </a:cubicBezTo>
                  <a:cubicBezTo>
                    <a:pt x="75818" y="349729"/>
                    <a:pt x="90831" y="333986"/>
                    <a:pt x="108625" y="320999"/>
                  </a:cubicBezTo>
                  <a:cubicBezTo>
                    <a:pt x="111760" y="318713"/>
                    <a:pt x="115389" y="316686"/>
                    <a:pt x="119090" y="315697"/>
                  </a:cubicBezTo>
                  <a:cubicBezTo>
                    <a:pt x="121729" y="314990"/>
                    <a:pt x="126207" y="315202"/>
                    <a:pt x="127456" y="316851"/>
                  </a:cubicBezTo>
                  <a:cubicBezTo>
                    <a:pt x="128776" y="318619"/>
                    <a:pt x="128399" y="323545"/>
                    <a:pt x="126796" y="325289"/>
                  </a:cubicBezTo>
                  <a:cubicBezTo>
                    <a:pt x="122342" y="330120"/>
                    <a:pt x="117133" y="334433"/>
                    <a:pt x="111713" y="338204"/>
                  </a:cubicBezTo>
                  <a:cubicBezTo>
                    <a:pt x="100824" y="345793"/>
                    <a:pt x="91043" y="354513"/>
                    <a:pt x="89441" y="368254"/>
                  </a:cubicBezTo>
                  <a:cubicBezTo>
                    <a:pt x="87673" y="383502"/>
                    <a:pt x="80791" y="395781"/>
                    <a:pt x="71387" y="407259"/>
                  </a:cubicBezTo>
                  <a:cubicBezTo>
                    <a:pt x="44496" y="440090"/>
                    <a:pt x="23921" y="476456"/>
                    <a:pt x="11147" y="516993"/>
                  </a:cubicBezTo>
                  <a:cubicBezTo>
                    <a:pt x="9403" y="522532"/>
                    <a:pt x="8366" y="528706"/>
                    <a:pt x="8884" y="534410"/>
                  </a:cubicBezTo>
                  <a:cubicBezTo>
                    <a:pt x="9262" y="538487"/>
                    <a:pt x="12373" y="545086"/>
                    <a:pt x="15036" y="545487"/>
                  </a:cubicBezTo>
                  <a:cubicBezTo>
                    <a:pt x="18760" y="546053"/>
                    <a:pt x="24581" y="542918"/>
                    <a:pt x="27008" y="539548"/>
                  </a:cubicBezTo>
                  <a:cubicBezTo>
                    <a:pt x="30779" y="534316"/>
                    <a:pt x="34150" y="527717"/>
                    <a:pt x="34668" y="521447"/>
                  </a:cubicBezTo>
                  <a:cubicBezTo>
                    <a:pt x="35823" y="507424"/>
                    <a:pt x="41149" y="495098"/>
                    <a:pt x="47395" y="483055"/>
                  </a:cubicBezTo>
                  <a:cubicBezTo>
                    <a:pt x="70586" y="438275"/>
                    <a:pt x="99881" y="397526"/>
                    <a:pt x="130827" y="357931"/>
                  </a:cubicBezTo>
                  <a:cubicBezTo>
                    <a:pt x="155102" y="326868"/>
                    <a:pt x="180037" y="296253"/>
                    <a:pt x="210723" y="271223"/>
                  </a:cubicBezTo>
                  <a:cubicBezTo>
                    <a:pt x="269596" y="223215"/>
                    <a:pt x="333773" y="183267"/>
                    <a:pt x="401296" y="148668"/>
                  </a:cubicBezTo>
                  <a:cubicBezTo>
                    <a:pt x="413716" y="142305"/>
                    <a:pt x="427268" y="138039"/>
                    <a:pt x="440631" y="133797"/>
                  </a:cubicBezTo>
                  <a:cubicBezTo>
                    <a:pt x="443766" y="132807"/>
                    <a:pt x="449634" y="134740"/>
                    <a:pt x="451614" y="137332"/>
                  </a:cubicBezTo>
                  <a:cubicBezTo>
                    <a:pt x="453523" y="139830"/>
                    <a:pt x="453122" y="145322"/>
                    <a:pt x="451850" y="148810"/>
                  </a:cubicBezTo>
                  <a:cubicBezTo>
                    <a:pt x="449516" y="155173"/>
                    <a:pt x="444049" y="158308"/>
                    <a:pt x="437355" y="160170"/>
                  </a:cubicBezTo>
                  <a:cubicBezTo>
                    <a:pt x="426726" y="163116"/>
                    <a:pt x="416120" y="166439"/>
                    <a:pt x="405986" y="170752"/>
                  </a:cubicBezTo>
                  <a:cubicBezTo>
                    <a:pt x="396252" y="174900"/>
                    <a:pt x="386684" y="179826"/>
                    <a:pt x="377893" y="185671"/>
                  </a:cubicBezTo>
                  <a:cubicBezTo>
                    <a:pt x="349469" y="204502"/>
                    <a:pt x="321447" y="223969"/>
                    <a:pt x="293188" y="243059"/>
                  </a:cubicBezTo>
                  <a:cubicBezTo>
                    <a:pt x="289370" y="245652"/>
                    <a:pt x="284115" y="250177"/>
                    <a:pt x="281145" y="249140"/>
                  </a:cubicBezTo>
                  <a:cubicBezTo>
                    <a:pt x="274758" y="246948"/>
                    <a:pt x="272024" y="250554"/>
                    <a:pt x="268654" y="253618"/>
                  </a:cubicBezTo>
                  <a:cubicBezTo>
                    <a:pt x="213410" y="303488"/>
                    <a:pt x="161913" y="357035"/>
                    <a:pt x="112679" y="412751"/>
                  </a:cubicBezTo>
                  <a:cubicBezTo>
                    <a:pt x="102898" y="423828"/>
                    <a:pt x="94531" y="436177"/>
                    <a:pt x="85882" y="448197"/>
                  </a:cubicBezTo>
                  <a:cubicBezTo>
                    <a:pt x="84232" y="450483"/>
                    <a:pt x="84044" y="453971"/>
                    <a:pt x="83714" y="456965"/>
                  </a:cubicBezTo>
                  <a:cubicBezTo>
                    <a:pt x="83360" y="459934"/>
                    <a:pt x="84704" y="463493"/>
                    <a:pt x="83478" y="465873"/>
                  </a:cubicBezTo>
                  <a:cubicBezTo>
                    <a:pt x="80768" y="471106"/>
                    <a:pt x="76525" y="475513"/>
                    <a:pt x="73674" y="480674"/>
                  </a:cubicBezTo>
                  <a:cubicBezTo>
                    <a:pt x="70492" y="486449"/>
                    <a:pt x="67452" y="492482"/>
                    <a:pt x="65778" y="498798"/>
                  </a:cubicBezTo>
                  <a:cubicBezTo>
                    <a:pt x="65024" y="501650"/>
                    <a:pt x="66815" y="506529"/>
                    <a:pt x="69125" y="508438"/>
                  </a:cubicBezTo>
                  <a:cubicBezTo>
                    <a:pt x="71034" y="509993"/>
                    <a:pt x="76266" y="509734"/>
                    <a:pt x="78576" y="508155"/>
                  </a:cubicBezTo>
                  <a:cubicBezTo>
                    <a:pt x="83124" y="505020"/>
                    <a:pt x="87225" y="500825"/>
                    <a:pt x="90548" y="496347"/>
                  </a:cubicBezTo>
                  <a:cubicBezTo>
                    <a:pt x="101296" y="481876"/>
                    <a:pt x="103393" y="481711"/>
                    <a:pt x="114635" y="496017"/>
                  </a:cubicBezTo>
                  <a:cubicBezTo>
                    <a:pt x="114942" y="496418"/>
                    <a:pt x="115224" y="496819"/>
                    <a:pt x="115554" y="497196"/>
                  </a:cubicBezTo>
                  <a:cubicBezTo>
                    <a:pt x="120386" y="502781"/>
                    <a:pt x="124227" y="502993"/>
                    <a:pt x="129035" y="497573"/>
                  </a:cubicBezTo>
                  <a:cubicBezTo>
                    <a:pt x="131157" y="495192"/>
                    <a:pt x="133231" y="492553"/>
                    <a:pt x="134503" y="489677"/>
                  </a:cubicBezTo>
                  <a:cubicBezTo>
                    <a:pt x="141126" y="474547"/>
                    <a:pt x="147607" y="459345"/>
                    <a:pt x="153829" y="444049"/>
                  </a:cubicBezTo>
                  <a:cubicBezTo>
                    <a:pt x="155102" y="440938"/>
                    <a:pt x="155055" y="437262"/>
                    <a:pt x="155620" y="433844"/>
                  </a:cubicBezTo>
                  <a:cubicBezTo>
                    <a:pt x="139570" y="445652"/>
                    <a:pt x="135658" y="466651"/>
                    <a:pt x="118335" y="477398"/>
                  </a:cubicBezTo>
                  <a:cubicBezTo>
                    <a:pt x="117133" y="473533"/>
                    <a:pt x="116285" y="469762"/>
                    <a:pt x="117275" y="466533"/>
                  </a:cubicBezTo>
                  <a:cubicBezTo>
                    <a:pt x="122177" y="450295"/>
                    <a:pt x="125830" y="433373"/>
                    <a:pt x="133160" y="418266"/>
                  </a:cubicBezTo>
                  <a:cubicBezTo>
                    <a:pt x="144496" y="394909"/>
                    <a:pt x="163092" y="376479"/>
                    <a:pt x="181357" y="358355"/>
                  </a:cubicBezTo>
                  <a:cubicBezTo>
                    <a:pt x="239288" y="300943"/>
                    <a:pt x="303464" y="251402"/>
                    <a:pt x="372920" y="208815"/>
                  </a:cubicBezTo>
                  <a:cubicBezTo>
                    <a:pt x="400518" y="191893"/>
                    <a:pt x="428989" y="176479"/>
                    <a:pt x="460523" y="167759"/>
                  </a:cubicBezTo>
                  <a:cubicBezTo>
                    <a:pt x="467876" y="165732"/>
                    <a:pt x="475300" y="163729"/>
                    <a:pt x="482300" y="160759"/>
                  </a:cubicBezTo>
                  <a:cubicBezTo>
                    <a:pt x="489182" y="157860"/>
                    <a:pt x="489253" y="153971"/>
                    <a:pt x="483290" y="149234"/>
                  </a:cubicBezTo>
                  <a:cubicBezTo>
                    <a:pt x="479613" y="146312"/>
                    <a:pt x="475607" y="143766"/>
                    <a:pt x="472166" y="140608"/>
                  </a:cubicBezTo>
                  <a:cubicBezTo>
                    <a:pt x="467923" y="136696"/>
                    <a:pt x="466509" y="131652"/>
                    <a:pt x="469927" y="126585"/>
                  </a:cubicBezTo>
                  <a:cubicBezTo>
                    <a:pt x="478411" y="114000"/>
                    <a:pt x="488828" y="107306"/>
                    <a:pt x="502451" y="121306"/>
                  </a:cubicBezTo>
                  <a:cubicBezTo>
                    <a:pt x="506080" y="125030"/>
                    <a:pt x="509191" y="129295"/>
                    <a:pt x="513104" y="132689"/>
                  </a:cubicBezTo>
                  <a:cubicBezTo>
                    <a:pt x="517912" y="136884"/>
                    <a:pt x="522908" y="141150"/>
                    <a:pt x="528494" y="144096"/>
                  </a:cubicBezTo>
                  <a:cubicBezTo>
                    <a:pt x="538180" y="149234"/>
                    <a:pt x="546052" y="145063"/>
                    <a:pt x="546641" y="133962"/>
                  </a:cubicBezTo>
                  <a:cubicBezTo>
                    <a:pt x="547348" y="120222"/>
                    <a:pt x="554914" y="113128"/>
                    <a:pt x="567146" y="110582"/>
                  </a:cubicBezTo>
                  <a:cubicBezTo>
                    <a:pt x="581357" y="107636"/>
                    <a:pt x="595757" y="104478"/>
                    <a:pt x="610181" y="103912"/>
                  </a:cubicBezTo>
                  <a:cubicBezTo>
                    <a:pt x="629908" y="103135"/>
                    <a:pt x="649729" y="104502"/>
                    <a:pt x="669503" y="105374"/>
                  </a:cubicBezTo>
                  <a:cubicBezTo>
                    <a:pt x="680038" y="105845"/>
                    <a:pt x="689583" y="103465"/>
                    <a:pt x="695970" y="95051"/>
                  </a:cubicBezTo>
                  <a:cubicBezTo>
                    <a:pt x="699057" y="90950"/>
                    <a:pt x="699363" y="84751"/>
                    <a:pt x="700919" y="79496"/>
                  </a:cubicBezTo>
                  <a:cubicBezTo>
                    <a:pt x="696323" y="78341"/>
                    <a:pt x="691586" y="75795"/>
                    <a:pt x="687179" y="76290"/>
                  </a:cubicBezTo>
                  <a:cubicBezTo>
                    <a:pt x="671247" y="78058"/>
                    <a:pt x="655432" y="80792"/>
                    <a:pt x="639594" y="83219"/>
                  </a:cubicBezTo>
                  <a:cubicBezTo>
                    <a:pt x="622036" y="85906"/>
                    <a:pt x="604525" y="88805"/>
                    <a:pt x="586943" y="91327"/>
                  </a:cubicBezTo>
                  <a:cubicBezTo>
                    <a:pt x="582182" y="92010"/>
                    <a:pt x="577115" y="91657"/>
                    <a:pt x="575489" y="85741"/>
                  </a:cubicBezTo>
                  <a:cubicBezTo>
                    <a:pt x="573768" y="79496"/>
                    <a:pt x="574758" y="73486"/>
                    <a:pt x="580886" y="70280"/>
                  </a:cubicBezTo>
                  <a:cubicBezTo>
                    <a:pt x="585128" y="68089"/>
                    <a:pt x="590078" y="66627"/>
                    <a:pt x="594838" y="66227"/>
                  </a:cubicBezTo>
                  <a:cubicBezTo>
                    <a:pt x="607565" y="65119"/>
                    <a:pt x="611713" y="62055"/>
                    <a:pt x="615413" y="49540"/>
                  </a:cubicBezTo>
                  <a:cubicBezTo>
                    <a:pt x="617134" y="43719"/>
                    <a:pt x="621093" y="43059"/>
                    <a:pt x="626490" y="44497"/>
                  </a:cubicBezTo>
                  <a:cubicBezTo>
                    <a:pt x="641456" y="48433"/>
                    <a:pt x="656328" y="53029"/>
                    <a:pt x="671553" y="55527"/>
                  </a:cubicBezTo>
                  <a:cubicBezTo>
                    <a:pt x="695663" y="59510"/>
                    <a:pt x="720127" y="61348"/>
                    <a:pt x="744261" y="65284"/>
                  </a:cubicBezTo>
                  <a:cubicBezTo>
                    <a:pt x="798680" y="74146"/>
                    <a:pt x="851614" y="88970"/>
                    <a:pt x="903417" y="107801"/>
                  </a:cubicBezTo>
                  <a:cubicBezTo>
                    <a:pt x="969597" y="131841"/>
                    <a:pt x="1033161" y="161018"/>
                    <a:pt x="1090361" y="202875"/>
                  </a:cubicBezTo>
                  <a:cubicBezTo>
                    <a:pt x="1098044" y="208485"/>
                    <a:pt x="1106859" y="212774"/>
                    <a:pt x="1115626" y="216592"/>
                  </a:cubicBezTo>
                  <a:cubicBezTo>
                    <a:pt x="1124323" y="220363"/>
                    <a:pt x="1132996" y="218501"/>
                    <a:pt x="1139171" y="211124"/>
                  </a:cubicBezTo>
                  <a:cubicBezTo>
                    <a:pt x="1144356" y="204926"/>
                    <a:pt x="1148645" y="197926"/>
                    <a:pt x="1152793" y="190950"/>
                  </a:cubicBezTo>
                  <a:cubicBezTo>
                    <a:pt x="1156116" y="185341"/>
                    <a:pt x="1155692" y="179142"/>
                    <a:pt x="1151379" y="174287"/>
                  </a:cubicBezTo>
                  <a:cubicBezTo>
                    <a:pt x="1141575" y="163210"/>
                    <a:pt x="1131817" y="151992"/>
                    <a:pt x="1121070" y="141881"/>
                  </a:cubicBezTo>
                  <a:cubicBezTo>
                    <a:pt x="1110818" y="132241"/>
                    <a:pt x="1099529" y="123615"/>
                    <a:pt x="1085341" y="120151"/>
                  </a:cubicBezTo>
                  <a:cubicBezTo>
                    <a:pt x="1078459" y="118454"/>
                    <a:pt x="1077021" y="115673"/>
                    <a:pt x="1079732" y="109074"/>
                  </a:cubicBezTo>
                  <a:cubicBezTo>
                    <a:pt x="1083691" y="99505"/>
                    <a:pt x="1091893" y="96701"/>
                    <a:pt x="1102357" y="100306"/>
                  </a:cubicBezTo>
                  <a:cubicBezTo>
                    <a:pt x="1105444" y="101367"/>
                    <a:pt x="1110629" y="101202"/>
                    <a:pt x="1112751" y="99269"/>
                  </a:cubicBezTo>
                  <a:cubicBezTo>
                    <a:pt x="1116498" y="95852"/>
                    <a:pt x="1114188" y="91539"/>
                    <a:pt x="1110771" y="88381"/>
                  </a:cubicBezTo>
                  <a:cubicBezTo>
                    <a:pt x="1107872" y="85694"/>
                    <a:pt x="1105067" y="82842"/>
                    <a:pt x="1101862" y="80556"/>
                  </a:cubicBezTo>
                  <a:cubicBezTo>
                    <a:pt x="1068489" y="56469"/>
                    <a:pt x="1031582" y="39524"/>
                    <a:pt x="992670" y="26774"/>
                  </a:cubicBezTo>
                  <a:cubicBezTo>
                    <a:pt x="988876" y="25524"/>
                    <a:pt x="984634" y="25666"/>
                    <a:pt x="980603" y="25171"/>
                  </a:cubicBezTo>
                  <a:cubicBezTo>
                    <a:pt x="980179" y="25925"/>
                    <a:pt x="979731" y="26679"/>
                    <a:pt x="979307" y="27433"/>
                  </a:cubicBezTo>
                  <a:cubicBezTo>
                    <a:pt x="982560" y="30474"/>
                    <a:pt x="985388" y="34292"/>
                    <a:pt x="989159" y="36413"/>
                  </a:cubicBezTo>
                  <a:cubicBezTo>
                    <a:pt x="1006387" y="46076"/>
                    <a:pt x="1024040" y="54938"/>
                    <a:pt x="1041197" y="64695"/>
                  </a:cubicBezTo>
                  <a:cubicBezTo>
                    <a:pt x="1051874" y="70775"/>
                    <a:pt x="1062197" y="77610"/>
                    <a:pt x="1072143" y="84822"/>
                  </a:cubicBezTo>
                  <a:cubicBezTo>
                    <a:pt x="1074829" y="86778"/>
                    <a:pt x="1075536" y="91421"/>
                    <a:pt x="1077163" y="94839"/>
                  </a:cubicBezTo>
                  <a:cubicBezTo>
                    <a:pt x="1073627" y="96182"/>
                    <a:pt x="1069715" y="99246"/>
                    <a:pt x="1066604" y="98562"/>
                  </a:cubicBezTo>
                  <a:cubicBezTo>
                    <a:pt x="1054184" y="95899"/>
                    <a:pt x="1041504" y="93283"/>
                    <a:pt x="1029837" y="88428"/>
                  </a:cubicBezTo>
                  <a:cubicBezTo>
                    <a:pt x="1008461" y="79566"/>
                    <a:pt x="988216" y="67947"/>
                    <a:pt x="964577" y="65402"/>
                  </a:cubicBezTo>
                  <a:cubicBezTo>
                    <a:pt x="959086" y="64813"/>
                    <a:pt x="953665" y="62008"/>
                    <a:pt x="952793" y="55715"/>
                  </a:cubicBezTo>
                  <a:cubicBezTo>
                    <a:pt x="951614" y="47207"/>
                    <a:pt x="945652" y="44285"/>
                    <a:pt x="938746" y="42517"/>
                  </a:cubicBezTo>
                  <a:cubicBezTo>
                    <a:pt x="932548" y="40938"/>
                    <a:pt x="926114" y="40302"/>
                    <a:pt x="919821" y="39005"/>
                  </a:cubicBezTo>
                  <a:cubicBezTo>
                    <a:pt x="858944" y="26467"/>
                    <a:pt x="798822" y="10181"/>
                    <a:pt x="736955" y="2852"/>
                  </a:cubicBezTo>
                  <a:cubicBezTo>
                    <a:pt x="723898" y="1320"/>
                    <a:pt x="710700" y="919"/>
                    <a:pt x="697572" y="0"/>
                  </a:cubicBezTo>
                  <a:cubicBezTo>
                    <a:pt x="697337" y="1013"/>
                    <a:pt x="697101" y="2027"/>
                    <a:pt x="696865" y="3040"/>
                  </a:cubicBezTo>
                  <a:cubicBezTo>
                    <a:pt x="702357" y="5209"/>
                    <a:pt x="707683" y="7990"/>
                    <a:pt x="713339" y="9427"/>
                  </a:cubicBezTo>
                  <a:cubicBezTo>
                    <a:pt x="744402" y="17323"/>
                    <a:pt x="775725" y="24205"/>
                    <a:pt x="806599" y="32736"/>
                  </a:cubicBezTo>
                  <a:cubicBezTo>
                    <a:pt x="897007" y="57719"/>
                    <a:pt x="983927" y="92010"/>
                    <a:pt x="1068112" y="133161"/>
                  </a:cubicBezTo>
                  <a:cubicBezTo>
                    <a:pt x="1088240" y="142989"/>
                    <a:pt x="1107471" y="154891"/>
                    <a:pt x="1126232" y="167170"/>
                  </a:cubicBezTo>
                  <a:cubicBezTo>
                    <a:pt x="1132571" y="171318"/>
                    <a:pt x="1137144" y="179095"/>
                    <a:pt x="1140820" y="186095"/>
                  </a:cubicBezTo>
                  <a:cubicBezTo>
                    <a:pt x="1144143" y="192411"/>
                    <a:pt x="1140891" y="196111"/>
                    <a:pt x="1133773" y="195569"/>
                  </a:cubicBezTo>
                  <a:cubicBezTo>
                    <a:pt x="1129908" y="195263"/>
                    <a:pt x="1125737" y="194650"/>
                    <a:pt x="1122343" y="192906"/>
                  </a:cubicBezTo>
                  <a:cubicBezTo>
                    <a:pt x="1103512" y="183172"/>
                    <a:pt x="1084351" y="173886"/>
                    <a:pt x="1066250" y="162880"/>
                  </a:cubicBezTo>
                  <a:cubicBezTo>
                    <a:pt x="1029696" y="140702"/>
                    <a:pt x="993967" y="116804"/>
                    <a:pt x="954348" y="100495"/>
                  </a:cubicBezTo>
                  <a:cubicBezTo>
                    <a:pt x="906316" y="80698"/>
                    <a:pt x="855739" y="68843"/>
                    <a:pt x="804902" y="58873"/>
                  </a:cubicBezTo>
                  <a:cubicBezTo>
                    <a:pt x="760853" y="50224"/>
                    <a:pt x="716498" y="43153"/>
                    <a:pt x="672142" y="36248"/>
                  </a:cubicBezTo>
                  <a:cubicBezTo>
                    <a:pt x="634457" y="30379"/>
                    <a:pt x="596465" y="27292"/>
                    <a:pt x="558237" y="29060"/>
                  </a:cubicBezTo>
                  <a:cubicBezTo>
                    <a:pt x="550671" y="29413"/>
                    <a:pt x="542917" y="30639"/>
                    <a:pt x="535753" y="33019"/>
                  </a:cubicBezTo>
                  <a:cubicBezTo>
                    <a:pt x="532359" y="34150"/>
                    <a:pt x="530167" y="38935"/>
                    <a:pt x="527433" y="42069"/>
                  </a:cubicBezTo>
                  <a:cubicBezTo>
                    <a:pt x="530921" y="43625"/>
                    <a:pt x="534527" y="46759"/>
                    <a:pt x="537874" y="46477"/>
                  </a:cubicBezTo>
                  <a:cubicBezTo>
                    <a:pt x="550884" y="45416"/>
                    <a:pt x="563775" y="42941"/>
                    <a:pt x="576785" y="41716"/>
                  </a:cubicBezTo>
                  <a:cubicBezTo>
                    <a:pt x="584563" y="40985"/>
                    <a:pt x="592481" y="41574"/>
                    <a:pt x="600330" y="41574"/>
                  </a:cubicBezTo>
                  <a:cubicBezTo>
                    <a:pt x="599269" y="44709"/>
                    <a:pt x="597879" y="46594"/>
                    <a:pt x="596040" y="47301"/>
                  </a:cubicBezTo>
                  <a:cubicBezTo>
                    <a:pt x="587108" y="50766"/>
                    <a:pt x="578246" y="54773"/>
                    <a:pt x="568984" y="57059"/>
                  </a:cubicBezTo>
                  <a:cubicBezTo>
                    <a:pt x="543153" y="63469"/>
                    <a:pt x="516875" y="68207"/>
                    <a:pt x="491256" y="75348"/>
                  </a:cubicBezTo>
                  <a:cubicBezTo>
                    <a:pt x="470681" y="81098"/>
                    <a:pt x="450718" y="89182"/>
                    <a:pt x="430662" y="96701"/>
                  </a:cubicBezTo>
                  <a:cubicBezTo>
                    <a:pt x="424676" y="98939"/>
                    <a:pt x="419231" y="102215"/>
                    <a:pt x="420150" y="110724"/>
                  </a:cubicBezTo>
                  <a:cubicBezTo>
                    <a:pt x="420433" y="113340"/>
                    <a:pt x="417322" y="117016"/>
                    <a:pt x="414824" y="119090"/>
                  </a:cubicBezTo>
                  <a:cubicBezTo>
                    <a:pt x="409333" y="123639"/>
                    <a:pt x="403535" y="128023"/>
                    <a:pt x="397336" y="131511"/>
                  </a:cubicBezTo>
                  <a:cubicBezTo>
                    <a:pt x="367499" y="148244"/>
                    <a:pt x="336130" y="159911"/>
                    <a:pt x="301414" y="161513"/>
                  </a:cubicBezTo>
                  <a:cubicBezTo>
                    <a:pt x="291774" y="161961"/>
                    <a:pt x="282465" y="165261"/>
                    <a:pt x="277845" y="175536"/>
                  </a:cubicBezTo>
                  <a:cubicBezTo>
                    <a:pt x="275159" y="181523"/>
                    <a:pt x="272825" y="187980"/>
                    <a:pt x="268842" y="193047"/>
                  </a:cubicBezTo>
                  <a:cubicBezTo>
                    <a:pt x="242870" y="225949"/>
                    <a:pt x="210912" y="252628"/>
                    <a:pt x="178081" y="278270"/>
                  </a:cubicBezTo>
                  <a:cubicBezTo>
                    <a:pt x="167405" y="286613"/>
                    <a:pt x="155668" y="293637"/>
                    <a:pt x="144001" y="300589"/>
                  </a:cubicBezTo>
                  <a:cubicBezTo>
                    <a:pt x="140914" y="302428"/>
                    <a:pt x="136342" y="301744"/>
                    <a:pt x="132429" y="302239"/>
                  </a:cubicBezTo>
                  <a:cubicBezTo>
                    <a:pt x="133160" y="298162"/>
                    <a:pt x="132688" y="293165"/>
                    <a:pt x="134904" y="290172"/>
                  </a:cubicBezTo>
                  <a:cubicBezTo>
                    <a:pt x="140277" y="282866"/>
                    <a:pt x="146335" y="275843"/>
                    <a:pt x="153099" y="269833"/>
                  </a:cubicBezTo>
                  <a:cubicBezTo>
                    <a:pt x="175465" y="249894"/>
                    <a:pt x="199057" y="231299"/>
                    <a:pt x="220645" y="210559"/>
                  </a:cubicBezTo>
                  <a:cubicBezTo>
                    <a:pt x="243271" y="188805"/>
                    <a:pt x="264223" y="165284"/>
                    <a:pt x="285599" y="142258"/>
                  </a:cubicBezTo>
                  <a:cubicBezTo>
                    <a:pt x="288404" y="139241"/>
                    <a:pt x="290148" y="134645"/>
                    <a:pt x="290949" y="130521"/>
                  </a:cubicBezTo>
                  <a:cubicBezTo>
                    <a:pt x="291468" y="127834"/>
                    <a:pt x="290266" y="123285"/>
                    <a:pt x="288263" y="122060"/>
                  </a:cubicBezTo>
                  <a:cubicBezTo>
                    <a:pt x="286377" y="120882"/>
                    <a:pt x="281899" y="122107"/>
                    <a:pt x="279613" y="123757"/>
                  </a:cubicBezTo>
                  <a:cubicBezTo>
                    <a:pt x="273415" y="128211"/>
                    <a:pt x="267782" y="133491"/>
                    <a:pt x="261913" y="138393"/>
                  </a:cubicBezTo>
                  <a:cubicBezTo>
                    <a:pt x="256045" y="143295"/>
                    <a:pt x="250435" y="148598"/>
                    <a:pt x="244166" y="152934"/>
                  </a:cubicBezTo>
                  <a:cubicBezTo>
                    <a:pt x="238557" y="156823"/>
                    <a:pt x="231439" y="157978"/>
                    <a:pt x="226160" y="153194"/>
                  </a:cubicBezTo>
                  <a:cubicBezTo>
                    <a:pt x="216214" y="144190"/>
                    <a:pt x="206740" y="146736"/>
                    <a:pt x="198161" y="153759"/>
                  </a:cubicBezTo>
                  <a:cubicBezTo>
                    <a:pt x="177727" y="170516"/>
                    <a:pt x="157317" y="187415"/>
                    <a:pt x="137921" y="205350"/>
                  </a:cubicBezTo>
                  <a:cubicBezTo>
                    <a:pt x="101555" y="238982"/>
                    <a:pt x="66108" y="273580"/>
                    <a:pt x="29860" y="307353"/>
                  </a:cubicBezTo>
                  <a:cubicBezTo>
                    <a:pt x="22342" y="314377"/>
                    <a:pt x="13056" y="319491"/>
                    <a:pt x="4642" y="325548"/>
                  </a:cubicBezTo>
                  <a:cubicBezTo>
                    <a:pt x="-1768" y="330168"/>
                    <a:pt x="-1509" y="332901"/>
                    <a:pt x="5231" y="336790"/>
                  </a:cubicBezTo>
                  <a:cubicBezTo>
                    <a:pt x="11595" y="340443"/>
                    <a:pt x="17982" y="340962"/>
                    <a:pt x="24157" y="336932"/>
                  </a:cubicBezTo>
                  <a:cubicBezTo>
                    <a:pt x="32641" y="331417"/>
                    <a:pt x="41833" y="326514"/>
                    <a:pt x="49021" y="319585"/>
                  </a:cubicBezTo>
                  <a:cubicBezTo>
                    <a:pt x="73249" y="296206"/>
                    <a:pt x="96323" y="271648"/>
                    <a:pt x="120598" y="248339"/>
                  </a:cubicBezTo>
                  <a:cubicBezTo>
                    <a:pt x="141809" y="227976"/>
                    <a:pt x="163893" y="208508"/>
                    <a:pt x="185929" y="189017"/>
                  </a:cubicBezTo>
                  <a:cubicBezTo>
                    <a:pt x="191727" y="183879"/>
                    <a:pt x="198727" y="180226"/>
                    <a:pt x="207070" y="185765"/>
                  </a:cubicBezTo>
                  <a:cubicBezTo>
                    <a:pt x="207565" y="185176"/>
                    <a:pt x="208036" y="184610"/>
                    <a:pt x="208531" y="184021"/>
                  </a:cubicBezTo>
                  <a:cubicBezTo>
                    <a:pt x="206740" y="179849"/>
                    <a:pt x="204949" y="175678"/>
                    <a:pt x="203134" y="171530"/>
                  </a:cubicBezTo>
                  <a:cubicBezTo>
                    <a:pt x="201249" y="167287"/>
                    <a:pt x="201696" y="162597"/>
                    <a:pt x="206151" y="161702"/>
                  </a:cubicBezTo>
                  <a:cubicBezTo>
                    <a:pt x="210794" y="160783"/>
                    <a:pt x="216238" y="161914"/>
                    <a:pt x="220739" y="163705"/>
                  </a:cubicBezTo>
                  <a:cubicBezTo>
                    <a:pt x="221753" y="164106"/>
                    <a:pt x="220787" y="171035"/>
                    <a:pt x="219726" y="174664"/>
                  </a:cubicBezTo>
                  <a:cubicBezTo>
                    <a:pt x="218925" y="177351"/>
                    <a:pt x="216780" y="179826"/>
                    <a:pt x="214777" y="181970"/>
                  </a:cubicBezTo>
                  <a:cubicBezTo>
                    <a:pt x="199269" y="198633"/>
                    <a:pt x="184232" y="215814"/>
                    <a:pt x="167923" y="231699"/>
                  </a:cubicBezTo>
                  <a:cubicBezTo>
                    <a:pt x="123002" y="275442"/>
                    <a:pt x="77916" y="318996"/>
                    <a:pt x="39028" y="368372"/>
                  </a:cubicBezTo>
                  <a:cubicBezTo>
                    <a:pt x="26702" y="384021"/>
                    <a:pt x="16143" y="401131"/>
                    <a:pt x="5420" y="417983"/>
                  </a:cubicBezTo>
                  <a:cubicBezTo>
                    <a:pt x="3558" y="420929"/>
                    <a:pt x="4878" y="425902"/>
                    <a:pt x="4736" y="429932"/>
                  </a:cubicBezTo>
                  <a:cubicBezTo>
                    <a:pt x="9379" y="428306"/>
                    <a:pt x="14258" y="427127"/>
                    <a:pt x="18571" y="424841"/>
                  </a:cubicBezTo>
                  <a:cubicBezTo>
                    <a:pt x="20197" y="423946"/>
                    <a:pt x="21376" y="420670"/>
                    <a:pt x="21541" y="418383"/>
                  </a:cubicBezTo>
                  <a:close/>
                  <a:moveTo>
                    <a:pt x="498161" y="87203"/>
                  </a:moveTo>
                  <a:cubicBezTo>
                    <a:pt x="508319" y="78694"/>
                    <a:pt x="545015" y="76691"/>
                    <a:pt x="557954" y="84304"/>
                  </a:cubicBezTo>
                  <a:cubicBezTo>
                    <a:pt x="546712" y="95828"/>
                    <a:pt x="533632" y="102192"/>
                    <a:pt x="518831" y="104784"/>
                  </a:cubicBezTo>
                  <a:cubicBezTo>
                    <a:pt x="513410" y="105727"/>
                    <a:pt x="507329" y="105680"/>
                    <a:pt x="502144" y="104101"/>
                  </a:cubicBezTo>
                  <a:cubicBezTo>
                    <a:pt x="498916" y="103111"/>
                    <a:pt x="495922" y="98704"/>
                    <a:pt x="494650" y="95192"/>
                  </a:cubicBezTo>
                  <a:cubicBezTo>
                    <a:pt x="493895" y="93142"/>
                    <a:pt x="496064" y="88947"/>
                    <a:pt x="498161" y="8720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891" name="Google Shape;1891;p48"/>
            <p:cNvSpPr/>
            <p:nvPr/>
          </p:nvSpPr>
          <p:spPr>
            <a:xfrm>
              <a:off x="437812" y="2880888"/>
              <a:ext cx="459214" cy="631201"/>
            </a:xfrm>
            <a:custGeom>
              <a:rect b="b" l="l" r="r" t="t"/>
              <a:pathLst>
                <a:path extrusionOk="0" h="631201" w="459214">
                  <a:moveTo>
                    <a:pt x="119444" y="78172"/>
                  </a:moveTo>
                  <a:cubicBezTo>
                    <a:pt x="124488" y="60284"/>
                    <a:pt x="132595" y="43762"/>
                    <a:pt x="147066" y="30776"/>
                  </a:cubicBezTo>
                  <a:cubicBezTo>
                    <a:pt x="151874" y="26463"/>
                    <a:pt x="154844" y="19298"/>
                    <a:pt x="156706" y="12888"/>
                  </a:cubicBezTo>
                  <a:cubicBezTo>
                    <a:pt x="157625" y="9753"/>
                    <a:pt x="155103" y="4144"/>
                    <a:pt x="152322" y="1787"/>
                  </a:cubicBezTo>
                  <a:cubicBezTo>
                    <a:pt x="148339" y="-1583"/>
                    <a:pt x="143460" y="67"/>
                    <a:pt x="140231" y="4615"/>
                  </a:cubicBezTo>
                  <a:cubicBezTo>
                    <a:pt x="137804" y="8033"/>
                    <a:pt x="134811" y="11191"/>
                    <a:pt x="132972" y="14915"/>
                  </a:cubicBezTo>
                  <a:cubicBezTo>
                    <a:pt x="119256" y="42513"/>
                    <a:pt x="105068" y="69947"/>
                    <a:pt x="92388" y="98016"/>
                  </a:cubicBezTo>
                  <a:cubicBezTo>
                    <a:pt x="83267" y="118191"/>
                    <a:pt x="75183" y="138907"/>
                    <a:pt x="72190" y="161274"/>
                  </a:cubicBezTo>
                  <a:cubicBezTo>
                    <a:pt x="71695" y="165044"/>
                    <a:pt x="66793" y="169499"/>
                    <a:pt x="62880" y="171196"/>
                  </a:cubicBezTo>
                  <a:cubicBezTo>
                    <a:pt x="58992" y="172893"/>
                    <a:pt x="53689" y="172068"/>
                    <a:pt x="49164" y="171408"/>
                  </a:cubicBezTo>
                  <a:cubicBezTo>
                    <a:pt x="33255" y="169004"/>
                    <a:pt x="28282" y="171266"/>
                    <a:pt x="23639" y="187081"/>
                  </a:cubicBezTo>
                  <a:cubicBezTo>
                    <a:pt x="18077" y="205982"/>
                    <a:pt x="13434" y="225167"/>
                    <a:pt x="9192" y="244422"/>
                  </a:cubicBezTo>
                  <a:cubicBezTo>
                    <a:pt x="5586" y="260779"/>
                    <a:pt x="2758" y="277347"/>
                    <a:pt x="283" y="293939"/>
                  </a:cubicBezTo>
                  <a:cubicBezTo>
                    <a:pt x="-660" y="300350"/>
                    <a:pt x="472" y="307279"/>
                    <a:pt x="7990" y="309777"/>
                  </a:cubicBezTo>
                  <a:cubicBezTo>
                    <a:pt x="13151" y="311497"/>
                    <a:pt x="18737" y="306383"/>
                    <a:pt x="20505" y="296862"/>
                  </a:cubicBezTo>
                  <a:cubicBezTo>
                    <a:pt x="22461" y="286232"/>
                    <a:pt x="22249" y="275202"/>
                    <a:pt x="23969" y="264502"/>
                  </a:cubicBezTo>
                  <a:cubicBezTo>
                    <a:pt x="26585" y="248240"/>
                    <a:pt x="29084" y="231860"/>
                    <a:pt x="33538" y="216046"/>
                  </a:cubicBezTo>
                  <a:cubicBezTo>
                    <a:pt x="35777" y="208104"/>
                    <a:pt x="41245" y="200538"/>
                    <a:pt x="46878" y="194222"/>
                  </a:cubicBezTo>
                  <a:cubicBezTo>
                    <a:pt x="53948" y="186303"/>
                    <a:pt x="67830" y="187741"/>
                    <a:pt x="73816" y="195660"/>
                  </a:cubicBezTo>
                  <a:cubicBezTo>
                    <a:pt x="79590" y="203319"/>
                    <a:pt x="76809" y="211332"/>
                    <a:pt x="66204" y="218002"/>
                  </a:cubicBezTo>
                  <a:cubicBezTo>
                    <a:pt x="64153" y="219299"/>
                    <a:pt x="61985" y="220854"/>
                    <a:pt x="60712" y="222834"/>
                  </a:cubicBezTo>
                  <a:cubicBezTo>
                    <a:pt x="48692" y="241806"/>
                    <a:pt x="42235" y="262570"/>
                    <a:pt x="41858" y="285054"/>
                  </a:cubicBezTo>
                  <a:cubicBezTo>
                    <a:pt x="41740" y="291653"/>
                    <a:pt x="45628" y="296107"/>
                    <a:pt x="52251" y="296320"/>
                  </a:cubicBezTo>
                  <a:cubicBezTo>
                    <a:pt x="64624" y="296744"/>
                    <a:pt x="73840" y="302919"/>
                    <a:pt x="79779" y="312700"/>
                  </a:cubicBezTo>
                  <a:cubicBezTo>
                    <a:pt x="86119" y="323117"/>
                    <a:pt x="91280" y="334477"/>
                    <a:pt x="95546" y="345931"/>
                  </a:cubicBezTo>
                  <a:cubicBezTo>
                    <a:pt x="100990" y="360543"/>
                    <a:pt x="104384" y="375815"/>
                    <a:pt x="102664" y="391677"/>
                  </a:cubicBezTo>
                  <a:cubicBezTo>
                    <a:pt x="101980" y="398064"/>
                    <a:pt x="99270" y="403437"/>
                    <a:pt x="92529" y="404733"/>
                  </a:cubicBezTo>
                  <a:cubicBezTo>
                    <a:pt x="85412" y="406100"/>
                    <a:pt x="81664" y="401128"/>
                    <a:pt x="79095" y="395424"/>
                  </a:cubicBezTo>
                  <a:cubicBezTo>
                    <a:pt x="78011" y="393020"/>
                    <a:pt x="77799" y="390192"/>
                    <a:pt x="77210" y="387576"/>
                  </a:cubicBezTo>
                  <a:cubicBezTo>
                    <a:pt x="75890" y="381849"/>
                    <a:pt x="75207" y="375862"/>
                    <a:pt x="72968" y="370536"/>
                  </a:cubicBezTo>
                  <a:cubicBezTo>
                    <a:pt x="71907" y="368014"/>
                    <a:pt x="67735" y="365139"/>
                    <a:pt x="65237" y="365375"/>
                  </a:cubicBezTo>
                  <a:cubicBezTo>
                    <a:pt x="63116" y="365563"/>
                    <a:pt x="60288" y="369782"/>
                    <a:pt x="59722" y="372610"/>
                  </a:cubicBezTo>
                  <a:cubicBezTo>
                    <a:pt x="56753" y="387387"/>
                    <a:pt x="60170" y="401528"/>
                    <a:pt x="65237" y="415339"/>
                  </a:cubicBezTo>
                  <a:cubicBezTo>
                    <a:pt x="72614" y="435396"/>
                    <a:pt x="85624" y="436268"/>
                    <a:pt x="95617" y="420218"/>
                  </a:cubicBezTo>
                  <a:cubicBezTo>
                    <a:pt x="98963" y="414868"/>
                    <a:pt x="103064" y="414467"/>
                    <a:pt x="107047" y="418615"/>
                  </a:cubicBezTo>
                  <a:cubicBezTo>
                    <a:pt x="113364" y="425167"/>
                    <a:pt x="120081" y="431648"/>
                    <a:pt x="124936" y="439237"/>
                  </a:cubicBezTo>
                  <a:cubicBezTo>
                    <a:pt x="136649" y="457550"/>
                    <a:pt x="147160" y="476617"/>
                    <a:pt x="158520" y="495165"/>
                  </a:cubicBezTo>
                  <a:cubicBezTo>
                    <a:pt x="182041" y="533581"/>
                    <a:pt x="210795" y="567331"/>
                    <a:pt x="252558" y="586280"/>
                  </a:cubicBezTo>
                  <a:cubicBezTo>
                    <a:pt x="287533" y="602141"/>
                    <a:pt x="323616" y="615716"/>
                    <a:pt x="359746" y="628867"/>
                  </a:cubicBezTo>
                  <a:cubicBezTo>
                    <a:pt x="379237" y="635962"/>
                    <a:pt x="402263" y="626181"/>
                    <a:pt x="412704" y="609070"/>
                  </a:cubicBezTo>
                  <a:cubicBezTo>
                    <a:pt x="406741" y="606548"/>
                    <a:pt x="408650" y="602612"/>
                    <a:pt x="411384" y="599101"/>
                  </a:cubicBezTo>
                  <a:cubicBezTo>
                    <a:pt x="420175" y="587788"/>
                    <a:pt x="429720" y="577017"/>
                    <a:pt x="437969" y="565327"/>
                  </a:cubicBezTo>
                  <a:cubicBezTo>
                    <a:pt x="445605" y="554510"/>
                    <a:pt x="452228" y="542938"/>
                    <a:pt x="458709" y="531366"/>
                  </a:cubicBezTo>
                  <a:cubicBezTo>
                    <a:pt x="459982" y="529103"/>
                    <a:pt x="458473" y="525309"/>
                    <a:pt x="458261" y="522245"/>
                  </a:cubicBezTo>
                  <a:cubicBezTo>
                    <a:pt x="455315" y="522763"/>
                    <a:pt x="451639" y="522363"/>
                    <a:pt x="449518" y="523965"/>
                  </a:cubicBezTo>
                  <a:cubicBezTo>
                    <a:pt x="440467" y="530824"/>
                    <a:pt x="431299" y="537682"/>
                    <a:pt x="423263" y="545624"/>
                  </a:cubicBezTo>
                  <a:cubicBezTo>
                    <a:pt x="409734" y="559011"/>
                    <a:pt x="396277" y="572846"/>
                    <a:pt x="389159" y="590946"/>
                  </a:cubicBezTo>
                  <a:cubicBezTo>
                    <a:pt x="386873" y="596791"/>
                    <a:pt x="383998" y="598464"/>
                    <a:pt x="378436" y="598417"/>
                  </a:cubicBezTo>
                  <a:cubicBezTo>
                    <a:pt x="340491" y="598111"/>
                    <a:pt x="304502" y="589956"/>
                    <a:pt x="271082" y="571597"/>
                  </a:cubicBezTo>
                  <a:cubicBezTo>
                    <a:pt x="223592" y="545530"/>
                    <a:pt x="187934" y="507373"/>
                    <a:pt x="159982" y="461651"/>
                  </a:cubicBezTo>
                  <a:cubicBezTo>
                    <a:pt x="124818" y="404121"/>
                    <a:pt x="105280" y="341500"/>
                    <a:pt x="101108" y="274213"/>
                  </a:cubicBezTo>
                  <a:cubicBezTo>
                    <a:pt x="99953" y="255452"/>
                    <a:pt x="100802" y="236574"/>
                    <a:pt x="99435" y="217837"/>
                  </a:cubicBezTo>
                  <a:cubicBezTo>
                    <a:pt x="98492" y="204828"/>
                    <a:pt x="98327" y="190145"/>
                    <a:pt x="78412" y="186986"/>
                  </a:cubicBezTo>
                  <a:cubicBezTo>
                    <a:pt x="81829" y="183428"/>
                    <a:pt x="83880" y="180835"/>
                    <a:pt x="86378" y="178785"/>
                  </a:cubicBezTo>
                  <a:cubicBezTo>
                    <a:pt x="91539" y="174542"/>
                    <a:pt x="97243" y="170937"/>
                    <a:pt x="102074" y="166388"/>
                  </a:cubicBezTo>
                  <a:cubicBezTo>
                    <a:pt x="104031" y="164549"/>
                    <a:pt x="105044" y="160944"/>
                    <a:pt x="105138" y="158115"/>
                  </a:cubicBezTo>
                  <a:cubicBezTo>
                    <a:pt x="105280" y="153520"/>
                    <a:pt x="103111" y="148641"/>
                    <a:pt x="104031" y="144304"/>
                  </a:cubicBezTo>
                  <a:cubicBezTo>
                    <a:pt x="108744" y="122150"/>
                    <a:pt x="113293" y="99949"/>
                    <a:pt x="119444" y="78172"/>
                  </a:cubicBezTo>
                  <a:close/>
                  <a:moveTo>
                    <a:pt x="68631" y="277583"/>
                  </a:moveTo>
                  <a:cubicBezTo>
                    <a:pt x="63917" y="263253"/>
                    <a:pt x="64719" y="249678"/>
                    <a:pt x="68230" y="235113"/>
                  </a:cubicBezTo>
                  <a:cubicBezTo>
                    <a:pt x="77116" y="244422"/>
                    <a:pt x="77210" y="267873"/>
                    <a:pt x="68631" y="27758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892" name="Google Shape;1892;p48"/>
            <p:cNvSpPr/>
            <p:nvPr/>
          </p:nvSpPr>
          <p:spPr>
            <a:xfrm>
              <a:off x="406776" y="3394388"/>
              <a:ext cx="471525" cy="358476"/>
            </a:xfrm>
            <a:custGeom>
              <a:rect b="b" l="l" r="r" t="t"/>
              <a:pathLst>
                <a:path extrusionOk="0" h="358476" w="471525">
                  <a:moveTo>
                    <a:pt x="200798" y="236672"/>
                  </a:moveTo>
                  <a:cubicBezTo>
                    <a:pt x="196296" y="236272"/>
                    <a:pt x="190781" y="237497"/>
                    <a:pt x="187458" y="235329"/>
                  </a:cubicBezTo>
                  <a:cubicBezTo>
                    <a:pt x="177206" y="228659"/>
                    <a:pt x="167355" y="221164"/>
                    <a:pt x="158234" y="213010"/>
                  </a:cubicBezTo>
                  <a:cubicBezTo>
                    <a:pt x="154015" y="209239"/>
                    <a:pt x="151399" y="203418"/>
                    <a:pt x="148877" y="198138"/>
                  </a:cubicBezTo>
                  <a:cubicBezTo>
                    <a:pt x="146143" y="192435"/>
                    <a:pt x="145106" y="185836"/>
                    <a:pt x="141995" y="180415"/>
                  </a:cubicBezTo>
                  <a:cubicBezTo>
                    <a:pt x="135467" y="169079"/>
                    <a:pt x="127736" y="158449"/>
                    <a:pt x="121067" y="147184"/>
                  </a:cubicBezTo>
                  <a:cubicBezTo>
                    <a:pt x="111404" y="130875"/>
                    <a:pt x="101316" y="114707"/>
                    <a:pt x="93138" y="97667"/>
                  </a:cubicBezTo>
                  <a:cubicBezTo>
                    <a:pt x="85714" y="82159"/>
                    <a:pt x="81236" y="65284"/>
                    <a:pt x="74284" y="49517"/>
                  </a:cubicBezTo>
                  <a:cubicBezTo>
                    <a:pt x="67425" y="33985"/>
                    <a:pt x="59200" y="19020"/>
                    <a:pt x="51281" y="3959"/>
                  </a:cubicBezTo>
                  <a:cubicBezTo>
                    <a:pt x="50338" y="2168"/>
                    <a:pt x="47628" y="1296"/>
                    <a:pt x="45742" y="0"/>
                  </a:cubicBezTo>
                  <a:cubicBezTo>
                    <a:pt x="44375" y="2121"/>
                    <a:pt x="42136" y="4148"/>
                    <a:pt x="41830" y="6411"/>
                  </a:cubicBezTo>
                  <a:cubicBezTo>
                    <a:pt x="41359" y="9993"/>
                    <a:pt x="41806" y="13835"/>
                    <a:pt x="42514" y="17417"/>
                  </a:cubicBezTo>
                  <a:cubicBezTo>
                    <a:pt x="47604" y="43625"/>
                    <a:pt x="58116" y="68018"/>
                    <a:pt x="70819" y="91115"/>
                  </a:cubicBezTo>
                  <a:cubicBezTo>
                    <a:pt x="91394" y="128541"/>
                    <a:pt x="114114" y="164766"/>
                    <a:pt x="135349" y="201838"/>
                  </a:cubicBezTo>
                  <a:cubicBezTo>
                    <a:pt x="143291" y="215697"/>
                    <a:pt x="149608" y="230497"/>
                    <a:pt x="156584" y="244898"/>
                  </a:cubicBezTo>
                  <a:cubicBezTo>
                    <a:pt x="159035" y="249965"/>
                    <a:pt x="156702" y="254136"/>
                    <a:pt x="152247" y="255810"/>
                  </a:cubicBezTo>
                  <a:cubicBezTo>
                    <a:pt x="150032" y="256635"/>
                    <a:pt x="146355" y="254443"/>
                    <a:pt x="143716" y="252934"/>
                  </a:cubicBezTo>
                  <a:cubicBezTo>
                    <a:pt x="141901" y="251897"/>
                    <a:pt x="140581" y="249800"/>
                    <a:pt x="139308" y="248009"/>
                  </a:cubicBezTo>
                  <a:cubicBezTo>
                    <a:pt x="125780" y="228801"/>
                    <a:pt x="111946" y="209781"/>
                    <a:pt x="98912" y="190243"/>
                  </a:cubicBezTo>
                  <a:cubicBezTo>
                    <a:pt x="72186" y="150153"/>
                    <a:pt x="45625" y="109970"/>
                    <a:pt x="31154" y="63257"/>
                  </a:cubicBezTo>
                  <a:cubicBezTo>
                    <a:pt x="28962" y="56187"/>
                    <a:pt x="24295" y="49611"/>
                    <a:pt x="19699" y="43625"/>
                  </a:cubicBezTo>
                  <a:cubicBezTo>
                    <a:pt x="15410" y="38039"/>
                    <a:pt x="8952" y="39453"/>
                    <a:pt x="3343" y="41975"/>
                  </a:cubicBezTo>
                  <a:cubicBezTo>
                    <a:pt x="-2973" y="44803"/>
                    <a:pt x="1552" y="49682"/>
                    <a:pt x="1811" y="53641"/>
                  </a:cubicBezTo>
                  <a:cubicBezTo>
                    <a:pt x="1929" y="55527"/>
                    <a:pt x="3060" y="57365"/>
                    <a:pt x="3744" y="59227"/>
                  </a:cubicBezTo>
                  <a:cubicBezTo>
                    <a:pt x="16848" y="94579"/>
                    <a:pt x="34430" y="127716"/>
                    <a:pt x="54486" y="159510"/>
                  </a:cubicBezTo>
                  <a:cubicBezTo>
                    <a:pt x="63843" y="174334"/>
                    <a:pt x="74307" y="188475"/>
                    <a:pt x="84041" y="203088"/>
                  </a:cubicBezTo>
                  <a:cubicBezTo>
                    <a:pt x="85903" y="205869"/>
                    <a:pt x="88566" y="210182"/>
                    <a:pt x="87623" y="212397"/>
                  </a:cubicBezTo>
                  <a:cubicBezTo>
                    <a:pt x="84182" y="220410"/>
                    <a:pt x="89791" y="224299"/>
                    <a:pt x="93845" y="228659"/>
                  </a:cubicBezTo>
                  <a:cubicBezTo>
                    <a:pt x="102448" y="237898"/>
                    <a:pt x="111663" y="246547"/>
                    <a:pt x="120289" y="255763"/>
                  </a:cubicBezTo>
                  <a:cubicBezTo>
                    <a:pt x="126369" y="262244"/>
                    <a:pt x="132497" y="268819"/>
                    <a:pt x="137541" y="276078"/>
                  </a:cubicBezTo>
                  <a:cubicBezTo>
                    <a:pt x="144093" y="285459"/>
                    <a:pt x="142867" y="290125"/>
                    <a:pt x="133911" y="297290"/>
                  </a:cubicBezTo>
                  <a:cubicBezTo>
                    <a:pt x="127289" y="302593"/>
                    <a:pt x="126228" y="307448"/>
                    <a:pt x="131932" y="313599"/>
                  </a:cubicBezTo>
                  <a:cubicBezTo>
                    <a:pt x="137423" y="319538"/>
                    <a:pt x="143763" y="324865"/>
                    <a:pt x="150315" y="329625"/>
                  </a:cubicBezTo>
                  <a:cubicBezTo>
                    <a:pt x="156937" y="334433"/>
                    <a:pt x="161415" y="332760"/>
                    <a:pt x="161934" y="324676"/>
                  </a:cubicBezTo>
                  <a:cubicBezTo>
                    <a:pt x="162994" y="308178"/>
                    <a:pt x="162664" y="291586"/>
                    <a:pt x="162994" y="275041"/>
                  </a:cubicBezTo>
                  <a:cubicBezTo>
                    <a:pt x="163042" y="272213"/>
                    <a:pt x="163489" y="269385"/>
                    <a:pt x="163725" y="266557"/>
                  </a:cubicBezTo>
                  <a:cubicBezTo>
                    <a:pt x="167025" y="266958"/>
                    <a:pt x="170937" y="266345"/>
                    <a:pt x="173506" y="267924"/>
                  </a:cubicBezTo>
                  <a:cubicBezTo>
                    <a:pt x="182745" y="273604"/>
                    <a:pt x="191960" y="279496"/>
                    <a:pt x="200421" y="286236"/>
                  </a:cubicBezTo>
                  <a:cubicBezTo>
                    <a:pt x="225403" y="306199"/>
                    <a:pt x="251281" y="324818"/>
                    <a:pt x="279752" y="339501"/>
                  </a:cubicBezTo>
                  <a:cubicBezTo>
                    <a:pt x="296579" y="348174"/>
                    <a:pt x="314326" y="354325"/>
                    <a:pt x="333487" y="354301"/>
                  </a:cubicBezTo>
                  <a:cubicBezTo>
                    <a:pt x="338083" y="354301"/>
                    <a:pt x="342679" y="351167"/>
                    <a:pt x="347275" y="349446"/>
                  </a:cubicBezTo>
                  <a:cubicBezTo>
                    <a:pt x="344517" y="345628"/>
                    <a:pt x="342184" y="341386"/>
                    <a:pt x="338884" y="338086"/>
                  </a:cubicBezTo>
                  <a:cubicBezTo>
                    <a:pt x="335208" y="334410"/>
                    <a:pt x="330706" y="331582"/>
                    <a:pt x="326535" y="328376"/>
                  </a:cubicBezTo>
                  <a:cubicBezTo>
                    <a:pt x="326794" y="327434"/>
                    <a:pt x="327053" y="326491"/>
                    <a:pt x="327312" y="325548"/>
                  </a:cubicBezTo>
                  <a:cubicBezTo>
                    <a:pt x="332992" y="324959"/>
                    <a:pt x="338672" y="323781"/>
                    <a:pt x="344352" y="323898"/>
                  </a:cubicBezTo>
                  <a:cubicBezTo>
                    <a:pt x="358941" y="324181"/>
                    <a:pt x="373742" y="324087"/>
                    <a:pt x="382957" y="338935"/>
                  </a:cubicBezTo>
                  <a:cubicBezTo>
                    <a:pt x="384748" y="341810"/>
                    <a:pt x="388684" y="343625"/>
                    <a:pt x="391960" y="345204"/>
                  </a:cubicBezTo>
                  <a:cubicBezTo>
                    <a:pt x="408151" y="353052"/>
                    <a:pt x="425474" y="356941"/>
                    <a:pt x="443268" y="358284"/>
                  </a:cubicBezTo>
                  <a:cubicBezTo>
                    <a:pt x="450574" y="358827"/>
                    <a:pt x="458069" y="358143"/>
                    <a:pt x="465351" y="357177"/>
                  </a:cubicBezTo>
                  <a:cubicBezTo>
                    <a:pt x="467732" y="356870"/>
                    <a:pt x="471244" y="354066"/>
                    <a:pt x="471503" y="352039"/>
                  </a:cubicBezTo>
                  <a:cubicBezTo>
                    <a:pt x="471786" y="349894"/>
                    <a:pt x="469358" y="346406"/>
                    <a:pt x="467166" y="345133"/>
                  </a:cubicBezTo>
                  <a:cubicBezTo>
                    <a:pt x="462783" y="342541"/>
                    <a:pt x="457880" y="339948"/>
                    <a:pt x="452931" y="339312"/>
                  </a:cubicBezTo>
                  <a:cubicBezTo>
                    <a:pt x="437282" y="337285"/>
                    <a:pt x="421491" y="336225"/>
                    <a:pt x="405771" y="334645"/>
                  </a:cubicBezTo>
                  <a:cubicBezTo>
                    <a:pt x="402872" y="334363"/>
                    <a:pt x="400044" y="333467"/>
                    <a:pt x="397192" y="332854"/>
                  </a:cubicBezTo>
                  <a:cubicBezTo>
                    <a:pt x="397145" y="332147"/>
                    <a:pt x="397098" y="331440"/>
                    <a:pt x="397027" y="330733"/>
                  </a:cubicBezTo>
                  <a:cubicBezTo>
                    <a:pt x="407020" y="325595"/>
                    <a:pt x="417037" y="320457"/>
                    <a:pt x="427030" y="315320"/>
                  </a:cubicBezTo>
                  <a:cubicBezTo>
                    <a:pt x="426817" y="314565"/>
                    <a:pt x="426629" y="313835"/>
                    <a:pt x="426417" y="313081"/>
                  </a:cubicBezTo>
                  <a:cubicBezTo>
                    <a:pt x="423636" y="312350"/>
                    <a:pt x="420878" y="311195"/>
                    <a:pt x="418074" y="310959"/>
                  </a:cubicBezTo>
                  <a:cubicBezTo>
                    <a:pt x="403791" y="309757"/>
                    <a:pt x="389462" y="308980"/>
                    <a:pt x="375179" y="307707"/>
                  </a:cubicBezTo>
                  <a:cubicBezTo>
                    <a:pt x="364621" y="306764"/>
                    <a:pt x="353992" y="305751"/>
                    <a:pt x="343574" y="303889"/>
                  </a:cubicBezTo>
                  <a:cubicBezTo>
                    <a:pt x="333959" y="302169"/>
                    <a:pt x="329976" y="297549"/>
                    <a:pt x="330188" y="290691"/>
                  </a:cubicBezTo>
                  <a:cubicBezTo>
                    <a:pt x="330353" y="285199"/>
                    <a:pt x="335349" y="281381"/>
                    <a:pt x="344729" y="280839"/>
                  </a:cubicBezTo>
                  <a:cubicBezTo>
                    <a:pt x="351611" y="280439"/>
                    <a:pt x="358540" y="281381"/>
                    <a:pt x="365446" y="281405"/>
                  </a:cubicBezTo>
                  <a:cubicBezTo>
                    <a:pt x="368887" y="281428"/>
                    <a:pt x="372328" y="280721"/>
                    <a:pt x="376476" y="280250"/>
                  </a:cubicBezTo>
                  <a:cubicBezTo>
                    <a:pt x="375533" y="277634"/>
                    <a:pt x="375486" y="277092"/>
                    <a:pt x="375203" y="276738"/>
                  </a:cubicBezTo>
                  <a:cubicBezTo>
                    <a:pt x="364857" y="263823"/>
                    <a:pt x="330989" y="255503"/>
                    <a:pt x="316141" y="262645"/>
                  </a:cubicBezTo>
                  <a:cubicBezTo>
                    <a:pt x="313713" y="263823"/>
                    <a:pt x="311286" y="267028"/>
                    <a:pt x="310697" y="269691"/>
                  </a:cubicBezTo>
                  <a:cubicBezTo>
                    <a:pt x="308175" y="281098"/>
                    <a:pt x="303603" y="284280"/>
                    <a:pt x="292337" y="281476"/>
                  </a:cubicBezTo>
                  <a:cubicBezTo>
                    <a:pt x="276334" y="277516"/>
                    <a:pt x="263513" y="267830"/>
                    <a:pt x="250197" y="258803"/>
                  </a:cubicBezTo>
                  <a:cubicBezTo>
                    <a:pt x="239214" y="251355"/>
                    <a:pt x="227736" y="244521"/>
                    <a:pt x="215929" y="238440"/>
                  </a:cubicBezTo>
                  <a:cubicBezTo>
                    <a:pt x="211710" y="236295"/>
                    <a:pt x="205912" y="237144"/>
                    <a:pt x="200798" y="236672"/>
                  </a:cubicBezTo>
                  <a:close/>
                  <a:moveTo>
                    <a:pt x="306831" y="306717"/>
                  </a:moveTo>
                  <a:cubicBezTo>
                    <a:pt x="307868" y="307401"/>
                    <a:pt x="308811" y="308202"/>
                    <a:pt x="309777" y="308980"/>
                  </a:cubicBezTo>
                  <a:cubicBezTo>
                    <a:pt x="320454" y="317488"/>
                    <a:pt x="319676" y="328070"/>
                    <a:pt x="307374" y="334551"/>
                  </a:cubicBezTo>
                  <a:cubicBezTo>
                    <a:pt x="305111" y="335753"/>
                    <a:pt x="300421" y="334975"/>
                    <a:pt x="298347" y="333279"/>
                  </a:cubicBezTo>
                  <a:cubicBezTo>
                    <a:pt x="294623" y="330238"/>
                    <a:pt x="292031" y="325807"/>
                    <a:pt x="289014" y="321919"/>
                  </a:cubicBezTo>
                  <a:cubicBezTo>
                    <a:pt x="285314" y="317134"/>
                    <a:pt x="280529" y="313269"/>
                    <a:pt x="274496" y="315272"/>
                  </a:cubicBezTo>
                  <a:cubicBezTo>
                    <a:pt x="266200" y="318030"/>
                    <a:pt x="259436" y="315107"/>
                    <a:pt x="254109" y="310158"/>
                  </a:cubicBezTo>
                  <a:cubicBezTo>
                    <a:pt x="240039" y="297125"/>
                    <a:pt x="226629" y="283361"/>
                    <a:pt x="213218" y="269621"/>
                  </a:cubicBezTo>
                  <a:cubicBezTo>
                    <a:pt x="210272" y="266604"/>
                    <a:pt x="208387" y="262550"/>
                    <a:pt x="206030" y="258991"/>
                  </a:cubicBezTo>
                  <a:cubicBezTo>
                    <a:pt x="206643" y="258449"/>
                    <a:pt x="207232" y="257907"/>
                    <a:pt x="207845" y="257389"/>
                  </a:cubicBezTo>
                  <a:cubicBezTo>
                    <a:pt x="241241" y="272991"/>
                    <a:pt x="275721" y="286425"/>
                    <a:pt x="306831" y="30671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893" name="Google Shape;1893;p48"/>
            <p:cNvSpPr/>
            <p:nvPr/>
          </p:nvSpPr>
          <p:spPr>
            <a:xfrm>
              <a:off x="425960" y="3624014"/>
              <a:ext cx="499682" cy="282108"/>
            </a:xfrm>
            <a:custGeom>
              <a:rect b="b" l="l" r="r" t="t"/>
              <a:pathLst>
                <a:path extrusionOk="0" h="282108" w="499682">
                  <a:moveTo>
                    <a:pt x="481968" y="218619"/>
                  </a:moveTo>
                  <a:cubicBezTo>
                    <a:pt x="483618" y="222602"/>
                    <a:pt x="485362" y="226302"/>
                    <a:pt x="486658" y="230168"/>
                  </a:cubicBezTo>
                  <a:cubicBezTo>
                    <a:pt x="488921" y="236932"/>
                    <a:pt x="484843" y="245558"/>
                    <a:pt x="477466" y="250201"/>
                  </a:cubicBezTo>
                  <a:cubicBezTo>
                    <a:pt x="469571" y="255173"/>
                    <a:pt x="461888" y="255221"/>
                    <a:pt x="456561" y="248975"/>
                  </a:cubicBezTo>
                  <a:cubicBezTo>
                    <a:pt x="437259" y="226350"/>
                    <a:pt x="411051" y="215579"/>
                    <a:pt x="384113" y="206128"/>
                  </a:cubicBezTo>
                  <a:cubicBezTo>
                    <a:pt x="348407" y="193613"/>
                    <a:pt x="310839" y="190620"/>
                    <a:pt x="273743" y="185411"/>
                  </a:cubicBezTo>
                  <a:cubicBezTo>
                    <a:pt x="256868" y="183055"/>
                    <a:pt x="240983" y="178907"/>
                    <a:pt x="226441" y="169668"/>
                  </a:cubicBezTo>
                  <a:cubicBezTo>
                    <a:pt x="200775" y="153382"/>
                    <a:pt x="175133" y="137026"/>
                    <a:pt x="149019" y="121494"/>
                  </a:cubicBezTo>
                  <a:cubicBezTo>
                    <a:pt x="107351" y="96724"/>
                    <a:pt x="70325" y="66910"/>
                    <a:pt x="40511" y="28235"/>
                  </a:cubicBezTo>
                  <a:cubicBezTo>
                    <a:pt x="32521" y="17865"/>
                    <a:pt x="21209" y="9969"/>
                    <a:pt x="10909" y="1556"/>
                  </a:cubicBezTo>
                  <a:cubicBezTo>
                    <a:pt x="8576" y="-330"/>
                    <a:pt x="4075" y="448"/>
                    <a:pt x="563" y="0"/>
                  </a:cubicBezTo>
                  <a:cubicBezTo>
                    <a:pt x="516" y="3370"/>
                    <a:pt x="-710" y="7283"/>
                    <a:pt x="610" y="9969"/>
                  </a:cubicBezTo>
                  <a:cubicBezTo>
                    <a:pt x="5371" y="19680"/>
                    <a:pt x="10132" y="29602"/>
                    <a:pt x="16448" y="38322"/>
                  </a:cubicBezTo>
                  <a:cubicBezTo>
                    <a:pt x="37400" y="67311"/>
                    <a:pt x="63914" y="90644"/>
                    <a:pt x="92738" y="111549"/>
                  </a:cubicBezTo>
                  <a:cubicBezTo>
                    <a:pt x="99102" y="116168"/>
                    <a:pt x="105230" y="121400"/>
                    <a:pt x="110297" y="127363"/>
                  </a:cubicBezTo>
                  <a:cubicBezTo>
                    <a:pt x="112913" y="130450"/>
                    <a:pt x="112960" y="135730"/>
                    <a:pt x="114162" y="140019"/>
                  </a:cubicBezTo>
                  <a:cubicBezTo>
                    <a:pt x="110014" y="139571"/>
                    <a:pt x="105017" y="140467"/>
                    <a:pt x="101836" y="138463"/>
                  </a:cubicBezTo>
                  <a:cubicBezTo>
                    <a:pt x="88472" y="130073"/>
                    <a:pt x="75463" y="121094"/>
                    <a:pt x="62689" y="111831"/>
                  </a:cubicBezTo>
                  <a:cubicBezTo>
                    <a:pt x="48289" y="101391"/>
                    <a:pt x="34407" y="90243"/>
                    <a:pt x="20030" y="79802"/>
                  </a:cubicBezTo>
                  <a:cubicBezTo>
                    <a:pt x="16943" y="77563"/>
                    <a:pt x="12630" y="77068"/>
                    <a:pt x="8859" y="75772"/>
                  </a:cubicBezTo>
                  <a:cubicBezTo>
                    <a:pt x="8340" y="76432"/>
                    <a:pt x="7846" y="77068"/>
                    <a:pt x="7327" y="77728"/>
                  </a:cubicBezTo>
                  <a:cubicBezTo>
                    <a:pt x="9425" y="81452"/>
                    <a:pt x="10980" y="85671"/>
                    <a:pt x="13738" y="88805"/>
                  </a:cubicBezTo>
                  <a:cubicBezTo>
                    <a:pt x="19936" y="95876"/>
                    <a:pt x="26134" y="103111"/>
                    <a:pt x="33370" y="109027"/>
                  </a:cubicBezTo>
                  <a:cubicBezTo>
                    <a:pt x="70349" y="139241"/>
                    <a:pt x="107421" y="169362"/>
                    <a:pt x="144966" y="198845"/>
                  </a:cubicBezTo>
                  <a:cubicBezTo>
                    <a:pt x="157480" y="208673"/>
                    <a:pt x="172046" y="214447"/>
                    <a:pt x="188590" y="215390"/>
                  </a:cubicBezTo>
                  <a:cubicBezTo>
                    <a:pt x="200304" y="216050"/>
                    <a:pt x="211145" y="220269"/>
                    <a:pt x="218711" y="230568"/>
                  </a:cubicBezTo>
                  <a:cubicBezTo>
                    <a:pt x="223354" y="236884"/>
                    <a:pt x="229646" y="241598"/>
                    <a:pt x="237942" y="241645"/>
                  </a:cubicBezTo>
                  <a:cubicBezTo>
                    <a:pt x="241077" y="241669"/>
                    <a:pt x="244211" y="239878"/>
                    <a:pt x="247346" y="238911"/>
                  </a:cubicBezTo>
                  <a:cubicBezTo>
                    <a:pt x="246215" y="235871"/>
                    <a:pt x="245979" y="231817"/>
                    <a:pt x="243811" y="229979"/>
                  </a:cubicBezTo>
                  <a:cubicBezTo>
                    <a:pt x="233511" y="221188"/>
                    <a:pt x="223306" y="212020"/>
                    <a:pt x="211923" y="204832"/>
                  </a:cubicBezTo>
                  <a:cubicBezTo>
                    <a:pt x="191065" y="191633"/>
                    <a:pt x="169241" y="179991"/>
                    <a:pt x="148147" y="167146"/>
                  </a:cubicBezTo>
                  <a:cubicBezTo>
                    <a:pt x="141925" y="163351"/>
                    <a:pt x="136717" y="157789"/>
                    <a:pt x="131320" y="152722"/>
                  </a:cubicBezTo>
                  <a:cubicBezTo>
                    <a:pt x="130188" y="151662"/>
                    <a:pt x="129411" y="148692"/>
                    <a:pt x="130070" y="147584"/>
                  </a:cubicBezTo>
                  <a:cubicBezTo>
                    <a:pt x="130825" y="146359"/>
                    <a:pt x="133535" y="145557"/>
                    <a:pt x="135185" y="145817"/>
                  </a:cubicBezTo>
                  <a:cubicBezTo>
                    <a:pt x="139545" y="146524"/>
                    <a:pt x="143929" y="147490"/>
                    <a:pt x="148029" y="149069"/>
                  </a:cubicBezTo>
                  <a:cubicBezTo>
                    <a:pt x="184065" y="162833"/>
                    <a:pt x="216802" y="182583"/>
                    <a:pt x="247982" y="205020"/>
                  </a:cubicBezTo>
                  <a:cubicBezTo>
                    <a:pt x="258447" y="212538"/>
                    <a:pt x="267898" y="221023"/>
                    <a:pt x="273672" y="233208"/>
                  </a:cubicBezTo>
                  <a:cubicBezTo>
                    <a:pt x="275722" y="237521"/>
                    <a:pt x="280530" y="241056"/>
                    <a:pt x="284843" y="243696"/>
                  </a:cubicBezTo>
                  <a:cubicBezTo>
                    <a:pt x="298206" y="251921"/>
                    <a:pt x="313007" y="254113"/>
                    <a:pt x="328374" y="251921"/>
                  </a:cubicBezTo>
                  <a:cubicBezTo>
                    <a:pt x="339168" y="250389"/>
                    <a:pt x="343245" y="245723"/>
                    <a:pt x="345084" y="234528"/>
                  </a:cubicBezTo>
                  <a:cubicBezTo>
                    <a:pt x="345956" y="229296"/>
                    <a:pt x="348147" y="224794"/>
                    <a:pt x="353898" y="223969"/>
                  </a:cubicBezTo>
                  <a:cubicBezTo>
                    <a:pt x="369194" y="221706"/>
                    <a:pt x="382722" y="227669"/>
                    <a:pt x="396510" y="232359"/>
                  </a:cubicBezTo>
                  <a:cubicBezTo>
                    <a:pt x="396674" y="233231"/>
                    <a:pt x="396839" y="234080"/>
                    <a:pt x="397004" y="234952"/>
                  </a:cubicBezTo>
                  <a:cubicBezTo>
                    <a:pt x="387082" y="240066"/>
                    <a:pt x="377160" y="245204"/>
                    <a:pt x="367238" y="250318"/>
                  </a:cubicBezTo>
                  <a:cubicBezTo>
                    <a:pt x="367450" y="251049"/>
                    <a:pt x="367686" y="251780"/>
                    <a:pt x="367898" y="252487"/>
                  </a:cubicBezTo>
                  <a:cubicBezTo>
                    <a:pt x="371244" y="252487"/>
                    <a:pt x="374591" y="252628"/>
                    <a:pt x="377914" y="252463"/>
                  </a:cubicBezTo>
                  <a:cubicBezTo>
                    <a:pt x="389274" y="251874"/>
                    <a:pt x="400610" y="250978"/>
                    <a:pt x="411970" y="250601"/>
                  </a:cubicBezTo>
                  <a:cubicBezTo>
                    <a:pt x="429976" y="249988"/>
                    <a:pt x="445696" y="252958"/>
                    <a:pt x="453450" y="272826"/>
                  </a:cubicBezTo>
                  <a:cubicBezTo>
                    <a:pt x="456986" y="281900"/>
                    <a:pt x="466177" y="284587"/>
                    <a:pt x="473059" y="279708"/>
                  </a:cubicBezTo>
                  <a:cubicBezTo>
                    <a:pt x="488473" y="268796"/>
                    <a:pt x="497877" y="253618"/>
                    <a:pt x="499621" y="234645"/>
                  </a:cubicBezTo>
                  <a:cubicBezTo>
                    <a:pt x="500493" y="225548"/>
                    <a:pt x="492079" y="218430"/>
                    <a:pt x="481968" y="218619"/>
                  </a:cubicBezTo>
                  <a:close/>
                  <a:moveTo>
                    <a:pt x="327879" y="234645"/>
                  </a:moveTo>
                  <a:cubicBezTo>
                    <a:pt x="325711" y="234363"/>
                    <a:pt x="324414" y="234433"/>
                    <a:pt x="323283" y="234033"/>
                  </a:cubicBezTo>
                  <a:cubicBezTo>
                    <a:pt x="308953" y="228730"/>
                    <a:pt x="296274" y="220905"/>
                    <a:pt x="286163" y="209333"/>
                  </a:cubicBezTo>
                  <a:cubicBezTo>
                    <a:pt x="284937" y="207943"/>
                    <a:pt x="284985" y="205444"/>
                    <a:pt x="284442" y="203465"/>
                  </a:cubicBezTo>
                  <a:cubicBezTo>
                    <a:pt x="286257" y="203040"/>
                    <a:pt x="288284" y="201886"/>
                    <a:pt x="289863" y="202310"/>
                  </a:cubicBezTo>
                  <a:cubicBezTo>
                    <a:pt x="305135" y="206364"/>
                    <a:pt x="318946" y="213151"/>
                    <a:pt x="329458" y="225312"/>
                  </a:cubicBezTo>
                  <a:cubicBezTo>
                    <a:pt x="330966" y="227033"/>
                    <a:pt x="331155" y="230191"/>
                    <a:pt x="331202" y="232689"/>
                  </a:cubicBezTo>
                  <a:cubicBezTo>
                    <a:pt x="331225" y="233444"/>
                    <a:pt x="328633" y="234245"/>
                    <a:pt x="327879" y="23464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894" name="Google Shape;1894;p48"/>
            <p:cNvSpPr/>
            <p:nvPr/>
          </p:nvSpPr>
          <p:spPr>
            <a:xfrm>
              <a:off x="1023012" y="2543575"/>
              <a:ext cx="418240" cy="362550"/>
            </a:xfrm>
            <a:custGeom>
              <a:rect b="b" l="l" r="r" t="t"/>
              <a:pathLst>
                <a:path extrusionOk="0" h="362550" w="418240">
                  <a:moveTo>
                    <a:pt x="272001" y="124794"/>
                  </a:moveTo>
                  <a:cubicBezTo>
                    <a:pt x="255103" y="112043"/>
                    <a:pt x="237427" y="100047"/>
                    <a:pt x="216757" y="93613"/>
                  </a:cubicBezTo>
                  <a:cubicBezTo>
                    <a:pt x="209569" y="91374"/>
                    <a:pt x="203865" y="92647"/>
                    <a:pt x="197502" y="97101"/>
                  </a:cubicBezTo>
                  <a:cubicBezTo>
                    <a:pt x="190856" y="101744"/>
                    <a:pt x="182772" y="104431"/>
                    <a:pt x="175088" y="107377"/>
                  </a:cubicBezTo>
                  <a:cubicBezTo>
                    <a:pt x="173415" y="108013"/>
                    <a:pt x="170186" y="106599"/>
                    <a:pt x="168819" y="105091"/>
                  </a:cubicBezTo>
                  <a:cubicBezTo>
                    <a:pt x="168089" y="104289"/>
                    <a:pt x="169173" y="100778"/>
                    <a:pt x="170422" y="99364"/>
                  </a:cubicBezTo>
                  <a:cubicBezTo>
                    <a:pt x="174240" y="95074"/>
                    <a:pt x="172402" y="91610"/>
                    <a:pt x="169385" y="88310"/>
                  </a:cubicBezTo>
                  <a:cubicBezTo>
                    <a:pt x="167570" y="86307"/>
                    <a:pt x="165473" y="84469"/>
                    <a:pt x="163187" y="83007"/>
                  </a:cubicBezTo>
                  <a:cubicBezTo>
                    <a:pt x="115343" y="52156"/>
                    <a:pt x="65072" y="25807"/>
                    <a:pt x="12915" y="3064"/>
                  </a:cubicBezTo>
                  <a:cubicBezTo>
                    <a:pt x="9262" y="1461"/>
                    <a:pt x="5114" y="990"/>
                    <a:pt x="1202" y="0"/>
                  </a:cubicBezTo>
                  <a:cubicBezTo>
                    <a:pt x="801" y="660"/>
                    <a:pt x="401" y="1296"/>
                    <a:pt x="0" y="1956"/>
                  </a:cubicBezTo>
                  <a:cubicBezTo>
                    <a:pt x="2687" y="4643"/>
                    <a:pt x="5020" y="7778"/>
                    <a:pt x="8084" y="9922"/>
                  </a:cubicBezTo>
                  <a:cubicBezTo>
                    <a:pt x="26326" y="22649"/>
                    <a:pt x="44332" y="35777"/>
                    <a:pt x="63163" y="47608"/>
                  </a:cubicBezTo>
                  <a:cubicBezTo>
                    <a:pt x="116026" y="80839"/>
                    <a:pt x="167570" y="115885"/>
                    <a:pt x="214282" y="157459"/>
                  </a:cubicBezTo>
                  <a:cubicBezTo>
                    <a:pt x="251662" y="190714"/>
                    <a:pt x="288593" y="224487"/>
                    <a:pt x="324888" y="258921"/>
                  </a:cubicBezTo>
                  <a:cubicBezTo>
                    <a:pt x="344638" y="277634"/>
                    <a:pt x="366698" y="293849"/>
                    <a:pt x="379779" y="319656"/>
                  </a:cubicBezTo>
                  <a:cubicBezTo>
                    <a:pt x="388004" y="335895"/>
                    <a:pt x="403630" y="348386"/>
                    <a:pt x="415933" y="362550"/>
                  </a:cubicBezTo>
                  <a:cubicBezTo>
                    <a:pt x="416687" y="362197"/>
                    <a:pt x="417417" y="361867"/>
                    <a:pt x="418171" y="361513"/>
                  </a:cubicBezTo>
                  <a:cubicBezTo>
                    <a:pt x="418195" y="344591"/>
                    <a:pt x="419067" y="327599"/>
                    <a:pt x="413858" y="311101"/>
                  </a:cubicBezTo>
                  <a:cubicBezTo>
                    <a:pt x="413057" y="308532"/>
                    <a:pt x="411242" y="305680"/>
                    <a:pt x="409050" y="304313"/>
                  </a:cubicBezTo>
                  <a:cubicBezTo>
                    <a:pt x="404195" y="301296"/>
                    <a:pt x="398091" y="300047"/>
                    <a:pt x="393802" y="296489"/>
                  </a:cubicBezTo>
                  <a:cubicBezTo>
                    <a:pt x="383526" y="287980"/>
                    <a:pt x="373839" y="278718"/>
                    <a:pt x="364200" y="269456"/>
                  </a:cubicBezTo>
                  <a:cubicBezTo>
                    <a:pt x="337427" y="243672"/>
                    <a:pt x="314235" y="214636"/>
                    <a:pt x="282630" y="193330"/>
                  </a:cubicBezTo>
                  <a:cubicBezTo>
                    <a:pt x="253500" y="173698"/>
                    <a:pt x="231157" y="145628"/>
                    <a:pt x="210370" y="117087"/>
                  </a:cubicBezTo>
                  <a:cubicBezTo>
                    <a:pt x="207471" y="113104"/>
                    <a:pt x="206694" y="107565"/>
                    <a:pt x="204949" y="102758"/>
                  </a:cubicBezTo>
                  <a:cubicBezTo>
                    <a:pt x="209946" y="104242"/>
                    <a:pt x="215720" y="104619"/>
                    <a:pt x="219797" y="107424"/>
                  </a:cubicBezTo>
                  <a:cubicBezTo>
                    <a:pt x="233632" y="116946"/>
                    <a:pt x="247679" y="126396"/>
                    <a:pt x="260170" y="137544"/>
                  </a:cubicBezTo>
                  <a:cubicBezTo>
                    <a:pt x="296182" y="169715"/>
                    <a:pt x="331464" y="202710"/>
                    <a:pt x="367075" y="235329"/>
                  </a:cubicBezTo>
                  <a:cubicBezTo>
                    <a:pt x="376102" y="243601"/>
                    <a:pt x="385317" y="251685"/>
                    <a:pt x="395711" y="260995"/>
                  </a:cubicBezTo>
                  <a:cubicBezTo>
                    <a:pt x="395711" y="254843"/>
                    <a:pt x="395947" y="250460"/>
                    <a:pt x="395664" y="246123"/>
                  </a:cubicBezTo>
                  <a:cubicBezTo>
                    <a:pt x="395027" y="236036"/>
                    <a:pt x="394910" y="225831"/>
                    <a:pt x="393118" y="215956"/>
                  </a:cubicBezTo>
                  <a:cubicBezTo>
                    <a:pt x="391657" y="207872"/>
                    <a:pt x="388758" y="207047"/>
                    <a:pt x="381122" y="209451"/>
                  </a:cubicBezTo>
                  <a:cubicBezTo>
                    <a:pt x="375772" y="211124"/>
                    <a:pt x="371223" y="210724"/>
                    <a:pt x="367264" y="205751"/>
                  </a:cubicBezTo>
                  <a:cubicBezTo>
                    <a:pt x="362220" y="199411"/>
                    <a:pt x="357106" y="192835"/>
                    <a:pt x="350884" y="187745"/>
                  </a:cubicBezTo>
                  <a:cubicBezTo>
                    <a:pt x="324888" y="166368"/>
                    <a:pt x="298845" y="145015"/>
                    <a:pt x="272001" y="1247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895" name="Google Shape;1895;p48"/>
            <p:cNvSpPr/>
            <p:nvPr/>
          </p:nvSpPr>
          <p:spPr>
            <a:xfrm>
              <a:off x="700050" y="3045042"/>
              <a:ext cx="117417" cy="253593"/>
            </a:xfrm>
            <a:custGeom>
              <a:rect b="b" l="l" r="r" t="t"/>
              <a:pathLst>
                <a:path extrusionOk="0" h="253593" w="117417">
                  <a:moveTo>
                    <a:pt x="2858" y="188210"/>
                  </a:moveTo>
                  <a:cubicBezTo>
                    <a:pt x="76" y="190920"/>
                    <a:pt x="-324" y="197308"/>
                    <a:pt x="194" y="201785"/>
                  </a:cubicBezTo>
                  <a:cubicBezTo>
                    <a:pt x="736" y="206476"/>
                    <a:pt x="3187" y="211213"/>
                    <a:pt x="5686" y="215384"/>
                  </a:cubicBezTo>
                  <a:cubicBezTo>
                    <a:pt x="14924" y="230822"/>
                    <a:pt x="25412" y="245292"/>
                    <a:pt x="42641" y="252599"/>
                  </a:cubicBezTo>
                  <a:cubicBezTo>
                    <a:pt x="45846" y="253966"/>
                    <a:pt x="52492" y="253612"/>
                    <a:pt x="53859" y="251562"/>
                  </a:cubicBezTo>
                  <a:cubicBezTo>
                    <a:pt x="56193" y="248074"/>
                    <a:pt x="56546" y="242488"/>
                    <a:pt x="55933" y="238033"/>
                  </a:cubicBezTo>
                  <a:cubicBezTo>
                    <a:pt x="55533" y="235135"/>
                    <a:pt x="52374" y="232094"/>
                    <a:pt x="49688" y="230138"/>
                  </a:cubicBezTo>
                  <a:cubicBezTo>
                    <a:pt x="45139" y="226815"/>
                    <a:pt x="40072" y="224199"/>
                    <a:pt x="35099" y="221512"/>
                  </a:cubicBezTo>
                  <a:cubicBezTo>
                    <a:pt x="27227" y="217246"/>
                    <a:pt x="20934" y="211613"/>
                    <a:pt x="18083" y="202822"/>
                  </a:cubicBezTo>
                  <a:cubicBezTo>
                    <a:pt x="15066" y="193489"/>
                    <a:pt x="19803" y="186537"/>
                    <a:pt x="29419" y="187173"/>
                  </a:cubicBezTo>
                  <a:cubicBezTo>
                    <a:pt x="33920" y="187456"/>
                    <a:pt x="38776" y="188894"/>
                    <a:pt x="42641" y="191203"/>
                  </a:cubicBezTo>
                  <a:cubicBezTo>
                    <a:pt x="57206" y="199900"/>
                    <a:pt x="68637" y="211920"/>
                    <a:pt x="75589" y="227404"/>
                  </a:cubicBezTo>
                  <a:cubicBezTo>
                    <a:pt x="77592" y="231835"/>
                    <a:pt x="76343" y="237727"/>
                    <a:pt x="76626" y="242936"/>
                  </a:cubicBezTo>
                  <a:cubicBezTo>
                    <a:pt x="76791" y="246094"/>
                    <a:pt x="75943" y="250972"/>
                    <a:pt x="77545" y="252033"/>
                  </a:cubicBezTo>
                  <a:cubicBezTo>
                    <a:pt x="80067" y="253683"/>
                    <a:pt x="85488" y="254248"/>
                    <a:pt x="87538" y="252622"/>
                  </a:cubicBezTo>
                  <a:cubicBezTo>
                    <a:pt x="92558" y="248592"/>
                    <a:pt x="97555" y="243666"/>
                    <a:pt x="100430" y="238010"/>
                  </a:cubicBezTo>
                  <a:cubicBezTo>
                    <a:pt x="109999" y="219273"/>
                    <a:pt x="113157" y="198651"/>
                    <a:pt x="115255" y="177982"/>
                  </a:cubicBezTo>
                  <a:cubicBezTo>
                    <a:pt x="118413" y="146872"/>
                    <a:pt x="118248" y="115738"/>
                    <a:pt x="113864" y="84698"/>
                  </a:cubicBezTo>
                  <a:cubicBezTo>
                    <a:pt x="109975" y="57053"/>
                    <a:pt x="100006" y="31764"/>
                    <a:pt x="83791" y="9068"/>
                  </a:cubicBezTo>
                  <a:cubicBezTo>
                    <a:pt x="75141" y="-3046"/>
                    <a:pt x="66657" y="-3046"/>
                    <a:pt x="58054" y="9209"/>
                  </a:cubicBezTo>
                  <a:cubicBezTo>
                    <a:pt x="52115" y="17670"/>
                    <a:pt x="46577" y="26579"/>
                    <a:pt x="42217" y="35912"/>
                  </a:cubicBezTo>
                  <a:cubicBezTo>
                    <a:pt x="34392" y="52646"/>
                    <a:pt x="31304" y="70322"/>
                    <a:pt x="37008" y="88469"/>
                  </a:cubicBezTo>
                  <a:cubicBezTo>
                    <a:pt x="40685" y="100183"/>
                    <a:pt x="48415" y="103035"/>
                    <a:pt x="59445" y="97802"/>
                  </a:cubicBezTo>
                  <a:cubicBezTo>
                    <a:pt x="62155" y="96506"/>
                    <a:pt x="65031" y="95563"/>
                    <a:pt x="69344" y="93866"/>
                  </a:cubicBezTo>
                  <a:cubicBezTo>
                    <a:pt x="64983" y="106546"/>
                    <a:pt x="60482" y="111943"/>
                    <a:pt x="50159" y="114371"/>
                  </a:cubicBezTo>
                  <a:cubicBezTo>
                    <a:pt x="43112" y="116044"/>
                    <a:pt x="35547" y="115691"/>
                    <a:pt x="28193" y="115856"/>
                  </a:cubicBezTo>
                  <a:cubicBezTo>
                    <a:pt x="19214" y="116044"/>
                    <a:pt x="15042" y="118613"/>
                    <a:pt x="14335" y="127569"/>
                  </a:cubicBezTo>
                  <a:cubicBezTo>
                    <a:pt x="13510" y="137586"/>
                    <a:pt x="14618" y="147744"/>
                    <a:pt x="14241" y="157831"/>
                  </a:cubicBezTo>
                  <a:cubicBezTo>
                    <a:pt x="13817" y="169096"/>
                    <a:pt x="11648" y="179608"/>
                    <a:pt x="2858" y="188210"/>
                  </a:cubicBezTo>
                  <a:close/>
                  <a:moveTo>
                    <a:pt x="28688" y="124552"/>
                  </a:moveTo>
                  <a:cubicBezTo>
                    <a:pt x="34203" y="127711"/>
                    <a:pt x="39341" y="131599"/>
                    <a:pt x="44455" y="135417"/>
                  </a:cubicBezTo>
                  <a:cubicBezTo>
                    <a:pt x="50560" y="139990"/>
                    <a:pt x="56051" y="145552"/>
                    <a:pt x="62579" y="149393"/>
                  </a:cubicBezTo>
                  <a:cubicBezTo>
                    <a:pt x="69862" y="153683"/>
                    <a:pt x="76414" y="151279"/>
                    <a:pt x="79337" y="143265"/>
                  </a:cubicBezTo>
                  <a:cubicBezTo>
                    <a:pt x="85700" y="125896"/>
                    <a:pt x="86030" y="107890"/>
                    <a:pt x="82118" y="89954"/>
                  </a:cubicBezTo>
                  <a:cubicBezTo>
                    <a:pt x="80751" y="83685"/>
                    <a:pt x="75801" y="80668"/>
                    <a:pt x="68990" y="82530"/>
                  </a:cubicBezTo>
                  <a:cubicBezTo>
                    <a:pt x="64724" y="83685"/>
                    <a:pt x="60529" y="85311"/>
                    <a:pt x="56193" y="86113"/>
                  </a:cubicBezTo>
                  <a:cubicBezTo>
                    <a:pt x="49829" y="87267"/>
                    <a:pt x="46883" y="84793"/>
                    <a:pt x="47873" y="78547"/>
                  </a:cubicBezTo>
                  <a:cubicBezTo>
                    <a:pt x="50583" y="61342"/>
                    <a:pt x="55768" y="44868"/>
                    <a:pt x="64913" y="29973"/>
                  </a:cubicBezTo>
                  <a:cubicBezTo>
                    <a:pt x="70333" y="21158"/>
                    <a:pt x="76791" y="21323"/>
                    <a:pt x="80373" y="30869"/>
                  </a:cubicBezTo>
                  <a:cubicBezTo>
                    <a:pt x="84498" y="41851"/>
                    <a:pt x="87845" y="53400"/>
                    <a:pt x="89518" y="65019"/>
                  </a:cubicBezTo>
                  <a:cubicBezTo>
                    <a:pt x="93289" y="90920"/>
                    <a:pt x="95811" y="116987"/>
                    <a:pt x="98521" y="140319"/>
                  </a:cubicBezTo>
                  <a:cubicBezTo>
                    <a:pt x="97531" y="149558"/>
                    <a:pt x="97932" y="156299"/>
                    <a:pt x="95811" y="162144"/>
                  </a:cubicBezTo>
                  <a:cubicBezTo>
                    <a:pt x="94373" y="166127"/>
                    <a:pt x="89801" y="170958"/>
                    <a:pt x="85936" y="171689"/>
                  </a:cubicBezTo>
                  <a:cubicBezTo>
                    <a:pt x="69414" y="174753"/>
                    <a:pt x="52940" y="174376"/>
                    <a:pt x="37856" y="165184"/>
                  </a:cubicBezTo>
                  <a:cubicBezTo>
                    <a:pt x="24493" y="157029"/>
                    <a:pt x="20769" y="144043"/>
                    <a:pt x="20322" y="129667"/>
                  </a:cubicBezTo>
                  <a:cubicBezTo>
                    <a:pt x="20157" y="124269"/>
                    <a:pt x="23645" y="121653"/>
                    <a:pt x="28688" y="12455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896" name="Google Shape;1896;p48"/>
            <p:cNvSpPr/>
            <p:nvPr/>
          </p:nvSpPr>
          <p:spPr>
            <a:xfrm>
              <a:off x="858634" y="3448973"/>
              <a:ext cx="234682" cy="295687"/>
            </a:xfrm>
            <a:custGeom>
              <a:rect b="b" l="l" r="r" t="t"/>
              <a:pathLst>
                <a:path extrusionOk="0" h="295687" w="234682">
                  <a:moveTo>
                    <a:pt x="136921" y="122248"/>
                  </a:moveTo>
                  <a:cubicBezTo>
                    <a:pt x="124524" y="118336"/>
                    <a:pt x="116864" y="124346"/>
                    <a:pt x="115686" y="137497"/>
                  </a:cubicBezTo>
                  <a:cubicBezTo>
                    <a:pt x="114673" y="148692"/>
                    <a:pt x="111373" y="158567"/>
                    <a:pt x="104090" y="167287"/>
                  </a:cubicBezTo>
                  <a:cubicBezTo>
                    <a:pt x="82361" y="193307"/>
                    <a:pt x="55563" y="209545"/>
                    <a:pt x="21060" y="211737"/>
                  </a:cubicBezTo>
                  <a:cubicBezTo>
                    <a:pt x="7555" y="212585"/>
                    <a:pt x="2087" y="217111"/>
                    <a:pt x="437" y="229484"/>
                  </a:cubicBezTo>
                  <a:cubicBezTo>
                    <a:pt x="-482" y="236437"/>
                    <a:pt x="178" y="243790"/>
                    <a:pt x="1215" y="250790"/>
                  </a:cubicBezTo>
                  <a:cubicBezTo>
                    <a:pt x="2771" y="261254"/>
                    <a:pt x="8121" y="268042"/>
                    <a:pt x="19810" y="269385"/>
                  </a:cubicBezTo>
                  <a:cubicBezTo>
                    <a:pt x="29803" y="270540"/>
                    <a:pt x="32891" y="275230"/>
                    <a:pt x="34258" y="285129"/>
                  </a:cubicBezTo>
                  <a:cubicBezTo>
                    <a:pt x="34753" y="288758"/>
                    <a:pt x="36850" y="292175"/>
                    <a:pt x="38217" y="295687"/>
                  </a:cubicBezTo>
                  <a:cubicBezTo>
                    <a:pt x="38948" y="295522"/>
                    <a:pt x="39702" y="295334"/>
                    <a:pt x="40433" y="295169"/>
                  </a:cubicBezTo>
                  <a:cubicBezTo>
                    <a:pt x="40951" y="294155"/>
                    <a:pt x="41705" y="293189"/>
                    <a:pt x="41941" y="292105"/>
                  </a:cubicBezTo>
                  <a:cubicBezTo>
                    <a:pt x="45193" y="276950"/>
                    <a:pt x="44557" y="262079"/>
                    <a:pt x="37628" y="248032"/>
                  </a:cubicBezTo>
                  <a:cubicBezTo>
                    <a:pt x="36261" y="245298"/>
                    <a:pt x="32891" y="242588"/>
                    <a:pt x="29945" y="241787"/>
                  </a:cubicBezTo>
                  <a:cubicBezTo>
                    <a:pt x="24807" y="240443"/>
                    <a:pt x="23676" y="236814"/>
                    <a:pt x="25420" y="233538"/>
                  </a:cubicBezTo>
                  <a:cubicBezTo>
                    <a:pt x="28154" y="228353"/>
                    <a:pt x="32419" y="223969"/>
                    <a:pt x="36049" y="219232"/>
                  </a:cubicBezTo>
                  <a:cubicBezTo>
                    <a:pt x="39749" y="222131"/>
                    <a:pt x="43473" y="224982"/>
                    <a:pt x="47150" y="227928"/>
                  </a:cubicBezTo>
                  <a:cubicBezTo>
                    <a:pt x="47715" y="228376"/>
                    <a:pt x="48045" y="229107"/>
                    <a:pt x="48493" y="229696"/>
                  </a:cubicBezTo>
                  <a:cubicBezTo>
                    <a:pt x="53607" y="236224"/>
                    <a:pt x="58533" y="237851"/>
                    <a:pt x="65910" y="233797"/>
                  </a:cubicBezTo>
                  <a:cubicBezTo>
                    <a:pt x="72108" y="230380"/>
                    <a:pt x="77529" y="225525"/>
                    <a:pt x="83398" y="221447"/>
                  </a:cubicBezTo>
                  <a:cubicBezTo>
                    <a:pt x="94074" y="213976"/>
                    <a:pt x="104468" y="206010"/>
                    <a:pt x="115686" y="199458"/>
                  </a:cubicBezTo>
                  <a:cubicBezTo>
                    <a:pt x="120447" y="196653"/>
                    <a:pt x="127399" y="194886"/>
                    <a:pt x="132608" y="196041"/>
                  </a:cubicBezTo>
                  <a:cubicBezTo>
                    <a:pt x="146773" y="199175"/>
                    <a:pt x="157166" y="195923"/>
                    <a:pt x="165038" y="183432"/>
                  </a:cubicBezTo>
                  <a:cubicBezTo>
                    <a:pt x="169398" y="176502"/>
                    <a:pt x="173805" y="176785"/>
                    <a:pt x="179132" y="183149"/>
                  </a:cubicBezTo>
                  <a:cubicBezTo>
                    <a:pt x="184882" y="190031"/>
                    <a:pt x="186839" y="190172"/>
                    <a:pt x="190185" y="181381"/>
                  </a:cubicBezTo>
                  <a:cubicBezTo>
                    <a:pt x="195347" y="167829"/>
                    <a:pt x="200108" y="154018"/>
                    <a:pt x="203525" y="139948"/>
                  </a:cubicBezTo>
                  <a:cubicBezTo>
                    <a:pt x="214201" y="95876"/>
                    <a:pt x="224171" y="51638"/>
                    <a:pt x="234352" y="7448"/>
                  </a:cubicBezTo>
                  <a:cubicBezTo>
                    <a:pt x="234800" y="5468"/>
                    <a:pt x="234588" y="3323"/>
                    <a:pt x="234682" y="1249"/>
                  </a:cubicBezTo>
                  <a:cubicBezTo>
                    <a:pt x="233904" y="825"/>
                    <a:pt x="233150" y="424"/>
                    <a:pt x="232373" y="0"/>
                  </a:cubicBezTo>
                  <a:cubicBezTo>
                    <a:pt x="227871" y="5916"/>
                    <a:pt x="222545" y="11407"/>
                    <a:pt x="219009" y="17865"/>
                  </a:cubicBezTo>
                  <a:cubicBezTo>
                    <a:pt x="205740" y="42022"/>
                    <a:pt x="197044" y="67994"/>
                    <a:pt x="191835" y="94980"/>
                  </a:cubicBezTo>
                  <a:cubicBezTo>
                    <a:pt x="189573" y="106693"/>
                    <a:pt x="189243" y="118831"/>
                    <a:pt x="188842" y="130827"/>
                  </a:cubicBezTo>
                  <a:cubicBezTo>
                    <a:pt x="188724" y="134575"/>
                    <a:pt x="191222" y="138416"/>
                    <a:pt x="193343" y="144615"/>
                  </a:cubicBezTo>
                  <a:cubicBezTo>
                    <a:pt x="187286" y="142258"/>
                    <a:pt x="183303" y="140773"/>
                    <a:pt x="179391" y="139170"/>
                  </a:cubicBezTo>
                  <a:cubicBezTo>
                    <a:pt x="165227" y="133443"/>
                    <a:pt x="151416" y="126797"/>
                    <a:pt x="136921" y="122248"/>
                  </a:cubicBezTo>
                  <a:close/>
                  <a:moveTo>
                    <a:pt x="135248" y="182041"/>
                  </a:moveTo>
                  <a:cubicBezTo>
                    <a:pt x="131170" y="182677"/>
                    <a:pt x="128601" y="181169"/>
                    <a:pt x="129120" y="177021"/>
                  </a:cubicBezTo>
                  <a:cubicBezTo>
                    <a:pt x="130840" y="163045"/>
                    <a:pt x="137251" y="151237"/>
                    <a:pt x="147362" y="141669"/>
                  </a:cubicBezTo>
                  <a:cubicBezTo>
                    <a:pt x="149129" y="139995"/>
                    <a:pt x="154149" y="139406"/>
                    <a:pt x="156011" y="140702"/>
                  </a:cubicBezTo>
                  <a:cubicBezTo>
                    <a:pt x="159099" y="142847"/>
                    <a:pt x="160819" y="146948"/>
                    <a:pt x="161880" y="148433"/>
                  </a:cubicBezTo>
                  <a:cubicBezTo>
                    <a:pt x="161903" y="162079"/>
                    <a:pt x="146207" y="180297"/>
                    <a:pt x="135248" y="1820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897" name="Google Shape;1897;p48"/>
            <p:cNvSpPr/>
            <p:nvPr/>
          </p:nvSpPr>
          <p:spPr>
            <a:xfrm>
              <a:off x="719618" y="2154563"/>
              <a:ext cx="409209" cy="90285"/>
            </a:xfrm>
            <a:custGeom>
              <a:rect b="b" l="l" r="r" t="t"/>
              <a:pathLst>
                <a:path extrusionOk="0" h="90285" w="409209">
                  <a:moveTo>
                    <a:pt x="20080" y="18990"/>
                  </a:moveTo>
                  <a:cubicBezTo>
                    <a:pt x="45086" y="19108"/>
                    <a:pt x="70116" y="18000"/>
                    <a:pt x="95098" y="18731"/>
                  </a:cubicBezTo>
                  <a:cubicBezTo>
                    <a:pt x="121188" y="19485"/>
                    <a:pt x="147749" y="15502"/>
                    <a:pt x="172944" y="27687"/>
                  </a:cubicBezTo>
                  <a:cubicBezTo>
                    <a:pt x="179779" y="30986"/>
                    <a:pt x="189394" y="28936"/>
                    <a:pt x="197714" y="28653"/>
                  </a:cubicBezTo>
                  <a:cubicBezTo>
                    <a:pt x="207071" y="28347"/>
                    <a:pt x="216404" y="26791"/>
                    <a:pt x="225737" y="26673"/>
                  </a:cubicBezTo>
                  <a:cubicBezTo>
                    <a:pt x="231652" y="26603"/>
                    <a:pt x="238228" y="27899"/>
                    <a:pt x="239878" y="34993"/>
                  </a:cubicBezTo>
                  <a:cubicBezTo>
                    <a:pt x="241362" y="41427"/>
                    <a:pt x="245463" y="45080"/>
                    <a:pt x="250978" y="46754"/>
                  </a:cubicBezTo>
                  <a:cubicBezTo>
                    <a:pt x="258473" y="49016"/>
                    <a:pt x="266274" y="51255"/>
                    <a:pt x="274028" y="51585"/>
                  </a:cubicBezTo>
                  <a:cubicBezTo>
                    <a:pt x="299647" y="52646"/>
                    <a:pt x="323616" y="59292"/>
                    <a:pt x="346430" y="70722"/>
                  </a:cubicBezTo>
                  <a:cubicBezTo>
                    <a:pt x="356140" y="75577"/>
                    <a:pt x="365709" y="80857"/>
                    <a:pt x="375796" y="84769"/>
                  </a:cubicBezTo>
                  <a:cubicBezTo>
                    <a:pt x="383267" y="87668"/>
                    <a:pt x="391374" y="89553"/>
                    <a:pt x="399340" y="90237"/>
                  </a:cubicBezTo>
                  <a:cubicBezTo>
                    <a:pt x="406859" y="90873"/>
                    <a:pt x="410936" y="85240"/>
                    <a:pt x="408509" y="77981"/>
                  </a:cubicBezTo>
                  <a:cubicBezTo>
                    <a:pt x="406293" y="71312"/>
                    <a:pt x="402805" y="64948"/>
                    <a:pt x="399034" y="58985"/>
                  </a:cubicBezTo>
                  <a:cubicBezTo>
                    <a:pt x="397596" y="56699"/>
                    <a:pt x="393920" y="55073"/>
                    <a:pt x="391021" y="54602"/>
                  </a:cubicBezTo>
                  <a:cubicBezTo>
                    <a:pt x="382748" y="53282"/>
                    <a:pt x="374217" y="53376"/>
                    <a:pt x="366015" y="51703"/>
                  </a:cubicBezTo>
                  <a:cubicBezTo>
                    <a:pt x="344309" y="47248"/>
                    <a:pt x="322532" y="42912"/>
                    <a:pt x="301202" y="37043"/>
                  </a:cubicBezTo>
                  <a:cubicBezTo>
                    <a:pt x="288145" y="33461"/>
                    <a:pt x="287179" y="28017"/>
                    <a:pt x="294815" y="17010"/>
                  </a:cubicBezTo>
                  <a:cubicBezTo>
                    <a:pt x="300377" y="8997"/>
                    <a:pt x="299458" y="5344"/>
                    <a:pt x="289795" y="4001"/>
                  </a:cubicBezTo>
                  <a:cubicBezTo>
                    <a:pt x="274664" y="1880"/>
                    <a:pt x="259345" y="65"/>
                    <a:pt x="244120" y="18"/>
                  </a:cubicBezTo>
                  <a:cubicBezTo>
                    <a:pt x="200307" y="-53"/>
                    <a:pt x="156446" y="18"/>
                    <a:pt x="112656" y="1597"/>
                  </a:cubicBezTo>
                  <a:cubicBezTo>
                    <a:pt x="81310" y="2704"/>
                    <a:pt x="50035" y="6145"/>
                    <a:pt x="18784" y="8950"/>
                  </a:cubicBezTo>
                  <a:cubicBezTo>
                    <a:pt x="12444" y="9516"/>
                    <a:pt x="6246" y="11849"/>
                    <a:pt x="0" y="13357"/>
                  </a:cubicBezTo>
                  <a:cubicBezTo>
                    <a:pt x="71" y="14441"/>
                    <a:pt x="118" y="15526"/>
                    <a:pt x="189" y="16586"/>
                  </a:cubicBezTo>
                  <a:cubicBezTo>
                    <a:pt x="6835" y="17411"/>
                    <a:pt x="13457" y="18943"/>
                    <a:pt x="20080" y="1899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898" name="Google Shape;1898;p48"/>
            <p:cNvSpPr/>
            <p:nvPr/>
          </p:nvSpPr>
          <p:spPr>
            <a:xfrm>
              <a:off x="288460" y="2544271"/>
              <a:ext cx="355244" cy="424215"/>
            </a:xfrm>
            <a:custGeom>
              <a:rect b="b" l="l" r="r" t="t"/>
              <a:pathLst>
                <a:path extrusionOk="0" h="424215" w="355244">
                  <a:moveTo>
                    <a:pt x="64978" y="294991"/>
                  </a:moveTo>
                  <a:cubicBezTo>
                    <a:pt x="80226" y="264517"/>
                    <a:pt x="96536" y="234562"/>
                    <a:pt x="113151" y="204795"/>
                  </a:cubicBezTo>
                  <a:cubicBezTo>
                    <a:pt x="137474" y="161265"/>
                    <a:pt x="172496" y="127209"/>
                    <a:pt x="210747" y="96004"/>
                  </a:cubicBezTo>
                  <a:cubicBezTo>
                    <a:pt x="239995" y="72153"/>
                    <a:pt x="270705" y="50918"/>
                    <a:pt x="305115" y="34986"/>
                  </a:cubicBezTo>
                  <a:cubicBezTo>
                    <a:pt x="319138" y="28505"/>
                    <a:pt x="331935" y="19266"/>
                    <a:pt x="345039" y="10876"/>
                  </a:cubicBezTo>
                  <a:cubicBezTo>
                    <a:pt x="348480" y="8684"/>
                    <a:pt x="350978" y="5031"/>
                    <a:pt x="355244" y="694"/>
                  </a:cubicBezTo>
                  <a:cubicBezTo>
                    <a:pt x="344144" y="-1710"/>
                    <a:pt x="336955" y="2627"/>
                    <a:pt x="329932" y="6092"/>
                  </a:cubicBezTo>
                  <a:cubicBezTo>
                    <a:pt x="284563" y="28387"/>
                    <a:pt x="242588" y="56292"/>
                    <a:pt x="200377" y="83937"/>
                  </a:cubicBezTo>
                  <a:cubicBezTo>
                    <a:pt x="132171" y="128623"/>
                    <a:pt x="89253" y="191550"/>
                    <a:pt x="62692" y="267251"/>
                  </a:cubicBezTo>
                  <a:cubicBezTo>
                    <a:pt x="60641" y="273073"/>
                    <a:pt x="56116" y="278116"/>
                    <a:pt x="52345" y="283231"/>
                  </a:cubicBezTo>
                  <a:cubicBezTo>
                    <a:pt x="47655" y="289570"/>
                    <a:pt x="41810" y="295133"/>
                    <a:pt x="37780" y="301826"/>
                  </a:cubicBezTo>
                  <a:cubicBezTo>
                    <a:pt x="22272" y="327445"/>
                    <a:pt x="12915" y="355491"/>
                    <a:pt x="6882" y="384668"/>
                  </a:cubicBezTo>
                  <a:cubicBezTo>
                    <a:pt x="4219" y="397607"/>
                    <a:pt x="2263" y="410688"/>
                    <a:pt x="0" y="423697"/>
                  </a:cubicBezTo>
                  <a:cubicBezTo>
                    <a:pt x="848" y="423862"/>
                    <a:pt x="1673" y="424051"/>
                    <a:pt x="2522" y="424216"/>
                  </a:cubicBezTo>
                  <a:cubicBezTo>
                    <a:pt x="3983" y="421411"/>
                    <a:pt x="5515" y="418630"/>
                    <a:pt x="6882" y="415778"/>
                  </a:cubicBezTo>
                  <a:cubicBezTo>
                    <a:pt x="26184" y="375500"/>
                    <a:pt x="44992" y="334939"/>
                    <a:pt x="64978" y="2949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899" name="Google Shape;1899;p48"/>
            <p:cNvSpPr/>
            <p:nvPr/>
          </p:nvSpPr>
          <p:spPr>
            <a:xfrm>
              <a:off x="1133971" y="2516189"/>
              <a:ext cx="242198" cy="173723"/>
            </a:xfrm>
            <a:custGeom>
              <a:rect b="b" l="l" r="r" t="t"/>
              <a:pathLst>
                <a:path extrusionOk="0" h="173723" w="242198">
                  <a:moveTo>
                    <a:pt x="186142" y="76927"/>
                  </a:moveTo>
                  <a:cubicBezTo>
                    <a:pt x="190832" y="81310"/>
                    <a:pt x="196324" y="84869"/>
                    <a:pt x="200778" y="89465"/>
                  </a:cubicBezTo>
                  <a:cubicBezTo>
                    <a:pt x="204832" y="93637"/>
                    <a:pt x="208791" y="98280"/>
                    <a:pt x="211337" y="103441"/>
                  </a:cubicBezTo>
                  <a:cubicBezTo>
                    <a:pt x="213976" y="108791"/>
                    <a:pt x="209569" y="113293"/>
                    <a:pt x="203700" y="111973"/>
                  </a:cubicBezTo>
                  <a:cubicBezTo>
                    <a:pt x="200354" y="111219"/>
                    <a:pt x="196842" y="110394"/>
                    <a:pt x="193896" y="108744"/>
                  </a:cubicBezTo>
                  <a:cubicBezTo>
                    <a:pt x="166981" y="93684"/>
                    <a:pt x="139995" y="78765"/>
                    <a:pt x="113410" y="63139"/>
                  </a:cubicBezTo>
                  <a:cubicBezTo>
                    <a:pt x="82300" y="44874"/>
                    <a:pt x="51685" y="25831"/>
                    <a:pt x="20622" y="7495"/>
                  </a:cubicBezTo>
                  <a:cubicBezTo>
                    <a:pt x="14872" y="4101"/>
                    <a:pt x="8084" y="2451"/>
                    <a:pt x="1791" y="0"/>
                  </a:cubicBezTo>
                  <a:cubicBezTo>
                    <a:pt x="1202" y="943"/>
                    <a:pt x="589" y="1862"/>
                    <a:pt x="0" y="2805"/>
                  </a:cubicBezTo>
                  <a:cubicBezTo>
                    <a:pt x="3111" y="6151"/>
                    <a:pt x="5868" y="9922"/>
                    <a:pt x="9404" y="12750"/>
                  </a:cubicBezTo>
                  <a:cubicBezTo>
                    <a:pt x="22508" y="23285"/>
                    <a:pt x="35517" y="34033"/>
                    <a:pt x="49211" y="43743"/>
                  </a:cubicBezTo>
                  <a:cubicBezTo>
                    <a:pt x="104902" y="83196"/>
                    <a:pt x="160830" y="122343"/>
                    <a:pt x="216710" y="161513"/>
                  </a:cubicBezTo>
                  <a:cubicBezTo>
                    <a:pt x="222555" y="165614"/>
                    <a:pt x="228706" y="169361"/>
                    <a:pt x="234952" y="172849"/>
                  </a:cubicBezTo>
                  <a:cubicBezTo>
                    <a:pt x="236649" y="173792"/>
                    <a:pt x="239760" y="174099"/>
                    <a:pt x="241103" y="173132"/>
                  </a:cubicBezTo>
                  <a:cubicBezTo>
                    <a:pt x="242258" y="172307"/>
                    <a:pt x="242376" y="169149"/>
                    <a:pt x="242022" y="167193"/>
                  </a:cubicBezTo>
                  <a:cubicBezTo>
                    <a:pt x="241245" y="163092"/>
                    <a:pt x="240160" y="158991"/>
                    <a:pt x="238629" y="155126"/>
                  </a:cubicBezTo>
                  <a:cubicBezTo>
                    <a:pt x="228494" y="129272"/>
                    <a:pt x="221306" y="102710"/>
                    <a:pt x="218289" y="75041"/>
                  </a:cubicBezTo>
                  <a:cubicBezTo>
                    <a:pt x="216993" y="63257"/>
                    <a:pt x="211784" y="59510"/>
                    <a:pt x="200377" y="62055"/>
                  </a:cubicBezTo>
                  <a:cubicBezTo>
                    <a:pt x="195899" y="63045"/>
                    <a:pt x="191610" y="65308"/>
                    <a:pt x="187438" y="67382"/>
                  </a:cubicBezTo>
                  <a:cubicBezTo>
                    <a:pt x="182630" y="69786"/>
                    <a:pt x="182489" y="73509"/>
                    <a:pt x="186142" y="7692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00" name="Google Shape;1900;p48"/>
            <p:cNvSpPr/>
            <p:nvPr/>
          </p:nvSpPr>
          <p:spPr>
            <a:xfrm>
              <a:off x="434135" y="2112369"/>
              <a:ext cx="278034" cy="117825"/>
            </a:xfrm>
            <a:custGeom>
              <a:rect b="b" l="l" r="r" t="t"/>
              <a:pathLst>
                <a:path extrusionOk="0" h="117825" w="278034">
                  <a:moveTo>
                    <a:pt x="19397" y="115391"/>
                  </a:moveTo>
                  <a:cubicBezTo>
                    <a:pt x="83785" y="94251"/>
                    <a:pt x="148197" y="73157"/>
                    <a:pt x="212421" y="51474"/>
                  </a:cubicBezTo>
                  <a:cubicBezTo>
                    <a:pt x="232006" y="44875"/>
                    <a:pt x="251238" y="37051"/>
                    <a:pt x="270116" y="28684"/>
                  </a:cubicBezTo>
                  <a:cubicBezTo>
                    <a:pt x="279991" y="24300"/>
                    <a:pt x="280179" y="19516"/>
                    <a:pt x="273180" y="11479"/>
                  </a:cubicBezTo>
                  <a:cubicBezTo>
                    <a:pt x="270917" y="8887"/>
                    <a:pt x="268466" y="6388"/>
                    <a:pt x="265779" y="4244"/>
                  </a:cubicBezTo>
                  <a:cubicBezTo>
                    <a:pt x="257719" y="-2214"/>
                    <a:pt x="253217" y="-1177"/>
                    <a:pt x="246288" y="6506"/>
                  </a:cubicBezTo>
                  <a:cubicBezTo>
                    <a:pt x="241763" y="11526"/>
                    <a:pt x="236555" y="16923"/>
                    <a:pt x="230521" y="19351"/>
                  </a:cubicBezTo>
                  <a:cubicBezTo>
                    <a:pt x="210417" y="27411"/>
                    <a:pt x="190078" y="35071"/>
                    <a:pt x="169361" y="41269"/>
                  </a:cubicBezTo>
                  <a:cubicBezTo>
                    <a:pt x="140750" y="49825"/>
                    <a:pt x="111643" y="56777"/>
                    <a:pt x="81664" y="58309"/>
                  </a:cubicBezTo>
                  <a:cubicBezTo>
                    <a:pt x="73297" y="58733"/>
                    <a:pt x="64836" y="57154"/>
                    <a:pt x="56022" y="56471"/>
                  </a:cubicBezTo>
                  <a:cubicBezTo>
                    <a:pt x="56257" y="57390"/>
                    <a:pt x="56422" y="58781"/>
                    <a:pt x="56941" y="60030"/>
                  </a:cubicBezTo>
                  <a:cubicBezTo>
                    <a:pt x="62385" y="72945"/>
                    <a:pt x="61065" y="78436"/>
                    <a:pt x="48951" y="85790"/>
                  </a:cubicBezTo>
                  <a:cubicBezTo>
                    <a:pt x="41622" y="90244"/>
                    <a:pt x="33278" y="92978"/>
                    <a:pt x="25689" y="97079"/>
                  </a:cubicBezTo>
                  <a:cubicBezTo>
                    <a:pt x="17676" y="101392"/>
                    <a:pt x="9993" y="106271"/>
                    <a:pt x="2310" y="111173"/>
                  </a:cubicBezTo>
                  <a:cubicBezTo>
                    <a:pt x="1108" y="111950"/>
                    <a:pt x="754" y="114048"/>
                    <a:pt x="0" y="115509"/>
                  </a:cubicBezTo>
                  <a:cubicBezTo>
                    <a:pt x="1626" y="116334"/>
                    <a:pt x="3323" y="117937"/>
                    <a:pt x="4879" y="117819"/>
                  </a:cubicBezTo>
                  <a:cubicBezTo>
                    <a:pt x="9781" y="117371"/>
                    <a:pt x="14777" y="116900"/>
                    <a:pt x="19397" y="1153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01" name="Google Shape;1901;p48"/>
            <p:cNvSpPr/>
            <p:nvPr/>
          </p:nvSpPr>
          <p:spPr>
            <a:xfrm>
              <a:off x="1170871" y="3380907"/>
              <a:ext cx="64372" cy="255206"/>
            </a:xfrm>
            <a:custGeom>
              <a:rect b="b" l="l" r="r" t="t"/>
              <a:pathLst>
                <a:path extrusionOk="0" h="255206" w="64372">
                  <a:moveTo>
                    <a:pt x="38730" y="250413"/>
                  </a:moveTo>
                  <a:cubicBezTo>
                    <a:pt x="42030" y="243696"/>
                    <a:pt x="44693" y="236319"/>
                    <a:pt x="45753" y="228942"/>
                  </a:cubicBezTo>
                  <a:cubicBezTo>
                    <a:pt x="48110" y="212821"/>
                    <a:pt x="48110" y="196300"/>
                    <a:pt x="51221" y="180344"/>
                  </a:cubicBezTo>
                  <a:cubicBezTo>
                    <a:pt x="59282" y="138935"/>
                    <a:pt x="62605" y="97148"/>
                    <a:pt x="64372" y="55008"/>
                  </a:cubicBezTo>
                  <a:cubicBezTo>
                    <a:pt x="63170" y="39500"/>
                    <a:pt x="62181" y="23945"/>
                    <a:pt x="60601" y="8485"/>
                  </a:cubicBezTo>
                  <a:cubicBezTo>
                    <a:pt x="60295" y="5538"/>
                    <a:pt x="57655" y="2828"/>
                    <a:pt x="56076" y="0"/>
                  </a:cubicBezTo>
                  <a:cubicBezTo>
                    <a:pt x="53649" y="2498"/>
                    <a:pt x="51103" y="4879"/>
                    <a:pt x="48888" y="7542"/>
                  </a:cubicBezTo>
                  <a:cubicBezTo>
                    <a:pt x="48016" y="8602"/>
                    <a:pt x="47710" y="10276"/>
                    <a:pt x="47521" y="11713"/>
                  </a:cubicBezTo>
                  <a:cubicBezTo>
                    <a:pt x="46461" y="19279"/>
                    <a:pt x="45895" y="26915"/>
                    <a:pt x="44410" y="34386"/>
                  </a:cubicBezTo>
                  <a:cubicBezTo>
                    <a:pt x="42619" y="43318"/>
                    <a:pt x="38377" y="51308"/>
                    <a:pt x="28690" y="53029"/>
                  </a:cubicBezTo>
                  <a:cubicBezTo>
                    <a:pt x="21596" y="54278"/>
                    <a:pt x="17448" y="58143"/>
                    <a:pt x="14738" y="63799"/>
                  </a:cubicBezTo>
                  <a:cubicBezTo>
                    <a:pt x="2529" y="89300"/>
                    <a:pt x="-2726" y="116121"/>
                    <a:pt x="1374" y="144332"/>
                  </a:cubicBezTo>
                  <a:cubicBezTo>
                    <a:pt x="2105" y="149352"/>
                    <a:pt x="3307" y="155951"/>
                    <a:pt x="9529" y="155645"/>
                  </a:cubicBezTo>
                  <a:cubicBezTo>
                    <a:pt x="11933" y="155527"/>
                    <a:pt x="15374" y="148786"/>
                    <a:pt x="15987" y="144709"/>
                  </a:cubicBezTo>
                  <a:cubicBezTo>
                    <a:pt x="17707" y="132996"/>
                    <a:pt x="17377" y="120952"/>
                    <a:pt x="19451" y="109333"/>
                  </a:cubicBezTo>
                  <a:cubicBezTo>
                    <a:pt x="21313" y="98798"/>
                    <a:pt x="24966" y="88522"/>
                    <a:pt x="28549" y="78364"/>
                  </a:cubicBezTo>
                  <a:cubicBezTo>
                    <a:pt x="29397" y="75937"/>
                    <a:pt x="33121" y="74546"/>
                    <a:pt x="35525" y="72661"/>
                  </a:cubicBezTo>
                  <a:cubicBezTo>
                    <a:pt x="36986" y="75371"/>
                    <a:pt x="39319" y="77964"/>
                    <a:pt x="39720" y="80815"/>
                  </a:cubicBezTo>
                  <a:cubicBezTo>
                    <a:pt x="40757" y="88145"/>
                    <a:pt x="41629" y="95616"/>
                    <a:pt x="41370" y="102993"/>
                  </a:cubicBezTo>
                  <a:cubicBezTo>
                    <a:pt x="39956" y="143318"/>
                    <a:pt x="35572" y="183267"/>
                    <a:pt x="25673" y="222508"/>
                  </a:cubicBezTo>
                  <a:cubicBezTo>
                    <a:pt x="23764" y="230073"/>
                    <a:pt x="22515" y="238039"/>
                    <a:pt x="22562" y="245793"/>
                  </a:cubicBezTo>
                  <a:cubicBezTo>
                    <a:pt x="22586" y="249046"/>
                    <a:pt x="26192" y="253853"/>
                    <a:pt x="29279" y="255032"/>
                  </a:cubicBezTo>
                  <a:cubicBezTo>
                    <a:pt x="31613" y="255951"/>
                    <a:pt x="37410" y="253076"/>
                    <a:pt x="38730" y="25041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02" name="Google Shape;1902;p48"/>
            <p:cNvSpPr/>
            <p:nvPr/>
          </p:nvSpPr>
          <p:spPr>
            <a:xfrm>
              <a:off x="383276" y="2786340"/>
              <a:ext cx="130642" cy="246511"/>
            </a:xfrm>
            <a:custGeom>
              <a:rect b="b" l="l" r="r" t="t"/>
              <a:pathLst>
                <a:path extrusionOk="0" h="246511" w="130642">
                  <a:moveTo>
                    <a:pt x="14611" y="120233"/>
                  </a:moveTo>
                  <a:cubicBezTo>
                    <a:pt x="20291" y="111913"/>
                    <a:pt x="24250" y="102438"/>
                    <a:pt x="29742" y="93954"/>
                  </a:cubicBezTo>
                  <a:cubicBezTo>
                    <a:pt x="35068" y="85705"/>
                    <a:pt x="40866" y="77598"/>
                    <a:pt x="47630" y="70527"/>
                  </a:cubicBezTo>
                  <a:cubicBezTo>
                    <a:pt x="49869" y="68194"/>
                    <a:pt x="55997" y="68288"/>
                    <a:pt x="59768" y="69349"/>
                  </a:cubicBezTo>
                  <a:cubicBezTo>
                    <a:pt x="61394" y="69797"/>
                    <a:pt x="62266" y="75547"/>
                    <a:pt x="62148" y="78847"/>
                  </a:cubicBezTo>
                  <a:cubicBezTo>
                    <a:pt x="62030" y="82170"/>
                    <a:pt x="60569" y="85564"/>
                    <a:pt x="59131" y="88675"/>
                  </a:cubicBezTo>
                  <a:cubicBezTo>
                    <a:pt x="53616" y="100529"/>
                    <a:pt x="48219" y="112479"/>
                    <a:pt x="42115" y="124027"/>
                  </a:cubicBezTo>
                  <a:cubicBezTo>
                    <a:pt x="25782" y="154925"/>
                    <a:pt x="17958" y="187614"/>
                    <a:pt x="20574" y="222542"/>
                  </a:cubicBezTo>
                  <a:cubicBezTo>
                    <a:pt x="21139" y="230178"/>
                    <a:pt x="22648" y="237744"/>
                    <a:pt x="23897" y="246511"/>
                  </a:cubicBezTo>
                  <a:cubicBezTo>
                    <a:pt x="26536" y="244720"/>
                    <a:pt x="27762" y="244343"/>
                    <a:pt x="28045" y="243612"/>
                  </a:cubicBezTo>
                  <a:cubicBezTo>
                    <a:pt x="31556" y="234727"/>
                    <a:pt x="35846" y="226030"/>
                    <a:pt x="38203" y="216815"/>
                  </a:cubicBezTo>
                  <a:cubicBezTo>
                    <a:pt x="44637" y="191527"/>
                    <a:pt x="48313" y="165366"/>
                    <a:pt x="56610" y="140760"/>
                  </a:cubicBezTo>
                  <a:cubicBezTo>
                    <a:pt x="70138" y="100624"/>
                    <a:pt x="87036" y="61854"/>
                    <a:pt x="119584" y="32347"/>
                  </a:cubicBezTo>
                  <a:cubicBezTo>
                    <a:pt x="125971" y="26572"/>
                    <a:pt x="130826" y="19078"/>
                    <a:pt x="130637" y="9627"/>
                  </a:cubicBezTo>
                  <a:cubicBezTo>
                    <a:pt x="130496" y="1849"/>
                    <a:pt x="123402" y="-2487"/>
                    <a:pt x="116779" y="1519"/>
                  </a:cubicBezTo>
                  <a:cubicBezTo>
                    <a:pt x="113456" y="3523"/>
                    <a:pt x="110157" y="6162"/>
                    <a:pt x="107918" y="9273"/>
                  </a:cubicBezTo>
                  <a:cubicBezTo>
                    <a:pt x="101295" y="18488"/>
                    <a:pt x="95426" y="28246"/>
                    <a:pt x="88851" y="37484"/>
                  </a:cubicBezTo>
                  <a:cubicBezTo>
                    <a:pt x="84444" y="43683"/>
                    <a:pt x="80013" y="50141"/>
                    <a:pt x="74309" y="54972"/>
                  </a:cubicBezTo>
                  <a:cubicBezTo>
                    <a:pt x="71599" y="57282"/>
                    <a:pt x="64623" y="57989"/>
                    <a:pt x="61842" y="56103"/>
                  </a:cubicBezTo>
                  <a:cubicBezTo>
                    <a:pt x="53993" y="50824"/>
                    <a:pt x="46829" y="52002"/>
                    <a:pt x="40701" y="57093"/>
                  </a:cubicBezTo>
                  <a:cubicBezTo>
                    <a:pt x="31816" y="64447"/>
                    <a:pt x="22695" y="72177"/>
                    <a:pt x="16096" y="81463"/>
                  </a:cubicBezTo>
                  <a:cubicBezTo>
                    <a:pt x="9214" y="91102"/>
                    <a:pt x="4477" y="102533"/>
                    <a:pt x="352" y="113728"/>
                  </a:cubicBezTo>
                  <a:cubicBezTo>
                    <a:pt x="-1062" y="117593"/>
                    <a:pt x="2167" y="123155"/>
                    <a:pt x="3275" y="127939"/>
                  </a:cubicBezTo>
                  <a:cubicBezTo>
                    <a:pt x="7093" y="125441"/>
                    <a:pt x="12207" y="123744"/>
                    <a:pt x="14611" y="12023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03" name="Google Shape;1903;p48"/>
            <p:cNvSpPr/>
            <p:nvPr/>
          </p:nvSpPr>
          <p:spPr>
            <a:xfrm>
              <a:off x="395541" y="3043174"/>
              <a:ext cx="61705" cy="337316"/>
            </a:xfrm>
            <a:custGeom>
              <a:rect b="b" l="l" r="r" t="t"/>
              <a:pathLst>
                <a:path extrusionOk="0" h="337316" w="61705">
                  <a:moveTo>
                    <a:pt x="11044" y="214848"/>
                  </a:moveTo>
                  <a:cubicBezTo>
                    <a:pt x="17784" y="221824"/>
                    <a:pt x="18491" y="230733"/>
                    <a:pt x="20047" y="239359"/>
                  </a:cubicBezTo>
                  <a:cubicBezTo>
                    <a:pt x="25326" y="268725"/>
                    <a:pt x="30275" y="298138"/>
                    <a:pt x="35719" y="327481"/>
                  </a:cubicBezTo>
                  <a:cubicBezTo>
                    <a:pt x="37251" y="335800"/>
                    <a:pt x="52217" y="340443"/>
                    <a:pt x="58722" y="334905"/>
                  </a:cubicBezTo>
                  <a:cubicBezTo>
                    <a:pt x="60254" y="333609"/>
                    <a:pt x="61597" y="331205"/>
                    <a:pt x="61668" y="329296"/>
                  </a:cubicBezTo>
                  <a:cubicBezTo>
                    <a:pt x="61786" y="325430"/>
                    <a:pt x="61692" y="321259"/>
                    <a:pt x="60419" y="317676"/>
                  </a:cubicBezTo>
                  <a:cubicBezTo>
                    <a:pt x="47032" y="280698"/>
                    <a:pt x="36945" y="242847"/>
                    <a:pt x="31336" y="203960"/>
                  </a:cubicBezTo>
                  <a:cubicBezTo>
                    <a:pt x="27282" y="175866"/>
                    <a:pt x="24218" y="147608"/>
                    <a:pt x="21767" y="119350"/>
                  </a:cubicBezTo>
                  <a:cubicBezTo>
                    <a:pt x="19080" y="88569"/>
                    <a:pt x="17902" y="57671"/>
                    <a:pt x="15357" y="26868"/>
                  </a:cubicBezTo>
                  <a:cubicBezTo>
                    <a:pt x="14602" y="17818"/>
                    <a:pt x="11491" y="8956"/>
                    <a:pt x="9464" y="0"/>
                  </a:cubicBezTo>
                  <a:cubicBezTo>
                    <a:pt x="7933" y="71"/>
                    <a:pt x="6424" y="141"/>
                    <a:pt x="4892" y="189"/>
                  </a:cubicBezTo>
                  <a:cubicBezTo>
                    <a:pt x="3549" y="9993"/>
                    <a:pt x="1381" y="19750"/>
                    <a:pt x="956" y="29602"/>
                  </a:cubicBezTo>
                  <a:cubicBezTo>
                    <a:pt x="-1542" y="88546"/>
                    <a:pt x="838" y="147302"/>
                    <a:pt x="8286" y="205845"/>
                  </a:cubicBezTo>
                  <a:cubicBezTo>
                    <a:pt x="8663" y="208956"/>
                    <a:pt x="9087" y="212821"/>
                    <a:pt x="11044" y="21484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04" name="Google Shape;1904;p48"/>
            <p:cNvSpPr/>
            <p:nvPr/>
          </p:nvSpPr>
          <p:spPr>
            <a:xfrm>
              <a:off x="946077" y="3590547"/>
              <a:ext cx="147414" cy="163626"/>
            </a:xfrm>
            <a:custGeom>
              <a:rect b="b" l="l" r="r" t="t"/>
              <a:pathLst>
                <a:path extrusionOk="0" h="163626" w="147414">
                  <a:moveTo>
                    <a:pt x="6230" y="163516"/>
                  </a:moveTo>
                  <a:cubicBezTo>
                    <a:pt x="9836" y="163022"/>
                    <a:pt x="13489" y="161890"/>
                    <a:pt x="16788" y="160335"/>
                  </a:cubicBezTo>
                  <a:cubicBezTo>
                    <a:pt x="25697" y="156116"/>
                    <a:pt x="34252" y="151190"/>
                    <a:pt x="43255" y="147184"/>
                  </a:cubicBezTo>
                  <a:cubicBezTo>
                    <a:pt x="49265" y="144520"/>
                    <a:pt x="52565" y="146712"/>
                    <a:pt x="53908" y="153005"/>
                  </a:cubicBezTo>
                  <a:cubicBezTo>
                    <a:pt x="55817" y="161937"/>
                    <a:pt x="58386" y="163069"/>
                    <a:pt x="66494" y="158426"/>
                  </a:cubicBezTo>
                  <a:cubicBezTo>
                    <a:pt x="68850" y="157082"/>
                    <a:pt x="71184" y="155621"/>
                    <a:pt x="73211" y="153830"/>
                  </a:cubicBezTo>
                  <a:cubicBezTo>
                    <a:pt x="105334" y="125902"/>
                    <a:pt x="130670" y="93377"/>
                    <a:pt x="141983" y="51473"/>
                  </a:cubicBezTo>
                  <a:cubicBezTo>
                    <a:pt x="146484" y="34763"/>
                    <a:pt x="149784" y="17935"/>
                    <a:pt x="145235" y="707"/>
                  </a:cubicBezTo>
                  <a:cubicBezTo>
                    <a:pt x="144504" y="471"/>
                    <a:pt x="143774" y="236"/>
                    <a:pt x="143067" y="0"/>
                  </a:cubicBezTo>
                  <a:cubicBezTo>
                    <a:pt x="141040" y="4902"/>
                    <a:pt x="138895" y="9781"/>
                    <a:pt x="136963" y="14754"/>
                  </a:cubicBezTo>
                  <a:cubicBezTo>
                    <a:pt x="131801" y="28046"/>
                    <a:pt x="127488" y="41763"/>
                    <a:pt x="121361" y="54608"/>
                  </a:cubicBezTo>
                  <a:cubicBezTo>
                    <a:pt x="115539" y="66816"/>
                    <a:pt x="107549" y="69338"/>
                    <a:pt x="94304" y="66227"/>
                  </a:cubicBezTo>
                  <a:cubicBezTo>
                    <a:pt x="89543" y="65119"/>
                    <a:pt x="84618" y="64294"/>
                    <a:pt x="79739" y="64082"/>
                  </a:cubicBezTo>
                  <a:cubicBezTo>
                    <a:pt x="73046" y="63799"/>
                    <a:pt x="70005" y="67594"/>
                    <a:pt x="68238" y="74098"/>
                  </a:cubicBezTo>
                  <a:cubicBezTo>
                    <a:pt x="66140" y="81805"/>
                    <a:pt x="64113" y="90549"/>
                    <a:pt x="59070" y="96182"/>
                  </a:cubicBezTo>
                  <a:cubicBezTo>
                    <a:pt x="45471" y="111431"/>
                    <a:pt x="30222" y="125194"/>
                    <a:pt x="15822" y="139760"/>
                  </a:cubicBezTo>
                  <a:cubicBezTo>
                    <a:pt x="10637" y="144992"/>
                    <a:pt x="5523" y="150460"/>
                    <a:pt x="1375" y="156493"/>
                  </a:cubicBezTo>
                  <a:cubicBezTo>
                    <a:pt x="-1736" y="161065"/>
                    <a:pt x="667" y="164271"/>
                    <a:pt x="6230" y="163516"/>
                  </a:cubicBezTo>
                  <a:close/>
                  <a:moveTo>
                    <a:pt x="69935" y="124440"/>
                  </a:moveTo>
                  <a:cubicBezTo>
                    <a:pt x="77688" y="107730"/>
                    <a:pt x="92112" y="97337"/>
                    <a:pt x="106654" y="87250"/>
                  </a:cubicBezTo>
                  <a:cubicBezTo>
                    <a:pt x="107220" y="87721"/>
                    <a:pt x="107809" y="88192"/>
                    <a:pt x="108374" y="88664"/>
                  </a:cubicBezTo>
                  <a:cubicBezTo>
                    <a:pt x="95907" y="105963"/>
                    <a:pt x="83439" y="123238"/>
                    <a:pt x="70972" y="140537"/>
                  </a:cubicBezTo>
                  <a:cubicBezTo>
                    <a:pt x="69982" y="140207"/>
                    <a:pt x="68992" y="139901"/>
                    <a:pt x="68002" y="139571"/>
                  </a:cubicBezTo>
                  <a:cubicBezTo>
                    <a:pt x="68568" y="134504"/>
                    <a:pt x="67884" y="128848"/>
                    <a:pt x="69935" y="12444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05" name="Google Shape;1905;p48"/>
            <p:cNvSpPr/>
            <p:nvPr/>
          </p:nvSpPr>
          <p:spPr>
            <a:xfrm>
              <a:off x="910894" y="3764127"/>
              <a:ext cx="266277" cy="168717"/>
            </a:xfrm>
            <a:custGeom>
              <a:rect b="b" l="l" r="r" t="t"/>
              <a:pathLst>
                <a:path extrusionOk="0" h="168717" w="266277">
                  <a:moveTo>
                    <a:pt x="181950" y="80651"/>
                  </a:moveTo>
                  <a:cubicBezTo>
                    <a:pt x="188950" y="76668"/>
                    <a:pt x="197458" y="74994"/>
                    <a:pt x="203774" y="70257"/>
                  </a:cubicBezTo>
                  <a:cubicBezTo>
                    <a:pt x="224279" y="54867"/>
                    <a:pt x="241295" y="35824"/>
                    <a:pt x="256803" y="15484"/>
                  </a:cubicBezTo>
                  <a:cubicBezTo>
                    <a:pt x="260008" y="11289"/>
                    <a:pt x="262365" y="6458"/>
                    <a:pt x="266277" y="0"/>
                  </a:cubicBezTo>
                  <a:cubicBezTo>
                    <a:pt x="260927" y="448"/>
                    <a:pt x="258146" y="212"/>
                    <a:pt x="255648" y="966"/>
                  </a:cubicBezTo>
                  <a:cubicBezTo>
                    <a:pt x="238325" y="6269"/>
                    <a:pt x="221780" y="13316"/>
                    <a:pt x="207050" y="24016"/>
                  </a:cubicBezTo>
                  <a:cubicBezTo>
                    <a:pt x="203704" y="26444"/>
                    <a:pt x="200875" y="29649"/>
                    <a:pt x="198118" y="32760"/>
                  </a:cubicBezTo>
                  <a:cubicBezTo>
                    <a:pt x="194913" y="36413"/>
                    <a:pt x="192579" y="40985"/>
                    <a:pt x="188926" y="44073"/>
                  </a:cubicBezTo>
                  <a:cubicBezTo>
                    <a:pt x="155695" y="72048"/>
                    <a:pt x="119023" y="94956"/>
                    <a:pt x="81455" y="116498"/>
                  </a:cubicBezTo>
                  <a:cubicBezTo>
                    <a:pt x="73560" y="121023"/>
                    <a:pt x="65405" y="126043"/>
                    <a:pt x="56732" y="128023"/>
                  </a:cubicBezTo>
                  <a:cubicBezTo>
                    <a:pt x="37147" y="132454"/>
                    <a:pt x="21521" y="143083"/>
                    <a:pt x="6767" y="155715"/>
                  </a:cubicBezTo>
                  <a:cubicBezTo>
                    <a:pt x="4740" y="157459"/>
                    <a:pt x="2996" y="159675"/>
                    <a:pt x="1511" y="161914"/>
                  </a:cubicBezTo>
                  <a:cubicBezTo>
                    <a:pt x="-1482" y="166486"/>
                    <a:pt x="50" y="168937"/>
                    <a:pt x="5400" y="168702"/>
                  </a:cubicBezTo>
                  <a:cubicBezTo>
                    <a:pt x="15134" y="168277"/>
                    <a:pt x="22864" y="163870"/>
                    <a:pt x="28615" y="156069"/>
                  </a:cubicBezTo>
                  <a:cubicBezTo>
                    <a:pt x="32645" y="150601"/>
                    <a:pt x="37618" y="145652"/>
                    <a:pt x="44641" y="147820"/>
                  </a:cubicBezTo>
                  <a:cubicBezTo>
                    <a:pt x="52089" y="150130"/>
                    <a:pt x="58405" y="147914"/>
                    <a:pt x="64557" y="145204"/>
                  </a:cubicBezTo>
                  <a:cubicBezTo>
                    <a:pt x="76506" y="139925"/>
                    <a:pt x="88408" y="134386"/>
                    <a:pt x="99768" y="127976"/>
                  </a:cubicBezTo>
                  <a:cubicBezTo>
                    <a:pt x="127319" y="112515"/>
                    <a:pt x="154470" y="96300"/>
                    <a:pt x="181950" y="8065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06" name="Google Shape;1906;p48"/>
            <p:cNvSpPr/>
            <p:nvPr/>
          </p:nvSpPr>
          <p:spPr>
            <a:xfrm>
              <a:off x="537211" y="2345150"/>
              <a:ext cx="282335" cy="124380"/>
            </a:xfrm>
            <a:custGeom>
              <a:rect b="b" l="l" r="r" t="t"/>
              <a:pathLst>
                <a:path extrusionOk="0" h="124380" w="282335">
                  <a:moveTo>
                    <a:pt x="40950" y="87206"/>
                  </a:moveTo>
                  <a:cubicBezTo>
                    <a:pt x="60794" y="84614"/>
                    <a:pt x="80356" y="80536"/>
                    <a:pt x="98668" y="72122"/>
                  </a:cubicBezTo>
                  <a:cubicBezTo>
                    <a:pt x="109486" y="67150"/>
                    <a:pt x="122072" y="61776"/>
                    <a:pt x="124263" y="49238"/>
                  </a:cubicBezTo>
                  <a:cubicBezTo>
                    <a:pt x="126880" y="34272"/>
                    <a:pt x="136330" y="28498"/>
                    <a:pt x="148327" y="24373"/>
                  </a:cubicBezTo>
                  <a:cubicBezTo>
                    <a:pt x="178965" y="13791"/>
                    <a:pt x="210523" y="11529"/>
                    <a:pt x="242600" y="15299"/>
                  </a:cubicBezTo>
                  <a:cubicBezTo>
                    <a:pt x="252875" y="16501"/>
                    <a:pt x="263151" y="18033"/>
                    <a:pt x="273474" y="18623"/>
                  </a:cubicBezTo>
                  <a:cubicBezTo>
                    <a:pt x="276349" y="18788"/>
                    <a:pt x="279390" y="16148"/>
                    <a:pt x="282336" y="14804"/>
                  </a:cubicBezTo>
                  <a:cubicBezTo>
                    <a:pt x="280639" y="11693"/>
                    <a:pt x="279696" y="7522"/>
                    <a:pt x="277080" y="5754"/>
                  </a:cubicBezTo>
                  <a:cubicBezTo>
                    <a:pt x="273356" y="3232"/>
                    <a:pt x="268501" y="1276"/>
                    <a:pt x="264047" y="1135"/>
                  </a:cubicBezTo>
                  <a:cubicBezTo>
                    <a:pt x="243613" y="428"/>
                    <a:pt x="223085" y="-586"/>
                    <a:pt x="202699" y="428"/>
                  </a:cubicBezTo>
                  <a:cubicBezTo>
                    <a:pt x="180026" y="1536"/>
                    <a:pt x="157495" y="5047"/>
                    <a:pt x="134846" y="6862"/>
                  </a:cubicBezTo>
                  <a:cubicBezTo>
                    <a:pt x="116745" y="8300"/>
                    <a:pt x="116910" y="7923"/>
                    <a:pt x="111678" y="25269"/>
                  </a:cubicBezTo>
                  <a:cubicBezTo>
                    <a:pt x="108921" y="34437"/>
                    <a:pt x="105833" y="43581"/>
                    <a:pt x="101897" y="52302"/>
                  </a:cubicBezTo>
                  <a:cubicBezTo>
                    <a:pt x="99069" y="58547"/>
                    <a:pt x="94143" y="62459"/>
                    <a:pt x="86342" y="58359"/>
                  </a:cubicBezTo>
                  <a:cubicBezTo>
                    <a:pt x="83891" y="57062"/>
                    <a:pt x="80568" y="57416"/>
                    <a:pt x="77669" y="57015"/>
                  </a:cubicBezTo>
                  <a:cubicBezTo>
                    <a:pt x="46748" y="62766"/>
                    <a:pt x="20492" y="75540"/>
                    <a:pt x="4584" y="104222"/>
                  </a:cubicBezTo>
                  <a:cubicBezTo>
                    <a:pt x="2463" y="108040"/>
                    <a:pt x="931" y="112353"/>
                    <a:pt x="82" y="116619"/>
                  </a:cubicBezTo>
                  <a:cubicBezTo>
                    <a:pt x="-365" y="118882"/>
                    <a:pt x="1119" y="123619"/>
                    <a:pt x="1968" y="123690"/>
                  </a:cubicBezTo>
                  <a:cubicBezTo>
                    <a:pt x="8567" y="124161"/>
                    <a:pt x="15708" y="125198"/>
                    <a:pt x="21718" y="123195"/>
                  </a:cubicBezTo>
                  <a:cubicBezTo>
                    <a:pt x="27233" y="121357"/>
                    <a:pt x="27657" y="115158"/>
                    <a:pt x="25890" y="109148"/>
                  </a:cubicBezTo>
                  <a:cubicBezTo>
                    <a:pt x="21742" y="94960"/>
                    <a:pt x="26172" y="89139"/>
                    <a:pt x="40950" y="8720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07" name="Google Shape;1907;p48"/>
            <p:cNvSpPr/>
            <p:nvPr/>
          </p:nvSpPr>
          <p:spPr>
            <a:xfrm>
              <a:off x="313772" y="2934986"/>
              <a:ext cx="76125" cy="241349"/>
            </a:xfrm>
            <a:custGeom>
              <a:rect b="b" l="l" r="r" t="t"/>
              <a:pathLst>
                <a:path extrusionOk="0" h="241349" w="76125">
                  <a:moveTo>
                    <a:pt x="73745" y="94778"/>
                  </a:moveTo>
                  <a:cubicBezTo>
                    <a:pt x="66038" y="97182"/>
                    <a:pt x="58379" y="99775"/>
                    <a:pt x="50577" y="101919"/>
                  </a:cubicBezTo>
                  <a:cubicBezTo>
                    <a:pt x="44073" y="103711"/>
                    <a:pt x="41150" y="101425"/>
                    <a:pt x="40962" y="94755"/>
                  </a:cubicBezTo>
                  <a:cubicBezTo>
                    <a:pt x="40891" y="92327"/>
                    <a:pt x="41103" y="89758"/>
                    <a:pt x="41763" y="87425"/>
                  </a:cubicBezTo>
                  <a:cubicBezTo>
                    <a:pt x="47514" y="66779"/>
                    <a:pt x="53382" y="46181"/>
                    <a:pt x="59203" y="25535"/>
                  </a:cubicBezTo>
                  <a:cubicBezTo>
                    <a:pt x="60476" y="21033"/>
                    <a:pt x="62173" y="16555"/>
                    <a:pt x="62715" y="11960"/>
                  </a:cubicBezTo>
                  <a:cubicBezTo>
                    <a:pt x="63540" y="4983"/>
                    <a:pt x="59533" y="199"/>
                    <a:pt x="53641" y="10"/>
                  </a:cubicBezTo>
                  <a:cubicBezTo>
                    <a:pt x="45722" y="-249"/>
                    <a:pt x="40655" y="4347"/>
                    <a:pt x="40938" y="11724"/>
                  </a:cubicBezTo>
                  <a:cubicBezTo>
                    <a:pt x="41127" y="16414"/>
                    <a:pt x="42022" y="21104"/>
                    <a:pt x="41857" y="25747"/>
                  </a:cubicBezTo>
                  <a:cubicBezTo>
                    <a:pt x="41197" y="44177"/>
                    <a:pt x="33726" y="52026"/>
                    <a:pt x="15531" y="53935"/>
                  </a:cubicBezTo>
                  <a:cubicBezTo>
                    <a:pt x="10535" y="54453"/>
                    <a:pt x="5562" y="55089"/>
                    <a:pt x="589" y="55655"/>
                  </a:cubicBezTo>
                  <a:cubicBezTo>
                    <a:pt x="401" y="56315"/>
                    <a:pt x="189" y="56975"/>
                    <a:pt x="0" y="57635"/>
                  </a:cubicBezTo>
                  <a:cubicBezTo>
                    <a:pt x="2522" y="59732"/>
                    <a:pt x="5350" y="61547"/>
                    <a:pt x="7495" y="63975"/>
                  </a:cubicBezTo>
                  <a:cubicBezTo>
                    <a:pt x="12774" y="69985"/>
                    <a:pt x="19420" y="75570"/>
                    <a:pt x="22437" y="82664"/>
                  </a:cubicBezTo>
                  <a:cubicBezTo>
                    <a:pt x="26609" y="92492"/>
                    <a:pt x="29083" y="103381"/>
                    <a:pt x="30332" y="114057"/>
                  </a:cubicBezTo>
                  <a:cubicBezTo>
                    <a:pt x="33019" y="137130"/>
                    <a:pt x="34127" y="160369"/>
                    <a:pt x="36554" y="183466"/>
                  </a:cubicBezTo>
                  <a:cubicBezTo>
                    <a:pt x="38487" y="201731"/>
                    <a:pt x="42564" y="219549"/>
                    <a:pt x="53029" y="235174"/>
                  </a:cubicBezTo>
                  <a:cubicBezTo>
                    <a:pt x="54537" y="237413"/>
                    <a:pt x="56587" y="239299"/>
                    <a:pt x="58402" y="241349"/>
                  </a:cubicBezTo>
                  <a:cubicBezTo>
                    <a:pt x="59109" y="241114"/>
                    <a:pt x="59793" y="240878"/>
                    <a:pt x="60500" y="240619"/>
                  </a:cubicBezTo>
                  <a:cubicBezTo>
                    <a:pt x="60500" y="236306"/>
                    <a:pt x="60877" y="231946"/>
                    <a:pt x="60429" y="227680"/>
                  </a:cubicBezTo>
                  <a:cubicBezTo>
                    <a:pt x="59038" y="214175"/>
                    <a:pt x="56799" y="200718"/>
                    <a:pt x="55904" y="187189"/>
                  </a:cubicBezTo>
                  <a:cubicBezTo>
                    <a:pt x="54042" y="159544"/>
                    <a:pt x="58143" y="132982"/>
                    <a:pt x="72284" y="108519"/>
                  </a:cubicBezTo>
                  <a:cubicBezTo>
                    <a:pt x="74334" y="104960"/>
                    <a:pt x="74876" y="100529"/>
                    <a:pt x="76125" y="96499"/>
                  </a:cubicBezTo>
                  <a:cubicBezTo>
                    <a:pt x="75301" y="95957"/>
                    <a:pt x="74523" y="95368"/>
                    <a:pt x="73745" y="947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08" name="Google Shape;1908;p48"/>
            <p:cNvSpPr/>
            <p:nvPr/>
          </p:nvSpPr>
          <p:spPr>
            <a:xfrm>
              <a:off x="609188" y="3002390"/>
              <a:ext cx="50132" cy="228685"/>
            </a:xfrm>
            <a:custGeom>
              <a:rect b="b" l="l" r="r" t="t"/>
              <a:pathLst>
                <a:path extrusionOk="0" h="228685" w="50132">
                  <a:moveTo>
                    <a:pt x="23251" y="28104"/>
                  </a:moveTo>
                  <a:cubicBezTo>
                    <a:pt x="23062" y="20798"/>
                    <a:pt x="21483" y="13374"/>
                    <a:pt x="19409" y="6351"/>
                  </a:cubicBezTo>
                  <a:cubicBezTo>
                    <a:pt x="17170" y="-1285"/>
                    <a:pt x="11349" y="-2251"/>
                    <a:pt x="7437" y="4631"/>
                  </a:cubicBezTo>
                  <a:cubicBezTo>
                    <a:pt x="4137" y="10405"/>
                    <a:pt x="1497" y="17452"/>
                    <a:pt x="1356" y="23980"/>
                  </a:cubicBezTo>
                  <a:cubicBezTo>
                    <a:pt x="413" y="61854"/>
                    <a:pt x="-459" y="99776"/>
                    <a:pt x="272" y="137650"/>
                  </a:cubicBezTo>
                  <a:cubicBezTo>
                    <a:pt x="625" y="155279"/>
                    <a:pt x="4349" y="172884"/>
                    <a:pt x="7272" y="190372"/>
                  </a:cubicBezTo>
                  <a:cubicBezTo>
                    <a:pt x="7884" y="193978"/>
                    <a:pt x="11019" y="197937"/>
                    <a:pt x="14083" y="200200"/>
                  </a:cubicBezTo>
                  <a:cubicBezTo>
                    <a:pt x="21365" y="205550"/>
                    <a:pt x="22732" y="207977"/>
                    <a:pt x="19621" y="216768"/>
                  </a:cubicBezTo>
                  <a:cubicBezTo>
                    <a:pt x="17500" y="222802"/>
                    <a:pt x="19621" y="227044"/>
                    <a:pt x="25419" y="227963"/>
                  </a:cubicBezTo>
                  <a:cubicBezTo>
                    <a:pt x="31900" y="228977"/>
                    <a:pt x="38664" y="228765"/>
                    <a:pt x="45240" y="228293"/>
                  </a:cubicBezTo>
                  <a:cubicBezTo>
                    <a:pt x="49341" y="227987"/>
                    <a:pt x="51273" y="224923"/>
                    <a:pt x="49435" y="220775"/>
                  </a:cubicBezTo>
                  <a:cubicBezTo>
                    <a:pt x="47620" y="216721"/>
                    <a:pt x="45735" y="212667"/>
                    <a:pt x="43425" y="208920"/>
                  </a:cubicBezTo>
                  <a:cubicBezTo>
                    <a:pt x="35483" y="196028"/>
                    <a:pt x="28954" y="182641"/>
                    <a:pt x="26338" y="167487"/>
                  </a:cubicBezTo>
                  <a:cubicBezTo>
                    <a:pt x="21742" y="140973"/>
                    <a:pt x="21248" y="114317"/>
                    <a:pt x="23439" y="85917"/>
                  </a:cubicBezTo>
                  <a:cubicBezTo>
                    <a:pt x="23439" y="67723"/>
                    <a:pt x="23769" y="47902"/>
                    <a:pt x="23251" y="2810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09" name="Google Shape;1909;p48"/>
            <p:cNvSpPr/>
            <p:nvPr/>
          </p:nvSpPr>
          <p:spPr>
            <a:xfrm>
              <a:off x="357150" y="3447786"/>
              <a:ext cx="154218" cy="225815"/>
            </a:xfrm>
            <a:custGeom>
              <a:rect b="b" l="l" r="r" t="t"/>
              <a:pathLst>
                <a:path extrusionOk="0" h="225815" w="154218">
                  <a:moveTo>
                    <a:pt x="139111" y="216223"/>
                  </a:moveTo>
                  <a:cubicBezTo>
                    <a:pt x="142363" y="220159"/>
                    <a:pt x="147384" y="222657"/>
                    <a:pt x="151579" y="225815"/>
                  </a:cubicBezTo>
                  <a:cubicBezTo>
                    <a:pt x="152451" y="225108"/>
                    <a:pt x="153346" y="224401"/>
                    <a:pt x="154218" y="223694"/>
                  </a:cubicBezTo>
                  <a:cubicBezTo>
                    <a:pt x="153111" y="220607"/>
                    <a:pt x="152333" y="217354"/>
                    <a:pt x="150824" y="214456"/>
                  </a:cubicBezTo>
                  <a:cubicBezTo>
                    <a:pt x="132724" y="179622"/>
                    <a:pt x="110570" y="147427"/>
                    <a:pt x="84857" y="117873"/>
                  </a:cubicBezTo>
                  <a:cubicBezTo>
                    <a:pt x="74298" y="105759"/>
                    <a:pt x="65767" y="92749"/>
                    <a:pt x="58602" y="78585"/>
                  </a:cubicBezTo>
                  <a:cubicBezTo>
                    <a:pt x="53935" y="69322"/>
                    <a:pt x="49976" y="59659"/>
                    <a:pt x="44791" y="50703"/>
                  </a:cubicBezTo>
                  <a:cubicBezTo>
                    <a:pt x="35882" y="35360"/>
                    <a:pt x="26431" y="20324"/>
                    <a:pt x="16745" y="5452"/>
                  </a:cubicBezTo>
                  <a:cubicBezTo>
                    <a:pt x="14011" y="1281"/>
                    <a:pt x="9415" y="-1830"/>
                    <a:pt x="3947" y="1234"/>
                  </a:cubicBezTo>
                  <a:cubicBezTo>
                    <a:pt x="-1379" y="4227"/>
                    <a:pt x="-342" y="9553"/>
                    <a:pt x="1449" y="13772"/>
                  </a:cubicBezTo>
                  <a:cubicBezTo>
                    <a:pt x="5998" y="24401"/>
                    <a:pt x="10051" y="35525"/>
                    <a:pt x="16438" y="45023"/>
                  </a:cubicBezTo>
                  <a:cubicBezTo>
                    <a:pt x="44296" y="86480"/>
                    <a:pt x="72601" y="127630"/>
                    <a:pt x="101402" y="168450"/>
                  </a:cubicBezTo>
                  <a:cubicBezTo>
                    <a:pt x="113092" y="185042"/>
                    <a:pt x="126196" y="200597"/>
                    <a:pt x="139111" y="216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10" name="Google Shape;1910;p48"/>
            <p:cNvSpPr/>
            <p:nvPr/>
          </p:nvSpPr>
          <p:spPr>
            <a:xfrm>
              <a:off x="478628" y="3355901"/>
              <a:ext cx="122887" cy="213703"/>
            </a:xfrm>
            <a:custGeom>
              <a:rect b="b" l="l" r="r" t="t"/>
              <a:pathLst>
                <a:path extrusionOk="0" h="213703" w="122887">
                  <a:moveTo>
                    <a:pt x="115489" y="197950"/>
                  </a:moveTo>
                  <a:cubicBezTo>
                    <a:pt x="107664" y="188405"/>
                    <a:pt x="97931" y="180085"/>
                    <a:pt x="91709" y="169644"/>
                  </a:cubicBezTo>
                  <a:cubicBezTo>
                    <a:pt x="77308" y="145534"/>
                    <a:pt x="63969" y="120740"/>
                    <a:pt x="51218" y="95711"/>
                  </a:cubicBezTo>
                  <a:cubicBezTo>
                    <a:pt x="37455" y="68701"/>
                    <a:pt x="24916" y="41056"/>
                    <a:pt x="11577" y="13811"/>
                  </a:cubicBezTo>
                  <a:cubicBezTo>
                    <a:pt x="9385" y="9333"/>
                    <a:pt x="5802" y="5539"/>
                    <a:pt x="1819" y="0"/>
                  </a:cubicBezTo>
                  <a:cubicBezTo>
                    <a:pt x="688" y="3606"/>
                    <a:pt x="-66" y="4808"/>
                    <a:pt x="5" y="5916"/>
                  </a:cubicBezTo>
                  <a:cubicBezTo>
                    <a:pt x="971" y="19609"/>
                    <a:pt x="3304" y="33019"/>
                    <a:pt x="11765" y="44285"/>
                  </a:cubicBezTo>
                  <a:cubicBezTo>
                    <a:pt x="17940" y="52487"/>
                    <a:pt x="20815" y="61537"/>
                    <a:pt x="22135" y="71553"/>
                  </a:cubicBezTo>
                  <a:cubicBezTo>
                    <a:pt x="23149" y="79331"/>
                    <a:pt x="24351" y="87320"/>
                    <a:pt x="27155" y="94579"/>
                  </a:cubicBezTo>
                  <a:cubicBezTo>
                    <a:pt x="38209" y="123333"/>
                    <a:pt x="53198" y="150083"/>
                    <a:pt x="72171" y="174264"/>
                  </a:cubicBezTo>
                  <a:cubicBezTo>
                    <a:pt x="82022" y="186826"/>
                    <a:pt x="93830" y="197879"/>
                    <a:pt x="105308" y="209050"/>
                  </a:cubicBezTo>
                  <a:cubicBezTo>
                    <a:pt x="109644" y="213269"/>
                    <a:pt x="117139" y="215956"/>
                    <a:pt x="121381" y="211124"/>
                  </a:cubicBezTo>
                  <a:cubicBezTo>
                    <a:pt x="126048" y="205798"/>
                    <a:pt x="118671" y="201815"/>
                    <a:pt x="115489" y="1979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11" name="Google Shape;1911;p48"/>
            <p:cNvSpPr/>
            <p:nvPr/>
          </p:nvSpPr>
          <p:spPr>
            <a:xfrm>
              <a:off x="460579" y="3776288"/>
              <a:ext cx="175526" cy="116078"/>
            </a:xfrm>
            <a:custGeom>
              <a:rect b="b" l="l" r="r" t="t"/>
              <a:pathLst>
                <a:path extrusionOk="0" h="116078" w="175526">
                  <a:moveTo>
                    <a:pt x="169833" y="99199"/>
                  </a:moveTo>
                  <a:cubicBezTo>
                    <a:pt x="160735" y="93307"/>
                    <a:pt x="151685" y="87203"/>
                    <a:pt x="142046" y="82300"/>
                  </a:cubicBezTo>
                  <a:cubicBezTo>
                    <a:pt x="118925" y="70563"/>
                    <a:pt x="95711" y="59227"/>
                    <a:pt x="74735" y="43530"/>
                  </a:cubicBezTo>
                  <a:cubicBezTo>
                    <a:pt x="57389" y="30544"/>
                    <a:pt x="38817" y="19184"/>
                    <a:pt x="20434" y="7660"/>
                  </a:cubicBezTo>
                  <a:cubicBezTo>
                    <a:pt x="14824" y="4148"/>
                    <a:pt x="8060" y="2498"/>
                    <a:pt x="1815" y="0"/>
                  </a:cubicBezTo>
                  <a:cubicBezTo>
                    <a:pt x="1202" y="660"/>
                    <a:pt x="589" y="1343"/>
                    <a:pt x="0" y="2003"/>
                  </a:cubicBezTo>
                  <a:cubicBezTo>
                    <a:pt x="1626" y="5303"/>
                    <a:pt x="2757" y="8979"/>
                    <a:pt x="4926" y="11878"/>
                  </a:cubicBezTo>
                  <a:cubicBezTo>
                    <a:pt x="19844" y="31817"/>
                    <a:pt x="39218" y="46783"/>
                    <a:pt x="60311" y="59463"/>
                  </a:cubicBezTo>
                  <a:cubicBezTo>
                    <a:pt x="69550" y="65025"/>
                    <a:pt x="79991" y="68536"/>
                    <a:pt x="89654" y="73462"/>
                  </a:cubicBezTo>
                  <a:cubicBezTo>
                    <a:pt x="100943" y="79213"/>
                    <a:pt x="102993" y="84162"/>
                    <a:pt x="98727" y="97643"/>
                  </a:cubicBezTo>
                  <a:cubicBezTo>
                    <a:pt x="104266" y="96818"/>
                    <a:pt x="108485" y="96653"/>
                    <a:pt x="112444" y="95522"/>
                  </a:cubicBezTo>
                  <a:cubicBezTo>
                    <a:pt x="125171" y="91845"/>
                    <a:pt x="135706" y="93967"/>
                    <a:pt x="143790" y="105374"/>
                  </a:cubicBezTo>
                  <a:cubicBezTo>
                    <a:pt x="148409" y="111878"/>
                    <a:pt x="155079" y="116238"/>
                    <a:pt x="163163" y="116074"/>
                  </a:cubicBezTo>
                  <a:cubicBezTo>
                    <a:pt x="167028" y="116003"/>
                    <a:pt x="172237" y="113976"/>
                    <a:pt x="174311" y="111030"/>
                  </a:cubicBezTo>
                  <a:cubicBezTo>
                    <a:pt x="177445" y="106505"/>
                    <a:pt x="174004" y="101909"/>
                    <a:pt x="169833" y="9919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12" name="Google Shape;1912;p48"/>
            <p:cNvSpPr/>
            <p:nvPr/>
          </p:nvSpPr>
          <p:spPr>
            <a:xfrm>
              <a:off x="986991" y="3827031"/>
              <a:ext cx="170354" cy="118103"/>
            </a:xfrm>
            <a:custGeom>
              <a:rect b="b" l="l" r="r" t="t"/>
              <a:pathLst>
                <a:path extrusionOk="0" h="118103" w="170354">
                  <a:moveTo>
                    <a:pt x="170313" y="12350"/>
                  </a:moveTo>
                  <a:cubicBezTo>
                    <a:pt x="169393" y="71"/>
                    <a:pt x="162771" y="-3370"/>
                    <a:pt x="152495" y="3464"/>
                  </a:cubicBezTo>
                  <a:cubicBezTo>
                    <a:pt x="147593" y="6740"/>
                    <a:pt x="142691" y="10370"/>
                    <a:pt x="138778" y="14730"/>
                  </a:cubicBezTo>
                  <a:cubicBezTo>
                    <a:pt x="116506" y="39547"/>
                    <a:pt x="88271" y="55668"/>
                    <a:pt x="59070" y="70540"/>
                  </a:cubicBezTo>
                  <a:cubicBezTo>
                    <a:pt x="45448" y="77492"/>
                    <a:pt x="31849" y="84563"/>
                    <a:pt x="18557" y="92105"/>
                  </a:cubicBezTo>
                  <a:cubicBezTo>
                    <a:pt x="13018" y="95239"/>
                    <a:pt x="8116" y="99552"/>
                    <a:pt x="3214" y="103676"/>
                  </a:cubicBezTo>
                  <a:cubicBezTo>
                    <a:pt x="-1123" y="107330"/>
                    <a:pt x="-628" y="112680"/>
                    <a:pt x="2082" y="116356"/>
                  </a:cubicBezTo>
                  <a:cubicBezTo>
                    <a:pt x="3473" y="118242"/>
                    <a:pt x="8776" y="118477"/>
                    <a:pt x="11816" y="117652"/>
                  </a:cubicBezTo>
                  <a:cubicBezTo>
                    <a:pt x="16977" y="116262"/>
                    <a:pt x="22092" y="113952"/>
                    <a:pt x="26640" y="111101"/>
                  </a:cubicBezTo>
                  <a:cubicBezTo>
                    <a:pt x="50327" y="96300"/>
                    <a:pt x="73400" y="80485"/>
                    <a:pt x="97510" y="66439"/>
                  </a:cubicBezTo>
                  <a:cubicBezTo>
                    <a:pt x="115116" y="56210"/>
                    <a:pt x="133546" y="46971"/>
                    <a:pt x="152495" y="39594"/>
                  </a:cubicBezTo>
                  <a:cubicBezTo>
                    <a:pt x="165293" y="34622"/>
                    <a:pt x="170643" y="30639"/>
                    <a:pt x="170313" y="16804"/>
                  </a:cubicBezTo>
                  <a:cubicBezTo>
                    <a:pt x="170313" y="15319"/>
                    <a:pt x="170407" y="13811"/>
                    <a:pt x="170313" y="123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13" name="Google Shape;1913;p48"/>
            <p:cNvSpPr/>
            <p:nvPr/>
          </p:nvSpPr>
          <p:spPr>
            <a:xfrm>
              <a:off x="1126948" y="3562437"/>
              <a:ext cx="48156" cy="187816"/>
            </a:xfrm>
            <a:custGeom>
              <a:rect b="b" l="l" r="r" t="t"/>
              <a:pathLst>
                <a:path extrusionOk="0" h="187816" w="48156">
                  <a:moveTo>
                    <a:pt x="38416" y="3175"/>
                  </a:moveTo>
                  <a:cubicBezTo>
                    <a:pt x="35305" y="7865"/>
                    <a:pt x="32430" y="12814"/>
                    <a:pt x="30356" y="18023"/>
                  </a:cubicBezTo>
                  <a:cubicBezTo>
                    <a:pt x="23757" y="34544"/>
                    <a:pt x="22767" y="52103"/>
                    <a:pt x="21424" y="69614"/>
                  </a:cubicBezTo>
                  <a:cubicBezTo>
                    <a:pt x="20410" y="83001"/>
                    <a:pt x="18124" y="96529"/>
                    <a:pt x="9639" y="107229"/>
                  </a:cubicBezTo>
                  <a:cubicBezTo>
                    <a:pt x="1956" y="116915"/>
                    <a:pt x="306" y="127615"/>
                    <a:pt x="0" y="136972"/>
                  </a:cubicBezTo>
                  <a:cubicBezTo>
                    <a:pt x="283" y="142746"/>
                    <a:pt x="-141" y="146611"/>
                    <a:pt x="754" y="150123"/>
                  </a:cubicBezTo>
                  <a:cubicBezTo>
                    <a:pt x="3417" y="160587"/>
                    <a:pt x="5892" y="171193"/>
                    <a:pt x="9828" y="181209"/>
                  </a:cubicBezTo>
                  <a:cubicBezTo>
                    <a:pt x="12963" y="189175"/>
                    <a:pt x="18525" y="189670"/>
                    <a:pt x="25171" y="184132"/>
                  </a:cubicBezTo>
                  <a:cubicBezTo>
                    <a:pt x="37780" y="173597"/>
                    <a:pt x="37521" y="166503"/>
                    <a:pt x="24228" y="156769"/>
                  </a:cubicBezTo>
                  <a:cubicBezTo>
                    <a:pt x="15225" y="150170"/>
                    <a:pt x="13269" y="144490"/>
                    <a:pt x="16568" y="133625"/>
                  </a:cubicBezTo>
                  <a:cubicBezTo>
                    <a:pt x="17723" y="129854"/>
                    <a:pt x="18855" y="125989"/>
                    <a:pt x="20669" y="122548"/>
                  </a:cubicBezTo>
                  <a:cubicBezTo>
                    <a:pt x="34716" y="95845"/>
                    <a:pt x="44379" y="67752"/>
                    <a:pt x="47396" y="37655"/>
                  </a:cubicBezTo>
                  <a:cubicBezTo>
                    <a:pt x="48456" y="27120"/>
                    <a:pt x="48150" y="16444"/>
                    <a:pt x="47985" y="5838"/>
                  </a:cubicBezTo>
                  <a:cubicBezTo>
                    <a:pt x="47961" y="3788"/>
                    <a:pt x="46052" y="606"/>
                    <a:pt x="44355" y="87"/>
                  </a:cubicBezTo>
                  <a:cubicBezTo>
                    <a:pt x="42776" y="-431"/>
                    <a:pt x="39548" y="1454"/>
                    <a:pt x="38416" y="317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14" name="Google Shape;1914;p48"/>
            <p:cNvSpPr/>
            <p:nvPr/>
          </p:nvSpPr>
          <p:spPr>
            <a:xfrm>
              <a:off x="772286" y="3765846"/>
              <a:ext cx="146553" cy="39818"/>
            </a:xfrm>
            <a:custGeom>
              <a:rect b="b" l="l" r="r" t="t"/>
              <a:pathLst>
                <a:path extrusionOk="0" h="39818" w="146553">
                  <a:moveTo>
                    <a:pt x="146554" y="2688"/>
                  </a:moveTo>
                  <a:cubicBezTo>
                    <a:pt x="142689" y="1533"/>
                    <a:pt x="140756" y="543"/>
                    <a:pt x="138800" y="449"/>
                  </a:cubicBezTo>
                  <a:cubicBezTo>
                    <a:pt x="132884" y="142"/>
                    <a:pt x="126921" y="-235"/>
                    <a:pt x="121029" y="190"/>
                  </a:cubicBezTo>
                  <a:cubicBezTo>
                    <a:pt x="94209" y="2146"/>
                    <a:pt x="67364" y="4055"/>
                    <a:pt x="40615" y="6624"/>
                  </a:cubicBezTo>
                  <a:cubicBezTo>
                    <a:pt x="29632" y="7684"/>
                    <a:pt x="18672" y="9829"/>
                    <a:pt x="7925" y="12398"/>
                  </a:cubicBezTo>
                  <a:cubicBezTo>
                    <a:pt x="-653" y="14472"/>
                    <a:pt x="-1643" y="18667"/>
                    <a:pt x="1986" y="26845"/>
                  </a:cubicBezTo>
                  <a:cubicBezTo>
                    <a:pt x="7313" y="38889"/>
                    <a:pt x="17824" y="40444"/>
                    <a:pt x="28618" y="39643"/>
                  </a:cubicBezTo>
                  <a:cubicBezTo>
                    <a:pt x="67200" y="36815"/>
                    <a:pt x="103047" y="23829"/>
                    <a:pt x="138164" y="8556"/>
                  </a:cubicBezTo>
                  <a:cubicBezTo>
                    <a:pt x="140615" y="7472"/>
                    <a:pt x="142689" y="5422"/>
                    <a:pt x="146554" y="268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15" name="Google Shape;1915;p48"/>
            <p:cNvSpPr/>
            <p:nvPr/>
          </p:nvSpPr>
          <p:spPr>
            <a:xfrm>
              <a:off x="339584" y="3336599"/>
              <a:ext cx="79558" cy="92570"/>
            </a:xfrm>
            <a:custGeom>
              <a:rect b="b" l="l" r="r" t="t"/>
              <a:pathLst>
                <a:path extrusionOk="0" h="92570" w="79558">
                  <a:moveTo>
                    <a:pt x="24011" y="91539"/>
                  </a:moveTo>
                  <a:cubicBezTo>
                    <a:pt x="30611" y="89489"/>
                    <a:pt x="35159" y="84633"/>
                    <a:pt x="35324" y="77445"/>
                  </a:cubicBezTo>
                  <a:cubicBezTo>
                    <a:pt x="35395" y="74216"/>
                    <a:pt x="33109" y="71011"/>
                    <a:pt x="32166" y="67712"/>
                  </a:cubicBezTo>
                  <a:cubicBezTo>
                    <a:pt x="30351" y="61419"/>
                    <a:pt x="33038" y="56281"/>
                    <a:pt x="37681" y="52675"/>
                  </a:cubicBezTo>
                  <a:cubicBezTo>
                    <a:pt x="40274" y="50672"/>
                    <a:pt x="46189" y="48692"/>
                    <a:pt x="47273" y="49823"/>
                  </a:cubicBezTo>
                  <a:cubicBezTo>
                    <a:pt x="50361" y="53099"/>
                    <a:pt x="52128" y="57836"/>
                    <a:pt x="53637" y="62267"/>
                  </a:cubicBezTo>
                  <a:cubicBezTo>
                    <a:pt x="55216" y="66863"/>
                    <a:pt x="55169" y="72095"/>
                    <a:pt x="57101" y="76479"/>
                  </a:cubicBezTo>
                  <a:cubicBezTo>
                    <a:pt x="60354" y="83832"/>
                    <a:pt x="67330" y="86142"/>
                    <a:pt x="74471" y="82819"/>
                  </a:cubicBezTo>
                  <a:cubicBezTo>
                    <a:pt x="81117" y="79731"/>
                    <a:pt x="79868" y="73580"/>
                    <a:pt x="78360" y="68560"/>
                  </a:cubicBezTo>
                  <a:cubicBezTo>
                    <a:pt x="71148" y="44237"/>
                    <a:pt x="56512" y="23615"/>
                    <a:pt x="44445" y="0"/>
                  </a:cubicBezTo>
                  <a:cubicBezTo>
                    <a:pt x="40156" y="15131"/>
                    <a:pt x="36668" y="28635"/>
                    <a:pt x="32402" y="41904"/>
                  </a:cubicBezTo>
                  <a:cubicBezTo>
                    <a:pt x="30964" y="46359"/>
                    <a:pt x="27523" y="50153"/>
                    <a:pt x="25001" y="54254"/>
                  </a:cubicBezTo>
                  <a:cubicBezTo>
                    <a:pt x="21443" y="51143"/>
                    <a:pt x="17577" y="48315"/>
                    <a:pt x="14372" y="44850"/>
                  </a:cubicBezTo>
                  <a:cubicBezTo>
                    <a:pt x="10743" y="40938"/>
                    <a:pt x="7726" y="36460"/>
                    <a:pt x="4426" y="32218"/>
                  </a:cubicBezTo>
                  <a:cubicBezTo>
                    <a:pt x="3507" y="32548"/>
                    <a:pt x="2588" y="32854"/>
                    <a:pt x="1669" y="33184"/>
                  </a:cubicBezTo>
                  <a:cubicBezTo>
                    <a:pt x="-924" y="51426"/>
                    <a:pt x="-1513" y="69644"/>
                    <a:pt x="7537" y="86731"/>
                  </a:cubicBezTo>
                  <a:cubicBezTo>
                    <a:pt x="10931" y="93165"/>
                    <a:pt x="17837" y="93448"/>
                    <a:pt x="24011" y="9153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16" name="Google Shape;1916;p48"/>
            <p:cNvSpPr/>
            <p:nvPr/>
          </p:nvSpPr>
          <p:spPr>
            <a:xfrm>
              <a:off x="1072081" y="2529929"/>
              <a:ext cx="157417" cy="93493"/>
            </a:xfrm>
            <a:custGeom>
              <a:rect b="b" l="l" r="r" t="t"/>
              <a:pathLst>
                <a:path extrusionOk="0" h="93493" w="157417">
                  <a:moveTo>
                    <a:pt x="1391" y="0"/>
                  </a:moveTo>
                  <a:cubicBezTo>
                    <a:pt x="919" y="801"/>
                    <a:pt x="471" y="1603"/>
                    <a:pt x="0" y="2404"/>
                  </a:cubicBezTo>
                  <a:cubicBezTo>
                    <a:pt x="5020" y="6576"/>
                    <a:pt x="9663" y="11289"/>
                    <a:pt x="15084" y="14824"/>
                  </a:cubicBezTo>
                  <a:cubicBezTo>
                    <a:pt x="46712" y="35517"/>
                    <a:pt x="78388" y="56163"/>
                    <a:pt x="110394" y="76290"/>
                  </a:cubicBezTo>
                  <a:cubicBezTo>
                    <a:pt x="119727" y="82159"/>
                    <a:pt x="129955" y="86755"/>
                    <a:pt x="140137" y="91068"/>
                  </a:cubicBezTo>
                  <a:cubicBezTo>
                    <a:pt x="145345" y="93260"/>
                    <a:pt x="152369" y="95946"/>
                    <a:pt x="156116" y="89206"/>
                  </a:cubicBezTo>
                  <a:cubicBezTo>
                    <a:pt x="160311" y="81688"/>
                    <a:pt x="153453" y="78129"/>
                    <a:pt x="148456" y="74735"/>
                  </a:cubicBezTo>
                  <a:cubicBezTo>
                    <a:pt x="106034" y="45864"/>
                    <a:pt x="60853" y="22178"/>
                    <a:pt x="13293" y="3064"/>
                  </a:cubicBezTo>
                  <a:cubicBezTo>
                    <a:pt x="9545" y="1556"/>
                    <a:pt x="5374" y="990"/>
                    <a:pt x="1391"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17" name="Google Shape;1917;p48"/>
            <p:cNvSpPr/>
            <p:nvPr/>
          </p:nvSpPr>
          <p:spPr>
            <a:xfrm>
              <a:off x="965293" y="3326492"/>
              <a:ext cx="40370" cy="117107"/>
            </a:xfrm>
            <a:custGeom>
              <a:rect b="b" l="l" r="r" t="t"/>
              <a:pathLst>
                <a:path extrusionOk="0" h="117107" w="40370">
                  <a:moveTo>
                    <a:pt x="36931" y="34193"/>
                  </a:moveTo>
                  <a:cubicBezTo>
                    <a:pt x="38086" y="26651"/>
                    <a:pt x="39571" y="19157"/>
                    <a:pt x="40302" y="11591"/>
                  </a:cubicBezTo>
                  <a:cubicBezTo>
                    <a:pt x="40773" y="6618"/>
                    <a:pt x="38841" y="2518"/>
                    <a:pt x="33443" y="679"/>
                  </a:cubicBezTo>
                  <a:cubicBezTo>
                    <a:pt x="27622" y="-1324"/>
                    <a:pt x="23828" y="1316"/>
                    <a:pt x="20976" y="5817"/>
                  </a:cubicBezTo>
                  <a:cubicBezTo>
                    <a:pt x="18737" y="9329"/>
                    <a:pt x="16663" y="13029"/>
                    <a:pt x="15060" y="16871"/>
                  </a:cubicBezTo>
                  <a:cubicBezTo>
                    <a:pt x="5421" y="39920"/>
                    <a:pt x="1673" y="64172"/>
                    <a:pt x="0" y="91983"/>
                  </a:cubicBezTo>
                  <a:cubicBezTo>
                    <a:pt x="825" y="96107"/>
                    <a:pt x="1532" y="103295"/>
                    <a:pt x="3818" y="109965"/>
                  </a:cubicBezTo>
                  <a:cubicBezTo>
                    <a:pt x="6293" y="117154"/>
                    <a:pt x="12750" y="118874"/>
                    <a:pt x="19562" y="115315"/>
                  </a:cubicBezTo>
                  <a:cubicBezTo>
                    <a:pt x="28895" y="110484"/>
                    <a:pt x="33349" y="100491"/>
                    <a:pt x="31228" y="89626"/>
                  </a:cubicBezTo>
                  <a:cubicBezTo>
                    <a:pt x="30568" y="86256"/>
                    <a:pt x="29672" y="82720"/>
                    <a:pt x="30120" y="79421"/>
                  </a:cubicBezTo>
                  <a:cubicBezTo>
                    <a:pt x="32147" y="64314"/>
                    <a:pt x="34622" y="49277"/>
                    <a:pt x="36931" y="3419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18" name="Google Shape;1918;p48"/>
            <p:cNvSpPr/>
            <p:nvPr/>
          </p:nvSpPr>
          <p:spPr>
            <a:xfrm>
              <a:off x="1259118" y="3717485"/>
              <a:ext cx="134786" cy="117228"/>
            </a:xfrm>
            <a:custGeom>
              <a:rect b="b" l="l" r="r" t="t"/>
              <a:pathLst>
                <a:path extrusionOk="0" h="117228" w="134786">
                  <a:moveTo>
                    <a:pt x="121801" y="4596"/>
                  </a:moveTo>
                  <a:cubicBezTo>
                    <a:pt x="100141" y="18077"/>
                    <a:pt x="82253" y="35706"/>
                    <a:pt x="67122" y="56140"/>
                  </a:cubicBezTo>
                  <a:cubicBezTo>
                    <a:pt x="64577" y="59580"/>
                    <a:pt x="62574" y="63941"/>
                    <a:pt x="61914" y="68112"/>
                  </a:cubicBezTo>
                  <a:cubicBezTo>
                    <a:pt x="60547" y="76950"/>
                    <a:pt x="58143" y="80627"/>
                    <a:pt x="49258" y="81193"/>
                  </a:cubicBezTo>
                  <a:cubicBezTo>
                    <a:pt x="31204" y="82347"/>
                    <a:pt x="18642" y="92317"/>
                    <a:pt x="7990" y="105633"/>
                  </a:cubicBezTo>
                  <a:cubicBezTo>
                    <a:pt x="5491" y="108767"/>
                    <a:pt x="3394" y="112256"/>
                    <a:pt x="0" y="117228"/>
                  </a:cubicBezTo>
                  <a:cubicBezTo>
                    <a:pt x="13717" y="116427"/>
                    <a:pt x="23639" y="111902"/>
                    <a:pt x="32501" y="105185"/>
                  </a:cubicBezTo>
                  <a:cubicBezTo>
                    <a:pt x="66934" y="79095"/>
                    <a:pt x="97738" y="49187"/>
                    <a:pt x="125595" y="16215"/>
                  </a:cubicBezTo>
                  <a:cubicBezTo>
                    <a:pt x="129225" y="11926"/>
                    <a:pt x="131747" y="6740"/>
                    <a:pt x="134787" y="1980"/>
                  </a:cubicBezTo>
                  <a:cubicBezTo>
                    <a:pt x="134174" y="1320"/>
                    <a:pt x="133538" y="660"/>
                    <a:pt x="132925" y="0"/>
                  </a:cubicBezTo>
                  <a:cubicBezTo>
                    <a:pt x="129225" y="1508"/>
                    <a:pt x="125171" y="2498"/>
                    <a:pt x="121801" y="459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19" name="Google Shape;1919;p48"/>
            <p:cNvSpPr/>
            <p:nvPr/>
          </p:nvSpPr>
          <p:spPr>
            <a:xfrm>
              <a:off x="362760" y="3205159"/>
              <a:ext cx="26916" cy="122436"/>
            </a:xfrm>
            <a:custGeom>
              <a:rect b="b" l="l" r="r" t="t"/>
              <a:pathLst>
                <a:path extrusionOk="0" h="122436" w="26916">
                  <a:moveTo>
                    <a:pt x="13940" y="0"/>
                  </a:moveTo>
                  <a:cubicBezTo>
                    <a:pt x="12502" y="1131"/>
                    <a:pt x="11748" y="1438"/>
                    <a:pt x="11512" y="1980"/>
                  </a:cubicBezTo>
                  <a:cubicBezTo>
                    <a:pt x="10782" y="3535"/>
                    <a:pt x="10098" y="5138"/>
                    <a:pt x="9627" y="6788"/>
                  </a:cubicBezTo>
                  <a:cubicBezTo>
                    <a:pt x="2250" y="32642"/>
                    <a:pt x="-1097" y="59133"/>
                    <a:pt x="317" y="85859"/>
                  </a:cubicBezTo>
                  <a:cubicBezTo>
                    <a:pt x="883" y="96300"/>
                    <a:pt x="4795" y="107023"/>
                    <a:pt x="9297" y="116616"/>
                  </a:cubicBezTo>
                  <a:cubicBezTo>
                    <a:pt x="13256" y="125077"/>
                    <a:pt x="21482" y="124110"/>
                    <a:pt x="24074" y="115037"/>
                  </a:cubicBezTo>
                  <a:cubicBezTo>
                    <a:pt x="26384" y="106953"/>
                    <a:pt x="27492" y="97973"/>
                    <a:pt x="26620" y="89654"/>
                  </a:cubicBezTo>
                  <a:cubicBezTo>
                    <a:pt x="24734" y="71530"/>
                    <a:pt x="21152" y="53594"/>
                    <a:pt x="18489" y="35564"/>
                  </a:cubicBezTo>
                  <a:cubicBezTo>
                    <a:pt x="16768" y="23992"/>
                    <a:pt x="15495" y="12373"/>
                    <a:pt x="1394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20" name="Google Shape;1920;p48"/>
            <p:cNvSpPr/>
            <p:nvPr/>
          </p:nvSpPr>
          <p:spPr>
            <a:xfrm>
              <a:off x="286268" y="3354335"/>
              <a:ext cx="34646" cy="106563"/>
            </a:xfrm>
            <a:custGeom>
              <a:rect b="b" l="l" r="r" t="t"/>
              <a:pathLst>
                <a:path extrusionOk="0" h="106563" w="34646">
                  <a:moveTo>
                    <a:pt x="34386" y="100129"/>
                  </a:moveTo>
                  <a:cubicBezTo>
                    <a:pt x="34481" y="91079"/>
                    <a:pt x="35070" y="81934"/>
                    <a:pt x="34080" y="72978"/>
                  </a:cubicBezTo>
                  <a:cubicBezTo>
                    <a:pt x="31558" y="50424"/>
                    <a:pt x="27080" y="28222"/>
                    <a:pt x="17724" y="7364"/>
                  </a:cubicBezTo>
                  <a:cubicBezTo>
                    <a:pt x="16286" y="4136"/>
                    <a:pt x="10889" y="-578"/>
                    <a:pt x="9475" y="58"/>
                  </a:cubicBezTo>
                  <a:cubicBezTo>
                    <a:pt x="5845" y="1732"/>
                    <a:pt x="3206" y="5880"/>
                    <a:pt x="613" y="9368"/>
                  </a:cubicBezTo>
                  <a:cubicBezTo>
                    <a:pt x="-259" y="10546"/>
                    <a:pt x="48" y="12714"/>
                    <a:pt x="71" y="14435"/>
                  </a:cubicBezTo>
                  <a:cubicBezTo>
                    <a:pt x="495" y="45309"/>
                    <a:pt x="10795" y="73214"/>
                    <a:pt x="25690" y="99752"/>
                  </a:cubicBezTo>
                  <a:cubicBezTo>
                    <a:pt x="27010" y="102085"/>
                    <a:pt x="28565" y="104301"/>
                    <a:pt x="30003" y="106563"/>
                  </a:cubicBezTo>
                  <a:cubicBezTo>
                    <a:pt x="30922" y="105974"/>
                    <a:pt x="31841" y="105408"/>
                    <a:pt x="32760" y="104819"/>
                  </a:cubicBezTo>
                  <a:cubicBezTo>
                    <a:pt x="33326" y="103264"/>
                    <a:pt x="34363" y="101708"/>
                    <a:pt x="34386" y="1001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21" name="Google Shape;1921;p48"/>
            <p:cNvSpPr/>
            <p:nvPr/>
          </p:nvSpPr>
          <p:spPr>
            <a:xfrm>
              <a:off x="513513" y="2105197"/>
              <a:ext cx="137143" cy="31235"/>
            </a:xfrm>
            <a:custGeom>
              <a:rect b="b" l="l" r="r" t="t"/>
              <a:pathLst>
                <a:path extrusionOk="0" h="31235" w="137143">
                  <a:moveTo>
                    <a:pt x="109545" y="21455"/>
                  </a:moveTo>
                  <a:cubicBezTo>
                    <a:pt x="117252" y="20677"/>
                    <a:pt x="124912" y="18038"/>
                    <a:pt x="132194" y="15186"/>
                  </a:cubicBezTo>
                  <a:cubicBezTo>
                    <a:pt x="134645" y="14220"/>
                    <a:pt x="137120" y="10001"/>
                    <a:pt x="137144" y="7244"/>
                  </a:cubicBezTo>
                  <a:cubicBezTo>
                    <a:pt x="137167" y="5287"/>
                    <a:pt x="133255" y="1870"/>
                    <a:pt x="130804" y="1587"/>
                  </a:cubicBezTo>
                  <a:cubicBezTo>
                    <a:pt x="122531" y="621"/>
                    <a:pt x="113740" y="-982"/>
                    <a:pt x="105845" y="809"/>
                  </a:cubicBezTo>
                  <a:cubicBezTo>
                    <a:pt x="70422" y="8823"/>
                    <a:pt x="35258" y="17920"/>
                    <a:pt x="0" y="26640"/>
                  </a:cubicBezTo>
                  <a:cubicBezTo>
                    <a:pt x="189" y="28172"/>
                    <a:pt x="354" y="29704"/>
                    <a:pt x="542" y="31236"/>
                  </a:cubicBezTo>
                  <a:cubicBezTo>
                    <a:pt x="36884" y="28031"/>
                    <a:pt x="73250" y="25061"/>
                    <a:pt x="109545" y="2145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22" name="Google Shape;1922;p48"/>
            <p:cNvSpPr/>
            <p:nvPr/>
          </p:nvSpPr>
          <p:spPr>
            <a:xfrm>
              <a:off x="228856" y="2983641"/>
              <a:ext cx="20797" cy="133891"/>
            </a:xfrm>
            <a:custGeom>
              <a:rect b="b" l="l" r="r" t="t"/>
              <a:pathLst>
                <a:path extrusionOk="0" h="133891" w="20797">
                  <a:moveTo>
                    <a:pt x="7259" y="133891"/>
                  </a:moveTo>
                  <a:cubicBezTo>
                    <a:pt x="17441" y="116309"/>
                    <a:pt x="25619" y="12680"/>
                    <a:pt x="17488" y="0"/>
                  </a:cubicBezTo>
                  <a:cubicBezTo>
                    <a:pt x="519" y="15791"/>
                    <a:pt x="-6434" y="110606"/>
                    <a:pt x="7259" y="1338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23" name="Google Shape;1923;p48"/>
            <p:cNvSpPr/>
            <p:nvPr/>
          </p:nvSpPr>
          <p:spPr>
            <a:xfrm>
              <a:off x="664239" y="3758117"/>
              <a:ext cx="86818" cy="39365"/>
            </a:xfrm>
            <a:custGeom>
              <a:rect b="b" l="l" r="r" t="t"/>
              <a:pathLst>
                <a:path extrusionOk="0" h="39365" w="86818">
                  <a:moveTo>
                    <a:pt x="80314" y="25642"/>
                  </a:moveTo>
                  <a:cubicBezTo>
                    <a:pt x="62284" y="9545"/>
                    <a:pt x="40719" y="2286"/>
                    <a:pt x="17292" y="0"/>
                  </a:cubicBezTo>
                  <a:cubicBezTo>
                    <a:pt x="13851" y="189"/>
                    <a:pt x="10481" y="-165"/>
                    <a:pt x="7512" y="707"/>
                  </a:cubicBezTo>
                  <a:cubicBezTo>
                    <a:pt x="4707" y="1532"/>
                    <a:pt x="912" y="3205"/>
                    <a:pt x="111" y="5421"/>
                  </a:cubicBezTo>
                  <a:cubicBezTo>
                    <a:pt x="-549" y="7259"/>
                    <a:pt x="1855" y="11431"/>
                    <a:pt x="4047" y="12892"/>
                  </a:cubicBezTo>
                  <a:cubicBezTo>
                    <a:pt x="26319" y="27740"/>
                    <a:pt x="50877" y="36625"/>
                    <a:pt x="77509" y="39335"/>
                  </a:cubicBezTo>
                  <a:cubicBezTo>
                    <a:pt x="80479" y="39642"/>
                    <a:pt x="83708" y="37521"/>
                    <a:pt x="86819" y="36531"/>
                  </a:cubicBezTo>
                  <a:cubicBezTo>
                    <a:pt x="85381" y="33561"/>
                    <a:pt x="84038" y="30568"/>
                    <a:pt x="82482" y="27669"/>
                  </a:cubicBezTo>
                  <a:cubicBezTo>
                    <a:pt x="82034" y="26821"/>
                    <a:pt x="81044" y="26302"/>
                    <a:pt x="80314" y="2564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24" name="Google Shape;1924;p48"/>
            <p:cNvSpPr/>
            <p:nvPr/>
          </p:nvSpPr>
          <p:spPr>
            <a:xfrm>
              <a:off x="920278" y="3664283"/>
              <a:ext cx="75865" cy="61617"/>
            </a:xfrm>
            <a:custGeom>
              <a:rect b="b" l="l" r="r" t="t"/>
              <a:pathLst>
                <a:path extrusionOk="0" h="61617" w="75865">
                  <a:moveTo>
                    <a:pt x="75866" y="8635"/>
                  </a:moveTo>
                  <a:cubicBezTo>
                    <a:pt x="75253" y="8305"/>
                    <a:pt x="74664" y="7951"/>
                    <a:pt x="74051" y="7621"/>
                  </a:cubicBezTo>
                  <a:cubicBezTo>
                    <a:pt x="74051" y="127"/>
                    <a:pt x="70445" y="-2254"/>
                    <a:pt x="63492" y="2342"/>
                  </a:cubicBezTo>
                  <a:cubicBezTo>
                    <a:pt x="49728" y="11487"/>
                    <a:pt x="36224" y="21126"/>
                    <a:pt x="23450" y="31543"/>
                  </a:cubicBezTo>
                  <a:cubicBezTo>
                    <a:pt x="15272" y="38213"/>
                    <a:pt x="8437" y="46556"/>
                    <a:pt x="1296" y="54404"/>
                  </a:cubicBezTo>
                  <a:cubicBezTo>
                    <a:pt x="117" y="55701"/>
                    <a:pt x="-331" y="58576"/>
                    <a:pt x="259" y="60249"/>
                  </a:cubicBezTo>
                  <a:cubicBezTo>
                    <a:pt x="612" y="61239"/>
                    <a:pt x="3652" y="61640"/>
                    <a:pt x="5467" y="61616"/>
                  </a:cubicBezTo>
                  <a:cubicBezTo>
                    <a:pt x="7376" y="61593"/>
                    <a:pt x="9332" y="60933"/>
                    <a:pt x="11171" y="60273"/>
                  </a:cubicBezTo>
                  <a:cubicBezTo>
                    <a:pt x="31769" y="53037"/>
                    <a:pt x="50105" y="41913"/>
                    <a:pt x="65495" y="26547"/>
                  </a:cubicBezTo>
                  <a:cubicBezTo>
                    <a:pt x="70233" y="21857"/>
                    <a:pt x="72495" y="14668"/>
                    <a:pt x="75866" y="863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25" name="Google Shape;1925;p48"/>
            <p:cNvSpPr/>
            <p:nvPr/>
          </p:nvSpPr>
          <p:spPr>
            <a:xfrm>
              <a:off x="623675" y="3585848"/>
              <a:ext cx="74872" cy="64444"/>
            </a:xfrm>
            <a:custGeom>
              <a:rect b="b" l="l" r="r" t="t"/>
              <a:pathLst>
                <a:path extrusionOk="0" h="64444" w="74872">
                  <a:moveTo>
                    <a:pt x="10862" y="31944"/>
                  </a:moveTo>
                  <a:cubicBezTo>
                    <a:pt x="14939" y="30719"/>
                    <a:pt x="20336" y="30907"/>
                    <a:pt x="24154" y="32628"/>
                  </a:cubicBezTo>
                  <a:cubicBezTo>
                    <a:pt x="29386" y="35008"/>
                    <a:pt x="33723" y="39392"/>
                    <a:pt x="38389" y="42998"/>
                  </a:cubicBezTo>
                  <a:cubicBezTo>
                    <a:pt x="46756" y="49432"/>
                    <a:pt x="54887" y="56172"/>
                    <a:pt x="63513" y="62182"/>
                  </a:cubicBezTo>
                  <a:cubicBezTo>
                    <a:pt x="66082" y="63973"/>
                    <a:pt x="70065" y="63738"/>
                    <a:pt x="73412" y="64445"/>
                  </a:cubicBezTo>
                  <a:cubicBezTo>
                    <a:pt x="73907" y="63549"/>
                    <a:pt x="74402" y="62653"/>
                    <a:pt x="74873" y="61758"/>
                  </a:cubicBezTo>
                  <a:cubicBezTo>
                    <a:pt x="72469" y="58105"/>
                    <a:pt x="70678" y="53792"/>
                    <a:pt x="67543" y="50940"/>
                  </a:cubicBezTo>
                  <a:cubicBezTo>
                    <a:pt x="50975" y="35762"/>
                    <a:pt x="34147" y="20867"/>
                    <a:pt x="17225" y="6090"/>
                  </a:cubicBezTo>
                  <a:cubicBezTo>
                    <a:pt x="14303" y="3521"/>
                    <a:pt x="10767" y="1258"/>
                    <a:pt x="7138" y="103"/>
                  </a:cubicBezTo>
                  <a:cubicBezTo>
                    <a:pt x="5299" y="-486"/>
                    <a:pt x="609" y="1588"/>
                    <a:pt x="539" y="2672"/>
                  </a:cubicBezTo>
                  <a:cubicBezTo>
                    <a:pt x="20" y="10733"/>
                    <a:pt x="-404" y="18934"/>
                    <a:pt x="657" y="26900"/>
                  </a:cubicBezTo>
                  <a:cubicBezTo>
                    <a:pt x="1293" y="31543"/>
                    <a:pt x="5064" y="33665"/>
                    <a:pt x="10862" y="3194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26" name="Google Shape;1926;p48"/>
            <p:cNvSpPr/>
            <p:nvPr/>
          </p:nvSpPr>
          <p:spPr>
            <a:xfrm>
              <a:off x="470006" y="2948303"/>
              <a:ext cx="44197" cy="79717"/>
            </a:xfrm>
            <a:custGeom>
              <a:rect b="b" l="l" r="r" t="t"/>
              <a:pathLst>
                <a:path extrusionOk="0" h="79717" w="44197">
                  <a:moveTo>
                    <a:pt x="14683" y="71728"/>
                  </a:moveTo>
                  <a:cubicBezTo>
                    <a:pt x="24087" y="52025"/>
                    <a:pt x="33538" y="32345"/>
                    <a:pt x="42611" y="12477"/>
                  </a:cubicBezTo>
                  <a:cubicBezTo>
                    <a:pt x="44261" y="8895"/>
                    <a:pt x="45817" y="4205"/>
                    <a:pt x="40726" y="1400"/>
                  </a:cubicBezTo>
                  <a:cubicBezTo>
                    <a:pt x="35470" y="-1499"/>
                    <a:pt x="31087" y="340"/>
                    <a:pt x="27763" y="4747"/>
                  </a:cubicBezTo>
                  <a:cubicBezTo>
                    <a:pt x="12868" y="24403"/>
                    <a:pt x="4855" y="46910"/>
                    <a:pt x="0" y="71916"/>
                  </a:cubicBezTo>
                  <a:cubicBezTo>
                    <a:pt x="943" y="74132"/>
                    <a:pt x="2145" y="76936"/>
                    <a:pt x="3323" y="79717"/>
                  </a:cubicBezTo>
                  <a:cubicBezTo>
                    <a:pt x="6033" y="78398"/>
                    <a:pt x="8885" y="77290"/>
                    <a:pt x="11431" y="75687"/>
                  </a:cubicBezTo>
                  <a:cubicBezTo>
                    <a:pt x="12798" y="74815"/>
                    <a:pt x="13952" y="73236"/>
                    <a:pt x="14683" y="717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27" name="Google Shape;1927;p48"/>
            <p:cNvSpPr/>
            <p:nvPr/>
          </p:nvSpPr>
          <p:spPr>
            <a:xfrm>
              <a:off x="316044" y="3208741"/>
              <a:ext cx="20637" cy="104784"/>
            </a:xfrm>
            <a:custGeom>
              <a:rect b="b" l="l" r="r" t="t"/>
              <a:pathLst>
                <a:path extrusionOk="0" h="104784" w="20637">
                  <a:moveTo>
                    <a:pt x="18680" y="72567"/>
                  </a:moveTo>
                  <a:cubicBezTo>
                    <a:pt x="21532" y="54089"/>
                    <a:pt x="21697" y="35659"/>
                    <a:pt x="16276" y="17535"/>
                  </a:cubicBezTo>
                  <a:cubicBezTo>
                    <a:pt x="13966" y="9828"/>
                    <a:pt x="10525" y="2805"/>
                    <a:pt x="2064" y="0"/>
                  </a:cubicBezTo>
                  <a:cubicBezTo>
                    <a:pt x="-3875" y="7683"/>
                    <a:pt x="3997" y="86001"/>
                    <a:pt x="13047" y="104784"/>
                  </a:cubicBezTo>
                  <a:cubicBezTo>
                    <a:pt x="15098" y="93118"/>
                    <a:pt x="17077" y="82866"/>
                    <a:pt x="18680" y="725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28" name="Google Shape;1928;p48"/>
            <p:cNvSpPr/>
            <p:nvPr/>
          </p:nvSpPr>
          <p:spPr>
            <a:xfrm>
              <a:off x="797812" y="3933889"/>
              <a:ext cx="62342" cy="39731"/>
            </a:xfrm>
            <a:custGeom>
              <a:rect b="b" l="l" r="r" t="t"/>
              <a:pathLst>
                <a:path extrusionOk="0" h="39731" w="62342">
                  <a:moveTo>
                    <a:pt x="58973" y="10299"/>
                  </a:moveTo>
                  <a:cubicBezTo>
                    <a:pt x="60811" y="8367"/>
                    <a:pt x="61259" y="5138"/>
                    <a:pt x="62343" y="2522"/>
                  </a:cubicBezTo>
                  <a:cubicBezTo>
                    <a:pt x="59774" y="1532"/>
                    <a:pt x="57181" y="566"/>
                    <a:pt x="55697" y="0"/>
                  </a:cubicBezTo>
                  <a:cubicBezTo>
                    <a:pt x="36913" y="2215"/>
                    <a:pt x="20226" y="6222"/>
                    <a:pt x="6580" y="17983"/>
                  </a:cubicBezTo>
                  <a:cubicBezTo>
                    <a:pt x="-231" y="23851"/>
                    <a:pt x="-1810" y="30002"/>
                    <a:pt x="2102" y="35564"/>
                  </a:cubicBezTo>
                  <a:cubicBezTo>
                    <a:pt x="6439" y="41716"/>
                    <a:pt x="12779" y="39783"/>
                    <a:pt x="18270" y="37780"/>
                  </a:cubicBezTo>
                  <a:cubicBezTo>
                    <a:pt x="34037" y="32006"/>
                    <a:pt x="47471" y="22437"/>
                    <a:pt x="58973" y="1029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29" name="Google Shape;1929;p48"/>
            <p:cNvSpPr/>
            <p:nvPr/>
          </p:nvSpPr>
          <p:spPr>
            <a:xfrm>
              <a:off x="652354" y="3096920"/>
              <a:ext cx="30903" cy="53823"/>
            </a:xfrm>
            <a:custGeom>
              <a:rect b="b" l="l" r="r" t="t"/>
              <a:pathLst>
                <a:path extrusionOk="0" h="53823" w="30903">
                  <a:moveTo>
                    <a:pt x="17464" y="956"/>
                  </a:moveTo>
                  <a:cubicBezTo>
                    <a:pt x="11501" y="-1212"/>
                    <a:pt x="6434" y="202"/>
                    <a:pt x="4101" y="6283"/>
                  </a:cubicBezTo>
                  <a:cubicBezTo>
                    <a:pt x="2192" y="11232"/>
                    <a:pt x="1485" y="16653"/>
                    <a:pt x="0" y="22827"/>
                  </a:cubicBezTo>
                  <a:cubicBezTo>
                    <a:pt x="1862" y="30676"/>
                    <a:pt x="3205" y="39184"/>
                    <a:pt x="5939" y="47221"/>
                  </a:cubicBezTo>
                  <a:cubicBezTo>
                    <a:pt x="8626" y="55069"/>
                    <a:pt x="14471" y="55964"/>
                    <a:pt x="19915" y="49672"/>
                  </a:cubicBezTo>
                  <a:cubicBezTo>
                    <a:pt x="27056" y="41423"/>
                    <a:pt x="30686" y="31571"/>
                    <a:pt x="30898" y="20588"/>
                  </a:cubicBezTo>
                  <a:cubicBezTo>
                    <a:pt x="31087" y="10548"/>
                    <a:pt x="26844" y="4350"/>
                    <a:pt x="17464" y="95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30" name="Google Shape;1930;p48"/>
            <p:cNvSpPr/>
            <p:nvPr/>
          </p:nvSpPr>
          <p:spPr>
            <a:xfrm>
              <a:off x="756478" y="2572234"/>
              <a:ext cx="108823" cy="22766"/>
            </a:xfrm>
            <a:custGeom>
              <a:rect b="b" l="l" r="r" t="t"/>
              <a:pathLst>
                <a:path extrusionOk="0" h="22766" w="108823">
                  <a:moveTo>
                    <a:pt x="0" y="2687"/>
                  </a:moveTo>
                  <a:cubicBezTo>
                    <a:pt x="35376" y="9357"/>
                    <a:pt x="70775" y="16003"/>
                    <a:pt x="106646" y="22767"/>
                  </a:cubicBezTo>
                  <a:cubicBezTo>
                    <a:pt x="110794" y="10134"/>
                    <a:pt x="109616" y="7683"/>
                    <a:pt x="97832" y="4337"/>
                  </a:cubicBezTo>
                  <a:cubicBezTo>
                    <a:pt x="95946" y="3794"/>
                    <a:pt x="94037" y="3017"/>
                    <a:pt x="92128" y="2946"/>
                  </a:cubicBezTo>
                  <a:cubicBezTo>
                    <a:pt x="61490" y="1909"/>
                    <a:pt x="30827" y="966"/>
                    <a:pt x="189" y="0"/>
                  </a:cubicBezTo>
                  <a:cubicBezTo>
                    <a:pt x="118" y="896"/>
                    <a:pt x="71" y="1791"/>
                    <a:pt x="0" y="268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31" name="Google Shape;1931;p48"/>
            <p:cNvSpPr/>
            <p:nvPr/>
          </p:nvSpPr>
          <p:spPr>
            <a:xfrm>
              <a:off x="1138920" y="2923280"/>
              <a:ext cx="36297" cy="52054"/>
            </a:xfrm>
            <a:custGeom>
              <a:rect b="b" l="l" r="r" t="t"/>
              <a:pathLst>
                <a:path extrusionOk="0" h="52054" w="36297">
                  <a:moveTo>
                    <a:pt x="6010" y="215"/>
                  </a:moveTo>
                  <a:cubicBezTo>
                    <a:pt x="2828" y="1205"/>
                    <a:pt x="1249" y="7474"/>
                    <a:pt x="0" y="9643"/>
                  </a:cubicBezTo>
                  <a:cubicBezTo>
                    <a:pt x="1862" y="26235"/>
                    <a:pt x="6293" y="38749"/>
                    <a:pt x="16946" y="48342"/>
                  </a:cubicBezTo>
                  <a:cubicBezTo>
                    <a:pt x="21141" y="52136"/>
                    <a:pt x="26043" y="53362"/>
                    <a:pt x="31204" y="50416"/>
                  </a:cubicBezTo>
                  <a:cubicBezTo>
                    <a:pt x="36366" y="47470"/>
                    <a:pt x="37426" y="42355"/>
                    <a:pt x="35187" y="37571"/>
                  </a:cubicBezTo>
                  <a:cubicBezTo>
                    <a:pt x="30026" y="26541"/>
                    <a:pt x="24676" y="15488"/>
                    <a:pt x="18148" y="5259"/>
                  </a:cubicBezTo>
                  <a:cubicBezTo>
                    <a:pt x="16097" y="2054"/>
                    <a:pt x="9357" y="-822"/>
                    <a:pt x="6010" y="21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32" name="Google Shape;1932;p48"/>
            <p:cNvSpPr/>
            <p:nvPr/>
          </p:nvSpPr>
          <p:spPr>
            <a:xfrm>
              <a:off x="206183" y="3138543"/>
              <a:ext cx="41622" cy="60471"/>
            </a:xfrm>
            <a:custGeom>
              <a:rect b="b" l="l" r="r" t="t"/>
              <a:pathLst>
                <a:path extrusionOk="0" h="60471" w="41622">
                  <a:moveTo>
                    <a:pt x="22461" y="1450"/>
                  </a:moveTo>
                  <a:cubicBezTo>
                    <a:pt x="12043" y="5739"/>
                    <a:pt x="5656" y="14389"/>
                    <a:pt x="0" y="24122"/>
                  </a:cubicBezTo>
                  <a:cubicBezTo>
                    <a:pt x="5421" y="21436"/>
                    <a:pt x="10724" y="18513"/>
                    <a:pt x="16286" y="16156"/>
                  </a:cubicBezTo>
                  <a:cubicBezTo>
                    <a:pt x="18360" y="15261"/>
                    <a:pt x="20976" y="15638"/>
                    <a:pt x="23333" y="15449"/>
                  </a:cubicBezTo>
                  <a:cubicBezTo>
                    <a:pt x="23498" y="17735"/>
                    <a:pt x="24157" y="20139"/>
                    <a:pt x="23686" y="22331"/>
                  </a:cubicBezTo>
                  <a:cubicBezTo>
                    <a:pt x="22720" y="26903"/>
                    <a:pt x="20457" y="31287"/>
                    <a:pt x="20057" y="35859"/>
                  </a:cubicBezTo>
                  <a:cubicBezTo>
                    <a:pt x="19491" y="42129"/>
                    <a:pt x="19185" y="48751"/>
                    <a:pt x="20552" y="54808"/>
                  </a:cubicBezTo>
                  <a:cubicBezTo>
                    <a:pt x="22060" y="61525"/>
                    <a:pt x="27481" y="62421"/>
                    <a:pt x="31016" y="56670"/>
                  </a:cubicBezTo>
                  <a:cubicBezTo>
                    <a:pt x="39830" y="42388"/>
                    <a:pt x="44120" y="26809"/>
                    <a:pt x="40113" y="10052"/>
                  </a:cubicBezTo>
                  <a:cubicBezTo>
                    <a:pt x="37945" y="931"/>
                    <a:pt x="31087" y="-2109"/>
                    <a:pt x="22461" y="14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33" name="Google Shape;1933;p48"/>
            <p:cNvSpPr/>
            <p:nvPr/>
          </p:nvSpPr>
          <p:spPr>
            <a:xfrm>
              <a:off x="273948" y="3156773"/>
              <a:ext cx="20357" cy="72849"/>
            </a:xfrm>
            <a:custGeom>
              <a:rect b="b" l="l" r="r" t="t"/>
              <a:pathLst>
                <a:path extrusionOk="0" h="72849" w="20357">
                  <a:moveTo>
                    <a:pt x="3576" y="71223"/>
                  </a:moveTo>
                  <a:cubicBezTo>
                    <a:pt x="4731" y="71765"/>
                    <a:pt x="5909" y="72307"/>
                    <a:pt x="7064" y="72849"/>
                  </a:cubicBezTo>
                  <a:cubicBezTo>
                    <a:pt x="8054" y="70846"/>
                    <a:pt x="8926" y="68772"/>
                    <a:pt x="10057" y="66863"/>
                  </a:cubicBezTo>
                  <a:cubicBezTo>
                    <a:pt x="20852" y="48433"/>
                    <a:pt x="23232" y="28918"/>
                    <a:pt x="16869" y="8626"/>
                  </a:cubicBezTo>
                  <a:cubicBezTo>
                    <a:pt x="15808" y="5209"/>
                    <a:pt x="11424" y="2852"/>
                    <a:pt x="8596" y="0"/>
                  </a:cubicBezTo>
                  <a:cubicBezTo>
                    <a:pt x="6004" y="3300"/>
                    <a:pt x="1431" y="6458"/>
                    <a:pt x="1196" y="9899"/>
                  </a:cubicBezTo>
                  <a:cubicBezTo>
                    <a:pt x="88" y="26019"/>
                    <a:pt x="-101" y="42234"/>
                    <a:pt x="41" y="58402"/>
                  </a:cubicBezTo>
                  <a:cubicBezTo>
                    <a:pt x="64" y="62668"/>
                    <a:pt x="2327" y="66934"/>
                    <a:pt x="3576" y="71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34" name="Google Shape;1934;p48"/>
            <p:cNvSpPr/>
            <p:nvPr/>
          </p:nvSpPr>
          <p:spPr>
            <a:xfrm>
              <a:off x="245628" y="2882038"/>
              <a:ext cx="39110" cy="60416"/>
            </a:xfrm>
            <a:custGeom>
              <a:rect b="b" l="l" r="r" t="t"/>
              <a:pathLst>
                <a:path extrusionOk="0" h="60416" w="39110">
                  <a:moveTo>
                    <a:pt x="37789" y="0"/>
                  </a:moveTo>
                  <a:cubicBezTo>
                    <a:pt x="34631" y="1673"/>
                    <a:pt x="33075" y="2074"/>
                    <a:pt x="32156" y="3064"/>
                  </a:cubicBezTo>
                  <a:cubicBezTo>
                    <a:pt x="18604" y="17653"/>
                    <a:pt x="6797" y="33420"/>
                    <a:pt x="457" y="52581"/>
                  </a:cubicBezTo>
                  <a:cubicBezTo>
                    <a:pt x="-274" y="54773"/>
                    <a:pt x="-180" y="58873"/>
                    <a:pt x="1117" y="59722"/>
                  </a:cubicBezTo>
                  <a:cubicBezTo>
                    <a:pt x="2861" y="60877"/>
                    <a:pt x="6372" y="60429"/>
                    <a:pt x="8682" y="59557"/>
                  </a:cubicBezTo>
                  <a:cubicBezTo>
                    <a:pt x="23789" y="53853"/>
                    <a:pt x="38944" y="31699"/>
                    <a:pt x="39109" y="15154"/>
                  </a:cubicBezTo>
                  <a:cubicBezTo>
                    <a:pt x="39156" y="10606"/>
                    <a:pt x="38354" y="6033"/>
                    <a:pt x="37789"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35" name="Google Shape;1935;p48"/>
            <p:cNvSpPr/>
            <p:nvPr/>
          </p:nvSpPr>
          <p:spPr>
            <a:xfrm>
              <a:off x="183763" y="2948213"/>
              <a:ext cx="43408" cy="40419"/>
            </a:xfrm>
            <a:custGeom>
              <a:rect b="b" l="l" r="r" t="t"/>
              <a:pathLst>
                <a:path extrusionOk="0" h="40419" w="43408">
                  <a:moveTo>
                    <a:pt x="7" y="30973"/>
                  </a:moveTo>
                  <a:cubicBezTo>
                    <a:pt x="-205" y="39741"/>
                    <a:pt x="4367" y="42734"/>
                    <a:pt x="12239" y="38562"/>
                  </a:cubicBezTo>
                  <a:cubicBezTo>
                    <a:pt x="24754" y="31940"/>
                    <a:pt x="34040" y="21805"/>
                    <a:pt x="41558" y="10045"/>
                  </a:cubicBezTo>
                  <a:cubicBezTo>
                    <a:pt x="45117" y="4483"/>
                    <a:pt x="43514" y="1560"/>
                    <a:pt x="37009" y="405"/>
                  </a:cubicBezTo>
                  <a:cubicBezTo>
                    <a:pt x="19215" y="-2729"/>
                    <a:pt x="455" y="12779"/>
                    <a:pt x="7" y="3097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36" name="Google Shape;1936;p48"/>
            <p:cNvSpPr/>
            <p:nvPr/>
          </p:nvSpPr>
          <p:spPr>
            <a:xfrm>
              <a:off x="725180" y="3917369"/>
              <a:ext cx="85599" cy="16684"/>
            </a:xfrm>
            <a:custGeom>
              <a:rect b="b" l="l" r="r" t="t"/>
              <a:pathLst>
                <a:path extrusionOk="0" h="16684" w="85599">
                  <a:moveTo>
                    <a:pt x="0" y="4194"/>
                  </a:moveTo>
                  <a:cubicBezTo>
                    <a:pt x="10818" y="16308"/>
                    <a:pt x="74099" y="21352"/>
                    <a:pt x="85600" y="11382"/>
                  </a:cubicBezTo>
                  <a:cubicBezTo>
                    <a:pt x="72897" y="1154"/>
                    <a:pt x="10464" y="-4314"/>
                    <a:pt x="0" y="41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37" name="Google Shape;1937;p48"/>
            <p:cNvSpPr/>
            <p:nvPr/>
          </p:nvSpPr>
          <p:spPr>
            <a:xfrm>
              <a:off x="302847" y="3044918"/>
              <a:ext cx="21216" cy="73438"/>
            </a:xfrm>
            <a:custGeom>
              <a:rect b="b" l="l" r="r" t="t"/>
              <a:pathLst>
                <a:path extrusionOk="0" h="73438" w="21216">
                  <a:moveTo>
                    <a:pt x="15238" y="73439"/>
                  </a:moveTo>
                  <a:cubicBezTo>
                    <a:pt x="16959" y="70021"/>
                    <a:pt x="18349" y="68254"/>
                    <a:pt x="18773" y="66274"/>
                  </a:cubicBezTo>
                  <a:cubicBezTo>
                    <a:pt x="23204" y="45652"/>
                    <a:pt x="21861" y="25477"/>
                    <a:pt x="12669" y="6340"/>
                  </a:cubicBezTo>
                  <a:cubicBezTo>
                    <a:pt x="11349" y="3582"/>
                    <a:pt x="7343" y="2098"/>
                    <a:pt x="4585" y="0"/>
                  </a:cubicBezTo>
                  <a:cubicBezTo>
                    <a:pt x="3006" y="3252"/>
                    <a:pt x="131" y="6481"/>
                    <a:pt x="37" y="9781"/>
                  </a:cubicBezTo>
                  <a:cubicBezTo>
                    <a:pt x="-482" y="29295"/>
                    <a:pt x="4585" y="47844"/>
                    <a:pt x="11019" y="66038"/>
                  </a:cubicBezTo>
                  <a:cubicBezTo>
                    <a:pt x="11774" y="68183"/>
                    <a:pt x="13282" y="70045"/>
                    <a:pt x="15238" y="7343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38" name="Google Shape;1938;p48"/>
            <p:cNvSpPr/>
            <p:nvPr/>
          </p:nvSpPr>
          <p:spPr>
            <a:xfrm>
              <a:off x="650280" y="3887752"/>
              <a:ext cx="53236" cy="30841"/>
            </a:xfrm>
            <a:custGeom>
              <a:rect b="b" l="l" r="r" t="t"/>
              <a:pathLst>
                <a:path extrusionOk="0" h="30841" w="53236">
                  <a:moveTo>
                    <a:pt x="47961" y="12223"/>
                  </a:moveTo>
                  <a:cubicBezTo>
                    <a:pt x="36601" y="3620"/>
                    <a:pt x="23663" y="-669"/>
                    <a:pt x="9404" y="85"/>
                  </a:cubicBezTo>
                  <a:cubicBezTo>
                    <a:pt x="6198" y="250"/>
                    <a:pt x="3135" y="2890"/>
                    <a:pt x="0" y="4398"/>
                  </a:cubicBezTo>
                  <a:cubicBezTo>
                    <a:pt x="1650" y="7721"/>
                    <a:pt x="2451" y="12223"/>
                    <a:pt x="5114" y="14202"/>
                  </a:cubicBezTo>
                  <a:cubicBezTo>
                    <a:pt x="18666" y="24313"/>
                    <a:pt x="35258" y="26199"/>
                    <a:pt x="50813" y="30841"/>
                  </a:cubicBezTo>
                  <a:cubicBezTo>
                    <a:pt x="54537" y="23182"/>
                    <a:pt x="54254" y="16983"/>
                    <a:pt x="47961" y="12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39" name="Google Shape;1939;p48"/>
            <p:cNvSpPr/>
            <p:nvPr/>
          </p:nvSpPr>
          <p:spPr>
            <a:xfrm>
              <a:off x="273793" y="2995072"/>
              <a:ext cx="15487" cy="74664"/>
            </a:xfrm>
            <a:custGeom>
              <a:rect b="b" l="l" r="r" t="t"/>
              <a:pathLst>
                <a:path extrusionOk="0" h="74664" w="15487">
                  <a:moveTo>
                    <a:pt x="5122" y="74664"/>
                  </a:moveTo>
                  <a:cubicBezTo>
                    <a:pt x="6843" y="71412"/>
                    <a:pt x="9199" y="68324"/>
                    <a:pt x="10142" y="64836"/>
                  </a:cubicBezTo>
                  <a:cubicBezTo>
                    <a:pt x="14809" y="47561"/>
                    <a:pt x="17000" y="29979"/>
                    <a:pt x="14337" y="12114"/>
                  </a:cubicBezTo>
                  <a:cubicBezTo>
                    <a:pt x="13607" y="7212"/>
                    <a:pt x="14361" y="71"/>
                    <a:pt x="7856" y="0"/>
                  </a:cubicBezTo>
                  <a:cubicBezTo>
                    <a:pt x="5381" y="-24"/>
                    <a:pt x="880" y="7471"/>
                    <a:pt x="668" y="11713"/>
                  </a:cubicBezTo>
                  <a:cubicBezTo>
                    <a:pt x="-252" y="29154"/>
                    <a:pt x="8" y="46665"/>
                    <a:pt x="126" y="64129"/>
                  </a:cubicBezTo>
                  <a:cubicBezTo>
                    <a:pt x="149" y="67405"/>
                    <a:pt x="1540" y="70681"/>
                    <a:pt x="2294" y="73957"/>
                  </a:cubicBezTo>
                  <a:cubicBezTo>
                    <a:pt x="3213" y="74216"/>
                    <a:pt x="4179" y="74429"/>
                    <a:pt x="5122" y="7466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40" name="Google Shape;1940;p48"/>
            <p:cNvSpPr/>
            <p:nvPr/>
          </p:nvSpPr>
          <p:spPr>
            <a:xfrm>
              <a:off x="844279" y="3812063"/>
              <a:ext cx="47590" cy="27176"/>
            </a:xfrm>
            <a:custGeom>
              <a:rect b="b" l="l" r="r" t="t"/>
              <a:pathLst>
                <a:path extrusionOk="0" h="27176" w="47590">
                  <a:moveTo>
                    <a:pt x="8004" y="2029"/>
                  </a:moveTo>
                  <a:cubicBezTo>
                    <a:pt x="-1187" y="4857"/>
                    <a:pt x="-2649" y="11527"/>
                    <a:pt x="4587" y="17726"/>
                  </a:cubicBezTo>
                  <a:cubicBezTo>
                    <a:pt x="11492" y="23641"/>
                    <a:pt x="19623" y="26870"/>
                    <a:pt x="30983" y="27176"/>
                  </a:cubicBezTo>
                  <a:cubicBezTo>
                    <a:pt x="32774" y="26634"/>
                    <a:pt x="37158" y="26352"/>
                    <a:pt x="40010" y="24160"/>
                  </a:cubicBezTo>
                  <a:cubicBezTo>
                    <a:pt x="43404" y="21544"/>
                    <a:pt x="47151" y="17443"/>
                    <a:pt x="47575" y="13625"/>
                  </a:cubicBezTo>
                  <a:cubicBezTo>
                    <a:pt x="47882" y="10891"/>
                    <a:pt x="43545" y="6436"/>
                    <a:pt x="40269" y="4740"/>
                  </a:cubicBezTo>
                  <a:cubicBezTo>
                    <a:pt x="30064" y="-563"/>
                    <a:pt x="19034" y="-1341"/>
                    <a:pt x="8004" y="20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41" name="Google Shape;1941;p48"/>
            <p:cNvSpPr/>
            <p:nvPr/>
          </p:nvSpPr>
          <p:spPr>
            <a:xfrm>
              <a:off x="272219" y="3249109"/>
              <a:ext cx="24684" cy="63238"/>
            </a:xfrm>
            <a:custGeom>
              <a:rect b="b" l="l" r="r" t="t"/>
              <a:pathLst>
                <a:path extrusionOk="0" h="63238" w="24684">
                  <a:moveTo>
                    <a:pt x="19753" y="63026"/>
                  </a:moveTo>
                  <a:cubicBezTo>
                    <a:pt x="21167" y="57417"/>
                    <a:pt x="23170" y="51855"/>
                    <a:pt x="23901" y="46151"/>
                  </a:cubicBezTo>
                  <a:cubicBezTo>
                    <a:pt x="26022" y="29418"/>
                    <a:pt x="24608" y="13509"/>
                    <a:pt x="9925" y="2102"/>
                  </a:cubicBezTo>
                  <a:cubicBezTo>
                    <a:pt x="8039" y="641"/>
                    <a:pt x="4858" y="-396"/>
                    <a:pt x="2713" y="146"/>
                  </a:cubicBezTo>
                  <a:cubicBezTo>
                    <a:pt x="1346" y="476"/>
                    <a:pt x="-68" y="4105"/>
                    <a:pt x="3" y="6203"/>
                  </a:cubicBezTo>
                  <a:cubicBezTo>
                    <a:pt x="497" y="26849"/>
                    <a:pt x="8958" y="45044"/>
                    <a:pt x="17255" y="63238"/>
                  </a:cubicBezTo>
                  <a:cubicBezTo>
                    <a:pt x="18056" y="63191"/>
                    <a:pt x="18904" y="63120"/>
                    <a:pt x="19753" y="6302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42" name="Google Shape;1942;p48"/>
            <p:cNvSpPr/>
            <p:nvPr/>
          </p:nvSpPr>
          <p:spPr>
            <a:xfrm>
              <a:off x="353673" y="2233375"/>
              <a:ext cx="66415" cy="25761"/>
            </a:xfrm>
            <a:custGeom>
              <a:rect b="b" l="l" r="r" t="t"/>
              <a:pathLst>
                <a:path extrusionOk="0" h="25761" w="66415">
                  <a:moveTo>
                    <a:pt x="66415" y="2140"/>
                  </a:moveTo>
                  <a:cubicBezTo>
                    <a:pt x="52816" y="-5685"/>
                    <a:pt x="7966" y="9352"/>
                    <a:pt x="0" y="24600"/>
                  </a:cubicBezTo>
                  <a:cubicBezTo>
                    <a:pt x="19208" y="29502"/>
                    <a:pt x="52887" y="18284"/>
                    <a:pt x="66415" y="214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43" name="Google Shape;1943;p48"/>
            <p:cNvSpPr/>
            <p:nvPr/>
          </p:nvSpPr>
          <p:spPr>
            <a:xfrm>
              <a:off x="744105" y="2539634"/>
              <a:ext cx="66910" cy="16852"/>
            </a:xfrm>
            <a:custGeom>
              <a:rect b="b" l="l" r="r" t="t"/>
              <a:pathLst>
                <a:path extrusionOk="0" h="16852" w="66910">
                  <a:moveTo>
                    <a:pt x="19090" y="4224"/>
                  </a:moveTo>
                  <a:cubicBezTo>
                    <a:pt x="12562" y="5285"/>
                    <a:pt x="6340" y="8372"/>
                    <a:pt x="0" y="10540"/>
                  </a:cubicBezTo>
                  <a:cubicBezTo>
                    <a:pt x="118" y="11931"/>
                    <a:pt x="212" y="13298"/>
                    <a:pt x="330" y="14688"/>
                  </a:cubicBezTo>
                  <a:cubicBezTo>
                    <a:pt x="12468" y="15490"/>
                    <a:pt x="24605" y="17045"/>
                    <a:pt x="36719" y="16833"/>
                  </a:cubicBezTo>
                  <a:cubicBezTo>
                    <a:pt x="44662" y="16715"/>
                    <a:pt x="52722" y="14547"/>
                    <a:pt x="60429" y="12285"/>
                  </a:cubicBezTo>
                  <a:cubicBezTo>
                    <a:pt x="63045" y="11530"/>
                    <a:pt x="64789" y="7736"/>
                    <a:pt x="66910" y="5308"/>
                  </a:cubicBezTo>
                  <a:cubicBezTo>
                    <a:pt x="64059" y="3446"/>
                    <a:pt x="61112" y="-160"/>
                    <a:pt x="58402" y="5"/>
                  </a:cubicBezTo>
                  <a:cubicBezTo>
                    <a:pt x="45251" y="807"/>
                    <a:pt x="32100" y="2127"/>
                    <a:pt x="19090" y="422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44" name="Google Shape;1944;p48"/>
            <p:cNvSpPr/>
            <p:nvPr/>
          </p:nvSpPr>
          <p:spPr>
            <a:xfrm>
              <a:off x="1155324" y="3913500"/>
              <a:ext cx="33592" cy="33118"/>
            </a:xfrm>
            <a:custGeom>
              <a:rect b="b" l="l" r="r" t="t"/>
              <a:pathLst>
                <a:path extrusionOk="0" h="33118" w="33592">
                  <a:moveTo>
                    <a:pt x="22248" y="3"/>
                  </a:moveTo>
                  <a:cubicBezTo>
                    <a:pt x="12091" y="-186"/>
                    <a:pt x="-23" y="9053"/>
                    <a:pt x="0" y="16925"/>
                  </a:cubicBezTo>
                  <a:cubicBezTo>
                    <a:pt x="24" y="24137"/>
                    <a:pt x="10182" y="32975"/>
                    <a:pt x="18525" y="33116"/>
                  </a:cubicBezTo>
                  <a:cubicBezTo>
                    <a:pt x="27528" y="33258"/>
                    <a:pt x="33326" y="26258"/>
                    <a:pt x="33585" y="14992"/>
                  </a:cubicBezTo>
                  <a:cubicBezTo>
                    <a:pt x="33797" y="5518"/>
                    <a:pt x="29720" y="144"/>
                    <a:pt x="22248" y="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45" name="Google Shape;1945;p48"/>
            <p:cNvSpPr/>
            <p:nvPr/>
          </p:nvSpPr>
          <p:spPr>
            <a:xfrm>
              <a:off x="614610" y="2571373"/>
              <a:ext cx="41969" cy="39442"/>
            </a:xfrm>
            <a:custGeom>
              <a:rect b="b" l="l" r="r" t="t"/>
              <a:pathLst>
                <a:path extrusionOk="0" h="39442" w="41969">
                  <a:moveTo>
                    <a:pt x="670" y="31900"/>
                  </a:moveTo>
                  <a:cubicBezTo>
                    <a:pt x="-861" y="35718"/>
                    <a:pt x="-37" y="39419"/>
                    <a:pt x="5973" y="39442"/>
                  </a:cubicBezTo>
                  <a:cubicBezTo>
                    <a:pt x="6704" y="39230"/>
                    <a:pt x="7906" y="39018"/>
                    <a:pt x="9037" y="38547"/>
                  </a:cubicBezTo>
                  <a:cubicBezTo>
                    <a:pt x="23320" y="32749"/>
                    <a:pt x="33831" y="22591"/>
                    <a:pt x="41279" y="9346"/>
                  </a:cubicBezTo>
                  <a:cubicBezTo>
                    <a:pt x="42575" y="7036"/>
                    <a:pt x="41632" y="3453"/>
                    <a:pt x="41726" y="460"/>
                  </a:cubicBezTo>
                  <a:cubicBezTo>
                    <a:pt x="38686" y="460"/>
                    <a:pt x="34821" y="-718"/>
                    <a:pt x="32770" y="696"/>
                  </a:cubicBezTo>
                  <a:cubicBezTo>
                    <a:pt x="24121" y="6635"/>
                    <a:pt x="15683" y="12999"/>
                    <a:pt x="7859" y="19998"/>
                  </a:cubicBezTo>
                  <a:cubicBezTo>
                    <a:pt x="4536" y="22968"/>
                    <a:pt x="2367" y="27635"/>
                    <a:pt x="670" y="3190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46" name="Google Shape;1946;p48"/>
            <p:cNvSpPr/>
            <p:nvPr/>
          </p:nvSpPr>
          <p:spPr>
            <a:xfrm>
              <a:off x="601629" y="3717698"/>
              <a:ext cx="41788" cy="33354"/>
            </a:xfrm>
            <a:custGeom>
              <a:rect b="b" l="l" r="r" t="t"/>
              <a:pathLst>
                <a:path extrusionOk="0" h="33354" w="41788">
                  <a:moveTo>
                    <a:pt x="6" y="6552"/>
                  </a:moveTo>
                  <a:cubicBezTo>
                    <a:pt x="760" y="17983"/>
                    <a:pt x="20298" y="34622"/>
                    <a:pt x="31729" y="33278"/>
                  </a:cubicBezTo>
                  <a:cubicBezTo>
                    <a:pt x="35146" y="32878"/>
                    <a:pt x="39082" y="30285"/>
                    <a:pt x="41156" y="27504"/>
                  </a:cubicBezTo>
                  <a:cubicBezTo>
                    <a:pt x="42429" y="25784"/>
                    <a:pt x="41651" y="20787"/>
                    <a:pt x="39977" y="18949"/>
                  </a:cubicBezTo>
                  <a:cubicBezTo>
                    <a:pt x="30739" y="8815"/>
                    <a:pt x="18648" y="3630"/>
                    <a:pt x="3706" y="0"/>
                  </a:cubicBezTo>
                  <a:cubicBezTo>
                    <a:pt x="2410" y="2145"/>
                    <a:pt x="-136" y="4454"/>
                    <a:pt x="6" y="655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47" name="Google Shape;1947;p48"/>
            <p:cNvSpPr/>
            <p:nvPr/>
          </p:nvSpPr>
          <p:spPr>
            <a:xfrm>
              <a:off x="205446" y="2886289"/>
              <a:ext cx="39182" cy="41739"/>
            </a:xfrm>
            <a:custGeom>
              <a:rect b="b" l="l" r="r" t="t"/>
              <a:pathLst>
                <a:path extrusionOk="0" h="41739" w="39182">
                  <a:moveTo>
                    <a:pt x="37857" y="10692"/>
                  </a:moveTo>
                  <a:cubicBezTo>
                    <a:pt x="38564" y="9137"/>
                    <a:pt x="38918" y="7440"/>
                    <a:pt x="39177" y="6615"/>
                  </a:cubicBezTo>
                  <a:cubicBezTo>
                    <a:pt x="39319" y="416"/>
                    <a:pt x="36443" y="-1493"/>
                    <a:pt x="30716" y="1171"/>
                  </a:cubicBezTo>
                  <a:cubicBezTo>
                    <a:pt x="16764" y="7699"/>
                    <a:pt x="6983" y="18587"/>
                    <a:pt x="643" y="32446"/>
                  </a:cubicBezTo>
                  <a:cubicBezTo>
                    <a:pt x="-535" y="34991"/>
                    <a:pt x="290" y="38455"/>
                    <a:pt x="172" y="41496"/>
                  </a:cubicBezTo>
                  <a:cubicBezTo>
                    <a:pt x="3377" y="41402"/>
                    <a:pt x="7195" y="42368"/>
                    <a:pt x="9717" y="41001"/>
                  </a:cubicBezTo>
                  <a:cubicBezTo>
                    <a:pt x="22491" y="34190"/>
                    <a:pt x="31871" y="23914"/>
                    <a:pt x="37857" y="1069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48" name="Google Shape;1948;p48"/>
            <p:cNvSpPr/>
            <p:nvPr/>
          </p:nvSpPr>
          <p:spPr>
            <a:xfrm>
              <a:off x="456519" y="3259342"/>
              <a:ext cx="27537" cy="63021"/>
            </a:xfrm>
            <a:custGeom>
              <a:rect b="b" l="l" r="r" t="t"/>
              <a:pathLst>
                <a:path extrusionOk="0" h="63021" w="27537">
                  <a:moveTo>
                    <a:pt x="1916" y="0"/>
                  </a:moveTo>
                  <a:cubicBezTo>
                    <a:pt x="1279" y="4337"/>
                    <a:pt x="-606" y="8909"/>
                    <a:pt x="195" y="12939"/>
                  </a:cubicBezTo>
                  <a:cubicBezTo>
                    <a:pt x="3518" y="29366"/>
                    <a:pt x="11178" y="44049"/>
                    <a:pt x="20346" y="57931"/>
                  </a:cubicBezTo>
                  <a:cubicBezTo>
                    <a:pt x="21595" y="59816"/>
                    <a:pt x="23433" y="61348"/>
                    <a:pt x="24989" y="63021"/>
                  </a:cubicBezTo>
                  <a:cubicBezTo>
                    <a:pt x="25625" y="62691"/>
                    <a:pt x="26238" y="62338"/>
                    <a:pt x="26874" y="62008"/>
                  </a:cubicBezTo>
                  <a:cubicBezTo>
                    <a:pt x="27110" y="60123"/>
                    <a:pt x="27581" y="58237"/>
                    <a:pt x="27534" y="56352"/>
                  </a:cubicBezTo>
                  <a:cubicBezTo>
                    <a:pt x="27134" y="38558"/>
                    <a:pt x="20652" y="22626"/>
                    <a:pt x="11720" y="7660"/>
                  </a:cubicBezTo>
                  <a:cubicBezTo>
                    <a:pt x="9764" y="4337"/>
                    <a:pt x="5262" y="2522"/>
                    <a:pt x="1916"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49" name="Google Shape;1949;p48"/>
            <p:cNvSpPr/>
            <p:nvPr/>
          </p:nvSpPr>
          <p:spPr>
            <a:xfrm>
              <a:off x="1059613" y="2484313"/>
              <a:ext cx="49611" cy="25818"/>
            </a:xfrm>
            <a:custGeom>
              <a:rect b="b" l="l" r="r" t="t"/>
              <a:pathLst>
                <a:path extrusionOk="0" h="25818" w="49611">
                  <a:moveTo>
                    <a:pt x="43413" y="10688"/>
                  </a:moveTo>
                  <a:cubicBezTo>
                    <a:pt x="33773" y="3334"/>
                    <a:pt x="22555" y="-719"/>
                    <a:pt x="10323" y="106"/>
                  </a:cubicBezTo>
                  <a:cubicBezTo>
                    <a:pt x="6764" y="341"/>
                    <a:pt x="3441" y="3712"/>
                    <a:pt x="0" y="5644"/>
                  </a:cubicBezTo>
                  <a:cubicBezTo>
                    <a:pt x="2239" y="8684"/>
                    <a:pt x="3818" y="13233"/>
                    <a:pt x="6811" y="14506"/>
                  </a:cubicBezTo>
                  <a:cubicBezTo>
                    <a:pt x="17087" y="18913"/>
                    <a:pt x="27858" y="22165"/>
                    <a:pt x="38346" y="25819"/>
                  </a:cubicBezTo>
                  <a:cubicBezTo>
                    <a:pt x="42988" y="23674"/>
                    <a:pt x="46288" y="22142"/>
                    <a:pt x="49611" y="20610"/>
                  </a:cubicBezTo>
                  <a:cubicBezTo>
                    <a:pt x="47584" y="17240"/>
                    <a:pt x="46312" y="12880"/>
                    <a:pt x="43413" y="1068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50" name="Google Shape;1950;p48"/>
            <p:cNvSpPr/>
            <p:nvPr/>
          </p:nvSpPr>
          <p:spPr>
            <a:xfrm>
              <a:off x="1216188" y="3885281"/>
              <a:ext cx="33982" cy="29824"/>
            </a:xfrm>
            <a:custGeom>
              <a:rect b="b" l="l" r="r" t="t"/>
              <a:pathLst>
                <a:path extrusionOk="0" h="29824" w="33982">
                  <a:moveTo>
                    <a:pt x="18867" y="270"/>
                  </a:moveTo>
                  <a:cubicBezTo>
                    <a:pt x="10170" y="1849"/>
                    <a:pt x="4208" y="7246"/>
                    <a:pt x="1144" y="15448"/>
                  </a:cubicBezTo>
                  <a:cubicBezTo>
                    <a:pt x="-2014" y="23862"/>
                    <a:pt x="1379" y="28340"/>
                    <a:pt x="11184" y="29825"/>
                  </a:cubicBezTo>
                  <a:cubicBezTo>
                    <a:pt x="17217" y="26808"/>
                    <a:pt x="23604" y="24333"/>
                    <a:pt x="29143" y="20562"/>
                  </a:cubicBezTo>
                  <a:cubicBezTo>
                    <a:pt x="33762" y="17404"/>
                    <a:pt x="35365" y="11936"/>
                    <a:pt x="32678" y="6657"/>
                  </a:cubicBezTo>
                  <a:cubicBezTo>
                    <a:pt x="29921" y="1260"/>
                    <a:pt x="24688" y="-791"/>
                    <a:pt x="18867" y="27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51" name="Google Shape;1951;p48"/>
            <p:cNvSpPr/>
            <p:nvPr/>
          </p:nvSpPr>
          <p:spPr>
            <a:xfrm>
              <a:off x="177611" y="3034557"/>
              <a:ext cx="27300" cy="35124"/>
            </a:xfrm>
            <a:custGeom>
              <a:rect b="b" l="l" r="r" t="t"/>
              <a:pathLst>
                <a:path extrusionOk="0" h="35124" w="27300">
                  <a:moveTo>
                    <a:pt x="10590" y="4021"/>
                  </a:moveTo>
                  <a:cubicBezTo>
                    <a:pt x="6772" y="7627"/>
                    <a:pt x="3567" y="12270"/>
                    <a:pt x="1304" y="17031"/>
                  </a:cubicBezTo>
                  <a:cubicBezTo>
                    <a:pt x="-1925" y="23819"/>
                    <a:pt x="1116" y="30866"/>
                    <a:pt x="7408" y="33812"/>
                  </a:cubicBezTo>
                  <a:cubicBezTo>
                    <a:pt x="13984" y="36875"/>
                    <a:pt x="20347" y="34542"/>
                    <a:pt x="23741" y="27189"/>
                  </a:cubicBezTo>
                  <a:cubicBezTo>
                    <a:pt x="25556" y="23253"/>
                    <a:pt x="26310" y="18822"/>
                    <a:pt x="27300" y="15452"/>
                  </a:cubicBezTo>
                  <a:cubicBezTo>
                    <a:pt x="26782" y="12482"/>
                    <a:pt x="26593" y="10503"/>
                    <a:pt x="26098" y="8641"/>
                  </a:cubicBezTo>
                  <a:cubicBezTo>
                    <a:pt x="23529" y="-787"/>
                    <a:pt x="17731" y="-2766"/>
                    <a:pt x="10590" y="402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52" name="Google Shape;1952;p48"/>
            <p:cNvSpPr/>
            <p:nvPr/>
          </p:nvSpPr>
          <p:spPr>
            <a:xfrm>
              <a:off x="703551" y="3938976"/>
              <a:ext cx="27543" cy="34163"/>
            </a:xfrm>
            <a:custGeom>
              <a:rect b="b" l="l" r="r" t="t"/>
              <a:pathLst>
                <a:path extrusionOk="0" h="34163" w="27543">
                  <a:moveTo>
                    <a:pt x="11895" y="970"/>
                  </a:moveTo>
                  <a:cubicBezTo>
                    <a:pt x="7370" y="-1387"/>
                    <a:pt x="4329" y="829"/>
                    <a:pt x="2161" y="4623"/>
                  </a:cubicBezTo>
                  <a:cubicBezTo>
                    <a:pt x="-2058" y="11953"/>
                    <a:pt x="87" y="27037"/>
                    <a:pt x="6969" y="31892"/>
                  </a:cubicBezTo>
                  <a:cubicBezTo>
                    <a:pt x="9962" y="33989"/>
                    <a:pt x="15618" y="34885"/>
                    <a:pt x="18824" y="33494"/>
                  </a:cubicBezTo>
                  <a:cubicBezTo>
                    <a:pt x="22713" y="31821"/>
                    <a:pt x="25305" y="27131"/>
                    <a:pt x="27544" y="24727"/>
                  </a:cubicBezTo>
                  <a:cubicBezTo>
                    <a:pt x="25211" y="13014"/>
                    <a:pt x="20591" y="5519"/>
                    <a:pt x="11895" y="97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53" name="Google Shape;1953;p48"/>
            <p:cNvSpPr/>
            <p:nvPr/>
          </p:nvSpPr>
          <p:spPr>
            <a:xfrm>
              <a:off x="392632" y="3641995"/>
              <a:ext cx="27649" cy="35120"/>
            </a:xfrm>
            <a:custGeom>
              <a:rect b="b" l="l" r="r" t="t"/>
              <a:pathLst>
                <a:path extrusionOk="0" h="35120" w="27649">
                  <a:moveTo>
                    <a:pt x="14023" y="2029"/>
                  </a:moveTo>
                  <a:cubicBezTo>
                    <a:pt x="9993" y="-2001"/>
                    <a:pt x="4431" y="332"/>
                    <a:pt x="2310" y="5870"/>
                  </a:cubicBezTo>
                  <a:cubicBezTo>
                    <a:pt x="1273" y="8581"/>
                    <a:pt x="919" y="11574"/>
                    <a:pt x="0" y="15580"/>
                  </a:cubicBezTo>
                  <a:cubicBezTo>
                    <a:pt x="1461" y="19681"/>
                    <a:pt x="2640" y="24796"/>
                    <a:pt x="5020" y="29227"/>
                  </a:cubicBezTo>
                  <a:cubicBezTo>
                    <a:pt x="7943" y="34647"/>
                    <a:pt x="13033" y="36391"/>
                    <a:pt x="18996" y="34199"/>
                  </a:cubicBezTo>
                  <a:cubicBezTo>
                    <a:pt x="24912" y="32031"/>
                    <a:pt x="29460" y="25503"/>
                    <a:pt x="26939" y="20200"/>
                  </a:cubicBezTo>
                  <a:cubicBezTo>
                    <a:pt x="23804" y="13577"/>
                    <a:pt x="19255" y="7237"/>
                    <a:pt x="14023" y="20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54" name="Google Shape;1954;p48"/>
            <p:cNvSpPr/>
            <p:nvPr/>
          </p:nvSpPr>
          <p:spPr>
            <a:xfrm>
              <a:off x="487847" y="3196528"/>
              <a:ext cx="26544" cy="35131"/>
            </a:xfrm>
            <a:custGeom>
              <a:rect b="b" l="l" r="r" t="t"/>
              <a:pathLst>
                <a:path extrusionOk="0" h="35131" w="26544">
                  <a:moveTo>
                    <a:pt x="17959" y="34321"/>
                  </a:moveTo>
                  <a:cubicBezTo>
                    <a:pt x="24370" y="32035"/>
                    <a:pt x="28423" y="25930"/>
                    <a:pt x="25666" y="19213"/>
                  </a:cubicBezTo>
                  <a:cubicBezTo>
                    <a:pt x="23120" y="12944"/>
                    <a:pt x="18666" y="7005"/>
                    <a:pt x="13740" y="2315"/>
                  </a:cubicBezTo>
                  <a:cubicBezTo>
                    <a:pt x="8838" y="-2351"/>
                    <a:pt x="2687" y="430"/>
                    <a:pt x="943" y="7147"/>
                  </a:cubicBezTo>
                  <a:cubicBezTo>
                    <a:pt x="330" y="9503"/>
                    <a:pt x="424" y="12025"/>
                    <a:pt x="0" y="16220"/>
                  </a:cubicBezTo>
                  <a:cubicBezTo>
                    <a:pt x="707" y="18860"/>
                    <a:pt x="1296" y="23291"/>
                    <a:pt x="3040" y="27227"/>
                  </a:cubicBezTo>
                  <a:cubicBezTo>
                    <a:pt x="6222" y="34226"/>
                    <a:pt x="11690" y="36536"/>
                    <a:pt x="17959" y="3432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55" name="Google Shape;1955;p48"/>
            <p:cNvSpPr/>
            <p:nvPr/>
          </p:nvSpPr>
          <p:spPr>
            <a:xfrm>
              <a:off x="1054659" y="3920419"/>
              <a:ext cx="34603" cy="26311"/>
            </a:xfrm>
            <a:custGeom>
              <a:rect b="b" l="l" r="r" t="t"/>
              <a:pathLst>
                <a:path extrusionOk="0" h="26311" w="34603">
                  <a:moveTo>
                    <a:pt x="27981" y="1167"/>
                  </a:moveTo>
                  <a:cubicBezTo>
                    <a:pt x="20462" y="-836"/>
                    <a:pt x="12756" y="-482"/>
                    <a:pt x="5874" y="3972"/>
                  </a:cubicBezTo>
                  <a:cubicBezTo>
                    <a:pt x="-2352" y="9299"/>
                    <a:pt x="-1833" y="20493"/>
                    <a:pt x="6769" y="25160"/>
                  </a:cubicBezTo>
                  <a:cubicBezTo>
                    <a:pt x="15631" y="29968"/>
                    <a:pt x="34368" y="18938"/>
                    <a:pt x="34603" y="6635"/>
                  </a:cubicBezTo>
                  <a:cubicBezTo>
                    <a:pt x="33119" y="5339"/>
                    <a:pt x="30903" y="1922"/>
                    <a:pt x="27981" y="11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56" name="Google Shape;1956;p48"/>
            <p:cNvSpPr/>
            <p:nvPr/>
          </p:nvSpPr>
          <p:spPr>
            <a:xfrm>
              <a:off x="1017722" y="3345274"/>
              <a:ext cx="18939" cy="46993"/>
            </a:xfrm>
            <a:custGeom>
              <a:rect b="b" l="l" r="r" t="t"/>
              <a:pathLst>
                <a:path extrusionOk="0" h="46993" w="18939">
                  <a:moveTo>
                    <a:pt x="14034" y="46994"/>
                  </a:moveTo>
                  <a:cubicBezTo>
                    <a:pt x="14693" y="46051"/>
                    <a:pt x="15919" y="45132"/>
                    <a:pt x="15990" y="44118"/>
                  </a:cubicBezTo>
                  <a:cubicBezTo>
                    <a:pt x="17145" y="30873"/>
                    <a:pt x="18582" y="17651"/>
                    <a:pt x="18936" y="4382"/>
                  </a:cubicBezTo>
                  <a:cubicBezTo>
                    <a:pt x="19077" y="-1180"/>
                    <a:pt x="14788" y="-732"/>
                    <a:pt x="11040" y="1790"/>
                  </a:cubicBezTo>
                  <a:cubicBezTo>
                    <a:pt x="-4868" y="12513"/>
                    <a:pt x="-3336" y="37519"/>
                    <a:pt x="14034" y="469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57" name="Google Shape;1957;p48"/>
            <p:cNvSpPr/>
            <p:nvPr/>
          </p:nvSpPr>
          <p:spPr>
            <a:xfrm>
              <a:off x="663655" y="3166531"/>
              <a:ext cx="22848" cy="48833"/>
            </a:xfrm>
            <a:custGeom>
              <a:rect b="b" l="l" r="r" t="t"/>
              <a:pathLst>
                <a:path extrusionOk="0" h="48833" w="22848">
                  <a:moveTo>
                    <a:pt x="271" y="754"/>
                  </a:moveTo>
                  <a:cubicBezTo>
                    <a:pt x="271" y="7283"/>
                    <a:pt x="-437" y="13905"/>
                    <a:pt x="436" y="20316"/>
                  </a:cubicBezTo>
                  <a:cubicBezTo>
                    <a:pt x="1802" y="30309"/>
                    <a:pt x="3711" y="40420"/>
                    <a:pt x="13209" y="46665"/>
                  </a:cubicBezTo>
                  <a:cubicBezTo>
                    <a:pt x="19149" y="50577"/>
                    <a:pt x="22849" y="49234"/>
                    <a:pt x="22849" y="42329"/>
                  </a:cubicBezTo>
                  <a:cubicBezTo>
                    <a:pt x="22872" y="25336"/>
                    <a:pt x="12974" y="12845"/>
                    <a:pt x="4065" y="0"/>
                  </a:cubicBezTo>
                  <a:cubicBezTo>
                    <a:pt x="2816" y="259"/>
                    <a:pt x="1543" y="519"/>
                    <a:pt x="271" y="75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58" name="Google Shape;1958;p48"/>
            <p:cNvSpPr/>
            <p:nvPr/>
          </p:nvSpPr>
          <p:spPr>
            <a:xfrm>
              <a:off x="1365507" y="3612300"/>
              <a:ext cx="34833" cy="38957"/>
            </a:xfrm>
            <a:custGeom>
              <a:rect b="b" l="l" r="r" t="t"/>
              <a:pathLst>
                <a:path extrusionOk="0" h="38957" w="34833">
                  <a:moveTo>
                    <a:pt x="988" y="29837"/>
                  </a:moveTo>
                  <a:cubicBezTo>
                    <a:pt x="-285" y="31487"/>
                    <a:pt x="-332" y="35635"/>
                    <a:pt x="870" y="37214"/>
                  </a:cubicBezTo>
                  <a:cubicBezTo>
                    <a:pt x="2025" y="38723"/>
                    <a:pt x="5819" y="39312"/>
                    <a:pt x="8035" y="38746"/>
                  </a:cubicBezTo>
                  <a:cubicBezTo>
                    <a:pt x="21728" y="35235"/>
                    <a:pt x="34997" y="16616"/>
                    <a:pt x="34832" y="0"/>
                  </a:cubicBezTo>
                  <a:cubicBezTo>
                    <a:pt x="21209" y="8555"/>
                    <a:pt x="10062" y="18077"/>
                    <a:pt x="988" y="2983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59" name="Google Shape;1959;p48"/>
            <p:cNvSpPr/>
            <p:nvPr/>
          </p:nvSpPr>
          <p:spPr>
            <a:xfrm>
              <a:off x="852306" y="3967506"/>
              <a:ext cx="34710" cy="20637"/>
            </a:xfrm>
            <a:custGeom>
              <a:rect b="b" l="l" r="r" t="t"/>
              <a:pathLst>
                <a:path extrusionOk="0" h="20637" w="34710">
                  <a:moveTo>
                    <a:pt x="1321" y="8806"/>
                  </a:moveTo>
                  <a:cubicBezTo>
                    <a:pt x="-1012" y="13072"/>
                    <a:pt x="-470" y="16536"/>
                    <a:pt x="4691" y="17880"/>
                  </a:cubicBezTo>
                  <a:cubicBezTo>
                    <a:pt x="9193" y="19035"/>
                    <a:pt x="13788" y="19742"/>
                    <a:pt x="18314" y="20637"/>
                  </a:cubicBezTo>
                  <a:cubicBezTo>
                    <a:pt x="21637" y="20072"/>
                    <a:pt x="24889" y="19907"/>
                    <a:pt x="27859" y="18940"/>
                  </a:cubicBezTo>
                  <a:cubicBezTo>
                    <a:pt x="35518" y="16466"/>
                    <a:pt x="36933" y="9749"/>
                    <a:pt x="31205" y="4257"/>
                  </a:cubicBezTo>
                  <a:cubicBezTo>
                    <a:pt x="23522" y="-3096"/>
                    <a:pt x="6412" y="-503"/>
                    <a:pt x="1321" y="880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60" name="Google Shape;1960;p48"/>
            <p:cNvSpPr/>
            <p:nvPr/>
          </p:nvSpPr>
          <p:spPr>
            <a:xfrm>
              <a:off x="802710" y="3663838"/>
              <a:ext cx="31291" cy="26580"/>
            </a:xfrm>
            <a:custGeom>
              <a:rect b="b" l="l" r="r" t="t"/>
              <a:pathLst>
                <a:path extrusionOk="0" h="26580" w="31291">
                  <a:moveTo>
                    <a:pt x="22777" y="26567"/>
                  </a:moveTo>
                  <a:cubicBezTo>
                    <a:pt x="30318" y="26874"/>
                    <a:pt x="33476" y="21830"/>
                    <a:pt x="29682" y="14924"/>
                  </a:cubicBezTo>
                  <a:cubicBezTo>
                    <a:pt x="25133" y="6676"/>
                    <a:pt x="17827" y="1821"/>
                    <a:pt x="8612" y="171"/>
                  </a:cubicBezTo>
                  <a:cubicBezTo>
                    <a:pt x="2084" y="-984"/>
                    <a:pt x="-1593" y="3871"/>
                    <a:pt x="670" y="10187"/>
                  </a:cubicBezTo>
                  <a:cubicBezTo>
                    <a:pt x="3521" y="18153"/>
                    <a:pt x="14433" y="26214"/>
                    <a:pt x="22777" y="265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61" name="Google Shape;1961;p48"/>
            <p:cNvSpPr/>
            <p:nvPr/>
          </p:nvSpPr>
          <p:spPr>
            <a:xfrm>
              <a:off x="770993" y="2664950"/>
              <a:ext cx="26730" cy="26539"/>
            </a:xfrm>
            <a:custGeom>
              <a:rect b="b" l="l" r="r" t="t"/>
              <a:pathLst>
                <a:path extrusionOk="0" h="26539" w="26730">
                  <a:moveTo>
                    <a:pt x="13390" y="1"/>
                  </a:moveTo>
                  <a:cubicBezTo>
                    <a:pt x="6461" y="95"/>
                    <a:pt x="145" y="6317"/>
                    <a:pt x="3" y="13176"/>
                  </a:cubicBezTo>
                  <a:cubicBezTo>
                    <a:pt x="-162" y="20553"/>
                    <a:pt x="6037" y="26586"/>
                    <a:pt x="13673" y="26539"/>
                  </a:cubicBezTo>
                  <a:cubicBezTo>
                    <a:pt x="21262" y="26492"/>
                    <a:pt x="26659" y="21165"/>
                    <a:pt x="26730" y="13647"/>
                  </a:cubicBezTo>
                  <a:cubicBezTo>
                    <a:pt x="26800" y="5987"/>
                    <a:pt x="20861" y="-93"/>
                    <a:pt x="13390" y="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62" name="Google Shape;1962;p48"/>
            <p:cNvSpPr/>
            <p:nvPr/>
          </p:nvSpPr>
          <p:spPr>
            <a:xfrm>
              <a:off x="317727" y="2940566"/>
              <a:ext cx="21710" cy="34107"/>
            </a:xfrm>
            <a:custGeom>
              <a:rect b="b" l="l" r="r" t="t"/>
              <a:pathLst>
                <a:path extrusionOk="0" h="34107" w="21710">
                  <a:moveTo>
                    <a:pt x="52" y="13450"/>
                  </a:moveTo>
                  <a:cubicBezTo>
                    <a:pt x="-585" y="21675"/>
                    <a:pt x="4765" y="27119"/>
                    <a:pt x="10280" y="32069"/>
                  </a:cubicBezTo>
                  <a:cubicBezTo>
                    <a:pt x="14145" y="35533"/>
                    <a:pt x="17728" y="34520"/>
                    <a:pt x="19142" y="29500"/>
                  </a:cubicBezTo>
                  <a:cubicBezTo>
                    <a:pt x="20509" y="24598"/>
                    <a:pt x="21075" y="19460"/>
                    <a:pt x="21711" y="15948"/>
                  </a:cubicBezTo>
                  <a:cubicBezTo>
                    <a:pt x="21711" y="5672"/>
                    <a:pt x="18600" y="370"/>
                    <a:pt x="13344" y="16"/>
                  </a:cubicBezTo>
                  <a:cubicBezTo>
                    <a:pt x="7287" y="-361"/>
                    <a:pt x="641" y="5979"/>
                    <a:pt x="52" y="134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63" name="Google Shape;1963;p48"/>
            <p:cNvSpPr/>
            <p:nvPr/>
          </p:nvSpPr>
          <p:spPr>
            <a:xfrm>
              <a:off x="1176150" y="3654684"/>
              <a:ext cx="26138" cy="31666"/>
            </a:xfrm>
            <a:custGeom>
              <a:rect b="b" l="l" r="r" t="t"/>
              <a:pathLst>
                <a:path extrusionOk="0" h="31666" w="26138">
                  <a:moveTo>
                    <a:pt x="15116" y="1477"/>
                  </a:moveTo>
                  <a:cubicBezTo>
                    <a:pt x="6843" y="5884"/>
                    <a:pt x="1564" y="12790"/>
                    <a:pt x="173" y="22241"/>
                  </a:cubicBezTo>
                  <a:cubicBezTo>
                    <a:pt x="-981" y="30018"/>
                    <a:pt x="3756" y="33883"/>
                    <a:pt x="10755" y="30348"/>
                  </a:cubicBezTo>
                  <a:cubicBezTo>
                    <a:pt x="19617" y="25894"/>
                    <a:pt x="24944" y="18446"/>
                    <a:pt x="26122" y="9443"/>
                  </a:cubicBezTo>
                  <a:cubicBezTo>
                    <a:pt x="26452" y="935"/>
                    <a:pt x="21856" y="-2105"/>
                    <a:pt x="15116" y="147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64" name="Google Shape;1964;p48"/>
            <p:cNvSpPr/>
            <p:nvPr/>
          </p:nvSpPr>
          <p:spPr>
            <a:xfrm>
              <a:off x="839036" y="3893445"/>
              <a:ext cx="26399" cy="26403"/>
            </a:xfrm>
            <a:custGeom>
              <a:rect b="b" l="l" r="r" t="t"/>
              <a:pathLst>
                <a:path extrusionOk="0" h="26403" w="26399">
                  <a:moveTo>
                    <a:pt x="26399" y="13223"/>
                  </a:moveTo>
                  <a:cubicBezTo>
                    <a:pt x="26304" y="6011"/>
                    <a:pt x="20365" y="96"/>
                    <a:pt x="13106" y="1"/>
                  </a:cubicBezTo>
                  <a:cubicBezTo>
                    <a:pt x="5588" y="-93"/>
                    <a:pt x="120" y="5328"/>
                    <a:pt x="2" y="12940"/>
                  </a:cubicBezTo>
                  <a:cubicBezTo>
                    <a:pt x="-116" y="20977"/>
                    <a:pt x="4716" y="26185"/>
                    <a:pt x="12446" y="26398"/>
                  </a:cubicBezTo>
                  <a:cubicBezTo>
                    <a:pt x="20106" y="26610"/>
                    <a:pt x="26469" y="20576"/>
                    <a:pt x="26399" y="13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65" name="Google Shape;1965;p48"/>
            <p:cNvSpPr/>
            <p:nvPr/>
          </p:nvSpPr>
          <p:spPr>
            <a:xfrm>
              <a:off x="318149" y="3481100"/>
              <a:ext cx="22938" cy="32891"/>
            </a:xfrm>
            <a:custGeom>
              <a:rect b="b" l="l" r="r" t="t"/>
              <a:pathLst>
                <a:path extrusionOk="0" h="32891" w="22938">
                  <a:moveTo>
                    <a:pt x="13606" y="161"/>
                  </a:moveTo>
                  <a:cubicBezTo>
                    <a:pt x="10895" y="-923"/>
                    <a:pt x="4273" y="3696"/>
                    <a:pt x="1704" y="7349"/>
                  </a:cubicBezTo>
                  <a:cubicBezTo>
                    <a:pt x="-3387" y="14608"/>
                    <a:pt x="3731" y="30800"/>
                    <a:pt x="12498" y="32850"/>
                  </a:cubicBezTo>
                  <a:cubicBezTo>
                    <a:pt x="14218" y="33251"/>
                    <a:pt x="18037" y="30635"/>
                    <a:pt x="18673" y="28702"/>
                  </a:cubicBezTo>
                  <a:cubicBezTo>
                    <a:pt x="20275" y="23870"/>
                    <a:pt x="20605" y="18615"/>
                    <a:pt x="21454" y="13524"/>
                  </a:cubicBezTo>
                  <a:cubicBezTo>
                    <a:pt x="21949" y="13100"/>
                    <a:pt x="22444" y="12699"/>
                    <a:pt x="22939" y="12275"/>
                  </a:cubicBezTo>
                  <a:cubicBezTo>
                    <a:pt x="19922" y="8009"/>
                    <a:pt x="17683" y="1787"/>
                    <a:pt x="13606" y="16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66" name="Google Shape;1966;p48"/>
            <p:cNvSpPr/>
            <p:nvPr/>
          </p:nvSpPr>
          <p:spPr>
            <a:xfrm>
              <a:off x="447145" y="3206317"/>
              <a:ext cx="21267" cy="32733"/>
            </a:xfrm>
            <a:custGeom>
              <a:rect b="b" l="l" r="r" t="t"/>
              <a:pathLst>
                <a:path extrusionOk="0" h="32733" w="21267">
                  <a:moveTo>
                    <a:pt x="9144" y="67"/>
                  </a:moveTo>
                  <a:cubicBezTo>
                    <a:pt x="7424" y="-428"/>
                    <a:pt x="3441" y="1906"/>
                    <a:pt x="2734" y="3768"/>
                  </a:cubicBezTo>
                  <a:cubicBezTo>
                    <a:pt x="1037" y="8293"/>
                    <a:pt x="660" y="13313"/>
                    <a:pt x="0" y="16848"/>
                  </a:cubicBezTo>
                  <a:cubicBezTo>
                    <a:pt x="236" y="19723"/>
                    <a:pt x="-71" y="21420"/>
                    <a:pt x="589" y="22622"/>
                  </a:cubicBezTo>
                  <a:cubicBezTo>
                    <a:pt x="2569" y="26299"/>
                    <a:pt x="5020" y="32804"/>
                    <a:pt x="7070" y="32733"/>
                  </a:cubicBezTo>
                  <a:cubicBezTo>
                    <a:pt x="11218" y="32568"/>
                    <a:pt x="16404" y="29716"/>
                    <a:pt x="19020" y="26322"/>
                  </a:cubicBezTo>
                  <a:cubicBezTo>
                    <a:pt x="24817" y="18757"/>
                    <a:pt x="18642" y="2825"/>
                    <a:pt x="9144" y="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67" name="Google Shape;1967;p48"/>
            <p:cNvSpPr/>
            <p:nvPr/>
          </p:nvSpPr>
          <p:spPr>
            <a:xfrm>
              <a:off x="1418322" y="3503319"/>
              <a:ext cx="21332" cy="32965"/>
            </a:xfrm>
            <a:custGeom>
              <a:rect b="b" l="l" r="r" t="t"/>
              <a:pathLst>
                <a:path extrusionOk="0" h="32965" w="21332">
                  <a:moveTo>
                    <a:pt x="9121" y="49"/>
                  </a:moveTo>
                  <a:cubicBezTo>
                    <a:pt x="7283" y="-375"/>
                    <a:pt x="3464" y="2052"/>
                    <a:pt x="2663" y="4008"/>
                  </a:cubicBezTo>
                  <a:cubicBezTo>
                    <a:pt x="1013" y="7991"/>
                    <a:pt x="801" y="12587"/>
                    <a:pt x="0" y="16924"/>
                  </a:cubicBezTo>
                  <a:cubicBezTo>
                    <a:pt x="236" y="16971"/>
                    <a:pt x="448" y="16994"/>
                    <a:pt x="683" y="17042"/>
                  </a:cubicBezTo>
                  <a:cubicBezTo>
                    <a:pt x="683" y="19257"/>
                    <a:pt x="0" y="21802"/>
                    <a:pt x="825" y="23641"/>
                  </a:cubicBezTo>
                  <a:cubicBezTo>
                    <a:pt x="2333" y="27034"/>
                    <a:pt x="4148" y="31748"/>
                    <a:pt x="6929" y="32738"/>
                  </a:cubicBezTo>
                  <a:cubicBezTo>
                    <a:pt x="9639" y="33681"/>
                    <a:pt x="14589" y="31536"/>
                    <a:pt x="17111" y="29179"/>
                  </a:cubicBezTo>
                  <a:cubicBezTo>
                    <a:pt x="25595" y="21260"/>
                    <a:pt x="20457" y="2618"/>
                    <a:pt x="9121" y="4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68" name="Google Shape;1968;p48"/>
            <p:cNvSpPr/>
            <p:nvPr/>
          </p:nvSpPr>
          <p:spPr>
            <a:xfrm>
              <a:off x="1431953" y="3262303"/>
              <a:ext cx="26036" cy="32364"/>
            </a:xfrm>
            <a:custGeom>
              <a:rect b="b" l="l" r="r" t="t"/>
              <a:pathLst>
                <a:path extrusionOk="0" h="32364" w="26036">
                  <a:moveTo>
                    <a:pt x="5907" y="32"/>
                  </a:moveTo>
                  <a:cubicBezTo>
                    <a:pt x="4281" y="-227"/>
                    <a:pt x="1335" y="1117"/>
                    <a:pt x="745" y="2483"/>
                  </a:cubicBezTo>
                  <a:cubicBezTo>
                    <a:pt x="-2884" y="11133"/>
                    <a:pt x="7439" y="29988"/>
                    <a:pt x="16630" y="32085"/>
                  </a:cubicBezTo>
                  <a:cubicBezTo>
                    <a:pt x="22122" y="33334"/>
                    <a:pt x="26152" y="30294"/>
                    <a:pt x="26034" y="24944"/>
                  </a:cubicBezTo>
                  <a:cubicBezTo>
                    <a:pt x="25893" y="17355"/>
                    <a:pt x="13095" y="1140"/>
                    <a:pt x="5907" y="3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69" name="Google Shape;1969;p48"/>
            <p:cNvSpPr/>
            <p:nvPr/>
          </p:nvSpPr>
          <p:spPr>
            <a:xfrm>
              <a:off x="354326" y="3574809"/>
              <a:ext cx="18359" cy="48497"/>
            </a:xfrm>
            <a:custGeom>
              <a:rect b="b" l="l" r="r" t="t"/>
              <a:pathLst>
                <a:path extrusionOk="0" h="48497" w="18359">
                  <a:moveTo>
                    <a:pt x="3118" y="41"/>
                  </a:moveTo>
                  <a:cubicBezTo>
                    <a:pt x="1892" y="348"/>
                    <a:pt x="643" y="2869"/>
                    <a:pt x="408" y="4566"/>
                  </a:cubicBezTo>
                  <a:cubicBezTo>
                    <a:pt x="-1643" y="19862"/>
                    <a:pt x="4296" y="32895"/>
                    <a:pt x="12498" y="45174"/>
                  </a:cubicBezTo>
                  <a:cubicBezTo>
                    <a:pt x="13300" y="46353"/>
                    <a:pt x="15161" y="46824"/>
                    <a:pt x="18013" y="48497"/>
                  </a:cubicBezTo>
                  <a:cubicBezTo>
                    <a:pt x="19569" y="30868"/>
                    <a:pt x="15845" y="16209"/>
                    <a:pt x="7785" y="2563"/>
                  </a:cubicBezTo>
                  <a:cubicBezTo>
                    <a:pt x="6960" y="1196"/>
                    <a:pt x="4414" y="-265"/>
                    <a:pt x="3118" y="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70" name="Google Shape;1970;p48"/>
            <p:cNvSpPr/>
            <p:nvPr/>
          </p:nvSpPr>
          <p:spPr>
            <a:xfrm>
              <a:off x="393407" y="3572107"/>
              <a:ext cx="24734" cy="31189"/>
            </a:xfrm>
            <a:custGeom>
              <a:rect b="b" l="l" r="r" t="t"/>
              <a:pathLst>
                <a:path extrusionOk="0" h="31189" w="24734">
                  <a:moveTo>
                    <a:pt x="8134" y="1871"/>
                  </a:moveTo>
                  <a:cubicBezTo>
                    <a:pt x="3538" y="-2112"/>
                    <a:pt x="-115" y="480"/>
                    <a:pt x="3" y="7598"/>
                  </a:cubicBezTo>
                  <a:cubicBezTo>
                    <a:pt x="1228" y="15564"/>
                    <a:pt x="3184" y="24567"/>
                    <a:pt x="11033" y="29823"/>
                  </a:cubicBezTo>
                  <a:cubicBezTo>
                    <a:pt x="14238" y="31968"/>
                    <a:pt x="19612" y="30836"/>
                    <a:pt x="23972" y="31190"/>
                  </a:cubicBezTo>
                  <a:cubicBezTo>
                    <a:pt x="24066" y="27348"/>
                    <a:pt x="25669" y="22517"/>
                    <a:pt x="23925" y="19901"/>
                  </a:cubicBezTo>
                  <a:cubicBezTo>
                    <a:pt x="19517" y="13278"/>
                    <a:pt x="14144" y="7080"/>
                    <a:pt x="8134" y="187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71" name="Google Shape;1971;p48"/>
            <p:cNvSpPr/>
            <p:nvPr/>
          </p:nvSpPr>
          <p:spPr>
            <a:xfrm>
              <a:off x="357392" y="3513644"/>
              <a:ext cx="21384" cy="27248"/>
            </a:xfrm>
            <a:custGeom>
              <a:rect b="b" l="l" r="r" t="t"/>
              <a:pathLst>
                <a:path extrusionOk="0" h="27248" w="21384">
                  <a:moveTo>
                    <a:pt x="9574" y="0"/>
                  </a:moveTo>
                  <a:cubicBezTo>
                    <a:pt x="1938" y="1791"/>
                    <a:pt x="-1974" y="6717"/>
                    <a:pt x="995" y="12043"/>
                  </a:cubicBezTo>
                  <a:cubicBezTo>
                    <a:pt x="4012" y="17464"/>
                    <a:pt x="8514" y="22154"/>
                    <a:pt x="12897" y="26656"/>
                  </a:cubicBezTo>
                  <a:cubicBezTo>
                    <a:pt x="13934" y="27716"/>
                    <a:pt x="18884" y="27127"/>
                    <a:pt x="18978" y="26632"/>
                  </a:cubicBezTo>
                  <a:cubicBezTo>
                    <a:pt x="20109" y="21353"/>
                    <a:pt x="22442" y="15296"/>
                    <a:pt x="20840" y="10747"/>
                  </a:cubicBezTo>
                  <a:cubicBezTo>
                    <a:pt x="19308" y="6387"/>
                    <a:pt x="13510" y="3512"/>
                    <a:pt x="9574"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72" name="Google Shape;1972;p48"/>
            <p:cNvSpPr/>
            <p:nvPr/>
          </p:nvSpPr>
          <p:spPr>
            <a:xfrm>
              <a:off x="424681" y="3070160"/>
              <a:ext cx="22181" cy="26364"/>
            </a:xfrm>
            <a:custGeom>
              <a:rect b="b" l="l" r="r" t="t"/>
              <a:pathLst>
                <a:path extrusionOk="0" h="26364" w="22181">
                  <a:moveTo>
                    <a:pt x="946" y="9428"/>
                  </a:moveTo>
                  <a:cubicBezTo>
                    <a:pt x="3397" y="14377"/>
                    <a:pt x="6814" y="19114"/>
                    <a:pt x="10703" y="23050"/>
                  </a:cubicBezTo>
                  <a:cubicBezTo>
                    <a:pt x="16147" y="28565"/>
                    <a:pt x="19989" y="27080"/>
                    <a:pt x="21780" y="19468"/>
                  </a:cubicBezTo>
                  <a:cubicBezTo>
                    <a:pt x="22181" y="17818"/>
                    <a:pt x="22134" y="16050"/>
                    <a:pt x="22181" y="15555"/>
                  </a:cubicBezTo>
                  <a:cubicBezTo>
                    <a:pt x="22275" y="4950"/>
                    <a:pt x="15794" y="-1013"/>
                    <a:pt x="6673" y="142"/>
                  </a:cubicBezTo>
                  <a:cubicBezTo>
                    <a:pt x="1016" y="873"/>
                    <a:pt x="-1529" y="4431"/>
                    <a:pt x="946" y="94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73" name="Google Shape;1973;p48"/>
            <p:cNvSpPr/>
            <p:nvPr/>
          </p:nvSpPr>
          <p:spPr>
            <a:xfrm>
              <a:off x="1205100" y="2369792"/>
              <a:ext cx="32759" cy="10679"/>
            </a:xfrm>
            <a:custGeom>
              <a:rect b="b" l="l" r="r" t="t"/>
              <a:pathLst>
                <a:path extrusionOk="0" h="10679" w="32759">
                  <a:moveTo>
                    <a:pt x="32760" y="6684"/>
                  </a:moveTo>
                  <a:cubicBezTo>
                    <a:pt x="23804" y="-1989"/>
                    <a:pt x="6599" y="-2366"/>
                    <a:pt x="0" y="6401"/>
                  </a:cubicBezTo>
                  <a:cubicBezTo>
                    <a:pt x="8838" y="12057"/>
                    <a:pt x="25737" y="12057"/>
                    <a:pt x="32760" y="668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74" name="Google Shape;1974;p48"/>
            <p:cNvSpPr/>
            <p:nvPr/>
          </p:nvSpPr>
          <p:spPr>
            <a:xfrm>
              <a:off x="232642" y="3261935"/>
              <a:ext cx="10529" cy="32217"/>
            </a:xfrm>
            <a:custGeom>
              <a:rect b="b" l="l" r="r" t="t"/>
              <a:pathLst>
                <a:path extrusionOk="0" h="32217" w="10529">
                  <a:moveTo>
                    <a:pt x="4793" y="0"/>
                  </a:moveTo>
                  <a:cubicBezTo>
                    <a:pt x="3638" y="1367"/>
                    <a:pt x="1823" y="2569"/>
                    <a:pt x="1470" y="4124"/>
                  </a:cubicBezTo>
                  <a:cubicBezTo>
                    <a:pt x="-769" y="13575"/>
                    <a:pt x="-699" y="22979"/>
                    <a:pt x="3426" y="32218"/>
                  </a:cubicBezTo>
                  <a:cubicBezTo>
                    <a:pt x="10261" y="23545"/>
                    <a:pt x="12405" y="14117"/>
                    <a:pt x="8799" y="3842"/>
                  </a:cubicBezTo>
                  <a:cubicBezTo>
                    <a:pt x="8234" y="2286"/>
                    <a:pt x="6160" y="1273"/>
                    <a:pt x="4793"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75" name="Google Shape;1975;p48"/>
            <p:cNvSpPr/>
            <p:nvPr/>
          </p:nvSpPr>
          <p:spPr>
            <a:xfrm>
              <a:off x="340633" y="3166837"/>
              <a:ext cx="10070" cy="34056"/>
            </a:xfrm>
            <a:custGeom>
              <a:rect b="b" l="l" r="r" t="t"/>
              <a:pathLst>
                <a:path extrusionOk="0" h="34056" w="10070">
                  <a:moveTo>
                    <a:pt x="3047" y="0"/>
                  </a:moveTo>
                  <a:cubicBezTo>
                    <a:pt x="-1667" y="10983"/>
                    <a:pt x="-40" y="21754"/>
                    <a:pt x="2128" y="34056"/>
                  </a:cubicBezTo>
                  <a:cubicBezTo>
                    <a:pt x="12451" y="23780"/>
                    <a:pt x="12663" y="5020"/>
                    <a:pt x="304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1976" name="Google Shape;1976;p48"/>
            <p:cNvSpPr/>
            <p:nvPr/>
          </p:nvSpPr>
          <p:spPr>
            <a:xfrm>
              <a:off x="1406508" y="3639982"/>
              <a:ext cx="10152" cy="33383"/>
            </a:xfrm>
            <a:custGeom>
              <a:rect b="b" l="l" r="r" t="t"/>
              <a:pathLst>
                <a:path extrusionOk="0" h="33383" w="10152">
                  <a:moveTo>
                    <a:pt x="4225" y="11"/>
                  </a:moveTo>
                  <a:cubicBezTo>
                    <a:pt x="3565" y="-177"/>
                    <a:pt x="1396" y="2062"/>
                    <a:pt x="1161" y="3381"/>
                  </a:cubicBezTo>
                  <a:cubicBezTo>
                    <a:pt x="-442" y="13044"/>
                    <a:pt x="-701" y="22707"/>
                    <a:pt x="2433" y="33384"/>
                  </a:cubicBezTo>
                  <a:cubicBezTo>
                    <a:pt x="9527" y="25559"/>
                    <a:pt x="12238" y="10475"/>
                    <a:pt x="8420" y="3405"/>
                  </a:cubicBezTo>
                  <a:cubicBezTo>
                    <a:pt x="7618" y="1897"/>
                    <a:pt x="5851" y="483"/>
                    <a:pt x="4225" y="1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grpSp>
      <p:grpSp>
        <p:nvGrpSpPr>
          <p:cNvPr id="1977" name="Google Shape;1977;p48"/>
          <p:cNvGrpSpPr/>
          <p:nvPr/>
        </p:nvGrpSpPr>
        <p:grpSpPr>
          <a:xfrm>
            <a:off x="0" y="0"/>
            <a:ext cx="227000" cy="253951"/>
            <a:chOff x="1582614" y="2839915"/>
            <a:chExt cx="589086" cy="589086"/>
          </a:xfrm>
        </p:grpSpPr>
        <p:sp>
          <p:nvSpPr>
            <p:cNvPr id="1978" name="Google Shape;1978;p48"/>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1979" name="Google Shape;1979;p48"/>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1980" name="Google Shape;1980;p48"/>
          <p:cNvGrpSpPr/>
          <p:nvPr/>
        </p:nvGrpSpPr>
        <p:grpSpPr>
          <a:xfrm rot="5400000">
            <a:off x="833427" y="13476"/>
            <a:ext cx="253951" cy="227000"/>
            <a:chOff x="1582614" y="2839915"/>
            <a:chExt cx="589086" cy="589086"/>
          </a:xfrm>
        </p:grpSpPr>
        <p:sp>
          <p:nvSpPr>
            <p:cNvPr id="1981" name="Google Shape;1981;p48"/>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1982" name="Google Shape;1982;p48"/>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1983" name="Google Shape;1983;p48"/>
          <p:cNvGrpSpPr/>
          <p:nvPr/>
        </p:nvGrpSpPr>
        <p:grpSpPr>
          <a:xfrm flipH="1" rot="10800000">
            <a:off x="0" y="1006216"/>
            <a:ext cx="227000" cy="253951"/>
            <a:chOff x="1582614" y="2839915"/>
            <a:chExt cx="589086" cy="589086"/>
          </a:xfrm>
        </p:grpSpPr>
        <p:sp>
          <p:nvSpPr>
            <p:cNvPr id="1984" name="Google Shape;1984;p48"/>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1985" name="Google Shape;1985;p48"/>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1986" name="Google Shape;1986;p48"/>
          <p:cNvGrpSpPr/>
          <p:nvPr/>
        </p:nvGrpSpPr>
        <p:grpSpPr>
          <a:xfrm>
            <a:off x="11027391" y="5854890"/>
            <a:ext cx="1127771" cy="970434"/>
            <a:chOff x="7350231" y="1734252"/>
            <a:chExt cx="4870814" cy="5345793"/>
          </a:xfrm>
        </p:grpSpPr>
        <p:grpSp>
          <p:nvGrpSpPr>
            <p:cNvPr id="1987" name="Google Shape;1987;p48"/>
            <p:cNvGrpSpPr/>
            <p:nvPr/>
          </p:nvGrpSpPr>
          <p:grpSpPr>
            <a:xfrm>
              <a:off x="7496004" y="1839383"/>
              <a:ext cx="3874490" cy="3979118"/>
              <a:chOff x="7496004" y="1839383"/>
              <a:chExt cx="3874490" cy="3979118"/>
            </a:xfrm>
          </p:grpSpPr>
          <p:sp>
            <p:nvSpPr>
              <p:cNvPr id="1988" name="Google Shape;1988;p48"/>
              <p:cNvSpPr/>
              <p:nvPr/>
            </p:nvSpPr>
            <p:spPr>
              <a:xfrm rot="8201235">
                <a:off x="10839502" y="4413955"/>
                <a:ext cx="427534" cy="471394"/>
              </a:xfrm>
              <a:custGeom>
                <a:rect b="b" l="l" r="r" t="t"/>
                <a:pathLst>
                  <a:path extrusionOk="0" h="4725490" w="4285801">
                    <a:moveTo>
                      <a:pt x="1428251" y="4622752"/>
                    </a:moveTo>
                    <a:cubicBezTo>
                      <a:pt x="1313180" y="4505074"/>
                      <a:pt x="1240588" y="4345285"/>
                      <a:pt x="1235771" y="4167715"/>
                    </a:cubicBezTo>
                    <a:cubicBezTo>
                      <a:pt x="1227835" y="3875156"/>
                      <a:pt x="1406218" y="3620819"/>
                      <a:pt x="1664050" y="3520754"/>
                    </a:cubicBezTo>
                    <a:lnTo>
                      <a:pt x="1635892" y="2482688"/>
                    </a:lnTo>
                    <a:lnTo>
                      <a:pt x="1044642" y="2469039"/>
                    </a:lnTo>
                    <a:lnTo>
                      <a:pt x="1044642" y="2667331"/>
                    </a:lnTo>
                    <a:cubicBezTo>
                      <a:pt x="1044642" y="2727000"/>
                      <a:pt x="996271" y="2775371"/>
                      <a:pt x="936601" y="2775372"/>
                    </a:cubicBezTo>
                    <a:lnTo>
                      <a:pt x="657382" y="2775371"/>
                    </a:lnTo>
                    <a:cubicBezTo>
                      <a:pt x="637755" y="2823613"/>
                      <a:pt x="630101" y="2874237"/>
                      <a:pt x="622448" y="2945800"/>
                    </a:cubicBezTo>
                    <a:lnTo>
                      <a:pt x="252030" y="2945800"/>
                    </a:lnTo>
                    <a:cubicBezTo>
                      <a:pt x="256275" y="2883407"/>
                      <a:pt x="252593" y="2828938"/>
                      <a:pt x="235967" y="2775370"/>
                    </a:cubicBezTo>
                    <a:lnTo>
                      <a:pt x="7267" y="2775370"/>
                    </a:lnTo>
                    <a:cubicBezTo>
                      <a:pt x="1003" y="2679903"/>
                      <a:pt x="-1109" y="2594661"/>
                      <a:pt x="535" y="2514852"/>
                    </a:cubicBezTo>
                    <a:cubicBezTo>
                      <a:pt x="5466" y="2275424"/>
                      <a:pt x="44187" y="2084887"/>
                      <a:pt x="105917" y="1813823"/>
                    </a:cubicBezTo>
                    <a:cubicBezTo>
                      <a:pt x="258635" y="1288584"/>
                      <a:pt x="488046" y="911620"/>
                      <a:pt x="870837" y="570445"/>
                    </a:cubicBezTo>
                    <a:cubicBezTo>
                      <a:pt x="674179" y="1284154"/>
                      <a:pt x="622718" y="1497188"/>
                      <a:pt x="741752" y="1669956"/>
                    </a:cubicBezTo>
                    <a:cubicBezTo>
                      <a:pt x="882751" y="1699943"/>
                      <a:pt x="788174" y="1674807"/>
                      <a:pt x="936601" y="1710419"/>
                    </a:cubicBezTo>
                    <a:cubicBezTo>
                      <a:pt x="1001384" y="1730870"/>
                      <a:pt x="1044642" y="1758791"/>
                      <a:pt x="1044642" y="1818460"/>
                    </a:cubicBezTo>
                    <a:lnTo>
                      <a:pt x="1044642" y="1970448"/>
                    </a:lnTo>
                    <a:lnTo>
                      <a:pt x="1621635" y="1957128"/>
                    </a:lnTo>
                    <a:lnTo>
                      <a:pt x="1601569" y="1217379"/>
                    </a:lnTo>
                    <a:cubicBezTo>
                      <a:pt x="1338692" y="1131438"/>
                      <a:pt x="1146783" y="887145"/>
                      <a:pt x="1138847" y="594588"/>
                    </a:cubicBezTo>
                    <a:cubicBezTo>
                      <a:pt x="1132425" y="357828"/>
                      <a:pt x="1248029" y="146099"/>
                      <a:pt x="1428910" y="20243"/>
                    </a:cubicBezTo>
                    <a:lnTo>
                      <a:pt x="1447318" y="698863"/>
                    </a:lnTo>
                    <a:lnTo>
                      <a:pt x="2193594" y="678620"/>
                    </a:lnTo>
                    <a:lnTo>
                      <a:pt x="2175185" y="0"/>
                    </a:lnTo>
                    <a:cubicBezTo>
                      <a:pt x="2362624" y="115865"/>
                      <a:pt x="2489536" y="321015"/>
                      <a:pt x="2495958" y="557775"/>
                    </a:cubicBezTo>
                    <a:cubicBezTo>
                      <a:pt x="2503894" y="850332"/>
                      <a:pt x="2325511" y="1104670"/>
                      <a:pt x="2067679" y="1204735"/>
                    </a:cubicBezTo>
                    <a:lnTo>
                      <a:pt x="2087796" y="1946367"/>
                    </a:lnTo>
                    <a:lnTo>
                      <a:pt x="4285801" y="1895627"/>
                    </a:lnTo>
                    <a:lnTo>
                      <a:pt x="4285801" y="2543859"/>
                    </a:lnTo>
                    <a:lnTo>
                      <a:pt x="2102637" y="2493462"/>
                    </a:lnTo>
                    <a:lnTo>
                      <a:pt x="2130160" y="3508110"/>
                    </a:lnTo>
                    <a:cubicBezTo>
                      <a:pt x="2393037" y="3594051"/>
                      <a:pt x="2584946" y="3838344"/>
                      <a:pt x="2592882" y="4130902"/>
                    </a:cubicBezTo>
                    <a:cubicBezTo>
                      <a:pt x="2599304" y="4367662"/>
                      <a:pt x="2483700" y="4579391"/>
                      <a:pt x="2302820" y="4705247"/>
                    </a:cubicBezTo>
                    <a:lnTo>
                      <a:pt x="2284411" y="4026626"/>
                    </a:lnTo>
                    <a:lnTo>
                      <a:pt x="1538135" y="4046869"/>
                    </a:lnTo>
                    <a:lnTo>
                      <a:pt x="1556544" y="4725490"/>
                    </a:lnTo>
                    <a:cubicBezTo>
                      <a:pt x="1509684" y="4696524"/>
                      <a:pt x="1466607" y="4661977"/>
                      <a:pt x="1428251" y="4622752"/>
                    </a:cubicBezTo>
                    <a:close/>
                    <a:moveTo>
                      <a:pt x="44807" y="3562389"/>
                    </a:moveTo>
                    <a:cubicBezTo>
                      <a:pt x="25255" y="3542837"/>
                      <a:pt x="13162" y="3515827"/>
                      <a:pt x="13162" y="3485992"/>
                    </a:cubicBezTo>
                    <a:lnTo>
                      <a:pt x="13162" y="3053842"/>
                    </a:lnTo>
                    <a:cubicBezTo>
                      <a:pt x="13162" y="2994173"/>
                      <a:pt x="61534" y="2945801"/>
                      <a:pt x="121203" y="2945801"/>
                    </a:cubicBezTo>
                    <a:lnTo>
                      <a:pt x="757287" y="2945801"/>
                    </a:lnTo>
                    <a:cubicBezTo>
                      <a:pt x="816956" y="2945801"/>
                      <a:pt x="865328" y="2994173"/>
                      <a:pt x="865328" y="3053842"/>
                    </a:cubicBezTo>
                    <a:lnTo>
                      <a:pt x="865328" y="3485992"/>
                    </a:lnTo>
                    <a:cubicBezTo>
                      <a:pt x="865328" y="3545662"/>
                      <a:pt x="816956" y="3594033"/>
                      <a:pt x="757287" y="3594033"/>
                    </a:cubicBezTo>
                    <a:lnTo>
                      <a:pt x="121203" y="3594033"/>
                    </a:lnTo>
                    <a:cubicBezTo>
                      <a:pt x="91368" y="3594033"/>
                      <a:pt x="64358" y="3581940"/>
                      <a:pt x="44807" y="356238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989" name="Google Shape;1989;p48"/>
              <p:cNvSpPr/>
              <p:nvPr/>
            </p:nvSpPr>
            <p:spPr>
              <a:xfrm rot="-900000">
                <a:off x="7608221" y="2961416"/>
                <a:ext cx="392828" cy="319096"/>
              </a:xfrm>
              <a:custGeom>
                <a:rect b="b" l="l" r="r" t="t"/>
                <a:pathLst>
                  <a:path extrusionOk="0" h="3321003" w="4088377">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990" name="Google Shape;1990;p48"/>
              <p:cNvSpPr/>
              <p:nvPr/>
            </p:nvSpPr>
            <p:spPr>
              <a:xfrm flipH="1" rot="5400000">
                <a:off x="10824557" y="2917080"/>
                <a:ext cx="392828" cy="392828"/>
              </a:xfrm>
              <a:custGeom>
                <a:rect b="b" l="l" r="r" t="t"/>
                <a:pathLst>
                  <a:path extrusionOk="0" h="3786923" w="3287892">
                    <a:moveTo>
                      <a:pt x="2574092" y="3411971"/>
                    </a:moveTo>
                    <a:cubicBezTo>
                      <a:pt x="2577477" y="3551838"/>
                      <a:pt x="2489596" y="3681234"/>
                      <a:pt x="2347458" y="3745664"/>
                    </a:cubicBezTo>
                    <a:cubicBezTo>
                      <a:pt x="2228355" y="3799653"/>
                      <a:pt x="2086904" y="3800713"/>
                      <a:pt x="1966757" y="3748519"/>
                    </a:cubicBezTo>
                    <a:cubicBezTo>
                      <a:pt x="1823914" y="3686464"/>
                      <a:pt x="1733597" y="3559106"/>
                      <a:pt x="1733597" y="3419734"/>
                    </a:cubicBezTo>
                    <a:cubicBezTo>
                      <a:pt x="2013762" y="3417146"/>
                      <a:pt x="2293927" y="3414559"/>
                      <a:pt x="2574092" y="3411971"/>
                    </a:cubicBezTo>
                    <a:close/>
                    <a:moveTo>
                      <a:pt x="2574187" y="367189"/>
                    </a:moveTo>
                    <a:cubicBezTo>
                      <a:pt x="2294022" y="369777"/>
                      <a:pt x="2013857" y="372364"/>
                      <a:pt x="1733692" y="374952"/>
                    </a:cubicBezTo>
                    <a:cubicBezTo>
                      <a:pt x="1730307" y="235085"/>
                      <a:pt x="1818188" y="105689"/>
                      <a:pt x="1960326" y="41259"/>
                    </a:cubicBezTo>
                    <a:cubicBezTo>
                      <a:pt x="2079429" y="-12730"/>
                      <a:pt x="2220880" y="-13790"/>
                      <a:pt x="2341027" y="38404"/>
                    </a:cubicBezTo>
                    <a:cubicBezTo>
                      <a:pt x="2483870" y="100459"/>
                      <a:pt x="2574187" y="227817"/>
                      <a:pt x="2574187" y="367189"/>
                    </a:cubicBezTo>
                    <a:close/>
                    <a:moveTo>
                      <a:pt x="2688290" y="635445"/>
                    </a:moveTo>
                    <a:lnTo>
                      <a:pt x="2688290" y="1612884"/>
                    </a:lnTo>
                    <a:lnTo>
                      <a:pt x="1619492" y="1612884"/>
                    </a:lnTo>
                    <a:lnTo>
                      <a:pt x="1619492" y="1396859"/>
                    </a:lnTo>
                    <a:lnTo>
                      <a:pt x="201708" y="1396859"/>
                    </a:lnTo>
                    <a:cubicBezTo>
                      <a:pt x="90308" y="1396859"/>
                      <a:pt x="0" y="1306551"/>
                      <a:pt x="0" y="1195151"/>
                    </a:cubicBezTo>
                    <a:lnTo>
                      <a:pt x="0" y="907003"/>
                    </a:lnTo>
                    <a:cubicBezTo>
                      <a:pt x="0" y="795603"/>
                      <a:pt x="90308" y="705295"/>
                      <a:pt x="201708" y="705295"/>
                    </a:cubicBezTo>
                    <a:lnTo>
                      <a:pt x="1619492" y="705295"/>
                    </a:lnTo>
                    <a:lnTo>
                      <a:pt x="1619492" y="635445"/>
                    </a:lnTo>
                    <a:cubicBezTo>
                      <a:pt x="1619492" y="537063"/>
                      <a:pt x="1699247" y="457308"/>
                      <a:pt x="1797629" y="457308"/>
                    </a:cubicBezTo>
                    <a:lnTo>
                      <a:pt x="2510153" y="457308"/>
                    </a:lnTo>
                    <a:cubicBezTo>
                      <a:pt x="2608535" y="457308"/>
                      <a:pt x="2688290" y="537063"/>
                      <a:pt x="2688290" y="635445"/>
                    </a:cubicBezTo>
                    <a:close/>
                    <a:moveTo>
                      <a:pt x="3177333" y="2901044"/>
                    </a:moveTo>
                    <a:lnTo>
                      <a:pt x="1130451" y="2901044"/>
                    </a:lnTo>
                    <a:cubicBezTo>
                      <a:pt x="1350134" y="2526253"/>
                      <a:pt x="1481437" y="2165059"/>
                      <a:pt x="1605942" y="1684892"/>
                    </a:cubicBezTo>
                    <a:lnTo>
                      <a:pt x="2701842" y="1684892"/>
                    </a:lnTo>
                    <a:cubicBezTo>
                      <a:pt x="2809350" y="2117470"/>
                      <a:pt x="2933855" y="2516056"/>
                      <a:pt x="3177333" y="2901044"/>
                    </a:cubicBezTo>
                    <a:close/>
                    <a:moveTo>
                      <a:pt x="3287892" y="3137537"/>
                    </a:moveTo>
                    <a:lnTo>
                      <a:pt x="3287892" y="3248909"/>
                    </a:lnTo>
                    <a:cubicBezTo>
                      <a:pt x="3287892" y="3295849"/>
                      <a:pt x="3249839" y="3333902"/>
                      <a:pt x="3202899" y="3333902"/>
                    </a:cubicBezTo>
                    <a:lnTo>
                      <a:pt x="1104885" y="3333902"/>
                    </a:lnTo>
                    <a:cubicBezTo>
                      <a:pt x="1057945" y="3333902"/>
                      <a:pt x="1019892" y="3295849"/>
                      <a:pt x="1019892" y="3248909"/>
                    </a:cubicBezTo>
                    <a:lnTo>
                      <a:pt x="1019892" y="3137537"/>
                    </a:lnTo>
                    <a:cubicBezTo>
                      <a:pt x="1019892" y="3090597"/>
                      <a:pt x="1057945" y="3052544"/>
                      <a:pt x="1104885" y="3052544"/>
                    </a:cubicBezTo>
                    <a:lnTo>
                      <a:pt x="3202899" y="3052544"/>
                    </a:lnTo>
                    <a:cubicBezTo>
                      <a:pt x="3249839" y="3052544"/>
                      <a:pt x="3287892" y="3090597"/>
                      <a:pt x="3287892" y="313753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991" name="Google Shape;1991;p48"/>
              <p:cNvSpPr/>
              <p:nvPr/>
            </p:nvSpPr>
            <p:spPr>
              <a:xfrm>
                <a:off x="11062223" y="3784811"/>
                <a:ext cx="285020" cy="285020"/>
              </a:xfrm>
              <a:custGeom>
                <a:rect b="b" l="l" r="r" t="t"/>
                <a:pathLst>
                  <a:path extrusionOk="0" h="2964099" w="2801488">
                    <a:moveTo>
                      <a:pt x="1393788" y="2251706"/>
                    </a:moveTo>
                    <a:cubicBezTo>
                      <a:pt x="1338380" y="2251706"/>
                      <a:pt x="1293463" y="2296623"/>
                      <a:pt x="1293463" y="2352031"/>
                    </a:cubicBezTo>
                    <a:cubicBezTo>
                      <a:pt x="1293463" y="2407439"/>
                      <a:pt x="1338380" y="2452356"/>
                      <a:pt x="1393788" y="2452356"/>
                    </a:cubicBezTo>
                    <a:cubicBezTo>
                      <a:pt x="1449196" y="2452356"/>
                      <a:pt x="1494113" y="2407439"/>
                      <a:pt x="1494113" y="2352031"/>
                    </a:cubicBezTo>
                    <a:cubicBezTo>
                      <a:pt x="1494113" y="2296623"/>
                      <a:pt x="1449196" y="2251706"/>
                      <a:pt x="1393788" y="2251706"/>
                    </a:cubicBezTo>
                    <a:close/>
                    <a:moveTo>
                      <a:pt x="2189420" y="1936547"/>
                    </a:moveTo>
                    <a:cubicBezTo>
                      <a:pt x="1959955" y="1936547"/>
                      <a:pt x="1773936" y="2122566"/>
                      <a:pt x="1773936" y="2352031"/>
                    </a:cubicBezTo>
                    <a:cubicBezTo>
                      <a:pt x="1773936" y="2581496"/>
                      <a:pt x="1959955" y="2767515"/>
                      <a:pt x="2189420" y="2767515"/>
                    </a:cubicBezTo>
                    <a:cubicBezTo>
                      <a:pt x="2418885" y="2767515"/>
                      <a:pt x="2604904" y="2581496"/>
                      <a:pt x="2604904" y="2352031"/>
                    </a:cubicBezTo>
                    <a:cubicBezTo>
                      <a:pt x="2604904" y="2122566"/>
                      <a:pt x="2418885" y="1936547"/>
                      <a:pt x="2189420" y="1936547"/>
                    </a:cubicBezTo>
                    <a:close/>
                    <a:moveTo>
                      <a:pt x="612068" y="1936547"/>
                    </a:moveTo>
                    <a:cubicBezTo>
                      <a:pt x="382603" y="1936547"/>
                      <a:pt x="196584" y="2122566"/>
                      <a:pt x="196584" y="2352031"/>
                    </a:cubicBezTo>
                    <a:cubicBezTo>
                      <a:pt x="196584" y="2581496"/>
                      <a:pt x="382603" y="2767515"/>
                      <a:pt x="612068" y="2767515"/>
                    </a:cubicBezTo>
                    <a:cubicBezTo>
                      <a:pt x="841533" y="2767515"/>
                      <a:pt x="1027552" y="2581496"/>
                      <a:pt x="1027552" y="2352031"/>
                    </a:cubicBezTo>
                    <a:cubicBezTo>
                      <a:pt x="1027552" y="2122566"/>
                      <a:pt x="841533" y="1936547"/>
                      <a:pt x="612068" y="1936547"/>
                    </a:cubicBezTo>
                    <a:close/>
                    <a:moveTo>
                      <a:pt x="845776" y="315"/>
                    </a:moveTo>
                    <a:cubicBezTo>
                      <a:pt x="1032101" y="7965"/>
                      <a:pt x="1181399" y="153129"/>
                      <a:pt x="1195696" y="335717"/>
                    </a:cubicBezTo>
                    <a:lnTo>
                      <a:pt x="1198885" y="335806"/>
                    </a:lnTo>
                    <a:lnTo>
                      <a:pt x="1198706" y="366401"/>
                    </a:lnTo>
                    <a:cubicBezTo>
                      <a:pt x="1198883" y="367005"/>
                      <a:pt x="1198884" y="367612"/>
                      <a:pt x="1198884" y="368218"/>
                    </a:cubicBezTo>
                    <a:lnTo>
                      <a:pt x="1198695" y="368210"/>
                    </a:lnTo>
                    <a:lnTo>
                      <a:pt x="1197421" y="585651"/>
                    </a:lnTo>
                    <a:cubicBezTo>
                      <a:pt x="1245519" y="531733"/>
                      <a:pt x="1316597" y="499778"/>
                      <a:pt x="1394104" y="502960"/>
                    </a:cubicBezTo>
                    <a:cubicBezTo>
                      <a:pt x="1472998" y="506199"/>
                      <a:pt x="1542269" y="545176"/>
                      <a:pt x="1585751" y="604519"/>
                    </a:cubicBezTo>
                    <a:cubicBezTo>
                      <a:pt x="1585226" y="514948"/>
                      <a:pt x="1584701" y="425377"/>
                      <a:pt x="1584176" y="335806"/>
                    </a:cubicBezTo>
                    <a:lnTo>
                      <a:pt x="1585829" y="335760"/>
                    </a:lnTo>
                    <a:cubicBezTo>
                      <a:pt x="1602915" y="140060"/>
                      <a:pt x="1770945" y="-7755"/>
                      <a:pt x="1967493" y="315"/>
                    </a:cubicBezTo>
                    <a:cubicBezTo>
                      <a:pt x="2146853" y="7679"/>
                      <a:pt x="2291902" y="142468"/>
                      <a:pt x="2315427" y="315465"/>
                    </a:cubicBezTo>
                    <a:lnTo>
                      <a:pt x="2320109" y="315335"/>
                    </a:lnTo>
                    <a:lnTo>
                      <a:pt x="2729306" y="2069418"/>
                    </a:lnTo>
                    <a:cubicBezTo>
                      <a:pt x="2776307" y="2152970"/>
                      <a:pt x="2801488" y="2249560"/>
                      <a:pt x="2801488" y="2352031"/>
                    </a:cubicBezTo>
                    <a:cubicBezTo>
                      <a:pt x="2801488" y="2690067"/>
                      <a:pt x="2527456" y="2964099"/>
                      <a:pt x="2189420" y="2964099"/>
                    </a:cubicBezTo>
                    <a:cubicBezTo>
                      <a:pt x="1922036" y="2964099"/>
                      <a:pt x="1694697" y="2792645"/>
                      <a:pt x="1613824" y="2552817"/>
                    </a:cubicBezTo>
                    <a:cubicBezTo>
                      <a:pt x="1559905" y="2613347"/>
                      <a:pt x="1481232" y="2650901"/>
                      <a:pt x="1393788" y="2650901"/>
                    </a:cubicBezTo>
                    <a:cubicBezTo>
                      <a:pt x="1311973" y="2650901"/>
                      <a:pt x="1237837" y="2618027"/>
                      <a:pt x="1183996" y="2564635"/>
                    </a:cubicBezTo>
                    <a:cubicBezTo>
                      <a:pt x="1099341" y="2798210"/>
                      <a:pt x="875077" y="2964099"/>
                      <a:pt x="612068" y="2964099"/>
                    </a:cubicBezTo>
                    <a:cubicBezTo>
                      <a:pt x="274032" y="2964099"/>
                      <a:pt x="0" y="2690067"/>
                      <a:pt x="0" y="2352031"/>
                    </a:cubicBezTo>
                    <a:cubicBezTo>
                      <a:pt x="0" y="2288533"/>
                      <a:pt x="9669" y="2227293"/>
                      <a:pt x="30466" y="2170591"/>
                    </a:cubicBezTo>
                    <a:lnTo>
                      <a:pt x="30153" y="2170591"/>
                    </a:lnTo>
                    <a:lnTo>
                      <a:pt x="462952" y="315335"/>
                    </a:lnTo>
                    <a:lnTo>
                      <a:pt x="467801" y="315470"/>
                    </a:lnTo>
                    <a:cubicBezTo>
                      <a:pt x="493068" y="129842"/>
                      <a:pt x="656149" y="-7470"/>
                      <a:pt x="845776" y="3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992" name="Google Shape;1992;p48"/>
              <p:cNvSpPr/>
              <p:nvPr/>
            </p:nvSpPr>
            <p:spPr>
              <a:xfrm>
                <a:off x="8077159" y="2346892"/>
                <a:ext cx="392828" cy="303948"/>
              </a:xfrm>
              <a:custGeom>
                <a:rect b="b" l="l" r="r" t="t"/>
                <a:pathLst>
                  <a:path extrusionOk="0" h="3064028" w="3960000">
                    <a:moveTo>
                      <a:pt x="1955333" y="1285185"/>
                    </a:moveTo>
                    <a:cubicBezTo>
                      <a:pt x="2192176" y="1285185"/>
                      <a:pt x="2384176" y="1477185"/>
                      <a:pt x="2384176" y="1714028"/>
                    </a:cubicBezTo>
                    <a:cubicBezTo>
                      <a:pt x="2384176" y="1950871"/>
                      <a:pt x="2192176" y="2142871"/>
                      <a:pt x="1955333" y="2142871"/>
                    </a:cubicBezTo>
                    <a:cubicBezTo>
                      <a:pt x="1718490" y="2142871"/>
                      <a:pt x="1526490" y="1950871"/>
                      <a:pt x="1526490" y="1714028"/>
                    </a:cubicBezTo>
                    <a:cubicBezTo>
                      <a:pt x="1526490" y="1477185"/>
                      <a:pt x="1718490" y="1285185"/>
                      <a:pt x="1955333" y="1285185"/>
                    </a:cubicBezTo>
                    <a:close/>
                    <a:moveTo>
                      <a:pt x="1955333" y="1074136"/>
                    </a:moveTo>
                    <a:cubicBezTo>
                      <a:pt x="1601930" y="1074136"/>
                      <a:pt x="1315441" y="1360625"/>
                      <a:pt x="1315441" y="1714028"/>
                    </a:cubicBezTo>
                    <a:cubicBezTo>
                      <a:pt x="1315441" y="2067431"/>
                      <a:pt x="1601930" y="2353920"/>
                      <a:pt x="1955333" y="2353920"/>
                    </a:cubicBezTo>
                    <a:cubicBezTo>
                      <a:pt x="2308736" y="2353920"/>
                      <a:pt x="2595225" y="2067431"/>
                      <a:pt x="2595225" y="1714028"/>
                    </a:cubicBezTo>
                    <a:cubicBezTo>
                      <a:pt x="2595225" y="1360625"/>
                      <a:pt x="2308736" y="1074136"/>
                      <a:pt x="1955333" y="1074136"/>
                    </a:cubicBezTo>
                    <a:close/>
                    <a:moveTo>
                      <a:pt x="1955333" y="849503"/>
                    </a:moveTo>
                    <a:cubicBezTo>
                      <a:pt x="2432797" y="849503"/>
                      <a:pt x="2819858" y="1236564"/>
                      <a:pt x="2819858" y="1714028"/>
                    </a:cubicBezTo>
                    <a:cubicBezTo>
                      <a:pt x="2819858" y="2191492"/>
                      <a:pt x="2432797" y="2578553"/>
                      <a:pt x="1955333" y="2578553"/>
                    </a:cubicBezTo>
                    <a:cubicBezTo>
                      <a:pt x="1477869" y="2578553"/>
                      <a:pt x="1090808" y="2191492"/>
                      <a:pt x="1090808" y="1714028"/>
                    </a:cubicBezTo>
                    <a:cubicBezTo>
                      <a:pt x="1090808" y="1236564"/>
                      <a:pt x="1477869" y="849503"/>
                      <a:pt x="1955333" y="849503"/>
                    </a:cubicBezTo>
                    <a:close/>
                    <a:moveTo>
                      <a:pt x="3253503" y="756254"/>
                    </a:moveTo>
                    <a:cubicBezTo>
                      <a:pt x="3162525" y="756254"/>
                      <a:pt x="3088773" y="830006"/>
                      <a:pt x="3088773" y="920984"/>
                    </a:cubicBezTo>
                    <a:cubicBezTo>
                      <a:pt x="3088773" y="1011962"/>
                      <a:pt x="3162525" y="1085714"/>
                      <a:pt x="3253503" y="1085714"/>
                    </a:cubicBezTo>
                    <a:cubicBezTo>
                      <a:pt x="3344481" y="1085714"/>
                      <a:pt x="3418233" y="1011962"/>
                      <a:pt x="3418233" y="920984"/>
                    </a:cubicBezTo>
                    <a:cubicBezTo>
                      <a:pt x="3418233" y="830006"/>
                      <a:pt x="3344481" y="756254"/>
                      <a:pt x="3253503" y="756254"/>
                    </a:cubicBezTo>
                    <a:close/>
                    <a:moveTo>
                      <a:pt x="1955333" y="744677"/>
                    </a:moveTo>
                    <a:cubicBezTo>
                      <a:pt x="1419975" y="744677"/>
                      <a:pt x="985982" y="1178670"/>
                      <a:pt x="985982" y="1714028"/>
                    </a:cubicBezTo>
                    <a:cubicBezTo>
                      <a:pt x="985982" y="2249386"/>
                      <a:pt x="1419975" y="2683379"/>
                      <a:pt x="1955333" y="2683379"/>
                    </a:cubicBezTo>
                    <a:cubicBezTo>
                      <a:pt x="2490691" y="2683379"/>
                      <a:pt x="2924684" y="2249386"/>
                      <a:pt x="2924684" y="1714028"/>
                    </a:cubicBezTo>
                    <a:cubicBezTo>
                      <a:pt x="2924684" y="1178670"/>
                      <a:pt x="2490691" y="744677"/>
                      <a:pt x="1955333" y="744677"/>
                    </a:cubicBezTo>
                    <a:close/>
                    <a:moveTo>
                      <a:pt x="1333922" y="0"/>
                    </a:moveTo>
                    <a:lnTo>
                      <a:pt x="2626078" y="0"/>
                    </a:lnTo>
                    <a:lnTo>
                      <a:pt x="2717085" y="364028"/>
                    </a:lnTo>
                    <a:lnTo>
                      <a:pt x="3699990" y="364028"/>
                    </a:lnTo>
                    <a:cubicBezTo>
                      <a:pt x="3843590" y="364028"/>
                      <a:pt x="3960000" y="480438"/>
                      <a:pt x="3960000" y="624038"/>
                    </a:cubicBezTo>
                    <a:lnTo>
                      <a:pt x="3960000" y="2804018"/>
                    </a:lnTo>
                    <a:cubicBezTo>
                      <a:pt x="3960000" y="2947618"/>
                      <a:pt x="3843590" y="3064028"/>
                      <a:pt x="3699990" y="3064028"/>
                    </a:cubicBezTo>
                    <a:lnTo>
                      <a:pt x="260010" y="3064028"/>
                    </a:lnTo>
                    <a:cubicBezTo>
                      <a:pt x="116410" y="3064028"/>
                      <a:pt x="0" y="2947618"/>
                      <a:pt x="0" y="2804018"/>
                    </a:cubicBezTo>
                    <a:lnTo>
                      <a:pt x="0" y="624038"/>
                    </a:lnTo>
                    <a:cubicBezTo>
                      <a:pt x="0" y="480438"/>
                      <a:pt x="116410" y="364028"/>
                      <a:pt x="260010" y="364028"/>
                    </a:cubicBezTo>
                    <a:lnTo>
                      <a:pt x="443165" y="364028"/>
                    </a:lnTo>
                    <a:lnTo>
                      <a:pt x="443165" y="237982"/>
                    </a:lnTo>
                    <a:cubicBezTo>
                      <a:pt x="443165" y="195266"/>
                      <a:pt x="477794" y="160637"/>
                      <a:pt x="520510" y="160637"/>
                    </a:cubicBezTo>
                    <a:lnTo>
                      <a:pt x="1049896" y="160637"/>
                    </a:lnTo>
                    <a:cubicBezTo>
                      <a:pt x="1092612" y="160637"/>
                      <a:pt x="1127241" y="195266"/>
                      <a:pt x="1127241" y="237982"/>
                    </a:cubicBezTo>
                    <a:lnTo>
                      <a:pt x="1127241" y="364028"/>
                    </a:lnTo>
                    <a:lnTo>
                      <a:pt x="1242915" y="364028"/>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993" name="Google Shape;1993;p48"/>
              <p:cNvSpPr/>
              <p:nvPr/>
            </p:nvSpPr>
            <p:spPr>
              <a:xfrm>
                <a:off x="8560619" y="5355763"/>
                <a:ext cx="372889" cy="259826"/>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994" name="Google Shape;1994;p48"/>
              <p:cNvSpPr/>
              <p:nvPr/>
            </p:nvSpPr>
            <p:spPr>
              <a:xfrm rot="2498363">
                <a:off x="8831623" y="1920263"/>
                <a:ext cx="392828" cy="392828"/>
              </a:xfrm>
              <a:custGeom>
                <a:rect b="b" l="l" r="r" t="t"/>
                <a:pathLst>
                  <a:path extrusionOk="0" h="3938940" w="3860438">
                    <a:moveTo>
                      <a:pt x="1862067" y="2433815"/>
                    </a:moveTo>
                    <a:lnTo>
                      <a:pt x="1970067" y="2433815"/>
                    </a:lnTo>
                    <a:lnTo>
                      <a:pt x="1970067" y="3362873"/>
                    </a:lnTo>
                    <a:lnTo>
                      <a:pt x="2004792" y="3362873"/>
                    </a:lnTo>
                    <a:lnTo>
                      <a:pt x="2004792" y="3650907"/>
                    </a:lnTo>
                    <a:cubicBezTo>
                      <a:pt x="2004792" y="3808349"/>
                      <a:pt x="1878374" y="3936619"/>
                      <a:pt x="1720949" y="3938909"/>
                    </a:cubicBezTo>
                    <a:cubicBezTo>
                      <a:pt x="1564029" y="3941192"/>
                      <a:pt x="1434265" y="3817458"/>
                      <a:pt x="1429045" y="3660794"/>
                    </a:cubicBezTo>
                    <a:lnTo>
                      <a:pt x="1428727" y="3660794"/>
                    </a:lnTo>
                    <a:lnTo>
                      <a:pt x="1428727" y="3588794"/>
                    </a:lnTo>
                    <a:cubicBezTo>
                      <a:pt x="1428727" y="3549029"/>
                      <a:pt x="1460962" y="3516794"/>
                      <a:pt x="1500727" y="3516794"/>
                    </a:cubicBezTo>
                    <a:lnTo>
                      <a:pt x="1536727" y="3516794"/>
                    </a:lnTo>
                    <a:cubicBezTo>
                      <a:pt x="1576492" y="3516794"/>
                      <a:pt x="1608727" y="3549029"/>
                      <a:pt x="1608727" y="3588794"/>
                    </a:cubicBezTo>
                    <a:lnTo>
                      <a:pt x="1608727" y="3654789"/>
                    </a:lnTo>
                    <a:cubicBezTo>
                      <a:pt x="1610687" y="3713589"/>
                      <a:pt x="1659418" y="3760001"/>
                      <a:pt x="1718334" y="3759144"/>
                    </a:cubicBezTo>
                    <a:cubicBezTo>
                      <a:pt x="1777498" y="3758284"/>
                      <a:pt x="1825008" y="3710077"/>
                      <a:pt x="1825008" y="3650907"/>
                    </a:cubicBezTo>
                    <a:lnTo>
                      <a:pt x="1824792" y="3650907"/>
                    </a:lnTo>
                    <a:lnTo>
                      <a:pt x="1824792" y="3362873"/>
                    </a:lnTo>
                    <a:lnTo>
                      <a:pt x="1862067" y="3362873"/>
                    </a:lnTo>
                    <a:close/>
                    <a:moveTo>
                      <a:pt x="1963773" y="341826"/>
                    </a:moveTo>
                    <a:cubicBezTo>
                      <a:pt x="2603866" y="1105515"/>
                      <a:pt x="2803203" y="1464631"/>
                      <a:pt x="2867684" y="2396069"/>
                    </a:cubicBezTo>
                    <a:cubicBezTo>
                      <a:pt x="2523234" y="2107144"/>
                      <a:pt x="2324834" y="2107144"/>
                      <a:pt x="1967684" y="2396069"/>
                    </a:cubicBezTo>
                    <a:cubicBezTo>
                      <a:pt x="1966380" y="1713514"/>
                      <a:pt x="1965077" y="1024381"/>
                      <a:pt x="1963773" y="341826"/>
                    </a:cubicBezTo>
                    <a:close/>
                    <a:moveTo>
                      <a:pt x="1882676" y="341826"/>
                    </a:moveTo>
                    <a:cubicBezTo>
                      <a:pt x="1881372" y="1024381"/>
                      <a:pt x="1880069" y="1713514"/>
                      <a:pt x="1878765" y="2396069"/>
                    </a:cubicBezTo>
                    <a:cubicBezTo>
                      <a:pt x="1521615" y="2107144"/>
                      <a:pt x="1323215" y="2107144"/>
                      <a:pt x="978765" y="2396069"/>
                    </a:cubicBezTo>
                    <a:cubicBezTo>
                      <a:pt x="1043246" y="1464631"/>
                      <a:pt x="1242583" y="1105515"/>
                      <a:pt x="1882676" y="341826"/>
                    </a:cubicBezTo>
                    <a:close/>
                    <a:moveTo>
                      <a:pt x="2058573" y="335248"/>
                    </a:moveTo>
                    <a:cubicBezTo>
                      <a:pt x="3026489" y="598978"/>
                      <a:pt x="3714825" y="1273857"/>
                      <a:pt x="3860438" y="2396070"/>
                    </a:cubicBezTo>
                    <a:cubicBezTo>
                      <a:pt x="3515988" y="2107145"/>
                      <a:pt x="3317588" y="2107145"/>
                      <a:pt x="2960438" y="2396070"/>
                    </a:cubicBezTo>
                    <a:cubicBezTo>
                      <a:pt x="2910892" y="1313327"/>
                      <a:pt x="2647549" y="1036442"/>
                      <a:pt x="2058573" y="335248"/>
                    </a:cubicBezTo>
                    <a:close/>
                    <a:moveTo>
                      <a:pt x="1801865" y="335248"/>
                    </a:moveTo>
                    <a:cubicBezTo>
                      <a:pt x="1212889" y="1036442"/>
                      <a:pt x="949546" y="1313327"/>
                      <a:pt x="900000" y="2396070"/>
                    </a:cubicBezTo>
                    <a:cubicBezTo>
                      <a:pt x="542850" y="2107145"/>
                      <a:pt x="344450" y="2107145"/>
                      <a:pt x="0" y="2396070"/>
                    </a:cubicBezTo>
                    <a:cubicBezTo>
                      <a:pt x="145613" y="1273857"/>
                      <a:pt x="833949" y="598978"/>
                      <a:pt x="1801865" y="335248"/>
                    </a:cubicBezTo>
                    <a:close/>
                    <a:moveTo>
                      <a:pt x="1902679" y="0"/>
                    </a:moveTo>
                    <a:lnTo>
                      <a:pt x="1929455" y="0"/>
                    </a:lnTo>
                    <a:lnTo>
                      <a:pt x="1970067" y="288000"/>
                    </a:lnTo>
                    <a:lnTo>
                      <a:pt x="1862067" y="288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995" name="Google Shape;1995;p48"/>
              <p:cNvSpPr/>
              <p:nvPr/>
            </p:nvSpPr>
            <p:spPr>
              <a:xfrm rot="-2129845">
                <a:off x="10110329" y="1972655"/>
                <a:ext cx="132806" cy="502999"/>
              </a:xfrm>
              <a:custGeom>
                <a:rect b="b" l="l" r="r" t="t"/>
                <a:pathLst>
                  <a:path extrusionOk="0" h="5014044" w="1323851">
                    <a:moveTo>
                      <a:pt x="797140" y="4503940"/>
                    </a:moveTo>
                    <a:cubicBezTo>
                      <a:pt x="732770" y="4439570"/>
                      <a:pt x="628407" y="4439570"/>
                      <a:pt x="564037" y="4503940"/>
                    </a:cubicBezTo>
                    <a:cubicBezTo>
                      <a:pt x="499667" y="4568310"/>
                      <a:pt x="499667" y="4672672"/>
                      <a:pt x="564037" y="4737042"/>
                    </a:cubicBezTo>
                    <a:cubicBezTo>
                      <a:pt x="628407" y="4801412"/>
                      <a:pt x="732770" y="4801413"/>
                      <a:pt x="797140" y="4737043"/>
                    </a:cubicBezTo>
                    <a:cubicBezTo>
                      <a:pt x="861510" y="4672673"/>
                      <a:pt x="861510" y="4568310"/>
                      <a:pt x="797140" y="4503940"/>
                    </a:cubicBezTo>
                    <a:close/>
                    <a:moveTo>
                      <a:pt x="1019859" y="4396571"/>
                    </a:moveTo>
                    <a:lnTo>
                      <a:pt x="1019859" y="4844408"/>
                    </a:lnTo>
                    <a:lnTo>
                      <a:pt x="680589" y="5014044"/>
                    </a:lnTo>
                    <a:lnTo>
                      <a:pt x="341319" y="4844409"/>
                    </a:lnTo>
                    <a:lnTo>
                      <a:pt x="341319" y="4396572"/>
                    </a:lnTo>
                    <a:lnTo>
                      <a:pt x="680589" y="4226937"/>
                    </a:lnTo>
                    <a:close/>
                    <a:moveTo>
                      <a:pt x="800624" y="237293"/>
                    </a:moveTo>
                    <a:cubicBezTo>
                      <a:pt x="730322" y="166991"/>
                      <a:pt x="616339" y="166991"/>
                      <a:pt x="546037" y="237293"/>
                    </a:cubicBezTo>
                    <a:cubicBezTo>
                      <a:pt x="475735" y="307595"/>
                      <a:pt x="475735" y="421577"/>
                      <a:pt x="546037" y="491879"/>
                    </a:cubicBezTo>
                    <a:cubicBezTo>
                      <a:pt x="616339" y="562181"/>
                      <a:pt x="730322" y="562181"/>
                      <a:pt x="800624" y="491879"/>
                    </a:cubicBezTo>
                    <a:cubicBezTo>
                      <a:pt x="870926" y="421577"/>
                      <a:pt x="870926" y="307595"/>
                      <a:pt x="800624" y="237293"/>
                    </a:cubicBezTo>
                    <a:close/>
                    <a:moveTo>
                      <a:pt x="1079384" y="68015"/>
                    </a:moveTo>
                    <a:cubicBezTo>
                      <a:pt x="1121407" y="110039"/>
                      <a:pt x="1147399" y="168093"/>
                      <a:pt x="1147399" y="232219"/>
                    </a:cubicBezTo>
                    <a:cubicBezTo>
                      <a:pt x="1147399" y="1159793"/>
                      <a:pt x="1034554" y="2087367"/>
                      <a:pt x="1023948" y="3014957"/>
                    </a:cubicBezTo>
                    <a:cubicBezTo>
                      <a:pt x="1133082" y="3060182"/>
                      <a:pt x="1235152" y="3127360"/>
                      <a:pt x="1323851" y="3216059"/>
                    </a:cubicBezTo>
                    <a:cubicBezTo>
                      <a:pt x="1689423" y="3581630"/>
                      <a:pt x="1689423" y="4174338"/>
                      <a:pt x="1323851" y="4539910"/>
                    </a:cubicBezTo>
                    <a:cubicBezTo>
                      <a:pt x="1261218" y="4602543"/>
                      <a:pt x="1191917" y="4654446"/>
                      <a:pt x="1117803" y="4694845"/>
                    </a:cubicBezTo>
                    <a:lnTo>
                      <a:pt x="1117303" y="3872699"/>
                    </a:lnTo>
                    <a:lnTo>
                      <a:pt x="684319" y="3565900"/>
                    </a:lnTo>
                    <a:lnTo>
                      <a:pt x="251709" y="3873225"/>
                    </a:lnTo>
                    <a:lnTo>
                      <a:pt x="252223" y="4718882"/>
                    </a:lnTo>
                    <a:cubicBezTo>
                      <a:pt x="160837" y="4675423"/>
                      <a:pt x="75567" y="4615476"/>
                      <a:pt x="0" y="4539910"/>
                    </a:cubicBezTo>
                    <a:cubicBezTo>
                      <a:pt x="-365571" y="4174338"/>
                      <a:pt x="-365571" y="3581630"/>
                      <a:pt x="0" y="3216059"/>
                    </a:cubicBezTo>
                    <a:cubicBezTo>
                      <a:pt x="100968" y="3115091"/>
                      <a:pt x="219261" y="3042010"/>
                      <a:pt x="345675" y="2997831"/>
                    </a:cubicBezTo>
                    <a:lnTo>
                      <a:pt x="211295" y="232219"/>
                    </a:lnTo>
                    <a:cubicBezTo>
                      <a:pt x="211295" y="103968"/>
                      <a:pt x="315263" y="0"/>
                      <a:pt x="443514" y="0"/>
                    </a:cubicBezTo>
                    <a:lnTo>
                      <a:pt x="915180" y="0"/>
                    </a:lnTo>
                    <a:cubicBezTo>
                      <a:pt x="979305" y="0"/>
                      <a:pt x="1037360" y="25992"/>
                      <a:pt x="1079384" y="680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996" name="Google Shape;1996;p48"/>
              <p:cNvSpPr/>
              <p:nvPr/>
            </p:nvSpPr>
            <p:spPr>
              <a:xfrm rot="-8100000">
                <a:off x="9503918" y="5364438"/>
                <a:ext cx="71616" cy="502304"/>
              </a:xfrm>
              <a:custGeom>
                <a:rect b="b" l="l" r="r" t="t"/>
                <a:pathLst>
                  <a:path extrusionOk="0" h="460327" w="65631">
                    <a:moveTo>
                      <a:pt x="42919" y="215685"/>
                    </a:moveTo>
                    <a:lnTo>
                      <a:pt x="22708" y="215685"/>
                    </a:lnTo>
                    <a:lnTo>
                      <a:pt x="0" y="185855"/>
                    </a:lnTo>
                    <a:lnTo>
                      <a:pt x="3" y="185856"/>
                    </a:lnTo>
                    <a:lnTo>
                      <a:pt x="3" y="32814"/>
                    </a:lnTo>
                    <a:cubicBezTo>
                      <a:pt x="3" y="14690"/>
                      <a:pt x="14694" y="0"/>
                      <a:pt x="32817" y="0"/>
                    </a:cubicBezTo>
                    <a:cubicBezTo>
                      <a:pt x="50940" y="0"/>
                      <a:pt x="65631" y="14690"/>
                      <a:pt x="65631" y="32814"/>
                    </a:cubicBezTo>
                    <a:lnTo>
                      <a:pt x="65631" y="185856"/>
                    </a:lnTo>
                    <a:lnTo>
                      <a:pt x="65626" y="185856"/>
                    </a:lnTo>
                    <a:close/>
                    <a:moveTo>
                      <a:pt x="57234" y="460327"/>
                    </a:moveTo>
                    <a:lnTo>
                      <a:pt x="11300" y="460327"/>
                    </a:lnTo>
                    <a:lnTo>
                      <a:pt x="11300" y="366559"/>
                    </a:lnTo>
                    <a:cubicBezTo>
                      <a:pt x="13577" y="349655"/>
                      <a:pt x="25635" y="358815"/>
                      <a:pt x="25452" y="346112"/>
                    </a:cubicBezTo>
                    <a:cubicBezTo>
                      <a:pt x="25288" y="302926"/>
                      <a:pt x="25124" y="259739"/>
                      <a:pt x="24960" y="216553"/>
                    </a:cubicBezTo>
                    <a:lnTo>
                      <a:pt x="42858" y="216553"/>
                    </a:lnTo>
                    <a:cubicBezTo>
                      <a:pt x="42694" y="259576"/>
                      <a:pt x="42530" y="302598"/>
                      <a:pt x="42366" y="345621"/>
                    </a:cubicBezTo>
                    <a:cubicBezTo>
                      <a:pt x="39843" y="359799"/>
                      <a:pt x="54756" y="347441"/>
                      <a:pt x="57234" y="36655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997" name="Google Shape;1997;p48"/>
              <p:cNvSpPr/>
              <p:nvPr/>
            </p:nvSpPr>
            <p:spPr>
              <a:xfrm>
                <a:off x="10146073" y="5282722"/>
                <a:ext cx="141778" cy="392828"/>
              </a:xfrm>
              <a:custGeom>
                <a:rect b="b" l="l" r="r" t="t"/>
                <a:pathLst>
                  <a:path extrusionOk="0" h="3871427" w="1397263">
                    <a:moveTo>
                      <a:pt x="698631" y="1778701"/>
                    </a:moveTo>
                    <a:cubicBezTo>
                      <a:pt x="609151" y="1778701"/>
                      <a:pt x="536613" y="1851239"/>
                      <a:pt x="536613" y="1940719"/>
                    </a:cubicBezTo>
                    <a:cubicBezTo>
                      <a:pt x="536613" y="2030199"/>
                      <a:pt x="609151" y="2102737"/>
                      <a:pt x="698631" y="2102737"/>
                    </a:cubicBezTo>
                    <a:cubicBezTo>
                      <a:pt x="788111" y="2102737"/>
                      <a:pt x="860649" y="2030199"/>
                      <a:pt x="860649" y="1940719"/>
                    </a:cubicBezTo>
                    <a:cubicBezTo>
                      <a:pt x="860649" y="1851239"/>
                      <a:pt x="788111" y="1778701"/>
                      <a:pt x="698631" y="1778701"/>
                    </a:cubicBezTo>
                    <a:close/>
                    <a:moveTo>
                      <a:pt x="999594" y="0"/>
                    </a:moveTo>
                    <a:lnTo>
                      <a:pt x="1321063" y="0"/>
                    </a:lnTo>
                    <a:lnTo>
                      <a:pt x="1390119" y="95250"/>
                    </a:lnTo>
                    <a:cubicBezTo>
                      <a:pt x="1392500" y="284956"/>
                      <a:pt x="1394882" y="474663"/>
                      <a:pt x="1397263" y="664369"/>
                    </a:cubicBezTo>
                    <a:lnTo>
                      <a:pt x="1256769" y="833438"/>
                    </a:lnTo>
                    <a:lnTo>
                      <a:pt x="921013" y="978694"/>
                    </a:lnTo>
                    <a:lnTo>
                      <a:pt x="913199" y="978651"/>
                    </a:lnTo>
                    <a:lnTo>
                      <a:pt x="913199" y="1700779"/>
                    </a:lnTo>
                    <a:cubicBezTo>
                      <a:pt x="979823" y="1759212"/>
                      <a:pt x="1021211" y="1845132"/>
                      <a:pt x="1021211" y="1940719"/>
                    </a:cubicBezTo>
                    <a:cubicBezTo>
                      <a:pt x="1021211" y="2036306"/>
                      <a:pt x="979823" y="2122226"/>
                      <a:pt x="913199" y="2180659"/>
                    </a:cubicBezTo>
                    <a:lnTo>
                      <a:pt x="913199" y="2896482"/>
                    </a:lnTo>
                    <a:lnTo>
                      <a:pt x="1238250" y="3021320"/>
                    </a:lnTo>
                    <a:lnTo>
                      <a:pt x="1390650" y="3199914"/>
                    </a:lnTo>
                    <a:lnTo>
                      <a:pt x="1393032" y="3764270"/>
                    </a:lnTo>
                    <a:lnTo>
                      <a:pt x="1316832" y="3869045"/>
                    </a:lnTo>
                    <a:lnTo>
                      <a:pt x="997744" y="3869045"/>
                    </a:lnTo>
                    <a:lnTo>
                      <a:pt x="995363" y="3276114"/>
                    </a:lnTo>
                    <a:lnTo>
                      <a:pt x="700088" y="3111808"/>
                    </a:lnTo>
                    <a:lnTo>
                      <a:pt x="409575" y="3288020"/>
                    </a:lnTo>
                    <a:lnTo>
                      <a:pt x="397669" y="3871427"/>
                    </a:lnTo>
                    <a:lnTo>
                      <a:pt x="76200" y="3871427"/>
                    </a:lnTo>
                    <a:lnTo>
                      <a:pt x="7144" y="3776177"/>
                    </a:lnTo>
                    <a:cubicBezTo>
                      <a:pt x="4763" y="3586471"/>
                      <a:pt x="2381" y="3396764"/>
                      <a:pt x="0" y="3207058"/>
                    </a:cubicBezTo>
                    <a:lnTo>
                      <a:pt x="140494" y="3037989"/>
                    </a:lnTo>
                    <a:lnTo>
                      <a:pt x="476250" y="2892733"/>
                    </a:lnTo>
                    <a:lnTo>
                      <a:pt x="481151" y="2892760"/>
                    </a:lnTo>
                    <a:lnTo>
                      <a:pt x="481151" y="2180659"/>
                    </a:lnTo>
                    <a:cubicBezTo>
                      <a:pt x="414527" y="2122226"/>
                      <a:pt x="373139" y="2036306"/>
                      <a:pt x="373139" y="1940719"/>
                    </a:cubicBezTo>
                    <a:cubicBezTo>
                      <a:pt x="373139" y="1845132"/>
                      <a:pt x="414527" y="1759212"/>
                      <a:pt x="481151" y="1700779"/>
                    </a:cubicBezTo>
                    <a:lnTo>
                      <a:pt x="481151" y="973827"/>
                    </a:lnTo>
                    <a:lnTo>
                      <a:pt x="159013" y="850107"/>
                    </a:lnTo>
                    <a:lnTo>
                      <a:pt x="6613" y="671513"/>
                    </a:lnTo>
                    <a:lnTo>
                      <a:pt x="4231" y="107157"/>
                    </a:lnTo>
                    <a:lnTo>
                      <a:pt x="80431" y="2382"/>
                    </a:lnTo>
                    <a:lnTo>
                      <a:pt x="399519" y="2382"/>
                    </a:lnTo>
                    <a:cubicBezTo>
                      <a:pt x="400313" y="198438"/>
                      <a:pt x="401106" y="396875"/>
                      <a:pt x="401900" y="595313"/>
                    </a:cubicBezTo>
                    <a:lnTo>
                      <a:pt x="697175" y="759619"/>
                    </a:lnTo>
                    <a:lnTo>
                      <a:pt x="987688" y="583407"/>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1998" name="Google Shape;1998;p48"/>
              <p:cNvSpPr/>
              <p:nvPr/>
            </p:nvSpPr>
            <p:spPr>
              <a:xfrm rot="10800000">
                <a:off x="9233259" y="1922064"/>
                <a:ext cx="351266" cy="351266"/>
              </a:xfrm>
              <a:custGeom>
                <a:rect b="b" l="l" r="r" t="t"/>
                <a:pathLst>
                  <a:path extrusionOk="0" h="3915008" w="3982665">
                    <a:moveTo>
                      <a:pt x="0" y="2664000"/>
                    </a:moveTo>
                    <a:lnTo>
                      <a:pt x="1911318" y="72000"/>
                    </a:lnTo>
                    <a:lnTo>
                      <a:pt x="1142725" y="2655962"/>
                    </a:lnTo>
                    <a:close/>
                    <a:moveTo>
                      <a:pt x="3982665" y="2664000"/>
                    </a:moveTo>
                    <a:lnTo>
                      <a:pt x="2839940" y="2655962"/>
                    </a:lnTo>
                    <a:lnTo>
                      <a:pt x="2071347" y="72000"/>
                    </a:lnTo>
                    <a:close/>
                    <a:moveTo>
                      <a:pt x="2621333" y="2664000"/>
                    </a:moveTo>
                    <a:lnTo>
                      <a:pt x="1361333" y="2664000"/>
                    </a:lnTo>
                    <a:lnTo>
                      <a:pt x="1991333" y="0"/>
                    </a:lnTo>
                    <a:close/>
                    <a:moveTo>
                      <a:pt x="1806654" y="3915007"/>
                    </a:moveTo>
                    <a:lnTo>
                      <a:pt x="726654" y="3915007"/>
                    </a:lnTo>
                    <a:lnTo>
                      <a:pt x="1266654" y="2835007"/>
                    </a:lnTo>
                    <a:close/>
                    <a:moveTo>
                      <a:pt x="555902" y="3915008"/>
                    </a:moveTo>
                    <a:lnTo>
                      <a:pt x="15902" y="2835008"/>
                    </a:lnTo>
                    <a:lnTo>
                      <a:pt x="1095902" y="2835008"/>
                    </a:lnTo>
                    <a:close/>
                    <a:moveTo>
                      <a:pt x="1977406" y="3915008"/>
                    </a:moveTo>
                    <a:lnTo>
                      <a:pt x="1437406" y="2835008"/>
                    </a:lnTo>
                    <a:lnTo>
                      <a:pt x="2517406" y="2835008"/>
                    </a:lnTo>
                    <a:close/>
                    <a:moveTo>
                      <a:pt x="3228158" y="3915008"/>
                    </a:moveTo>
                    <a:lnTo>
                      <a:pt x="2148158" y="3915008"/>
                    </a:lnTo>
                    <a:lnTo>
                      <a:pt x="2688158" y="2835008"/>
                    </a:lnTo>
                    <a:close/>
                    <a:moveTo>
                      <a:pt x="3398910" y="3915008"/>
                    </a:moveTo>
                    <a:lnTo>
                      <a:pt x="2858910" y="2835008"/>
                    </a:lnTo>
                    <a:lnTo>
                      <a:pt x="3938910" y="2835008"/>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1999" name="Google Shape;1999;p48"/>
              <p:cNvSpPr/>
              <p:nvPr/>
            </p:nvSpPr>
            <p:spPr>
              <a:xfrm>
                <a:off x="8136976" y="5049647"/>
                <a:ext cx="351266" cy="351266"/>
              </a:xfrm>
              <a:custGeom>
                <a:rect b="b" l="l" r="r" t="t"/>
                <a:pathLst>
                  <a:path extrusionOk="0" h="3954781" w="3928707">
                    <a:moveTo>
                      <a:pt x="2773336" y="2238726"/>
                    </a:moveTo>
                    <a:cubicBezTo>
                      <a:pt x="2746826" y="2238726"/>
                      <a:pt x="2725335" y="2260217"/>
                      <a:pt x="2725335" y="2286727"/>
                    </a:cubicBezTo>
                    <a:lnTo>
                      <a:pt x="2725335" y="2478725"/>
                    </a:lnTo>
                    <a:cubicBezTo>
                      <a:pt x="2725335" y="2505235"/>
                      <a:pt x="2746826" y="2526726"/>
                      <a:pt x="2773336" y="2526726"/>
                    </a:cubicBezTo>
                    <a:lnTo>
                      <a:pt x="2965334" y="2526726"/>
                    </a:lnTo>
                    <a:cubicBezTo>
                      <a:pt x="2991844" y="2526726"/>
                      <a:pt x="3013335" y="2505235"/>
                      <a:pt x="3013335" y="2478725"/>
                    </a:cubicBezTo>
                    <a:lnTo>
                      <a:pt x="3013335" y="2286727"/>
                    </a:lnTo>
                    <a:cubicBezTo>
                      <a:pt x="3013335" y="2260217"/>
                      <a:pt x="2991844" y="2238726"/>
                      <a:pt x="2965334" y="2238726"/>
                    </a:cubicBezTo>
                    <a:close/>
                    <a:moveTo>
                      <a:pt x="2313922" y="2238726"/>
                    </a:moveTo>
                    <a:cubicBezTo>
                      <a:pt x="2287412" y="2238726"/>
                      <a:pt x="2265921" y="2260217"/>
                      <a:pt x="2265921" y="2286727"/>
                    </a:cubicBezTo>
                    <a:lnTo>
                      <a:pt x="2265921" y="2478725"/>
                    </a:lnTo>
                    <a:cubicBezTo>
                      <a:pt x="2265921" y="2505235"/>
                      <a:pt x="2287412" y="2526726"/>
                      <a:pt x="2313922" y="2526726"/>
                    </a:cubicBezTo>
                    <a:lnTo>
                      <a:pt x="2505920" y="2526726"/>
                    </a:lnTo>
                    <a:cubicBezTo>
                      <a:pt x="2532430" y="2526726"/>
                      <a:pt x="2553921" y="2505235"/>
                      <a:pt x="2553921" y="2478725"/>
                    </a:cubicBezTo>
                    <a:lnTo>
                      <a:pt x="2553921" y="2286727"/>
                    </a:lnTo>
                    <a:cubicBezTo>
                      <a:pt x="2553921" y="2260217"/>
                      <a:pt x="2532430" y="2238726"/>
                      <a:pt x="2505920" y="2238726"/>
                    </a:cubicBezTo>
                    <a:close/>
                    <a:moveTo>
                      <a:pt x="1854508" y="2238726"/>
                    </a:moveTo>
                    <a:cubicBezTo>
                      <a:pt x="1827998" y="2238726"/>
                      <a:pt x="1806507" y="2260217"/>
                      <a:pt x="1806507" y="2286727"/>
                    </a:cubicBezTo>
                    <a:lnTo>
                      <a:pt x="1806507" y="2478725"/>
                    </a:lnTo>
                    <a:cubicBezTo>
                      <a:pt x="1806507" y="2505235"/>
                      <a:pt x="1827998" y="2526726"/>
                      <a:pt x="1854508" y="2526726"/>
                    </a:cubicBezTo>
                    <a:lnTo>
                      <a:pt x="2046506" y="2526726"/>
                    </a:lnTo>
                    <a:cubicBezTo>
                      <a:pt x="2073016" y="2526726"/>
                      <a:pt x="2094507" y="2505235"/>
                      <a:pt x="2094507" y="2478725"/>
                    </a:cubicBezTo>
                    <a:lnTo>
                      <a:pt x="2094507" y="2286727"/>
                    </a:lnTo>
                    <a:cubicBezTo>
                      <a:pt x="2094507" y="2260217"/>
                      <a:pt x="2073016" y="2238726"/>
                      <a:pt x="2046506" y="2238726"/>
                    </a:cubicBezTo>
                    <a:close/>
                    <a:moveTo>
                      <a:pt x="879732" y="2133675"/>
                    </a:moveTo>
                    <a:cubicBezTo>
                      <a:pt x="767330" y="2133675"/>
                      <a:pt x="676210" y="2224795"/>
                      <a:pt x="676210" y="2337197"/>
                    </a:cubicBezTo>
                    <a:cubicBezTo>
                      <a:pt x="676210" y="2449599"/>
                      <a:pt x="767330" y="2540719"/>
                      <a:pt x="879732" y="2540719"/>
                    </a:cubicBezTo>
                    <a:cubicBezTo>
                      <a:pt x="956121" y="2540719"/>
                      <a:pt x="1022681" y="2498634"/>
                      <a:pt x="1054808" y="2434886"/>
                    </a:cubicBezTo>
                    <a:lnTo>
                      <a:pt x="1469273" y="2434887"/>
                    </a:lnTo>
                    <a:cubicBezTo>
                      <a:pt x="1529381" y="2434887"/>
                      <a:pt x="1578108" y="2386160"/>
                      <a:pt x="1578108" y="2326052"/>
                    </a:cubicBezTo>
                    <a:cubicBezTo>
                      <a:pt x="1578108" y="2265944"/>
                      <a:pt x="1529381" y="2217217"/>
                      <a:pt x="1469273" y="2217217"/>
                    </a:cubicBezTo>
                    <a:lnTo>
                      <a:pt x="1039779" y="2217217"/>
                    </a:lnTo>
                    <a:cubicBezTo>
                      <a:pt x="1005455" y="2165662"/>
                      <a:pt x="946329" y="2133675"/>
                      <a:pt x="879732" y="2133675"/>
                    </a:cubicBezTo>
                    <a:close/>
                    <a:moveTo>
                      <a:pt x="2773336" y="1699178"/>
                    </a:moveTo>
                    <a:cubicBezTo>
                      <a:pt x="2746826" y="1699178"/>
                      <a:pt x="2725335" y="1720669"/>
                      <a:pt x="2725335" y="1747179"/>
                    </a:cubicBezTo>
                    <a:lnTo>
                      <a:pt x="2725335" y="1939177"/>
                    </a:lnTo>
                    <a:cubicBezTo>
                      <a:pt x="2725335" y="1965687"/>
                      <a:pt x="2746826" y="1987178"/>
                      <a:pt x="2773336" y="1987178"/>
                    </a:cubicBezTo>
                    <a:lnTo>
                      <a:pt x="2965334" y="1987178"/>
                    </a:lnTo>
                    <a:cubicBezTo>
                      <a:pt x="2991844" y="1987178"/>
                      <a:pt x="3013335" y="1965687"/>
                      <a:pt x="3013335" y="1939177"/>
                    </a:cubicBezTo>
                    <a:lnTo>
                      <a:pt x="3013335" y="1747179"/>
                    </a:lnTo>
                    <a:cubicBezTo>
                      <a:pt x="3013335" y="1720669"/>
                      <a:pt x="2991844" y="1699178"/>
                      <a:pt x="2965334" y="1699178"/>
                    </a:cubicBezTo>
                    <a:close/>
                    <a:moveTo>
                      <a:pt x="2313922" y="1699178"/>
                    </a:moveTo>
                    <a:cubicBezTo>
                      <a:pt x="2287412" y="1699178"/>
                      <a:pt x="2265921" y="1720669"/>
                      <a:pt x="2265921" y="1747179"/>
                    </a:cubicBezTo>
                    <a:lnTo>
                      <a:pt x="2265921" y="1939177"/>
                    </a:lnTo>
                    <a:cubicBezTo>
                      <a:pt x="2265921" y="1965687"/>
                      <a:pt x="2287412" y="1987178"/>
                      <a:pt x="2313922" y="1987178"/>
                    </a:cubicBezTo>
                    <a:lnTo>
                      <a:pt x="2505920" y="1987178"/>
                    </a:lnTo>
                    <a:cubicBezTo>
                      <a:pt x="2532430" y="1987178"/>
                      <a:pt x="2553921" y="1965687"/>
                      <a:pt x="2553921" y="1939177"/>
                    </a:cubicBezTo>
                    <a:lnTo>
                      <a:pt x="2553921" y="1747179"/>
                    </a:lnTo>
                    <a:cubicBezTo>
                      <a:pt x="2553921" y="1720669"/>
                      <a:pt x="2532430" y="1699178"/>
                      <a:pt x="2505920" y="1699178"/>
                    </a:cubicBezTo>
                    <a:close/>
                    <a:moveTo>
                      <a:pt x="1854508" y="1699178"/>
                    </a:moveTo>
                    <a:cubicBezTo>
                      <a:pt x="1827998" y="1699178"/>
                      <a:pt x="1806507" y="1720669"/>
                      <a:pt x="1806507" y="1747179"/>
                    </a:cubicBezTo>
                    <a:lnTo>
                      <a:pt x="1806507" y="1939177"/>
                    </a:lnTo>
                    <a:cubicBezTo>
                      <a:pt x="1806507" y="1965687"/>
                      <a:pt x="1827998" y="1987178"/>
                      <a:pt x="1854508" y="1987178"/>
                    </a:cubicBezTo>
                    <a:lnTo>
                      <a:pt x="2046506" y="1987178"/>
                    </a:lnTo>
                    <a:cubicBezTo>
                      <a:pt x="2073016" y="1987178"/>
                      <a:pt x="2094507" y="1965687"/>
                      <a:pt x="2094507" y="1939177"/>
                    </a:cubicBezTo>
                    <a:lnTo>
                      <a:pt x="2094507" y="1747179"/>
                    </a:lnTo>
                    <a:cubicBezTo>
                      <a:pt x="2094507" y="1720669"/>
                      <a:pt x="2073016" y="1699178"/>
                      <a:pt x="2046506" y="1699178"/>
                    </a:cubicBezTo>
                    <a:close/>
                    <a:moveTo>
                      <a:pt x="1035948" y="1186216"/>
                    </a:moveTo>
                    <a:cubicBezTo>
                      <a:pt x="1165960" y="1186216"/>
                      <a:pt x="1271356" y="1291612"/>
                      <a:pt x="1271356" y="1421624"/>
                    </a:cubicBezTo>
                    <a:cubicBezTo>
                      <a:pt x="1271356" y="1551636"/>
                      <a:pt x="1165960" y="1657032"/>
                      <a:pt x="1035948" y="1657032"/>
                    </a:cubicBezTo>
                    <a:cubicBezTo>
                      <a:pt x="905936" y="1657032"/>
                      <a:pt x="800540" y="1551636"/>
                      <a:pt x="800540" y="1421624"/>
                    </a:cubicBezTo>
                    <a:cubicBezTo>
                      <a:pt x="800540" y="1291612"/>
                      <a:pt x="905936" y="1186216"/>
                      <a:pt x="1035948" y="1186216"/>
                    </a:cubicBezTo>
                    <a:close/>
                    <a:moveTo>
                      <a:pt x="2773336" y="1159631"/>
                    </a:moveTo>
                    <a:cubicBezTo>
                      <a:pt x="2746826" y="1159631"/>
                      <a:pt x="2725335" y="1181122"/>
                      <a:pt x="2725335" y="1207632"/>
                    </a:cubicBezTo>
                    <a:lnTo>
                      <a:pt x="2725335" y="1399630"/>
                    </a:lnTo>
                    <a:cubicBezTo>
                      <a:pt x="2725335" y="1426140"/>
                      <a:pt x="2746826" y="1447631"/>
                      <a:pt x="2773336" y="1447631"/>
                    </a:cubicBezTo>
                    <a:lnTo>
                      <a:pt x="2965334" y="1447631"/>
                    </a:lnTo>
                    <a:cubicBezTo>
                      <a:pt x="2991844" y="1447631"/>
                      <a:pt x="3013335" y="1426140"/>
                      <a:pt x="3013335" y="1399630"/>
                    </a:cubicBezTo>
                    <a:lnTo>
                      <a:pt x="3013335" y="1207632"/>
                    </a:lnTo>
                    <a:cubicBezTo>
                      <a:pt x="3013335" y="1181122"/>
                      <a:pt x="2991844" y="1159631"/>
                      <a:pt x="2965334" y="1159631"/>
                    </a:cubicBezTo>
                    <a:close/>
                    <a:moveTo>
                      <a:pt x="2313922" y="1159631"/>
                    </a:moveTo>
                    <a:cubicBezTo>
                      <a:pt x="2287412" y="1159631"/>
                      <a:pt x="2265921" y="1181122"/>
                      <a:pt x="2265921" y="1207632"/>
                    </a:cubicBezTo>
                    <a:lnTo>
                      <a:pt x="2265921" y="1399630"/>
                    </a:lnTo>
                    <a:cubicBezTo>
                      <a:pt x="2265921" y="1426140"/>
                      <a:pt x="2287412" y="1447631"/>
                      <a:pt x="2313922" y="1447631"/>
                    </a:cubicBezTo>
                    <a:lnTo>
                      <a:pt x="2505920" y="1447631"/>
                    </a:lnTo>
                    <a:cubicBezTo>
                      <a:pt x="2532430" y="1447631"/>
                      <a:pt x="2553921" y="1426140"/>
                      <a:pt x="2553921" y="1399630"/>
                    </a:cubicBezTo>
                    <a:lnTo>
                      <a:pt x="2553921" y="1207632"/>
                    </a:lnTo>
                    <a:cubicBezTo>
                      <a:pt x="2553921" y="1181122"/>
                      <a:pt x="2532430" y="1159631"/>
                      <a:pt x="2505920" y="1159631"/>
                    </a:cubicBezTo>
                    <a:close/>
                    <a:moveTo>
                      <a:pt x="1854508" y="1159631"/>
                    </a:moveTo>
                    <a:cubicBezTo>
                      <a:pt x="1827998" y="1159631"/>
                      <a:pt x="1806507" y="1181122"/>
                      <a:pt x="1806507" y="1207632"/>
                    </a:cubicBezTo>
                    <a:lnTo>
                      <a:pt x="1806507" y="1399630"/>
                    </a:lnTo>
                    <a:cubicBezTo>
                      <a:pt x="1806507" y="1426140"/>
                      <a:pt x="1827998" y="1447631"/>
                      <a:pt x="1854508" y="1447631"/>
                    </a:cubicBezTo>
                    <a:lnTo>
                      <a:pt x="2046506" y="1447631"/>
                    </a:lnTo>
                    <a:cubicBezTo>
                      <a:pt x="2073016" y="1447631"/>
                      <a:pt x="2094507" y="1426140"/>
                      <a:pt x="2094507" y="1399630"/>
                    </a:cubicBezTo>
                    <a:lnTo>
                      <a:pt x="2094507" y="1207632"/>
                    </a:lnTo>
                    <a:cubicBezTo>
                      <a:pt x="2094507" y="1181122"/>
                      <a:pt x="2073016" y="1159631"/>
                      <a:pt x="2046506" y="1159631"/>
                    </a:cubicBezTo>
                    <a:close/>
                    <a:moveTo>
                      <a:pt x="1035947" y="1097587"/>
                    </a:moveTo>
                    <a:cubicBezTo>
                      <a:pt x="856987" y="1097587"/>
                      <a:pt x="711911" y="1242663"/>
                      <a:pt x="711911" y="1421623"/>
                    </a:cubicBezTo>
                    <a:cubicBezTo>
                      <a:pt x="711911" y="1600583"/>
                      <a:pt x="856987" y="1745659"/>
                      <a:pt x="1035947" y="1745659"/>
                    </a:cubicBezTo>
                    <a:cubicBezTo>
                      <a:pt x="1214907" y="1745659"/>
                      <a:pt x="1359983" y="1600583"/>
                      <a:pt x="1359983" y="1421623"/>
                    </a:cubicBezTo>
                    <a:cubicBezTo>
                      <a:pt x="1359983" y="1242663"/>
                      <a:pt x="1214907" y="1097587"/>
                      <a:pt x="1035947" y="1097587"/>
                    </a:cubicBezTo>
                    <a:close/>
                    <a:moveTo>
                      <a:pt x="593124" y="376367"/>
                    </a:moveTo>
                    <a:lnTo>
                      <a:pt x="3225543" y="376367"/>
                    </a:lnTo>
                    <a:cubicBezTo>
                      <a:pt x="3328637" y="376367"/>
                      <a:pt x="3412211" y="459941"/>
                      <a:pt x="3412211" y="563035"/>
                    </a:cubicBezTo>
                    <a:lnTo>
                      <a:pt x="3412211" y="3074837"/>
                    </a:lnTo>
                    <a:cubicBezTo>
                      <a:pt x="3412211" y="3177931"/>
                      <a:pt x="3328637" y="3261505"/>
                      <a:pt x="3225543" y="3261505"/>
                    </a:cubicBezTo>
                    <a:lnTo>
                      <a:pt x="593124" y="3261505"/>
                    </a:lnTo>
                    <a:cubicBezTo>
                      <a:pt x="490030" y="3261505"/>
                      <a:pt x="406456" y="3177931"/>
                      <a:pt x="406456" y="3074837"/>
                    </a:cubicBezTo>
                    <a:lnTo>
                      <a:pt x="406456" y="563035"/>
                    </a:lnTo>
                    <a:cubicBezTo>
                      <a:pt x="406456" y="459941"/>
                      <a:pt x="490030" y="376367"/>
                      <a:pt x="593124" y="376367"/>
                    </a:cubicBezTo>
                    <a:close/>
                    <a:moveTo>
                      <a:pt x="466365" y="263607"/>
                    </a:moveTo>
                    <a:cubicBezTo>
                      <a:pt x="353740" y="263607"/>
                      <a:pt x="262440" y="354907"/>
                      <a:pt x="262440" y="467532"/>
                    </a:cubicBezTo>
                    <a:lnTo>
                      <a:pt x="262440" y="3211530"/>
                    </a:lnTo>
                    <a:cubicBezTo>
                      <a:pt x="262440" y="3324155"/>
                      <a:pt x="353740" y="3415455"/>
                      <a:pt x="466365" y="3415455"/>
                    </a:cubicBezTo>
                    <a:lnTo>
                      <a:pt x="3352302" y="3415455"/>
                    </a:lnTo>
                    <a:cubicBezTo>
                      <a:pt x="3464927" y="3415455"/>
                      <a:pt x="3556227" y="3324155"/>
                      <a:pt x="3556227" y="3211530"/>
                    </a:cubicBezTo>
                    <a:lnTo>
                      <a:pt x="3556227" y="2945906"/>
                    </a:lnTo>
                    <a:lnTo>
                      <a:pt x="3604113" y="2945906"/>
                    </a:lnTo>
                    <a:cubicBezTo>
                      <a:pt x="3647262" y="2945906"/>
                      <a:pt x="3682241" y="2910927"/>
                      <a:pt x="3682241" y="2867778"/>
                    </a:cubicBezTo>
                    <a:lnTo>
                      <a:pt x="3682241" y="2555278"/>
                    </a:lnTo>
                    <a:cubicBezTo>
                      <a:pt x="3682241" y="2512129"/>
                      <a:pt x="3647262" y="2477150"/>
                      <a:pt x="3604113" y="2477150"/>
                    </a:cubicBezTo>
                    <a:lnTo>
                      <a:pt x="3556227" y="2477150"/>
                    </a:lnTo>
                    <a:lnTo>
                      <a:pt x="3556227" y="1181006"/>
                    </a:lnTo>
                    <a:lnTo>
                      <a:pt x="3604113" y="1181006"/>
                    </a:lnTo>
                    <a:cubicBezTo>
                      <a:pt x="3647262" y="1181006"/>
                      <a:pt x="3682241" y="1146027"/>
                      <a:pt x="3682241" y="1102878"/>
                    </a:cubicBezTo>
                    <a:lnTo>
                      <a:pt x="3682241" y="790378"/>
                    </a:lnTo>
                    <a:cubicBezTo>
                      <a:pt x="3682241" y="747229"/>
                      <a:pt x="3647262" y="712250"/>
                      <a:pt x="3604113" y="712250"/>
                    </a:cubicBezTo>
                    <a:lnTo>
                      <a:pt x="3556227" y="712250"/>
                    </a:lnTo>
                    <a:lnTo>
                      <a:pt x="3556227" y="467532"/>
                    </a:lnTo>
                    <a:cubicBezTo>
                      <a:pt x="3556227" y="354907"/>
                      <a:pt x="3464927" y="263607"/>
                      <a:pt x="3352302" y="263607"/>
                    </a:cubicBezTo>
                    <a:close/>
                    <a:moveTo>
                      <a:pt x="235370" y="0"/>
                    </a:moveTo>
                    <a:lnTo>
                      <a:pt x="3693337" y="0"/>
                    </a:lnTo>
                    <a:cubicBezTo>
                      <a:pt x="3823328" y="0"/>
                      <a:pt x="3928707" y="105379"/>
                      <a:pt x="3928707" y="235370"/>
                    </a:cubicBezTo>
                    <a:lnTo>
                      <a:pt x="3928707" y="3402502"/>
                    </a:lnTo>
                    <a:cubicBezTo>
                      <a:pt x="3928707" y="3485210"/>
                      <a:pt x="3886047" y="3557954"/>
                      <a:pt x="3821334" y="3599629"/>
                    </a:cubicBezTo>
                    <a:lnTo>
                      <a:pt x="3732546" y="3954781"/>
                    </a:lnTo>
                    <a:lnTo>
                      <a:pt x="2998166" y="3954781"/>
                    </a:lnTo>
                    <a:lnTo>
                      <a:pt x="2918939" y="3637872"/>
                    </a:lnTo>
                    <a:lnTo>
                      <a:pt x="1025164" y="3637872"/>
                    </a:lnTo>
                    <a:lnTo>
                      <a:pt x="945937" y="3954781"/>
                    </a:lnTo>
                    <a:lnTo>
                      <a:pt x="211557" y="3954781"/>
                    </a:lnTo>
                    <a:lnTo>
                      <a:pt x="125186" y="3609298"/>
                    </a:lnTo>
                    <a:cubicBezTo>
                      <a:pt x="50483" y="3570656"/>
                      <a:pt x="0" y="3492475"/>
                      <a:pt x="0" y="3402502"/>
                    </a:cubicBezTo>
                    <a:lnTo>
                      <a:pt x="0" y="235370"/>
                    </a:lnTo>
                    <a:cubicBezTo>
                      <a:pt x="0" y="105379"/>
                      <a:pt x="105379" y="0"/>
                      <a:pt x="23537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000" name="Google Shape;2000;p48"/>
              <p:cNvSpPr/>
              <p:nvPr/>
            </p:nvSpPr>
            <p:spPr>
              <a:xfrm>
                <a:off x="9626515" y="1969444"/>
                <a:ext cx="330976" cy="339180"/>
              </a:xfrm>
              <a:custGeom>
                <a:rect b="b" l="l" r="r" t="t"/>
                <a:pathLst>
                  <a:path extrusionOk="0" h="3984815" w="3888432">
                    <a:moveTo>
                      <a:pt x="3131805" y="2156163"/>
                    </a:moveTo>
                    <a:lnTo>
                      <a:pt x="3132791" y="2156712"/>
                    </a:lnTo>
                    <a:lnTo>
                      <a:pt x="3132791" y="3458037"/>
                    </a:lnTo>
                    <a:lnTo>
                      <a:pt x="2592791" y="3458037"/>
                    </a:lnTo>
                    <a:lnTo>
                      <a:pt x="2592791" y="2392416"/>
                    </a:lnTo>
                    <a:lnTo>
                      <a:pt x="3131805" y="2392416"/>
                    </a:lnTo>
                    <a:close/>
                    <a:moveTo>
                      <a:pt x="1894806" y="1447696"/>
                    </a:moveTo>
                    <a:lnTo>
                      <a:pt x="2434806" y="1447696"/>
                    </a:lnTo>
                    <a:lnTo>
                      <a:pt x="2434806" y="3067696"/>
                    </a:lnTo>
                    <a:lnTo>
                      <a:pt x="2425859" y="3067696"/>
                    </a:lnTo>
                    <a:lnTo>
                      <a:pt x="2425859" y="3458037"/>
                    </a:lnTo>
                    <a:lnTo>
                      <a:pt x="1885859" y="3458037"/>
                    </a:lnTo>
                    <a:lnTo>
                      <a:pt x="1885859" y="1462222"/>
                    </a:lnTo>
                    <a:lnTo>
                      <a:pt x="1894806" y="1467205"/>
                    </a:lnTo>
                    <a:close/>
                    <a:moveTo>
                      <a:pt x="1178927" y="1068489"/>
                    </a:moveTo>
                    <a:lnTo>
                      <a:pt x="1179306" y="1068700"/>
                    </a:lnTo>
                    <a:lnTo>
                      <a:pt x="1179306" y="1992407"/>
                    </a:lnTo>
                    <a:lnTo>
                      <a:pt x="1718927" y="1992407"/>
                    </a:lnTo>
                    <a:lnTo>
                      <a:pt x="1718927" y="3458037"/>
                    </a:lnTo>
                    <a:lnTo>
                      <a:pt x="1178927" y="3458037"/>
                    </a:lnTo>
                    <a:close/>
                    <a:moveTo>
                      <a:pt x="471995" y="674757"/>
                    </a:moveTo>
                    <a:lnTo>
                      <a:pt x="482407" y="680556"/>
                    </a:lnTo>
                    <a:lnTo>
                      <a:pt x="1022307" y="680556"/>
                    </a:lnTo>
                    <a:lnTo>
                      <a:pt x="1022307" y="2085638"/>
                    </a:lnTo>
                    <a:lnTo>
                      <a:pt x="1011995" y="2085638"/>
                    </a:lnTo>
                    <a:lnTo>
                      <a:pt x="1011995" y="3458037"/>
                    </a:lnTo>
                    <a:lnTo>
                      <a:pt x="471995" y="3458037"/>
                    </a:lnTo>
                    <a:close/>
                    <a:moveTo>
                      <a:pt x="3301860" y="259154"/>
                    </a:moveTo>
                    <a:lnTo>
                      <a:pt x="3841860" y="259154"/>
                    </a:lnTo>
                    <a:lnTo>
                      <a:pt x="3841860" y="2548347"/>
                    </a:lnTo>
                    <a:lnTo>
                      <a:pt x="3835956" y="2548347"/>
                    </a:lnTo>
                    <a:lnTo>
                      <a:pt x="3839723" y="2550445"/>
                    </a:lnTo>
                    <a:lnTo>
                      <a:pt x="3839723" y="3458037"/>
                    </a:lnTo>
                    <a:lnTo>
                      <a:pt x="3299723" y="3458037"/>
                    </a:lnTo>
                    <a:lnTo>
                      <a:pt x="3299723" y="2249687"/>
                    </a:lnTo>
                    <a:lnTo>
                      <a:pt x="3301860" y="2250877"/>
                    </a:lnTo>
                    <a:close/>
                    <a:moveTo>
                      <a:pt x="0" y="0"/>
                    </a:moveTo>
                    <a:lnTo>
                      <a:pt x="360000" y="0"/>
                    </a:lnTo>
                    <a:lnTo>
                      <a:pt x="360000" y="3624815"/>
                    </a:lnTo>
                    <a:lnTo>
                      <a:pt x="3888432" y="3624815"/>
                    </a:lnTo>
                    <a:lnTo>
                      <a:pt x="3888432" y="3984815"/>
                    </a:lnTo>
                    <a:lnTo>
                      <a:pt x="0" y="3984815"/>
                    </a:lnTo>
                    <a:lnTo>
                      <a:pt x="0" y="3888432"/>
                    </a:lnTo>
                    <a:lnTo>
                      <a:pt x="0" y="362481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001" name="Google Shape;2001;p48"/>
              <p:cNvSpPr/>
              <p:nvPr/>
            </p:nvSpPr>
            <p:spPr>
              <a:xfrm>
                <a:off x="10765361" y="4863776"/>
                <a:ext cx="330939" cy="234666"/>
              </a:xfrm>
              <a:custGeom>
                <a:rect b="b" l="l" r="r" t="t"/>
                <a:pathLst>
                  <a:path extrusionOk="0" h="2808000" w="3960000">
                    <a:moveTo>
                      <a:pt x="2137982" y="2165237"/>
                    </a:moveTo>
                    <a:lnTo>
                      <a:pt x="2111402" y="2204211"/>
                    </a:lnTo>
                    <a:lnTo>
                      <a:pt x="2137982" y="2204211"/>
                    </a:lnTo>
                    <a:close/>
                    <a:moveTo>
                      <a:pt x="2635730" y="2101964"/>
                    </a:moveTo>
                    <a:cubicBezTo>
                      <a:pt x="2615812" y="2101964"/>
                      <a:pt x="2599666" y="2142287"/>
                      <a:pt x="2599666" y="2192028"/>
                    </a:cubicBezTo>
                    <a:cubicBezTo>
                      <a:pt x="2599666" y="2241769"/>
                      <a:pt x="2615812" y="2282092"/>
                      <a:pt x="2635730" y="2282092"/>
                    </a:cubicBezTo>
                    <a:cubicBezTo>
                      <a:pt x="2655648" y="2282092"/>
                      <a:pt x="2671794" y="2241769"/>
                      <a:pt x="2671794" y="2192028"/>
                    </a:cubicBezTo>
                    <a:cubicBezTo>
                      <a:pt x="2671794" y="2142287"/>
                      <a:pt x="2655648" y="2101964"/>
                      <a:pt x="2635730" y="2101964"/>
                    </a:cubicBezTo>
                    <a:close/>
                    <a:moveTo>
                      <a:pt x="1280012" y="2101964"/>
                    </a:moveTo>
                    <a:cubicBezTo>
                      <a:pt x="1260094" y="2101964"/>
                      <a:pt x="1243948" y="2142287"/>
                      <a:pt x="1243948" y="2192028"/>
                    </a:cubicBezTo>
                    <a:cubicBezTo>
                      <a:pt x="1243948" y="2241769"/>
                      <a:pt x="1260094" y="2282092"/>
                      <a:pt x="1280012" y="2282092"/>
                    </a:cubicBezTo>
                    <a:cubicBezTo>
                      <a:pt x="1299930" y="2282092"/>
                      <a:pt x="1316076" y="2241769"/>
                      <a:pt x="1316076" y="2192028"/>
                    </a:cubicBezTo>
                    <a:cubicBezTo>
                      <a:pt x="1316076" y="2142287"/>
                      <a:pt x="1299930" y="2101964"/>
                      <a:pt x="1280012" y="2101964"/>
                    </a:cubicBezTo>
                    <a:close/>
                    <a:moveTo>
                      <a:pt x="2138296" y="2025749"/>
                    </a:moveTo>
                    <a:lnTo>
                      <a:pt x="2139137" y="2026323"/>
                    </a:lnTo>
                    <a:lnTo>
                      <a:pt x="2216315" y="2026323"/>
                    </a:lnTo>
                    <a:lnTo>
                      <a:pt x="2216315" y="2204211"/>
                    </a:lnTo>
                    <a:lnTo>
                      <a:pt x="2256063" y="2204211"/>
                    </a:lnTo>
                    <a:lnTo>
                      <a:pt x="2256063" y="2282544"/>
                    </a:lnTo>
                    <a:lnTo>
                      <a:pt x="2216315" y="2282544"/>
                    </a:lnTo>
                    <a:lnTo>
                      <a:pt x="2216315" y="2357732"/>
                    </a:lnTo>
                    <a:lnTo>
                      <a:pt x="2137982" y="2357732"/>
                    </a:lnTo>
                    <a:lnTo>
                      <a:pt x="2137982" y="2282544"/>
                    </a:lnTo>
                    <a:lnTo>
                      <a:pt x="2015039" y="2282544"/>
                    </a:lnTo>
                    <a:lnTo>
                      <a:pt x="2015039" y="2208059"/>
                    </a:lnTo>
                    <a:lnTo>
                      <a:pt x="2014304" y="2207558"/>
                    </a:lnTo>
                    <a:lnTo>
                      <a:pt x="2015039" y="2206481"/>
                    </a:lnTo>
                    <a:lnTo>
                      <a:pt x="2015039" y="2204211"/>
                    </a:lnTo>
                    <a:lnTo>
                      <a:pt x="2016587" y="2204211"/>
                    </a:lnTo>
                    <a:close/>
                    <a:moveTo>
                      <a:pt x="1855876" y="2017651"/>
                    </a:moveTo>
                    <a:cubicBezTo>
                      <a:pt x="1914135" y="2017257"/>
                      <a:pt x="1961791" y="2063958"/>
                      <a:pt x="1962577" y="2122214"/>
                    </a:cubicBezTo>
                    <a:cubicBezTo>
                      <a:pt x="1962954" y="2150145"/>
                      <a:pt x="1952489" y="2175712"/>
                      <a:pt x="1934995" y="2194820"/>
                    </a:cubicBezTo>
                    <a:cubicBezTo>
                      <a:pt x="1952694" y="2214184"/>
                      <a:pt x="1963194" y="2240138"/>
                      <a:pt x="1962560" y="2268406"/>
                    </a:cubicBezTo>
                    <a:cubicBezTo>
                      <a:pt x="1961260" y="2326468"/>
                      <a:pt x="1913477" y="2372672"/>
                      <a:pt x="1855404" y="2372021"/>
                    </a:cubicBezTo>
                    <a:cubicBezTo>
                      <a:pt x="1797331" y="2371371"/>
                      <a:pt x="1750595" y="2324109"/>
                      <a:pt x="1750595" y="2266032"/>
                    </a:cubicBezTo>
                    <a:lnTo>
                      <a:pt x="1826499" y="2266032"/>
                    </a:lnTo>
                    <a:cubicBezTo>
                      <a:pt x="1826499" y="2282520"/>
                      <a:pt x="1839767" y="2295938"/>
                      <a:pt x="1856254" y="2296122"/>
                    </a:cubicBezTo>
                    <a:cubicBezTo>
                      <a:pt x="1872741" y="2296307"/>
                      <a:pt x="1886306" y="2283190"/>
                      <a:pt x="1886676" y="2266706"/>
                    </a:cubicBezTo>
                    <a:cubicBezTo>
                      <a:pt x="1887039" y="2250493"/>
                      <a:pt x="1874503" y="2236962"/>
                      <a:pt x="1858407" y="2236065"/>
                    </a:cubicBezTo>
                    <a:lnTo>
                      <a:pt x="1814193" y="2236065"/>
                    </a:lnTo>
                    <a:lnTo>
                      <a:pt x="1814193" y="2152552"/>
                    </a:lnTo>
                    <a:lnTo>
                      <a:pt x="1857384" y="2152552"/>
                    </a:lnTo>
                    <a:cubicBezTo>
                      <a:pt x="1873190" y="2152141"/>
                      <a:pt x="1885741" y="2139089"/>
                      <a:pt x="1885527" y="2123254"/>
                    </a:cubicBezTo>
                    <a:cubicBezTo>
                      <a:pt x="1885313" y="2107349"/>
                      <a:pt x="1872302" y="2094598"/>
                      <a:pt x="1856396" y="2094706"/>
                    </a:cubicBezTo>
                    <a:cubicBezTo>
                      <a:pt x="1840490" y="2094813"/>
                      <a:pt x="1827652" y="2107738"/>
                      <a:pt x="1827652" y="2123644"/>
                    </a:cubicBezTo>
                    <a:lnTo>
                      <a:pt x="1750595" y="2123644"/>
                    </a:lnTo>
                    <a:cubicBezTo>
                      <a:pt x="1750595" y="2065383"/>
                      <a:pt x="1797616" y="2018044"/>
                      <a:pt x="1855876" y="2017651"/>
                    </a:cubicBezTo>
                    <a:close/>
                    <a:moveTo>
                      <a:pt x="2930344" y="2012028"/>
                    </a:moveTo>
                    <a:cubicBezTo>
                      <a:pt x="2996416" y="2014229"/>
                      <a:pt x="3045968" y="2074602"/>
                      <a:pt x="3038901" y="2136479"/>
                    </a:cubicBezTo>
                    <a:cubicBezTo>
                      <a:pt x="3029916" y="2202312"/>
                      <a:pt x="2982346" y="2231435"/>
                      <a:pt x="2939412" y="2275597"/>
                    </a:cubicBezTo>
                    <a:lnTo>
                      <a:pt x="3031192" y="2275597"/>
                    </a:lnTo>
                    <a:lnTo>
                      <a:pt x="3031192" y="2357732"/>
                    </a:lnTo>
                    <a:lnTo>
                      <a:pt x="2819358" y="2357732"/>
                    </a:lnTo>
                    <a:cubicBezTo>
                      <a:pt x="2819409" y="2335416"/>
                      <a:pt x="2820521" y="2314113"/>
                      <a:pt x="2820571" y="2291797"/>
                    </a:cubicBezTo>
                    <a:cubicBezTo>
                      <a:pt x="2870625" y="2240158"/>
                      <a:pt x="2905662" y="2213324"/>
                      <a:pt x="2965770" y="2143601"/>
                    </a:cubicBezTo>
                    <a:cubicBezTo>
                      <a:pt x="2980233" y="2116927"/>
                      <a:pt x="2957264" y="2092452"/>
                      <a:pt x="2931831" y="2093607"/>
                    </a:cubicBezTo>
                    <a:cubicBezTo>
                      <a:pt x="2910102" y="2094595"/>
                      <a:pt x="2891536" y="2110969"/>
                      <a:pt x="2889885" y="2139461"/>
                    </a:cubicBezTo>
                    <a:lnTo>
                      <a:pt x="2818945" y="2139461"/>
                    </a:lnTo>
                    <a:cubicBezTo>
                      <a:pt x="2821421" y="2064364"/>
                      <a:pt x="2869776" y="2012037"/>
                      <a:pt x="2930344" y="2012028"/>
                    </a:cubicBezTo>
                    <a:close/>
                    <a:moveTo>
                      <a:pt x="2635730" y="2012028"/>
                    </a:moveTo>
                    <a:cubicBezTo>
                      <a:pt x="2705318" y="2012028"/>
                      <a:pt x="2761730" y="2092617"/>
                      <a:pt x="2761730" y="2192028"/>
                    </a:cubicBezTo>
                    <a:cubicBezTo>
                      <a:pt x="2761730" y="2291439"/>
                      <a:pt x="2705318" y="2372028"/>
                      <a:pt x="2635730" y="2372028"/>
                    </a:cubicBezTo>
                    <a:cubicBezTo>
                      <a:pt x="2566142" y="2372028"/>
                      <a:pt x="2509730" y="2291439"/>
                      <a:pt x="2509730" y="2192028"/>
                    </a:cubicBezTo>
                    <a:cubicBezTo>
                      <a:pt x="2509730" y="2092617"/>
                      <a:pt x="2566142" y="2012028"/>
                      <a:pt x="2635730" y="2012028"/>
                    </a:cubicBezTo>
                    <a:close/>
                    <a:moveTo>
                      <a:pt x="2436237" y="2012028"/>
                    </a:moveTo>
                    <a:lnTo>
                      <a:pt x="2436206" y="2012510"/>
                    </a:lnTo>
                    <a:lnTo>
                      <a:pt x="2452515" y="2012510"/>
                    </a:lnTo>
                    <a:lnTo>
                      <a:pt x="2452515" y="2372028"/>
                    </a:lnTo>
                    <a:lnTo>
                      <a:pt x="2364870" y="2372028"/>
                    </a:lnTo>
                    <a:lnTo>
                      <a:pt x="2364870" y="2101874"/>
                    </a:lnTo>
                    <a:cubicBezTo>
                      <a:pt x="2347394" y="2108434"/>
                      <a:pt x="2328091" y="2111607"/>
                      <a:pt x="2308515" y="2111039"/>
                    </a:cubicBezTo>
                    <a:lnTo>
                      <a:pt x="2311564" y="2043892"/>
                    </a:lnTo>
                    <a:cubicBezTo>
                      <a:pt x="2321741" y="2044066"/>
                      <a:pt x="2331771" y="2042373"/>
                      <a:pt x="2340372" y="2039030"/>
                    </a:cubicBezTo>
                    <a:cubicBezTo>
                      <a:pt x="2355279" y="2033236"/>
                      <a:pt x="2364268" y="2023137"/>
                      <a:pt x="2364156" y="2012310"/>
                    </a:cubicBezTo>
                    <a:cubicBezTo>
                      <a:pt x="2388183" y="2012216"/>
                      <a:pt x="2412210" y="2012122"/>
                      <a:pt x="2436237" y="2012028"/>
                    </a:cubicBezTo>
                    <a:close/>
                    <a:moveTo>
                      <a:pt x="1574625" y="2012028"/>
                    </a:moveTo>
                    <a:cubicBezTo>
                      <a:pt x="1640698" y="2014229"/>
                      <a:pt x="1690250" y="2074602"/>
                      <a:pt x="1683183" y="2136479"/>
                    </a:cubicBezTo>
                    <a:cubicBezTo>
                      <a:pt x="1674198" y="2202312"/>
                      <a:pt x="1626628" y="2231435"/>
                      <a:pt x="1583694" y="2275597"/>
                    </a:cubicBezTo>
                    <a:lnTo>
                      <a:pt x="1675474" y="2275597"/>
                    </a:lnTo>
                    <a:lnTo>
                      <a:pt x="1675474" y="2357732"/>
                    </a:lnTo>
                    <a:lnTo>
                      <a:pt x="1463640" y="2357732"/>
                    </a:lnTo>
                    <a:cubicBezTo>
                      <a:pt x="1463691" y="2335416"/>
                      <a:pt x="1464802" y="2314113"/>
                      <a:pt x="1464853" y="2291797"/>
                    </a:cubicBezTo>
                    <a:cubicBezTo>
                      <a:pt x="1514907" y="2240158"/>
                      <a:pt x="1549943" y="2213324"/>
                      <a:pt x="1610052" y="2143601"/>
                    </a:cubicBezTo>
                    <a:cubicBezTo>
                      <a:pt x="1624515" y="2116927"/>
                      <a:pt x="1601546" y="2092452"/>
                      <a:pt x="1576112" y="2093607"/>
                    </a:cubicBezTo>
                    <a:cubicBezTo>
                      <a:pt x="1554383" y="2094595"/>
                      <a:pt x="1535817" y="2110969"/>
                      <a:pt x="1534167" y="2139461"/>
                    </a:cubicBezTo>
                    <a:lnTo>
                      <a:pt x="1463227" y="2139461"/>
                    </a:lnTo>
                    <a:cubicBezTo>
                      <a:pt x="1465703" y="2064364"/>
                      <a:pt x="1514058" y="2012037"/>
                      <a:pt x="1574625" y="2012028"/>
                    </a:cubicBezTo>
                    <a:close/>
                    <a:moveTo>
                      <a:pt x="1280012" y="2012028"/>
                    </a:moveTo>
                    <a:cubicBezTo>
                      <a:pt x="1349600" y="2012028"/>
                      <a:pt x="1406012" y="2092617"/>
                      <a:pt x="1406012" y="2192028"/>
                    </a:cubicBezTo>
                    <a:cubicBezTo>
                      <a:pt x="1406012" y="2291439"/>
                      <a:pt x="1349600" y="2372028"/>
                      <a:pt x="1280012" y="2372028"/>
                    </a:cubicBezTo>
                    <a:cubicBezTo>
                      <a:pt x="1210424" y="2372028"/>
                      <a:pt x="1154012" y="2291439"/>
                      <a:pt x="1154012" y="2192028"/>
                    </a:cubicBezTo>
                    <a:cubicBezTo>
                      <a:pt x="1154012" y="2092617"/>
                      <a:pt x="1210424" y="2012028"/>
                      <a:pt x="1280012" y="2012028"/>
                    </a:cubicBezTo>
                    <a:close/>
                    <a:moveTo>
                      <a:pt x="1080519" y="2012028"/>
                    </a:moveTo>
                    <a:lnTo>
                      <a:pt x="1080488" y="2012510"/>
                    </a:lnTo>
                    <a:lnTo>
                      <a:pt x="1096797" y="2012510"/>
                    </a:lnTo>
                    <a:lnTo>
                      <a:pt x="1096797" y="2372028"/>
                    </a:lnTo>
                    <a:lnTo>
                      <a:pt x="1009152" y="2372028"/>
                    </a:lnTo>
                    <a:lnTo>
                      <a:pt x="1009152" y="2101874"/>
                    </a:lnTo>
                    <a:cubicBezTo>
                      <a:pt x="991676" y="2108434"/>
                      <a:pt x="972373" y="2111607"/>
                      <a:pt x="952797" y="2111039"/>
                    </a:cubicBezTo>
                    <a:lnTo>
                      <a:pt x="955846" y="2043892"/>
                    </a:lnTo>
                    <a:cubicBezTo>
                      <a:pt x="966023" y="2044066"/>
                      <a:pt x="976053" y="2042373"/>
                      <a:pt x="984654" y="2039030"/>
                    </a:cubicBezTo>
                    <a:cubicBezTo>
                      <a:pt x="999561" y="2033236"/>
                      <a:pt x="1008550" y="2023137"/>
                      <a:pt x="1008438" y="2012310"/>
                    </a:cubicBezTo>
                    <a:cubicBezTo>
                      <a:pt x="1032465" y="2012216"/>
                      <a:pt x="1056492" y="2012122"/>
                      <a:pt x="1080519" y="2012028"/>
                    </a:cubicBezTo>
                    <a:close/>
                    <a:moveTo>
                      <a:pt x="3373743" y="362438"/>
                    </a:moveTo>
                    <a:lnTo>
                      <a:pt x="3553743" y="362438"/>
                    </a:lnTo>
                    <a:lnTo>
                      <a:pt x="3553743" y="2414438"/>
                    </a:lnTo>
                    <a:lnTo>
                      <a:pt x="3373743" y="2414438"/>
                    </a:lnTo>
                    <a:close/>
                    <a:moveTo>
                      <a:pt x="3129580" y="362438"/>
                    </a:moveTo>
                    <a:lnTo>
                      <a:pt x="3273580" y="362438"/>
                    </a:lnTo>
                    <a:lnTo>
                      <a:pt x="3273580" y="2414438"/>
                    </a:lnTo>
                    <a:lnTo>
                      <a:pt x="3129580" y="2414438"/>
                    </a:lnTo>
                    <a:close/>
                    <a:moveTo>
                      <a:pt x="2939411" y="362438"/>
                    </a:moveTo>
                    <a:lnTo>
                      <a:pt x="3029411" y="362438"/>
                    </a:lnTo>
                    <a:lnTo>
                      <a:pt x="3029411" y="1957238"/>
                    </a:lnTo>
                    <a:lnTo>
                      <a:pt x="2939411" y="1957238"/>
                    </a:lnTo>
                    <a:close/>
                    <a:moveTo>
                      <a:pt x="2731242" y="362438"/>
                    </a:moveTo>
                    <a:lnTo>
                      <a:pt x="2839242" y="362438"/>
                    </a:lnTo>
                    <a:lnTo>
                      <a:pt x="2839242" y="1957238"/>
                    </a:lnTo>
                    <a:lnTo>
                      <a:pt x="2731242" y="1957238"/>
                    </a:lnTo>
                    <a:close/>
                    <a:moveTo>
                      <a:pt x="2487073" y="362438"/>
                    </a:moveTo>
                    <a:lnTo>
                      <a:pt x="2631073" y="362438"/>
                    </a:lnTo>
                    <a:lnTo>
                      <a:pt x="2631073" y="1957238"/>
                    </a:lnTo>
                    <a:lnTo>
                      <a:pt x="2487073" y="1957238"/>
                    </a:lnTo>
                    <a:close/>
                    <a:moveTo>
                      <a:pt x="2296904" y="362438"/>
                    </a:moveTo>
                    <a:lnTo>
                      <a:pt x="2386904" y="362438"/>
                    </a:lnTo>
                    <a:lnTo>
                      <a:pt x="2386904" y="1957238"/>
                    </a:lnTo>
                    <a:lnTo>
                      <a:pt x="2296904" y="1957238"/>
                    </a:lnTo>
                    <a:close/>
                    <a:moveTo>
                      <a:pt x="2016735" y="362438"/>
                    </a:moveTo>
                    <a:lnTo>
                      <a:pt x="2196735" y="362438"/>
                    </a:lnTo>
                    <a:lnTo>
                      <a:pt x="2196735" y="1957238"/>
                    </a:lnTo>
                    <a:lnTo>
                      <a:pt x="2016735" y="1957238"/>
                    </a:lnTo>
                    <a:close/>
                    <a:moveTo>
                      <a:pt x="1826566" y="362438"/>
                    </a:moveTo>
                    <a:lnTo>
                      <a:pt x="1916566" y="362438"/>
                    </a:lnTo>
                    <a:lnTo>
                      <a:pt x="1916566" y="1957238"/>
                    </a:lnTo>
                    <a:lnTo>
                      <a:pt x="1826566" y="1957238"/>
                    </a:lnTo>
                    <a:close/>
                    <a:moveTo>
                      <a:pt x="1582397" y="362438"/>
                    </a:moveTo>
                    <a:lnTo>
                      <a:pt x="1726397" y="362438"/>
                    </a:lnTo>
                    <a:lnTo>
                      <a:pt x="1726397" y="1957238"/>
                    </a:lnTo>
                    <a:lnTo>
                      <a:pt x="1582397" y="1957238"/>
                    </a:lnTo>
                    <a:close/>
                    <a:moveTo>
                      <a:pt x="1302228" y="362438"/>
                    </a:moveTo>
                    <a:lnTo>
                      <a:pt x="1482228" y="362438"/>
                    </a:lnTo>
                    <a:lnTo>
                      <a:pt x="1482228" y="1957238"/>
                    </a:lnTo>
                    <a:lnTo>
                      <a:pt x="1302228" y="1957238"/>
                    </a:lnTo>
                    <a:close/>
                    <a:moveTo>
                      <a:pt x="1094059" y="362438"/>
                    </a:moveTo>
                    <a:lnTo>
                      <a:pt x="1202059" y="362438"/>
                    </a:lnTo>
                    <a:lnTo>
                      <a:pt x="1202059" y="1957238"/>
                    </a:lnTo>
                    <a:lnTo>
                      <a:pt x="1094059" y="1957238"/>
                    </a:lnTo>
                    <a:close/>
                    <a:moveTo>
                      <a:pt x="903890" y="362438"/>
                    </a:moveTo>
                    <a:lnTo>
                      <a:pt x="993890" y="362438"/>
                    </a:lnTo>
                    <a:lnTo>
                      <a:pt x="993890" y="1957238"/>
                    </a:lnTo>
                    <a:lnTo>
                      <a:pt x="903890" y="1957238"/>
                    </a:lnTo>
                    <a:close/>
                    <a:moveTo>
                      <a:pt x="623721" y="362438"/>
                    </a:moveTo>
                    <a:lnTo>
                      <a:pt x="803721" y="362438"/>
                    </a:lnTo>
                    <a:lnTo>
                      <a:pt x="803721" y="2414438"/>
                    </a:lnTo>
                    <a:lnTo>
                      <a:pt x="623721" y="2414438"/>
                    </a:lnTo>
                    <a:close/>
                    <a:moveTo>
                      <a:pt x="433552" y="362438"/>
                    </a:moveTo>
                    <a:lnTo>
                      <a:pt x="523552" y="362438"/>
                    </a:lnTo>
                    <a:lnTo>
                      <a:pt x="523552" y="2414438"/>
                    </a:lnTo>
                    <a:lnTo>
                      <a:pt x="433552" y="2414438"/>
                    </a:lnTo>
                    <a:close/>
                    <a:moveTo>
                      <a:pt x="303674" y="216000"/>
                    </a:moveTo>
                    <a:cubicBezTo>
                      <a:pt x="255253" y="216000"/>
                      <a:pt x="216000" y="255253"/>
                      <a:pt x="216000" y="303674"/>
                    </a:cubicBezTo>
                    <a:lnTo>
                      <a:pt x="216000" y="2504326"/>
                    </a:lnTo>
                    <a:cubicBezTo>
                      <a:pt x="216000" y="2552747"/>
                      <a:pt x="255253" y="2592000"/>
                      <a:pt x="303674" y="2592000"/>
                    </a:cubicBezTo>
                    <a:lnTo>
                      <a:pt x="3656326" y="2592000"/>
                    </a:lnTo>
                    <a:cubicBezTo>
                      <a:pt x="3704747" y="2592000"/>
                      <a:pt x="3744000" y="2552747"/>
                      <a:pt x="3744000" y="2504326"/>
                    </a:cubicBezTo>
                    <a:lnTo>
                      <a:pt x="3744000" y="303674"/>
                    </a:lnTo>
                    <a:cubicBezTo>
                      <a:pt x="3744000" y="255253"/>
                      <a:pt x="3704747" y="216000"/>
                      <a:pt x="3656326" y="216000"/>
                    </a:cubicBezTo>
                    <a:close/>
                    <a:moveTo>
                      <a:pt x="149021" y="0"/>
                    </a:moveTo>
                    <a:lnTo>
                      <a:pt x="3810979" y="0"/>
                    </a:lnTo>
                    <a:cubicBezTo>
                      <a:pt x="3893281" y="0"/>
                      <a:pt x="3960000" y="66719"/>
                      <a:pt x="3960000" y="149021"/>
                    </a:cubicBezTo>
                    <a:lnTo>
                      <a:pt x="3960000" y="2658979"/>
                    </a:lnTo>
                    <a:cubicBezTo>
                      <a:pt x="3960000" y="2741281"/>
                      <a:pt x="3893281" y="2808000"/>
                      <a:pt x="3810979" y="2808000"/>
                    </a:cubicBezTo>
                    <a:lnTo>
                      <a:pt x="149021" y="2808000"/>
                    </a:lnTo>
                    <a:cubicBezTo>
                      <a:pt x="66719" y="2808000"/>
                      <a:pt x="0" y="2741281"/>
                      <a:pt x="0" y="2658979"/>
                    </a:cubicBezTo>
                    <a:lnTo>
                      <a:pt x="0" y="149021"/>
                    </a:lnTo>
                    <a:cubicBezTo>
                      <a:pt x="0" y="66719"/>
                      <a:pt x="66719" y="0"/>
                      <a:pt x="14902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002" name="Google Shape;2002;p48"/>
              <p:cNvSpPr/>
              <p:nvPr/>
            </p:nvSpPr>
            <p:spPr>
              <a:xfrm>
                <a:off x="7818475" y="4673961"/>
                <a:ext cx="330939" cy="330692"/>
              </a:xfrm>
              <a:custGeom>
                <a:rect b="b" l="l" r="r" t="t"/>
                <a:pathLst>
                  <a:path extrusionOk="0" h="3968213" w="3971162">
                    <a:moveTo>
                      <a:pt x="808855" y="2815607"/>
                    </a:moveTo>
                    <a:lnTo>
                      <a:pt x="1168895" y="2815607"/>
                    </a:lnTo>
                    <a:lnTo>
                      <a:pt x="1168895" y="3175607"/>
                    </a:lnTo>
                    <a:lnTo>
                      <a:pt x="808855" y="3175607"/>
                    </a:lnTo>
                    <a:close/>
                    <a:moveTo>
                      <a:pt x="697665" y="2704397"/>
                    </a:moveTo>
                    <a:lnTo>
                      <a:pt x="697665" y="3286817"/>
                    </a:lnTo>
                    <a:lnTo>
                      <a:pt x="1280085" y="3286817"/>
                    </a:lnTo>
                    <a:lnTo>
                      <a:pt x="1280085" y="2704397"/>
                    </a:lnTo>
                    <a:close/>
                    <a:moveTo>
                      <a:pt x="537750" y="2544482"/>
                    </a:moveTo>
                    <a:lnTo>
                      <a:pt x="1440000" y="2544482"/>
                    </a:lnTo>
                    <a:lnTo>
                      <a:pt x="1440000" y="3446732"/>
                    </a:lnTo>
                    <a:lnTo>
                      <a:pt x="537750" y="3446732"/>
                    </a:lnTo>
                    <a:close/>
                    <a:moveTo>
                      <a:pt x="0" y="2528213"/>
                    </a:moveTo>
                    <a:lnTo>
                      <a:pt x="360000" y="2528213"/>
                    </a:lnTo>
                    <a:lnTo>
                      <a:pt x="360000" y="3608213"/>
                    </a:lnTo>
                    <a:lnTo>
                      <a:pt x="1440000" y="3608213"/>
                    </a:lnTo>
                    <a:lnTo>
                      <a:pt x="1440000" y="3968213"/>
                    </a:lnTo>
                    <a:lnTo>
                      <a:pt x="360000" y="3968213"/>
                    </a:lnTo>
                    <a:lnTo>
                      <a:pt x="0" y="3968213"/>
                    </a:lnTo>
                    <a:lnTo>
                      <a:pt x="0" y="3608213"/>
                    </a:lnTo>
                    <a:close/>
                    <a:moveTo>
                      <a:pt x="3605829" y="2524046"/>
                    </a:moveTo>
                    <a:lnTo>
                      <a:pt x="3965829" y="2524046"/>
                    </a:lnTo>
                    <a:lnTo>
                      <a:pt x="3965829" y="3604046"/>
                    </a:lnTo>
                    <a:lnTo>
                      <a:pt x="3965829" y="3964046"/>
                    </a:lnTo>
                    <a:lnTo>
                      <a:pt x="3605829" y="3964046"/>
                    </a:lnTo>
                    <a:lnTo>
                      <a:pt x="2525829" y="3964046"/>
                    </a:lnTo>
                    <a:lnTo>
                      <a:pt x="2525829" y="3604046"/>
                    </a:lnTo>
                    <a:lnTo>
                      <a:pt x="3605829" y="3604046"/>
                    </a:lnTo>
                    <a:close/>
                    <a:moveTo>
                      <a:pt x="1542677" y="2468095"/>
                    </a:moveTo>
                    <a:lnTo>
                      <a:pt x="1758701" y="2468095"/>
                    </a:lnTo>
                    <a:lnTo>
                      <a:pt x="1758701" y="2835684"/>
                    </a:lnTo>
                    <a:lnTo>
                      <a:pt x="1542677" y="2835684"/>
                    </a:lnTo>
                    <a:close/>
                    <a:moveTo>
                      <a:pt x="3174101" y="2437460"/>
                    </a:moveTo>
                    <a:lnTo>
                      <a:pt x="3390125" y="2437460"/>
                    </a:lnTo>
                    <a:lnTo>
                      <a:pt x="3390125" y="2663201"/>
                    </a:lnTo>
                    <a:lnTo>
                      <a:pt x="3174101" y="2663201"/>
                    </a:lnTo>
                    <a:close/>
                    <a:moveTo>
                      <a:pt x="2809842" y="2295613"/>
                    </a:moveTo>
                    <a:lnTo>
                      <a:pt x="3025866" y="2295613"/>
                    </a:lnTo>
                    <a:lnTo>
                      <a:pt x="3025866" y="2663202"/>
                    </a:lnTo>
                    <a:lnTo>
                      <a:pt x="3389097" y="2663202"/>
                    </a:lnTo>
                    <a:lnTo>
                      <a:pt x="3389097" y="2873898"/>
                    </a:lnTo>
                    <a:lnTo>
                      <a:pt x="3389097" y="2873898"/>
                    </a:lnTo>
                    <a:lnTo>
                      <a:pt x="3389097" y="3446732"/>
                    </a:lnTo>
                    <a:lnTo>
                      <a:pt x="3173073" y="3446732"/>
                    </a:lnTo>
                    <a:lnTo>
                      <a:pt x="3173073" y="2879226"/>
                    </a:lnTo>
                    <a:lnTo>
                      <a:pt x="3021508" y="2879226"/>
                    </a:lnTo>
                    <a:lnTo>
                      <a:pt x="3021508" y="2663202"/>
                    </a:lnTo>
                    <a:lnTo>
                      <a:pt x="2809842" y="2663202"/>
                    </a:lnTo>
                    <a:close/>
                    <a:moveTo>
                      <a:pt x="2093780" y="2089306"/>
                    </a:moveTo>
                    <a:lnTo>
                      <a:pt x="2309804" y="2089306"/>
                    </a:lnTo>
                    <a:lnTo>
                      <a:pt x="2309804" y="2315047"/>
                    </a:lnTo>
                    <a:lnTo>
                      <a:pt x="2093780" y="2315047"/>
                    </a:lnTo>
                    <a:close/>
                    <a:moveTo>
                      <a:pt x="2656492" y="1853849"/>
                    </a:moveTo>
                    <a:lnTo>
                      <a:pt x="2872516" y="1853849"/>
                    </a:lnTo>
                    <a:lnTo>
                      <a:pt x="2872516" y="2038657"/>
                    </a:lnTo>
                    <a:lnTo>
                      <a:pt x="2989835" y="2038657"/>
                    </a:lnTo>
                    <a:lnTo>
                      <a:pt x="2989835" y="1887092"/>
                    </a:lnTo>
                    <a:lnTo>
                      <a:pt x="3205859" y="1887092"/>
                    </a:lnTo>
                    <a:lnTo>
                      <a:pt x="3205859" y="2028940"/>
                    </a:lnTo>
                    <a:lnTo>
                      <a:pt x="3390125" y="2028940"/>
                    </a:lnTo>
                    <a:lnTo>
                      <a:pt x="3390125" y="2254681"/>
                    </a:lnTo>
                    <a:lnTo>
                      <a:pt x="3205859" y="2254681"/>
                    </a:lnTo>
                    <a:lnTo>
                      <a:pt x="3174101" y="2254681"/>
                    </a:lnTo>
                    <a:lnTo>
                      <a:pt x="3005149" y="2254681"/>
                    </a:lnTo>
                    <a:lnTo>
                      <a:pt x="2989835" y="2254681"/>
                    </a:lnTo>
                    <a:lnTo>
                      <a:pt x="2688721" y="2254681"/>
                    </a:lnTo>
                    <a:lnTo>
                      <a:pt x="2688721" y="2447179"/>
                    </a:lnTo>
                    <a:lnTo>
                      <a:pt x="2488606" y="2447179"/>
                    </a:lnTo>
                    <a:lnTo>
                      <a:pt x="2488606" y="2663841"/>
                    </a:lnTo>
                    <a:lnTo>
                      <a:pt x="2486018" y="2663841"/>
                    </a:lnTo>
                    <a:lnTo>
                      <a:pt x="2486018" y="2846997"/>
                    </a:lnTo>
                    <a:lnTo>
                      <a:pt x="2840287" y="2846997"/>
                    </a:lnTo>
                    <a:lnTo>
                      <a:pt x="2840287" y="3046907"/>
                    </a:lnTo>
                    <a:lnTo>
                      <a:pt x="3045880" y="3046907"/>
                    </a:lnTo>
                    <a:lnTo>
                      <a:pt x="3045880" y="3272648"/>
                    </a:lnTo>
                    <a:lnTo>
                      <a:pt x="2829856" y="3272648"/>
                    </a:lnTo>
                    <a:lnTo>
                      <a:pt x="2829856" y="3063021"/>
                    </a:lnTo>
                    <a:lnTo>
                      <a:pt x="2472698" y="3063021"/>
                    </a:lnTo>
                    <a:lnTo>
                      <a:pt x="2472698" y="2847499"/>
                    </a:lnTo>
                    <a:lnTo>
                      <a:pt x="2093780" y="2847499"/>
                    </a:lnTo>
                    <a:lnTo>
                      <a:pt x="2088510" y="2847499"/>
                    </a:lnTo>
                    <a:lnTo>
                      <a:pt x="1910267" y="2847499"/>
                    </a:lnTo>
                    <a:lnTo>
                      <a:pt x="1910267" y="3028023"/>
                    </a:lnTo>
                    <a:lnTo>
                      <a:pt x="2277575" y="3028023"/>
                    </a:lnTo>
                    <a:lnTo>
                      <a:pt x="2277575" y="3241488"/>
                    </a:lnTo>
                    <a:lnTo>
                      <a:pt x="2829855" y="3241488"/>
                    </a:lnTo>
                    <a:lnTo>
                      <a:pt x="2829855" y="3457512"/>
                    </a:lnTo>
                    <a:lnTo>
                      <a:pt x="2269993" y="3457512"/>
                    </a:lnTo>
                    <a:lnTo>
                      <a:pt x="2269993" y="3244047"/>
                    </a:lnTo>
                    <a:lnTo>
                      <a:pt x="2111604" y="3244047"/>
                    </a:lnTo>
                    <a:lnTo>
                      <a:pt x="2111604" y="3446733"/>
                    </a:lnTo>
                    <a:lnTo>
                      <a:pt x="1744015" y="3446733"/>
                    </a:lnTo>
                    <a:lnTo>
                      <a:pt x="1744015" y="3230709"/>
                    </a:lnTo>
                    <a:lnTo>
                      <a:pt x="1909986" y="3230709"/>
                    </a:lnTo>
                    <a:lnTo>
                      <a:pt x="1909986" y="3051709"/>
                    </a:lnTo>
                    <a:lnTo>
                      <a:pt x="1542678" y="3051709"/>
                    </a:lnTo>
                    <a:lnTo>
                      <a:pt x="1542678" y="2835685"/>
                    </a:lnTo>
                    <a:lnTo>
                      <a:pt x="1877756" y="2835685"/>
                    </a:lnTo>
                    <a:lnTo>
                      <a:pt x="1877756" y="2315047"/>
                    </a:lnTo>
                    <a:lnTo>
                      <a:pt x="2093780" y="2315047"/>
                    </a:lnTo>
                    <a:lnTo>
                      <a:pt x="2093780" y="2631475"/>
                    </a:lnTo>
                    <a:lnTo>
                      <a:pt x="2272582" y="2631475"/>
                    </a:lnTo>
                    <a:lnTo>
                      <a:pt x="2272582" y="2438100"/>
                    </a:lnTo>
                    <a:lnTo>
                      <a:pt x="2472697" y="2438100"/>
                    </a:lnTo>
                    <a:lnTo>
                      <a:pt x="2472697" y="2254681"/>
                    </a:lnTo>
                    <a:lnTo>
                      <a:pt x="2472697" y="2221438"/>
                    </a:lnTo>
                    <a:lnTo>
                      <a:pt x="2472697" y="2038657"/>
                    </a:lnTo>
                    <a:lnTo>
                      <a:pt x="2656492" y="2038657"/>
                    </a:lnTo>
                    <a:close/>
                    <a:moveTo>
                      <a:pt x="2989836" y="1667759"/>
                    </a:moveTo>
                    <a:lnTo>
                      <a:pt x="3357425" y="1667759"/>
                    </a:lnTo>
                    <a:lnTo>
                      <a:pt x="3357425" y="1883783"/>
                    </a:lnTo>
                    <a:lnTo>
                      <a:pt x="2989836" y="1883783"/>
                    </a:lnTo>
                    <a:close/>
                    <a:moveTo>
                      <a:pt x="2309586" y="1554888"/>
                    </a:moveTo>
                    <a:lnTo>
                      <a:pt x="2829824" y="1554888"/>
                    </a:lnTo>
                    <a:lnTo>
                      <a:pt x="2829824" y="1770912"/>
                    </a:lnTo>
                    <a:lnTo>
                      <a:pt x="2525643" y="1770912"/>
                    </a:lnTo>
                    <a:lnTo>
                      <a:pt x="2525643" y="1927296"/>
                    </a:lnTo>
                    <a:lnTo>
                      <a:pt x="2309619" y="1927296"/>
                    </a:lnTo>
                    <a:lnTo>
                      <a:pt x="2309619" y="1770912"/>
                    </a:lnTo>
                    <a:lnTo>
                      <a:pt x="2309586" y="1770912"/>
                    </a:lnTo>
                    <a:close/>
                    <a:moveTo>
                      <a:pt x="616397" y="1550030"/>
                    </a:moveTo>
                    <a:lnTo>
                      <a:pt x="808855" y="1550030"/>
                    </a:lnTo>
                    <a:lnTo>
                      <a:pt x="832421" y="1550030"/>
                    </a:lnTo>
                    <a:lnTo>
                      <a:pt x="1024879" y="1550030"/>
                    </a:lnTo>
                    <a:lnTo>
                      <a:pt x="1024879" y="1775771"/>
                    </a:lnTo>
                    <a:lnTo>
                      <a:pt x="832421" y="1775771"/>
                    </a:lnTo>
                    <a:lnTo>
                      <a:pt x="832421" y="2079590"/>
                    </a:lnTo>
                    <a:lnTo>
                      <a:pt x="1028931" y="2079590"/>
                    </a:lnTo>
                    <a:lnTo>
                      <a:pt x="1192537" y="2079590"/>
                    </a:lnTo>
                    <a:lnTo>
                      <a:pt x="1244955" y="2079590"/>
                    </a:lnTo>
                    <a:lnTo>
                      <a:pt x="1244955" y="2231155"/>
                    </a:lnTo>
                    <a:lnTo>
                      <a:pt x="1468668" y="2231155"/>
                    </a:lnTo>
                    <a:lnTo>
                      <a:pt x="1468668" y="2447179"/>
                    </a:lnTo>
                    <a:lnTo>
                      <a:pt x="1244955" y="2447179"/>
                    </a:lnTo>
                    <a:lnTo>
                      <a:pt x="1244955" y="2447179"/>
                    </a:lnTo>
                    <a:lnTo>
                      <a:pt x="1028931" y="2447179"/>
                    </a:lnTo>
                    <a:lnTo>
                      <a:pt x="1028931" y="2295614"/>
                    </a:lnTo>
                    <a:lnTo>
                      <a:pt x="619703" y="2295614"/>
                    </a:lnTo>
                    <a:lnTo>
                      <a:pt x="619703" y="2082482"/>
                    </a:lnTo>
                    <a:lnTo>
                      <a:pt x="616397" y="2082482"/>
                    </a:lnTo>
                    <a:close/>
                    <a:moveTo>
                      <a:pt x="1747452" y="1324289"/>
                    </a:moveTo>
                    <a:lnTo>
                      <a:pt x="1963476" y="1324289"/>
                    </a:lnTo>
                    <a:lnTo>
                      <a:pt x="1963476" y="1528779"/>
                    </a:lnTo>
                    <a:lnTo>
                      <a:pt x="2151955" y="1528779"/>
                    </a:lnTo>
                    <a:lnTo>
                      <a:pt x="2151955" y="1754520"/>
                    </a:lnTo>
                    <a:lnTo>
                      <a:pt x="1935931" y="1754520"/>
                    </a:lnTo>
                    <a:lnTo>
                      <a:pt x="1935931" y="1550030"/>
                    </a:lnTo>
                    <a:lnTo>
                      <a:pt x="1758702" y="1550030"/>
                    </a:lnTo>
                    <a:lnTo>
                      <a:pt x="1758702" y="1863566"/>
                    </a:lnTo>
                    <a:lnTo>
                      <a:pt x="2119726" y="1863566"/>
                    </a:lnTo>
                    <a:lnTo>
                      <a:pt x="2119726" y="2079590"/>
                    </a:lnTo>
                    <a:lnTo>
                      <a:pt x="1761543" y="2079590"/>
                    </a:lnTo>
                    <a:lnTo>
                      <a:pt x="1761543" y="2259540"/>
                    </a:lnTo>
                    <a:lnTo>
                      <a:pt x="1545519" y="2259540"/>
                    </a:lnTo>
                    <a:lnTo>
                      <a:pt x="1545519" y="2082482"/>
                    </a:lnTo>
                    <a:lnTo>
                      <a:pt x="1542678" y="2082482"/>
                    </a:lnTo>
                    <a:lnTo>
                      <a:pt x="1542678" y="2079589"/>
                    </a:lnTo>
                    <a:lnTo>
                      <a:pt x="1030691" y="2079589"/>
                    </a:lnTo>
                    <a:lnTo>
                      <a:pt x="1030691" y="1863565"/>
                    </a:lnTo>
                    <a:lnTo>
                      <a:pt x="1192537" y="1863565"/>
                    </a:lnTo>
                    <a:lnTo>
                      <a:pt x="1192537" y="1662900"/>
                    </a:lnTo>
                    <a:lnTo>
                      <a:pt x="1440000" y="1662900"/>
                    </a:lnTo>
                    <a:lnTo>
                      <a:pt x="1440000" y="1863565"/>
                    </a:lnTo>
                    <a:lnTo>
                      <a:pt x="1542678" y="1863565"/>
                    </a:lnTo>
                    <a:lnTo>
                      <a:pt x="1542678" y="1550030"/>
                    </a:lnTo>
                    <a:lnTo>
                      <a:pt x="1747452" y="1550030"/>
                    </a:lnTo>
                    <a:close/>
                    <a:moveTo>
                      <a:pt x="2802267" y="814725"/>
                    </a:moveTo>
                    <a:lnTo>
                      <a:pt x="3162307" y="814725"/>
                    </a:lnTo>
                    <a:lnTo>
                      <a:pt x="3162307" y="1174725"/>
                    </a:lnTo>
                    <a:lnTo>
                      <a:pt x="2802267" y="1174725"/>
                    </a:lnTo>
                    <a:close/>
                    <a:moveTo>
                      <a:pt x="884915" y="814725"/>
                    </a:moveTo>
                    <a:lnTo>
                      <a:pt x="1244955" y="814725"/>
                    </a:lnTo>
                    <a:lnTo>
                      <a:pt x="1244955" y="1174725"/>
                    </a:lnTo>
                    <a:lnTo>
                      <a:pt x="884915" y="1174725"/>
                    </a:lnTo>
                    <a:close/>
                    <a:moveTo>
                      <a:pt x="2691077" y="703515"/>
                    </a:moveTo>
                    <a:lnTo>
                      <a:pt x="2691077" y="1285935"/>
                    </a:lnTo>
                    <a:lnTo>
                      <a:pt x="3273497" y="1285935"/>
                    </a:lnTo>
                    <a:lnTo>
                      <a:pt x="3273497" y="703515"/>
                    </a:lnTo>
                    <a:close/>
                    <a:moveTo>
                      <a:pt x="773725" y="703515"/>
                    </a:moveTo>
                    <a:lnTo>
                      <a:pt x="773725" y="1285935"/>
                    </a:lnTo>
                    <a:lnTo>
                      <a:pt x="1356145" y="1285935"/>
                    </a:lnTo>
                    <a:lnTo>
                      <a:pt x="1356145" y="703515"/>
                    </a:lnTo>
                    <a:close/>
                    <a:moveTo>
                      <a:pt x="2531162" y="543600"/>
                    </a:moveTo>
                    <a:lnTo>
                      <a:pt x="3433412" y="543600"/>
                    </a:lnTo>
                    <a:lnTo>
                      <a:pt x="3433412" y="1445850"/>
                    </a:lnTo>
                    <a:lnTo>
                      <a:pt x="2531162" y="1445850"/>
                    </a:lnTo>
                    <a:close/>
                    <a:moveTo>
                      <a:pt x="613810" y="543600"/>
                    </a:moveTo>
                    <a:lnTo>
                      <a:pt x="1516060" y="543600"/>
                    </a:lnTo>
                    <a:lnTo>
                      <a:pt x="1516060" y="1445850"/>
                    </a:lnTo>
                    <a:lnTo>
                      <a:pt x="613810" y="1445850"/>
                    </a:lnTo>
                    <a:close/>
                    <a:moveTo>
                      <a:pt x="2088509" y="543244"/>
                    </a:moveTo>
                    <a:lnTo>
                      <a:pt x="2283187" y="543244"/>
                    </a:lnTo>
                    <a:lnTo>
                      <a:pt x="2283187" y="759268"/>
                    </a:lnTo>
                    <a:lnTo>
                      <a:pt x="2088509" y="759268"/>
                    </a:lnTo>
                    <a:close/>
                    <a:moveTo>
                      <a:pt x="1751276" y="543243"/>
                    </a:moveTo>
                    <a:lnTo>
                      <a:pt x="1967300" y="543243"/>
                    </a:lnTo>
                    <a:lnTo>
                      <a:pt x="1967300" y="986389"/>
                    </a:lnTo>
                    <a:lnTo>
                      <a:pt x="2119726" y="986389"/>
                    </a:lnTo>
                    <a:lnTo>
                      <a:pt x="2119726" y="986388"/>
                    </a:lnTo>
                    <a:lnTo>
                      <a:pt x="2335750" y="986388"/>
                    </a:lnTo>
                    <a:lnTo>
                      <a:pt x="2335750" y="1491348"/>
                    </a:lnTo>
                    <a:lnTo>
                      <a:pt x="2119726" y="1491348"/>
                    </a:lnTo>
                    <a:lnTo>
                      <a:pt x="2119726" y="1202413"/>
                    </a:lnTo>
                    <a:lnTo>
                      <a:pt x="1747396" y="1202413"/>
                    </a:lnTo>
                    <a:lnTo>
                      <a:pt x="1747396" y="986389"/>
                    </a:lnTo>
                    <a:lnTo>
                      <a:pt x="1751276" y="986389"/>
                    </a:lnTo>
                    <a:close/>
                    <a:moveTo>
                      <a:pt x="4409" y="5850"/>
                    </a:moveTo>
                    <a:lnTo>
                      <a:pt x="364409" y="5850"/>
                    </a:lnTo>
                    <a:lnTo>
                      <a:pt x="1444409" y="5850"/>
                    </a:lnTo>
                    <a:lnTo>
                      <a:pt x="1444409" y="365850"/>
                    </a:lnTo>
                    <a:lnTo>
                      <a:pt x="364409" y="365850"/>
                    </a:lnTo>
                    <a:lnTo>
                      <a:pt x="364409" y="1445850"/>
                    </a:lnTo>
                    <a:lnTo>
                      <a:pt x="4409" y="1445850"/>
                    </a:lnTo>
                    <a:lnTo>
                      <a:pt x="4409" y="365850"/>
                    </a:lnTo>
                    <a:close/>
                    <a:moveTo>
                      <a:pt x="2531162" y="0"/>
                    </a:moveTo>
                    <a:lnTo>
                      <a:pt x="3611162" y="0"/>
                    </a:lnTo>
                    <a:lnTo>
                      <a:pt x="3971162" y="0"/>
                    </a:lnTo>
                    <a:lnTo>
                      <a:pt x="3971162" y="360000"/>
                    </a:lnTo>
                    <a:lnTo>
                      <a:pt x="3971162" y="1440000"/>
                    </a:lnTo>
                    <a:lnTo>
                      <a:pt x="3611162" y="1440000"/>
                    </a:lnTo>
                    <a:lnTo>
                      <a:pt x="3611162" y="360000"/>
                    </a:lnTo>
                    <a:lnTo>
                      <a:pt x="2531162" y="36000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003" name="Google Shape;2003;p48"/>
              <p:cNvSpPr/>
              <p:nvPr/>
            </p:nvSpPr>
            <p:spPr>
              <a:xfrm>
                <a:off x="10999746" y="4139499"/>
                <a:ext cx="330940" cy="232884"/>
              </a:xfrm>
              <a:custGeom>
                <a:rect b="b" l="l" r="r" t="t"/>
                <a:pathLst>
                  <a:path extrusionOk="0" h="2736304" w="3888432">
                    <a:moveTo>
                      <a:pt x="1324542" y="1693069"/>
                    </a:moveTo>
                    <a:lnTo>
                      <a:pt x="1371242" y="1693069"/>
                    </a:lnTo>
                    <a:cubicBezTo>
                      <a:pt x="1385857" y="1693069"/>
                      <a:pt x="1397704" y="1704917"/>
                      <a:pt x="1397704" y="1719531"/>
                    </a:cubicBezTo>
                    <a:lnTo>
                      <a:pt x="1397704" y="1766231"/>
                    </a:lnTo>
                    <a:cubicBezTo>
                      <a:pt x="1397704" y="1780846"/>
                      <a:pt x="1385857" y="1792693"/>
                      <a:pt x="1371242" y="1792693"/>
                    </a:cubicBezTo>
                    <a:lnTo>
                      <a:pt x="1324542" y="1792693"/>
                    </a:lnTo>
                    <a:cubicBezTo>
                      <a:pt x="1309928" y="1792693"/>
                      <a:pt x="1298080" y="1780846"/>
                      <a:pt x="1298080" y="1766231"/>
                    </a:cubicBezTo>
                    <a:lnTo>
                      <a:pt x="1298080" y="1719531"/>
                    </a:lnTo>
                    <a:cubicBezTo>
                      <a:pt x="1298080" y="1704917"/>
                      <a:pt x="1309928" y="1693069"/>
                      <a:pt x="1324542" y="1693069"/>
                    </a:cubicBezTo>
                    <a:close/>
                    <a:moveTo>
                      <a:pt x="1174792" y="1693069"/>
                    </a:moveTo>
                    <a:lnTo>
                      <a:pt x="1221492" y="1693069"/>
                    </a:lnTo>
                    <a:cubicBezTo>
                      <a:pt x="1236107" y="1693069"/>
                      <a:pt x="1247954" y="1704917"/>
                      <a:pt x="1247954" y="1719531"/>
                    </a:cubicBezTo>
                    <a:lnTo>
                      <a:pt x="1247954" y="1766231"/>
                    </a:lnTo>
                    <a:cubicBezTo>
                      <a:pt x="1247954" y="1780846"/>
                      <a:pt x="1236107" y="1792693"/>
                      <a:pt x="1221492" y="1792693"/>
                    </a:cubicBezTo>
                    <a:lnTo>
                      <a:pt x="1174792" y="1792693"/>
                    </a:lnTo>
                    <a:cubicBezTo>
                      <a:pt x="1160178" y="1792693"/>
                      <a:pt x="1148330" y="1780846"/>
                      <a:pt x="1148330" y="1766231"/>
                    </a:cubicBezTo>
                    <a:lnTo>
                      <a:pt x="1148330" y="1719531"/>
                    </a:lnTo>
                    <a:cubicBezTo>
                      <a:pt x="1148330" y="1704917"/>
                      <a:pt x="1160178" y="1693069"/>
                      <a:pt x="1174792" y="1693069"/>
                    </a:cubicBezTo>
                    <a:close/>
                    <a:moveTo>
                      <a:pt x="1025670" y="1693069"/>
                    </a:moveTo>
                    <a:lnTo>
                      <a:pt x="1072369" y="1693069"/>
                    </a:lnTo>
                    <a:cubicBezTo>
                      <a:pt x="1086984" y="1693069"/>
                      <a:pt x="1098832" y="1704917"/>
                      <a:pt x="1098832" y="1719531"/>
                    </a:cubicBezTo>
                    <a:lnTo>
                      <a:pt x="1098832" y="1766231"/>
                    </a:lnTo>
                    <a:cubicBezTo>
                      <a:pt x="1098832" y="1780846"/>
                      <a:pt x="1086984" y="1792693"/>
                      <a:pt x="1072369" y="1792693"/>
                    </a:cubicBezTo>
                    <a:lnTo>
                      <a:pt x="1025670" y="1792693"/>
                    </a:lnTo>
                    <a:cubicBezTo>
                      <a:pt x="1011055" y="1792693"/>
                      <a:pt x="999207" y="1780846"/>
                      <a:pt x="999207" y="1766231"/>
                    </a:cubicBezTo>
                    <a:lnTo>
                      <a:pt x="999207" y="1719531"/>
                    </a:lnTo>
                    <a:cubicBezTo>
                      <a:pt x="999207" y="1704917"/>
                      <a:pt x="1011055" y="1693069"/>
                      <a:pt x="1025670" y="1693069"/>
                    </a:cubicBezTo>
                    <a:close/>
                    <a:moveTo>
                      <a:pt x="2538530" y="1609316"/>
                    </a:moveTo>
                    <a:lnTo>
                      <a:pt x="2133002" y="1939195"/>
                    </a:lnTo>
                    <a:lnTo>
                      <a:pt x="3272021" y="1939195"/>
                    </a:lnTo>
                    <a:lnTo>
                      <a:pt x="2866494" y="1609316"/>
                    </a:lnTo>
                    <a:close/>
                    <a:moveTo>
                      <a:pt x="1324542" y="1547147"/>
                    </a:moveTo>
                    <a:lnTo>
                      <a:pt x="1371242" y="1547147"/>
                    </a:lnTo>
                    <a:cubicBezTo>
                      <a:pt x="1385857" y="1547147"/>
                      <a:pt x="1397704" y="1558995"/>
                      <a:pt x="1397704" y="1573609"/>
                    </a:cubicBezTo>
                    <a:lnTo>
                      <a:pt x="1397704" y="1620309"/>
                    </a:lnTo>
                    <a:cubicBezTo>
                      <a:pt x="1397704" y="1634924"/>
                      <a:pt x="1385857" y="1646771"/>
                      <a:pt x="1371242" y="1646771"/>
                    </a:cubicBezTo>
                    <a:lnTo>
                      <a:pt x="1324542" y="1646771"/>
                    </a:lnTo>
                    <a:cubicBezTo>
                      <a:pt x="1309928" y="1646771"/>
                      <a:pt x="1298080" y="1634924"/>
                      <a:pt x="1298080" y="1620309"/>
                    </a:cubicBezTo>
                    <a:lnTo>
                      <a:pt x="1298080" y="1573609"/>
                    </a:lnTo>
                    <a:cubicBezTo>
                      <a:pt x="1298080" y="1558995"/>
                      <a:pt x="1309928" y="1547147"/>
                      <a:pt x="1324542" y="1547147"/>
                    </a:cubicBezTo>
                    <a:close/>
                    <a:moveTo>
                      <a:pt x="1174792" y="1547147"/>
                    </a:moveTo>
                    <a:lnTo>
                      <a:pt x="1221492" y="1547147"/>
                    </a:lnTo>
                    <a:cubicBezTo>
                      <a:pt x="1236107" y="1547147"/>
                      <a:pt x="1247954" y="1558995"/>
                      <a:pt x="1247954" y="1573609"/>
                    </a:cubicBezTo>
                    <a:lnTo>
                      <a:pt x="1247954" y="1620309"/>
                    </a:lnTo>
                    <a:cubicBezTo>
                      <a:pt x="1247954" y="1634924"/>
                      <a:pt x="1236107" y="1646771"/>
                      <a:pt x="1221492" y="1646771"/>
                    </a:cubicBezTo>
                    <a:lnTo>
                      <a:pt x="1174792" y="1646771"/>
                    </a:lnTo>
                    <a:cubicBezTo>
                      <a:pt x="1160178" y="1646771"/>
                      <a:pt x="1148330" y="1634924"/>
                      <a:pt x="1148330" y="1620309"/>
                    </a:cubicBezTo>
                    <a:lnTo>
                      <a:pt x="1148330" y="1573609"/>
                    </a:lnTo>
                    <a:cubicBezTo>
                      <a:pt x="1148330" y="1558995"/>
                      <a:pt x="1160178" y="1547147"/>
                      <a:pt x="1174792" y="1547147"/>
                    </a:cubicBezTo>
                    <a:close/>
                    <a:moveTo>
                      <a:pt x="1025670" y="1547147"/>
                    </a:moveTo>
                    <a:lnTo>
                      <a:pt x="1072369" y="1547147"/>
                    </a:lnTo>
                    <a:cubicBezTo>
                      <a:pt x="1086984" y="1547147"/>
                      <a:pt x="1098832" y="1558995"/>
                      <a:pt x="1098832" y="1573609"/>
                    </a:cubicBezTo>
                    <a:lnTo>
                      <a:pt x="1098832" y="1620309"/>
                    </a:lnTo>
                    <a:cubicBezTo>
                      <a:pt x="1098832" y="1634924"/>
                      <a:pt x="1086984" y="1646771"/>
                      <a:pt x="1072369" y="1646771"/>
                    </a:cubicBezTo>
                    <a:lnTo>
                      <a:pt x="1025670" y="1646771"/>
                    </a:lnTo>
                    <a:cubicBezTo>
                      <a:pt x="1011055" y="1646771"/>
                      <a:pt x="999207" y="1634924"/>
                      <a:pt x="999207" y="1620309"/>
                    </a:cubicBezTo>
                    <a:lnTo>
                      <a:pt x="999207" y="1573609"/>
                    </a:lnTo>
                    <a:cubicBezTo>
                      <a:pt x="999207" y="1558995"/>
                      <a:pt x="1011055" y="1547147"/>
                      <a:pt x="1025670" y="1547147"/>
                    </a:cubicBezTo>
                    <a:close/>
                    <a:moveTo>
                      <a:pt x="2504665" y="1505875"/>
                    </a:moveTo>
                    <a:cubicBezTo>
                      <a:pt x="2501347" y="1505875"/>
                      <a:pt x="2498657" y="1508565"/>
                      <a:pt x="2498657" y="1511883"/>
                    </a:cubicBezTo>
                    <a:lnTo>
                      <a:pt x="2498657" y="1535912"/>
                    </a:lnTo>
                    <a:cubicBezTo>
                      <a:pt x="2498657" y="1539230"/>
                      <a:pt x="2501347" y="1541920"/>
                      <a:pt x="2504665" y="1541920"/>
                    </a:cubicBezTo>
                    <a:lnTo>
                      <a:pt x="2893211" y="1541920"/>
                    </a:lnTo>
                    <a:cubicBezTo>
                      <a:pt x="2896529" y="1541920"/>
                      <a:pt x="2899219" y="1539230"/>
                      <a:pt x="2899219" y="1535912"/>
                    </a:cubicBezTo>
                    <a:lnTo>
                      <a:pt x="2899219" y="1511883"/>
                    </a:lnTo>
                    <a:cubicBezTo>
                      <a:pt x="2899219" y="1508565"/>
                      <a:pt x="2896529" y="1505875"/>
                      <a:pt x="2893211" y="1505875"/>
                    </a:cubicBezTo>
                    <a:close/>
                    <a:moveTo>
                      <a:pt x="2504665" y="1422733"/>
                    </a:moveTo>
                    <a:cubicBezTo>
                      <a:pt x="2501347" y="1422733"/>
                      <a:pt x="2498657" y="1425422"/>
                      <a:pt x="2498657" y="1428740"/>
                    </a:cubicBezTo>
                    <a:lnTo>
                      <a:pt x="2498657" y="1452770"/>
                    </a:lnTo>
                    <a:cubicBezTo>
                      <a:pt x="2498657" y="1456088"/>
                      <a:pt x="2501347" y="1458777"/>
                      <a:pt x="2504665" y="1458777"/>
                    </a:cubicBezTo>
                    <a:lnTo>
                      <a:pt x="2893211" y="1458777"/>
                    </a:lnTo>
                    <a:cubicBezTo>
                      <a:pt x="2896529" y="1458777"/>
                      <a:pt x="2899219" y="1456088"/>
                      <a:pt x="2899219" y="1452770"/>
                    </a:cubicBezTo>
                    <a:lnTo>
                      <a:pt x="2899219" y="1428740"/>
                    </a:lnTo>
                    <a:cubicBezTo>
                      <a:pt x="2899219" y="1425422"/>
                      <a:pt x="2896529" y="1422733"/>
                      <a:pt x="2893211" y="1422733"/>
                    </a:cubicBezTo>
                    <a:close/>
                    <a:moveTo>
                      <a:pt x="1324542" y="1401225"/>
                    </a:moveTo>
                    <a:lnTo>
                      <a:pt x="1371242" y="1401225"/>
                    </a:lnTo>
                    <a:cubicBezTo>
                      <a:pt x="1385857" y="1401225"/>
                      <a:pt x="1397704" y="1413073"/>
                      <a:pt x="1397704" y="1427687"/>
                    </a:cubicBezTo>
                    <a:lnTo>
                      <a:pt x="1397704" y="1474387"/>
                    </a:lnTo>
                    <a:cubicBezTo>
                      <a:pt x="1397704" y="1489001"/>
                      <a:pt x="1385857" y="1500849"/>
                      <a:pt x="1371242" y="1500849"/>
                    </a:cubicBezTo>
                    <a:lnTo>
                      <a:pt x="1324542" y="1500849"/>
                    </a:lnTo>
                    <a:cubicBezTo>
                      <a:pt x="1309928" y="1500849"/>
                      <a:pt x="1298080" y="1489001"/>
                      <a:pt x="1298080" y="1474387"/>
                    </a:cubicBezTo>
                    <a:lnTo>
                      <a:pt x="1298080" y="1427687"/>
                    </a:lnTo>
                    <a:cubicBezTo>
                      <a:pt x="1298080" y="1413073"/>
                      <a:pt x="1309928" y="1401225"/>
                      <a:pt x="1324542" y="1401225"/>
                    </a:cubicBezTo>
                    <a:close/>
                    <a:moveTo>
                      <a:pt x="1174792" y="1401225"/>
                    </a:moveTo>
                    <a:lnTo>
                      <a:pt x="1221492" y="1401225"/>
                    </a:lnTo>
                    <a:cubicBezTo>
                      <a:pt x="1236107" y="1401225"/>
                      <a:pt x="1247954" y="1413073"/>
                      <a:pt x="1247954" y="1427687"/>
                    </a:cubicBezTo>
                    <a:lnTo>
                      <a:pt x="1247954" y="1474387"/>
                    </a:lnTo>
                    <a:cubicBezTo>
                      <a:pt x="1247954" y="1489001"/>
                      <a:pt x="1236107" y="1500849"/>
                      <a:pt x="1221492" y="1500849"/>
                    </a:cubicBezTo>
                    <a:lnTo>
                      <a:pt x="1174792" y="1500849"/>
                    </a:lnTo>
                    <a:cubicBezTo>
                      <a:pt x="1160178" y="1500849"/>
                      <a:pt x="1148330" y="1489001"/>
                      <a:pt x="1148330" y="1474387"/>
                    </a:cubicBezTo>
                    <a:lnTo>
                      <a:pt x="1148330" y="1427687"/>
                    </a:lnTo>
                    <a:cubicBezTo>
                      <a:pt x="1148330" y="1413073"/>
                      <a:pt x="1160178" y="1401225"/>
                      <a:pt x="1174792" y="1401225"/>
                    </a:cubicBezTo>
                    <a:close/>
                    <a:moveTo>
                      <a:pt x="1025670" y="1401225"/>
                    </a:moveTo>
                    <a:lnTo>
                      <a:pt x="1072369" y="1401225"/>
                    </a:lnTo>
                    <a:cubicBezTo>
                      <a:pt x="1086984" y="1401225"/>
                      <a:pt x="1098832" y="1413073"/>
                      <a:pt x="1098832" y="1427687"/>
                    </a:cubicBezTo>
                    <a:lnTo>
                      <a:pt x="1098832" y="1474387"/>
                    </a:lnTo>
                    <a:cubicBezTo>
                      <a:pt x="1098832" y="1489001"/>
                      <a:pt x="1086984" y="1500849"/>
                      <a:pt x="1072369" y="1500849"/>
                    </a:cubicBezTo>
                    <a:lnTo>
                      <a:pt x="1025670" y="1500849"/>
                    </a:lnTo>
                    <a:cubicBezTo>
                      <a:pt x="1011055" y="1500849"/>
                      <a:pt x="999207" y="1489001"/>
                      <a:pt x="999207" y="1474387"/>
                    </a:cubicBezTo>
                    <a:lnTo>
                      <a:pt x="999207" y="1427687"/>
                    </a:lnTo>
                    <a:cubicBezTo>
                      <a:pt x="999207" y="1413073"/>
                      <a:pt x="1011055" y="1401225"/>
                      <a:pt x="1025670" y="1401225"/>
                    </a:cubicBezTo>
                    <a:close/>
                    <a:moveTo>
                      <a:pt x="2504665" y="1339590"/>
                    </a:moveTo>
                    <a:cubicBezTo>
                      <a:pt x="2501347" y="1339590"/>
                      <a:pt x="2498657" y="1342280"/>
                      <a:pt x="2498657" y="1345598"/>
                    </a:cubicBezTo>
                    <a:lnTo>
                      <a:pt x="2498657" y="1369628"/>
                    </a:lnTo>
                    <a:cubicBezTo>
                      <a:pt x="2498657" y="1372945"/>
                      <a:pt x="2501347" y="1375635"/>
                      <a:pt x="2504665" y="1375635"/>
                    </a:cubicBezTo>
                    <a:lnTo>
                      <a:pt x="2893211" y="1375635"/>
                    </a:lnTo>
                    <a:cubicBezTo>
                      <a:pt x="2896529" y="1375635"/>
                      <a:pt x="2899219" y="1372945"/>
                      <a:pt x="2899219" y="1369628"/>
                    </a:cubicBezTo>
                    <a:lnTo>
                      <a:pt x="2899219" y="1345598"/>
                    </a:lnTo>
                    <a:cubicBezTo>
                      <a:pt x="2899219" y="1342280"/>
                      <a:pt x="2896529" y="1339590"/>
                      <a:pt x="2893211" y="1339590"/>
                    </a:cubicBezTo>
                    <a:close/>
                    <a:moveTo>
                      <a:pt x="2088232" y="1285358"/>
                    </a:moveTo>
                    <a:lnTo>
                      <a:pt x="2088232" y="1938513"/>
                    </a:lnTo>
                    <a:lnTo>
                      <a:pt x="2504773" y="1611936"/>
                    </a:lnTo>
                    <a:close/>
                    <a:moveTo>
                      <a:pt x="3314199" y="1280118"/>
                    </a:moveTo>
                    <a:lnTo>
                      <a:pt x="2897658" y="1608841"/>
                    </a:lnTo>
                    <a:lnTo>
                      <a:pt x="3314199" y="1937564"/>
                    </a:lnTo>
                    <a:close/>
                    <a:moveTo>
                      <a:pt x="1527230" y="1221901"/>
                    </a:moveTo>
                    <a:cubicBezTo>
                      <a:pt x="1521727" y="1221901"/>
                      <a:pt x="1517267" y="1226362"/>
                      <a:pt x="1517267" y="1231864"/>
                    </a:cubicBezTo>
                    <a:lnTo>
                      <a:pt x="1517267" y="1271713"/>
                    </a:lnTo>
                    <a:cubicBezTo>
                      <a:pt x="1517267" y="1277215"/>
                      <a:pt x="1521727" y="1281676"/>
                      <a:pt x="1527230" y="1281676"/>
                    </a:cubicBezTo>
                    <a:lnTo>
                      <a:pt x="1732319" y="1281676"/>
                    </a:lnTo>
                    <a:cubicBezTo>
                      <a:pt x="1737821" y="1281676"/>
                      <a:pt x="1742281" y="1277215"/>
                      <a:pt x="1742281" y="1271713"/>
                    </a:cubicBezTo>
                    <a:lnTo>
                      <a:pt x="1742281" y="1231864"/>
                    </a:lnTo>
                    <a:cubicBezTo>
                      <a:pt x="1742281" y="1226362"/>
                      <a:pt x="1737821" y="1221901"/>
                      <a:pt x="1732319" y="1221901"/>
                    </a:cubicBezTo>
                    <a:close/>
                    <a:moveTo>
                      <a:pt x="666834" y="1221901"/>
                    </a:moveTo>
                    <a:cubicBezTo>
                      <a:pt x="661332" y="1221901"/>
                      <a:pt x="656871" y="1226362"/>
                      <a:pt x="656871" y="1231864"/>
                    </a:cubicBezTo>
                    <a:lnTo>
                      <a:pt x="656871" y="1271713"/>
                    </a:lnTo>
                    <a:cubicBezTo>
                      <a:pt x="656871" y="1277215"/>
                      <a:pt x="661332" y="1281676"/>
                      <a:pt x="666834" y="1281676"/>
                    </a:cubicBezTo>
                    <a:lnTo>
                      <a:pt x="871923" y="1281676"/>
                    </a:lnTo>
                    <a:cubicBezTo>
                      <a:pt x="877425" y="1281676"/>
                      <a:pt x="881885" y="1277215"/>
                      <a:pt x="881885" y="1271713"/>
                    </a:cubicBezTo>
                    <a:lnTo>
                      <a:pt x="881885" y="1231864"/>
                    </a:lnTo>
                    <a:cubicBezTo>
                      <a:pt x="881885" y="1226362"/>
                      <a:pt x="877425" y="1221901"/>
                      <a:pt x="871923" y="1221901"/>
                    </a:cubicBezTo>
                    <a:close/>
                    <a:moveTo>
                      <a:pt x="1052149" y="1111644"/>
                    </a:moveTo>
                    <a:cubicBezTo>
                      <a:pt x="1044919" y="1111644"/>
                      <a:pt x="1039057" y="1117506"/>
                      <a:pt x="1039057" y="1124736"/>
                    </a:cubicBezTo>
                    <a:lnTo>
                      <a:pt x="1039057" y="1168203"/>
                    </a:lnTo>
                    <a:lnTo>
                      <a:pt x="1009466" y="1168203"/>
                    </a:lnTo>
                    <a:cubicBezTo>
                      <a:pt x="969193" y="1174775"/>
                      <a:pt x="956437" y="1243393"/>
                      <a:pt x="940007" y="1277093"/>
                    </a:cubicBezTo>
                    <a:cubicBezTo>
                      <a:pt x="776268" y="1309492"/>
                      <a:pt x="775043" y="1328679"/>
                      <a:pt x="736793" y="1421744"/>
                    </a:cubicBezTo>
                    <a:lnTo>
                      <a:pt x="648072" y="1812480"/>
                    </a:lnTo>
                    <a:cubicBezTo>
                      <a:pt x="648072" y="1882463"/>
                      <a:pt x="704805" y="1939195"/>
                      <a:pt x="774788" y="1939195"/>
                    </a:cubicBezTo>
                    <a:lnTo>
                      <a:pt x="1183772" y="1939195"/>
                    </a:lnTo>
                    <a:lnTo>
                      <a:pt x="1198456" y="1939195"/>
                    </a:lnTo>
                    <a:lnTo>
                      <a:pt x="1607440" y="1939195"/>
                    </a:lnTo>
                    <a:cubicBezTo>
                      <a:pt x="1677423" y="1939195"/>
                      <a:pt x="1734156" y="1882463"/>
                      <a:pt x="1734156" y="1812480"/>
                    </a:cubicBezTo>
                    <a:lnTo>
                      <a:pt x="1645435" y="1421744"/>
                    </a:lnTo>
                    <a:cubicBezTo>
                      <a:pt x="1607185" y="1328679"/>
                      <a:pt x="1605960" y="1309492"/>
                      <a:pt x="1442221" y="1277093"/>
                    </a:cubicBezTo>
                    <a:cubicBezTo>
                      <a:pt x="1425791" y="1243393"/>
                      <a:pt x="1413035" y="1174775"/>
                      <a:pt x="1372762" y="1168203"/>
                    </a:cubicBezTo>
                    <a:lnTo>
                      <a:pt x="1357854" y="1168203"/>
                    </a:lnTo>
                    <a:lnTo>
                      <a:pt x="1357854" y="1124736"/>
                    </a:lnTo>
                    <a:cubicBezTo>
                      <a:pt x="1357854" y="1117506"/>
                      <a:pt x="1351993" y="1111644"/>
                      <a:pt x="1344762" y="1111644"/>
                    </a:cubicBezTo>
                    <a:lnTo>
                      <a:pt x="1268702" y="1111644"/>
                    </a:lnTo>
                    <a:cubicBezTo>
                      <a:pt x="1261471" y="1111644"/>
                      <a:pt x="1255610" y="1117506"/>
                      <a:pt x="1255610" y="1124736"/>
                    </a:cubicBezTo>
                    <a:lnTo>
                      <a:pt x="1255610" y="1168203"/>
                    </a:lnTo>
                    <a:lnTo>
                      <a:pt x="1198456" y="1168203"/>
                    </a:lnTo>
                    <a:lnTo>
                      <a:pt x="1183772" y="1168203"/>
                    </a:lnTo>
                    <a:lnTo>
                      <a:pt x="1141302" y="1168203"/>
                    </a:lnTo>
                    <a:lnTo>
                      <a:pt x="1141302" y="1124736"/>
                    </a:lnTo>
                    <a:cubicBezTo>
                      <a:pt x="1141302" y="1117506"/>
                      <a:pt x="1135440" y="1111644"/>
                      <a:pt x="1128210" y="1111644"/>
                    </a:cubicBezTo>
                    <a:close/>
                    <a:moveTo>
                      <a:pt x="2705133" y="840243"/>
                    </a:moveTo>
                    <a:lnTo>
                      <a:pt x="2088233" y="1255464"/>
                    </a:lnTo>
                    <a:lnTo>
                      <a:pt x="2299068" y="1414858"/>
                    </a:lnTo>
                    <a:lnTo>
                      <a:pt x="2299068" y="1228076"/>
                    </a:lnTo>
                    <a:lnTo>
                      <a:pt x="3108494" y="1228076"/>
                    </a:lnTo>
                    <a:lnTo>
                      <a:pt x="3108494" y="1416902"/>
                    </a:lnTo>
                    <a:lnTo>
                      <a:pt x="3322033" y="1255464"/>
                    </a:lnTo>
                    <a:lnTo>
                      <a:pt x="3322033" y="1255464"/>
                    </a:lnTo>
                    <a:close/>
                    <a:moveTo>
                      <a:pt x="1195706" y="835207"/>
                    </a:moveTo>
                    <a:lnTo>
                      <a:pt x="1195706" y="835221"/>
                    </a:lnTo>
                    <a:cubicBezTo>
                      <a:pt x="866618" y="834160"/>
                      <a:pt x="692194" y="969423"/>
                      <a:pt x="665970" y="1132153"/>
                    </a:cubicBezTo>
                    <a:cubicBezTo>
                      <a:pt x="665970" y="1145595"/>
                      <a:pt x="659622" y="1181725"/>
                      <a:pt x="663418" y="1194550"/>
                    </a:cubicBezTo>
                    <a:lnTo>
                      <a:pt x="878440" y="1194550"/>
                    </a:lnTo>
                    <a:cubicBezTo>
                      <a:pt x="887485" y="1007425"/>
                      <a:pt x="1085027" y="1006045"/>
                      <a:pt x="1195706" y="1007712"/>
                    </a:cubicBezTo>
                    <a:lnTo>
                      <a:pt x="1195706" y="1007714"/>
                    </a:lnTo>
                    <a:cubicBezTo>
                      <a:pt x="1195809" y="1007712"/>
                      <a:pt x="1195911" y="1007710"/>
                      <a:pt x="1196014" y="1007712"/>
                    </a:cubicBezTo>
                    <a:lnTo>
                      <a:pt x="1196322" y="1007714"/>
                    </a:lnTo>
                    <a:lnTo>
                      <a:pt x="1196322" y="1007712"/>
                    </a:lnTo>
                    <a:cubicBezTo>
                      <a:pt x="1307001" y="1006045"/>
                      <a:pt x="1504542" y="1007425"/>
                      <a:pt x="1513587" y="1194550"/>
                    </a:cubicBezTo>
                    <a:lnTo>
                      <a:pt x="1728609" y="1194550"/>
                    </a:lnTo>
                    <a:cubicBezTo>
                      <a:pt x="1732405" y="1181725"/>
                      <a:pt x="1726057" y="1145595"/>
                      <a:pt x="1726057" y="1132153"/>
                    </a:cubicBezTo>
                    <a:cubicBezTo>
                      <a:pt x="1699834" y="969423"/>
                      <a:pt x="1525410" y="834160"/>
                      <a:pt x="1196322" y="835221"/>
                    </a:cubicBezTo>
                    <a:lnTo>
                      <a:pt x="1196322" y="835207"/>
                    </a:lnTo>
                    <a:cubicBezTo>
                      <a:pt x="1196219" y="835207"/>
                      <a:pt x="1196117" y="835206"/>
                      <a:pt x="1196014" y="835214"/>
                    </a:cubicBezTo>
                    <a:close/>
                    <a:moveTo>
                      <a:pt x="713043" y="263029"/>
                    </a:moveTo>
                    <a:lnTo>
                      <a:pt x="3158596" y="263029"/>
                    </a:lnTo>
                    <a:cubicBezTo>
                      <a:pt x="3365555" y="263029"/>
                      <a:pt x="3533328" y="430802"/>
                      <a:pt x="3533328" y="637761"/>
                    </a:cubicBezTo>
                    <a:lnTo>
                      <a:pt x="3533328" y="2136642"/>
                    </a:lnTo>
                    <a:cubicBezTo>
                      <a:pt x="3533328" y="2343601"/>
                      <a:pt x="3365555" y="2511374"/>
                      <a:pt x="3158596" y="2511374"/>
                    </a:cubicBezTo>
                    <a:lnTo>
                      <a:pt x="713043" y="2511374"/>
                    </a:lnTo>
                    <a:cubicBezTo>
                      <a:pt x="506084" y="2511374"/>
                      <a:pt x="338311" y="2343601"/>
                      <a:pt x="338311" y="2136642"/>
                    </a:cubicBezTo>
                    <a:lnTo>
                      <a:pt x="338311" y="637761"/>
                    </a:lnTo>
                    <a:cubicBezTo>
                      <a:pt x="338311" y="430802"/>
                      <a:pt x="506084" y="263029"/>
                      <a:pt x="713043" y="263029"/>
                    </a:cubicBezTo>
                    <a:close/>
                    <a:moveTo>
                      <a:pt x="593824" y="142875"/>
                    </a:moveTo>
                    <a:cubicBezTo>
                      <a:pt x="365814" y="142875"/>
                      <a:pt x="180975" y="327714"/>
                      <a:pt x="180975" y="555724"/>
                    </a:cubicBezTo>
                    <a:lnTo>
                      <a:pt x="180975" y="2207068"/>
                    </a:lnTo>
                    <a:cubicBezTo>
                      <a:pt x="180975" y="2435078"/>
                      <a:pt x="365814" y="2619917"/>
                      <a:pt x="593824" y="2619917"/>
                    </a:cubicBezTo>
                    <a:lnTo>
                      <a:pt x="3288134" y="2619917"/>
                    </a:lnTo>
                    <a:cubicBezTo>
                      <a:pt x="3516144" y="2619917"/>
                      <a:pt x="3700983" y="2435078"/>
                      <a:pt x="3700983" y="2207068"/>
                    </a:cubicBezTo>
                    <a:lnTo>
                      <a:pt x="3700983" y="555724"/>
                    </a:lnTo>
                    <a:cubicBezTo>
                      <a:pt x="3700983" y="327714"/>
                      <a:pt x="3516144" y="142875"/>
                      <a:pt x="3288134" y="142875"/>
                    </a:cubicBezTo>
                    <a:close/>
                    <a:moveTo>
                      <a:pt x="456060" y="0"/>
                    </a:moveTo>
                    <a:lnTo>
                      <a:pt x="3432372" y="0"/>
                    </a:lnTo>
                    <a:cubicBezTo>
                      <a:pt x="3684247" y="0"/>
                      <a:pt x="3888432" y="204185"/>
                      <a:pt x="3888432" y="456060"/>
                    </a:cubicBezTo>
                    <a:lnTo>
                      <a:pt x="3888432" y="2280244"/>
                    </a:lnTo>
                    <a:cubicBezTo>
                      <a:pt x="3888432" y="2532119"/>
                      <a:pt x="3684247" y="2736304"/>
                      <a:pt x="3432372" y="2736304"/>
                    </a:cubicBezTo>
                    <a:lnTo>
                      <a:pt x="456060" y="2736304"/>
                    </a:lnTo>
                    <a:cubicBezTo>
                      <a:pt x="204185" y="2736304"/>
                      <a:pt x="0" y="2532119"/>
                      <a:pt x="0" y="2280244"/>
                    </a:cubicBezTo>
                    <a:lnTo>
                      <a:pt x="0" y="456060"/>
                    </a:lnTo>
                    <a:cubicBezTo>
                      <a:pt x="0" y="204185"/>
                      <a:pt x="204185" y="0"/>
                      <a:pt x="456060"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004" name="Google Shape;2004;p48"/>
              <p:cNvSpPr/>
              <p:nvPr/>
            </p:nvSpPr>
            <p:spPr>
              <a:xfrm>
                <a:off x="9698244" y="5398653"/>
                <a:ext cx="300703" cy="366439"/>
              </a:xfrm>
              <a:custGeom>
                <a:rect b="b" l="l" r="r" t="t"/>
                <a:pathLst>
                  <a:path extrusionOk="0" h="3949460" w="3240944">
                    <a:moveTo>
                      <a:pt x="2411668" y="919204"/>
                    </a:moveTo>
                    <a:cubicBezTo>
                      <a:pt x="2652037" y="921566"/>
                      <a:pt x="2997179" y="1088232"/>
                      <a:pt x="3147060" y="1333480"/>
                    </a:cubicBezTo>
                    <a:cubicBezTo>
                      <a:pt x="2837519" y="1559133"/>
                      <a:pt x="2713715" y="1818123"/>
                      <a:pt x="2716116" y="2148550"/>
                    </a:cubicBezTo>
                    <a:cubicBezTo>
                      <a:pt x="2724370" y="2506677"/>
                      <a:pt x="2937416" y="2788602"/>
                      <a:pt x="3240944" y="2908604"/>
                    </a:cubicBezTo>
                    <a:cubicBezTo>
                      <a:pt x="3111039" y="3296832"/>
                      <a:pt x="2835874" y="3920800"/>
                      <a:pt x="2360688" y="3949460"/>
                    </a:cubicBezTo>
                    <a:cubicBezTo>
                      <a:pt x="2104982" y="3948826"/>
                      <a:pt x="1887379" y="3871989"/>
                      <a:pt x="1655487" y="3790391"/>
                    </a:cubicBezTo>
                    <a:cubicBezTo>
                      <a:pt x="1465920" y="3881513"/>
                      <a:pt x="1178719" y="3984543"/>
                      <a:pt x="936764" y="3932790"/>
                    </a:cubicBezTo>
                    <a:cubicBezTo>
                      <a:pt x="634032" y="3867349"/>
                      <a:pt x="33306" y="3304229"/>
                      <a:pt x="0" y="2002921"/>
                    </a:cubicBezTo>
                    <a:cubicBezTo>
                      <a:pt x="5122" y="1625861"/>
                      <a:pt x="224231" y="988116"/>
                      <a:pt x="1004287" y="951010"/>
                    </a:cubicBezTo>
                    <a:cubicBezTo>
                      <a:pt x="1237754" y="955627"/>
                      <a:pt x="1430737" y="1013358"/>
                      <a:pt x="1654678" y="1150601"/>
                    </a:cubicBezTo>
                    <a:cubicBezTo>
                      <a:pt x="1907007" y="1025844"/>
                      <a:pt x="2042657" y="934423"/>
                      <a:pt x="2411668" y="919204"/>
                    </a:cubicBezTo>
                    <a:close/>
                    <a:moveTo>
                      <a:pt x="2423572" y="0"/>
                    </a:moveTo>
                    <a:cubicBezTo>
                      <a:pt x="2449670" y="236641"/>
                      <a:pt x="2449574" y="370890"/>
                      <a:pt x="2275646" y="605149"/>
                    </a:cubicBezTo>
                    <a:cubicBezTo>
                      <a:pt x="2098536" y="787863"/>
                      <a:pt x="1909519" y="903902"/>
                      <a:pt x="1627634" y="908022"/>
                    </a:cubicBezTo>
                    <a:cubicBezTo>
                      <a:pt x="1601565" y="662380"/>
                      <a:pt x="1689794" y="371496"/>
                      <a:pt x="1823269" y="256823"/>
                    </a:cubicBezTo>
                    <a:cubicBezTo>
                      <a:pt x="1945582" y="131527"/>
                      <a:pt x="2156003" y="39571"/>
                      <a:pt x="2423572" y="0"/>
                    </a:cubicBez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005" name="Google Shape;2005;p48"/>
              <p:cNvSpPr/>
              <p:nvPr/>
            </p:nvSpPr>
            <p:spPr>
              <a:xfrm>
                <a:off x="7800500" y="2582839"/>
                <a:ext cx="300170" cy="347427"/>
              </a:xfrm>
              <a:custGeom>
                <a:rect b="b" l="l" r="r" t="t"/>
                <a:pathLst>
                  <a:path extrusionOk="0" h="3842533" w="3319870">
                    <a:moveTo>
                      <a:pt x="579936" y="1296382"/>
                    </a:moveTo>
                    <a:lnTo>
                      <a:pt x="2739936" y="1296382"/>
                    </a:lnTo>
                    <a:lnTo>
                      <a:pt x="2739936" y="2796543"/>
                    </a:lnTo>
                    <a:cubicBezTo>
                      <a:pt x="2739936" y="2962250"/>
                      <a:pt x="2605604" y="3096582"/>
                      <a:pt x="2439897" y="3096582"/>
                    </a:cubicBezTo>
                    <a:lnTo>
                      <a:pt x="2272003" y="3096582"/>
                    </a:lnTo>
                    <a:lnTo>
                      <a:pt x="2272003" y="3590505"/>
                    </a:lnTo>
                    <a:cubicBezTo>
                      <a:pt x="2272003" y="3729696"/>
                      <a:pt x="2159166" y="3842533"/>
                      <a:pt x="2019975" y="3842533"/>
                    </a:cubicBezTo>
                    <a:cubicBezTo>
                      <a:pt x="1880784" y="3842533"/>
                      <a:pt x="1767947" y="3729696"/>
                      <a:pt x="1767947" y="3590505"/>
                    </a:cubicBezTo>
                    <a:lnTo>
                      <a:pt x="1767947" y="3096582"/>
                    </a:lnTo>
                    <a:lnTo>
                      <a:pt x="1492066" y="3096582"/>
                    </a:lnTo>
                    <a:lnTo>
                      <a:pt x="1492066" y="3590505"/>
                    </a:lnTo>
                    <a:cubicBezTo>
                      <a:pt x="1492066" y="3729696"/>
                      <a:pt x="1379229" y="3842533"/>
                      <a:pt x="1240038" y="3842533"/>
                    </a:cubicBezTo>
                    <a:cubicBezTo>
                      <a:pt x="1100847" y="3842533"/>
                      <a:pt x="988010" y="3729696"/>
                      <a:pt x="988010" y="3590505"/>
                    </a:cubicBezTo>
                    <a:lnTo>
                      <a:pt x="988010" y="3096582"/>
                    </a:lnTo>
                    <a:lnTo>
                      <a:pt x="879975" y="3096582"/>
                    </a:lnTo>
                    <a:cubicBezTo>
                      <a:pt x="714268" y="3096582"/>
                      <a:pt x="579936" y="2962250"/>
                      <a:pt x="579936" y="2796543"/>
                    </a:cubicBezTo>
                    <a:close/>
                    <a:moveTo>
                      <a:pt x="3067842" y="1281925"/>
                    </a:moveTo>
                    <a:cubicBezTo>
                      <a:pt x="3207033" y="1281925"/>
                      <a:pt x="3319870" y="1394762"/>
                      <a:pt x="3319870" y="1533953"/>
                    </a:cubicBezTo>
                    <a:lnTo>
                      <a:pt x="3319870" y="2505897"/>
                    </a:lnTo>
                    <a:cubicBezTo>
                      <a:pt x="3319870" y="2645088"/>
                      <a:pt x="3207033" y="2757925"/>
                      <a:pt x="3067842" y="2757925"/>
                    </a:cubicBezTo>
                    <a:cubicBezTo>
                      <a:pt x="2928651" y="2757925"/>
                      <a:pt x="2815814" y="2645088"/>
                      <a:pt x="2815814" y="2505897"/>
                    </a:cubicBezTo>
                    <a:lnTo>
                      <a:pt x="2815814" y="1533953"/>
                    </a:lnTo>
                    <a:cubicBezTo>
                      <a:pt x="2815814" y="1394762"/>
                      <a:pt x="2928651" y="1281925"/>
                      <a:pt x="3067842" y="1281925"/>
                    </a:cubicBezTo>
                    <a:close/>
                    <a:moveTo>
                      <a:pt x="252028" y="1281925"/>
                    </a:moveTo>
                    <a:cubicBezTo>
                      <a:pt x="391219" y="1281925"/>
                      <a:pt x="504056" y="1394762"/>
                      <a:pt x="504056" y="1533953"/>
                    </a:cubicBezTo>
                    <a:lnTo>
                      <a:pt x="504056" y="2505897"/>
                    </a:lnTo>
                    <a:cubicBezTo>
                      <a:pt x="504056" y="2645088"/>
                      <a:pt x="391219" y="2757925"/>
                      <a:pt x="252028" y="2757925"/>
                    </a:cubicBezTo>
                    <a:cubicBezTo>
                      <a:pt x="112837" y="2757925"/>
                      <a:pt x="0" y="2645088"/>
                      <a:pt x="0" y="2505897"/>
                    </a:cubicBezTo>
                    <a:lnTo>
                      <a:pt x="0" y="1533953"/>
                    </a:lnTo>
                    <a:cubicBezTo>
                      <a:pt x="0" y="1394762"/>
                      <a:pt x="112837" y="1281925"/>
                      <a:pt x="252028" y="1281925"/>
                    </a:cubicBezTo>
                    <a:close/>
                    <a:moveTo>
                      <a:pt x="2134062" y="558521"/>
                    </a:moveTo>
                    <a:cubicBezTo>
                      <a:pt x="2073373" y="558521"/>
                      <a:pt x="2024174" y="607720"/>
                      <a:pt x="2024174" y="668409"/>
                    </a:cubicBezTo>
                    <a:cubicBezTo>
                      <a:pt x="2024174" y="729098"/>
                      <a:pt x="2073373" y="778297"/>
                      <a:pt x="2134062" y="778297"/>
                    </a:cubicBezTo>
                    <a:cubicBezTo>
                      <a:pt x="2194751" y="778297"/>
                      <a:pt x="2243950" y="729098"/>
                      <a:pt x="2243950" y="668409"/>
                    </a:cubicBezTo>
                    <a:cubicBezTo>
                      <a:pt x="2243950" y="607720"/>
                      <a:pt x="2194751" y="558521"/>
                      <a:pt x="2134062" y="558521"/>
                    </a:cubicBezTo>
                    <a:close/>
                    <a:moveTo>
                      <a:pt x="1177409" y="558521"/>
                    </a:moveTo>
                    <a:cubicBezTo>
                      <a:pt x="1116720" y="558521"/>
                      <a:pt x="1067521" y="607720"/>
                      <a:pt x="1067521" y="668409"/>
                    </a:cubicBezTo>
                    <a:cubicBezTo>
                      <a:pt x="1067521" y="729098"/>
                      <a:pt x="1116720" y="778297"/>
                      <a:pt x="1177409" y="778297"/>
                    </a:cubicBezTo>
                    <a:cubicBezTo>
                      <a:pt x="1238098" y="778297"/>
                      <a:pt x="1287297" y="729098"/>
                      <a:pt x="1287297" y="668409"/>
                    </a:cubicBezTo>
                    <a:cubicBezTo>
                      <a:pt x="1287297" y="607720"/>
                      <a:pt x="1238098" y="558521"/>
                      <a:pt x="1177409" y="558521"/>
                    </a:cubicBezTo>
                    <a:close/>
                    <a:moveTo>
                      <a:pt x="1041854" y="0"/>
                    </a:moveTo>
                    <a:lnTo>
                      <a:pt x="1215617" y="300965"/>
                    </a:lnTo>
                    <a:cubicBezTo>
                      <a:pt x="1350827" y="238508"/>
                      <a:pt x="1501239" y="204386"/>
                      <a:pt x="1659158" y="204272"/>
                    </a:cubicBezTo>
                    <a:cubicBezTo>
                      <a:pt x="1823689" y="204153"/>
                      <a:pt x="1980124" y="240963"/>
                      <a:pt x="2119837" y="308065"/>
                    </a:cubicBezTo>
                    <a:lnTo>
                      <a:pt x="2297698" y="0"/>
                    </a:lnTo>
                    <a:lnTo>
                      <a:pt x="2391229" y="54000"/>
                    </a:lnTo>
                    <a:lnTo>
                      <a:pt x="2215205" y="358882"/>
                    </a:lnTo>
                    <a:cubicBezTo>
                      <a:pt x="2507692" y="533629"/>
                      <a:pt x="2710924" y="843756"/>
                      <a:pt x="2737127" y="1206450"/>
                    </a:cubicBezTo>
                    <a:cubicBezTo>
                      <a:pt x="2018962" y="1206967"/>
                      <a:pt x="1300797" y="1207483"/>
                      <a:pt x="582632" y="1208000"/>
                    </a:cubicBezTo>
                    <a:cubicBezTo>
                      <a:pt x="608780" y="838665"/>
                      <a:pt x="818541" y="523565"/>
                      <a:pt x="1119462" y="350420"/>
                    </a:cubicBezTo>
                    <a:lnTo>
                      <a:pt x="948323" y="5400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006" name="Google Shape;2006;p48"/>
              <p:cNvSpPr/>
              <p:nvPr/>
            </p:nvSpPr>
            <p:spPr>
              <a:xfrm>
                <a:off x="10645011" y="2518278"/>
                <a:ext cx="340001" cy="338281"/>
              </a:xfrm>
              <a:custGeom>
                <a:rect b="b" l="l" r="r" t="t"/>
                <a:pathLst>
                  <a:path extrusionOk="0" h="2941055" w="2956013">
                    <a:moveTo>
                      <a:pt x="2169165" y="2259549"/>
                    </a:moveTo>
                    <a:cubicBezTo>
                      <a:pt x="2305163" y="2320579"/>
                      <a:pt x="2430502" y="2400997"/>
                      <a:pt x="2542352" y="2496872"/>
                    </a:cubicBezTo>
                    <a:cubicBezTo>
                      <a:pt x="2303978" y="2744099"/>
                      <a:pt x="1979593" y="2907447"/>
                      <a:pt x="1617206" y="2939204"/>
                    </a:cubicBezTo>
                    <a:lnTo>
                      <a:pt x="1588575" y="2925411"/>
                    </a:lnTo>
                    <a:cubicBezTo>
                      <a:pt x="1835671" y="2758142"/>
                      <a:pt x="2037335" y="2529257"/>
                      <a:pt x="2169165" y="2259549"/>
                    </a:cubicBezTo>
                    <a:close/>
                    <a:moveTo>
                      <a:pt x="797309" y="2254509"/>
                    </a:moveTo>
                    <a:cubicBezTo>
                      <a:pt x="928512" y="2525684"/>
                      <a:pt x="1129977" y="2756161"/>
                      <a:pt x="1376879" y="2925229"/>
                    </a:cubicBezTo>
                    <a:cubicBezTo>
                      <a:pt x="1367940" y="2931748"/>
                      <a:pt x="1358086" y="2936536"/>
                      <a:pt x="1348086" y="2941055"/>
                    </a:cubicBezTo>
                    <a:cubicBezTo>
                      <a:pt x="981929" y="2910776"/>
                      <a:pt x="654006" y="2746454"/>
                      <a:pt x="413461" y="2497054"/>
                    </a:cubicBezTo>
                    <a:cubicBezTo>
                      <a:pt x="528278" y="2398621"/>
                      <a:pt x="657289" y="2316447"/>
                      <a:pt x="797309" y="2254509"/>
                    </a:cubicBezTo>
                    <a:close/>
                    <a:moveTo>
                      <a:pt x="1426305" y="2108791"/>
                    </a:moveTo>
                    <a:lnTo>
                      <a:pt x="1426305" y="2824067"/>
                    </a:lnTo>
                    <a:cubicBezTo>
                      <a:pt x="1203050" y="2668305"/>
                      <a:pt x="1020431" y="2458508"/>
                      <a:pt x="899682" y="2212532"/>
                    </a:cubicBezTo>
                    <a:cubicBezTo>
                      <a:pt x="1063835" y="2148883"/>
                      <a:pt x="1241204" y="2112683"/>
                      <a:pt x="1426305" y="2108791"/>
                    </a:cubicBezTo>
                    <a:close/>
                    <a:moveTo>
                      <a:pt x="1527809" y="2108695"/>
                    </a:moveTo>
                    <a:cubicBezTo>
                      <a:pt x="1717707" y="2112557"/>
                      <a:pt x="1899494" y="2150291"/>
                      <a:pt x="2067336" y="2216559"/>
                    </a:cubicBezTo>
                    <a:cubicBezTo>
                      <a:pt x="1943936" y="2466549"/>
                      <a:pt x="1756622" y="2679032"/>
                      <a:pt x="1527809" y="2835300"/>
                    </a:cubicBezTo>
                    <a:close/>
                    <a:moveTo>
                      <a:pt x="2354776" y="1530125"/>
                    </a:moveTo>
                    <a:lnTo>
                      <a:pt x="2955077" y="1530125"/>
                    </a:lnTo>
                    <a:cubicBezTo>
                      <a:pt x="2942393" y="1866074"/>
                      <a:pt x="2817414" y="2173186"/>
                      <a:pt x="2615767" y="2414127"/>
                    </a:cubicBezTo>
                    <a:cubicBezTo>
                      <a:pt x="2496453" y="2311434"/>
                      <a:pt x="2362630" y="2225327"/>
                      <a:pt x="2217376" y="2159975"/>
                    </a:cubicBezTo>
                    <a:cubicBezTo>
                      <a:pt x="2300477" y="1965771"/>
                      <a:pt x="2348521" y="1753185"/>
                      <a:pt x="2354776" y="1530125"/>
                    </a:cubicBezTo>
                    <a:close/>
                    <a:moveTo>
                      <a:pt x="1527809" y="1530125"/>
                    </a:moveTo>
                    <a:lnTo>
                      <a:pt x="2244039" y="1530125"/>
                    </a:lnTo>
                    <a:cubicBezTo>
                      <a:pt x="2237819" y="1737690"/>
                      <a:pt x="2192963" y="1935525"/>
                      <a:pt x="2115825" y="2116496"/>
                    </a:cubicBezTo>
                    <a:cubicBezTo>
                      <a:pt x="1933189" y="2043464"/>
                      <a:pt x="1735000" y="2001899"/>
                      <a:pt x="1527809" y="1997958"/>
                    </a:cubicBezTo>
                    <a:close/>
                    <a:moveTo>
                      <a:pt x="725097" y="1530125"/>
                    </a:moveTo>
                    <a:lnTo>
                      <a:pt x="1426305" y="1530125"/>
                    </a:lnTo>
                    <a:lnTo>
                      <a:pt x="1426305" y="1998054"/>
                    </a:lnTo>
                    <a:cubicBezTo>
                      <a:pt x="1224105" y="2002029"/>
                      <a:pt x="1030504" y="2041966"/>
                      <a:pt x="851699" y="2112283"/>
                    </a:cubicBezTo>
                    <a:cubicBezTo>
                      <a:pt x="775482" y="1932518"/>
                      <a:pt x="731260" y="1736112"/>
                      <a:pt x="725097" y="1530125"/>
                    </a:cubicBezTo>
                    <a:close/>
                    <a:moveTo>
                      <a:pt x="934" y="1530125"/>
                    </a:moveTo>
                    <a:lnTo>
                      <a:pt x="614360" y="1530125"/>
                    </a:lnTo>
                    <a:cubicBezTo>
                      <a:pt x="620543" y="1751166"/>
                      <a:pt x="667772" y="1961919"/>
                      <a:pt x="749235" y="2154869"/>
                    </a:cubicBezTo>
                    <a:cubicBezTo>
                      <a:pt x="599936" y="2221117"/>
                      <a:pt x="462426" y="2308980"/>
                      <a:pt x="340129" y="2414234"/>
                    </a:cubicBezTo>
                    <a:cubicBezTo>
                      <a:pt x="138582" y="2173144"/>
                      <a:pt x="13619" y="1866051"/>
                      <a:pt x="934" y="1530125"/>
                    </a:cubicBezTo>
                    <a:close/>
                    <a:moveTo>
                      <a:pt x="883886" y="768586"/>
                    </a:moveTo>
                    <a:cubicBezTo>
                      <a:pt x="1053566" y="831753"/>
                      <a:pt x="1236128" y="867407"/>
                      <a:pt x="1426305" y="871035"/>
                    </a:cubicBezTo>
                    <a:lnTo>
                      <a:pt x="1426305" y="1428622"/>
                    </a:lnTo>
                    <a:lnTo>
                      <a:pt x="724559" y="1428622"/>
                    </a:lnTo>
                    <a:cubicBezTo>
                      <a:pt x="730221" y="1192426"/>
                      <a:pt x="785872" y="968634"/>
                      <a:pt x="883886" y="768586"/>
                    </a:cubicBezTo>
                    <a:close/>
                    <a:moveTo>
                      <a:pt x="2083288" y="764501"/>
                    </a:moveTo>
                    <a:cubicBezTo>
                      <a:pt x="2182501" y="965616"/>
                      <a:pt x="2238869" y="1190833"/>
                      <a:pt x="2244577" y="1428622"/>
                    </a:cubicBezTo>
                    <a:lnTo>
                      <a:pt x="1527809" y="1428622"/>
                    </a:lnTo>
                    <a:lnTo>
                      <a:pt x="1527809" y="871130"/>
                    </a:lnTo>
                    <a:cubicBezTo>
                      <a:pt x="1722835" y="867528"/>
                      <a:pt x="1909881" y="830382"/>
                      <a:pt x="2083288" y="764501"/>
                    </a:cubicBezTo>
                    <a:close/>
                    <a:moveTo>
                      <a:pt x="375750" y="484510"/>
                    </a:moveTo>
                    <a:cubicBezTo>
                      <a:pt x="497688" y="583858"/>
                      <a:pt x="633678" y="666438"/>
                      <a:pt x="780212" y="729142"/>
                    </a:cubicBezTo>
                    <a:cubicBezTo>
                      <a:pt x="677519" y="941475"/>
                      <a:pt x="619429" y="1178562"/>
                      <a:pt x="613822" y="1428622"/>
                    </a:cubicBezTo>
                    <a:lnTo>
                      <a:pt x="0" y="1428622"/>
                    </a:lnTo>
                    <a:cubicBezTo>
                      <a:pt x="9263" y="1065848"/>
                      <a:pt x="149371" y="735691"/>
                      <a:pt x="375750" y="484510"/>
                    </a:cubicBezTo>
                    <a:close/>
                    <a:moveTo>
                      <a:pt x="2580304" y="484479"/>
                    </a:moveTo>
                    <a:cubicBezTo>
                      <a:pt x="2806628" y="735651"/>
                      <a:pt x="2946750" y="1065827"/>
                      <a:pt x="2956013" y="1428622"/>
                    </a:cubicBezTo>
                    <a:lnTo>
                      <a:pt x="2355314" y="1428622"/>
                    </a:lnTo>
                    <a:cubicBezTo>
                      <a:pt x="2349636" y="1176504"/>
                      <a:pt x="2290630" y="937573"/>
                      <a:pt x="2186241" y="724113"/>
                    </a:cubicBezTo>
                    <a:cubicBezTo>
                      <a:pt x="2328935" y="662418"/>
                      <a:pt x="2461323" y="581449"/>
                      <a:pt x="2580304" y="484479"/>
                    </a:cubicBezTo>
                    <a:close/>
                    <a:moveTo>
                      <a:pt x="1426305" y="124032"/>
                    </a:moveTo>
                    <a:lnTo>
                      <a:pt x="1426305" y="760298"/>
                    </a:lnTo>
                    <a:cubicBezTo>
                      <a:pt x="1253727" y="756791"/>
                      <a:pt x="1087879" y="724966"/>
                      <a:pt x="933247" y="668842"/>
                    </a:cubicBezTo>
                    <a:cubicBezTo>
                      <a:pt x="1054039" y="451822"/>
                      <a:pt x="1223389" y="265609"/>
                      <a:pt x="1426305" y="124032"/>
                    </a:cubicBezTo>
                    <a:close/>
                    <a:moveTo>
                      <a:pt x="1527809" y="112799"/>
                    </a:moveTo>
                    <a:cubicBezTo>
                      <a:pt x="1736145" y="255085"/>
                      <a:pt x="1910079" y="443973"/>
                      <a:pt x="2033951" y="664748"/>
                    </a:cubicBezTo>
                    <a:cubicBezTo>
                      <a:pt x="1875578" y="723616"/>
                      <a:pt x="1705238" y="756901"/>
                      <a:pt x="1527809" y="760394"/>
                    </a:cubicBezTo>
                    <a:close/>
                    <a:moveTo>
                      <a:pt x="1632157" y="1693"/>
                    </a:moveTo>
                    <a:cubicBezTo>
                      <a:pt x="1969090" y="34839"/>
                      <a:pt x="2272411" y="181752"/>
                      <a:pt x="2502559" y="404493"/>
                    </a:cubicBezTo>
                    <a:cubicBezTo>
                      <a:pt x="2392455" y="493535"/>
                      <a:pt x="2270018" y="567692"/>
                      <a:pt x="2138287" y="624414"/>
                    </a:cubicBezTo>
                    <a:cubicBezTo>
                      <a:pt x="2004803" y="382989"/>
                      <a:pt x="1815448" y="176841"/>
                      <a:pt x="1587368" y="23269"/>
                    </a:cubicBezTo>
                    <a:close/>
                    <a:moveTo>
                      <a:pt x="1333466" y="0"/>
                    </a:moveTo>
                    <a:lnTo>
                      <a:pt x="1376468" y="23177"/>
                    </a:lnTo>
                    <a:cubicBezTo>
                      <a:pt x="1149236" y="178863"/>
                      <a:pt x="960516" y="386575"/>
                      <a:pt x="827965" y="629347"/>
                    </a:cubicBezTo>
                    <a:cubicBezTo>
                      <a:pt x="692459" y="571593"/>
                      <a:pt x="566467" y="495851"/>
                      <a:pt x="453430" y="404475"/>
                    </a:cubicBezTo>
                    <a:cubicBezTo>
                      <a:pt x="685742" y="179438"/>
                      <a:pt x="992667" y="31629"/>
                      <a:pt x="1333466"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2007" name="Google Shape;2007;p48"/>
              <p:cNvSpPr/>
              <p:nvPr/>
            </p:nvSpPr>
            <p:spPr>
              <a:xfrm flipH="1">
                <a:off x="10345251" y="2251006"/>
                <a:ext cx="441966" cy="281210"/>
              </a:xfrm>
              <a:custGeom>
                <a:rect b="b" l="l" r="r" t="t"/>
                <a:pathLst>
                  <a:path extrusionOk="0" h="2532594" w="3980365">
                    <a:moveTo>
                      <a:pt x="1988360" y="58973"/>
                    </a:moveTo>
                    <a:cubicBezTo>
                      <a:pt x="1988306" y="58975"/>
                      <a:pt x="1988252" y="58977"/>
                      <a:pt x="1988199" y="58995"/>
                    </a:cubicBezTo>
                    <a:cubicBezTo>
                      <a:pt x="1988145" y="58977"/>
                      <a:pt x="1988091" y="58975"/>
                      <a:pt x="1988037" y="58973"/>
                    </a:cubicBezTo>
                    <a:lnTo>
                      <a:pt x="1988037" y="59017"/>
                    </a:lnTo>
                    <a:cubicBezTo>
                      <a:pt x="1574406" y="74019"/>
                      <a:pt x="1375335" y="406725"/>
                      <a:pt x="1370318" y="708381"/>
                    </a:cubicBezTo>
                    <a:cubicBezTo>
                      <a:pt x="1362506" y="1089140"/>
                      <a:pt x="1497435" y="1312904"/>
                      <a:pt x="1568575" y="1407072"/>
                    </a:cubicBezTo>
                    <a:cubicBezTo>
                      <a:pt x="1631785" y="1490670"/>
                      <a:pt x="1727890" y="1649476"/>
                      <a:pt x="1617443" y="1704159"/>
                    </a:cubicBezTo>
                    <a:cubicBezTo>
                      <a:pt x="1318592" y="1846636"/>
                      <a:pt x="1062028" y="1946829"/>
                      <a:pt x="927030" y="2049664"/>
                    </a:cubicBezTo>
                    <a:cubicBezTo>
                      <a:pt x="705669" y="2234426"/>
                      <a:pt x="740656" y="2445615"/>
                      <a:pt x="754501" y="2532594"/>
                    </a:cubicBezTo>
                    <a:lnTo>
                      <a:pt x="1988199" y="2531551"/>
                    </a:lnTo>
                    <a:lnTo>
                      <a:pt x="3221896" y="2532594"/>
                    </a:lnTo>
                    <a:cubicBezTo>
                      <a:pt x="3235741" y="2445615"/>
                      <a:pt x="3270728" y="2234426"/>
                      <a:pt x="3049367" y="2049664"/>
                    </a:cubicBezTo>
                    <a:cubicBezTo>
                      <a:pt x="2914369" y="1946829"/>
                      <a:pt x="2657805" y="1846636"/>
                      <a:pt x="2358954" y="1704159"/>
                    </a:cubicBezTo>
                    <a:cubicBezTo>
                      <a:pt x="2248507" y="1649476"/>
                      <a:pt x="2344612" y="1490670"/>
                      <a:pt x="2407822" y="1407072"/>
                    </a:cubicBezTo>
                    <a:cubicBezTo>
                      <a:pt x="2478962" y="1312904"/>
                      <a:pt x="2613891" y="1089140"/>
                      <a:pt x="2606079" y="708381"/>
                    </a:cubicBezTo>
                    <a:cubicBezTo>
                      <a:pt x="2601062" y="406725"/>
                      <a:pt x="2401991" y="74019"/>
                      <a:pt x="1988360" y="59017"/>
                    </a:cubicBezTo>
                    <a:close/>
                    <a:moveTo>
                      <a:pt x="1093515" y="0"/>
                    </a:moveTo>
                    <a:cubicBezTo>
                      <a:pt x="736613" y="12826"/>
                      <a:pt x="553627" y="327881"/>
                      <a:pt x="549299" y="588096"/>
                    </a:cubicBezTo>
                    <a:cubicBezTo>
                      <a:pt x="542562" y="916461"/>
                      <a:pt x="658924" y="1109434"/>
                      <a:pt x="720275" y="1190644"/>
                    </a:cubicBezTo>
                    <a:cubicBezTo>
                      <a:pt x="774787" y="1262738"/>
                      <a:pt x="857667" y="1399692"/>
                      <a:pt x="762418" y="1446850"/>
                    </a:cubicBezTo>
                    <a:cubicBezTo>
                      <a:pt x="504691" y="1569722"/>
                      <a:pt x="283431" y="1656128"/>
                      <a:pt x="167010" y="1744812"/>
                    </a:cubicBezTo>
                    <a:cubicBezTo>
                      <a:pt x="-23891" y="1904150"/>
                      <a:pt x="672" y="2013351"/>
                      <a:pt x="1392" y="2161289"/>
                    </a:cubicBezTo>
                    <a:cubicBezTo>
                      <a:pt x="356083" y="2160989"/>
                      <a:pt x="261990" y="2166300"/>
                      <a:pt x="616681" y="2166000"/>
                    </a:cubicBezTo>
                    <a:cubicBezTo>
                      <a:pt x="794788" y="1846239"/>
                      <a:pt x="1045824" y="1778915"/>
                      <a:pt x="1453932" y="1593789"/>
                    </a:cubicBezTo>
                    <a:cubicBezTo>
                      <a:pt x="1171572" y="1115084"/>
                      <a:pt x="1046285" y="714919"/>
                      <a:pt x="1414663" y="124017"/>
                    </a:cubicBezTo>
                    <a:cubicBezTo>
                      <a:pt x="1309485" y="41539"/>
                      <a:pt x="1305280" y="26381"/>
                      <a:pt x="1093515" y="0"/>
                    </a:cubicBezTo>
                    <a:close/>
                    <a:moveTo>
                      <a:pt x="2886850" y="0"/>
                    </a:moveTo>
                    <a:cubicBezTo>
                      <a:pt x="2675085" y="26381"/>
                      <a:pt x="2670880" y="41539"/>
                      <a:pt x="2565702" y="124017"/>
                    </a:cubicBezTo>
                    <a:cubicBezTo>
                      <a:pt x="2934080" y="714919"/>
                      <a:pt x="2808793" y="1115084"/>
                      <a:pt x="2526433" y="1593789"/>
                    </a:cubicBezTo>
                    <a:cubicBezTo>
                      <a:pt x="2934542" y="1778915"/>
                      <a:pt x="3185577" y="1846239"/>
                      <a:pt x="3363685" y="2166000"/>
                    </a:cubicBezTo>
                    <a:cubicBezTo>
                      <a:pt x="3718376" y="2166300"/>
                      <a:pt x="3624282" y="2160989"/>
                      <a:pt x="3978973" y="2161289"/>
                    </a:cubicBezTo>
                    <a:cubicBezTo>
                      <a:pt x="3979693" y="2013351"/>
                      <a:pt x="4004256" y="1904150"/>
                      <a:pt x="3813355" y="1744812"/>
                    </a:cubicBezTo>
                    <a:cubicBezTo>
                      <a:pt x="3696934" y="1656128"/>
                      <a:pt x="3475674" y="1569722"/>
                      <a:pt x="3217947" y="1446850"/>
                    </a:cubicBezTo>
                    <a:cubicBezTo>
                      <a:pt x="3122698" y="1399692"/>
                      <a:pt x="3205579" y="1262738"/>
                      <a:pt x="3260090" y="1190644"/>
                    </a:cubicBezTo>
                    <a:cubicBezTo>
                      <a:pt x="3321441" y="1109434"/>
                      <a:pt x="3437803" y="916461"/>
                      <a:pt x="3431066" y="588096"/>
                    </a:cubicBezTo>
                    <a:cubicBezTo>
                      <a:pt x="3426739" y="327881"/>
                      <a:pt x="3243752" y="12826"/>
                      <a:pt x="288685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008" name="Google Shape;2008;p48"/>
              <p:cNvSpPr/>
              <p:nvPr/>
            </p:nvSpPr>
            <p:spPr>
              <a:xfrm>
                <a:off x="11003273" y="3365017"/>
                <a:ext cx="357359" cy="364685"/>
              </a:xfrm>
              <a:custGeom>
                <a:rect b="b" l="l" r="r" t="t"/>
                <a:pathLst>
                  <a:path extrusionOk="0" h="3940019" w="3860876">
                    <a:moveTo>
                      <a:pt x="3248876" y="1942264"/>
                    </a:moveTo>
                    <a:lnTo>
                      <a:pt x="3860876" y="1942264"/>
                    </a:lnTo>
                    <a:lnTo>
                      <a:pt x="3860876" y="2090815"/>
                    </a:lnTo>
                    <a:lnTo>
                      <a:pt x="3859023" y="2090815"/>
                    </a:lnTo>
                    <a:cubicBezTo>
                      <a:pt x="3817225" y="2949620"/>
                      <a:pt x="3215273" y="3679864"/>
                      <a:pt x="2378197" y="3884304"/>
                    </a:cubicBezTo>
                    <a:cubicBezTo>
                      <a:pt x="2219818" y="3922985"/>
                      <a:pt x="2060231" y="3941082"/>
                      <a:pt x="1902626" y="3939971"/>
                    </a:cubicBezTo>
                    <a:cubicBezTo>
                      <a:pt x="1286982" y="3935631"/>
                      <a:pt x="701577" y="3638194"/>
                      <a:pt x="337583" y="3128887"/>
                    </a:cubicBezTo>
                    <a:lnTo>
                      <a:pt x="30667" y="3435803"/>
                    </a:lnTo>
                    <a:lnTo>
                      <a:pt x="30667" y="2342045"/>
                    </a:lnTo>
                    <a:lnTo>
                      <a:pt x="1124425" y="2342045"/>
                    </a:lnTo>
                    <a:lnTo>
                      <a:pt x="781340" y="2685130"/>
                    </a:lnTo>
                    <a:cubicBezTo>
                      <a:pt x="1079782" y="3180935"/>
                      <a:pt x="1667379" y="3425841"/>
                      <a:pt x="2232517" y="3287817"/>
                    </a:cubicBezTo>
                    <a:cubicBezTo>
                      <a:pt x="2810639" y="3146622"/>
                      <a:pt x="3224897" y="2638979"/>
                      <a:pt x="3247291" y="2044286"/>
                    </a:cubicBezTo>
                    <a:lnTo>
                      <a:pt x="3248876" y="2044345"/>
                    </a:lnTo>
                    <a:close/>
                    <a:moveTo>
                      <a:pt x="1958249" y="48"/>
                    </a:moveTo>
                    <a:cubicBezTo>
                      <a:pt x="2573893" y="4388"/>
                      <a:pt x="3159298" y="301825"/>
                      <a:pt x="3523293" y="811132"/>
                    </a:cubicBezTo>
                    <a:lnTo>
                      <a:pt x="3830209" y="504216"/>
                    </a:lnTo>
                    <a:lnTo>
                      <a:pt x="3830209" y="1597974"/>
                    </a:lnTo>
                    <a:lnTo>
                      <a:pt x="2736450" y="1597974"/>
                    </a:lnTo>
                    <a:lnTo>
                      <a:pt x="3079535" y="1254889"/>
                    </a:lnTo>
                    <a:cubicBezTo>
                      <a:pt x="2781093" y="759084"/>
                      <a:pt x="2193496" y="514178"/>
                      <a:pt x="1628358" y="652202"/>
                    </a:cubicBezTo>
                    <a:cubicBezTo>
                      <a:pt x="1050236" y="793397"/>
                      <a:pt x="635978" y="1301040"/>
                      <a:pt x="613584" y="1895733"/>
                    </a:cubicBezTo>
                    <a:lnTo>
                      <a:pt x="612000" y="1895674"/>
                    </a:lnTo>
                    <a:lnTo>
                      <a:pt x="612000" y="1985958"/>
                    </a:lnTo>
                    <a:lnTo>
                      <a:pt x="0" y="1985958"/>
                    </a:lnTo>
                    <a:lnTo>
                      <a:pt x="0" y="1837407"/>
                    </a:lnTo>
                    <a:lnTo>
                      <a:pt x="2787" y="1837407"/>
                    </a:lnTo>
                    <a:cubicBezTo>
                      <a:pt x="49183" y="983705"/>
                      <a:pt x="649445" y="259216"/>
                      <a:pt x="1482678" y="55715"/>
                    </a:cubicBezTo>
                    <a:cubicBezTo>
                      <a:pt x="1641057" y="17034"/>
                      <a:pt x="1800644" y="-1063"/>
                      <a:pt x="1958249" y="4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009" name="Google Shape;2009;p48"/>
              <p:cNvSpPr/>
              <p:nvPr/>
            </p:nvSpPr>
            <p:spPr>
              <a:xfrm>
                <a:off x="9028038" y="5418963"/>
                <a:ext cx="353455" cy="397548"/>
              </a:xfrm>
              <a:custGeom>
                <a:rect b="b" l="l" r="r" t="t"/>
                <a:pathLst>
                  <a:path extrusionOk="0" h="3110058" w="2765122">
                    <a:moveTo>
                      <a:pt x="1376433" y="2257187"/>
                    </a:moveTo>
                    <a:lnTo>
                      <a:pt x="1145400" y="2354829"/>
                    </a:lnTo>
                    <a:lnTo>
                      <a:pt x="1036105" y="2389775"/>
                    </a:lnTo>
                    <a:lnTo>
                      <a:pt x="1040146" y="2406930"/>
                    </a:lnTo>
                    <a:cubicBezTo>
                      <a:pt x="1121535" y="2704580"/>
                      <a:pt x="1244707" y="2894301"/>
                      <a:pt x="1382560" y="2894301"/>
                    </a:cubicBezTo>
                    <a:cubicBezTo>
                      <a:pt x="1520414" y="2894301"/>
                      <a:pt x="1643585" y="2704580"/>
                      <a:pt x="1724974" y="2406930"/>
                    </a:cubicBezTo>
                    <a:lnTo>
                      <a:pt x="1726723" y="2399874"/>
                    </a:lnTo>
                    <a:lnTo>
                      <a:pt x="1605728" y="2358846"/>
                    </a:lnTo>
                    <a:close/>
                    <a:moveTo>
                      <a:pt x="1795887" y="2033026"/>
                    </a:moveTo>
                    <a:lnTo>
                      <a:pt x="1694075" y="2094586"/>
                    </a:lnTo>
                    <a:lnTo>
                      <a:pt x="1578650" y="2155153"/>
                    </a:lnTo>
                    <a:lnTo>
                      <a:pt x="1618821" y="2173994"/>
                    </a:lnTo>
                    <a:lnTo>
                      <a:pt x="1763952" y="2229138"/>
                    </a:lnTo>
                    <a:lnTo>
                      <a:pt x="1791432" y="2076334"/>
                    </a:lnTo>
                    <a:close/>
                    <a:moveTo>
                      <a:pt x="969005" y="2030800"/>
                    </a:moveTo>
                    <a:lnTo>
                      <a:pt x="973688" y="2076334"/>
                    </a:lnTo>
                    <a:lnTo>
                      <a:pt x="997942" y="2219324"/>
                    </a:lnTo>
                    <a:lnTo>
                      <a:pt x="1135534" y="2169774"/>
                    </a:lnTo>
                    <a:lnTo>
                      <a:pt x="1176026" y="2151638"/>
                    </a:lnTo>
                    <a:lnTo>
                      <a:pt x="1061678" y="2089068"/>
                    </a:lnTo>
                    <a:close/>
                    <a:moveTo>
                      <a:pt x="2270995" y="1682607"/>
                    </a:moveTo>
                    <a:lnTo>
                      <a:pt x="2193789" y="1749541"/>
                    </a:lnTo>
                    <a:cubicBezTo>
                      <a:pt x="2157450" y="1779622"/>
                      <a:pt x="2119670" y="1809519"/>
                      <a:pt x="2080535" y="1839120"/>
                    </a:cubicBezTo>
                    <a:lnTo>
                      <a:pt x="1988274" y="1905861"/>
                    </a:lnTo>
                    <a:lnTo>
                      <a:pt x="1956628" y="2160317"/>
                    </a:lnTo>
                    <a:lnTo>
                      <a:pt x="1929983" y="2282840"/>
                    </a:lnTo>
                    <a:lnTo>
                      <a:pt x="2032699" y="2311732"/>
                    </a:lnTo>
                    <a:cubicBezTo>
                      <a:pt x="2281801" y="2367725"/>
                      <a:pt x="2467430" y="2349840"/>
                      <a:pt x="2530541" y="2244806"/>
                    </a:cubicBezTo>
                    <a:cubicBezTo>
                      <a:pt x="2601541" y="2126643"/>
                      <a:pt x="2502356" y="1923350"/>
                      <a:pt x="2289139" y="1700285"/>
                    </a:cubicBezTo>
                    <a:close/>
                    <a:moveTo>
                      <a:pt x="491768" y="1666932"/>
                    </a:moveTo>
                    <a:lnTo>
                      <a:pt x="473585" y="1684439"/>
                    </a:lnTo>
                    <a:cubicBezTo>
                      <a:pt x="256508" y="1903749"/>
                      <a:pt x="153790" y="2105280"/>
                      <a:pt x="222717" y="2224664"/>
                    </a:cubicBezTo>
                    <a:cubicBezTo>
                      <a:pt x="283985" y="2330784"/>
                      <a:pt x="469273" y="2351906"/>
                      <a:pt x="719315" y="2300269"/>
                    </a:cubicBezTo>
                    <a:lnTo>
                      <a:pt x="831176" y="2270901"/>
                    </a:lnTo>
                    <a:lnTo>
                      <a:pt x="808495" y="2160317"/>
                    </a:lnTo>
                    <a:lnTo>
                      <a:pt x="776012" y="1899134"/>
                    </a:lnTo>
                    <a:lnTo>
                      <a:pt x="679735" y="1826895"/>
                    </a:lnTo>
                    <a:cubicBezTo>
                      <a:pt x="616990" y="1777691"/>
                      <a:pt x="557836" y="1727770"/>
                      <a:pt x="502637" y="1677612"/>
                    </a:cubicBezTo>
                    <a:close/>
                    <a:moveTo>
                      <a:pt x="2001099" y="1443878"/>
                    </a:moveTo>
                    <a:lnTo>
                      <a:pt x="2005588" y="1555029"/>
                    </a:lnTo>
                    <a:lnTo>
                      <a:pt x="2000712" y="1675767"/>
                    </a:lnTo>
                    <a:lnTo>
                      <a:pt x="2038461" y="1648469"/>
                    </a:lnTo>
                    <a:cubicBezTo>
                      <a:pt x="2070345" y="1623579"/>
                      <a:pt x="2101053" y="1598643"/>
                      <a:pt x="2130505" y="1573751"/>
                    </a:cubicBezTo>
                    <a:lnTo>
                      <a:pt x="2143759" y="1562074"/>
                    </a:lnTo>
                    <a:lnTo>
                      <a:pt x="2039991" y="1473050"/>
                    </a:lnTo>
                    <a:close/>
                    <a:moveTo>
                      <a:pt x="764411" y="1434288"/>
                    </a:moveTo>
                    <a:lnTo>
                      <a:pt x="726661" y="1461587"/>
                    </a:lnTo>
                    <a:cubicBezTo>
                      <a:pt x="694778" y="1486477"/>
                      <a:pt x="664070" y="1511412"/>
                      <a:pt x="634617" y="1536305"/>
                    </a:cubicBezTo>
                    <a:lnTo>
                      <a:pt x="621360" y="1547985"/>
                    </a:lnTo>
                    <a:lnTo>
                      <a:pt x="725129" y="1637009"/>
                    </a:lnTo>
                    <a:lnTo>
                      <a:pt x="764024" y="1666183"/>
                    </a:lnTo>
                    <a:lnTo>
                      <a:pt x="759534" y="1555029"/>
                    </a:lnTo>
                    <a:close/>
                    <a:moveTo>
                      <a:pt x="1386966" y="1049980"/>
                    </a:moveTo>
                    <a:lnTo>
                      <a:pt x="1160689" y="1170734"/>
                    </a:lnTo>
                    <a:lnTo>
                      <a:pt x="947211" y="1303680"/>
                    </a:lnTo>
                    <a:lnTo>
                      <a:pt x="938816" y="1555028"/>
                    </a:lnTo>
                    <a:lnTo>
                      <a:pt x="947046" y="1801432"/>
                    </a:lnTo>
                    <a:lnTo>
                      <a:pt x="1154015" y="1935392"/>
                    </a:lnTo>
                    <a:lnTo>
                      <a:pt x="1378151" y="2060078"/>
                    </a:lnTo>
                    <a:lnTo>
                      <a:pt x="1604433" y="1939321"/>
                    </a:lnTo>
                    <a:lnTo>
                      <a:pt x="1817909" y="1806377"/>
                    </a:lnTo>
                    <a:lnTo>
                      <a:pt x="1826304" y="1555028"/>
                    </a:lnTo>
                    <a:lnTo>
                      <a:pt x="1818074" y="1308628"/>
                    </a:lnTo>
                    <a:lnTo>
                      <a:pt x="1611105" y="1174667"/>
                    </a:lnTo>
                    <a:close/>
                    <a:moveTo>
                      <a:pt x="1767179" y="890733"/>
                    </a:moveTo>
                    <a:lnTo>
                      <a:pt x="1629589" y="940281"/>
                    </a:lnTo>
                    <a:lnTo>
                      <a:pt x="1589093" y="958419"/>
                    </a:lnTo>
                    <a:lnTo>
                      <a:pt x="1703444" y="1020991"/>
                    </a:lnTo>
                    <a:lnTo>
                      <a:pt x="1796116" y="1079257"/>
                    </a:lnTo>
                    <a:lnTo>
                      <a:pt x="1791432" y="1033723"/>
                    </a:lnTo>
                    <a:close/>
                    <a:moveTo>
                      <a:pt x="1001168" y="880921"/>
                    </a:moveTo>
                    <a:lnTo>
                      <a:pt x="973688" y="1033723"/>
                    </a:lnTo>
                    <a:lnTo>
                      <a:pt x="969233" y="1077033"/>
                    </a:lnTo>
                    <a:lnTo>
                      <a:pt x="1071048" y="1015472"/>
                    </a:lnTo>
                    <a:lnTo>
                      <a:pt x="1186470" y="954907"/>
                    </a:lnTo>
                    <a:lnTo>
                      <a:pt x="1146299" y="936065"/>
                    </a:lnTo>
                    <a:close/>
                    <a:moveTo>
                      <a:pt x="2296662" y="783036"/>
                    </a:moveTo>
                    <a:cubicBezTo>
                      <a:pt x="2224233" y="781291"/>
                      <a:pt x="2139574" y="790423"/>
                      <a:pt x="2045808" y="809787"/>
                    </a:cubicBezTo>
                    <a:lnTo>
                      <a:pt x="1933945" y="839155"/>
                    </a:lnTo>
                    <a:lnTo>
                      <a:pt x="1956628" y="949742"/>
                    </a:lnTo>
                    <a:lnTo>
                      <a:pt x="1989111" y="1210925"/>
                    </a:lnTo>
                    <a:lnTo>
                      <a:pt x="2085387" y="1283163"/>
                    </a:lnTo>
                    <a:cubicBezTo>
                      <a:pt x="2148132" y="1332368"/>
                      <a:pt x="2207286" y="1382289"/>
                      <a:pt x="2262485" y="1432446"/>
                    </a:cubicBezTo>
                    <a:lnTo>
                      <a:pt x="2273353" y="1443125"/>
                    </a:lnTo>
                    <a:lnTo>
                      <a:pt x="2291537" y="1425616"/>
                    </a:lnTo>
                    <a:cubicBezTo>
                      <a:pt x="2508615" y="1206306"/>
                      <a:pt x="2611333" y="1004776"/>
                      <a:pt x="2542406" y="885391"/>
                    </a:cubicBezTo>
                    <a:cubicBezTo>
                      <a:pt x="2504113" y="819067"/>
                      <a:pt x="2417375" y="785944"/>
                      <a:pt x="2296662" y="783036"/>
                    </a:cubicBezTo>
                    <a:close/>
                    <a:moveTo>
                      <a:pt x="482072" y="767202"/>
                    </a:moveTo>
                    <a:cubicBezTo>
                      <a:pt x="361326" y="768003"/>
                      <a:pt x="274023" y="799606"/>
                      <a:pt x="234579" y="865253"/>
                    </a:cubicBezTo>
                    <a:cubicBezTo>
                      <a:pt x="163579" y="983417"/>
                      <a:pt x="262764" y="1186709"/>
                      <a:pt x="475981" y="1409774"/>
                    </a:cubicBezTo>
                    <a:lnTo>
                      <a:pt x="494126" y="1427453"/>
                    </a:lnTo>
                    <a:lnTo>
                      <a:pt x="571333" y="1360517"/>
                    </a:lnTo>
                    <a:cubicBezTo>
                      <a:pt x="607672" y="1330436"/>
                      <a:pt x="645452" y="1300540"/>
                      <a:pt x="684587" y="1270938"/>
                    </a:cubicBezTo>
                    <a:lnTo>
                      <a:pt x="776848" y="1204197"/>
                    </a:lnTo>
                    <a:lnTo>
                      <a:pt x="808495" y="949742"/>
                    </a:lnTo>
                    <a:lnTo>
                      <a:pt x="835139" y="827220"/>
                    </a:lnTo>
                    <a:lnTo>
                      <a:pt x="732420" y="798327"/>
                    </a:lnTo>
                    <a:cubicBezTo>
                      <a:pt x="639007" y="777329"/>
                      <a:pt x="554520" y="766721"/>
                      <a:pt x="482072" y="767202"/>
                    </a:cubicBezTo>
                    <a:close/>
                    <a:moveTo>
                      <a:pt x="1382560" y="215755"/>
                    </a:moveTo>
                    <a:cubicBezTo>
                      <a:pt x="1244707" y="215755"/>
                      <a:pt x="1121535" y="405476"/>
                      <a:pt x="1040146" y="703126"/>
                    </a:cubicBezTo>
                    <a:lnTo>
                      <a:pt x="1038397" y="710184"/>
                    </a:lnTo>
                    <a:lnTo>
                      <a:pt x="1159394" y="751212"/>
                    </a:lnTo>
                    <a:lnTo>
                      <a:pt x="1388689" y="852872"/>
                    </a:lnTo>
                    <a:lnTo>
                      <a:pt x="1619722" y="755229"/>
                    </a:lnTo>
                    <a:lnTo>
                      <a:pt x="1729016" y="720284"/>
                    </a:lnTo>
                    <a:lnTo>
                      <a:pt x="1724974" y="703126"/>
                    </a:lnTo>
                    <a:cubicBezTo>
                      <a:pt x="1643585" y="405476"/>
                      <a:pt x="1520414" y="215755"/>
                      <a:pt x="1382560" y="215755"/>
                    </a:cubicBezTo>
                    <a:close/>
                    <a:moveTo>
                      <a:pt x="1382561" y="0"/>
                    </a:moveTo>
                    <a:cubicBezTo>
                      <a:pt x="1576111" y="0"/>
                      <a:pt x="1749046" y="220285"/>
                      <a:pt x="1863319" y="565886"/>
                    </a:cubicBezTo>
                    <a:lnTo>
                      <a:pt x="1892754" y="669221"/>
                    </a:lnTo>
                    <a:lnTo>
                      <a:pt x="1998805" y="644109"/>
                    </a:lnTo>
                    <a:cubicBezTo>
                      <a:pt x="2355240" y="570272"/>
                      <a:pt x="2632481" y="609896"/>
                      <a:pt x="2729256" y="777515"/>
                    </a:cubicBezTo>
                    <a:cubicBezTo>
                      <a:pt x="2826030" y="945133"/>
                      <a:pt x="2721726" y="1205043"/>
                      <a:pt x="2479563" y="1476806"/>
                    </a:cubicBezTo>
                    <a:lnTo>
                      <a:pt x="2396868" y="1564493"/>
                    </a:lnTo>
                    <a:lnTo>
                      <a:pt x="2415853" y="1583149"/>
                    </a:lnTo>
                    <a:cubicBezTo>
                      <a:pt x="2697403" y="1884053"/>
                      <a:pt x="2823474" y="2176199"/>
                      <a:pt x="2715481" y="2355928"/>
                    </a:cubicBezTo>
                    <a:cubicBezTo>
                      <a:pt x="2615796" y="2521833"/>
                      <a:pt x="2337906" y="2556612"/>
                      <a:pt x="1982813" y="2476565"/>
                    </a:cubicBezTo>
                    <a:lnTo>
                      <a:pt x="1890625" y="2453030"/>
                    </a:lnTo>
                    <a:lnTo>
                      <a:pt x="1863319" y="2544172"/>
                    </a:lnTo>
                    <a:cubicBezTo>
                      <a:pt x="1749047" y="2889773"/>
                      <a:pt x="1576111" y="3110058"/>
                      <a:pt x="1382561" y="3110058"/>
                    </a:cubicBezTo>
                    <a:cubicBezTo>
                      <a:pt x="1189012" y="3110058"/>
                      <a:pt x="1016076" y="2889773"/>
                      <a:pt x="901803" y="2544172"/>
                    </a:cubicBezTo>
                    <a:lnTo>
                      <a:pt x="872368" y="2440837"/>
                    </a:lnTo>
                    <a:lnTo>
                      <a:pt x="766317" y="2465949"/>
                    </a:lnTo>
                    <a:cubicBezTo>
                      <a:pt x="409882" y="2539787"/>
                      <a:pt x="132641" y="2500163"/>
                      <a:pt x="35866" y="2332544"/>
                    </a:cubicBezTo>
                    <a:cubicBezTo>
                      <a:pt x="-60908" y="2164925"/>
                      <a:pt x="43396" y="1905015"/>
                      <a:pt x="285559" y="1633252"/>
                    </a:cubicBezTo>
                    <a:lnTo>
                      <a:pt x="368254" y="1545565"/>
                    </a:lnTo>
                    <a:lnTo>
                      <a:pt x="349269" y="1526910"/>
                    </a:lnTo>
                    <a:cubicBezTo>
                      <a:pt x="67719" y="1226005"/>
                      <a:pt x="-58351" y="933860"/>
                      <a:pt x="49641" y="754130"/>
                    </a:cubicBezTo>
                    <a:cubicBezTo>
                      <a:pt x="149326" y="588226"/>
                      <a:pt x="427216" y="553446"/>
                      <a:pt x="782309" y="633493"/>
                    </a:cubicBezTo>
                    <a:lnTo>
                      <a:pt x="874497" y="657029"/>
                    </a:lnTo>
                    <a:lnTo>
                      <a:pt x="901803" y="565886"/>
                    </a:lnTo>
                    <a:cubicBezTo>
                      <a:pt x="1016076" y="220285"/>
                      <a:pt x="1189012" y="0"/>
                      <a:pt x="138256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2010" name="Google Shape;2010;p48"/>
              <p:cNvSpPr/>
              <p:nvPr/>
            </p:nvSpPr>
            <p:spPr>
              <a:xfrm>
                <a:off x="7496004" y="3682990"/>
                <a:ext cx="320490" cy="269438"/>
              </a:xfrm>
              <a:custGeom>
                <a:rect b="b" l="l" r="r" t="t"/>
                <a:pathLst>
                  <a:path extrusionOk="0" h="3350285" w="3985089">
                    <a:moveTo>
                      <a:pt x="1489879" y="1687056"/>
                    </a:moveTo>
                    <a:cubicBezTo>
                      <a:pt x="1413602" y="1687056"/>
                      <a:pt x="1351768" y="1748890"/>
                      <a:pt x="1351768" y="1825167"/>
                    </a:cubicBezTo>
                    <a:lnTo>
                      <a:pt x="1351768" y="1828965"/>
                    </a:lnTo>
                    <a:cubicBezTo>
                      <a:pt x="1351768" y="1905242"/>
                      <a:pt x="1413602" y="1967076"/>
                      <a:pt x="1489879" y="1967076"/>
                    </a:cubicBezTo>
                    <a:lnTo>
                      <a:pt x="1717713" y="1967076"/>
                    </a:lnTo>
                    <a:cubicBezTo>
                      <a:pt x="1793990" y="1967076"/>
                      <a:pt x="1855824" y="1905242"/>
                      <a:pt x="1855824" y="1828965"/>
                    </a:cubicBezTo>
                    <a:lnTo>
                      <a:pt x="1855824" y="1825167"/>
                    </a:lnTo>
                    <a:cubicBezTo>
                      <a:pt x="1855824" y="1748890"/>
                      <a:pt x="1793990" y="1687056"/>
                      <a:pt x="1717713" y="1687056"/>
                    </a:cubicBezTo>
                    <a:close/>
                    <a:moveTo>
                      <a:pt x="2281462" y="1675141"/>
                    </a:moveTo>
                    <a:cubicBezTo>
                      <a:pt x="2205185" y="1675141"/>
                      <a:pt x="2143351" y="1736975"/>
                      <a:pt x="2143351" y="1813252"/>
                    </a:cubicBezTo>
                    <a:lnTo>
                      <a:pt x="2143351" y="1817050"/>
                    </a:lnTo>
                    <a:cubicBezTo>
                      <a:pt x="2143351" y="1893327"/>
                      <a:pt x="2205185" y="1955161"/>
                      <a:pt x="2281462" y="1955161"/>
                    </a:cubicBezTo>
                    <a:lnTo>
                      <a:pt x="2509296" y="1955161"/>
                    </a:lnTo>
                    <a:cubicBezTo>
                      <a:pt x="2585573" y="1955161"/>
                      <a:pt x="2647407" y="1893327"/>
                      <a:pt x="2647407" y="1817050"/>
                    </a:cubicBezTo>
                    <a:lnTo>
                      <a:pt x="2647407" y="1813252"/>
                    </a:lnTo>
                    <a:cubicBezTo>
                      <a:pt x="2647407" y="1736975"/>
                      <a:pt x="2585573" y="1675141"/>
                      <a:pt x="2509296" y="1675141"/>
                    </a:cubicBezTo>
                    <a:close/>
                    <a:moveTo>
                      <a:pt x="2837535" y="1159396"/>
                    </a:moveTo>
                    <a:cubicBezTo>
                      <a:pt x="2731595" y="1159396"/>
                      <a:pt x="2645713" y="1245278"/>
                      <a:pt x="2645713" y="1351218"/>
                    </a:cubicBezTo>
                    <a:cubicBezTo>
                      <a:pt x="2645713" y="1457158"/>
                      <a:pt x="2731595" y="1543040"/>
                      <a:pt x="2837535" y="1543040"/>
                    </a:cubicBezTo>
                    <a:cubicBezTo>
                      <a:pt x="2943475" y="1543040"/>
                      <a:pt x="3029357" y="1457158"/>
                      <a:pt x="3029357" y="1351218"/>
                    </a:cubicBezTo>
                    <a:cubicBezTo>
                      <a:pt x="3029357" y="1245278"/>
                      <a:pt x="2943475" y="1159396"/>
                      <a:pt x="2837535" y="1159396"/>
                    </a:cubicBezTo>
                    <a:close/>
                    <a:moveTo>
                      <a:pt x="3235655" y="750352"/>
                    </a:moveTo>
                    <a:cubicBezTo>
                      <a:pt x="3129715" y="750352"/>
                      <a:pt x="3043833" y="836234"/>
                      <a:pt x="3043833" y="942174"/>
                    </a:cubicBezTo>
                    <a:cubicBezTo>
                      <a:pt x="3043833" y="1048114"/>
                      <a:pt x="3129715" y="1133996"/>
                      <a:pt x="3235655" y="1133996"/>
                    </a:cubicBezTo>
                    <a:cubicBezTo>
                      <a:pt x="3341595" y="1133996"/>
                      <a:pt x="3427477" y="1048114"/>
                      <a:pt x="3427477" y="942174"/>
                    </a:cubicBezTo>
                    <a:cubicBezTo>
                      <a:pt x="3427477" y="836234"/>
                      <a:pt x="3341595" y="750352"/>
                      <a:pt x="3235655" y="750352"/>
                    </a:cubicBezTo>
                    <a:close/>
                    <a:moveTo>
                      <a:pt x="2455585" y="750352"/>
                    </a:moveTo>
                    <a:cubicBezTo>
                      <a:pt x="2349645" y="750352"/>
                      <a:pt x="2263763" y="836234"/>
                      <a:pt x="2263763" y="942174"/>
                    </a:cubicBezTo>
                    <a:cubicBezTo>
                      <a:pt x="2263763" y="1048114"/>
                      <a:pt x="2349645" y="1133996"/>
                      <a:pt x="2455585" y="1133996"/>
                    </a:cubicBezTo>
                    <a:cubicBezTo>
                      <a:pt x="2561525" y="1133996"/>
                      <a:pt x="2647407" y="1048114"/>
                      <a:pt x="2647407" y="942174"/>
                    </a:cubicBezTo>
                    <a:cubicBezTo>
                      <a:pt x="2647407" y="836234"/>
                      <a:pt x="2561525" y="750352"/>
                      <a:pt x="2455585" y="750352"/>
                    </a:cubicBezTo>
                    <a:close/>
                    <a:moveTo>
                      <a:pt x="941776" y="640989"/>
                    </a:moveTo>
                    <a:lnTo>
                      <a:pt x="1181794" y="640989"/>
                    </a:lnTo>
                    <a:lnTo>
                      <a:pt x="1181794" y="881020"/>
                    </a:lnTo>
                    <a:lnTo>
                      <a:pt x="1421825" y="881020"/>
                    </a:lnTo>
                    <a:lnTo>
                      <a:pt x="1421825" y="1121038"/>
                    </a:lnTo>
                    <a:lnTo>
                      <a:pt x="1181794" y="1121038"/>
                    </a:lnTo>
                    <a:lnTo>
                      <a:pt x="1181794" y="1361069"/>
                    </a:lnTo>
                    <a:lnTo>
                      <a:pt x="941776" y="1361069"/>
                    </a:lnTo>
                    <a:lnTo>
                      <a:pt x="941776" y="1121038"/>
                    </a:lnTo>
                    <a:lnTo>
                      <a:pt x="701745" y="1121038"/>
                    </a:lnTo>
                    <a:lnTo>
                      <a:pt x="701745" y="881020"/>
                    </a:lnTo>
                    <a:lnTo>
                      <a:pt x="941776" y="881020"/>
                    </a:lnTo>
                    <a:close/>
                    <a:moveTo>
                      <a:pt x="1061785" y="459017"/>
                    </a:moveTo>
                    <a:cubicBezTo>
                      <a:pt x="762440" y="459017"/>
                      <a:pt x="519773" y="701684"/>
                      <a:pt x="519773" y="1001029"/>
                    </a:cubicBezTo>
                    <a:cubicBezTo>
                      <a:pt x="519773" y="1300374"/>
                      <a:pt x="762440" y="1543041"/>
                      <a:pt x="1061785" y="1543041"/>
                    </a:cubicBezTo>
                    <a:cubicBezTo>
                      <a:pt x="1361130" y="1543041"/>
                      <a:pt x="1603797" y="1300374"/>
                      <a:pt x="1603797" y="1001029"/>
                    </a:cubicBezTo>
                    <a:cubicBezTo>
                      <a:pt x="1603797" y="701684"/>
                      <a:pt x="1361130" y="459017"/>
                      <a:pt x="1061785" y="459017"/>
                    </a:cubicBezTo>
                    <a:close/>
                    <a:moveTo>
                      <a:pt x="2837535" y="359296"/>
                    </a:moveTo>
                    <a:cubicBezTo>
                      <a:pt x="2731595" y="359296"/>
                      <a:pt x="2645713" y="445178"/>
                      <a:pt x="2645713" y="551118"/>
                    </a:cubicBezTo>
                    <a:cubicBezTo>
                      <a:pt x="2645713" y="657058"/>
                      <a:pt x="2731595" y="742940"/>
                      <a:pt x="2837535" y="742940"/>
                    </a:cubicBezTo>
                    <a:cubicBezTo>
                      <a:pt x="2943475" y="742940"/>
                      <a:pt x="3029357" y="657058"/>
                      <a:pt x="3029357" y="551118"/>
                    </a:cubicBezTo>
                    <a:cubicBezTo>
                      <a:pt x="3029357" y="445178"/>
                      <a:pt x="2943475" y="359296"/>
                      <a:pt x="2837535" y="359296"/>
                    </a:cubicBezTo>
                    <a:close/>
                    <a:moveTo>
                      <a:pt x="927799" y="0"/>
                    </a:moveTo>
                    <a:lnTo>
                      <a:pt x="2978398" y="0"/>
                    </a:lnTo>
                    <a:cubicBezTo>
                      <a:pt x="3447374" y="0"/>
                      <a:pt x="3902811" y="418280"/>
                      <a:pt x="3926614" y="887256"/>
                    </a:cubicBezTo>
                    <a:cubicBezTo>
                      <a:pt x="4011721" y="1784310"/>
                      <a:pt x="4065643" y="3326870"/>
                      <a:pt x="3630620" y="3349891"/>
                    </a:cubicBezTo>
                    <a:cubicBezTo>
                      <a:pt x="3101375" y="3362701"/>
                      <a:pt x="2778421" y="2566209"/>
                      <a:pt x="2352321" y="2174369"/>
                    </a:cubicBezTo>
                    <a:lnTo>
                      <a:pt x="1572952" y="2174369"/>
                    </a:lnTo>
                    <a:cubicBezTo>
                      <a:pt x="1161652" y="2566210"/>
                      <a:pt x="901104" y="3370635"/>
                      <a:pt x="339051" y="3349892"/>
                    </a:cubicBezTo>
                    <a:cubicBezTo>
                      <a:pt x="-171518" y="3349299"/>
                      <a:pt x="45251" y="1463012"/>
                      <a:pt x="48163" y="849156"/>
                    </a:cubicBezTo>
                    <a:cubicBezTo>
                      <a:pt x="48163" y="380180"/>
                      <a:pt x="458823" y="0"/>
                      <a:pt x="927799"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011" name="Google Shape;2011;p48"/>
              <p:cNvSpPr/>
              <p:nvPr/>
            </p:nvSpPr>
            <p:spPr>
              <a:xfrm>
                <a:off x="7501595" y="3961380"/>
                <a:ext cx="348693" cy="269437"/>
              </a:xfrm>
              <a:custGeom>
                <a:rect b="b" l="l" r="r" t="t"/>
                <a:pathLst>
                  <a:path extrusionOk="0" h="3051548" w="3949160">
                    <a:moveTo>
                      <a:pt x="2339911" y="638678"/>
                    </a:moveTo>
                    <a:cubicBezTo>
                      <a:pt x="3228675" y="638678"/>
                      <a:pt x="3949160" y="1138384"/>
                      <a:pt x="3949160" y="1754802"/>
                    </a:cubicBezTo>
                    <a:cubicBezTo>
                      <a:pt x="3949160" y="2075792"/>
                      <a:pt x="3753790" y="2365135"/>
                      <a:pt x="3440317" y="2567662"/>
                    </a:cubicBezTo>
                    <a:lnTo>
                      <a:pt x="3655878" y="3051548"/>
                    </a:lnTo>
                    <a:lnTo>
                      <a:pt x="2882697" y="2804439"/>
                    </a:lnTo>
                    <a:cubicBezTo>
                      <a:pt x="2713357" y="2847946"/>
                      <a:pt x="2530504" y="2870926"/>
                      <a:pt x="2339911" y="2870926"/>
                    </a:cubicBezTo>
                    <a:cubicBezTo>
                      <a:pt x="1451147" y="2870926"/>
                      <a:pt x="730662" y="2371220"/>
                      <a:pt x="730662" y="1754802"/>
                    </a:cubicBezTo>
                    <a:cubicBezTo>
                      <a:pt x="730662" y="1138384"/>
                      <a:pt x="1451147" y="638678"/>
                      <a:pt x="2339911" y="638678"/>
                    </a:cubicBezTo>
                    <a:close/>
                    <a:moveTo>
                      <a:pt x="1609249" y="0"/>
                    </a:moveTo>
                    <a:cubicBezTo>
                      <a:pt x="2214487" y="0"/>
                      <a:pt x="2741687" y="231736"/>
                      <a:pt x="3015976" y="574644"/>
                    </a:cubicBezTo>
                    <a:cubicBezTo>
                      <a:pt x="2789246" y="488504"/>
                      <a:pt x="2533611" y="440957"/>
                      <a:pt x="2263344" y="440957"/>
                    </a:cubicBezTo>
                    <a:cubicBezTo>
                      <a:pt x="1318096" y="440957"/>
                      <a:pt x="551821" y="1022559"/>
                      <a:pt x="551821" y="1740001"/>
                    </a:cubicBezTo>
                    <a:cubicBezTo>
                      <a:pt x="551821" y="1819940"/>
                      <a:pt x="561334" y="1898193"/>
                      <a:pt x="580963" y="1973803"/>
                    </a:cubicBezTo>
                    <a:cubicBezTo>
                      <a:pt x="578579" y="1972737"/>
                      <a:pt x="677277" y="2155498"/>
                      <a:pt x="675039" y="2154187"/>
                    </a:cubicBezTo>
                    <a:lnTo>
                      <a:pt x="502119" y="2089690"/>
                    </a:lnTo>
                    <a:lnTo>
                      <a:pt x="213774" y="2502637"/>
                    </a:lnTo>
                    <a:cubicBezTo>
                      <a:pt x="162937" y="2145510"/>
                      <a:pt x="82414" y="1758692"/>
                      <a:pt x="31577" y="1383752"/>
                    </a:cubicBezTo>
                    <a:cubicBezTo>
                      <a:pt x="6733" y="1307252"/>
                      <a:pt x="0" y="1197870"/>
                      <a:pt x="0" y="1116124"/>
                    </a:cubicBezTo>
                    <a:cubicBezTo>
                      <a:pt x="0" y="499706"/>
                      <a:pt x="720485" y="0"/>
                      <a:pt x="1609249"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012" name="Google Shape;2012;p48"/>
              <p:cNvSpPr/>
              <p:nvPr/>
            </p:nvSpPr>
            <p:spPr>
              <a:xfrm rot="10800000">
                <a:off x="7556822" y="3332187"/>
                <a:ext cx="299221" cy="322665"/>
              </a:xfrm>
              <a:custGeom>
                <a:rect b="b" l="l" r="r" t="t"/>
                <a:pathLst>
                  <a:path extrusionOk="0" h="3963955" w="3672275">
                    <a:moveTo>
                      <a:pt x="984766" y="3417555"/>
                    </a:moveTo>
                    <a:cubicBezTo>
                      <a:pt x="932254" y="3417555"/>
                      <a:pt x="882982" y="3403623"/>
                      <a:pt x="841068" y="3378104"/>
                    </a:cubicBezTo>
                    <a:lnTo>
                      <a:pt x="840676" y="3378710"/>
                    </a:lnTo>
                    <a:lnTo>
                      <a:pt x="835545" y="3375094"/>
                    </a:lnTo>
                    <a:cubicBezTo>
                      <a:pt x="823791" y="3369308"/>
                      <a:pt x="813094" y="3361844"/>
                      <a:pt x="803763" y="3352697"/>
                    </a:cubicBezTo>
                    <a:cubicBezTo>
                      <a:pt x="147868" y="2908007"/>
                      <a:pt x="-148746" y="2089941"/>
                      <a:pt x="72539" y="1325492"/>
                    </a:cubicBezTo>
                    <a:cubicBezTo>
                      <a:pt x="298018" y="546553"/>
                      <a:pt x="1007805" y="7791"/>
                      <a:pt x="1818686" y="83"/>
                    </a:cubicBezTo>
                    <a:cubicBezTo>
                      <a:pt x="2629567" y="-7624"/>
                      <a:pt x="3349467" y="517549"/>
                      <a:pt x="3589711" y="1292061"/>
                    </a:cubicBezTo>
                    <a:cubicBezTo>
                      <a:pt x="3828334" y="2061344"/>
                      <a:pt x="3537615" y="2895621"/>
                      <a:pt x="2873980" y="3349798"/>
                    </a:cubicBezTo>
                    <a:cubicBezTo>
                      <a:pt x="2824845" y="3391084"/>
                      <a:pt x="2761401" y="3415171"/>
                      <a:pt x="2692355" y="3415171"/>
                    </a:cubicBezTo>
                    <a:cubicBezTo>
                      <a:pt x="2531252" y="3415171"/>
                      <a:pt x="2400652" y="3284038"/>
                      <a:pt x="2400652" y="3122277"/>
                    </a:cubicBezTo>
                    <a:cubicBezTo>
                      <a:pt x="2400652" y="3018609"/>
                      <a:pt x="2454292" y="2927520"/>
                      <a:pt x="2535552" y="2875976"/>
                    </a:cubicBezTo>
                    <a:lnTo>
                      <a:pt x="2534959" y="2875094"/>
                    </a:lnTo>
                    <a:cubicBezTo>
                      <a:pt x="2993902" y="2566441"/>
                      <a:pt x="3196002" y="1993261"/>
                      <a:pt x="3032146" y="1465012"/>
                    </a:cubicBezTo>
                    <a:cubicBezTo>
                      <a:pt x="2868290" y="936764"/>
                      <a:pt x="2377289" y="578575"/>
                      <a:pt x="1824236" y="583831"/>
                    </a:cubicBezTo>
                    <a:cubicBezTo>
                      <a:pt x="1271183" y="589088"/>
                      <a:pt x="787080" y="956545"/>
                      <a:pt x="633294" y="1487812"/>
                    </a:cubicBezTo>
                    <a:cubicBezTo>
                      <a:pt x="479508" y="2019079"/>
                      <a:pt x="692467" y="2588315"/>
                      <a:pt x="1157194" y="2888188"/>
                    </a:cubicBezTo>
                    <a:lnTo>
                      <a:pt x="1156634" y="2889057"/>
                    </a:lnTo>
                    <a:cubicBezTo>
                      <a:pt x="1229500" y="2941659"/>
                      <a:pt x="1276469" y="3027652"/>
                      <a:pt x="1276469" y="3124661"/>
                    </a:cubicBezTo>
                    <a:cubicBezTo>
                      <a:pt x="1276469" y="3286422"/>
                      <a:pt x="1145869" y="3417555"/>
                      <a:pt x="984766" y="3417555"/>
                    </a:cubicBezTo>
                    <a:close/>
                    <a:moveTo>
                      <a:pt x="1836138" y="3963955"/>
                    </a:moveTo>
                    <a:cubicBezTo>
                      <a:pt x="1677062" y="3963955"/>
                      <a:pt x="1548106" y="3834999"/>
                      <a:pt x="1548106" y="3675923"/>
                    </a:cubicBezTo>
                    <a:lnTo>
                      <a:pt x="1548106" y="1958036"/>
                    </a:lnTo>
                    <a:cubicBezTo>
                      <a:pt x="1548106" y="1798960"/>
                      <a:pt x="1677062" y="1670004"/>
                      <a:pt x="1836138" y="1670004"/>
                    </a:cubicBezTo>
                    <a:cubicBezTo>
                      <a:pt x="1995214" y="1670004"/>
                      <a:pt x="2124170" y="1798960"/>
                      <a:pt x="2124170" y="1958036"/>
                    </a:cubicBezTo>
                    <a:lnTo>
                      <a:pt x="2124170" y="3675923"/>
                    </a:lnTo>
                    <a:cubicBezTo>
                      <a:pt x="2124170" y="3834999"/>
                      <a:pt x="1995214" y="3963955"/>
                      <a:pt x="1836138" y="396395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013" name="Google Shape;2013;p48"/>
              <p:cNvSpPr/>
              <p:nvPr/>
            </p:nvSpPr>
            <p:spPr>
              <a:xfrm>
                <a:off x="8516432" y="2099615"/>
                <a:ext cx="296548" cy="296548"/>
              </a:xfrm>
              <a:custGeom>
                <a:rect b="b" l="l" r="r" t="t"/>
                <a:pathLst>
                  <a:path extrusionOk="0" h="3960000" w="3960440">
                    <a:moveTo>
                      <a:pt x="1588743" y="1414211"/>
                    </a:moveTo>
                    <a:cubicBezTo>
                      <a:pt x="1540407" y="1411706"/>
                      <a:pt x="1506842" y="1440258"/>
                      <a:pt x="1506842" y="1478573"/>
                    </a:cubicBezTo>
                    <a:lnTo>
                      <a:pt x="1506842" y="2462752"/>
                    </a:lnTo>
                    <a:cubicBezTo>
                      <a:pt x="1506842" y="2484086"/>
                      <a:pt x="1516471" y="2503171"/>
                      <a:pt x="1532201" y="2515206"/>
                    </a:cubicBezTo>
                    <a:cubicBezTo>
                      <a:pt x="1552351" y="2541621"/>
                      <a:pt x="1589483" y="2548946"/>
                      <a:pt x="1619199" y="2531790"/>
                    </a:cubicBezTo>
                    <a:lnTo>
                      <a:pt x="2471524" y="2039700"/>
                    </a:lnTo>
                    <a:cubicBezTo>
                      <a:pt x="2509339" y="2017643"/>
                      <a:pt x="2509577" y="1945490"/>
                      <a:pt x="2464719" y="1913406"/>
                    </a:cubicBezTo>
                    <a:cubicBezTo>
                      <a:pt x="2315501" y="1808322"/>
                      <a:pt x="1748389" y="1486683"/>
                      <a:pt x="1588743" y="1414211"/>
                    </a:cubicBezTo>
                    <a:close/>
                    <a:moveTo>
                      <a:pt x="1982320" y="904379"/>
                    </a:moveTo>
                    <a:cubicBezTo>
                      <a:pt x="2575020" y="904379"/>
                      <a:pt x="3055498" y="1384857"/>
                      <a:pt x="3055498" y="1977557"/>
                    </a:cubicBezTo>
                    <a:cubicBezTo>
                      <a:pt x="3055498" y="2570257"/>
                      <a:pt x="2575020" y="3050735"/>
                      <a:pt x="1982320" y="3050735"/>
                    </a:cubicBezTo>
                    <a:cubicBezTo>
                      <a:pt x="1389620" y="3050735"/>
                      <a:pt x="909142" y="2570257"/>
                      <a:pt x="909142" y="1977557"/>
                    </a:cubicBezTo>
                    <a:cubicBezTo>
                      <a:pt x="909142" y="1384857"/>
                      <a:pt x="1389620" y="904379"/>
                      <a:pt x="1982320" y="904379"/>
                    </a:cubicBezTo>
                    <a:close/>
                    <a:moveTo>
                      <a:pt x="1982320" y="537397"/>
                    </a:moveTo>
                    <a:cubicBezTo>
                      <a:pt x="1186942" y="537397"/>
                      <a:pt x="542160" y="1182179"/>
                      <a:pt x="542160" y="1977557"/>
                    </a:cubicBezTo>
                    <a:cubicBezTo>
                      <a:pt x="542160" y="2772935"/>
                      <a:pt x="1186942" y="3417717"/>
                      <a:pt x="1982320" y="3417717"/>
                    </a:cubicBezTo>
                    <a:cubicBezTo>
                      <a:pt x="2777698" y="3417717"/>
                      <a:pt x="3422480" y="2772935"/>
                      <a:pt x="3422480" y="1977557"/>
                    </a:cubicBezTo>
                    <a:cubicBezTo>
                      <a:pt x="3422480" y="1182179"/>
                      <a:pt x="2777698" y="537397"/>
                      <a:pt x="1982320" y="537397"/>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014" name="Google Shape;2014;p48"/>
              <p:cNvSpPr/>
              <p:nvPr/>
            </p:nvSpPr>
            <p:spPr>
              <a:xfrm flipH="1">
                <a:off x="7608791" y="4297323"/>
                <a:ext cx="336694" cy="323742"/>
              </a:xfrm>
              <a:custGeom>
                <a:rect b="b" l="l" r="r" t="t"/>
                <a:pathLst>
                  <a:path extrusionOk="0" h="3817544" w="3948393">
                    <a:moveTo>
                      <a:pt x="1888045" y="2370407"/>
                    </a:moveTo>
                    <a:lnTo>
                      <a:pt x="1180379" y="2998560"/>
                    </a:lnTo>
                    <a:lnTo>
                      <a:pt x="695350" y="2712314"/>
                    </a:lnTo>
                    <a:lnTo>
                      <a:pt x="703301" y="3014463"/>
                    </a:lnTo>
                    <a:lnTo>
                      <a:pt x="1888044" y="3817544"/>
                    </a:lnTo>
                    <a:cubicBezTo>
                      <a:pt x="1885393" y="3356368"/>
                      <a:pt x="1874793" y="2911096"/>
                      <a:pt x="1888045" y="2370407"/>
                    </a:cubicBezTo>
                    <a:close/>
                    <a:moveTo>
                      <a:pt x="2059390" y="2370407"/>
                    </a:moveTo>
                    <a:cubicBezTo>
                      <a:pt x="2072642" y="2911096"/>
                      <a:pt x="2062042" y="3356368"/>
                      <a:pt x="2059391" y="3817544"/>
                    </a:cubicBezTo>
                    <a:lnTo>
                      <a:pt x="3244134" y="3014463"/>
                    </a:lnTo>
                    <a:lnTo>
                      <a:pt x="3252085" y="2712314"/>
                    </a:lnTo>
                    <a:lnTo>
                      <a:pt x="2767056" y="2998560"/>
                    </a:lnTo>
                    <a:close/>
                    <a:moveTo>
                      <a:pt x="733907" y="1451867"/>
                    </a:moveTo>
                    <a:lnTo>
                      <a:pt x="0" y="2113471"/>
                    </a:lnTo>
                    <a:lnTo>
                      <a:pt x="1170450" y="2848461"/>
                    </a:lnTo>
                    <a:lnTo>
                      <a:pt x="1919327" y="2170968"/>
                    </a:lnTo>
                    <a:close/>
                    <a:moveTo>
                      <a:pt x="3206900" y="1451867"/>
                    </a:moveTo>
                    <a:lnTo>
                      <a:pt x="2021479" y="2170968"/>
                    </a:lnTo>
                    <a:lnTo>
                      <a:pt x="2770356" y="2848461"/>
                    </a:lnTo>
                    <a:lnTo>
                      <a:pt x="3940806" y="2113471"/>
                    </a:lnTo>
                    <a:close/>
                    <a:moveTo>
                      <a:pt x="1195981" y="0"/>
                    </a:moveTo>
                    <a:lnTo>
                      <a:pt x="10560" y="719101"/>
                    </a:lnTo>
                    <a:lnTo>
                      <a:pt x="759438" y="1396594"/>
                    </a:lnTo>
                    <a:lnTo>
                      <a:pt x="1929887" y="661605"/>
                    </a:lnTo>
                    <a:close/>
                    <a:moveTo>
                      <a:pt x="2762973" y="0"/>
                    </a:moveTo>
                    <a:lnTo>
                      <a:pt x="2029067" y="661605"/>
                    </a:lnTo>
                    <a:lnTo>
                      <a:pt x="3199516" y="1396594"/>
                    </a:lnTo>
                    <a:lnTo>
                      <a:pt x="3948393" y="719101"/>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sp>
          <p:nvSpPr>
            <p:cNvPr id="2015" name="Google Shape;2015;p48"/>
            <p:cNvSpPr/>
            <p:nvPr/>
          </p:nvSpPr>
          <p:spPr>
            <a:xfrm>
              <a:off x="7350231" y="1734252"/>
              <a:ext cx="4243993" cy="4243993"/>
            </a:xfrm>
            <a:prstGeom prst="donut">
              <a:avLst>
                <a:gd fmla="val 14003" name="adj"/>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grpSp>
          <p:nvGrpSpPr>
            <p:cNvPr id="2016" name="Google Shape;2016;p48"/>
            <p:cNvGrpSpPr/>
            <p:nvPr/>
          </p:nvGrpSpPr>
          <p:grpSpPr>
            <a:xfrm>
              <a:off x="7907899" y="2308624"/>
              <a:ext cx="4313146" cy="4771421"/>
              <a:chOff x="7907899" y="2308624"/>
              <a:chExt cx="4313146" cy="4771421"/>
            </a:xfrm>
          </p:grpSpPr>
          <p:sp>
            <p:nvSpPr>
              <p:cNvPr id="2017" name="Google Shape;2017;p48"/>
              <p:cNvSpPr/>
              <p:nvPr/>
            </p:nvSpPr>
            <p:spPr>
              <a:xfrm rot="8348922">
                <a:off x="11198871" y="4958370"/>
                <a:ext cx="306777" cy="2301677"/>
              </a:xfrm>
              <a:custGeom>
                <a:rect b="b" l="l" r="r" t="t"/>
                <a:pathLst>
                  <a:path extrusionOk="0" h="2109330" w="281140">
                    <a:moveTo>
                      <a:pt x="0" y="2109328"/>
                    </a:moveTo>
                    <a:lnTo>
                      <a:pt x="0" y="0"/>
                    </a:lnTo>
                    <a:lnTo>
                      <a:pt x="281140" y="243113"/>
                    </a:lnTo>
                    <a:lnTo>
                      <a:pt x="281140" y="2109330"/>
                    </a:lnTo>
                    <a:close/>
                  </a:path>
                </a:pathLst>
              </a:custGeom>
              <a:solidFill>
                <a:srgbClr val="3F3F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018" name="Google Shape;2018;p48"/>
              <p:cNvSpPr/>
              <p:nvPr/>
            </p:nvSpPr>
            <p:spPr>
              <a:xfrm>
                <a:off x="7907899" y="2308624"/>
                <a:ext cx="3099805" cy="3099806"/>
              </a:xfrm>
              <a:prstGeom prst="donut">
                <a:avLst>
                  <a:gd fmla="val 3665" name="adj"/>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019" name="Google Shape;2019;p48"/>
              <p:cNvSpPr/>
              <p:nvPr/>
            </p:nvSpPr>
            <p:spPr>
              <a:xfrm rot="8399802">
                <a:off x="10257449" y="4979836"/>
                <a:ext cx="498891" cy="307559"/>
              </a:xfrm>
              <a:prstGeom prst="round2SameRect">
                <a:avLst>
                  <a:gd fmla="val 31004" name="adj1"/>
                  <a:gd fmla="val 0" name="adj2"/>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grpSp>
        <p:grpSp>
          <p:nvGrpSpPr>
            <p:cNvPr id="2020" name="Google Shape;2020;p48"/>
            <p:cNvGrpSpPr/>
            <p:nvPr/>
          </p:nvGrpSpPr>
          <p:grpSpPr>
            <a:xfrm>
              <a:off x="8045579" y="2409380"/>
              <a:ext cx="2811142" cy="2844985"/>
              <a:chOff x="8045579" y="2409380"/>
              <a:chExt cx="2811142" cy="2844985"/>
            </a:xfrm>
          </p:grpSpPr>
          <p:sp>
            <p:nvSpPr>
              <p:cNvPr id="2021" name="Google Shape;2021;p48"/>
              <p:cNvSpPr/>
              <p:nvPr/>
            </p:nvSpPr>
            <p:spPr>
              <a:xfrm>
                <a:off x="10509374" y="3444941"/>
                <a:ext cx="343339" cy="343339"/>
              </a:xfrm>
              <a:custGeom>
                <a:rect b="b" l="l" r="r" t="t"/>
                <a:pathLst>
                  <a:path extrusionOk="0" h="2700265" w="2376266">
                    <a:moveTo>
                      <a:pt x="1656387" y="1972892"/>
                    </a:moveTo>
                    <a:cubicBezTo>
                      <a:pt x="1611887" y="1973356"/>
                      <a:pt x="1563385" y="2005080"/>
                      <a:pt x="1534629" y="2057337"/>
                    </a:cubicBezTo>
                    <a:cubicBezTo>
                      <a:pt x="1496288" y="2127013"/>
                      <a:pt x="1507568" y="2206808"/>
                      <a:pt x="1559826" y="2235565"/>
                    </a:cubicBezTo>
                    <a:cubicBezTo>
                      <a:pt x="1612084" y="2264320"/>
                      <a:pt x="1685527" y="2231149"/>
                      <a:pt x="1723869" y="2161473"/>
                    </a:cubicBezTo>
                    <a:cubicBezTo>
                      <a:pt x="1762211" y="2091796"/>
                      <a:pt x="1750931" y="2012000"/>
                      <a:pt x="1698673" y="1983245"/>
                    </a:cubicBezTo>
                    <a:cubicBezTo>
                      <a:pt x="1685608" y="1976055"/>
                      <a:pt x="1671220" y="1972736"/>
                      <a:pt x="1656387" y="1972892"/>
                    </a:cubicBezTo>
                    <a:close/>
                    <a:moveTo>
                      <a:pt x="312688" y="1634792"/>
                    </a:moveTo>
                    <a:cubicBezTo>
                      <a:pt x="281116" y="1626772"/>
                      <a:pt x="249981" y="1631172"/>
                      <a:pt x="226763" y="1649891"/>
                    </a:cubicBezTo>
                    <a:cubicBezTo>
                      <a:pt x="180329" y="1687329"/>
                      <a:pt x="183153" y="1767868"/>
                      <a:pt x="233071" y="1829780"/>
                    </a:cubicBezTo>
                    <a:cubicBezTo>
                      <a:pt x="282989" y="1891692"/>
                      <a:pt x="361097" y="1911533"/>
                      <a:pt x="407532" y="1874094"/>
                    </a:cubicBezTo>
                    <a:cubicBezTo>
                      <a:pt x="453966" y="1836657"/>
                      <a:pt x="451142" y="1756118"/>
                      <a:pt x="401224" y="1694205"/>
                    </a:cubicBezTo>
                    <a:cubicBezTo>
                      <a:pt x="376265" y="1663249"/>
                      <a:pt x="344258" y="1642811"/>
                      <a:pt x="312688" y="1634792"/>
                    </a:cubicBezTo>
                    <a:close/>
                    <a:moveTo>
                      <a:pt x="1869299" y="1519920"/>
                    </a:moveTo>
                    <a:cubicBezTo>
                      <a:pt x="1824865" y="1522388"/>
                      <a:pt x="1777842" y="1556264"/>
                      <a:pt x="1751468" y="1609764"/>
                    </a:cubicBezTo>
                    <a:cubicBezTo>
                      <a:pt x="1716305" y="1681096"/>
                      <a:pt x="1731168" y="1760303"/>
                      <a:pt x="1784668" y="1786676"/>
                    </a:cubicBezTo>
                    <a:cubicBezTo>
                      <a:pt x="1838168" y="1813049"/>
                      <a:pt x="1910044" y="1776602"/>
                      <a:pt x="1945208" y="1705269"/>
                    </a:cubicBezTo>
                    <a:cubicBezTo>
                      <a:pt x="1980371" y="1633937"/>
                      <a:pt x="1965508" y="1554730"/>
                      <a:pt x="1912008" y="1528357"/>
                    </a:cubicBezTo>
                    <a:cubicBezTo>
                      <a:pt x="1898633" y="1521764"/>
                      <a:pt x="1884109" y="1519097"/>
                      <a:pt x="1869299" y="1519920"/>
                    </a:cubicBezTo>
                    <a:close/>
                    <a:moveTo>
                      <a:pt x="741251" y="1329992"/>
                    </a:moveTo>
                    <a:cubicBezTo>
                      <a:pt x="709680" y="1321974"/>
                      <a:pt x="678544" y="1326372"/>
                      <a:pt x="655326" y="1345092"/>
                    </a:cubicBezTo>
                    <a:cubicBezTo>
                      <a:pt x="608892" y="1382530"/>
                      <a:pt x="611716" y="1463069"/>
                      <a:pt x="661634" y="1524981"/>
                    </a:cubicBezTo>
                    <a:cubicBezTo>
                      <a:pt x="711552" y="1586893"/>
                      <a:pt x="789660" y="1606734"/>
                      <a:pt x="836094" y="1569294"/>
                    </a:cubicBezTo>
                    <a:cubicBezTo>
                      <a:pt x="882529" y="1531856"/>
                      <a:pt x="879704" y="1451317"/>
                      <a:pt x="829787" y="1389406"/>
                    </a:cubicBezTo>
                    <a:cubicBezTo>
                      <a:pt x="804828" y="1358450"/>
                      <a:pt x="772822" y="1338012"/>
                      <a:pt x="741251" y="1329992"/>
                    </a:cubicBezTo>
                    <a:close/>
                    <a:moveTo>
                      <a:pt x="2079316" y="1065457"/>
                    </a:moveTo>
                    <a:cubicBezTo>
                      <a:pt x="2035146" y="1070876"/>
                      <a:pt x="1990481" y="1107807"/>
                      <a:pt x="1967725" y="1162943"/>
                    </a:cubicBezTo>
                    <a:cubicBezTo>
                      <a:pt x="1937386" y="1236457"/>
                      <a:pt x="1957487" y="1314499"/>
                      <a:pt x="2012623" y="1337253"/>
                    </a:cubicBezTo>
                    <a:cubicBezTo>
                      <a:pt x="2067759" y="1360009"/>
                      <a:pt x="2137051" y="1318860"/>
                      <a:pt x="2167391" y="1245345"/>
                    </a:cubicBezTo>
                    <a:cubicBezTo>
                      <a:pt x="2197730" y="1171831"/>
                      <a:pt x="2177629" y="1093789"/>
                      <a:pt x="2122493" y="1071035"/>
                    </a:cubicBezTo>
                    <a:cubicBezTo>
                      <a:pt x="2108709" y="1065345"/>
                      <a:pt x="2094040" y="1063650"/>
                      <a:pt x="2079316" y="1065457"/>
                    </a:cubicBezTo>
                    <a:close/>
                    <a:moveTo>
                      <a:pt x="0" y="654162"/>
                    </a:moveTo>
                    <a:lnTo>
                      <a:pt x="1082073" y="1244384"/>
                    </a:lnTo>
                    <a:lnTo>
                      <a:pt x="1121421" y="2700265"/>
                    </a:lnTo>
                    <a:lnTo>
                      <a:pt x="4918" y="1923139"/>
                    </a:lnTo>
                    <a:cubicBezTo>
                      <a:pt x="3279" y="1498508"/>
                      <a:pt x="1639" y="1073875"/>
                      <a:pt x="0" y="654162"/>
                    </a:cubicBezTo>
                    <a:close/>
                    <a:moveTo>
                      <a:pt x="2375644" y="688592"/>
                    </a:moveTo>
                    <a:lnTo>
                      <a:pt x="2360889" y="1967406"/>
                    </a:lnTo>
                    <a:lnTo>
                      <a:pt x="1293570" y="2700265"/>
                    </a:lnTo>
                    <a:lnTo>
                      <a:pt x="1249303" y="1239466"/>
                    </a:lnTo>
                    <a:close/>
                    <a:moveTo>
                      <a:pt x="1214923" y="371219"/>
                    </a:moveTo>
                    <a:cubicBezTo>
                      <a:pt x="1197013" y="368793"/>
                      <a:pt x="1177834" y="369067"/>
                      <a:pt x="1158247" y="372480"/>
                    </a:cubicBezTo>
                    <a:cubicBezTo>
                      <a:pt x="1079899" y="386133"/>
                      <a:pt x="1024686" y="444836"/>
                      <a:pt x="1034926" y="503598"/>
                    </a:cubicBezTo>
                    <a:cubicBezTo>
                      <a:pt x="1045165" y="562359"/>
                      <a:pt x="1116980" y="598927"/>
                      <a:pt x="1195328" y="585274"/>
                    </a:cubicBezTo>
                    <a:cubicBezTo>
                      <a:pt x="1273676" y="571621"/>
                      <a:pt x="1328889" y="512918"/>
                      <a:pt x="1318650" y="454156"/>
                    </a:cubicBezTo>
                    <a:cubicBezTo>
                      <a:pt x="1310970" y="410086"/>
                      <a:pt x="1268654" y="378499"/>
                      <a:pt x="1214923" y="371219"/>
                    </a:cubicBezTo>
                    <a:close/>
                    <a:moveTo>
                      <a:pt x="1185985" y="0"/>
                    </a:moveTo>
                    <a:lnTo>
                      <a:pt x="2376266" y="506608"/>
                    </a:lnTo>
                    <a:lnTo>
                      <a:pt x="1161392" y="1101748"/>
                    </a:lnTo>
                    <a:lnTo>
                      <a:pt x="10460" y="491852"/>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022" name="Google Shape;2022;p48"/>
              <p:cNvSpPr/>
              <p:nvPr/>
            </p:nvSpPr>
            <p:spPr>
              <a:xfrm>
                <a:off x="8174482" y="4174830"/>
                <a:ext cx="392828" cy="392828"/>
              </a:xfrm>
              <a:custGeom>
                <a:rect b="b" l="l" r="r" t="t"/>
                <a:pathLst>
                  <a:path extrusionOk="0" h="4259405" w="4088964">
                    <a:moveTo>
                      <a:pt x="1480605" y="2231940"/>
                    </a:moveTo>
                    <a:lnTo>
                      <a:pt x="1199818" y="2044620"/>
                    </a:lnTo>
                    <a:lnTo>
                      <a:pt x="761621" y="2687221"/>
                    </a:lnTo>
                    <a:cubicBezTo>
                      <a:pt x="501536" y="2652619"/>
                      <a:pt x="265323" y="2467912"/>
                      <a:pt x="39127" y="2272940"/>
                    </a:cubicBezTo>
                    <a:cubicBezTo>
                      <a:pt x="-80639" y="2070133"/>
                      <a:pt x="269496" y="1743507"/>
                      <a:pt x="374515" y="1494038"/>
                    </a:cubicBezTo>
                    <a:lnTo>
                      <a:pt x="93728" y="1306717"/>
                    </a:lnTo>
                    <a:lnTo>
                      <a:pt x="1091841" y="1312633"/>
                    </a:lnTo>
                    <a:close/>
                    <a:moveTo>
                      <a:pt x="2759566" y="226796"/>
                    </a:moveTo>
                    <a:cubicBezTo>
                      <a:pt x="2331051" y="377379"/>
                      <a:pt x="2150002" y="492309"/>
                      <a:pt x="1991062" y="643648"/>
                    </a:cubicBezTo>
                    <a:lnTo>
                      <a:pt x="1463599" y="1446568"/>
                    </a:lnTo>
                    <a:lnTo>
                      <a:pt x="610317" y="909936"/>
                    </a:lnTo>
                    <a:cubicBezTo>
                      <a:pt x="810411" y="627556"/>
                      <a:pt x="1020899" y="239191"/>
                      <a:pt x="1244930" y="61882"/>
                    </a:cubicBezTo>
                    <a:cubicBezTo>
                      <a:pt x="1491876" y="-75367"/>
                      <a:pt x="1697752" y="31605"/>
                      <a:pt x="2759566" y="226796"/>
                    </a:cubicBezTo>
                    <a:close/>
                    <a:moveTo>
                      <a:pt x="1722488" y="3820535"/>
                    </a:moveTo>
                    <a:cubicBezTo>
                      <a:pt x="1376925" y="3801485"/>
                      <a:pt x="936112" y="3830060"/>
                      <a:pt x="666750" y="3734810"/>
                    </a:cubicBezTo>
                    <a:cubicBezTo>
                      <a:pt x="419100" y="3598835"/>
                      <a:pt x="400050" y="3367610"/>
                      <a:pt x="0" y="2364860"/>
                    </a:cubicBezTo>
                    <a:cubicBezTo>
                      <a:pt x="355600" y="2647435"/>
                      <a:pt x="549276" y="2739510"/>
                      <a:pt x="762000" y="2793485"/>
                    </a:cubicBezTo>
                    <a:lnTo>
                      <a:pt x="1722487" y="2812535"/>
                    </a:lnTo>
                    <a:close/>
                    <a:moveTo>
                      <a:pt x="3605396" y="869465"/>
                    </a:moveTo>
                    <a:lnTo>
                      <a:pt x="3069019" y="1711228"/>
                    </a:lnTo>
                    <a:lnTo>
                      <a:pt x="2083849" y="1550906"/>
                    </a:lnTo>
                    <a:lnTo>
                      <a:pt x="2391902" y="1412941"/>
                    </a:lnTo>
                    <a:lnTo>
                      <a:pt x="2081217" y="699900"/>
                    </a:lnTo>
                    <a:cubicBezTo>
                      <a:pt x="2248971" y="498156"/>
                      <a:pt x="2531081" y="396532"/>
                      <a:pt x="2816547" y="308854"/>
                    </a:cubicBezTo>
                    <a:cubicBezTo>
                      <a:pt x="3051986" y="315439"/>
                      <a:pt x="3142075" y="785719"/>
                      <a:pt x="3297344" y="1007430"/>
                    </a:cubicBezTo>
                    <a:close/>
                    <a:moveTo>
                      <a:pt x="3222215" y="3788662"/>
                    </a:moveTo>
                    <a:cubicBezTo>
                      <a:pt x="3089072" y="3954283"/>
                      <a:pt x="2662122" y="3869088"/>
                      <a:pt x="2413930" y="3921936"/>
                    </a:cubicBezTo>
                    <a:lnTo>
                      <a:pt x="2420658" y="4259405"/>
                    </a:lnTo>
                    <a:lnTo>
                      <a:pt x="1855155" y="3436926"/>
                    </a:lnTo>
                    <a:lnTo>
                      <a:pt x="2387428" y="2592563"/>
                    </a:lnTo>
                    <a:lnTo>
                      <a:pt x="2394156" y="2930032"/>
                    </a:lnTo>
                    <a:lnTo>
                      <a:pt x="3171906" y="2922431"/>
                    </a:lnTo>
                    <a:cubicBezTo>
                      <a:pt x="3292132" y="3155642"/>
                      <a:pt x="3275533" y="3455038"/>
                      <a:pt x="3244786" y="3752078"/>
                    </a:cubicBezTo>
                    <a:cubicBezTo>
                      <a:pt x="3238662" y="3765464"/>
                      <a:pt x="3231091" y="3777620"/>
                      <a:pt x="3222215" y="3788662"/>
                    </a:cubicBezTo>
                    <a:close/>
                    <a:moveTo>
                      <a:pt x="3948285" y="2834020"/>
                    </a:moveTo>
                    <a:cubicBezTo>
                      <a:pt x="3833022" y="3018741"/>
                      <a:pt x="3639730" y="3281008"/>
                      <a:pt x="3342579" y="3731662"/>
                    </a:cubicBezTo>
                    <a:cubicBezTo>
                      <a:pt x="3371271" y="3278367"/>
                      <a:pt x="3336159" y="3066813"/>
                      <a:pt x="3258895" y="2861397"/>
                    </a:cubicBezTo>
                    <a:lnTo>
                      <a:pt x="2725671" y="2062291"/>
                    </a:lnTo>
                    <a:lnTo>
                      <a:pt x="3552883" y="1486284"/>
                    </a:lnTo>
                    <a:cubicBezTo>
                      <a:pt x="3734716" y="1780754"/>
                      <a:pt x="4010062" y="2126176"/>
                      <a:pt x="4085819" y="2401657"/>
                    </a:cubicBezTo>
                    <a:cubicBezTo>
                      <a:pt x="4100783" y="2542124"/>
                      <a:pt x="4063549" y="2649298"/>
                      <a:pt x="3948285" y="283402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023" name="Google Shape;2023;p48"/>
              <p:cNvSpPr/>
              <p:nvPr/>
            </p:nvSpPr>
            <p:spPr>
              <a:xfrm>
                <a:off x="9225535" y="2409380"/>
                <a:ext cx="393582" cy="392828"/>
              </a:xfrm>
              <a:custGeom>
                <a:rect b="b" l="l" r="r" t="t"/>
                <a:pathLst>
                  <a:path extrusionOk="0" h="4012920" w="4020621">
                    <a:moveTo>
                      <a:pt x="780213" y="3724888"/>
                    </a:moveTo>
                    <a:lnTo>
                      <a:pt x="2868445" y="3724888"/>
                    </a:lnTo>
                    <a:lnTo>
                      <a:pt x="2868445" y="4012920"/>
                    </a:lnTo>
                    <a:lnTo>
                      <a:pt x="780213" y="4012920"/>
                    </a:lnTo>
                    <a:close/>
                    <a:moveTo>
                      <a:pt x="4020621" y="2152587"/>
                    </a:moveTo>
                    <a:lnTo>
                      <a:pt x="4020621" y="3448731"/>
                    </a:lnTo>
                    <a:lnTo>
                      <a:pt x="3903908" y="3386593"/>
                    </a:lnTo>
                    <a:lnTo>
                      <a:pt x="3903908" y="2214725"/>
                    </a:lnTo>
                    <a:close/>
                    <a:moveTo>
                      <a:pt x="1582587" y="1544569"/>
                    </a:moveTo>
                    <a:cubicBezTo>
                      <a:pt x="1525677" y="1652847"/>
                      <a:pt x="1434945" y="1739939"/>
                      <a:pt x="1324158" y="1792547"/>
                    </a:cubicBezTo>
                    <a:lnTo>
                      <a:pt x="1790243" y="1792547"/>
                    </a:lnTo>
                    <a:cubicBezTo>
                      <a:pt x="1708293" y="1721838"/>
                      <a:pt x="1638004" y="1638154"/>
                      <a:pt x="1582587" y="1544569"/>
                    </a:cubicBezTo>
                    <a:close/>
                    <a:moveTo>
                      <a:pt x="1238323" y="1312673"/>
                    </a:moveTo>
                    <a:cubicBezTo>
                      <a:pt x="1173622" y="1312673"/>
                      <a:pt x="1121172" y="1365123"/>
                      <a:pt x="1121172" y="1429824"/>
                    </a:cubicBezTo>
                    <a:cubicBezTo>
                      <a:pt x="1121172" y="1494525"/>
                      <a:pt x="1173622" y="1546975"/>
                      <a:pt x="1238323" y="1546975"/>
                    </a:cubicBezTo>
                    <a:cubicBezTo>
                      <a:pt x="1303024" y="1546975"/>
                      <a:pt x="1355474" y="1494525"/>
                      <a:pt x="1355474" y="1429824"/>
                    </a:cubicBezTo>
                    <a:cubicBezTo>
                      <a:pt x="1355474" y="1365123"/>
                      <a:pt x="1303024" y="1312673"/>
                      <a:pt x="1238323" y="1312673"/>
                    </a:cubicBezTo>
                    <a:close/>
                    <a:moveTo>
                      <a:pt x="870057" y="1312673"/>
                    </a:moveTo>
                    <a:cubicBezTo>
                      <a:pt x="805356" y="1312673"/>
                      <a:pt x="752906" y="1365123"/>
                      <a:pt x="752906" y="1429824"/>
                    </a:cubicBezTo>
                    <a:cubicBezTo>
                      <a:pt x="752906" y="1494525"/>
                      <a:pt x="805356" y="1546975"/>
                      <a:pt x="870057" y="1546975"/>
                    </a:cubicBezTo>
                    <a:cubicBezTo>
                      <a:pt x="934758" y="1546975"/>
                      <a:pt x="987208" y="1494525"/>
                      <a:pt x="987208" y="1429824"/>
                    </a:cubicBezTo>
                    <a:cubicBezTo>
                      <a:pt x="987208" y="1365123"/>
                      <a:pt x="934758" y="1312673"/>
                      <a:pt x="870057" y="1312673"/>
                    </a:cubicBezTo>
                    <a:close/>
                    <a:moveTo>
                      <a:pt x="2775838" y="1127627"/>
                    </a:moveTo>
                    <a:cubicBezTo>
                      <a:pt x="2666578" y="1127627"/>
                      <a:pt x="2578006" y="1216199"/>
                      <a:pt x="2578006" y="1325459"/>
                    </a:cubicBezTo>
                    <a:cubicBezTo>
                      <a:pt x="2578006" y="1434719"/>
                      <a:pt x="2666578" y="1523291"/>
                      <a:pt x="2775838" y="1523291"/>
                    </a:cubicBezTo>
                    <a:cubicBezTo>
                      <a:pt x="2885098" y="1523291"/>
                      <a:pt x="2973670" y="1434719"/>
                      <a:pt x="2973670" y="1325459"/>
                    </a:cubicBezTo>
                    <a:cubicBezTo>
                      <a:pt x="2973670" y="1216199"/>
                      <a:pt x="2885098" y="1127627"/>
                      <a:pt x="2775838" y="1127627"/>
                    </a:cubicBezTo>
                    <a:close/>
                    <a:moveTo>
                      <a:pt x="2153949" y="1127627"/>
                    </a:moveTo>
                    <a:cubicBezTo>
                      <a:pt x="2044689" y="1127627"/>
                      <a:pt x="1956117" y="1216199"/>
                      <a:pt x="1956117" y="1325459"/>
                    </a:cubicBezTo>
                    <a:cubicBezTo>
                      <a:pt x="1956117" y="1434719"/>
                      <a:pt x="2044689" y="1523291"/>
                      <a:pt x="2153949" y="1523291"/>
                    </a:cubicBezTo>
                    <a:cubicBezTo>
                      <a:pt x="2263209" y="1523291"/>
                      <a:pt x="2351781" y="1434719"/>
                      <a:pt x="2351781" y="1325459"/>
                    </a:cubicBezTo>
                    <a:cubicBezTo>
                      <a:pt x="2351781" y="1216199"/>
                      <a:pt x="2263209" y="1127627"/>
                      <a:pt x="2153949" y="1127627"/>
                    </a:cubicBezTo>
                    <a:close/>
                    <a:moveTo>
                      <a:pt x="1238323" y="956510"/>
                    </a:moveTo>
                    <a:cubicBezTo>
                      <a:pt x="1173622" y="956510"/>
                      <a:pt x="1121172" y="1008960"/>
                      <a:pt x="1121172" y="1073661"/>
                    </a:cubicBezTo>
                    <a:cubicBezTo>
                      <a:pt x="1121172" y="1138362"/>
                      <a:pt x="1173622" y="1190812"/>
                      <a:pt x="1238323" y="1190812"/>
                    </a:cubicBezTo>
                    <a:cubicBezTo>
                      <a:pt x="1303024" y="1190812"/>
                      <a:pt x="1355474" y="1138362"/>
                      <a:pt x="1355474" y="1073661"/>
                    </a:cubicBezTo>
                    <a:cubicBezTo>
                      <a:pt x="1355474" y="1008960"/>
                      <a:pt x="1303024" y="956510"/>
                      <a:pt x="1238323" y="956510"/>
                    </a:cubicBezTo>
                    <a:close/>
                    <a:moveTo>
                      <a:pt x="870057" y="956510"/>
                    </a:moveTo>
                    <a:cubicBezTo>
                      <a:pt x="805356" y="956510"/>
                      <a:pt x="752906" y="1008960"/>
                      <a:pt x="752906" y="1073661"/>
                    </a:cubicBezTo>
                    <a:cubicBezTo>
                      <a:pt x="752906" y="1138362"/>
                      <a:pt x="805356" y="1190812"/>
                      <a:pt x="870057" y="1190812"/>
                    </a:cubicBezTo>
                    <a:cubicBezTo>
                      <a:pt x="934758" y="1190812"/>
                      <a:pt x="987208" y="1138362"/>
                      <a:pt x="987208" y="1073661"/>
                    </a:cubicBezTo>
                    <a:cubicBezTo>
                      <a:pt x="987208" y="1008960"/>
                      <a:pt x="934758" y="956510"/>
                      <a:pt x="870057" y="956510"/>
                    </a:cubicBezTo>
                    <a:close/>
                    <a:moveTo>
                      <a:pt x="2775838" y="526176"/>
                    </a:moveTo>
                    <a:cubicBezTo>
                      <a:pt x="2666578" y="526176"/>
                      <a:pt x="2578006" y="614748"/>
                      <a:pt x="2578006" y="724008"/>
                    </a:cubicBezTo>
                    <a:cubicBezTo>
                      <a:pt x="2578006" y="833268"/>
                      <a:pt x="2666578" y="921840"/>
                      <a:pt x="2775838" y="921840"/>
                    </a:cubicBezTo>
                    <a:cubicBezTo>
                      <a:pt x="2885098" y="921840"/>
                      <a:pt x="2973670" y="833268"/>
                      <a:pt x="2973670" y="724008"/>
                    </a:cubicBezTo>
                    <a:cubicBezTo>
                      <a:pt x="2973670" y="614748"/>
                      <a:pt x="2885098" y="526176"/>
                      <a:pt x="2775838" y="526176"/>
                    </a:cubicBezTo>
                    <a:close/>
                    <a:moveTo>
                      <a:pt x="2153949" y="526176"/>
                    </a:moveTo>
                    <a:cubicBezTo>
                      <a:pt x="2044689" y="526176"/>
                      <a:pt x="1956117" y="614748"/>
                      <a:pt x="1956117" y="724008"/>
                    </a:cubicBezTo>
                    <a:cubicBezTo>
                      <a:pt x="1956117" y="833268"/>
                      <a:pt x="2044689" y="921840"/>
                      <a:pt x="2153949" y="921840"/>
                    </a:cubicBezTo>
                    <a:cubicBezTo>
                      <a:pt x="2263209" y="921840"/>
                      <a:pt x="2351781" y="833268"/>
                      <a:pt x="2351781" y="724008"/>
                    </a:cubicBezTo>
                    <a:cubicBezTo>
                      <a:pt x="2351781" y="614748"/>
                      <a:pt x="2263209" y="526176"/>
                      <a:pt x="2153949" y="526176"/>
                    </a:cubicBezTo>
                    <a:close/>
                    <a:moveTo>
                      <a:pt x="2464893" y="0"/>
                    </a:moveTo>
                    <a:cubicBezTo>
                      <a:pt x="3030837" y="0"/>
                      <a:pt x="3489626" y="458789"/>
                      <a:pt x="3489626" y="1024733"/>
                    </a:cubicBezTo>
                    <a:cubicBezTo>
                      <a:pt x="3489626" y="1442455"/>
                      <a:pt x="3239684" y="1801800"/>
                      <a:pt x="2880320" y="1959209"/>
                    </a:cubicBezTo>
                    <a:lnTo>
                      <a:pt x="2880320" y="2008571"/>
                    </a:lnTo>
                    <a:lnTo>
                      <a:pt x="3250857" y="2008571"/>
                    </a:lnTo>
                    <a:lnTo>
                      <a:pt x="3250857" y="2359970"/>
                    </a:lnTo>
                    <a:lnTo>
                      <a:pt x="3437294" y="2359970"/>
                    </a:lnTo>
                    <a:lnTo>
                      <a:pt x="3437294" y="2360694"/>
                    </a:lnTo>
                    <a:lnTo>
                      <a:pt x="3852060" y="2233461"/>
                    </a:lnTo>
                    <a:lnTo>
                      <a:pt x="3852060" y="3367858"/>
                    </a:lnTo>
                    <a:lnTo>
                      <a:pt x="3437294" y="3240624"/>
                    </a:lnTo>
                    <a:lnTo>
                      <a:pt x="3437294" y="3241349"/>
                    </a:lnTo>
                    <a:lnTo>
                      <a:pt x="3250857" y="3241349"/>
                    </a:lnTo>
                    <a:lnTo>
                      <a:pt x="3250857" y="3633063"/>
                    </a:lnTo>
                    <a:lnTo>
                      <a:pt x="298529" y="3633063"/>
                    </a:lnTo>
                    <a:lnTo>
                      <a:pt x="298529" y="2431730"/>
                    </a:lnTo>
                    <a:lnTo>
                      <a:pt x="0" y="2008571"/>
                    </a:lnTo>
                    <a:lnTo>
                      <a:pt x="298529" y="2008571"/>
                    </a:lnTo>
                    <a:lnTo>
                      <a:pt x="792088" y="2008571"/>
                    </a:lnTo>
                    <a:lnTo>
                      <a:pt x="792088" y="1796817"/>
                    </a:lnTo>
                    <a:cubicBezTo>
                      <a:pt x="587745" y="1700755"/>
                      <a:pt x="447370" y="1492642"/>
                      <a:pt x="447370" y="1251742"/>
                    </a:cubicBezTo>
                    <a:cubicBezTo>
                      <a:pt x="447370" y="916605"/>
                      <a:pt x="719053" y="644923"/>
                      <a:pt x="1054190" y="644923"/>
                    </a:cubicBezTo>
                    <a:cubicBezTo>
                      <a:pt x="1212753" y="644923"/>
                      <a:pt x="1357112" y="705740"/>
                      <a:pt x="1463939" y="806702"/>
                    </a:cubicBezTo>
                    <a:cubicBezTo>
                      <a:pt x="1563407" y="345444"/>
                      <a:pt x="1973809" y="0"/>
                      <a:pt x="2464893"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024" name="Google Shape;2024;p48"/>
              <p:cNvSpPr/>
              <p:nvPr/>
            </p:nvSpPr>
            <p:spPr>
              <a:xfrm rot="9900000">
                <a:off x="10073915" y="2714730"/>
                <a:ext cx="351357" cy="423598"/>
              </a:xfrm>
              <a:custGeom>
                <a:rect b="b" l="l" r="r" t="t"/>
                <a:pathLst>
                  <a:path extrusionOk="0" h="4064034" w="3370953">
                    <a:moveTo>
                      <a:pt x="307836" y="3226369"/>
                    </a:moveTo>
                    <a:lnTo>
                      <a:pt x="307836" y="2810144"/>
                    </a:lnTo>
                    <a:lnTo>
                      <a:pt x="1258549" y="2810144"/>
                    </a:lnTo>
                    <a:lnTo>
                      <a:pt x="1331954" y="2516524"/>
                    </a:lnTo>
                    <a:lnTo>
                      <a:pt x="1639161" y="2516524"/>
                    </a:lnTo>
                    <a:lnTo>
                      <a:pt x="1806826" y="1890788"/>
                    </a:lnTo>
                    <a:cubicBezTo>
                      <a:pt x="1709407" y="1836984"/>
                      <a:pt x="1651662" y="1730051"/>
                      <a:pt x="1660897" y="1618049"/>
                    </a:cubicBezTo>
                    <a:lnTo>
                      <a:pt x="497736" y="946498"/>
                    </a:lnTo>
                    <a:lnTo>
                      <a:pt x="415801" y="1252284"/>
                    </a:lnTo>
                    <a:cubicBezTo>
                      <a:pt x="388670" y="1353539"/>
                      <a:pt x="284592" y="1413628"/>
                      <a:pt x="183338" y="1386497"/>
                    </a:cubicBezTo>
                    <a:lnTo>
                      <a:pt x="0" y="1337372"/>
                    </a:lnTo>
                    <a:lnTo>
                      <a:pt x="358348" y="0"/>
                    </a:lnTo>
                    <a:lnTo>
                      <a:pt x="541685" y="49125"/>
                    </a:lnTo>
                    <a:cubicBezTo>
                      <a:pt x="642940" y="76256"/>
                      <a:pt x="703029" y="180334"/>
                      <a:pt x="675898" y="281588"/>
                    </a:cubicBezTo>
                    <a:lnTo>
                      <a:pt x="574914" y="658466"/>
                    </a:lnTo>
                    <a:lnTo>
                      <a:pt x="1826395" y="1381009"/>
                    </a:lnTo>
                    <a:cubicBezTo>
                      <a:pt x="1885142" y="1352063"/>
                      <a:pt x="1954182" y="1344264"/>
                      <a:pt x="2022379" y="1362537"/>
                    </a:cubicBezTo>
                    <a:cubicBezTo>
                      <a:pt x="2176035" y="1403709"/>
                      <a:pt x="2267221" y="1561647"/>
                      <a:pt x="2226049" y="1715303"/>
                    </a:cubicBezTo>
                    <a:cubicBezTo>
                      <a:pt x="2207347" y="1785100"/>
                      <a:pt x="2164552" y="1842007"/>
                      <a:pt x="2108323" y="1878457"/>
                    </a:cubicBezTo>
                    <a:lnTo>
                      <a:pt x="1937353" y="2516524"/>
                    </a:lnTo>
                    <a:lnTo>
                      <a:pt x="2236046" y="2516524"/>
                    </a:lnTo>
                    <a:lnTo>
                      <a:pt x="2309451" y="2810144"/>
                    </a:lnTo>
                    <a:lnTo>
                      <a:pt x="2828116" y="2810144"/>
                    </a:lnTo>
                    <a:lnTo>
                      <a:pt x="2828116" y="2930119"/>
                    </a:lnTo>
                    <a:lnTo>
                      <a:pt x="2945247" y="2930119"/>
                    </a:lnTo>
                    <a:lnTo>
                      <a:pt x="3109201" y="2856867"/>
                    </a:lnTo>
                    <a:cubicBezTo>
                      <a:pt x="3112004" y="2849082"/>
                      <a:pt x="3119624" y="2844415"/>
                      <a:pt x="3128335" y="2844415"/>
                    </a:cubicBezTo>
                    <a:lnTo>
                      <a:pt x="3223771" y="2844415"/>
                    </a:lnTo>
                    <a:cubicBezTo>
                      <a:pt x="3236949" y="2844415"/>
                      <a:pt x="3247631" y="2855097"/>
                      <a:pt x="3247631" y="2868275"/>
                    </a:cubicBezTo>
                    <a:lnTo>
                      <a:pt x="3247631" y="3606750"/>
                    </a:lnTo>
                    <a:cubicBezTo>
                      <a:pt x="3247631" y="3619928"/>
                      <a:pt x="3236949" y="3630610"/>
                      <a:pt x="3223771" y="3630610"/>
                    </a:cubicBezTo>
                    <a:lnTo>
                      <a:pt x="3128335" y="3630610"/>
                    </a:lnTo>
                    <a:cubicBezTo>
                      <a:pt x="3120852" y="3630610"/>
                      <a:pt x="3114174" y="3627166"/>
                      <a:pt x="3110472" y="3621230"/>
                    </a:cubicBezTo>
                    <a:lnTo>
                      <a:pt x="3110472" y="3624351"/>
                    </a:lnTo>
                    <a:lnTo>
                      <a:pt x="2954172" y="3554518"/>
                    </a:lnTo>
                    <a:lnTo>
                      <a:pt x="2954172" y="3558788"/>
                    </a:lnTo>
                    <a:lnTo>
                      <a:pt x="2828116" y="3558788"/>
                    </a:lnTo>
                    <a:lnTo>
                      <a:pt x="2828116" y="3630610"/>
                    </a:lnTo>
                    <a:lnTo>
                      <a:pt x="2038337" y="3226369"/>
                    </a:lnTo>
                    <a:close/>
                    <a:moveTo>
                      <a:pt x="77048" y="4064034"/>
                    </a:moveTo>
                    <a:lnTo>
                      <a:pt x="77048" y="3342578"/>
                    </a:lnTo>
                    <a:lnTo>
                      <a:pt x="2050947" y="3342578"/>
                    </a:lnTo>
                    <a:lnTo>
                      <a:pt x="3370953" y="4058524"/>
                    </a:lnTo>
                    <a:lnTo>
                      <a:pt x="3370953" y="4064034"/>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025" name="Google Shape;2025;p48"/>
              <p:cNvSpPr/>
              <p:nvPr/>
            </p:nvSpPr>
            <p:spPr>
              <a:xfrm rot="3600000">
                <a:off x="8507130" y="4424299"/>
                <a:ext cx="162074" cy="478539"/>
              </a:xfrm>
              <a:custGeom>
                <a:rect b="b" l="l" r="r" t="t"/>
                <a:pathLst>
                  <a:path extrusionOk="0" h="3920353" w="1327763">
                    <a:moveTo>
                      <a:pt x="483881" y="2840232"/>
                    </a:moveTo>
                    <a:lnTo>
                      <a:pt x="843881" y="2840232"/>
                    </a:lnTo>
                    <a:lnTo>
                      <a:pt x="843881" y="3920353"/>
                    </a:lnTo>
                    <a:lnTo>
                      <a:pt x="483881" y="3920353"/>
                    </a:lnTo>
                    <a:close/>
                    <a:moveTo>
                      <a:pt x="757697" y="168239"/>
                    </a:moveTo>
                    <a:lnTo>
                      <a:pt x="757697" y="384263"/>
                    </a:lnTo>
                    <a:lnTo>
                      <a:pt x="930062" y="384263"/>
                    </a:lnTo>
                    <a:lnTo>
                      <a:pt x="930062" y="168239"/>
                    </a:lnTo>
                    <a:close/>
                    <a:moveTo>
                      <a:pt x="432932" y="168239"/>
                    </a:moveTo>
                    <a:lnTo>
                      <a:pt x="432932" y="384263"/>
                    </a:lnTo>
                    <a:lnTo>
                      <a:pt x="605297" y="384263"/>
                    </a:lnTo>
                    <a:lnTo>
                      <a:pt x="605297" y="168239"/>
                    </a:lnTo>
                    <a:close/>
                    <a:moveTo>
                      <a:pt x="168643" y="0"/>
                    </a:moveTo>
                    <a:lnTo>
                      <a:pt x="1159119" y="0"/>
                    </a:lnTo>
                    <a:lnTo>
                      <a:pt x="1159119" y="539093"/>
                    </a:lnTo>
                    <a:lnTo>
                      <a:pt x="1327763" y="539093"/>
                    </a:lnTo>
                    <a:lnTo>
                      <a:pt x="1327763" y="2245406"/>
                    </a:lnTo>
                    <a:lnTo>
                      <a:pt x="1318300" y="2245406"/>
                    </a:lnTo>
                    <a:lnTo>
                      <a:pt x="1127664" y="2719000"/>
                    </a:lnTo>
                    <a:lnTo>
                      <a:pt x="200100" y="2719000"/>
                    </a:lnTo>
                    <a:lnTo>
                      <a:pt x="9464" y="2245406"/>
                    </a:lnTo>
                    <a:lnTo>
                      <a:pt x="0" y="2245406"/>
                    </a:lnTo>
                    <a:lnTo>
                      <a:pt x="0" y="539093"/>
                    </a:lnTo>
                    <a:lnTo>
                      <a:pt x="168643" y="539093"/>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026" name="Google Shape;2026;p48"/>
              <p:cNvSpPr/>
              <p:nvPr/>
            </p:nvSpPr>
            <p:spPr>
              <a:xfrm>
                <a:off x="8045579" y="3848133"/>
                <a:ext cx="330939" cy="260933"/>
              </a:xfrm>
              <a:custGeom>
                <a:rect b="b" l="l" r="r" t="t"/>
                <a:pathLst>
                  <a:path extrusionOk="0" h="2952328" w="3744416">
                    <a:moveTo>
                      <a:pt x="184806" y="576064"/>
                    </a:moveTo>
                    <a:lnTo>
                      <a:pt x="895314" y="576064"/>
                    </a:lnTo>
                    <a:cubicBezTo>
                      <a:pt x="997380" y="576064"/>
                      <a:pt x="1080120" y="658804"/>
                      <a:pt x="1080120" y="760870"/>
                    </a:cubicBezTo>
                    <a:lnTo>
                      <a:pt x="1080120" y="792088"/>
                    </a:lnTo>
                    <a:lnTo>
                      <a:pt x="3312368" y="792088"/>
                    </a:lnTo>
                    <a:lnTo>
                      <a:pt x="3312368" y="2952328"/>
                    </a:lnTo>
                    <a:lnTo>
                      <a:pt x="0" y="2952328"/>
                    </a:lnTo>
                    <a:lnTo>
                      <a:pt x="0" y="1072569"/>
                    </a:lnTo>
                    <a:lnTo>
                      <a:pt x="0" y="792088"/>
                    </a:lnTo>
                    <a:lnTo>
                      <a:pt x="0" y="760870"/>
                    </a:lnTo>
                    <a:cubicBezTo>
                      <a:pt x="0" y="658804"/>
                      <a:pt x="82740" y="576064"/>
                      <a:pt x="184806" y="576064"/>
                    </a:cubicBezTo>
                    <a:close/>
                    <a:moveTo>
                      <a:pt x="616854" y="0"/>
                    </a:moveTo>
                    <a:lnTo>
                      <a:pt x="1327362" y="0"/>
                    </a:lnTo>
                    <a:cubicBezTo>
                      <a:pt x="1429428" y="0"/>
                      <a:pt x="1512168" y="82740"/>
                      <a:pt x="1512168" y="184806"/>
                    </a:cubicBezTo>
                    <a:lnTo>
                      <a:pt x="1512168" y="216024"/>
                    </a:lnTo>
                    <a:lnTo>
                      <a:pt x="3744416" y="216024"/>
                    </a:lnTo>
                    <a:lnTo>
                      <a:pt x="3744416" y="2376264"/>
                    </a:lnTo>
                    <a:lnTo>
                      <a:pt x="3464768" y="2376264"/>
                    </a:lnTo>
                    <a:lnTo>
                      <a:pt x="3464768" y="648072"/>
                    </a:lnTo>
                    <a:lnTo>
                      <a:pt x="1232520" y="648072"/>
                    </a:lnTo>
                    <a:lnTo>
                      <a:pt x="1232520" y="616854"/>
                    </a:lnTo>
                    <a:cubicBezTo>
                      <a:pt x="1232520" y="514788"/>
                      <a:pt x="1149780" y="432048"/>
                      <a:pt x="1047714" y="432048"/>
                    </a:cubicBezTo>
                    <a:lnTo>
                      <a:pt x="432048" y="432048"/>
                    </a:lnTo>
                    <a:lnTo>
                      <a:pt x="432048" y="216024"/>
                    </a:lnTo>
                    <a:lnTo>
                      <a:pt x="432048" y="184806"/>
                    </a:lnTo>
                    <a:cubicBezTo>
                      <a:pt x="432048" y="82740"/>
                      <a:pt x="514788" y="0"/>
                      <a:pt x="61685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027" name="Google Shape;2027;p48"/>
              <p:cNvSpPr/>
              <p:nvPr/>
            </p:nvSpPr>
            <p:spPr>
              <a:xfrm>
                <a:off x="9003511" y="4923426"/>
                <a:ext cx="304410" cy="330939"/>
              </a:xfrm>
              <a:custGeom>
                <a:rect b="b" l="l" r="r" t="t"/>
                <a:pathLst>
                  <a:path extrusionOk="0" h="4031150" w="3708000">
                    <a:moveTo>
                      <a:pt x="2226025" y="2078010"/>
                    </a:moveTo>
                    <a:lnTo>
                      <a:pt x="1976753" y="2339372"/>
                    </a:lnTo>
                    <a:lnTo>
                      <a:pt x="1976910" y="2339581"/>
                    </a:lnTo>
                    <a:lnTo>
                      <a:pt x="1976204" y="2339948"/>
                    </a:lnTo>
                    <a:lnTo>
                      <a:pt x="1975656" y="2340523"/>
                    </a:lnTo>
                    <a:lnTo>
                      <a:pt x="1975499" y="2340314"/>
                    </a:lnTo>
                    <a:lnTo>
                      <a:pt x="1688579" y="2489240"/>
                    </a:lnTo>
                    <a:cubicBezTo>
                      <a:pt x="1740712" y="2519877"/>
                      <a:pt x="1801557" y="2536438"/>
                      <a:pt x="1866270" y="2536438"/>
                    </a:cubicBezTo>
                    <a:cubicBezTo>
                      <a:pt x="2071258" y="2536438"/>
                      <a:pt x="2237434" y="2370262"/>
                      <a:pt x="2237434" y="2165274"/>
                    </a:cubicBezTo>
                    <a:cubicBezTo>
                      <a:pt x="2237434" y="2135129"/>
                      <a:pt x="2233840" y="2105822"/>
                      <a:pt x="2226025" y="2078010"/>
                    </a:cubicBezTo>
                    <a:close/>
                    <a:moveTo>
                      <a:pt x="1866270" y="1794110"/>
                    </a:moveTo>
                    <a:cubicBezTo>
                      <a:pt x="1661282" y="1794110"/>
                      <a:pt x="1495106" y="1960286"/>
                      <a:pt x="1495106" y="2165274"/>
                    </a:cubicBezTo>
                    <a:cubicBezTo>
                      <a:pt x="1495106" y="2194876"/>
                      <a:pt x="1498572" y="2223668"/>
                      <a:pt x="1506052" y="2251046"/>
                    </a:cubicBezTo>
                    <a:lnTo>
                      <a:pt x="1731247" y="2014929"/>
                    </a:lnTo>
                    <a:lnTo>
                      <a:pt x="1731090" y="2014720"/>
                    </a:lnTo>
                    <a:lnTo>
                      <a:pt x="1731796" y="2014353"/>
                    </a:lnTo>
                    <a:lnTo>
                      <a:pt x="1732344" y="2013778"/>
                    </a:lnTo>
                    <a:lnTo>
                      <a:pt x="1732501" y="2013987"/>
                    </a:lnTo>
                    <a:lnTo>
                      <a:pt x="2054335" y="1846939"/>
                    </a:lnTo>
                    <a:cubicBezTo>
                      <a:pt x="1999773" y="1812909"/>
                      <a:pt x="1935217" y="1794110"/>
                      <a:pt x="1866270" y="1794110"/>
                    </a:cubicBezTo>
                    <a:close/>
                    <a:moveTo>
                      <a:pt x="1866270" y="1281021"/>
                    </a:moveTo>
                    <a:lnTo>
                      <a:pt x="1995916" y="1728077"/>
                    </a:lnTo>
                    <a:cubicBezTo>
                      <a:pt x="2049420" y="1742880"/>
                      <a:pt x="2098387" y="1768442"/>
                      <a:pt x="2141027" y="1801941"/>
                    </a:cubicBezTo>
                    <a:lnTo>
                      <a:pt x="2830781" y="1443923"/>
                    </a:lnTo>
                    <a:lnTo>
                      <a:pt x="2293677" y="2007077"/>
                    </a:lnTo>
                    <a:lnTo>
                      <a:pt x="2302169" y="2036187"/>
                    </a:lnTo>
                    <a:lnTo>
                      <a:pt x="2755181" y="2167560"/>
                    </a:lnTo>
                    <a:lnTo>
                      <a:pt x="2301207" y="2299213"/>
                    </a:lnTo>
                    <a:cubicBezTo>
                      <a:pt x="2288949" y="2340747"/>
                      <a:pt x="2270868" y="2379745"/>
                      <a:pt x="2246307" y="2414255"/>
                    </a:cubicBezTo>
                    <a:lnTo>
                      <a:pt x="2368615" y="2636476"/>
                    </a:lnTo>
                    <a:lnTo>
                      <a:pt x="2152396" y="2517472"/>
                    </a:lnTo>
                    <a:cubicBezTo>
                      <a:pt x="2112986" y="2553805"/>
                      <a:pt x="2065424" y="2580505"/>
                      <a:pt x="2013636" y="2598144"/>
                    </a:cubicBezTo>
                    <a:lnTo>
                      <a:pt x="1875846" y="3073280"/>
                    </a:lnTo>
                    <a:lnTo>
                      <a:pt x="1739624" y="2603548"/>
                    </a:lnTo>
                    <a:cubicBezTo>
                      <a:pt x="1688445" y="2589723"/>
                      <a:pt x="1641302" y="2566161"/>
                      <a:pt x="1599709" y="2535368"/>
                    </a:cubicBezTo>
                    <a:lnTo>
                      <a:pt x="877219" y="2910378"/>
                    </a:lnTo>
                    <a:lnTo>
                      <a:pt x="1438400" y="2321979"/>
                    </a:lnTo>
                    <a:lnTo>
                      <a:pt x="1437655" y="2319411"/>
                    </a:lnTo>
                    <a:lnTo>
                      <a:pt x="963153" y="2181805"/>
                    </a:lnTo>
                    <a:lnTo>
                      <a:pt x="1425898" y="2047609"/>
                    </a:lnTo>
                    <a:cubicBezTo>
                      <a:pt x="1440318" y="1991458"/>
                      <a:pt x="1465316" y="1939627"/>
                      <a:pt x="1501635" y="1896529"/>
                    </a:cubicBezTo>
                    <a:lnTo>
                      <a:pt x="1375628" y="1667588"/>
                    </a:lnTo>
                    <a:lnTo>
                      <a:pt x="1605635" y="1794181"/>
                    </a:lnTo>
                    <a:cubicBezTo>
                      <a:pt x="1643852" y="1764149"/>
                      <a:pt x="1688437" y="1742763"/>
                      <a:pt x="1736328" y="1729097"/>
                    </a:cubicBezTo>
                    <a:close/>
                    <a:moveTo>
                      <a:pt x="1801446" y="873772"/>
                    </a:moveTo>
                    <a:cubicBezTo>
                      <a:pt x="1122607" y="899096"/>
                      <a:pt x="577020" y="1443990"/>
                      <a:pt x="550657" y="2122563"/>
                    </a:cubicBezTo>
                    <a:lnTo>
                      <a:pt x="754935" y="2181804"/>
                    </a:lnTo>
                    <a:lnTo>
                      <a:pt x="551187" y="2240891"/>
                    </a:lnTo>
                    <a:cubicBezTo>
                      <a:pt x="582476" y="2925954"/>
                      <a:pt x="1143118" y="3472541"/>
                      <a:pt x="1833783" y="3482192"/>
                    </a:cubicBezTo>
                    <a:lnTo>
                      <a:pt x="1883029" y="3312376"/>
                    </a:lnTo>
                    <a:lnTo>
                      <a:pt x="1931451" y="3479348"/>
                    </a:lnTo>
                    <a:cubicBezTo>
                      <a:pt x="2602724" y="3441618"/>
                      <a:pt x="3137685" y="2895457"/>
                      <a:pt x="3157888" y="2219621"/>
                    </a:cubicBezTo>
                    <a:lnTo>
                      <a:pt x="2970483" y="2165273"/>
                    </a:lnTo>
                    <a:lnTo>
                      <a:pt x="3156785" y="2111246"/>
                    </a:lnTo>
                    <a:cubicBezTo>
                      <a:pt x="3124894" y="1437932"/>
                      <a:pt x="2581609" y="898954"/>
                      <a:pt x="1906553" y="873772"/>
                    </a:cubicBezTo>
                    <a:lnTo>
                      <a:pt x="1853999" y="1054992"/>
                    </a:lnTo>
                    <a:close/>
                    <a:moveTo>
                      <a:pt x="1842112" y="204015"/>
                    </a:moveTo>
                    <a:cubicBezTo>
                      <a:pt x="1750186" y="208331"/>
                      <a:pt x="1671595" y="261235"/>
                      <a:pt x="1631665" y="337724"/>
                    </a:cubicBezTo>
                    <a:cubicBezTo>
                      <a:pt x="1704451" y="327639"/>
                      <a:pt x="1778701" y="323150"/>
                      <a:pt x="1854000" y="323150"/>
                    </a:cubicBezTo>
                    <a:cubicBezTo>
                      <a:pt x="1929687" y="323150"/>
                      <a:pt x="2004315" y="327685"/>
                      <a:pt x="2077458" y="337895"/>
                    </a:cubicBezTo>
                    <a:cubicBezTo>
                      <a:pt x="2032849" y="253989"/>
                      <a:pt x="1942703" y="199292"/>
                      <a:pt x="1842112" y="204015"/>
                    </a:cubicBezTo>
                    <a:close/>
                    <a:moveTo>
                      <a:pt x="1832557" y="511"/>
                    </a:moveTo>
                    <a:cubicBezTo>
                      <a:pt x="2064724" y="-10390"/>
                      <a:pt x="2266043" y="154192"/>
                      <a:pt x="2302551" y="380077"/>
                    </a:cubicBezTo>
                    <a:cubicBezTo>
                      <a:pt x="3110034" y="578670"/>
                      <a:pt x="3708000" y="1308079"/>
                      <a:pt x="3708000" y="2177150"/>
                    </a:cubicBezTo>
                    <a:cubicBezTo>
                      <a:pt x="3708000" y="3201086"/>
                      <a:pt x="2877936" y="4031150"/>
                      <a:pt x="1854000" y="4031150"/>
                    </a:cubicBezTo>
                    <a:cubicBezTo>
                      <a:pt x="830064" y="4031150"/>
                      <a:pt x="0" y="3201086"/>
                      <a:pt x="0" y="2177150"/>
                    </a:cubicBezTo>
                    <a:cubicBezTo>
                      <a:pt x="0" y="1308490"/>
                      <a:pt x="597400" y="579361"/>
                      <a:pt x="1404307" y="380371"/>
                    </a:cubicBezTo>
                    <a:cubicBezTo>
                      <a:pt x="1438620" y="172028"/>
                      <a:pt x="1614858" y="10733"/>
                      <a:pt x="1832557" y="51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028" name="Google Shape;2028;p48"/>
              <p:cNvSpPr/>
              <p:nvPr/>
            </p:nvSpPr>
            <p:spPr>
              <a:xfrm>
                <a:off x="9848127" y="4821478"/>
                <a:ext cx="257012" cy="330939"/>
              </a:xfrm>
              <a:custGeom>
                <a:rect b="b" l="l" r="r" t="t"/>
                <a:pathLst>
                  <a:path extrusionOk="0" h="3913585" w="3039346">
                    <a:moveTo>
                      <a:pt x="1527178" y="2618567"/>
                    </a:moveTo>
                    <a:cubicBezTo>
                      <a:pt x="1429201" y="2618567"/>
                      <a:pt x="1349775" y="2697993"/>
                      <a:pt x="1349775" y="2795971"/>
                    </a:cubicBezTo>
                    <a:cubicBezTo>
                      <a:pt x="1349775" y="2861110"/>
                      <a:pt x="1384883" y="2918050"/>
                      <a:pt x="1437574" y="2948279"/>
                    </a:cubicBezTo>
                    <a:lnTo>
                      <a:pt x="1275150" y="3311239"/>
                    </a:lnTo>
                    <a:lnTo>
                      <a:pt x="1779206" y="3311239"/>
                    </a:lnTo>
                    <a:lnTo>
                      <a:pt x="1616782" y="2948279"/>
                    </a:lnTo>
                    <a:cubicBezTo>
                      <a:pt x="1669475" y="2918050"/>
                      <a:pt x="1704582" y="2861110"/>
                      <a:pt x="1704582" y="2795971"/>
                    </a:cubicBezTo>
                    <a:cubicBezTo>
                      <a:pt x="1704582" y="2697993"/>
                      <a:pt x="1625156" y="2618567"/>
                      <a:pt x="1527178" y="2618567"/>
                    </a:cubicBezTo>
                    <a:close/>
                    <a:moveTo>
                      <a:pt x="1527178" y="0"/>
                    </a:moveTo>
                    <a:cubicBezTo>
                      <a:pt x="2026975" y="0"/>
                      <a:pt x="2435288" y="391686"/>
                      <a:pt x="2460697" y="884907"/>
                    </a:cubicBezTo>
                    <a:lnTo>
                      <a:pt x="2463282" y="884907"/>
                    </a:lnTo>
                    <a:lnTo>
                      <a:pt x="2463282" y="936104"/>
                    </a:lnTo>
                    <a:lnTo>
                      <a:pt x="2463282" y="1656184"/>
                    </a:lnTo>
                    <a:lnTo>
                      <a:pt x="2067282" y="1656184"/>
                    </a:lnTo>
                    <a:lnTo>
                      <a:pt x="2067282" y="1427425"/>
                    </a:lnTo>
                    <a:lnTo>
                      <a:pt x="2310132" y="1427584"/>
                    </a:lnTo>
                    <a:cubicBezTo>
                      <a:pt x="2310132" y="1320268"/>
                      <a:pt x="2206785" y="1230216"/>
                      <a:pt x="2067282" y="1206340"/>
                    </a:cubicBezTo>
                    <a:lnTo>
                      <a:pt x="2067282" y="936104"/>
                    </a:lnTo>
                    <a:lnTo>
                      <a:pt x="2066786" y="936104"/>
                    </a:lnTo>
                    <a:cubicBezTo>
                      <a:pt x="2066786" y="638087"/>
                      <a:pt x="1825195" y="396496"/>
                      <a:pt x="1527178" y="396496"/>
                    </a:cubicBezTo>
                    <a:cubicBezTo>
                      <a:pt x="1229161" y="396496"/>
                      <a:pt x="987570" y="638087"/>
                      <a:pt x="987570" y="936104"/>
                    </a:cubicBezTo>
                    <a:lnTo>
                      <a:pt x="987074" y="936104"/>
                    </a:lnTo>
                    <a:lnTo>
                      <a:pt x="987074" y="1872209"/>
                    </a:lnTo>
                    <a:lnTo>
                      <a:pt x="2699110" y="1872209"/>
                    </a:lnTo>
                    <a:cubicBezTo>
                      <a:pt x="2887017" y="1872209"/>
                      <a:pt x="3039346" y="2024538"/>
                      <a:pt x="3039346" y="2212445"/>
                    </a:cubicBezTo>
                    <a:lnTo>
                      <a:pt x="3039346" y="3573349"/>
                    </a:lnTo>
                    <a:cubicBezTo>
                      <a:pt x="3039346" y="3761256"/>
                      <a:pt x="2887017" y="3913585"/>
                      <a:pt x="2699110" y="3913585"/>
                    </a:cubicBezTo>
                    <a:lnTo>
                      <a:pt x="340236" y="3913585"/>
                    </a:lnTo>
                    <a:cubicBezTo>
                      <a:pt x="152329" y="3913585"/>
                      <a:pt x="0" y="3761256"/>
                      <a:pt x="0" y="3573349"/>
                    </a:cubicBezTo>
                    <a:lnTo>
                      <a:pt x="0" y="2212445"/>
                    </a:lnTo>
                    <a:cubicBezTo>
                      <a:pt x="0" y="2024538"/>
                      <a:pt x="152329" y="1872209"/>
                      <a:pt x="340236" y="1872209"/>
                    </a:cubicBezTo>
                    <a:lnTo>
                      <a:pt x="591074" y="1872209"/>
                    </a:lnTo>
                    <a:lnTo>
                      <a:pt x="591074" y="936104"/>
                    </a:lnTo>
                    <a:cubicBezTo>
                      <a:pt x="591074" y="419108"/>
                      <a:pt x="1010182" y="0"/>
                      <a:pt x="1527178"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029" name="Google Shape;2029;p48"/>
              <p:cNvSpPr/>
              <p:nvPr/>
            </p:nvSpPr>
            <p:spPr>
              <a:xfrm>
                <a:off x="10547386" y="3842640"/>
                <a:ext cx="309335" cy="309300"/>
              </a:xfrm>
              <a:custGeom>
                <a:rect b="b" l="l" r="r" t="t"/>
                <a:pathLst>
                  <a:path extrusionOk="0" h="3960000" w="3960440">
                    <a:moveTo>
                      <a:pt x="2117745" y="2289258"/>
                    </a:moveTo>
                    <a:cubicBezTo>
                      <a:pt x="2253931" y="2373161"/>
                      <a:pt x="2290104" y="2397532"/>
                      <a:pt x="2392952" y="2510010"/>
                    </a:cubicBezTo>
                    <a:cubicBezTo>
                      <a:pt x="2551302" y="2699530"/>
                      <a:pt x="2456894" y="2911213"/>
                      <a:pt x="2285214" y="2987744"/>
                    </a:cubicBezTo>
                    <a:cubicBezTo>
                      <a:pt x="2046443" y="3084914"/>
                      <a:pt x="1864058" y="3073352"/>
                      <a:pt x="1634211" y="2962065"/>
                    </a:cubicBezTo>
                    <a:cubicBezTo>
                      <a:pt x="1390134" y="2803501"/>
                      <a:pt x="1391670" y="2463226"/>
                      <a:pt x="1703848" y="2355742"/>
                    </a:cubicBezTo>
                    <a:cubicBezTo>
                      <a:pt x="1867216" y="2309770"/>
                      <a:pt x="1932946" y="2304275"/>
                      <a:pt x="2117745" y="2289258"/>
                    </a:cubicBezTo>
                    <a:close/>
                    <a:moveTo>
                      <a:pt x="1895201" y="880902"/>
                    </a:moveTo>
                    <a:cubicBezTo>
                      <a:pt x="2049819" y="878570"/>
                      <a:pt x="2210983" y="1023567"/>
                      <a:pt x="2276065" y="1236504"/>
                    </a:cubicBezTo>
                    <a:cubicBezTo>
                      <a:pt x="2350446" y="1479859"/>
                      <a:pt x="2271166" y="1719799"/>
                      <a:pt x="2098990" y="1772423"/>
                    </a:cubicBezTo>
                    <a:cubicBezTo>
                      <a:pt x="1926813" y="1825048"/>
                      <a:pt x="1726940" y="1670429"/>
                      <a:pt x="1652559" y="1427074"/>
                    </a:cubicBezTo>
                    <a:cubicBezTo>
                      <a:pt x="1578180" y="1183717"/>
                      <a:pt x="1657458" y="943778"/>
                      <a:pt x="1829635" y="891153"/>
                    </a:cubicBezTo>
                    <a:close/>
                    <a:moveTo>
                      <a:pt x="2577034" y="759541"/>
                    </a:moveTo>
                    <a:lnTo>
                      <a:pt x="1972441" y="767241"/>
                    </a:lnTo>
                    <a:cubicBezTo>
                      <a:pt x="1929619" y="768623"/>
                      <a:pt x="1886068" y="773785"/>
                      <a:pt x="1842289" y="783004"/>
                    </a:cubicBezTo>
                    <a:cubicBezTo>
                      <a:pt x="1492048" y="856758"/>
                      <a:pt x="1259862" y="1162246"/>
                      <a:pt x="1323686" y="1465331"/>
                    </a:cubicBezTo>
                    <a:cubicBezTo>
                      <a:pt x="1380617" y="1735681"/>
                      <a:pt x="1653838" y="1912801"/>
                      <a:pt x="1960688" y="1894227"/>
                    </a:cubicBezTo>
                    <a:lnTo>
                      <a:pt x="1954787" y="1896039"/>
                    </a:lnTo>
                    <a:cubicBezTo>
                      <a:pt x="1858317" y="2000800"/>
                      <a:pt x="1978682" y="2148499"/>
                      <a:pt x="2028445" y="2210716"/>
                    </a:cubicBezTo>
                    <a:lnTo>
                      <a:pt x="1914361" y="2213518"/>
                    </a:lnTo>
                    <a:cubicBezTo>
                      <a:pt x="1373805" y="2249742"/>
                      <a:pt x="1143478" y="2466102"/>
                      <a:pt x="1177422" y="2809298"/>
                    </a:cubicBezTo>
                    <a:cubicBezTo>
                      <a:pt x="1211366" y="3152493"/>
                      <a:pt x="1741992" y="3244646"/>
                      <a:pt x="2060873" y="3229704"/>
                    </a:cubicBezTo>
                    <a:cubicBezTo>
                      <a:pt x="2379755" y="3214763"/>
                      <a:pt x="2698110" y="2930571"/>
                      <a:pt x="2719230" y="2648210"/>
                    </a:cubicBezTo>
                    <a:cubicBezTo>
                      <a:pt x="2699867" y="2070575"/>
                      <a:pt x="2052418" y="2112562"/>
                      <a:pt x="2282832" y="1799863"/>
                    </a:cubicBezTo>
                    <a:cubicBezTo>
                      <a:pt x="2510843" y="1673695"/>
                      <a:pt x="2641919" y="1435236"/>
                      <a:pt x="2592014" y="1198247"/>
                    </a:cubicBezTo>
                    <a:cubicBezTo>
                      <a:pt x="2566015" y="1074781"/>
                      <a:pt x="2494906" y="970760"/>
                      <a:pt x="2395028" y="897200"/>
                    </a:cubicBezTo>
                    <a:lnTo>
                      <a:pt x="2564389" y="891152"/>
                    </a:lnTo>
                    <a:cubicBezTo>
                      <a:pt x="2644558" y="859402"/>
                      <a:pt x="2739013" y="796695"/>
                      <a:pt x="2769176" y="767327"/>
                    </a:cubicBezTo>
                    <a:cubicBezTo>
                      <a:pt x="2755484" y="761968"/>
                      <a:pt x="2680847" y="759625"/>
                      <a:pt x="2577034" y="759541"/>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030" name="Google Shape;2030;p48"/>
              <p:cNvSpPr/>
              <p:nvPr/>
            </p:nvSpPr>
            <p:spPr>
              <a:xfrm>
                <a:off x="10401733" y="3025716"/>
                <a:ext cx="257188" cy="377708"/>
              </a:xfrm>
              <a:custGeom>
                <a:rect b="b" l="l" r="r" t="t"/>
                <a:pathLst>
                  <a:path extrusionOk="0" h="4032448" w="2745756">
                    <a:moveTo>
                      <a:pt x="1622229" y="1008112"/>
                    </a:moveTo>
                    <a:lnTo>
                      <a:pt x="2371247" y="1008112"/>
                    </a:lnTo>
                    <a:lnTo>
                      <a:pt x="2371247" y="3081405"/>
                    </a:lnTo>
                    <a:lnTo>
                      <a:pt x="2745756" y="3081405"/>
                    </a:lnTo>
                    <a:lnTo>
                      <a:pt x="1996738" y="4032448"/>
                    </a:lnTo>
                    <a:lnTo>
                      <a:pt x="1247720" y="3081405"/>
                    </a:lnTo>
                    <a:lnTo>
                      <a:pt x="1622229" y="3081405"/>
                    </a:lnTo>
                    <a:close/>
                    <a:moveTo>
                      <a:pt x="749018" y="0"/>
                    </a:moveTo>
                    <a:lnTo>
                      <a:pt x="1498036" y="951043"/>
                    </a:lnTo>
                    <a:lnTo>
                      <a:pt x="1123527" y="951043"/>
                    </a:lnTo>
                    <a:lnTo>
                      <a:pt x="1123527" y="3024336"/>
                    </a:lnTo>
                    <a:lnTo>
                      <a:pt x="374509" y="3024336"/>
                    </a:lnTo>
                    <a:lnTo>
                      <a:pt x="374509" y="951043"/>
                    </a:lnTo>
                    <a:lnTo>
                      <a:pt x="0" y="951043"/>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031" name="Google Shape;2031;p48"/>
              <p:cNvSpPr/>
              <p:nvPr/>
            </p:nvSpPr>
            <p:spPr>
              <a:xfrm>
                <a:off x="9438297" y="5013963"/>
                <a:ext cx="300437" cy="209342"/>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032" name="Google Shape;2032;p48"/>
              <p:cNvSpPr/>
              <p:nvPr/>
            </p:nvSpPr>
            <p:spPr>
              <a:xfrm rot="678773">
                <a:off x="10108027" y="4569149"/>
                <a:ext cx="338104" cy="343148"/>
              </a:xfrm>
              <a:custGeom>
                <a:rect b="b" l="l" r="r" t="t"/>
                <a:pathLst>
                  <a:path extrusionOk="0" h="3948462" w="3890413">
                    <a:moveTo>
                      <a:pt x="1853384" y="1371624"/>
                    </a:moveTo>
                    <a:lnTo>
                      <a:pt x="1768767" y="1390324"/>
                    </a:lnTo>
                    <a:cubicBezTo>
                      <a:pt x="1579409" y="1463487"/>
                      <a:pt x="1490873" y="1833773"/>
                      <a:pt x="1517577" y="2042010"/>
                    </a:cubicBezTo>
                    <a:cubicBezTo>
                      <a:pt x="1544281" y="2250247"/>
                      <a:pt x="1644086" y="2624290"/>
                      <a:pt x="1928990" y="2639747"/>
                    </a:cubicBezTo>
                    <a:cubicBezTo>
                      <a:pt x="2177093" y="2653207"/>
                      <a:pt x="2337423" y="2363017"/>
                      <a:pt x="2318674" y="2006358"/>
                    </a:cubicBezTo>
                    <a:cubicBezTo>
                      <a:pt x="2310210" y="1948950"/>
                      <a:pt x="2301678" y="1891436"/>
                      <a:pt x="2293344" y="1834228"/>
                    </a:cubicBezTo>
                    <a:cubicBezTo>
                      <a:pt x="2229725" y="1555945"/>
                      <a:pt x="2050691" y="1359067"/>
                      <a:pt x="1853384" y="1371624"/>
                    </a:cubicBezTo>
                    <a:close/>
                    <a:moveTo>
                      <a:pt x="1594841" y="45653"/>
                    </a:moveTo>
                    <a:cubicBezTo>
                      <a:pt x="2527821" y="-128041"/>
                      <a:pt x="3626282" y="158796"/>
                      <a:pt x="3869632" y="1517323"/>
                    </a:cubicBezTo>
                    <a:cubicBezTo>
                      <a:pt x="3939308" y="2058696"/>
                      <a:pt x="3820785" y="2251376"/>
                      <a:pt x="3706266" y="2457195"/>
                    </a:cubicBezTo>
                    <a:cubicBezTo>
                      <a:pt x="3132098" y="3124925"/>
                      <a:pt x="2589274" y="2611359"/>
                      <a:pt x="2548384" y="2446988"/>
                    </a:cubicBezTo>
                    <a:cubicBezTo>
                      <a:pt x="2411721" y="3024903"/>
                      <a:pt x="2005702" y="3164775"/>
                      <a:pt x="1746058" y="3093574"/>
                    </a:cubicBezTo>
                    <a:cubicBezTo>
                      <a:pt x="1486414" y="3022373"/>
                      <a:pt x="990519" y="2612821"/>
                      <a:pt x="990519" y="2019783"/>
                    </a:cubicBezTo>
                    <a:cubicBezTo>
                      <a:pt x="990519" y="1500875"/>
                      <a:pt x="1249504" y="1067935"/>
                      <a:pt x="1593790" y="967808"/>
                    </a:cubicBezTo>
                    <a:cubicBezTo>
                      <a:pt x="1642974" y="953504"/>
                      <a:pt x="1694009" y="949376"/>
                      <a:pt x="1746058" y="945992"/>
                    </a:cubicBezTo>
                    <a:cubicBezTo>
                      <a:pt x="2004670" y="929176"/>
                      <a:pt x="2081338" y="1030119"/>
                      <a:pt x="2206475" y="1173924"/>
                    </a:cubicBezTo>
                    <a:cubicBezTo>
                      <a:pt x="2194343" y="1061758"/>
                      <a:pt x="2187003" y="961165"/>
                      <a:pt x="2185910" y="877882"/>
                    </a:cubicBezTo>
                    <a:lnTo>
                      <a:pt x="2656644" y="803138"/>
                    </a:lnTo>
                    <a:lnTo>
                      <a:pt x="2828567" y="2099525"/>
                    </a:lnTo>
                    <a:cubicBezTo>
                      <a:pt x="2888366" y="2544108"/>
                      <a:pt x="3261961" y="2420799"/>
                      <a:pt x="3362812" y="2002360"/>
                    </a:cubicBezTo>
                    <a:cubicBezTo>
                      <a:pt x="3355320" y="1625023"/>
                      <a:pt x="3366534" y="1729632"/>
                      <a:pt x="3289926" y="1346695"/>
                    </a:cubicBezTo>
                    <a:lnTo>
                      <a:pt x="3290031" y="1346798"/>
                    </a:lnTo>
                    <a:cubicBezTo>
                      <a:pt x="3068547" y="637774"/>
                      <a:pt x="2419129" y="439933"/>
                      <a:pt x="1700745" y="575031"/>
                    </a:cubicBezTo>
                    <a:cubicBezTo>
                      <a:pt x="890947" y="727320"/>
                      <a:pt x="415476" y="1491783"/>
                      <a:pt x="571995" y="2274165"/>
                    </a:cubicBezTo>
                    <a:cubicBezTo>
                      <a:pt x="728513" y="3056546"/>
                      <a:pt x="1580131" y="3572543"/>
                      <a:pt x="2267548" y="3408286"/>
                    </a:cubicBezTo>
                    <a:cubicBezTo>
                      <a:pt x="2796517" y="3281890"/>
                      <a:pt x="2641988" y="3320887"/>
                      <a:pt x="3194376" y="3072653"/>
                    </a:cubicBezTo>
                    <a:cubicBezTo>
                      <a:pt x="3249441" y="3306078"/>
                      <a:pt x="3239115" y="3309742"/>
                      <a:pt x="3268026" y="3509545"/>
                    </a:cubicBezTo>
                    <a:cubicBezTo>
                      <a:pt x="3021841" y="3717756"/>
                      <a:pt x="2685602" y="3836362"/>
                      <a:pt x="2347298" y="3904041"/>
                    </a:cubicBezTo>
                    <a:cubicBezTo>
                      <a:pt x="1157336" y="4112956"/>
                      <a:pt x="289475" y="3581660"/>
                      <a:pt x="42617" y="2380068"/>
                    </a:cubicBezTo>
                    <a:cubicBezTo>
                      <a:pt x="-204242" y="1178477"/>
                      <a:pt x="661862" y="219348"/>
                      <a:pt x="1594841" y="45653"/>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033" name="Google Shape;2033;p48"/>
              <p:cNvSpPr/>
              <p:nvPr/>
            </p:nvSpPr>
            <p:spPr>
              <a:xfrm>
                <a:off x="8506880" y="2771935"/>
                <a:ext cx="315652" cy="359610"/>
              </a:xfrm>
              <a:custGeom>
                <a:rect b="b" l="l" r="r" t="t"/>
                <a:pathLst>
                  <a:path extrusionOk="0" h="3938119" w="3456727">
                    <a:moveTo>
                      <a:pt x="1728364" y="1961325"/>
                    </a:moveTo>
                    <a:cubicBezTo>
                      <a:pt x="1726089" y="2407152"/>
                      <a:pt x="1737463" y="2812034"/>
                      <a:pt x="1735188" y="3257861"/>
                    </a:cubicBezTo>
                    <a:cubicBezTo>
                      <a:pt x="2394830" y="3057694"/>
                      <a:pt x="2610919" y="2352560"/>
                      <a:pt x="2765594" y="1981796"/>
                    </a:cubicBezTo>
                    <a:close/>
                    <a:moveTo>
                      <a:pt x="1728362" y="682044"/>
                    </a:moveTo>
                    <a:cubicBezTo>
                      <a:pt x="1355324" y="868563"/>
                      <a:pt x="1166530" y="952725"/>
                      <a:pt x="609247" y="1002767"/>
                    </a:cubicBezTo>
                    <a:cubicBezTo>
                      <a:pt x="606972" y="1330312"/>
                      <a:pt x="631992" y="1623739"/>
                      <a:pt x="704780" y="1964933"/>
                    </a:cubicBezTo>
                    <a:lnTo>
                      <a:pt x="1728363" y="1971757"/>
                    </a:lnTo>
                    <a:cubicBezTo>
                      <a:pt x="1728363" y="1541853"/>
                      <a:pt x="1728362" y="1111948"/>
                      <a:pt x="1728362" y="682044"/>
                    </a:cubicBezTo>
                    <a:close/>
                    <a:moveTo>
                      <a:pt x="1723409" y="487996"/>
                    </a:moveTo>
                    <a:cubicBezTo>
                      <a:pt x="1725062" y="488690"/>
                      <a:pt x="1726712" y="489384"/>
                      <a:pt x="1728363" y="490064"/>
                    </a:cubicBezTo>
                    <a:cubicBezTo>
                      <a:pt x="1730015" y="489384"/>
                      <a:pt x="1731666" y="488690"/>
                      <a:pt x="1733319" y="487996"/>
                    </a:cubicBezTo>
                    <a:lnTo>
                      <a:pt x="1733319" y="492131"/>
                    </a:lnTo>
                    <a:cubicBezTo>
                      <a:pt x="2179467" y="679460"/>
                      <a:pt x="2405896" y="769409"/>
                      <a:pt x="2817789" y="813808"/>
                    </a:cubicBezTo>
                    <a:cubicBezTo>
                      <a:pt x="2971516" y="823489"/>
                      <a:pt x="3036247" y="875307"/>
                      <a:pt x="3033236" y="1061333"/>
                    </a:cubicBezTo>
                    <a:cubicBezTo>
                      <a:pt x="3015439" y="2441328"/>
                      <a:pt x="2363638" y="3359629"/>
                      <a:pt x="1733319" y="3448048"/>
                    </a:cubicBezTo>
                    <a:lnTo>
                      <a:pt x="1733319" y="3450123"/>
                    </a:lnTo>
                    <a:lnTo>
                      <a:pt x="1728363" y="3449086"/>
                    </a:lnTo>
                    <a:lnTo>
                      <a:pt x="1723409" y="3450123"/>
                    </a:lnTo>
                    <a:lnTo>
                      <a:pt x="1723409" y="3448048"/>
                    </a:lnTo>
                    <a:cubicBezTo>
                      <a:pt x="1093089" y="3359629"/>
                      <a:pt x="441289" y="2441328"/>
                      <a:pt x="423491" y="1061333"/>
                    </a:cubicBezTo>
                    <a:cubicBezTo>
                      <a:pt x="420479" y="875307"/>
                      <a:pt x="485211" y="823489"/>
                      <a:pt x="638937" y="813808"/>
                    </a:cubicBezTo>
                    <a:cubicBezTo>
                      <a:pt x="1050832" y="769409"/>
                      <a:pt x="1277261" y="679460"/>
                      <a:pt x="1723409" y="492131"/>
                    </a:cubicBezTo>
                    <a:close/>
                    <a:moveTo>
                      <a:pt x="1722802" y="306889"/>
                    </a:moveTo>
                    <a:lnTo>
                      <a:pt x="1722802" y="311530"/>
                    </a:lnTo>
                    <a:cubicBezTo>
                      <a:pt x="1222099" y="521767"/>
                      <a:pt x="967982" y="622713"/>
                      <a:pt x="505720" y="672542"/>
                    </a:cubicBezTo>
                    <a:cubicBezTo>
                      <a:pt x="333196" y="683408"/>
                      <a:pt x="260550" y="741561"/>
                      <a:pt x="263929" y="950334"/>
                    </a:cubicBezTo>
                    <a:cubicBezTo>
                      <a:pt x="283902" y="2499079"/>
                      <a:pt x="1015407" y="3529669"/>
                      <a:pt x="1722802" y="3628902"/>
                    </a:cubicBezTo>
                    <a:lnTo>
                      <a:pt x="1722802" y="3631230"/>
                    </a:lnTo>
                    <a:lnTo>
                      <a:pt x="1728365" y="3630065"/>
                    </a:lnTo>
                    <a:lnTo>
                      <a:pt x="1733925" y="3631230"/>
                    </a:lnTo>
                    <a:lnTo>
                      <a:pt x="1733925" y="3628902"/>
                    </a:lnTo>
                    <a:cubicBezTo>
                      <a:pt x="2441322" y="3529669"/>
                      <a:pt x="3172826" y="2499079"/>
                      <a:pt x="3192800" y="950334"/>
                    </a:cubicBezTo>
                    <a:cubicBezTo>
                      <a:pt x="3196179" y="741561"/>
                      <a:pt x="3123532" y="683408"/>
                      <a:pt x="2951007" y="672542"/>
                    </a:cubicBezTo>
                    <a:cubicBezTo>
                      <a:pt x="2488747" y="622713"/>
                      <a:pt x="2234630" y="521767"/>
                      <a:pt x="1733925" y="311530"/>
                    </a:cubicBezTo>
                    <a:lnTo>
                      <a:pt x="1733925" y="306889"/>
                    </a:lnTo>
                    <a:cubicBezTo>
                      <a:pt x="1732071" y="307669"/>
                      <a:pt x="1730218" y="308445"/>
                      <a:pt x="1728365" y="309209"/>
                    </a:cubicBezTo>
                    <a:cubicBezTo>
                      <a:pt x="1726510" y="308445"/>
                      <a:pt x="1724659" y="307669"/>
                      <a:pt x="1722802" y="306889"/>
                    </a:cubicBezTo>
                    <a:close/>
                    <a:moveTo>
                      <a:pt x="1721800" y="0"/>
                    </a:moveTo>
                    <a:cubicBezTo>
                      <a:pt x="1723991" y="923"/>
                      <a:pt x="1726176" y="1844"/>
                      <a:pt x="1728363" y="2749"/>
                    </a:cubicBezTo>
                    <a:cubicBezTo>
                      <a:pt x="1730551" y="1844"/>
                      <a:pt x="1732737" y="923"/>
                      <a:pt x="1734926" y="0"/>
                    </a:cubicBezTo>
                    <a:lnTo>
                      <a:pt x="1734926" y="5497"/>
                    </a:lnTo>
                    <a:cubicBezTo>
                      <a:pt x="2325825" y="254550"/>
                      <a:pt x="2625718" y="374136"/>
                      <a:pt x="3171248" y="433164"/>
                    </a:cubicBezTo>
                    <a:cubicBezTo>
                      <a:pt x="3374850" y="446035"/>
                      <a:pt x="3460584" y="514926"/>
                      <a:pt x="3456595" y="762245"/>
                    </a:cubicBezTo>
                    <a:cubicBezTo>
                      <a:pt x="3433024" y="2596936"/>
                      <a:pt x="2569749" y="3817807"/>
                      <a:pt x="1734926" y="3935360"/>
                    </a:cubicBezTo>
                    <a:lnTo>
                      <a:pt x="1734926" y="3938119"/>
                    </a:lnTo>
                    <a:lnTo>
                      <a:pt x="1728363" y="3936740"/>
                    </a:lnTo>
                    <a:lnTo>
                      <a:pt x="1721800" y="3938119"/>
                    </a:lnTo>
                    <a:lnTo>
                      <a:pt x="1721800" y="3935360"/>
                    </a:lnTo>
                    <a:cubicBezTo>
                      <a:pt x="886977" y="3817807"/>
                      <a:pt x="23703" y="2596936"/>
                      <a:pt x="132" y="762245"/>
                    </a:cubicBezTo>
                    <a:cubicBezTo>
                      <a:pt x="-3858" y="514926"/>
                      <a:pt x="81876" y="446035"/>
                      <a:pt x="285478" y="433164"/>
                    </a:cubicBezTo>
                    <a:cubicBezTo>
                      <a:pt x="831010" y="374136"/>
                      <a:pt x="1130903" y="254550"/>
                      <a:pt x="1721800" y="549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034" name="Google Shape;2034;p48"/>
              <p:cNvSpPr/>
              <p:nvPr/>
            </p:nvSpPr>
            <p:spPr>
              <a:xfrm>
                <a:off x="9655543" y="2519661"/>
                <a:ext cx="338578" cy="338540"/>
              </a:xfrm>
              <a:custGeom>
                <a:rect b="b" l="l" r="r" t="t"/>
                <a:pathLst>
                  <a:path extrusionOk="0" h="3960000" w="3960440">
                    <a:moveTo>
                      <a:pt x="2764687" y="782779"/>
                    </a:moveTo>
                    <a:cubicBezTo>
                      <a:pt x="2512183" y="782779"/>
                      <a:pt x="2307488" y="987475"/>
                      <a:pt x="2307487" y="1239980"/>
                    </a:cubicBezTo>
                    <a:cubicBezTo>
                      <a:pt x="2307487" y="1241985"/>
                      <a:pt x="2307500" y="1243987"/>
                      <a:pt x="2308092" y="1245978"/>
                    </a:cubicBezTo>
                    <a:lnTo>
                      <a:pt x="1570677" y="1632536"/>
                    </a:lnTo>
                    <a:cubicBezTo>
                      <a:pt x="1488749" y="1552118"/>
                      <a:pt x="1376387" y="1502860"/>
                      <a:pt x="1252520" y="1502859"/>
                    </a:cubicBezTo>
                    <a:cubicBezTo>
                      <a:pt x="1000014" y="1502859"/>
                      <a:pt x="795319" y="1707555"/>
                      <a:pt x="795319" y="1960060"/>
                    </a:cubicBezTo>
                    <a:cubicBezTo>
                      <a:pt x="795319" y="2212565"/>
                      <a:pt x="1000014" y="2417260"/>
                      <a:pt x="1252520" y="2417260"/>
                    </a:cubicBezTo>
                    <a:cubicBezTo>
                      <a:pt x="1361432" y="2417260"/>
                      <a:pt x="1461449" y="2379178"/>
                      <a:pt x="1538674" y="2313987"/>
                    </a:cubicBezTo>
                    <a:lnTo>
                      <a:pt x="2308734" y="2717656"/>
                    </a:lnTo>
                    <a:cubicBezTo>
                      <a:pt x="2314220" y="2964461"/>
                      <a:pt x="2516327" y="3162492"/>
                      <a:pt x="2764688" y="3162492"/>
                    </a:cubicBezTo>
                    <a:cubicBezTo>
                      <a:pt x="3017192" y="3162492"/>
                      <a:pt x="3221888" y="2957797"/>
                      <a:pt x="3221887" y="2705292"/>
                    </a:cubicBezTo>
                    <a:cubicBezTo>
                      <a:pt x="3221887" y="2452786"/>
                      <a:pt x="3017192" y="2248092"/>
                      <a:pt x="2764688" y="2248092"/>
                    </a:cubicBezTo>
                    <a:cubicBezTo>
                      <a:pt x="2638870" y="2248092"/>
                      <a:pt x="2524924" y="2298913"/>
                      <a:pt x="2442337" y="2381228"/>
                    </a:cubicBezTo>
                    <a:lnTo>
                      <a:pt x="1706164" y="1995322"/>
                    </a:lnTo>
                    <a:lnTo>
                      <a:pt x="1709074" y="1966451"/>
                    </a:lnTo>
                    <a:lnTo>
                      <a:pt x="2455698" y="1575067"/>
                    </a:lnTo>
                    <a:cubicBezTo>
                      <a:pt x="2536225" y="1651261"/>
                      <a:pt x="2645094" y="1697180"/>
                      <a:pt x="2764687" y="1697179"/>
                    </a:cubicBezTo>
                    <a:cubicBezTo>
                      <a:pt x="3017193" y="1697180"/>
                      <a:pt x="3221887" y="1492485"/>
                      <a:pt x="3221888" y="1239980"/>
                    </a:cubicBezTo>
                    <a:cubicBezTo>
                      <a:pt x="3221887" y="987475"/>
                      <a:pt x="3017193" y="782779"/>
                      <a:pt x="2764687" y="782779"/>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035" name="Google Shape;2035;p48"/>
              <p:cNvSpPr/>
              <p:nvPr/>
            </p:nvSpPr>
            <p:spPr>
              <a:xfrm rot="2648398">
                <a:off x="8942310" y="2514803"/>
                <a:ext cx="148930" cy="380894"/>
              </a:xfrm>
              <a:custGeom>
                <a:rect b="b" l="l" r="r" t="t"/>
                <a:pathLst>
                  <a:path extrusionOk="0" h="4764557" w="1862952">
                    <a:moveTo>
                      <a:pt x="289679" y="2004751"/>
                    </a:moveTo>
                    <a:cubicBezTo>
                      <a:pt x="458860" y="1838972"/>
                      <a:pt x="691283" y="1737733"/>
                      <a:pt x="946849" y="1740329"/>
                    </a:cubicBezTo>
                    <a:cubicBezTo>
                      <a:pt x="982916" y="1740695"/>
                      <a:pt x="1018481" y="1743119"/>
                      <a:pt x="1053366" y="1748014"/>
                    </a:cubicBezTo>
                    <a:cubicBezTo>
                      <a:pt x="1317748" y="1888655"/>
                      <a:pt x="1203170" y="2165630"/>
                      <a:pt x="978473" y="2204473"/>
                    </a:cubicBezTo>
                    <a:cubicBezTo>
                      <a:pt x="966642" y="2201190"/>
                      <a:pt x="954470" y="2200566"/>
                      <a:pt x="942176" y="2200441"/>
                    </a:cubicBezTo>
                    <a:cubicBezTo>
                      <a:pt x="697403" y="2197955"/>
                      <a:pt x="496962" y="2394367"/>
                      <a:pt x="494475" y="2639137"/>
                    </a:cubicBezTo>
                    <a:lnTo>
                      <a:pt x="482110" y="3856696"/>
                    </a:lnTo>
                    <a:cubicBezTo>
                      <a:pt x="479624" y="4101467"/>
                      <a:pt x="676035" y="4301910"/>
                      <a:pt x="920807" y="4304396"/>
                    </a:cubicBezTo>
                    <a:cubicBezTo>
                      <a:pt x="1043193" y="4305639"/>
                      <a:pt x="1154496" y="4257158"/>
                      <a:pt x="1235513" y="4177768"/>
                    </a:cubicBezTo>
                    <a:cubicBezTo>
                      <a:pt x="1316531" y="4098380"/>
                      <a:pt x="1367262" y="3988084"/>
                      <a:pt x="1368506" y="3865699"/>
                    </a:cubicBezTo>
                    <a:lnTo>
                      <a:pt x="1375662" y="3161156"/>
                    </a:lnTo>
                    <a:cubicBezTo>
                      <a:pt x="1504082" y="3167548"/>
                      <a:pt x="1792622" y="2981572"/>
                      <a:pt x="1861834" y="2783546"/>
                    </a:cubicBezTo>
                    <a:lnTo>
                      <a:pt x="1851019" y="3848423"/>
                    </a:lnTo>
                    <a:cubicBezTo>
                      <a:pt x="1848423" y="4103989"/>
                      <a:pt x="1742485" y="4334308"/>
                      <a:pt x="1573304" y="4500088"/>
                    </a:cubicBezTo>
                    <a:cubicBezTo>
                      <a:pt x="1404123" y="4665866"/>
                      <a:pt x="1171700" y="4767105"/>
                      <a:pt x="916134" y="4764509"/>
                    </a:cubicBezTo>
                    <a:cubicBezTo>
                      <a:pt x="405002" y="4759318"/>
                      <a:pt x="-5143" y="4340756"/>
                      <a:pt x="48" y="3829624"/>
                    </a:cubicBezTo>
                    <a:lnTo>
                      <a:pt x="11964" y="2656415"/>
                    </a:lnTo>
                    <a:cubicBezTo>
                      <a:pt x="14559" y="2400849"/>
                      <a:pt x="120498" y="2170529"/>
                      <a:pt x="289679" y="2004751"/>
                    </a:cubicBezTo>
                    <a:close/>
                    <a:moveTo>
                      <a:pt x="282968" y="271082"/>
                    </a:moveTo>
                    <a:cubicBezTo>
                      <a:pt x="450457" y="103594"/>
                      <a:pt x="681840" y="0"/>
                      <a:pt x="937419" y="0"/>
                    </a:cubicBezTo>
                    <a:cubicBezTo>
                      <a:pt x="1448577" y="0"/>
                      <a:pt x="1862952" y="414375"/>
                      <a:pt x="1862952" y="925533"/>
                    </a:cubicBezTo>
                    <a:lnTo>
                      <a:pt x="1862952" y="2098803"/>
                    </a:lnTo>
                    <a:cubicBezTo>
                      <a:pt x="1862952" y="2609961"/>
                      <a:pt x="1448577" y="3024336"/>
                      <a:pt x="937419" y="3024336"/>
                    </a:cubicBezTo>
                    <a:cubicBezTo>
                      <a:pt x="901350" y="3024336"/>
                      <a:pt x="865762" y="3022273"/>
                      <a:pt x="830829" y="3017733"/>
                    </a:cubicBezTo>
                    <a:cubicBezTo>
                      <a:pt x="565032" y="2879784"/>
                      <a:pt x="676792" y="2601660"/>
                      <a:pt x="901083" y="2560538"/>
                    </a:cubicBezTo>
                    <a:cubicBezTo>
                      <a:pt x="912947" y="2563700"/>
                      <a:pt x="925124" y="2564200"/>
                      <a:pt x="937419" y="2564200"/>
                    </a:cubicBezTo>
                    <a:cubicBezTo>
                      <a:pt x="1182204" y="2564200"/>
                      <a:pt x="1380640" y="2365763"/>
                      <a:pt x="1380641" y="2120980"/>
                    </a:cubicBezTo>
                    <a:lnTo>
                      <a:pt x="1380640" y="903358"/>
                    </a:lnTo>
                    <a:cubicBezTo>
                      <a:pt x="1380640" y="658574"/>
                      <a:pt x="1182204" y="460137"/>
                      <a:pt x="937419" y="460137"/>
                    </a:cubicBezTo>
                    <a:cubicBezTo>
                      <a:pt x="815027" y="460137"/>
                      <a:pt x="704222" y="509746"/>
                      <a:pt x="624015" y="589954"/>
                    </a:cubicBezTo>
                    <a:cubicBezTo>
                      <a:pt x="543808" y="670161"/>
                      <a:pt x="494199" y="780966"/>
                      <a:pt x="494199" y="903358"/>
                    </a:cubicBezTo>
                    <a:lnTo>
                      <a:pt x="494198" y="1607937"/>
                    </a:lnTo>
                    <a:cubicBezTo>
                      <a:pt x="365720" y="1602850"/>
                      <a:pt x="79084" y="1791747"/>
                      <a:pt x="11886" y="1990465"/>
                    </a:cubicBezTo>
                    <a:lnTo>
                      <a:pt x="11886" y="925533"/>
                    </a:lnTo>
                    <a:cubicBezTo>
                      <a:pt x="11886" y="669954"/>
                      <a:pt x="115480" y="438571"/>
                      <a:pt x="282968" y="271082"/>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036" name="Google Shape;2036;p48"/>
              <p:cNvSpPr/>
              <p:nvPr/>
            </p:nvSpPr>
            <p:spPr>
              <a:xfrm rot="8580000">
                <a:off x="8651645" y="4749636"/>
                <a:ext cx="318301" cy="317452"/>
              </a:xfrm>
              <a:custGeom>
                <a:rect b="b" l="l" r="r" t="t"/>
                <a:pathLst>
                  <a:path extrusionOk="0" h="3862045" w="3872365">
                    <a:moveTo>
                      <a:pt x="1786489" y="808318"/>
                    </a:moveTo>
                    <a:cubicBezTo>
                      <a:pt x="1525809" y="610106"/>
                      <a:pt x="1257124" y="397966"/>
                      <a:pt x="1040385" y="230829"/>
                    </a:cubicBezTo>
                    <a:cubicBezTo>
                      <a:pt x="1905215" y="-194386"/>
                      <a:pt x="2650439" y="24572"/>
                      <a:pt x="3162062" y="429660"/>
                    </a:cubicBezTo>
                    <a:cubicBezTo>
                      <a:pt x="3007351" y="875340"/>
                      <a:pt x="2905932" y="1443216"/>
                      <a:pt x="2745609" y="1410478"/>
                    </a:cubicBezTo>
                    <a:cubicBezTo>
                      <a:pt x="2633182" y="1430335"/>
                      <a:pt x="2220955" y="1138671"/>
                      <a:pt x="1786489" y="808318"/>
                    </a:cubicBezTo>
                    <a:close/>
                    <a:moveTo>
                      <a:pt x="2701004" y="2590217"/>
                    </a:moveTo>
                    <a:cubicBezTo>
                      <a:pt x="2682933" y="2576481"/>
                      <a:pt x="2672282" y="2559744"/>
                      <a:pt x="2670336" y="2539383"/>
                    </a:cubicBezTo>
                    <a:cubicBezTo>
                      <a:pt x="2587360" y="2376647"/>
                      <a:pt x="3042640" y="1246798"/>
                      <a:pt x="3299881" y="563773"/>
                    </a:cubicBezTo>
                    <a:cubicBezTo>
                      <a:pt x="3959368" y="1266493"/>
                      <a:pt x="3967860" y="2043171"/>
                      <a:pt x="3730056" y="2650875"/>
                    </a:cubicBezTo>
                    <a:cubicBezTo>
                      <a:pt x="3317547" y="2635434"/>
                      <a:pt x="2827499" y="2686366"/>
                      <a:pt x="2701004" y="2590217"/>
                    </a:cubicBezTo>
                    <a:close/>
                    <a:moveTo>
                      <a:pt x="19691" y="2248546"/>
                    </a:moveTo>
                    <a:cubicBezTo>
                      <a:pt x="-100797" y="1292396"/>
                      <a:pt x="348853" y="659059"/>
                      <a:pt x="898439" y="307194"/>
                    </a:cubicBezTo>
                    <a:cubicBezTo>
                      <a:pt x="1269469" y="598575"/>
                      <a:pt x="1773388" y="879352"/>
                      <a:pt x="1690237" y="1020281"/>
                    </a:cubicBezTo>
                    <a:cubicBezTo>
                      <a:pt x="1661713" y="1200709"/>
                      <a:pt x="629275" y="1847170"/>
                      <a:pt x="19691" y="2248546"/>
                    </a:cubicBezTo>
                    <a:close/>
                    <a:moveTo>
                      <a:pt x="1805382" y="3858278"/>
                    </a:moveTo>
                    <a:cubicBezTo>
                      <a:pt x="1676483" y="3404460"/>
                      <a:pt x="1433840" y="2881111"/>
                      <a:pt x="1583946" y="2815971"/>
                    </a:cubicBezTo>
                    <a:cubicBezTo>
                      <a:pt x="1713076" y="2686769"/>
                      <a:pt x="2928316" y="2770622"/>
                      <a:pt x="3657403" y="2804207"/>
                    </a:cubicBezTo>
                    <a:cubicBezTo>
                      <a:pt x="3192869" y="3648569"/>
                      <a:pt x="2456828" y="3896652"/>
                      <a:pt x="1805382" y="3858278"/>
                    </a:cubicBezTo>
                    <a:close/>
                    <a:moveTo>
                      <a:pt x="762284" y="3480575"/>
                    </a:moveTo>
                    <a:cubicBezTo>
                      <a:pt x="380940" y="3198297"/>
                      <a:pt x="161300" y="2806810"/>
                      <a:pt x="58293" y="2412172"/>
                    </a:cubicBezTo>
                    <a:cubicBezTo>
                      <a:pt x="450067" y="2149344"/>
                      <a:pt x="872820" y="1756853"/>
                      <a:pt x="981158" y="1879484"/>
                    </a:cubicBezTo>
                    <a:cubicBezTo>
                      <a:pt x="1143940" y="1962367"/>
                      <a:pt x="1439720" y="3144041"/>
                      <a:pt x="1633080" y="3847823"/>
                    </a:cubicBezTo>
                    <a:cubicBezTo>
                      <a:pt x="1278110" y="3779994"/>
                      <a:pt x="991090" y="3649942"/>
                      <a:pt x="762284" y="348057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037" name="Google Shape;2037;p48"/>
              <p:cNvSpPr/>
              <p:nvPr/>
            </p:nvSpPr>
            <p:spPr>
              <a:xfrm>
                <a:off x="8268788" y="3120081"/>
                <a:ext cx="291831" cy="251871"/>
              </a:xfrm>
              <a:custGeom>
                <a:rect b="b" l="l" r="r" t="t"/>
                <a:pathLst>
                  <a:path extrusionOk="0" h="316007" w="366142">
                    <a:moveTo>
                      <a:pt x="241139" y="0"/>
                    </a:moveTo>
                    <a:cubicBezTo>
                      <a:pt x="265040" y="0"/>
                      <a:pt x="292051" y="14516"/>
                      <a:pt x="306633" y="31202"/>
                    </a:cubicBezTo>
                    <a:cubicBezTo>
                      <a:pt x="327151" y="29858"/>
                      <a:pt x="335397" y="19692"/>
                      <a:pt x="349699" y="10558"/>
                    </a:cubicBezTo>
                    <a:cubicBezTo>
                      <a:pt x="343170" y="29574"/>
                      <a:pt x="336047" y="54091"/>
                      <a:pt x="325569" y="59830"/>
                    </a:cubicBezTo>
                    <a:cubicBezTo>
                      <a:pt x="340338" y="61437"/>
                      <a:pt x="353079" y="55334"/>
                      <a:pt x="366142" y="52395"/>
                    </a:cubicBezTo>
                    <a:cubicBezTo>
                      <a:pt x="361514" y="66282"/>
                      <a:pt x="342655" y="74263"/>
                      <a:pt x="334454" y="94697"/>
                    </a:cubicBezTo>
                    <a:cubicBezTo>
                      <a:pt x="326254" y="115131"/>
                      <a:pt x="329982" y="126199"/>
                      <a:pt x="316939" y="174999"/>
                    </a:cubicBezTo>
                    <a:cubicBezTo>
                      <a:pt x="296102" y="242622"/>
                      <a:pt x="276174" y="279635"/>
                      <a:pt x="184305" y="311458"/>
                    </a:cubicBezTo>
                    <a:cubicBezTo>
                      <a:pt x="152057" y="320905"/>
                      <a:pt x="83508" y="315693"/>
                      <a:pt x="27716" y="295316"/>
                    </a:cubicBezTo>
                    <a:lnTo>
                      <a:pt x="0" y="281129"/>
                    </a:lnTo>
                    <a:lnTo>
                      <a:pt x="0" y="268036"/>
                    </a:lnTo>
                    <a:lnTo>
                      <a:pt x="23178" y="266110"/>
                    </a:lnTo>
                    <a:cubicBezTo>
                      <a:pt x="63548" y="261698"/>
                      <a:pt x="90116" y="254801"/>
                      <a:pt x="108726" y="240807"/>
                    </a:cubicBezTo>
                    <a:cubicBezTo>
                      <a:pt x="87700" y="241375"/>
                      <a:pt x="35310" y="244403"/>
                      <a:pt x="20535" y="200079"/>
                    </a:cubicBezTo>
                    <a:cubicBezTo>
                      <a:pt x="37583" y="203299"/>
                      <a:pt x="59856" y="197334"/>
                      <a:pt x="70653" y="194871"/>
                    </a:cubicBezTo>
                    <a:cubicBezTo>
                      <a:pt x="57204" y="189662"/>
                      <a:pt x="37595" y="181773"/>
                      <a:pt x="20899" y="168840"/>
                    </a:cubicBezTo>
                    <a:lnTo>
                      <a:pt x="0" y="146258"/>
                    </a:lnTo>
                    <a:lnTo>
                      <a:pt x="0" y="116697"/>
                    </a:lnTo>
                    <a:lnTo>
                      <a:pt x="14104" y="121836"/>
                    </a:lnTo>
                    <a:cubicBezTo>
                      <a:pt x="23887" y="123910"/>
                      <a:pt x="33812" y="125203"/>
                      <a:pt x="40441" y="126434"/>
                    </a:cubicBezTo>
                    <a:cubicBezTo>
                      <a:pt x="9945" y="103325"/>
                      <a:pt x="-5039" y="60063"/>
                      <a:pt x="20722" y="8541"/>
                    </a:cubicBezTo>
                    <a:cubicBezTo>
                      <a:pt x="76047" y="73391"/>
                      <a:pt x="116697" y="97001"/>
                      <a:pt x="168525" y="104817"/>
                    </a:cubicBezTo>
                    <a:cubicBezTo>
                      <a:pt x="166649" y="98530"/>
                      <a:pt x="164888" y="89662"/>
                      <a:pt x="165796" y="68430"/>
                    </a:cubicBezTo>
                    <a:cubicBezTo>
                      <a:pt x="166838" y="44047"/>
                      <a:pt x="190944" y="0"/>
                      <a:pt x="241139"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2038" name="Google Shape;2038;p48"/>
              <p:cNvSpPr/>
              <p:nvPr/>
            </p:nvSpPr>
            <p:spPr>
              <a:xfrm>
                <a:off x="10509375" y="4197069"/>
                <a:ext cx="172150" cy="348350"/>
              </a:xfrm>
              <a:custGeom>
                <a:rect b="b" l="l" r="r" t="t"/>
                <a:pathLst>
                  <a:path extrusionOk="0" h="455920" w="225309">
                    <a:moveTo>
                      <a:pt x="139383" y="455355"/>
                    </a:moveTo>
                    <a:lnTo>
                      <a:pt x="139383" y="455920"/>
                    </a:lnTo>
                    <a:lnTo>
                      <a:pt x="139383" y="455355"/>
                    </a:lnTo>
                    <a:close/>
                    <a:moveTo>
                      <a:pt x="54403" y="455920"/>
                    </a:moveTo>
                    <a:lnTo>
                      <a:pt x="54403" y="455355"/>
                    </a:lnTo>
                    <a:lnTo>
                      <a:pt x="54403" y="455920"/>
                    </a:lnTo>
                    <a:close/>
                    <a:moveTo>
                      <a:pt x="193296" y="6"/>
                    </a:moveTo>
                    <a:cubicBezTo>
                      <a:pt x="204595" y="73"/>
                      <a:pt x="214144" y="770"/>
                      <a:pt x="225309" y="2823"/>
                    </a:cubicBezTo>
                    <a:cubicBezTo>
                      <a:pt x="225271" y="27274"/>
                      <a:pt x="222913" y="50194"/>
                      <a:pt x="219909" y="69600"/>
                    </a:cubicBezTo>
                    <a:cubicBezTo>
                      <a:pt x="188141" y="67117"/>
                      <a:pt x="138250" y="66776"/>
                      <a:pt x="139383" y="96177"/>
                    </a:cubicBezTo>
                    <a:lnTo>
                      <a:pt x="139383" y="140898"/>
                    </a:lnTo>
                    <a:lnTo>
                      <a:pt x="217171" y="140898"/>
                    </a:lnTo>
                    <a:lnTo>
                      <a:pt x="211626" y="215050"/>
                    </a:lnTo>
                    <a:lnTo>
                      <a:pt x="139383" y="216436"/>
                    </a:lnTo>
                    <a:lnTo>
                      <a:pt x="139383" y="455355"/>
                    </a:lnTo>
                    <a:lnTo>
                      <a:pt x="54403" y="455355"/>
                    </a:lnTo>
                    <a:lnTo>
                      <a:pt x="54403" y="216436"/>
                    </a:lnTo>
                    <a:lnTo>
                      <a:pt x="0" y="216436"/>
                    </a:lnTo>
                    <a:lnTo>
                      <a:pt x="0" y="140898"/>
                    </a:lnTo>
                    <a:lnTo>
                      <a:pt x="54403" y="140898"/>
                    </a:lnTo>
                    <a:lnTo>
                      <a:pt x="54403" y="90429"/>
                    </a:lnTo>
                    <a:cubicBezTo>
                      <a:pt x="54356" y="90266"/>
                      <a:pt x="54310" y="90103"/>
                      <a:pt x="54263" y="89940"/>
                    </a:cubicBezTo>
                    <a:cubicBezTo>
                      <a:pt x="54393" y="21715"/>
                      <a:pt x="104084" y="2174"/>
                      <a:pt x="150786" y="971"/>
                    </a:cubicBezTo>
                    <a:cubicBezTo>
                      <a:pt x="168948" y="503"/>
                      <a:pt x="181997" y="-60"/>
                      <a:pt x="193296" y="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2039" name="Google Shape;2039;p48"/>
              <p:cNvSpPr/>
              <p:nvPr/>
            </p:nvSpPr>
            <p:spPr>
              <a:xfrm>
                <a:off x="8105957" y="3478924"/>
                <a:ext cx="284621" cy="282605"/>
              </a:xfrm>
              <a:custGeom>
                <a:rect b="b" l="l" r="r" t="t"/>
                <a:pathLst>
                  <a:path extrusionOk="0" h="297454" w="299575">
                    <a:moveTo>
                      <a:pt x="249204" y="123541"/>
                    </a:moveTo>
                    <a:cubicBezTo>
                      <a:pt x="240190" y="123011"/>
                      <a:pt x="239659" y="128843"/>
                      <a:pt x="241250" y="136266"/>
                    </a:cubicBezTo>
                    <a:cubicBezTo>
                      <a:pt x="245492" y="158536"/>
                      <a:pt x="240720" y="179214"/>
                      <a:pt x="229055" y="198302"/>
                    </a:cubicBezTo>
                    <a:cubicBezTo>
                      <a:pt x="206255" y="234888"/>
                      <a:pt x="158536" y="250264"/>
                      <a:pt x="116648" y="234888"/>
                    </a:cubicBezTo>
                    <a:cubicBezTo>
                      <a:pt x="83774" y="222692"/>
                      <a:pt x="50901" y="185577"/>
                      <a:pt x="59914" y="135736"/>
                    </a:cubicBezTo>
                    <a:cubicBezTo>
                      <a:pt x="60444" y="132555"/>
                      <a:pt x="62565" y="127252"/>
                      <a:pt x="58324" y="125662"/>
                    </a:cubicBezTo>
                    <a:cubicBezTo>
                      <a:pt x="51431" y="122481"/>
                      <a:pt x="43477" y="123541"/>
                      <a:pt x="36585" y="125131"/>
                    </a:cubicBezTo>
                    <a:cubicBezTo>
                      <a:pt x="30222" y="126722"/>
                      <a:pt x="31813" y="133085"/>
                      <a:pt x="31813" y="137857"/>
                    </a:cubicBezTo>
                    <a:cubicBezTo>
                      <a:pt x="31813" y="174442"/>
                      <a:pt x="31813" y="210497"/>
                      <a:pt x="31813" y="247082"/>
                    </a:cubicBezTo>
                    <a:cubicBezTo>
                      <a:pt x="31813" y="262989"/>
                      <a:pt x="35524" y="266701"/>
                      <a:pt x="51961" y="266701"/>
                    </a:cubicBezTo>
                    <a:cubicBezTo>
                      <a:pt x="84835" y="266701"/>
                      <a:pt x="117178" y="266701"/>
                      <a:pt x="150052" y="266701"/>
                    </a:cubicBezTo>
                    <a:cubicBezTo>
                      <a:pt x="183456" y="266701"/>
                      <a:pt x="217390" y="266701"/>
                      <a:pt x="250794" y="266701"/>
                    </a:cubicBezTo>
                    <a:cubicBezTo>
                      <a:pt x="262459" y="266701"/>
                      <a:pt x="269352" y="261929"/>
                      <a:pt x="269352" y="250264"/>
                    </a:cubicBezTo>
                    <a:cubicBezTo>
                      <a:pt x="269352" y="211558"/>
                      <a:pt x="269352" y="173382"/>
                      <a:pt x="269352" y="134675"/>
                    </a:cubicBezTo>
                    <a:cubicBezTo>
                      <a:pt x="268822" y="126987"/>
                      <a:pt x="265773" y="124337"/>
                      <a:pt x="261863" y="123541"/>
                    </a:cubicBezTo>
                    <a:cubicBezTo>
                      <a:pt x="257952" y="122746"/>
                      <a:pt x="253180" y="123806"/>
                      <a:pt x="249204" y="123541"/>
                    </a:cubicBezTo>
                    <a:close/>
                    <a:moveTo>
                      <a:pt x="151642" y="88016"/>
                    </a:moveTo>
                    <a:cubicBezTo>
                      <a:pt x="116648" y="87486"/>
                      <a:pt x="89076" y="113997"/>
                      <a:pt x="89076" y="147931"/>
                    </a:cubicBezTo>
                    <a:cubicBezTo>
                      <a:pt x="89076" y="180805"/>
                      <a:pt x="117178" y="208377"/>
                      <a:pt x="150582" y="208377"/>
                    </a:cubicBezTo>
                    <a:cubicBezTo>
                      <a:pt x="183986" y="208377"/>
                      <a:pt x="212088" y="181335"/>
                      <a:pt x="212088" y="148461"/>
                    </a:cubicBezTo>
                    <a:cubicBezTo>
                      <a:pt x="212088" y="115058"/>
                      <a:pt x="185577" y="88546"/>
                      <a:pt x="151642" y="88016"/>
                    </a:cubicBezTo>
                    <a:close/>
                    <a:moveTo>
                      <a:pt x="234357" y="29162"/>
                    </a:moveTo>
                    <a:cubicBezTo>
                      <a:pt x="207846" y="29162"/>
                      <a:pt x="204135" y="32873"/>
                      <a:pt x="203605" y="60444"/>
                    </a:cubicBezTo>
                    <a:cubicBezTo>
                      <a:pt x="203605" y="90137"/>
                      <a:pt x="205195" y="92258"/>
                      <a:pt x="235948" y="92258"/>
                    </a:cubicBezTo>
                    <a:cubicBezTo>
                      <a:pt x="267762" y="92258"/>
                      <a:pt x="268822" y="91197"/>
                      <a:pt x="268822" y="59914"/>
                    </a:cubicBezTo>
                    <a:cubicBezTo>
                      <a:pt x="268822" y="57794"/>
                      <a:pt x="268822" y="55673"/>
                      <a:pt x="268822" y="53552"/>
                    </a:cubicBezTo>
                    <a:cubicBezTo>
                      <a:pt x="268822" y="35524"/>
                      <a:pt x="263519" y="29692"/>
                      <a:pt x="245492" y="29162"/>
                    </a:cubicBezTo>
                    <a:cubicBezTo>
                      <a:pt x="241781" y="29162"/>
                      <a:pt x="238069" y="29162"/>
                      <a:pt x="234357" y="29162"/>
                    </a:cubicBezTo>
                    <a:close/>
                    <a:moveTo>
                      <a:pt x="41887" y="0"/>
                    </a:moveTo>
                    <a:cubicBezTo>
                      <a:pt x="113998" y="0"/>
                      <a:pt x="186108" y="0"/>
                      <a:pt x="258217" y="0"/>
                    </a:cubicBezTo>
                    <a:cubicBezTo>
                      <a:pt x="284728" y="0"/>
                      <a:pt x="299575" y="14846"/>
                      <a:pt x="299575" y="41887"/>
                    </a:cubicBezTo>
                    <a:cubicBezTo>
                      <a:pt x="299575" y="112937"/>
                      <a:pt x="299575" y="184517"/>
                      <a:pt x="299575" y="255567"/>
                    </a:cubicBezTo>
                    <a:cubicBezTo>
                      <a:pt x="299575" y="283138"/>
                      <a:pt x="285789" y="297454"/>
                      <a:pt x="257687" y="297454"/>
                    </a:cubicBezTo>
                    <a:cubicBezTo>
                      <a:pt x="221632" y="297454"/>
                      <a:pt x="185577" y="297454"/>
                      <a:pt x="149522" y="297454"/>
                    </a:cubicBezTo>
                    <a:cubicBezTo>
                      <a:pt x="113467" y="297454"/>
                      <a:pt x="77412" y="297454"/>
                      <a:pt x="41357" y="297454"/>
                    </a:cubicBezTo>
                    <a:cubicBezTo>
                      <a:pt x="14315" y="297454"/>
                      <a:pt x="0" y="283138"/>
                      <a:pt x="0" y="256096"/>
                    </a:cubicBezTo>
                    <a:cubicBezTo>
                      <a:pt x="0" y="184517"/>
                      <a:pt x="0" y="112937"/>
                      <a:pt x="0" y="41357"/>
                    </a:cubicBezTo>
                    <a:cubicBezTo>
                      <a:pt x="0" y="14315"/>
                      <a:pt x="14846" y="0"/>
                      <a:pt x="41887"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grpSp>
        <p:grpSp>
          <p:nvGrpSpPr>
            <p:cNvPr id="2040" name="Google Shape;2040;p48"/>
            <p:cNvGrpSpPr/>
            <p:nvPr/>
          </p:nvGrpSpPr>
          <p:grpSpPr>
            <a:xfrm>
              <a:off x="8955547" y="3191206"/>
              <a:ext cx="1044109" cy="1340343"/>
              <a:chOff x="3425013" y="0"/>
              <a:chExt cx="5341478" cy="6856954"/>
            </a:xfrm>
          </p:grpSpPr>
          <p:sp>
            <p:nvSpPr>
              <p:cNvPr id="2041" name="Google Shape;2041;p48"/>
              <p:cNvSpPr/>
              <p:nvPr/>
            </p:nvSpPr>
            <p:spPr>
              <a:xfrm>
                <a:off x="3425013" y="0"/>
                <a:ext cx="5341478" cy="6856954"/>
              </a:xfrm>
              <a:custGeom>
                <a:rect b="b" l="l" r="r" t="t"/>
                <a:pathLst>
                  <a:path extrusionOk="0" h="6856954" w="5341478">
                    <a:moveTo>
                      <a:pt x="2688415" y="0"/>
                    </a:moveTo>
                    <a:cubicBezTo>
                      <a:pt x="2688415" y="0"/>
                      <a:pt x="956487" y="1166644"/>
                      <a:pt x="25123" y="1019550"/>
                    </a:cubicBezTo>
                    <a:cubicBezTo>
                      <a:pt x="-26116" y="2058707"/>
                      <a:pt x="15276" y="3058651"/>
                      <a:pt x="25123" y="3846231"/>
                    </a:cubicBezTo>
                    <a:cubicBezTo>
                      <a:pt x="54577" y="5744861"/>
                      <a:pt x="2642056" y="6856955"/>
                      <a:pt x="2642056" y="6856955"/>
                    </a:cubicBezTo>
                    <a:cubicBezTo>
                      <a:pt x="2642056" y="6856955"/>
                      <a:pt x="5064141" y="5921234"/>
                      <a:pt x="5338636" y="3952543"/>
                    </a:cubicBezTo>
                    <a:cubicBezTo>
                      <a:pt x="5328789" y="2980224"/>
                      <a:pt x="5348483" y="1950827"/>
                      <a:pt x="5338636" y="1048917"/>
                    </a:cubicBezTo>
                    <a:cubicBezTo>
                      <a:pt x="3593636" y="764663"/>
                      <a:pt x="2688415" y="0"/>
                      <a:pt x="2688415" y="0"/>
                    </a:cubicBezTo>
                    <a:close/>
                  </a:path>
                </a:pathLst>
              </a:custGeom>
              <a:noFill/>
              <a:ln cap="flat" cmpd="sng" w="3175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042" name="Google Shape;2042;p48"/>
              <p:cNvSpPr/>
              <p:nvPr/>
            </p:nvSpPr>
            <p:spPr>
              <a:xfrm>
                <a:off x="3692070" y="321376"/>
                <a:ext cx="4817313" cy="6184138"/>
              </a:xfrm>
              <a:custGeom>
                <a:rect b="b" l="l" r="r" t="t"/>
                <a:pathLst>
                  <a:path extrusionOk="0" h="6184138" w="4817313">
                    <a:moveTo>
                      <a:pt x="2424582" y="0"/>
                    </a:moveTo>
                    <a:cubicBezTo>
                      <a:pt x="2424582" y="0"/>
                      <a:pt x="862578" y="1052141"/>
                      <a:pt x="22626" y="919512"/>
                    </a:cubicBezTo>
                    <a:cubicBezTo>
                      <a:pt x="-23559" y="1856714"/>
                      <a:pt x="13825" y="2758537"/>
                      <a:pt x="22626" y="3468824"/>
                    </a:cubicBezTo>
                    <a:cubicBezTo>
                      <a:pt x="49117" y="5181145"/>
                      <a:pt x="2382841" y="6184138"/>
                      <a:pt x="2382841" y="6184138"/>
                    </a:cubicBezTo>
                    <a:cubicBezTo>
                      <a:pt x="2382841" y="6184138"/>
                      <a:pt x="4567206" y="5340265"/>
                      <a:pt x="4814773" y="3564766"/>
                    </a:cubicBezTo>
                    <a:cubicBezTo>
                      <a:pt x="4805973" y="2687778"/>
                      <a:pt x="4823575" y="1759465"/>
                      <a:pt x="4814773" y="946003"/>
                    </a:cubicBezTo>
                    <a:cubicBezTo>
                      <a:pt x="3240919" y="689634"/>
                      <a:pt x="2424582" y="0"/>
                      <a:pt x="2424582"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043" name="Google Shape;2043;p48"/>
              <p:cNvSpPr/>
              <p:nvPr/>
            </p:nvSpPr>
            <p:spPr>
              <a:xfrm>
                <a:off x="5077582" y="3107623"/>
                <a:ext cx="1971904" cy="1813799"/>
              </a:xfrm>
              <a:custGeom>
                <a:rect b="b" l="l" r="r" t="t"/>
                <a:pathLst>
                  <a:path extrusionOk="0" h="1813799" w="1971904">
                    <a:moveTo>
                      <a:pt x="1970433" y="1441139"/>
                    </a:moveTo>
                    <a:cubicBezTo>
                      <a:pt x="1467194" y="1954225"/>
                      <a:pt x="555524" y="1921547"/>
                      <a:pt x="0" y="1441139"/>
                    </a:cubicBezTo>
                    <a:cubicBezTo>
                      <a:pt x="0" y="1079329"/>
                      <a:pt x="0" y="0"/>
                      <a:pt x="0" y="0"/>
                    </a:cubicBezTo>
                    <a:lnTo>
                      <a:pt x="1970433" y="0"/>
                    </a:lnTo>
                    <a:cubicBezTo>
                      <a:pt x="1970433" y="87"/>
                      <a:pt x="1973745" y="1079329"/>
                      <a:pt x="1970433" y="144113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044" name="Google Shape;2044;p48"/>
              <p:cNvSpPr/>
              <p:nvPr/>
            </p:nvSpPr>
            <p:spPr>
              <a:xfrm>
                <a:off x="5332382" y="1718072"/>
                <a:ext cx="1483576" cy="1261366"/>
              </a:xfrm>
              <a:custGeom>
                <a:rect b="b" l="l" r="r" t="t"/>
                <a:pathLst>
                  <a:path extrusionOk="0" h="1261366" w="1483576">
                    <a:moveTo>
                      <a:pt x="741832" y="0"/>
                    </a:moveTo>
                    <a:lnTo>
                      <a:pt x="741832" y="0"/>
                    </a:lnTo>
                    <a:cubicBezTo>
                      <a:pt x="332182" y="0"/>
                      <a:pt x="0" y="332095"/>
                      <a:pt x="0" y="741745"/>
                    </a:cubicBezTo>
                    <a:lnTo>
                      <a:pt x="0" y="1261367"/>
                    </a:lnTo>
                    <a:lnTo>
                      <a:pt x="292445" y="1261367"/>
                    </a:lnTo>
                    <a:lnTo>
                      <a:pt x="292445" y="735209"/>
                    </a:lnTo>
                    <a:cubicBezTo>
                      <a:pt x="292445" y="499231"/>
                      <a:pt x="483720" y="307956"/>
                      <a:pt x="719698" y="307956"/>
                    </a:cubicBezTo>
                    <a:lnTo>
                      <a:pt x="719698" y="307956"/>
                    </a:lnTo>
                    <a:cubicBezTo>
                      <a:pt x="955676" y="307956"/>
                      <a:pt x="1146950" y="499231"/>
                      <a:pt x="1146950" y="735209"/>
                    </a:cubicBezTo>
                    <a:lnTo>
                      <a:pt x="1146950" y="1261367"/>
                    </a:lnTo>
                    <a:lnTo>
                      <a:pt x="1483576" y="1261367"/>
                    </a:lnTo>
                    <a:lnTo>
                      <a:pt x="1483576" y="741745"/>
                    </a:lnTo>
                    <a:cubicBezTo>
                      <a:pt x="1483664" y="332095"/>
                      <a:pt x="1151569" y="0"/>
                      <a:pt x="741832"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045" name="Google Shape;2045;p48"/>
              <p:cNvSpPr/>
              <p:nvPr/>
            </p:nvSpPr>
            <p:spPr>
              <a:xfrm>
                <a:off x="5864640" y="3547424"/>
                <a:ext cx="405205" cy="796469"/>
              </a:xfrm>
              <a:custGeom>
                <a:rect b="b" l="l" r="r" t="t"/>
                <a:pathLst>
                  <a:path extrusionOk="0" h="796469" w="405205">
                    <a:moveTo>
                      <a:pt x="353618" y="639528"/>
                    </a:moveTo>
                    <a:lnTo>
                      <a:pt x="310135" y="639528"/>
                    </a:lnTo>
                    <a:cubicBezTo>
                      <a:pt x="311006" y="635781"/>
                      <a:pt x="311529" y="631947"/>
                      <a:pt x="311529" y="628026"/>
                    </a:cubicBezTo>
                    <a:lnTo>
                      <a:pt x="311529" y="570861"/>
                    </a:lnTo>
                    <a:cubicBezTo>
                      <a:pt x="311529" y="543324"/>
                      <a:pt x="289221" y="521016"/>
                      <a:pt x="261685" y="521016"/>
                    </a:cubicBezTo>
                    <a:lnTo>
                      <a:pt x="261423" y="521016"/>
                    </a:lnTo>
                    <a:lnTo>
                      <a:pt x="261423" y="396492"/>
                    </a:lnTo>
                    <a:cubicBezTo>
                      <a:pt x="344643" y="371308"/>
                      <a:pt x="405206" y="294014"/>
                      <a:pt x="405206" y="202603"/>
                    </a:cubicBezTo>
                    <a:cubicBezTo>
                      <a:pt x="405206" y="90714"/>
                      <a:pt x="314492" y="0"/>
                      <a:pt x="202603" y="0"/>
                    </a:cubicBezTo>
                    <a:cubicBezTo>
                      <a:pt x="90714" y="0"/>
                      <a:pt x="0" y="90714"/>
                      <a:pt x="0" y="202603"/>
                    </a:cubicBezTo>
                    <a:cubicBezTo>
                      <a:pt x="0" y="294014"/>
                      <a:pt x="60563" y="371308"/>
                      <a:pt x="143783" y="396492"/>
                    </a:cubicBezTo>
                    <a:lnTo>
                      <a:pt x="143783" y="521016"/>
                    </a:lnTo>
                    <a:lnTo>
                      <a:pt x="143521" y="521016"/>
                    </a:lnTo>
                    <a:cubicBezTo>
                      <a:pt x="115985" y="521016"/>
                      <a:pt x="93677" y="543324"/>
                      <a:pt x="93677" y="570861"/>
                    </a:cubicBezTo>
                    <a:lnTo>
                      <a:pt x="93677" y="628026"/>
                    </a:lnTo>
                    <a:cubicBezTo>
                      <a:pt x="93677" y="632034"/>
                      <a:pt x="94199" y="635868"/>
                      <a:pt x="95071" y="639528"/>
                    </a:cubicBezTo>
                    <a:lnTo>
                      <a:pt x="51587" y="639528"/>
                    </a:lnTo>
                    <a:cubicBezTo>
                      <a:pt x="35118" y="639528"/>
                      <a:pt x="21785" y="652861"/>
                      <a:pt x="21785" y="669330"/>
                    </a:cubicBezTo>
                    <a:lnTo>
                      <a:pt x="21785" y="766667"/>
                    </a:lnTo>
                    <a:cubicBezTo>
                      <a:pt x="21785" y="783137"/>
                      <a:pt x="35118" y="796469"/>
                      <a:pt x="51587" y="796469"/>
                    </a:cubicBezTo>
                    <a:lnTo>
                      <a:pt x="353705" y="796469"/>
                    </a:lnTo>
                    <a:cubicBezTo>
                      <a:pt x="370175" y="796469"/>
                      <a:pt x="383508" y="783137"/>
                      <a:pt x="383508" y="766667"/>
                    </a:cubicBezTo>
                    <a:lnTo>
                      <a:pt x="383508" y="669330"/>
                    </a:lnTo>
                    <a:cubicBezTo>
                      <a:pt x="383333" y="652861"/>
                      <a:pt x="370001" y="639528"/>
                      <a:pt x="353618" y="63952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grpSp>
      <p:sp>
        <p:nvSpPr>
          <p:cNvPr id="2046" name="Google Shape;2046;p48"/>
          <p:cNvSpPr/>
          <p:nvPr/>
        </p:nvSpPr>
        <p:spPr>
          <a:xfrm>
            <a:off x="2205352" y="6277820"/>
            <a:ext cx="211186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69C7C"/>
              </a:buClr>
              <a:buSzPts val="2000"/>
              <a:buFont typeface="Arial"/>
              <a:buNone/>
            </a:pPr>
            <a:r>
              <a:rPr b="1" i="0" lang="en-US" sz="2000" u="none" cap="none" strike="noStrike">
                <a:solidFill>
                  <a:srgbClr val="169C7C"/>
                </a:solidFill>
                <a:latin typeface="Arial"/>
                <a:ea typeface="Arial"/>
                <a:cs typeface="Arial"/>
                <a:sym typeface="Arial"/>
              </a:rPr>
              <a:t>Tom /To Mend? </a:t>
            </a:r>
            <a:endParaRPr b="0" i="0" sz="2000" u="none" cap="none" strike="noStrike">
              <a:solidFill>
                <a:srgbClr val="169C7C"/>
              </a:solidFill>
              <a:latin typeface="Arial"/>
              <a:ea typeface="Arial"/>
              <a:cs typeface="Arial"/>
              <a:sym typeface="Arial"/>
            </a:endParaRPr>
          </a:p>
        </p:txBody>
      </p:sp>
      <p:sp>
        <p:nvSpPr>
          <p:cNvPr id="2047" name="Google Shape;2047;p48"/>
          <p:cNvSpPr/>
          <p:nvPr/>
        </p:nvSpPr>
        <p:spPr>
          <a:xfrm>
            <a:off x="8852895" y="6205248"/>
            <a:ext cx="211186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69C7C"/>
              </a:buClr>
              <a:buSzPts val="2000"/>
              <a:buFont typeface="Arial"/>
              <a:buNone/>
            </a:pPr>
            <a:r>
              <a:rPr b="1" i="0" lang="en-US" sz="2000" u="none" cap="none" strike="noStrike">
                <a:solidFill>
                  <a:srgbClr val="169C7C"/>
                </a:solidFill>
                <a:latin typeface="Arial"/>
                <a:ea typeface="Arial"/>
                <a:cs typeface="Arial"/>
                <a:sym typeface="Arial"/>
              </a:rPr>
              <a:t>Tom /To Mend? </a:t>
            </a:r>
            <a:endParaRPr b="0" i="0" sz="2000" u="none" cap="none" strike="noStrike">
              <a:solidFill>
                <a:srgbClr val="169C7C"/>
              </a:solidFill>
              <a:latin typeface="Arial"/>
              <a:ea typeface="Arial"/>
              <a:cs typeface="Arial"/>
              <a:sym typeface="Arial"/>
            </a:endParaRPr>
          </a:p>
        </p:txBody>
      </p:sp>
      <p:sp>
        <p:nvSpPr>
          <p:cNvPr id="2048" name="Google Shape;2048;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82"/>
                                        </p:tgtEl>
                                        <p:attrNameLst>
                                          <p:attrName>style.visibility</p:attrName>
                                        </p:attrNameLst>
                                      </p:cBhvr>
                                      <p:to>
                                        <p:strVal val="visible"/>
                                      </p:to>
                                    </p:set>
                                    <p:anim calcmode="lin" valueType="num">
                                      <p:cBhvr additive="base">
                                        <p:cTn dur="500"/>
                                        <p:tgtEl>
                                          <p:spTgt spid="1882"/>
                                        </p:tgtEl>
                                        <p:attrNameLst>
                                          <p:attrName>ppt_w</p:attrName>
                                        </p:attrNameLst>
                                      </p:cBhvr>
                                      <p:tavLst>
                                        <p:tav fmla="" tm="0">
                                          <p:val>
                                            <p:strVal val="0"/>
                                          </p:val>
                                        </p:tav>
                                        <p:tav fmla="" tm="100000">
                                          <p:val>
                                            <p:strVal val="#ppt_w"/>
                                          </p:val>
                                        </p:tav>
                                      </p:tavLst>
                                    </p:anim>
                                    <p:anim calcmode="lin" valueType="num">
                                      <p:cBhvr additive="base">
                                        <p:cTn dur="500"/>
                                        <p:tgtEl>
                                          <p:spTgt spid="188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83"/>
                                        </p:tgtEl>
                                        <p:attrNameLst>
                                          <p:attrName>style.visibility</p:attrName>
                                        </p:attrNameLst>
                                      </p:cBhvr>
                                      <p:to>
                                        <p:strVal val="visible"/>
                                      </p:to>
                                    </p:set>
                                    <p:anim calcmode="lin" valueType="num">
                                      <p:cBhvr additive="base">
                                        <p:cTn dur="500"/>
                                        <p:tgtEl>
                                          <p:spTgt spid="1883"/>
                                        </p:tgtEl>
                                        <p:attrNameLst>
                                          <p:attrName>ppt_w</p:attrName>
                                        </p:attrNameLst>
                                      </p:cBhvr>
                                      <p:tavLst>
                                        <p:tav fmla="" tm="0">
                                          <p:val>
                                            <p:strVal val="0"/>
                                          </p:val>
                                        </p:tav>
                                        <p:tav fmla="" tm="100000">
                                          <p:val>
                                            <p:strVal val="#ppt_w"/>
                                          </p:val>
                                        </p:tav>
                                      </p:tavLst>
                                    </p:anim>
                                    <p:anim calcmode="lin" valueType="num">
                                      <p:cBhvr additive="base">
                                        <p:cTn dur="500"/>
                                        <p:tgtEl>
                                          <p:spTgt spid="188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0"/>
                                        </p:tgtEl>
                                        <p:attrNameLst>
                                          <p:attrName>style.visibility</p:attrName>
                                        </p:attrNameLst>
                                      </p:cBhvr>
                                      <p:to>
                                        <p:strVal val="visible"/>
                                      </p:to>
                                    </p:set>
                                    <p:animEffect filter="fade" transition="in">
                                      <p:cBhvr>
                                        <p:cTn dur="2000"/>
                                        <p:tgtEl>
                                          <p:spTgt spid="18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1"/>
                                        </p:tgtEl>
                                        <p:attrNameLst>
                                          <p:attrName>style.visibility</p:attrName>
                                        </p:attrNameLst>
                                      </p:cBhvr>
                                      <p:to>
                                        <p:strVal val="visible"/>
                                      </p:to>
                                    </p:set>
                                    <p:animEffect filter="fade" transition="in">
                                      <p:cBhvr>
                                        <p:cTn dur="2000"/>
                                        <p:tgtEl>
                                          <p:spTgt spid="18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2" name="Shape 2052"/>
        <p:cNvGrpSpPr/>
        <p:nvPr/>
      </p:nvGrpSpPr>
      <p:grpSpPr>
        <a:xfrm>
          <a:off x="0" y="0"/>
          <a:ext cx="0" cy="0"/>
          <a:chOff x="0" y="0"/>
          <a:chExt cx="0" cy="0"/>
        </a:xfrm>
      </p:grpSpPr>
      <p:sp>
        <p:nvSpPr>
          <p:cNvPr id="2053" name="Google Shape;2053;p49"/>
          <p:cNvSpPr txBox="1"/>
          <p:nvPr/>
        </p:nvSpPr>
        <p:spPr>
          <a:xfrm>
            <a:off x="3912270" y="96982"/>
            <a:ext cx="4009687"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4000"/>
              <a:buFont typeface="Arial"/>
              <a:buNone/>
            </a:pPr>
            <a:r>
              <a:rPr b="0" i="0" lang="en-US" sz="4000" u="none" cap="none" strike="noStrike">
                <a:solidFill>
                  <a:schemeClr val="accent1"/>
                </a:solidFill>
                <a:latin typeface="Arial"/>
                <a:ea typeface="Arial"/>
                <a:cs typeface="Arial"/>
                <a:sym typeface="Arial"/>
              </a:rPr>
              <a:t>Common mistakes</a:t>
            </a:r>
            <a:endParaRPr b="0" i="0" sz="4000" u="none" cap="none" strike="noStrike">
              <a:solidFill>
                <a:schemeClr val="accent1"/>
              </a:solidFill>
              <a:latin typeface="Arial"/>
              <a:ea typeface="Arial"/>
              <a:cs typeface="Arial"/>
              <a:sym typeface="Arial"/>
            </a:endParaRPr>
          </a:p>
        </p:txBody>
      </p:sp>
      <p:sp>
        <p:nvSpPr>
          <p:cNvPr id="2054" name="Google Shape;2054;p49"/>
          <p:cNvSpPr txBox="1"/>
          <p:nvPr/>
        </p:nvSpPr>
        <p:spPr>
          <a:xfrm>
            <a:off x="389061" y="1304327"/>
            <a:ext cx="6524671"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I have been cutting my finger. It hurts</a:t>
            </a:r>
            <a:endParaRPr b="0" i="0" sz="1800" u="none" cap="none" strike="noStrike">
              <a:solidFill>
                <a:schemeClr val="dk1"/>
              </a:solidFill>
              <a:latin typeface="Calibri"/>
              <a:ea typeface="Calibri"/>
              <a:cs typeface="Calibri"/>
              <a:sym typeface="Calibri"/>
            </a:endParaRPr>
          </a:p>
        </p:txBody>
      </p:sp>
      <p:sp>
        <p:nvSpPr>
          <p:cNvPr id="2055" name="Google Shape;2055;p49"/>
          <p:cNvSpPr txBox="1"/>
          <p:nvPr/>
        </p:nvSpPr>
        <p:spPr>
          <a:xfrm>
            <a:off x="389061" y="2388561"/>
            <a:ext cx="5650714"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I have been falling from the tree</a:t>
            </a:r>
            <a:endParaRPr b="0" i="0" sz="1800" u="none" cap="none" strike="noStrike">
              <a:solidFill>
                <a:schemeClr val="dk1"/>
              </a:solidFill>
              <a:latin typeface="Calibri"/>
              <a:ea typeface="Calibri"/>
              <a:cs typeface="Calibri"/>
              <a:sym typeface="Calibri"/>
            </a:endParaRPr>
          </a:p>
        </p:txBody>
      </p:sp>
      <p:sp>
        <p:nvSpPr>
          <p:cNvPr id="2056" name="Google Shape;2056;p49"/>
          <p:cNvSpPr txBox="1"/>
          <p:nvPr/>
        </p:nvSpPr>
        <p:spPr>
          <a:xfrm>
            <a:off x="389061" y="3704743"/>
            <a:ext cx="5021118"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He has been breaking his leg</a:t>
            </a:r>
            <a:endParaRPr b="0" i="0" sz="1800" u="none" cap="none" strike="noStrike">
              <a:solidFill>
                <a:schemeClr val="dk1"/>
              </a:solidFill>
              <a:latin typeface="Calibri"/>
              <a:ea typeface="Calibri"/>
              <a:cs typeface="Calibri"/>
              <a:sym typeface="Calibri"/>
            </a:endParaRPr>
          </a:p>
        </p:txBody>
      </p:sp>
      <p:cxnSp>
        <p:nvCxnSpPr>
          <p:cNvPr id="2057" name="Google Shape;2057;p49"/>
          <p:cNvCxnSpPr>
            <a:endCxn id="2054" idx="2"/>
          </p:cNvCxnSpPr>
          <p:nvPr/>
        </p:nvCxnSpPr>
        <p:spPr>
          <a:xfrm>
            <a:off x="1509997" y="1304402"/>
            <a:ext cx="2141400" cy="584700"/>
          </a:xfrm>
          <a:prstGeom prst="straightConnector1">
            <a:avLst/>
          </a:prstGeom>
          <a:noFill/>
          <a:ln cap="flat" cmpd="sng" w="38100">
            <a:solidFill>
              <a:srgbClr val="FF0000"/>
            </a:solidFill>
            <a:prstDash val="solid"/>
            <a:miter lim="800000"/>
            <a:headEnd len="sm" w="sm" type="none"/>
            <a:tailEnd len="sm" w="sm" type="none"/>
          </a:ln>
        </p:spPr>
      </p:cxnSp>
      <p:cxnSp>
        <p:nvCxnSpPr>
          <p:cNvPr id="2058" name="Google Shape;2058;p49"/>
          <p:cNvCxnSpPr/>
          <p:nvPr/>
        </p:nvCxnSpPr>
        <p:spPr>
          <a:xfrm>
            <a:off x="1510144" y="2388560"/>
            <a:ext cx="2141252" cy="584775"/>
          </a:xfrm>
          <a:prstGeom prst="straightConnector1">
            <a:avLst/>
          </a:prstGeom>
          <a:noFill/>
          <a:ln cap="flat" cmpd="sng" w="38100">
            <a:solidFill>
              <a:srgbClr val="FF0000"/>
            </a:solidFill>
            <a:prstDash val="solid"/>
            <a:miter lim="800000"/>
            <a:headEnd len="sm" w="sm" type="none"/>
            <a:tailEnd len="sm" w="sm" type="none"/>
          </a:ln>
        </p:spPr>
      </p:cxnSp>
      <p:cxnSp>
        <p:nvCxnSpPr>
          <p:cNvPr id="2059" name="Google Shape;2059;p49"/>
          <p:cNvCxnSpPr/>
          <p:nvPr/>
        </p:nvCxnSpPr>
        <p:spPr>
          <a:xfrm>
            <a:off x="1771018" y="3704743"/>
            <a:ext cx="2141252" cy="584775"/>
          </a:xfrm>
          <a:prstGeom prst="straightConnector1">
            <a:avLst/>
          </a:prstGeom>
          <a:noFill/>
          <a:ln cap="flat" cmpd="sng" w="38100">
            <a:solidFill>
              <a:srgbClr val="FF0000"/>
            </a:solidFill>
            <a:prstDash val="solid"/>
            <a:miter lim="800000"/>
            <a:headEnd len="sm" w="sm" type="none"/>
            <a:tailEnd len="sm" w="sm" type="none"/>
          </a:ln>
        </p:spPr>
      </p:cxnSp>
      <p:sp>
        <p:nvSpPr>
          <p:cNvPr id="2060" name="Google Shape;2060;p49"/>
          <p:cNvSpPr txBox="1"/>
          <p:nvPr/>
        </p:nvSpPr>
        <p:spPr>
          <a:xfrm>
            <a:off x="378405" y="1304325"/>
            <a:ext cx="4926477"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I </a:t>
            </a:r>
            <a:r>
              <a:rPr b="1" i="0" lang="en-US" sz="3200" u="none" cap="none" strike="noStrike">
                <a:solidFill>
                  <a:srgbClr val="FF0000"/>
                </a:solidFill>
                <a:latin typeface="Arial"/>
                <a:ea typeface="Arial"/>
                <a:cs typeface="Arial"/>
                <a:sym typeface="Arial"/>
              </a:rPr>
              <a:t>have cut </a:t>
            </a:r>
            <a:r>
              <a:rPr b="1" i="0" lang="en-US" sz="3200" u="none" cap="none" strike="noStrike">
                <a:solidFill>
                  <a:schemeClr val="dk1"/>
                </a:solidFill>
                <a:latin typeface="Arial"/>
                <a:ea typeface="Arial"/>
                <a:cs typeface="Arial"/>
                <a:sym typeface="Arial"/>
              </a:rPr>
              <a:t>my finger. It hurts</a:t>
            </a:r>
            <a:endParaRPr b="0" i="0" sz="1800" u="none" cap="none" strike="noStrike">
              <a:solidFill>
                <a:schemeClr val="dk1"/>
              </a:solidFill>
              <a:latin typeface="Calibri"/>
              <a:ea typeface="Calibri"/>
              <a:cs typeface="Calibri"/>
              <a:sym typeface="Calibri"/>
            </a:endParaRPr>
          </a:p>
        </p:txBody>
      </p:sp>
      <p:sp>
        <p:nvSpPr>
          <p:cNvPr id="2061" name="Google Shape;2061;p49"/>
          <p:cNvSpPr txBox="1"/>
          <p:nvPr/>
        </p:nvSpPr>
        <p:spPr>
          <a:xfrm>
            <a:off x="389061" y="2388559"/>
            <a:ext cx="4616777"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I </a:t>
            </a:r>
            <a:r>
              <a:rPr b="1" i="0" lang="en-US" sz="3200" u="none" cap="none" strike="noStrike">
                <a:solidFill>
                  <a:srgbClr val="FF0000"/>
                </a:solidFill>
                <a:latin typeface="Arial"/>
                <a:ea typeface="Arial"/>
                <a:cs typeface="Arial"/>
                <a:sym typeface="Arial"/>
              </a:rPr>
              <a:t>have fallen </a:t>
            </a:r>
            <a:r>
              <a:rPr b="1" i="0" lang="en-US" sz="3200" u="none" cap="none" strike="noStrike">
                <a:solidFill>
                  <a:schemeClr val="dk1"/>
                </a:solidFill>
                <a:latin typeface="Arial"/>
                <a:ea typeface="Arial"/>
                <a:cs typeface="Arial"/>
                <a:sym typeface="Arial"/>
              </a:rPr>
              <a:t>from the tree</a:t>
            </a:r>
            <a:endParaRPr b="0" i="0" sz="1800" u="none" cap="none" strike="noStrike">
              <a:solidFill>
                <a:schemeClr val="dk1"/>
              </a:solidFill>
              <a:latin typeface="Calibri"/>
              <a:ea typeface="Calibri"/>
              <a:cs typeface="Calibri"/>
              <a:sym typeface="Calibri"/>
            </a:endParaRPr>
          </a:p>
        </p:txBody>
      </p:sp>
      <p:sp>
        <p:nvSpPr>
          <p:cNvPr id="2062" name="Google Shape;2062;p49"/>
          <p:cNvSpPr txBox="1"/>
          <p:nvPr/>
        </p:nvSpPr>
        <p:spPr>
          <a:xfrm>
            <a:off x="389061" y="3704743"/>
            <a:ext cx="3788025"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He </a:t>
            </a:r>
            <a:r>
              <a:rPr b="1" i="0" lang="en-US" sz="3200" u="none" cap="none" strike="noStrike">
                <a:solidFill>
                  <a:srgbClr val="FF0000"/>
                </a:solidFill>
                <a:latin typeface="Arial"/>
                <a:ea typeface="Arial"/>
                <a:cs typeface="Arial"/>
                <a:sym typeface="Arial"/>
              </a:rPr>
              <a:t>has broken </a:t>
            </a:r>
            <a:r>
              <a:rPr b="1" i="0" lang="en-US" sz="3200" u="none" cap="none" strike="noStrike">
                <a:solidFill>
                  <a:schemeClr val="dk1"/>
                </a:solidFill>
                <a:latin typeface="Arial"/>
                <a:ea typeface="Arial"/>
                <a:cs typeface="Arial"/>
                <a:sym typeface="Arial"/>
              </a:rPr>
              <a:t>his leg</a:t>
            </a:r>
            <a:endParaRPr b="0" i="0" sz="1800" u="none" cap="none" strike="noStrike">
              <a:solidFill>
                <a:schemeClr val="dk1"/>
              </a:solidFill>
              <a:latin typeface="Calibri"/>
              <a:ea typeface="Calibri"/>
              <a:cs typeface="Calibri"/>
              <a:sym typeface="Calibri"/>
            </a:endParaRPr>
          </a:p>
        </p:txBody>
      </p:sp>
      <p:sp>
        <p:nvSpPr>
          <p:cNvPr id="2063" name="Google Shape;2063;p49"/>
          <p:cNvSpPr txBox="1"/>
          <p:nvPr/>
        </p:nvSpPr>
        <p:spPr>
          <a:xfrm>
            <a:off x="163773" y="4976289"/>
            <a:ext cx="11724685"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5E7D"/>
              </a:buClr>
              <a:buSzPts val="3200"/>
              <a:buFont typeface="Arial"/>
              <a:buNone/>
            </a:pPr>
            <a:r>
              <a:rPr b="1" i="0" lang="en-US" sz="3200" u="none" cap="none" strike="noStrike">
                <a:solidFill>
                  <a:srgbClr val="005E7D"/>
                </a:solidFill>
                <a:latin typeface="Arial"/>
                <a:ea typeface="Arial"/>
                <a:cs typeface="Arial"/>
                <a:sym typeface="Arial"/>
              </a:rPr>
              <a:t>Short actions aren’t used in Present Perfect Continuous </a:t>
            </a:r>
            <a:endParaRPr b="1" i="0" sz="3200" u="none" cap="none" strike="noStrike">
              <a:solidFill>
                <a:srgbClr val="005E7D"/>
              </a:solidFill>
              <a:latin typeface="Arial"/>
              <a:ea typeface="Arial"/>
              <a:cs typeface="Arial"/>
              <a:sym typeface="Arial"/>
            </a:endParaRPr>
          </a:p>
        </p:txBody>
      </p:sp>
      <p:pic>
        <p:nvPicPr>
          <p:cNvPr id="2064" name="Google Shape;2064;p49"/>
          <p:cNvPicPr preferRelativeResize="0"/>
          <p:nvPr/>
        </p:nvPicPr>
        <p:blipFill rotWithShape="1">
          <a:blip r:embed="rId3">
            <a:alphaModFix/>
          </a:blip>
          <a:srcRect b="0" l="0" r="0" t="0"/>
          <a:stretch/>
        </p:blipFill>
        <p:spPr>
          <a:xfrm>
            <a:off x="0" y="0"/>
            <a:ext cx="914400" cy="1001486"/>
          </a:xfrm>
          <a:prstGeom prst="rect">
            <a:avLst/>
          </a:prstGeom>
          <a:noFill/>
          <a:ln>
            <a:noFill/>
          </a:ln>
        </p:spPr>
      </p:pic>
      <p:grpSp>
        <p:nvGrpSpPr>
          <p:cNvPr id="2065" name="Google Shape;2065;p49"/>
          <p:cNvGrpSpPr/>
          <p:nvPr/>
        </p:nvGrpSpPr>
        <p:grpSpPr>
          <a:xfrm>
            <a:off x="11234057" y="6154056"/>
            <a:ext cx="890581" cy="681012"/>
            <a:chOff x="7350231" y="1734252"/>
            <a:chExt cx="4870814" cy="5345793"/>
          </a:xfrm>
        </p:grpSpPr>
        <p:grpSp>
          <p:nvGrpSpPr>
            <p:cNvPr id="2066" name="Google Shape;2066;p49"/>
            <p:cNvGrpSpPr/>
            <p:nvPr/>
          </p:nvGrpSpPr>
          <p:grpSpPr>
            <a:xfrm>
              <a:off x="7496004" y="1839383"/>
              <a:ext cx="3874490" cy="3979118"/>
              <a:chOff x="7496004" y="1839383"/>
              <a:chExt cx="3874490" cy="3979118"/>
            </a:xfrm>
          </p:grpSpPr>
          <p:sp>
            <p:nvSpPr>
              <p:cNvPr id="2067" name="Google Shape;2067;p49"/>
              <p:cNvSpPr/>
              <p:nvPr/>
            </p:nvSpPr>
            <p:spPr>
              <a:xfrm rot="8201235">
                <a:off x="10839502" y="4413955"/>
                <a:ext cx="427534" cy="471394"/>
              </a:xfrm>
              <a:custGeom>
                <a:rect b="b" l="l" r="r" t="t"/>
                <a:pathLst>
                  <a:path extrusionOk="0" h="4725490" w="4285801">
                    <a:moveTo>
                      <a:pt x="1428251" y="4622752"/>
                    </a:moveTo>
                    <a:cubicBezTo>
                      <a:pt x="1313180" y="4505074"/>
                      <a:pt x="1240588" y="4345285"/>
                      <a:pt x="1235771" y="4167715"/>
                    </a:cubicBezTo>
                    <a:cubicBezTo>
                      <a:pt x="1227835" y="3875156"/>
                      <a:pt x="1406218" y="3620819"/>
                      <a:pt x="1664050" y="3520754"/>
                    </a:cubicBezTo>
                    <a:lnTo>
                      <a:pt x="1635892" y="2482688"/>
                    </a:lnTo>
                    <a:lnTo>
                      <a:pt x="1044642" y="2469039"/>
                    </a:lnTo>
                    <a:lnTo>
                      <a:pt x="1044642" y="2667331"/>
                    </a:lnTo>
                    <a:cubicBezTo>
                      <a:pt x="1044642" y="2727000"/>
                      <a:pt x="996271" y="2775371"/>
                      <a:pt x="936601" y="2775372"/>
                    </a:cubicBezTo>
                    <a:lnTo>
                      <a:pt x="657382" y="2775371"/>
                    </a:lnTo>
                    <a:cubicBezTo>
                      <a:pt x="637755" y="2823613"/>
                      <a:pt x="630101" y="2874237"/>
                      <a:pt x="622448" y="2945800"/>
                    </a:cubicBezTo>
                    <a:lnTo>
                      <a:pt x="252030" y="2945800"/>
                    </a:lnTo>
                    <a:cubicBezTo>
                      <a:pt x="256275" y="2883407"/>
                      <a:pt x="252593" y="2828938"/>
                      <a:pt x="235967" y="2775370"/>
                    </a:cubicBezTo>
                    <a:lnTo>
                      <a:pt x="7267" y="2775370"/>
                    </a:lnTo>
                    <a:cubicBezTo>
                      <a:pt x="1003" y="2679903"/>
                      <a:pt x="-1109" y="2594661"/>
                      <a:pt x="535" y="2514852"/>
                    </a:cubicBezTo>
                    <a:cubicBezTo>
                      <a:pt x="5466" y="2275424"/>
                      <a:pt x="44187" y="2084887"/>
                      <a:pt x="105917" y="1813823"/>
                    </a:cubicBezTo>
                    <a:cubicBezTo>
                      <a:pt x="258635" y="1288584"/>
                      <a:pt x="488046" y="911620"/>
                      <a:pt x="870837" y="570445"/>
                    </a:cubicBezTo>
                    <a:cubicBezTo>
                      <a:pt x="674179" y="1284154"/>
                      <a:pt x="622718" y="1497188"/>
                      <a:pt x="741752" y="1669956"/>
                    </a:cubicBezTo>
                    <a:cubicBezTo>
                      <a:pt x="882751" y="1699943"/>
                      <a:pt x="788174" y="1674807"/>
                      <a:pt x="936601" y="1710419"/>
                    </a:cubicBezTo>
                    <a:cubicBezTo>
                      <a:pt x="1001384" y="1730870"/>
                      <a:pt x="1044642" y="1758791"/>
                      <a:pt x="1044642" y="1818460"/>
                    </a:cubicBezTo>
                    <a:lnTo>
                      <a:pt x="1044642" y="1970448"/>
                    </a:lnTo>
                    <a:lnTo>
                      <a:pt x="1621635" y="1957128"/>
                    </a:lnTo>
                    <a:lnTo>
                      <a:pt x="1601569" y="1217379"/>
                    </a:lnTo>
                    <a:cubicBezTo>
                      <a:pt x="1338692" y="1131438"/>
                      <a:pt x="1146783" y="887145"/>
                      <a:pt x="1138847" y="594588"/>
                    </a:cubicBezTo>
                    <a:cubicBezTo>
                      <a:pt x="1132425" y="357828"/>
                      <a:pt x="1248029" y="146099"/>
                      <a:pt x="1428910" y="20243"/>
                    </a:cubicBezTo>
                    <a:lnTo>
                      <a:pt x="1447318" y="698863"/>
                    </a:lnTo>
                    <a:lnTo>
                      <a:pt x="2193594" y="678620"/>
                    </a:lnTo>
                    <a:lnTo>
                      <a:pt x="2175185" y="0"/>
                    </a:lnTo>
                    <a:cubicBezTo>
                      <a:pt x="2362624" y="115865"/>
                      <a:pt x="2489536" y="321015"/>
                      <a:pt x="2495958" y="557775"/>
                    </a:cubicBezTo>
                    <a:cubicBezTo>
                      <a:pt x="2503894" y="850332"/>
                      <a:pt x="2325511" y="1104670"/>
                      <a:pt x="2067679" y="1204735"/>
                    </a:cubicBezTo>
                    <a:lnTo>
                      <a:pt x="2087796" y="1946367"/>
                    </a:lnTo>
                    <a:lnTo>
                      <a:pt x="4285801" y="1895627"/>
                    </a:lnTo>
                    <a:lnTo>
                      <a:pt x="4285801" y="2543859"/>
                    </a:lnTo>
                    <a:lnTo>
                      <a:pt x="2102637" y="2493462"/>
                    </a:lnTo>
                    <a:lnTo>
                      <a:pt x="2130160" y="3508110"/>
                    </a:lnTo>
                    <a:cubicBezTo>
                      <a:pt x="2393037" y="3594051"/>
                      <a:pt x="2584946" y="3838344"/>
                      <a:pt x="2592882" y="4130902"/>
                    </a:cubicBezTo>
                    <a:cubicBezTo>
                      <a:pt x="2599304" y="4367662"/>
                      <a:pt x="2483700" y="4579391"/>
                      <a:pt x="2302820" y="4705247"/>
                    </a:cubicBezTo>
                    <a:lnTo>
                      <a:pt x="2284411" y="4026626"/>
                    </a:lnTo>
                    <a:lnTo>
                      <a:pt x="1538135" y="4046869"/>
                    </a:lnTo>
                    <a:lnTo>
                      <a:pt x="1556544" y="4725490"/>
                    </a:lnTo>
                    <a:cubicBezTo>
                      <a:pt x="1509684" y="4696524"/>
                      <a:pt x="1466607" y="4661977"/>
                      <a:pt x="1428251" y="4622752"/>
                    </a:cubicBezTo>
                    <a:close/>
                    <a:moveTo>
                      <a:pt x="44807" y="3562389"/>
                    </a:moveTo>
                    <a:cubicBezTo>
                      <a:pt x="25255" y="3542837"/>
                      <a:pt x="13162" y="3515827"/>
                      <a:pt x="13162" y="3485992"/>
                    </a:cubicBezTo>
                    <a:lnTo>
                      <a:pt x="13162" y="3053842"/>
                    </a:lnTo>
                    <a:cubicBezTo>
                      <a:pt x="13162" y="2994173"/>
                      <a:pt x="61534" y="2945801"/>
                      <a:pt x="121203" y="2945801"/>
                    </a:cubicBezTo>
                    <a:lnTo>
                      <a:pt x="757287" y="2945801"/>
                    </a:lnTo>
                    <a:cubicBezTo>
                      <a:pt x="816956" y="2945801"/>
                      <a:pt x="865328" y="2994173"/>
                      <a:pt x="865328" y="3053842"/>
                    </a:cubicBezTo>
                    <a:lnTo>
                      <a:pt x="865328" y="3485992"/>
                    </a:lnTo>
                    <a:cubicBezTo>
                      <a:pt x="865328" y="3545662"/>
                      <a:pt x="816956" y="3594033"/>
                      <a:pt x="757287" y="3594033"/>
                    </a:cubicBezTo>
                    <a:lnTo>
                      <a:pt x="121203" y="3594033"/>
                    </a:lnTo>
                    <a:cubicBezTo>
                      <a:pt x="91368" y="3594033"/>
                      <a:pt x="64358" y="3581940"/>
                      <a:pt x="44807" y="356238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068" name="Google Shape;2068;p49"/>
              <p:cNvSpPr/>
              <p:nvPr/>
            </p:nvSpPr>
            <p:spPr>
              <a:xfrm rot="-900000">
                <a:off x="7608221" y="2961416"/>
                <a:ext cx="392828" cy="319096"/>
              </a:xfrm>
              <a:custGeom>
                <a:rect b="b" l="l" r="r" t="t"/>
                <a:pathLst>
                  <a:path extrusionOk="0" h="3321003" w="4088377">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069" name="Google Shape;2069;p49"/>
              <p:cNvSpPr/>
              <p:nvPr/>
            </p:nvSpPr>
            <p:spPr>
              <a:xfrm flipH="1" rot="5400000">
                <a:off x="10824557" y="2917080"/>
                <a:ext cx="392828" cy="392828"/>
              </a:xfrm>
              <a:custGeom>
                <a:rect b="b" l="l" r="r" t="t"/>
                <a:pathLst>
                  <a:path extrusionOk="0" h="3786923" w="3287892">
                    <a:moveTo>
                      <a:pt x="2574092" y="3411971"/>
                    </a:moveTo>
                    <a:cubicBezTo>
                      <a:pt x="2577477" y="3551838"/>
                      <a:pt x="2489596" y="3681234"/>
                      <a:pt x="2347458" y="3745664"/>
                    </a:cubicBezTo>
                    <a:cubicBezTo>
                      <a:pt x="2228355" y="3799653"/>
                      <a:pt x="2086904" y="3800713"/>
                      <a:pt x="1966757" y="3748519"/>
                    </a:cubicBezTo>
                    <a:cubicBezTo>
                      <a:pt x="1823914" y="3686464"/>
                      <a:pt x="1733597" y="3559106"/>
                      <a:pt x="1733597" y="3419734"/>
                    </a:cubicBezTo>
                    <a:cubicBezTo>
                      <a:pt x="2013762" y="3417146"/>
                      <a:pt x="2293927" y="3414559"/>
                      <a:pt x="2574092" y="3411971"/>
                    </a:cubicBezTo>
                    <a:close/>
                    <a:moveTo>
                      <a:pt x="2574187" y="367189"/>
                    </a:moveTo>
                    <a:cubicBezTo>
                      <a:pt x="2294022" y="369777"/>
                      <a:pt x="2013857" y="372364"/>
                      <a:pt x="1733692" y="374952"/>
                    </a:cubicBezTo>
                    <a:cubicBezTo>
                      <a:pt x="1730307" y="235085"/>
                      <a:pt x="1818188" y="105689"/>
                      <a:pt x="1960326" y="41259"/>
                    </a:cubicBezTo>
                    <a:cubicBezTo>
                      <a:pt x="2079429" y="-12730"/>
                      <a:pt x="2220880" y="-13790"/>
                      <a:pt x="2341027" y="38404"/>
                    </a:cubicBezTo>
                    <a:cubicBezTo>
                      <a:pt x="2483870" y="100459"/>
                      <a:pt x="2574187" y="227817"/>
                      <a:pt x="2574187" y="367189"/>
                    </a:cubicBezTo>
                    <a:close/>
                    <a:moveTo>
                      <a:pt x="2688290" y="635445"/>
                    </a:moveTo>
                    <a:lnTo>
                      <a:pt x="2688290" y="1612884"/>
                    </a:lnTo>
                    <a:lnTo>
                      <a:pt x="1619492" y="1612884"/>
                    </a:lnTo>
                    <a:lnTo>
                      <a:pt x="1619492" y="1396859"/>
                    </a:lnTo>
                    <a:lnTo>
                      <a:pt x="201708" y="1396859"/>
                    </a:lnTo>
                    <a:cubicBezTo>
                      <a:pt x="90308" y="1396859"/>
                      <a:pt x="0" y="1306551"/>
                      <a:pt x="0" y="1195151"/>
                    </a:cubicBezTo>
                    <a:lnTo>
                      <a:pt x="0" y="907003"/>
                    </a:lnTo>
                    <a:cubicBezTo>
                      <a:pt x="0" y="795603"/>
                      <a:pt x="90308" y="705295"/>
                      <a:pt x="201708" y="705295"/>
                    </a:cubicBezTo>
                    <a:lnTo>
                      <a:pt x="1619492" y="705295"/>
                    </a:lnTo>
                    <a:lnTo>
                      <a:pt x="1619492" y="635445"/>
                    </a:lnTo>
                    <a:cubicBezTo>
                      <a:pt x="1619492" y="537063"/>
                      <a:pt x="1699247" y="457308"/>
                      <a:pt x="1797629" y="457308"/>
                    </a:cubicBezTo>
                    <a:lnTo>
                      <a:pt x="2510153" y="457308"/>
                    </a:lnTo>
                    <a:cubicBezTo>
                      <a:pt x="2608535" y="457308"/>
                      <a:pt x="2688290" y="537063"/>
                      <a:pt x="2688290" y="635445"/>
                    </a:cubicBezTo>
                    <a:close/>
                    <a:moveTo>
                      <a:pt x="3177333" y="2901044"/>
                    </a:moveTo>
                    <a:lnTo>
                      <a:pt x="1130451" y="2901044"/>
                    </a:lnTo>
                    <a:cubicBezTo>
                      <a:pt x="1350134" y="2526253"/>
                      <a:pt x="1481437" y="2165059"/>
                      <a:pt x="1605942" y="1684892"/>
                    </a:cubicBezTo>
                    <a:lnTo>
                      <a:pt x="2701842" y="1684892"/>
                    </a:lnTo>
                    <a:cubicBezTo>
                      <a:pt x="2809350" y="2117470"/>
                      <a:pt x="2933855" y="2516056"/>
                      <a:pt x="3177333" y="2901044"/>
                    </a:cubicBezTo>
                    <a:close/>
                    <a:moveTo>
                      <a:pt x="3287892" y="3137537"/>
                    </a:moveTo>
                    <a:lnTo>
                      <a:pt x="3287892" y="3248909"/>
                    </a:lnTo>
                    <a:cubicBezTo>
                      <a:pt x="3287892" y="3295849"/>
                      <a:pt x="3249839" y="3333902"/>
                      <a:pt x="3202899" y="3333902"/>
                    </a:cubicBezTo>
                    <a:lnTo>
                      <a:pt x="1104885" y="3333902"/>
                    </a:lnTo>
                    <a:cubicBezTo>
                      <a:pt x="1057945" y="3333902"/>
                      <a:pt x="1019892" y="3295849"/>
                      <a:pt x="1019892" y="3248909"/>
                    </a:cubicBezTo>
                    <a:lnTo>
                      <a:pt x="1019892" y="3137537"/>
                    </a:lnTo>
                    <a:cubicBezTo>
                      <a:pt x="1019892" y="3090597"/>
                      <a:pt x="1057945" y="3052544"/>
                      <a:pt x="1104885" y="3052544"/>
                    </a:cubicBezTo>
                    <a:lnTo>
                      <a:pt x="3202899" y="3052544"/>
                    </a:lnTo>
                    <a:cubicBezTo>
                      <a:pt x="3249839" y="3052544"/>
                      <a:pt x="3287892" y="3090597"/>
                      <a:pt x="3287892" y="313753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070" name="Google Shape;2070;p49"/>
              <p:cNvSpPr/>
              <p:nvPr/>
            </p:nvSpPr>
            <p:spPr>
              <a:xfrm>
                <a:off x="11062223" y="3784811"/>
                <a:ext cx="285020" cy="285020"/>
              </a:xfrm>
              <a:custGeom>
                <a:rect b="b" l="l" r="r" t="t"/>
                <a:pathLst>
                  <a:path extrusionOk="0" h="2964099" w="2801488">
                    <a:moveTo>
                      <a:pt x="1393788" y="2251706"/>
                    </a:moveTo>
                    <a:cubicBezTo>
                      <a:pt x="1338380" y="2251706"/>
                      <a:pt x="1293463" y="2296623"/>
                      <a:pt x="1293463" y="2352031"/>
                    </a:cubicBezTo>
                    <a:cubicBezTo>
                      <a:pt x="1293463" y="2407439"/>
                      <a:pt x="1338380" y="2452356"/>
                      <a:pt x="1393788" y="2452356"/>
                    </a:cubicBezTo>
                    <a:cubicBezTo>
                      <a:pt x="1449196" y="2452356"/>
                      <a:pt x="1494113" y="2407439"/>
                      <a:pt x="1494113" y="2352031"/>
                    </a:cubicBezTo>
                    <a:cubicBezTo>
                      <a:pt x="1494113" y="2296623"/>
                      <a:pt x="1449196" y="2251706"/>
                      <a:pt x="1393788" y="2251706"/>
                    </a:cubicBezTo>
                    <a:close/>
                    <a:moveTo>
                      <a:pt x="2189420" y="1936547"/>
                    </a:moveTo>
                    <a:cubicBezTo>
                      <a:pt x="1959955" y="1936547"/>
                      <a:pt x="1773936" y="2122566"/>
                      <a:pt x="1773936" y="2352031"/>
                    </a:cubicBezTo>
                    <a:cubicBezTo>
                      <a:pt x="1773936" y="2581496"/>
                      <a:pt x="1959955" y="2767515"/>
                      <a:pt x="2189420" y="2767515"/>
                    </a:cubicBezTo>
                    <a:cubicBezTo>
                      <a:pt x="2418885" y="2767515"/>
                      <a:pt x="2604904" y="2581496"/>
                      <a:pt x="2604904" y="2352031"/>
                    </a:cubicBezTo>
                    <a:cubicBezTo>
                      <a:pt x="2604904" y="2122566"/>
                      <a:pt x="2418885" y="1936547"/>
                      <a:pt x="2189420" y="1936547"/>
                    </a:cubicBezTo>
                    <a:close/>
                    <a:moveTo>
                      <a:pt x="612068" y="1936547"/>
                    </a:moveTo>
                    <a:cubicBezTo>
                      <a:pt x="382603" y="1936547"/>
                      <a:pt x="196584" y="2122566"/>
                      <a:pt x="196584" y="2352031"/>
                    </a:cubicBezTo>
                    <a:cubicBezTo>
                      <a:pt x="196584" y="2581496"/>
                      <a:pt x="382603" y="2767515"/>
                      <a:pt x="612068" y="2767515"/>
                    </a:cubicBezTo>
                    <a:cubicBezTo>
                      <a:pt x="841533" y="2767515"/>
                      <a:pt x="1027552" y="2581496"/>
                      <a:pt x="1027552" y="2352031"/>
                    </a:cubicBezTo>
                    <a:cubicBezTo>
                      <a:pt x="1027552" y="2122566"/>
                      <a:pt x="841533" y="1936547"/>
                      <a:pt x="612068" y="1936547"/>
                    </a:cubicBezTo>
                    <a:close/>
                    <a:moveTo>
                      <a:pt x="845776" y="315"/>
                    </a:moveTo>
                    <a:cubicBezTo>
                      <a:pt x="1032101" y="7965"/>
                      <a:pt x="1181399" y="153129"/>
                      <a:pt x="1195696" y="335717"/>
                    </a:cubicBezTo>
                    <a:lnTo>
                      <a:pt x="1198885" y="335806"/>
                    </a:lnTo>
                    <a:lnTo>
                      <a:pt x="1198706" y="366401"/>
                    </a:lnTo>
                    <a:cubicBezTo>
                      <a:pt x="1198883" y="367005"/>
                      <a:pt x="1198884" y="367612"/>
                      <a:pt x="1198884" y="368218"/>
                    </a:cubicBezTo>
                    <a:lnTo>
                      <a:pt x="1198695" y="368210"/>
                    </a:lnTo>
                    <a:lnTo>
                      <a:pt x="1197421" y="585651"/>
                    </a:lnTo>
                    <a:cubicBezTo>
                      <a:pt x="1245519" y="531733"/>
                      <a:pt x="1316597" y="499778"/>
                      <a:pt x="1394104" y="502960"/>
                    </a:cubicBezTo>
                    <a:cubicBezTo>
                      <a:pt x="1472998" y="506199"/>
                      <a:pt x="1542269" y="545176"/>
                      <a:pt x="1585751" y="604519"/>
                    </a:cubicBezTo>
                    <a:cubicBezTo>
                      <a:pt x="1585226" y="514948"/>
                      <a:pt x="1584701" y="425377"/>
                      <a:pt x="1584176" y="335806"/>
                    </a:cubicBezTo>
                    <a:lnTo>
                      <a:pt x="1585829" y="335760"/>
                    </a:lnTo>
                    <a:cubicBezTo>
                      <a:pt x="1602915" y="140060"/>
                      <a:pt x="1770945" y="-7755"/>
                      <a:pt x="1967493" y="315"/>
                    </a:cubicBezTo>
                    <a:cubicBezTo>
                      <a:pt x="2146853" y="7679"/>
                      <a:pt x="2291902" y="142468"/>
                      <a:pt x="2315427" y="315465"/>
                    </a:cubicBezTo>
                    <a:lnTo>
                      <a:pt x="2320109" y="315335"/>
                    </a:lnTo>
                    <a:lnTo>
                      <a:pt x="2729306" y="2069418"/>
                    </a:lnTo>
                    <a:cubicBezTo>
                      <a:pt x="2776307" y="2152970"/>
                      <a:pt x="2801488" y="2249560"/>
                      <a:pt x="2801488" y="2352031"/>
                    </a:cubicBezTo>
                    <a:cubicBezTo>
                      <a:pt x="2801488" y="2690067"/>
                      <a:pt x="2527456" y="2964099"/>
                      <a:pt x="2189420" y="2964099"/>
                    </a:cubicBezTo>
                    <a:cubicBezTo>
                      <a:pt x="1922036" y="2964099"/>
                      <a:pt x="1694697" y="2792645"/>
                      <a:pt x="1613824" y="2552817"/>
                    </a:cubicBezTo>
                    <a:cubicBezTo>
                      <a:pt x="1559905" y="2613347"/>
                      <a:pt x="1481232" y="2650901"/>
                      <a:pt x="1393788" y="2650901"/>
                    </a:cubicBezTo>
                    <a:cubicBezTo>
                      <a:pt x="1311973" y="2650901"/>
                      <a:pt x="1237837" y="2618027"/>
                      <a:pt x="1183996" y="2564635"/>
                    </a:cubicBezTo>
                    <a:cubicBezTo>
                      <a:pt x="1099341" y="2798210"/>
                      <a:pt x="875077" y="2964099"/>
                      <a:pt x="612068" y="2964099"/>
                    </a:cubicBezTo>
                    <a:cubicBezTo>
                      <a:pt x="274032" y="2964099"/>
                      <a:pt x="0" y="2690067"/>
                      <a:pt x="0" y="2352031"/>
                    </a:cubicBezTo>
                    <a:cubicBezTo>
                      <a:pt x="0" y="2288533"/>
                      <a:pt x="9669" y="2227293"/>
                      <a:pt x="30466" y="2170591"/>
                    </a:cubicBezTo>
                    <a:lnTo>
                      <a:pt x="30153" y="2170591"/>
                    </a:lnTo>
                    <a:lnTo>
                      <a:pt x="462952" y="315335"/>
                    </a:lnTo>
                    <a:lnTo>
                      <a:pt x="467801" y="315470"/>
                    </a:lnTo>
                    <a:cubicBezTo>
                      <a:pt x="493068" y="129842"/>
                      <a:pt x="656149" y="-7470"/>
                      <a:pt x="845776" y="3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071" name="Google Shape;2071;p49"/>
              <p:cNvSpPr/>
              <p:nvPr/>
            </p:nvSpPr>
            <p:spPr>
              <a:xfrm>
                <a:off x="8077159" y="2346892"/>
                <a:ext cx="392828" cy="303948"/>
              </a:xfrm>
              <a:custGeom>
                <a:rect b="b" l="l" r="r" t="t"/>
                <a:pathLst>
                  <a:path extrusionOk="0" h="3064028" w="3960000">
                    <a:moveTo>
                      <a:pt x="1955333" y="1285185"/>
                    </a:moveTo>
                    <a:cubicBezTo>
                      <a:pt x="2192176" y="1285185"/>
                      <a:pt x="2384176" y="1477185"/>
                      <a:pt x="2384176" y="1714028"/>
                    </a:cubicBezTo>
                    <a:cubicBezTo>
                      <a:pt x="2384176" y="1950871"/>
                      <a:pt x="2192176" y="2142871"/>
                      <a:pt x="1955333" y="2142871"/>
                    </a:cubicBezTo>
                    <a:cubicBezTo>
                      <a:pt x="1718490" y="2142871"/>
                      <a:pt x="1526490" y="1950871"/>
                      <a:pt x="1526490" y="1714028"/>
                    </a:cubicBezTo>
                    <a:cubicBezTo>
                      <a:pt x="1526490" y="1477185"/>
                      <a:pt x="1718490" y="1285185"/>
                      <a:pt x="1955333" y="1285185"/>
                    </a:cubicBezTo>
                    <a:close/>
                    <a:moveTo>
                      <a:pt x="1955333" y="1074136"/>
                    </a:moveTo>
                    <a:cubicBezTo>
                      <a:pt x="1601930" y="1074136"/>
                      <a:pt x="1315441" y="1360625"/>
                      <a:pt x="1315441" y="1714028"/>
                    </a:cubicBezTo>
                    <a:cubicBezTo>
                      <a:pt x="1315441" y="2067431"/>
                      <a:pt x="1601930" y="2353920"/>
                      <a:pt x="1955333" y="2353920"/>
                    </a:cubicBezTo>
                    <a:cubicBezTo>
                      <a:pt x="2308736" y="2353920"/>
                      <a:pt x="2595225" y="2067431"/>
                      <a:pt x="2595225" y="1714028"/>
                    </a:cubicBezTo>
                    <a:cubicBezTo>
                      <a:pt x="2595225" y="1360625"/>
                      <a:pt x="2308736" y="1074136"/>
                      <a:pt x="1955333" y="1074136"/>
                    </a:cubicBezTo>
                    <a:close/>
                    <a:moveTo>
                      <a:pt x="1955333" y="849503"/>
                    </a:moveTo>
                    <a:cubicBezTo>
                      <a:pt x="2432797" y="849503"/>
                      <a:pt x="2819858" y="1236564"/>
                      <a:pt x="2819858" y="1714028"/>
                    </a:cubicBezTo>
                    <a:cubicBezTo>
                      <a:pt x="2819858" y="2191492"/>
                      <a:pt x="2432797" y="2578553"/>
                      <a:pt x="1955333" y="2578553"/>
                    </a:cubicBezTo>
                    <a:cubicBezTo>
                      <a:pt x="1477869" y="2578553"/>
                      <a:pt x="1090808" y="2191492"/>
                      <a:pt x="1090808" y="1714028"/>
                    </a:cubicBezTo>
                    <a:cubicBezTo>
                      <a:pt x="1090808" y="1236564"/>
                      <a:pt x="1477869" y="849503"/>
                      <a:pt x="1955333" y="849503"/>
                    </a:cubicBezTo>
                    <a:close/>
                    <a:moveTo>
                      <a:pt x="3253503" y="756254"/>
                    </a:moveTo>
                    <a:cubicBezTo>
                      <a:pt x="3162525" y="756254"/>
                      <a:pt x="3088773" y="830006"/>
                      <a:pt x="3088773" y="920984"/>
                    </a:cubicBezTo>
                    <a:cubicBezTo>
                      <a:pt x="3088773" y="1011962"/>
                      <a:pt x="3162525" y="1085714"/>
                      <a:pt x="3253503" y="1085714"/>
                    </a:cubicBezTo>
                    <a:cubicBezTo>
                      <a:pt x="3344481" y="1085714"/>
                      <a:pt x="3418233" y="1011962"/>
                      <a:pt x="3418233" y="920984"/>
                    </a:cubicBezTo>
                    <a:cubicBezTo>
                      <a:pt x="3418233" y="830006"/>
                      <a:pt x="3344481" y="756254"/>
                      <a:pt x="3253503" y="756254"/>
                    </a:cubicBezTo>
                    <a:close/>
                    <a:moveTo>
                      <a:pt x="1955333" y="744677"/>
                    </a:moveTo>
                    <a:cubicBezTo>
                      <a:pt x="1419975" y="744677"/>
                      <a:pt x="985982" y="1178670"/>
                      <a:pt x="985982" y="1714028"/>
                    </a:cubicBezTo>
                    <a:cubicBezTo>
                      <a:pt x="985982" y="2249386"/>
                      <a:pt x="1419975" y="2683379"/>
                      <a:pt x="1955333" y="2683379"/>
                    </a:cubicBezTo>
                    <a:cubicBezTo>
                      <a:pt x="2490691" y="2683379"/>
                      <a:pt x="2924684" y="2249386"/>
                      <a:pt x="2924684" y="1714028"/>
                    </a:cubicBezTo>
                    <a:cubicBezTo>
                      <a:pt x="2924684" y="1178670"/>
                      <a:pt x="2490691" y="744677"/>
                      <a:pt x="1955333" y="744677"/>
                    </a:cubicBezTo>
                    <a:close/>
                    <a:moveTo>
                      <a:pt x="1333922" y="0"/>
                    </a:moveTo>
                    <a:lnTo>
                      <a:pt x="2626078" y="0"/>
                    </a:lnTo>
                    <a:lnTo>
                      <a:pt x="2717085" y="364028"/>
                    </a:lnTo>
                    <a:lnTo>
                      <a:pt x="3699990" y="364028"/>
                    </a:lnTo>
                    <a:cubicBezTo>
                      <a:pt x="3843590" y="364028"/>
                      <a:pt x="3960000" y="480438"/>
                      <a:pt x="3960000" y="624038"/>
                    </a:cubicBezTo>
                    <a:lnTo>
                      <a:pt x="3960000" y="2804018"/>
                    </a:lnTo>
                    <a:cubicBezTo>
                      <a:pt x="3960000" y="2947618"/>
                      <a:pt x="3843590" y="3064028"/>
                      <a:pt x="3699990" y="3064028"/>
                    </a:cubicBezTo>
                    <a:lnTo>
                      <a:pt x="260010" y="3064028"/>
                    </a:lnTo>
                    <a:cubicBezTo>
                      <a:pt x="116410" y="3064028"/>
                      <a:pt x="0" y="2947618"/>
                      <a:pt x="0" y="2804018"/>
                    </a:cubicBezTo>
                    <a:lnTo>
                      <a:pt x="0" y="624038"/>
                    </a:lnTo>
                    <a:cubicBezTo>
                      <a:pt x="0" y="480438"/>
                      <a:pt x="116410" y="364028"/>
                      <a:pt x="260010" y="364028"/>
                    </a:cubicBezTo>
                    <a:lnTo>
                      <a:pt x="443165" y="364028"/>
                    </a:lnTo>
                    <a:lnTo>
                      <a:pt x="443165" y="237982"/>
                    </a:lnTo>
                    <a:cubicBezTo>
                      <a:pt x="443165" y="195266"/>
                      <a:pt x="477794" y="160637"/>
                      <a:pt x="520510" y="160637"/>
                    </a:cubicBezTo>
                    <a:lnTo>
                      <a:pt x="1049896" y="160637"/>
                    </a:lnTo>
                    <a:cubicBezTo>
                      <a:pt x="1092612" y="160637"/>
                      <a:pt x="1127241" y="195266"/>
                      <a:pt x="1127241" y="237982"/>
                    </a:cubicBezTo>
                    <a:lnTo>
                      <a:pt x="1127241" y="364028"/>
                    </a:lnTo>
                    <a:lnTo>
                      <a:pt x="1242915" y="364028"/>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072" name="Google Shape;2072;p49"/>
              <p:cNvSpPr/>
              <p:nvPr/>
            </p:nvSpPr>
            <p:spPr>
              <a:xfrm>
                <a:off x="8560619" y="5355763"/>
                <a:ext cx="372889" cy="259826"/>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073" name="Google Shape;2073;p49"/>
              <p:cNvSpPr/>
              <p:nvPr/>
            </p:nvSpPr>
            <p:spPr>
              <a:xfrm rot="2498363">
                <a:off x="8831623" y="1920263"/>
                <a:ext cx="392828" cy="392828"/>
              </a:xfrm>
              <a:custGeom>
                <a:rect b="b" l="l" r="r" t="t"/>
                <a:pathLst>
                  <a:path extrusionOk="0" h="3938940" w="3860438">
                    <a:moveTo>
                      <a:pt x="1862067" y="2433815"/>
                    </a:moveTo>
                    <a:lnTo>
                      <a:pt x="1970067" y="2433815"/>
                    </a:lnTo>
                    <a:lnTo>
                      <a:pt x="1970067" y="3362873"/>
                    </a:lnTo>
                    <a:lnTo>
                      <a:pt x="2004792" y="3362873"/>
                    </a:lnTo>
                    <a:lnTo>
                      <a:pt x="2004792" y="3650907"/>
                    </a:lnTo>
                    <a:cubicBezTo>
                      <a:pt x="2004792" y="3808349"/>
                      <a:pt x="1878374" y="3936619"/>
                      <a:pt x="1720949" y="3938909"/>
                    </a:cubicBezTo>
                    <a:cubicBezTo>
                      <a:pt x="1564029" y="3941192"/>
                      <a:pt x="1434265" y="3817458"/>
                      <a:pt x="1429045" y="3660794"/>
                    </a:cubicBezTo>
                    <a:lnTo>
                      <a:pt x="1428727" y="3660794"/>
                    </a:lnTo>
                    <a:lnTo>
                      <a:pt x="1428727" y="3588794"/>
                    </a:lnTo>
                    <a:cubicBezTo>
                      <a:pt x="1428727" y="3549029"/>
                      <a:pt x="1460962" y="3516794"/>
                      <a:pt x="1500727" y="3516794"/>
                    </a:cubicBezTo>
                    <a:lnTo>
                      <a:pt x="1536727" y="3516794"/>
                    </a:lnTo>
                    <a:cubicBezTo>
                      <a:pt x="1576492" y="3516794"/>
                      <a:pt x="1608727" y="3549029"/>
                      <a:pt x="1608727" y="3588794"/>
                    </a:cubicBezTo>
                    <a:lnTo>
                      <a:pt x="1608727" y="3654789"/>
                    </a:lnTo>
                    <a:cubicBezTo>
                      <a:pt x="1610687" y="3713589"/>
                      <a:pt x="1659418" y="3760001"/>
                      <a:pt x="1718334" y="3759144"/>
                    </a:cubicBezTo>
                    <a:cubicBezTo>
                      <a:pt x="1777498" y="3758284"/>
                      <a:pt x="1825008" y="3710077"/>
                      <a:pt x="1825008" y="3650907"/>
                    </a:cubicBezTo>
                    <a:lnTo>
                      <a:pt x="1824792" y="3650907"/>
                    </a:lnTo>
                    <a:lnTo>
                      <a:pt x="1824792" y="3362873"/>
                    </a:lnTo>
                    <a:lnTo>
                      <a:pt x="1862067" y="3362873"/>
                    </a:lnTo>
                    <a:close/>
                    <a:moveTo>
                      <a:pt x="1963773" y="341826"/>
                    </a:moveTo>
                    <a:cubicBezTo>
                      <a:pt x="2603866" y="1105515"/>
                      <a:pt x="2803203" y="1464631"/>
                      <a:pt x="2867684" y="2396069"/>
                    </a:cubicBezTo>
                    <a:cubicBezTo>
                      <a:pt x="2523234" y="2107144"/>
                      <a:pt x="2324834" y="2107144"/>
                      <a:pt x="1967684" y="2396069"/>
                    </a:cubicBezTo>
                    <a:cubicBezTo>
                      <a:pt x="1966380" y="1713514"/>
                      <a:pt x="1965077" y="1024381"/>
                      <a:pt x="1963773" y="341826"/>
                    </a:cubicBezTo>
                    <a:close/>
                    <a:moveTo>
                      <a:pt x="1882676" y="341826"/>
                    </a:moveTo>
                    <a:cubicBezTo>
                      <a:pt x="1881372" y="1024381"/>
                      <a:pt x="1880069" y="1713514"/>
                      <a:pt x="1878765" y="2396069"/>
                    </a:cubicBezTo>
                    <a:cubicBezTo>
                      <a:pt x="1521615" y="2107144"/>
                      <a:pt x="1323215" y="2107144"/>
                      <a:pt x="978765" y="2396069"/>
                    </a:cubicBezTo>
                    <a:cubicBezTo>
                      <a:pt x="1043246" y="1464631"/>
                      <a:pt x="1242583" y="1105515"/>
                      <a:pt x="1882676" y="341826"/>
                    </a:cubicBezTo>
                    <a:close/>
                    <a:moveTo>
                      <a:pt x="2058573" y="335248"/>
                    </a:moveTo>
                    <a:cubicBezTo>
                      <a:pt x="3026489" y="598978"/>
                      <a:pt x="3714825" y="1273857"/>
                      <a:pt x="3860438" y="2396070"/>
                    </a:cubicBezTo>
                    <a:cubicBezTo>
                      <a:pt x="3515988" y="2107145"/>
                      <a:pt x="3317588" y="2107145"/>
                      <a:pt x="2960438" y="2396070"/>
                    </a:cubicBezTo>
                    <a:cubicBezTo>
                      <a:pt x="2910892" y="1313327"/>
                      <a:pt x="2647549" y="1036442"/>
                      <a:pt x="2058573" y="335248"/>
                    </a:cubicBezTo>
                    <a:close/>
                    <a:moveTo>
                      <a:pt x="1801865" y="335248"/>
                    </a:moveTo>
                    <a:cubicBezTo>
                      <a:pt x="1212889" y="1036442"/>
                      <a:pt x="949546" y="1313327"/>
                      <a:pt x="900000" y="2396070"/>
                    </a:cubicBezTo>
                    <a:cubicBezTo>
                      <a:pt x="542850" y="2107145"/>
                      <a:pt x="344450" y="2107145"/>
                      <a:pt x="0" y="2396070"/>
                    </a:cubicBezTo>
                    <a:cubicBezTo>
                      <a:pt x="145613" y="1273857"/>
                      <a:pt x="833949" y="598978"/>
                      <a:pt x="1801865" y="335248"/>
                    </a:cubicBezTo>
                    <a:close/>
                    <a:moveTo>
                      <a:pt x="1902679" y="0"/>
                    </a:moveTo>
                    <a:lnTo>
                      <a:pt x="1929455" y="0"/>
                    </a:lnTo>
                    <a:lnTo>
                      <a:pt x="1970067" y="288000"/>
                    </a:lnTo>
                    <a:lnTo>
                      <a:pt x="1862067" y="288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074" name="Google Shape;2074;p49"/>
              <p:cNvSpPr/>
              <p:nvPr/>
            </p:nvSpPr>
            <p:spPr>
              <a:xfrm rot="-2129845">
                <a:off x="10110329" y="1972655"/>
                <a:ext cx="132806" cy="502999"/>
              </a:xfrm>
              <a:custGeom>
                <a:rect b="b" l="l" r="r" t="t"/>
                <a:pathLst>
                  <a:path extrusionOk="0" h="5014044" w="1323851">
                    <a:moveTo>
                      <a:pt x="797140" y="4503940"/>
                    </a:moveTo>
                    <a:cubicBezTo>
                      <a:pt x="732770" y="4439570"/>
                      <a:pt x="628407" y="4439570"/>
                      <a:pt x="564037" y="4503940"/>
                    </a:cubicBezTo>
                    <a:cubicBezTo>
                      <a:pt x="499667" y="4568310"/>
                      <a:pt x="499667" y="4672672"/>
                      <a:pt x="564037" y="4737042"/>
                    </a:cubicBezTo>
                    <a:cubicBezTo>
                      <a:pt x="628407" y="4801412"/>
                      <a:pt x="732770" y="4801413"/>
                      <a:pt x="797140" y="4737043"/>
                    </a:cubicBezTo>
                    <a:cubicBezTo>
                      <a:pt x="861510" y="4672673"/>
                      <a:pt x="861510" y="4568310"/>
                      <a:pt x="797140" y="4503940"/>
                    </a:cubicBezTo>
                    <a:close/>
                    <a:moveTo>
                      <a:pt x="1019859" y="4396571"/>
                    </a:moveTo>
                    <a:lnTo>
                      <a:pt x="1019859" y="4844408"/>
                    </a:lnTo>
                    <a:lnTo>
                      <a:pt x="680589" y="5014044"/>
                    </a:lnTo>
                    <a:lnTo>
                      <a:pt x="341319" y="4844409"/>
                    </a:lnTo>
                    <a:lnTo>
                      <a:pt x="341319" y="4396572"/>
                    </a:lnTo>
                    <a:lnTo>
                      <a:pt x="680589" y="4226937"/>
                    </a:lnTo>
                    <a:close/>
                    <a:moveTo>
                      <a:pt x="800624" y="237293"/>
                    </a:moveTo>
                    <a:cubicBezTo>
                      <a:pt x="730322" y="166991"/>
                      <a:pt x="616339" y="166991"/>
                      <a:pt x="546037" y="237293"/>
                    </a:cubicBezTo>
                    <a:cubicBezTo>
                      <a:pt x="475735" y="307595"/>
                      <a:pt x="475735" y="421577"/>
                      <a:pt x="546037" y="491879"/>
                    </a:cubicBezTo>
                    <a:cubicBezTo>
                      <a:pt x="616339" y="562181"/>
                      <a:pt x="730322" y="562181"/>
                      <a:pt x="800624" y="491879"/>
                    </a:cubicBezTo>
                    <a:cubicBezTo>
                      <a:pt x="870926" y="421577"/>
                      <a:pt x="870926" y="307595"/>
                      <a:pt x="800624" y="237293"/>
                    </a:cubicBezTo>
                    <a:close/>
                    <a:moveTo>
                      <a:pt x="1079384" y="68015"/>
                    </a:moveTo>
                    <a:cubicBezTo>
                      <a:pt x="1121407" y="110039"/>
                      <a:pt x="1147399" y="168093"/>
                      <a:pt x="1147399" y="232219"/>
                    </a:cubicBezTo>
                    <a:cubicBezTo>
                      <a:pt x="1147399" y="1159793"/>
                      <a:pt x="1034554" y="2087367"/>
                      <a:pt x="1023948" y="3014957"/>
                    </a:cubicBezTo>
                    <a:cubicBezTo>
                      <a:pt x="1133082" y="3060182"/>
                      <a:pt x="1235152" y="3127360"/>
                      <a:pt x="1323851" y="3216059"/>
                    </a:cubicBezTo>
                    <a:cubicBezTo>
                      <a:pt x="1689423" y="3581630"/>
                      <a:pt x="1689423" y="4174338"/>
                      <a:pt x="1323851" y="4539910"/>
                    </a:cubicBezTo>
                    <a:cubicBezTo>
                      <a:pt x="1261218" y="4602543"/>
                      <a:pt x="1191917" y="4654446"/>
                      <a:pt x="1117803" y="4694845"/>
                    </a:cubicBezTo>
                    <a:lnTo>
                      <a:pt x="1117303" y="3872699"/>
                    </a:lnTo>
                    <a:lnTo>
                      <a:pt x="684319" y="3565900"/>
                    </a:lnTo>
                    <a:lnTo>
                      <a:pt x="251709" y="3873225"/>
                    </a:lnTo>
                    <a:lnTo>
                      <a:pt x="252223" y="4718882"/>
                    </a:lnTo>
                    <a:cubicBezTo>
                      <a:pt x="160837" y="4675423"/>
                      <a:pt x="75567" y="4615476"/>
                      <a:pt x="0" y="4539910"/>
                    </a:cubicBezTo>
                    <a:cubicBezTo>
                      <a:pt x="-365571" y="4174338"/>
                      <a:pt x="-365571" y="3581630"/>
                      <a:pt x="0" y="3216059"/>
                    </a:cubicBezTo>
                    <a:cubicBezTo>
                      <a:pt x="100968" y="3115091"/>
                      <a:pt x="219261" y="3042010"/>
                      <a:pt x="345675" y="2997831"/>
                    </a:cubicBezTo>
                    <a:lnTo>
                      <a:pt x="211295" y="232219"/>
                    </a:lnTo>
                    <a:cubicBezTo>
                      <a:pt x="211295" y="103968"/>
                      <a:pt x="315263" y="0"/>
                      <a:pt x="443514" y="0"/>
                    </a:cubicBezTo>
                    <a:lnTo>
                      <a:pt x="915180" y="0"/>
                    </a:lnTo>
                    <a:cubicBezTo>
                      <a:pt x="979305" y="0"/>
                      <a:pt x="1037360" y="25992"/>
                      <a:pt x="1079384" y="680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075" name="Google Shape;2075;p49"/>
              <p:cNvSpPr/>
              <p:nvPr/>
            </p:nvSpPr>
            <p:spPr>
              <a:xfrm rot="-8100000">
                <a:off x="9503918" y="5364438"/>
                <a:ext cx="71616" cy="502304"/>
              </a:xfrm>
              <a:custGeom>
                <a:rect b="b" l="l" r="r" t="t"/>
                <a:pathLst>
                  <a:path extrusionOk="0" h="460327" w="65631">
                    <a:moveTo>
                      <a:pt x="42919" y="215685"/>
                    </a:moveTo>
                    <a:lnTo>
                      <a:pt x="22708" y="215685"/>
                    </a:lnTo>
                    <a:lnTo>
                      <a:pt x="0" y="185855"/>
                    </a:lnTo>
                    <a:lnTo>
                      <a:pt x="3" y="185856"/>
                    </a:lnTo>
                    <a:lnTo>
                      <a:pt x="3" y="32814"/>
                    </a:lnTo>
                    <a:cubicBezTo>
                      <a:pt x="3" y="14690"/>
                      <a:pt x="14694" y="0"/>
                      <a:pt x="32817" y="0"/>
                    </a:cubicBezTo>
                    <a:cubicBezTo>
                      <a:pt x="50940" y="0"/>
                      <a:pt x="65631" y="14690"/>
                      <a:pt x="65631" y="32814"/>
                    </a:cubicBezTo>
                    <a:lnTo>
                      <a:pt x="65631" y="185856"/>
                    </a:lnTo>
                    <a:lnTo>
                      <a:pt x="65626" y="185856"/>
                    </a:lnTo>
                    <a:close/>
                    <a:moveTo>
                      <a:pt x="57234" y="460327"/>
                    </a:moveTo>
                    <a:lnTo>
                      <a:pt x="11300" y="460327"/>
                    </a:lnTo>
                    <a:lnTo>
                      <a:pt x="11300" y="366559"/>
                    </a:lnTo>
                    <a:cubicBezTo>
                      <a:pt x="13577" y="349655"/>
                      <a:pt x="25635" y="358815"/>
                      <a:pt x="25452" y="346112"/>
                    </a:cubicBezTo>
                    <a:cubicBezTo>
                      <a:pt x="25288" y="302926"/>
                      <a:pt x="25124" y="259739"/>
                      <a:pt x="24960" y="216553"/>
                    </a:cubicBezTo>
                    <a:lnTo>
                      <a:pt x="42858" y="216553"/>
                    </a:lnTo>
                    <a:cubicBezTo>
                      <a:pt x="42694" y="259576"/>
                      <a:pt x="42530" y="302598"/>
                      <a:pt x="42366" y="345621"/>
                    </a:cubicBezTo>
                    <a:cubicBezTo>
                      <a:pt x="39843" y="359799"/>
                      <a:pt x="54756" y="347441"/>
                      <a:pt x="57234" y="36655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076" name="Google Shape;2076;p49"/>
              <p:cNvSpPr/>
              <p:nvPr/>
            </p:nvSpPr>
            <p:spPr>
              <a:xfrm>
                <a:off x="10146073" y="5282722"/>
                <a:ext cx="141778" cy="392828"/>
              </a:xfrm>
              <a:custGeom>
                <a:rect b="b" l="l" r="r" t="t"/>
                <a:pathLst>
                  <a:path extrusionOk="0" h="3871427" w="1397263">
                    <a:moveTo>
                      <a:pt x="698631" y="1778701"/>
                    </a:moveTo>
                    <a:cubicBezTo>
                      <a:pt x="609151" y="1778701"/>
                      <a:pt x="536613" y="1851239"/>
                      <a:pt x="536613" y="1940719"/>
                    </a:cubicBezTo>
                    <a:cubicBezTo>
                      <a:pt x="536613" y="2030199"/>
                      <a:pt x="609151" y="2102737"/>
                      <a:pt x="698631" y="2102737"/>
                    </a:cubicBezTo>
                    <a:cubicBezTo>
                      <a:pt x="788111" y="2102737"/>
                      <a:pt x="860649" y="2030199"/>
                      <a:pt x="860649" y="1940719"/>
                    </a:cubicBezTo>
                    <a:cubicBezTo>
                      <a:pt x="860649" y="1851239"/>
                      <a:pt x="788111" y="1778701"/>
                      <a:pt x="698631" y="1778701"/>
                    </a:cubicBezTo>
                    <a:close/>
                    <a:moveTo>
                      <a:pt x="999594" y="0"/>
                    </a:moveTo>
                    <a:lnTo>
                      <a:pt x="1321063" y="0"/>
                    </a:lnTo>
                    <a:lnTo>
                      <a:pt x="1390119" y="95250"/>
                    </a:lnTo>
                    <a:cubicBezTo>
                      <a:pt x="1392500" y="284956"/>
                      <a:pt x="1394882" y="474663"/>
                      <a:pt x="1397263" y="664369"/>
                    </a:cubicBezTo>
                    <a:lnTo>
                      <a:pt x="1256769" y="833438"/>
                    </a:lnTo>
                    <a:lnTo>
                      <a:pt x="921013" y="978694"/>
                    </a:lnTo>
                    <a:lnTo>
                      <a:pt x="913199" y="978651"/>
                    </a:lnTo>
                    <a:lnTo>
                      <a:pt x="913199" y="1700779"/>
                    </a:lnTo>
                    <a:cubicBezTo>
                      <a:pt x="979823" y="1759212"/>
                      <a:pt x="1021211" y="1845132"/>
                      <a:pt x="1021211" y="1940719"/>
                    </a:cubicBezTo>
                    <a:cubicBezTo>
                      <a:pt x="1021211" y="2036306"/>
                      <a:pt x="979823" y="2122226"/>
                      <a:pt x="913199" y="2180659"/>
                    </a:cubicBezTo>
                    <a:lnTo>
                      <a:pt x="913199" y="2896482"/>
                    </a:lnTo>
                    <a:lnTo>
                      <a:pt x="1238250" y="3021320"/>
                    </a:lnTo>
                    <a:lnTo>
                      <a:pt x="1390650" y="3199914"/>
                    </a:lnTo>
                    <a:lnTo>
                      <a:pt x="1393032" y="3764270"/>
                    </a:lnTo>
                    <a:lnTo>
                      <a:pt x="1316832" y="3869045"/>
                    </a:lnTo>
                    <a:lnTo>
                      <a:pt x="997744" y="3869045"/>
                    </a:lnTo>
                    <a:lnTo>
                      <a:pt x="995363" y="3276114"/>
                    </a:lnTo>
                    <a:lnTo>
                      <a:pt x="700088" y="3111808"/>
                    </a:lnTo>
                    <a:lnTo>
                      <a:pt x="409575" y="3288020"/>
                    </a:lnTo>
                    <a:lnTo>
                      <a:pt x="397669" y="3871427"/>
                    </a:lnTo>
                    <a:lnTo>
                      <a:pt x="76200" y="3871427"/>
                    </a:lnTo>
                    <a:lnTo>
                      <a:pt x="7144" y="3776177"/>
                    </a:lnTo>
                    <a:cubicBezTo>
                      <a:pt x="4763" y="3586471"/>
                      <a:pt x="2381" y="3396764"/>
                      <a:pt x="0" y="3207058"/>
                    </a:cubicBezTo>
                    <a:lnTo>
                      <a:pt x="140494" y="3037989"/>
                    </a:lnTo>
                    <a:lnTo>
                      <a:pt x="476250" y="2892733"/>
                    </a:lnTo>
                    <a:lnTo>
                      <a:pt x="481151" y="2892760"/>
                    </a:lnTo>
                    <a:lnTo>
                      <a:pt x="481151" y="2180659"/>
                    </a:lnTo>
                    <a:cubicBezTo>
                      <a:pt x="414527" y="2122226"/>
                      <a:pt x="373139" y="2036306"/>
                      <a:pt x="373139" y="1940719"/>
                    </a:cubicBezTo>
                    <a:cubicBezTo>
                      <a:pt x="373139" y="1845132"/>
                      <a:pt x="414527" y="1759212"/>
                      <a:pt x="481151" y="1700779"/>
                    </a:cubicBezTo>
                    <a:lnTo>
                      <a:pt x="481151" y="973827"/>
                    </a:lnTo>
                    <a:lnTo>
                      <a:pt x="159013" y="850107"/>
                    </a:lnTo>
                    <a:lnTo>
                      <a:pt x="6613" y="671513"/>
                    </a:lnTo>
                    <a:lnTo>
                      <a:pt x="4231" y="107157"/>
                    </a:lnTo>
                    <a:lnTo>
                      <a:pt x="80431" y="2382"/>
                    </a:lnTo>
                    <a:lnTo>
                      <a:pt x="399519" y="2382"/>
                    </a:lnTo>
                    <a:cubicBezTo>
                      <a:pt x="400313" y="198438"/>
                      <a:pt x="401106" y="396875"/>
                      <a:pt x="401900" y="595313"/>
                    </a:cubicBezTo>
                    <a:lnTo>
                      <a:pt x="697175" y="759619"/>
                    </a:lnTo>
                    <a:lnTo>
                      <a:pt x="987688" y="583407"/>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077" name="Google Shape;2077;p49"/>
              <p:cNvSpPr/>
              <p:nvPr/>
            </p:nvSpPr>
            <p:spPr>
              <a:xfrm rot="10800000">
                <a:off x="9233259" y="1922064"/>
                <a:ext cx="351266" cy="351266"/>
              </a:xfrm>
              <a:custGeom>
                <a:rect b="b" l="l" r="r" t="t"/>
                <a:pathLst>
                  <a:path extrusionOk="0" h="3915008" w="3982665">
                    <a:moveTo>
                      <a:pt x="0" y="2664000"/>
                    </a:moveTo>
                    <a:lnTo>
                      <a:pt x="1911318" y="72000"/>
                    </a:lnTo>
                    <a:lnTo>
                      <a:pt x="1142725" y="2655962"/>
                    </a:lnTo>
                    <a:close/>
                    <a:moveTo>
                      <a:pt x="3982665" y="2664000"/>
                    </a:moveTo>
                    <a:lnTo>
                      <a:pt x="2839940" y="2655962"/>
                    </a:lnTo>
                    <a:lnTo>
                      <a:pt x="2071347" y="72000"/>
                    </a:lnTo>
                    <a:close/>
                    <a:moveTo>
                      <a:pt x="2621333" y="2664000"/>
                    </a:moveTo>
                    <a:lnTo>
                      <a:pt x="1361333" y="2664000"/>
                    </a:lnTo>
                    <a:lnTo>
                      <a:pt x="1991333" y="0"/>
                    </a:lnTo>
                    <a:close/>
                    <a:moveTo>
                      <a:pt x="1806654" y="3915007"/>
                    </a:moveTo>
                    <a:lnTo>
                      <a:pt x="726654" y="3915007"/>
                    </a:lnTo>
                    <a:lnTo>
                      <a:pt x="1266654" y="2835007"/>
                    </a:lnTo>
                    <a:close/>
                    <a:moveTo>
                      <a:pt x="555902" y="3915008"/>
                    </a:moveTo>
                    <a:lnTo>
                      <a:pt x="15902" y="2835008"/>
                    </a:lnTo>
                    <a:lnTo>
                      <a:pt x="1095902" y="2835008"/>
                    </a:lnTo>
                    <a:close/>
                    <a:moveTo>
                      <a:pt x="1977406" y="3915008"/>
                    </a:moveTo>
                    <a:lnTo>
                      <a:pt x="1437406" y="2835008"/>
                    </a:lnTo>
                    <a:lnTo>
                      <a:pt x="2517406" y="2835008"/>
                    </a:lnTo>
                    <a:close/>
                    <a:moveTo>
                      <a:pt x="3228158" y="3915008"/>
                    </a:moveTo>
                    <a:lnTo>
                      <a:pt x="2148158" y="3915008"/>
                    </a:lnTo>
                    <a:lnTo>
                      <a:pt x="2688158" y="2835008"/>
                    </a:lnTo>
                    <a:close/>
                    <a:moveTo>
                      <a:pt x="3398910" y="3915008"/>
                    </a:moveTo>
                    <a:lnTo>
                      <a:pt x="2858910" y="2835008"/>
                    </a:lnTo>
                    <a:lnTo>
                      <a:pt x="3938910" y="2835008"/>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078" name="Google Shape;2078;p49"/>
              <p:cNvSpPr/>
              <p:nvPr/>
            </p:nvSpPr>
            <p:spPr>
              <a:xfrm>
                <a:off x="8136976" y="5049647"/>
                <a:ext cx="351266" cy="351266"/>
              </a:xfrm>
              <a:custGeom>
                <a:rect b="b" l="l" r="r" t="t"/>
                <a:pathLst>
                  <a:path extrusionOk="0" h="3954781" w="3928707">
                    <a:moveTo>
                      <a:pt x="2773336" y="2238726"/>
                    </a:moveTo>
                    <a:cubicBezTo>
                      <a:pt x="2746826" y="2238726"/>
                      <a:pt x="2725335" y="2260217"/>
                      <a:pt x="2725335" y="2286727"/>
                    </a:cubicBezTo>
                    <a:lnTo>
                      <a:pt x="2725335" y="2478725"/>
                    </a:lnTo>
                    <a:cubicBezTo>
                      <a:pt x="2725335" y="2505235"/>
                      <a:pt x="2746826" y="2526726"/>
                      <a:pt x="2773336" y="2526726"/>
                    </a:cubicBezTo>
                    <a:lnTo>
                      <a:pt x="2965334" y="2526726"/>
                    </a:lnTo>
                    <a:cubicBezTo>
                      <a:pt x="2991844" y="2526726"/>
                      <a:pt x="3013335" y="2505235"/>
                      <a:pt x="3013335" y="2478725"/>
                    </a:cubicBezTo>
                    <a:lnTo>
                      <a:pt x="3013335" y="2286727"/>
                    </a:lnTo>
                    <a:cubicBezTo>
                      <a:pt x="3013335" y="2260217"/>
                      <a:pt x="2991844" y="2238726"/>
                      <a:pt x="2965334" y="2238726"/>
                    </a:cubicBezTo>
                    <a:close/>
                    <a:moveTo>
                      <a:pt x="2313922" y="2238726"/>
                    </a:moveTo>
                    <a:cubicBezTo>
                      <a:pt x="2287412" y="2238726"/>
                      <a:pt x="2265921" y="2260217"/>
                      <a:pt x="2265921" y="2286727"/>
                    </a:cubicBezTo>
                    <a:lnTo>
                      <a:pt x="2265921" y="2478725"/>
                    </a:lnTo>
                    <a:cubicBezTo>
                      <a:pt x="2265921" y="2505235"/>
                      <a:pt x="2287412" y="2526726"/>
                      <a:pt x="2313922" y="2526726"/>
                    </a:cubicBezTo>
                    <a:lnTo>
                      <a:pt x="2505920" y="2526726"/>
                    </a:lnTo>
                    <a:cubicBezTo>
                      <a:pt x="2532430" y="2526726"/>
                      <a:pt x="2553921" y="2505235"/>
                      <a:pt x="2553921" y="2478725"/>
                    </a:cubicBezTo>
                    <a:lnTo>
                      <a:pt x="2553921" y="2286727"/>
                    </a:lnTo>
                    <a:cubicBezTo>
                      <a:pt x="2553921" y="2260217"/>
                      <a:pt x="2532430" y="2238726"/>
                      <a:pt x="2505920" y="2238726"/>
                    </a:cubicBezTo>
                    <a:close/>
                    <a:moveTo>
                      <a:pt x="1854508" y="2238726"/>
                    </a:moveTo>
                    <a:cubicBezTo>
                      <a:pt x="1827998" y="2238726"/>
                      <a:pt x="1806507" y="2260217"/>
                      <a:pt x="1806507" y="2286727"/>
                    </a:cubicBezTo>
                    <a:lnTo>
                      <a:pt x="1806507" y="2478725"/>
                    </a:lnTo>
                    <a:cubicBezTo>
                      <a:pt x="1806507" y="2505235"/>
                      <a:pt x="1827998" y="2526726"/>
                      <a:pt x="1854508" y="2526726"/>
                    </a:cubicBezTo>
                    <a:lnTo>
                      <a:pt x="2046506" y="2526726"/>
                    </a:lnTo>
                    <a:cubicBezTo>
                      <a:pt x="2073016" y="2526726"/>
                      <a:pt x="2094507" y="2505235"/>
                      <a:pt x="2094507" y="2478725"/>
                    </a:cubicBezTo>
                    <a:lnTo>
                      <a:pt x="2094507" y="2286727"/>
                    </a:lnTo>
                    <a:cubicBezTo>
                      <a:pt x="2094507" y="2260217"/>
                      <a:pt x="2073016" y="2238726"/>
                      <a:pt x="2046506" y="2238726"/>
                    </a:cubicBezTo>
                    <a:close/>
                    <a:moveTo>
                      <a:pt x="879732" y="2133675"/>
                    </a:moveTo>
                    <a:cubicBezTo>
                      <a:pt x="767330" y="2133675"/>
                      <a:pt x="676210" y="2224795"/>
                      <a:pt x="676210" y="2337197"/>
                    </a:cubicBezTo>
                    <a:cubicBezTo>
                      <a:pt x="676210" y="2449599"/>
                      <a:pt x="767330" y="2540719"/>
                      <a:pt x="879732" y="2540719"/>
                    </a:cubicBezTo>
                    <a:cubicBezTo>
                      <a:pt x="956121" y="2540719"/>
                      <a:pt x="1022681" y="2498634"/>
                      <a:pt x="1054808" y="2434886"/>
                    </a:cubicBezTo>
                    <a:lnTo>
                      <a:pt x="1469273" y="2434887"/>
                    </a:lnTo>
                    <a:cubicBezTo>
                      <a:pt x="1529381" y="2434887"/>
                      <a:pt x="1578108" y="2386160"/>
                      <a:pt x="1578108" y="2326052"/>
                    </a:cubicBezTo>
                    <a:cubicBezTo>
                      <a:pt x="1578108" y="2265944"/>
                      <a:pt x="1529381" y="2217217"/>
                      <a:pt x="1469273" y="2217217"/>
                    </a:cubicBezTo>
                    <a:lnTo>
                      <a:pt x="1039779" y="2217217"/>
                    </a:lnTo>
                    <a:cubicBezTo>
                      <a:pt x="1005455" y="2165662"/>
                      <a:pt x="946329" y="2133675"/>
                      <a:pt x="879732" y="2133675"/>
                    </a:cubicBezTo>
                    <a:close/>
                    <a:moveTo>
                      <a:pt x="2773336" y="1699178"/>
                    </a:moveTo>
                    <a:cubicBezTo>
                      <a:pt x="2746826" y="1699178"/>
                      <a:pt x="2725335" y="1720669"/>
                      <a:pt x="2725335" y="1747179"/>
                    </a:cubicBezTo>
                    <a:lnTo>
                      <a:pt x="2725335" y="1939177"/>
                    </a:lnTo>
                    <a:cubicBezTo>
                      <a:pt x="2725335" y="1965687"/>
                      <a:pt x="2746826" y="1987178"/>
                      <a:pt x="2773336" y="1987178"/>
                    </a:cubicBezTo>
                    <a:lnTo>
                      <a:pt x="2965334" y="1987178"/>
                    </a:lnTo>
                    <a:cubicBezTo>
                      <a:pt x="2991844" y="1987178"/>
                      <a:pt x="3013335" y="1965687"/>
                      <a:pt x="3013335" y="1939177"/>
                    </a:cubicBezTo>
                    <a:lnTo>
                      <a:pt x="3013335" y="1747179"/>
                    </a:lnTo>
                    <a:cubicBezTo>
                      <a:pt x="3013335" y="1720669"/>
                      <a:pt x="2991844" y="1699178"/>
                      <a:pt x="2965334" y="1699178"/>
                    </a:cubicBezTo>
                    <a:close/>
                    <a:moveTo>
                      <a:pt x="2313922" y="1699178"/>
                    </a:moveTo>
                    <a:cubicBezTo>
                      <a:pt x="2287412" y="1699178"/>
                      <a:pt x="2265921" y="1720669"/>
                      <a:pt x="2265921" y="1747179"/>
                    </a:cubicBezTo>
                    <a:lnTo>
                      <a:pt x="2265921" y="1939177"/>
                    </a:lnTo>
                    <a:cubicBezTo>
                      <a:pt x="2265921" y="1965687"/>
                      <a:pt x="2287412" y="1987178"/>
                      <a:pt x="2313922" y="1987178"/>
                    </a:cubicBezTo>
                    <a:lnTo>
                      <a:pt x="2505920" y="1987178"/>
                    </a:lnTo>
                    <a:cubicBezTo>
                      <a:pt x="2532430" y="1987178"/>
                      <a:pt x="2553921" y="1965687"/>
                      <a:pt x="2553921" y="1939177"/>
                    </a:cubicBezTo>
                    <a:lnTo>
                      <a:pt x="2553921" y="1747179"/>
                    </a:lnTo>
                    <a:cubicBezTo>
                      <a:pt x="2553921" y="1720669"/>
                      <a:pt x="2532430" y="1699178"/>
                      <a:pt x="2505920" y="1699178"/>
                    </a:cubicBezTo>
                    <a:close/>
                    <a:moveTo>
                      <a:pt x="1854508" y="1699178"/>
                    </a:moveTo>
                    <a:cubicBezTo>
                      <a:pt x="1827998" y="1699178"/>
                      <a:pt x="1806507" y="1720669"/>
                      <a:pt x="1806507" y="1747179"/>
                    </a:cubicBezTo>
                    <a:lnTo>
                      <a:pt x="1806507" y="1939177"/>
                    </a:lnTo>
                    <a:cubicBezTo>
                      <a:pt x="1806507" y="1965687"/>
                      <a:pt x="1827998" y="1987178"/>
                      <a:pt x="1854508" y="1987178"/>
                    </a:cubicBezTo>
                    <a:lnTo>
                      <a:pt x="2046506" y="1987178"/>
                    </a:lnTo>
                    <a:cubicBezTo>
                      <a:pt x="2073016" y="1987178"/>
                      <a:pt x="2094507" y="1965687"/>
                      <a:pt x="2094507" y="1939177"/>
                    </a:cubicBezTo>
                    <a:lnTo>
                      <a:pt x="2094507" y="1747179"/>
                    </a:lnTo>
                    <a:cubicBezTo>
                      <a:pt x="2094507" y="1720669"/>
                      <a:pt x="2073016" y="1699178"/>
                      <a:pt x="2046506" y="1699178"/>
                    </a:cubicBezTo>
                    <a:close/>
                    <a:moveTo>
                      <a:pt x="1035948" y="1186216"/>
                    </a:moveTo>
                    <a:cubicBezTo>
                      <a:pt x="1165960" y="1186216"/>
                      <a:pt x="1271356" y="1291612"/>
                      <a:pt x="1271356" y="1421624"/>
                    </a:cubicBezTo>
                    <a:cubicBezTo>
                      <a:pt x="1271356" y="1551636"/>
                      <a:pt x="1165960" y="1657032"/>
                      <a:pt x="1035948" y="1657032"/>
                    </a:cubicBezTo>
                    <a:cubicBezTo>
                      <a:pt x="905936" y="1657032"/>
                      <a:pt x="800540" y="1551636"/>
                      <a:pt x="800540" y="1421624"/>
                    </a:cubicBezTo>
                    <a:cubicBezTo>
                      <a:pt x="800540" y="1291612"/>
                      <a:pt x="905936" y="1186216"/>
                      <a:pt x="1035948" y="1186216"/>
                    </a:cubicBezTo>
                    <a:close/>
                    <a:moveTo>
                      <a:pt x="2773336" y="1159631"/>
                    </a:moveTo>
                    <a:cubicBezTo>
                      <a:pt x="2746826" y="1159631"/>
                      <a:pt x="2725335" y="1181122"/>
                      <a:pt x="2725335" y="1207632"/>
                    </a:cubicBezTo>
                    <a:lnTo>
                      <a:pt x="2725335" y="1399630"/>
                    </a:lnTo>
                    <a:cubicBezTo>
                      <a:pt x="2725335" y="1426140"/>
                      <a:pt x="2746826" y="1447631"/>
                      <a:pt x="2773336" y="1447631"/>
                    </a:cubicBezTo>
                    <a:lnTo>
                      <a:pt x="2965334" y="1447631"/>
                    </a:lnTo>
                    <a:cubicBezTo>
                      <a:pt x="2991844" y="1447631"/>
                      <a:pt x="3013335" y="1426140"/>
                      <a:pt x="3013335" y="1399630"/>
                    </a:cubicBezTo>
                    <a:lnTo>
                      <a:pt x="3013335" y="1207632"/>
                    </a:lnTo>
                    <a:cubicBezTo>
                      <a:pt x="3013335" y="1181122"/>
                      <a:pt x="2991844" y="1159631"/>
                      <a:pt x="2965334" y="1159631"/>
                    </a:cubicBezTo>
                    <a:close/>
                    <a:moveTo>
                      <a:pt x="2313922" y="1159631"/>
                    </a:moveTo>
                    <a:cubicBezTo>
                      <a:pt x="2287412" y="1159631"/>
                      <a:pt x="2265921" y="1181122"/>
                      <a:pt x="2265921" y="1207632"/>
                    </a:cubicBezTo>
                    <a:lnTo>
                      <a:pt x="2265921" y="1399630"/>
                    </a:lnTo>
                    <a:cubicBezTo>
                      <a:pt x="2265921" y="1426140"/>
                      <a:pt x="2287412" y="1447631"/>
                      <a:pt x="2313922" y="1447631"/>
                    </a:cubicBezTo>
                    <a:lnTo>
                      <a:pt x="2505920" y="1447631"/>
                    </a:lnTo>
                    <a:cubicBezTo>
                      <a:pt x="2532430" y="1447631"/>
                      <a:pt x="2553921" y="1426140"/>
                      <a:pt x="2553921" y="1399630"/>
                    </a:cubicBezTo>
                    <a:lnTo>
                      <a:pt x="2553921" y="1207632"/>
                    </a:lnTo>
                    <a:cubicBezTo>
                      <a:pt x="2553921" y="1181122"/>
                      <a:pt x="2532430" y="1159631"/>
                      <a:pt x="2505920" y="1159631"/>
                    </a:cubicBezTo>
                    <a:close/>
                    <a:moveTo>
                      <a:pt x="1854508" y="1159631"/>
                    </a:moveTo>
                    <a:cubicBezTo>
                      <a:pt x="1827998" y="1159631"/>
                      <a:pt x="1806507" y="1181122"/>
                      <a:pt x="1806507" y="1207632"/>
                    </a:cubicBezTo>
                    <a:lnTo>
                      <a:pt x="1806507" y="1399630"/>
                    </a:lnTo>
                    <a:cubicBezTo>
                      <a:pt x="1806507" y="1426140"/>
                      <a:pt x="1827998" y="1447631"/>
                      <a:pt x="1854508" y="1447631"/>
                    </a:cubicBezTo>
                    <a:lnTo>
                      <a:pt x="2046506" y="1447631"/>
                    </a:lnTo>
                    <a:cubicBezTo>
                      <a:pt x="2073016" y="1447631"/>
                      <a:pt x="2094507" y="1426140"/>
                      <a:pt x="2094507" y="1399630"/>
                    </a:cubicBezTo>
                    <a:lnTo>
                      <a:pt x="2094507" y="1207632"/>
                    </a:lnTo>
                    <a:cubicBezTo>
                      <a:pt x="2094507" y="1181122"/>
                      <a:pt x="2073016" y="1159631"/>
                      <a:pt x="2046506" y="1159631"/>
                    </a:cubicBezTo>
                    <a:close/>
                    <a:moveTo>
                      <a:pt x="1035947" y="1097587"/>
                    </a:moveTo>
                    <a:cubicBezTo>
                      <a:pt x="856987" y="1097587"/>
                      <a:pt x="711911" y="1242663"/>
                      <a:pt x="711911" y="1421623"/>
                    </a:cubicBezTo>
                    <a:cubicBezTo>
                      <a:pt x="711911" y="1600583"/>
                      <a:pt x="856987" y="1745659"/>
                      <a:pt x="1035947" y="1745659"/>
                    </a:cubicBezTo>
                    <a:cubicBezTo>
                      <a:pt x="1214907" y="1745659"/>
                      <a:pt x="1359983" y="1600583"/>
                      <a:pt x="1359983" y="1421623"/>
                    </a:cubicBezTo>
                    <a:cubicBezTo>
                      <a:pt x="1359983" y="1242663"/>
                      <a:pt x="1214907" y="1097587"/>
                      <a:pt x="1035947" y="1097587"/>
                    </a:cubicBezTo>
                    <a:close/>
                    <a:moveTo>
                      <a:pt x="593124" y="376367"/>
                    </a:moveTo>
                    <a:lnTo>
                      <a:pt x="3225543" y="376367"/>
                    </a:lnTo>
                    <a:cubicBezTo>
                      <a:pt x="3328637" y="376367"/>
                      <a:pt x="3412211" y="459941"/>
                      <a:pt x="3412211" y="563035"/>
                    </a:cubicBezTo>
                    <a:lnTo>
                      <a:pt x="3412211" y="3074837"/>
                    </a:lnTo>
                    <a:cubicBezTo>
                      <a:pt x="3412211" y="3177931"/>
                      <a:pt x="3328637" y="3261505"/>
                      <a:pt x="3225543" y="3261505"/>
                    </a:cubicBezTo>
                    <a:lnTo>
                      <a:pt x="593124" y="3261505"/>
                    </a:lnTo>
                    <a:cubicBezTo>
                      <a:pt x="490030" y="3261505"/>
                      <a:pt x="406456" y="3177931"/>
                      <a:pt x="406456" y="3074837"/>
                    </a:cubicBezTo>
                    <a:lnTo>
                      <a:pt x="406456" y="563035"/>
                    </a:lnTo>
                    <a:cubicBezTo>
                      <a:pt x="406456" y="459941"/>
                      <a:pt x="490030" y="376367"/>
                      <a:pt x="593124" y="376367"/>
                    </a:cubicBezTo>
                    <a:close/>
                    <a:moveTo>
                      <a:pt x="466365" y="263607"/>
                    </a:moveTo>
                    <a:cubicBezTo>
                      <a:pt x="353740" y="263607"/>
                      <a:pt x="262440" y="354907"/>
                      <a:pt x="262440" y="467532"/>
                    </a:cubicBezTo>
                    <a:lnTo>
                      <a:pt x="262440" y="3211530"/>
                    </a:lnTo>
                    <a:cubicBezTo>
                      <a:pt x="262440" y="3324155"/>
                      <a:pt x="353740" y="3415455"/>
                      <a:pt x="466365" y="3415455"/>
                    </a:cubicBezTo>
                    <a:lnTo>
                      <a:pt x="3352302" y="3415455"/>
                    </a:lnTo>
                    <a:cubicBezTo>
                      <a:pt x="3464927" y="3415455"/>
                      <a:pt x="3556227" y="3324155"/>
                      <a:pt x="3556227" y="3211530"/>
                    </a:cubicBezTo>
                    <a:lnTo>
                      <a:pt x="3556227" y="2945906"/>
                    </a:lnTo>
                    <a:lnTo>
                      <a:pt x="3604113" y="2945906"/>
                    </a:lnTo>
                    <a:cubicBezTo>
                      <a:pt x="3647262" y="2945906"/>
                      <a:pt x="3682241" y="2910927"/>
                      <a:pt x="3682241" y="2867778"/>
                    </a:cubicBezTo>
                    <a:lnTo>
                      <a:pt x="3682241" y="2555278"/>
                    </a:lnTo>
                    <a:cubicBezTo>
                      <a:pt x="3682241" y="2512129"/>
                      <a:pt x="3647262" y="2477150"/>
                      <a:pt x="3604113" y="2477150"/>
                    </a:cubicBezTo>
                    <a:lnTo>
                      <a:pt x="3556227" y="2477150"/>
                    </a:lnTo>
                    <a:lnTo>
                      <a:pt x="3556227" y="1181006"/>
                    </a:lnTo>
                    <a:lnTo>
                      <a:pt x="3604113" y="1181006"/>
                    </a:lnTo>
                    <a:cubicBezTo>
                      <a:pt x="3647262" y="1181006"/>
                      <a:pt x="3682241" y="1146027"/>
                      <a:pt x="3682241" y="1102878"/>
                    </a:cubicBezTo>
                    <a:lnTo>
                      <a:pt x="3682241" y="790378"/>
                    </a:lnTo>
                    <a:cubicBezTo>
                      <a:pt x="3682241" y="747229"/>
                      <a:pt x="3647262" y="712250"/>
                      <a:pt x="3604113" y="712250"/>
                    </a:cubicBezTo>
                    <a:lnTo>
                      <a:pt x="3556227" y="712250"/>
                    </a:lnTo>
                    <a:lnTo>
                      <a:pt x="3556227" y="467532"/>
                    </a:lnTo>
                    <a:cubicBezTo>
                      <a:pt x="3556227" y="354907"/>
                      <a:pt x="3464927" y="263607"/>
                      <a:pt x="3352302" y="263607"/>
                    </a:cubicBezTo>
                    <a:close/>
                    <a:moveTo>
                      <a:pt x="235370" y="0"/>
                    </a:moveTo>
                    <a:lnTo>
                      <a:pt x="3693337" y="0"/>
                    </a:lnTo>
                    <a:cubicBezTo>
                      <a:pt x="3823328" y="0"/>
                      <a:pt x="3928707" y="105379"/>
                      <a:pt x="3928707" y="235370"/>
                    </a:cubicBezTo>
                    <a:lnTo>
                      <a:pt x="3928707" y="3402502"/>
                    </a:lnTo>
                    <a:cubicBezTo>
                      <a:pt x="3928707" y="3485210"/>
                      <a:pt x="3886047" y="3557954"/>
                      <a:pt x="3821334" y="3599629"/>
                    </a:cubicBezTo>
                    <a:lnTo>
                      <a:pt x="3732546" y="3954781"/>
                    </a:lnTo>
                    <a:lnTo>
                      <a:pt x="2998166" y="3954781"/>
                    </a:lnTo>
                    <a:lnTo>
                      <a:pt x="2918939" y="3637872"/>
                    </a:lnTo>
                    <a:lnTo>
                      <a:pt x="1025164" y="3637872"/>
                    </a:lnTo>
                    <a:lnTo>
                      <a:pt x="945937" y="3954781"/>
                    </a:lnTo>
                    <a:lnTo>
                      <a:pt x="211557" y="3954781"/>
                    </a:lnTo>
                    <a:lnTo>
                      <a:pt x="125186" y="3609298"/>
                    </a:lnTo>
                    <a:cubicBezTo>
                      <a:pt x="50483" y="3570656"/>
                      <a:pt x="0" y="3492475"/>
                      <a:pt x="0" y="3402502"/>
                    </a:cubicBezTo>
                    <a:lnTo>
                      <a:pt x="0" y="235370"/>
                    </a:lnTo>
                    <a:cubicBezTo>
                      <a:pt x="0" y="105379"/>
                      <a:pt x="105379" y="0"/>
                      <a:pt x="23537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079" name="Google Shape;2079;p49"/>
              <p:cNvSpPr/>
              <p:nvPr/>
            </p:nvSpPr>
            <p:spPr>
              <a:xfrm>
                <a:off x="9626515" y="1969444"/>
                <a:ext cx="330976" cy="339180"/>
              </a:xfrm>
              <a:custGeom>
                <a:rect b="b" l="l" r="r" t="t"/>
                <a:pathLst>
                  <a:path extrusionOk="0" h="3984815" w="3888432">
                    <a:moveTo>
                      <a:pt x="3131805" y="2156163"/>
                    </a:moveTo>
                    <a:lnTo>
                      <a:pt x="3132791" y="2156712"/>
                    </a:lnTo>
                    <a:lnTo>
                      <a:pt x="3132791" y="3458037"/>
                    </a:lnTo>
                    <a:lnTo>
                      <a:pt x="2592791" y="3458037"/>
                    </a:lnTo>
                    <a:lnTo>
                      <a:pt x="2592791" y="2392416"/>
                    </a:lnTo>
                    <a:lnTo>
                      <a:pt x="3131805" y="2392416"/>
                    </a:lnTo>
                    <a:close/>
                    <a:moveTo>
                      <a:pt x="1894806" y="1447696"/>
                    </a:moveTo>
                    <a:lnTo>
                      <a:pt x="2434806" y="1447696"/>
                    </a:lnTo>
                    <a:lnTo>
                      <a:pt x="2434806" y="3067696"/>
                    </a:lnTo>
                    <a:lnTo>
                      <a:pt x="2425859" y="3067696"/>
                    </a:lnTo>
                    <a:lnTo>
                      <a:pt x="2425859" y="3458037"/>
                    </a:lnTo>
                    <a:lnTo>
                      <a:pt x="1885859" y="3458037"/>
                    </a:lnTo>
                    <a:lnTo>
                      <a:pt x="1885859" y="1462222"/>
                    </a:lnTo>
                    <a:lnTo>
                      <a:pt x="1894806" y="1467205"/>
                    </a:lnTo>
                    <a:close/>
                    <a:moveTo>
                      <a:pt x="1178927" y="1068489"/>
                    </a:moveTo>
                    <a:lnTo>
                      <a:pt x="1179306" y="1068700"/>
                    </a:lnTo>
                    <a:lnTo>
                      <a:pt x="1179306" y="1992407"/>
                    </a:lnTo>
                    <a:lnTo>
                      <a:pt x="1718927" y="1992407"/>
                    </a:lnTo>
                    <a:lnTo>
                      <a:pt x="1718927" y="3458037"/>
                    </a:lnTo>
                    <a:lnTo>
                      <a:pt x="1178927" y="3458037"/>
                    </a:lnTo>
                    <a:close/>
                    <a:moveTo>
                      <a:pt x="471995" y="674757"/>
                    </a:moveTo>
                    <a:lnTo>
                      <a:pt x="482407" y="680556"/>
                    </a:lnTo>
                    <a:lnTo>
                      <a:pt x="1022307" y="680556"/>
                    </a:lnTo>
                    <a:lnTo>
                      <a:pt x="1022307" y="2085638"/>
                    </a:lnTo>
                    <a:lnTo>
                      <a:pt x="1011995" y="2085638"/>
                    </a:lnTo>
                    <a:lnTo>
                      <a:pt x="1011995" y="3458037"/>
                    </a:lnTo>
                    <a:lnTo>
                      <a:pt x="471995" y="3458037"/>
                    </a:lnTo>
                    <a:close/>
                    <a:moveTo>
                      <a:pt x="3301860" y="259154"/>
                    </a:moveTo>
                    <a:lnTo>
                      <a:pt x="3841860" y="259154"/>
                    </a:lnTo>
                    <a:lnTo>
                      <a:pt x="3841860" y="2548347"/>
                    </a:lnTo>
                    <a:lnTo>
                      <a:pt x="3835956" y="2548347"/>
                    </a:lnTo>
                    <a:lnTo>
                      <a:pt x="3839723" y="2550445"/>
                    </a:lnTo>
                    <a:lnTo>
                      <a:pt x="3839723" y="3458037"/>
                    </a:lnTo>
                    <a:lnTo>
                      <a:pt x="3299723" y="3458037"/>
                    </a:lnTo>
                    <a:lnTo>
                      <a:pt x="3299723" y="2249687"/>
                    </a:lnTo>
                    <a:lnTo>
                      <a:pt x="3301860" y="2250877"/>
                    </a:lnTo>
                    <a:close/>
                    <a:moveTo>
                      <a:pt x="0" y="0"/>
                    </a:moveTo>
                    <a:lnTo>
                      <a:pt x="360000" y="0"/>
                    </a:lnTo>
                    <a:lnTo>
                      <a:pt x="360000" y="3624815"/>
                    </a:lnTo>
                    <a:lnTo>
                      <a:pt x="3888432" y="3624815"/>
                    </a:lnTo>
                    <a:lnTo>
                      <a:pt x="3888432" y="3984815"/>
                    </a:lnTo>
                    <a:lnTo>
                      <a:pt x="0" y="3984815"/>
                    </a:lnTo>
                    <a:lnTo>
                      <a:pt x="0" y="3888432"/>
                    </a:lnTo>
                    <a:lnTo>
                      <a:pt x="0" y="362481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080" name="Google Shape;2080;p49"/>
              <p:cNvSpPr/>
              <p:nvPr/>
            </p:nvSpPr>
            <p:spPr>
              <a:xfrm>
                <a:off x="10765361" y="4863776"/>
                <a:ext cx="330939" cy="234666"/>
              </a:xfrm>
              <a:custGeom>
                <a:rect b="b" l="l" r="r" t="t"/>
                <a:pathLst>
                  <a:path extrusionOk="0" h="2808000" w="3960000">
                    <a:moveTo>
                      <a:pt x="2137982" y="2165237"/>
                    </a:moveTo>
                    <a:lnTo>
                      <a:pt x="2111402" y="2204211"/>
                    </a:lnTo>
                    <a:lnTo>
                      <a:pt x="2137982" y="2204211"/>
                    </a:lnTo>
                    <a:close/>
                    <a:moveTo>
                      <a:pt x="2635730" y="2101964"/>
                    </a:moveTo>
                    <a:cubicBezTo>
                      <a:pt x="2615812" y="2101964"/>
                      <a:pt x="2599666" y="2142287"/>
                      <a:pt x="2599666" y="2192028"/>
                    </a:cubicBezTo>
                    <a:cubicBezTo>
                      <a:pt x="2599666" y="2241769"/>
                      <a:pt x="2615812" y="2282092"/>
                      <a:pt x="2635730" y="2282092"/>
                    </a:cubicBezTo>
                    <a:cubicBezTo>
                      <a:pt x="2655648" y="2282092"/>
                      <a:pt x="2671794" y="2241769"/>
                      <a:pt x="2671794" y="2192028"/>
                    </a:cubicBezTo>
                    <a:cubicBezTo>
                      <a:pt x="2671794" y="2142287"/>
                      <a:pt x="2655648" y="2101964"/>
                      <a:pt x="2635730" y="2101964"/>
                    </a:cubicBezTo>
                    <a:close/>
                    <a:moveTo>
                      <a:pt x="1280012" y="2101964"/>
                    </a:moveTo>
                    <a:cubicBezTo>
                      <a:pt x="1260094" y="2101964"/>
                      <a:pt x="1243948" y="2142287"/>
                      <a:pt x="1243948" y="2192028"/>
                    </a:cubicBezTo>
                    <a:cubicBezTo>
                      <a:pt x="1243948" y="2241769"/>
                      <a:pt x="1260094" y="2282092"/>
                      <a:pt x="1280012" y="2282092"/>
                    </a:cubicBezTo>
                    <a:cubicBezTo>
                      <a:pt x="1299930" y="2282092"/>
                      <a:pt x="1316076" y="2241769"/>
                      <a:pt x="1316076" y="2192028"/>
                    </a:cubicBezTo>
                    <a:cubicBezTo>
                      <a:pt x="1316076" y="2142287"/>
                      <a:pt x="1299930" y="2101964"/>
                      <a:pt x="1280012" y="2101964"/>
                    </a:cubicBezTo>
                    <a:close/>
                    <a:moveTo>
                      <a:pt x="2138296" y="2025749"/>
                    </a:moveTo>
                    <a:lnTo>
                      <a:pt x="2139137" y="2026323"/>
                    </a:lnTo>
                    <a:lnTo>
                      <a:pt x="2216315" y="2026323"/>
                    </a:lnTo>
                    <a:lnTo>
                      <a:pt x="2216315" y="2204211"/>
                    </a:lnTo>
                    <a:lnTo>
                      <a:pt x="2256063" y="2204211"/>
                    </a:lnTo>
                    <a:lnTo>
                      <a:pt x="2256063" y="2282544"/>
                    </a:lnTo>
                    <a:lnTo>
                      <a:pt x="2216315" y="2282544"/>
                    </a:lnTo>
                    <a:lnTo>
                      <a:pt x="2216315" y="2357732"/>
                    </a:lnTo>
                    <a:lnTo>
                      <a:pt x="2137982" y="2357732"/>
                    </a:lnTo>
                    <a:lnTo>
                      <a:pt x="2137982" y="2282544"/>
                    </a:lnTo>
                    <a:lnTo>
                      <a:pt x="2015039" y="2282544"/>
                    </a:lnTo>
                    <a:lnTo>
                      <a:pt x="2015039" y="2208059"/>
                    </a:lnTo>
                    <a:lnTo>
                      <a:pt x="2014304" y="2207558"/>
                    </a:lnTo>
                    <a:lnTo>
                      <a:pt x="2015039" y="2206481"/>
                    </a:lnTo>
                    <a:lnTo>
                      <a:pt x="2015039" y="2204211"/>
                    </a:lnTo>
                    <a:lnTo>
                      <a:pt x="2016587" y="2204211"/>
                    </a:lnTo>
                    <a:close/>
                    <a:moveTo>
                      <a:pt x="1855876" y="2017651"/>
                    </a:moveTo>
                    <a:cubicBezTo>
                      <a:pt x="1914135" y="2017257"/>
                      <a:pt x="1961791" y="2063958"/>
                      <a:pt x="1962577" y="2122214"/>
                    </a:cubicBezTo>
                    <a:cubicBezTo>
                      <a:pt x="1962954" y="2150145"/>
                      <a:pt x="1952489" y="2175712"/>
                      <a:pt x="1934995" y="2194820"/>
                    </a:cubicBezTo>
                    <a:cubicBezTo>
                      <a:pt x="1952694" y="2214184"/>
                      <a:pt x="1963194" y="2240138"/>
                      <a:pt x="1962560" y="2268406"/>
                    </a:cubicBezTo>
                    <a:cubicBezTo>
                      <a:pt x="1961260" y="2326468"/>
                      <a:pt x="1913477" y="2372672"/>
                      <a:pt x="1855404" y="2372021"/>
                    </a:cubicBezTo>
                    <a:cubicBezTo>
                      <a:pt x="1797331" y="2371371"/>
                      <a:pt x="1750595" y="2324109"/>
                      <a:pt x="1750595" y="2266032"/>
                    </a:cubicBezTo>
                    <a:lnTo>
                      <a:pt x="1826499" y="2266032"/>
                    </a:lnTo>
                    <a:cubicBezTo>
                      <a:pt x="1826499" y="2282520"/>
                      <a:pt x="1839767" y="2295938"/>
                      <a:pt x="1856254" y="2296122"/>
                    </a:cubicBezTo>
                    <a:cubicBezTo>
                      <a:pt x="1872741" y="2296307"/>
                      <a:pt x="1886306" y="2283190"/>
                      <a:pt x="1886676" y="2266706"/>
                    </a:cubicBezTo>
                    <a:cubicBezTo>
                      <a:pt x="1887039" y="2250493"/>
                      <a:pt x="1874503" y="2236962"/>
                      <a:pt x="1858407" y="2236065"/>
                    </a:cubicBezTo>
                    <a:lnTo>
                      <a:pt x="1814193" y="2236065"/>
                    </a:lnTo>
                    <a:lnTo>
                      <a:pt x="1814193" y="2152552"/>
                    </a:lnTo>
                    <a:lnTo>
                      <a:pt x="1857384" y="2152552"/>
                    </a:lnTo>
                    <a:cubicBezTo>
                      <a:pt x="1873190" y="2152141"/>
                      <a:pt x="1885741" y="2139089"/>
                      <a:pt x="1885527" y="2123254"/>
                    </a:cubicBezTo>
                    <a:cubicBezTo>
                      <a:pt x="1885313" y="2107349"/>
                      <a:pt x="1872302" y="2094598"/>
                      <a:pt x="1856396" y="2094706"/>
                    </a:cubicBezTo>
                    <a:cubicBezTo>
                      <a:pt x="1840490" y="2094813"/>
                      <a:pt x="1827652" y="2107738"/>
                      <a:pt x="1827652" y="2123644"/>
                    </a:cubicBezTo>
                    <a:lnTo>
                      <a:pt x="1750595" y="2123644"/>
                    </a:lnTo>
                    <a:cubicBezTo>
                      <a:pt x="1750595" y="2065383"/>
                      <a:pt x="1797616" y="2018044"/>
                      <a:pt x="1855876" y="2017651"/>
                    </a:cubicBezTo>
                    <a:close/>
                    <a:moveTo>
                      <a:pt x="2930344" y="2012028"/>
                    </a:moveTo>
                    <a:cubicBezTo>
                      <a:pt x="2996416" y="2014229"/>
                      <a:pt x="3045968" y="2074602"/>
                      <a:pt x="3038901" y="2136479"/>
                    </a:cubicBezTo>
                    <a:cubicBezTo>
                      <a:pt x="3029916" y="2202312"/>
                      <a:pt x="2982346" y="2231435"/>
                      <a:pt x="2939412" y="2275597"/>
                    </a:cubicBezTo>
                    <a:lnTo>
                      <a:pt x="3031192" y="2275597"/>
                    </a:lnTo>
                    <a:lnTo>
                      <a:pt x="3031192" y="2357732"/>
                    </a:lnTo>
                    <a:lnTo>
                      <a:pt x="2819358" y="2357732"/>
                    </a:lnTo>
                    <a:cubicBezTo>
                      <a:pt x="2819409" y="2335416"/>
                      <a:pt x="2820521" y="2314113"/>
                      <a:pt x="2820571" y="2291797"/>
                    </a:cubicBezTo>
                    <a:cubicBezTo>
                      <a:pt x="2870625" y="2240158"/>
                      <a:pt x="2905662" y="2213324"/>
                      <a:pt x="2965770" y="2143601"/>
                    </a:cubicBezTo>
                    <a:cubicBezTo>
                      <a:pt x="2980233" y="2116927"/>
                      <a:pt x="2957264" y="2092452"/>
                      <a:pt x="2931831" y="2093607"/>
                    </a:cubicBezTo>
                    <a:cubicBezTo>
                      <a:pt x="2910102" y="2094595"/>
                      <a:pt x="2891536" y="2110969"/>
                      <a:pt x="2889885" y="2139461"/>
                    </a:cubicBezTo>
                    <a:lnTo>
                      <a:pt x="2818945" y="2139461"/>
                    </a:lnTo>
                    <a:cubicBezTo>
                      <a:pt x="2821421" y="2064364"/>
                      <a:pt x="2869776" y="2012037"/>
                      <a:pt x="2930344" y="2012028"/>
                    </a:cubicBezTo>
                    <a:close/>
                    <a:moveTo>
                      <a:pt x="2635730" y="2012028"/>
                    </a:moveTo>
                    <a:cubicBezTo>
                      <a:pt x="2705318" y="2012028"/>
                      <a:pt x="2761730" y="2092617"/>
                      <a:pt x="2761730" y="2192028"/>
                    </a:cubicBezTo>
                    <a:cubicBezTo>
                      <a:pt x="2761730" y="2291439"/>
                      <a:pt x="2705318" y="2372028"/>
                      <a:pt x="2635730" y="2372028"/>
                    </a:cubicBezTo>
                    <a:cubicBezTo>
                      <a:pt x="2566142" y="2372028"/>
                      <a:pt x="2509730" y="2291439"/>
                      <a:pt x="2509730" y="2192028"/>
                    </a:cubicBezTo>
                    <a:cubicBezTo>
                      <a:pt x="2509730" y="2092617"/>
                      <a:pt x="2566142" y="2012028"/>
                      <a:pt x="2635730" y="2012028"/>
                    </a:cubicBezTo>
                    <a:close/>
                    <a:moveTo>
                      <a:pt x="2436237" y="2012028"/>
                    </a:moveTo>
                    <a:lnTo>
                      <a:pt x="2436206" y="2012510"/>
                    </a:lnTo>
                    <a:lnTo>
                      <a:pt x="2452515" y="2012510"/>
                    </a:lnTo>
                    <a:lnTo>
                      <a:pt x="2452515" y="2372028"/>
                    </a:lnTo>
                    <a:lnTo>
                      <a:pt x="2364870" y="2372028"/>
                    </a:lnTo>
                    <a:lnTo>
                      <a:pt x="2364870" y="2101874"/>
                    </a:lnTo>
                    <a:cubicBezTo>
                      <a:pt x="2347394" y="2108434"/>
                      <a:pt x="2328091" y="2111607"/>
                      <a:pt x="2308515" y="2111039"/>
                    </a:cubicBezTo>
                    <a:lnTo>
                      <a:pt x="2311564" y="2043892"/>
                    </a:lnTo>
                    <a:cubicBezTo>
                      <a:pt x="2321741" y="2044066"/>
                      <a:pt x="2331771" y="2042373"/>
                      <a:pt x="2340372" y="2039030"/>
                    </a:cubicBezTo>
                    <a:cubicBezTo>
                      <a:pt x="2355279" y="2033236"/>
                      <a:pt x="2364268" y="2023137"/>
                      <a:pt x="2364156" y="2012310"/>
                    </a:cubicBezTo>
                    <a:cubicBezTo>
                      <a:pt x="2388183" y="2012216"/>
                      <a:pt x="2412210" y="2012122"/>
                      <a:pt x="2436237" y="2012028"/>
                    </a:cubicBezTo>
                    <a:close/>
                    <a:moveTo>
                      <a:pt x="1574625" y="2012028"/>
                    </a:moveTo>
                    <a:cubicBezTo>
                      <a:pt x="1640698" y="2014229"/>
                      <a:pt x="1690250" y="2074602"/>
                      <a:pt x="1683183" y="2136479"/>
                    </a:cubicBezTo>
                    <a:cubicBezTo>
                      <a:pt x="1674198" y="2202312"/>
                      <a:pt x="1626628" y="2231435"/>
                      <a:pt x="1583694" y="2275597"/>
                    </a:cubicBezTo>
                    <a:lnTo>
                      <a:pt x="1675474" y="2275597"/>
                    </a:lnTo>
                    <a:lnTo>
                      <a:pt x="1675474" y="2357732"/>
                    </a:lnTo>
                    <a:lnTo>
                      <a:pt x="1463640" y="2357732"/>
                    </a:lnTo>
                    <a:cubicBezTo>
                      <a:pt x="1463691" y="2335416"/>
                      <a:pt x="1464802" y="2314113"/>
                      <a:pt x="1464853" y="2291797"/>
                    </a:cubicBezTo>
                    <a:cubicBezTo>
                      <a:pt x="1514907" y="2240158"/>
                      <a:pt x="1549943" y="2213324"/>
                      <a:pt x="1610052" y="2143601"/>
                    </a:cubicBezTo>
                    <a:cubicBezTo>
                      <a:pt x="1624515" y="2116927"/>
                      <a:pt x="1601546" y="2092452"/>
                      <a:pt x="1576112" y="2093607"/>
                    </a:cubicBezTo>
                    <a:cubicBezTo>
                      <a:pt x="1554383" y="2094595"/>
                      <a:pt x="1535817" y="2110969"/>
                      <a:pt x="1534167" y="2139461"/>
                    </a:cubicBezTo>
                    <a:lnTo>
                      <a:pt x="1463227" y="2139461"/>
                    </a:lnTo>
                    <a:cubicBezTo>
                      <a:pt x="1465703" y="2064364"/>
                      <a:pt x="1514058" y="2012037"/>
                      <a:pt x="1574625" y="2012028"/>
                    </a:cubicBezTo>
                    <a:close/>
                    <a:moveTo>
                      <a:pt x="1280012" y="2012028"/>
                    </a:moveTo>
                    <a:cubicBezTo>
                      <a:pt x="1349600" y="2012028"/>
                      <a:pt x="1406012" y="2092617"/>
                      <a:pt x="1406012" y="2192028"/>
                    </a:cubicBezTo>
                    <a:cubicBezTo>
                      <a:pt x="1406012" y="2291439"/>
                      <a:pt x="1349600" y="2372028"/>
                      <a:pt x="1280012" y="2372028"/>
                    </a:cubicBezTo>
                    <a:cubicBezTo>
                      <a:pt x="1210424" y="2372028"/>
                      <a:pt x="1154012" y="2291439"/>
                      <a:pt x="1154012" y="2192028"/>
                    </a:cubicBezTo>
                    <a:cubicBezTo>
                      <a:pt x="1154012" y="2092617"/>
                      <a:pt x="1210424" y="2012028"/>
                      <a:pt x="1280012" y="2012028"/>
                    </a:cubicBezTo>
                    <a:close/>
                    <a:moveTo>
                      <a:pt x="1080519" y="2012028"/>
                    </a:moveTo>
                    <a:lnTo>
                      <a:pt x="1080488" y="2012510"/>
                    </a:lnTo>
                    <a:lnTo>
                      <a:pt x="1096797" y="2012510"/>
                    </a:lnTo>
                    <a:lnTo>
                      <a:pt x="1096797" y="2372028"/>
                    </a:lnTo>
                    <a:lnTo>
                      <a:pt x="1009152" y="2372028"/>
                    </a:lnTo>
                    <a:lnTo>
                      <a:pt x="1009152" y="2101874"/>
                    </a:lnTo>
                    <a:cubicBezTo>
                      <a:pt x="991676" y="2108434"/>
                      <a:pt x="972373" y="2111607"/>
                      <a:pt x="952797" y="2111039"/>
                    </a:cubicBezTo>
                    <a:lnTo>
                      <a:pt x="955846" y="2043892"/>
                    </a:lnTo>
                    <a:cubicBezTo>
                      <a:pt x="966023" y="2044066"/>
                      <a:pt x="976053" y="2042373"/>
                      <a:pt x="984654" y="2039030"/>
                    </a:cubicBezTo>
                    <a:cubicBezTo>
                      <a:pt x="999561" y="2033236"/>
                      <a:pt x="1008550" y="2023137"/>
                      <a:pt x="1008438" y="2012310"/>
                    </a:cubicBezTo>
                    <a:cubicBezTo>
                      <a:pt x="1032465" y="2012216"/>
                      <a:pt x="1056492" y="2012122"/>
                      <a:pt x="1080519" y="2012028"/>
                    </a:cubicBezTo>
                    <a:close/>
                    <a:moveTo>
                      <a:pt x="3373743" y="362438"/>
                    </a:moveTo>
                    <a:lnTo>
                      <a:pt x="3553743" y="362438"/>
                    </a:lnTo>
                    <a:lnTo>
                      <a:pt x="3553743" y="2414438"/>
                    </a:lnTo>
                    <a:lnTo>
                      <a:pt x="3373743" y="2414438"/>
                    </a:lnTo>
                    <a:close/>
                    <a:moveTo>
                      <a:pt x="3129580" y="362438"/>
                    </a:moveTo>
                    <a:lnTo>
                      <a:pt x="3273580" y="362438"/>
                    </a:lnTo>
                    <a:lnTo>
                      <a:pt x="3273580" y="2414438"/>
                    </a:lnTo>
                    <a:lnTo>
                      <a:pt x="3129580" y="2414438"/>
                    </a:lnTo>
                    <a:close/>
                    <a:moveTo>
                      <a:pt x="2939411" y="362438"/>
                    </a:moveTo>
                    <a:lnTo>
                      <a:pt x="3029411" y="362438"/>
                    </a:lnTo>
                    <a:lnTo>
                      <a:pt x="3029411" y="1957238"/>
                    </a:lnTo>
                    <a:lnTo>
                      <a:pt x="2939411" y="1957238"/>
                    </a:lnTo>
                    <a:close/>
                    <a:moveTo>
                      <a:pt x="2731242" y="362438"/>
                    </a:moveTo>
                    <a:lnTo>
                      <a:pt x="2839242" y="362438"/>
                    </a:lnTo>
                    <a:lnTo>
                      <a:pt x="2839242" y="1957238"/>
                    </a:lnTo>
                    <a:lnTo>
                      <a:pt x="2731242" y="1957238"/>
                    </a:lnTo>
                    <a:close/>
                    <a:moveTo>
                      <a:pt x="2487073" y="362438"/>
                    </a:moveTo>
                    <a:lnTo>
                      <a:pt x="2631073" y="362438"/>
                    </a:lnTo>
                    <a:lnTo>
                      <a:pt x="2631073" y="1957238"/>
                    </a:lnTo>
                    <a:lnTo>
                      <a:pt x="2487073" y="1957238"/>
                    </a:lnTo>
                    <a:close/>
                    <a:moveTo>
                      <a:pt x="2296904" y="362438"/>
                    </a:moveTo>
                    <a:lnTo>
                      <a:pt x="2386904" y="362438"/>
                    </a:lnTo>
                    <a:lnTo>
                      <a:pt x="2386904" y="1957238"/>
                    </a:lnTo>
                    <a:lnTo>
                      <a:pt x="2296904" y="1957238"/>
                    </a:lnTo>
                    <a:close/>
                    <a:moveTo>
                      <a:pt x="2016735" y="362438"/>
                    </a:moveTo>
                    <a:lnTo>
                      <a:pt x="2196735" y="362438"/>
                    </a:lnTo>
                    <a:lnTo>
                      <a:pt x="2196735" y="1957238"/>
                    </a:lnTo>
                    <a:lnTo>
                      <a:pt x="2016735" y="1957238"/>
                    </a:lnTo>
                    <a:close/>
                    <a:moveTo>
                      <a:pt x="1826566" y="362438"/>
                    </a:moveTo>
                    <a:lnTo>
                      <a:pt x="1916566" y="362438"/>
                    </a:lnTo>
                    <a:lnTo>
                      <a:pt x="1916566" y="1957238"/>
                    </a:lnTo>
                    <a:lnTo>
                      <a:pt x="1826566" y="1957238"/>
                    </a:lnTo>
                    <a:close/>
                    <a:moveTo>
                      <a:pt x="1582397" y="362438"/>
                    </a:moveTo>
                    <a:lnTo>
                      <a:pt x="1726397" y="362438"/>
                    </a:lnTo>
                    <a:lnTo>
                      <a:pt x="1726397" y="1957238"/>
                    </a:lnTo>
                    <a:lnTo>
                      <a:pt x="1582397" y="1957238"/>
                    </a:lnTo>
                    <a:close/>
                    <a:moveTo>
                      <a:pt x="1302228" y="362438"/>
                    </a:moveTo>
                    <a:lnTo>
                      <a:pt x="1482228" y="362438"/>
                    </a:lnTo>
                    <a:lnTo>
                      <a:pt x="1482228" y="1957238"/>
                    </a:lnTo>
                    <a:lnTo>
                      <a:pt x="1302228" y="1957238"/>
                    </a:lnTo>
                    <a:close/>
                    <a:moveTo>
                      <a:pt x="1094059" y="362438"/>
                    </a:moveTo>
                    <a:lnTo>
                      <a:pt x="1202059" y="362438"/>
                    </a:lnTo>
                    <a:lnTo>
                      <a:pt x="1202059" y="1957238"/>
                    </a:lnTo>
                    <a:lnTo>
                      <a:pt x="1094059" y="1957238"/>
                    </a:lnTo>
                    <a:close/>
                    <a:moveTo>
                      <a:pt x="903890" y="362438"/>
                    </a:moveTo>
                    <a:lnTo>
                      <a:pt x="993890" y="362438"/>
                    </a:lnTo>
                    <a:lnTo>
                      <a:pt x="993890" y="1957238"/>
                    </a:lnTo>
                    <a:lnTo>
                      <a:pt x="903890" y="1957238"/>
                    </a:lnTo>
                    <a:close/>
                    <a:moveTo>
                      <a:pt x="623721" y="362438"/>
                    </a:moveTo>
                    <a:lnTo>
                      <a:pt x="803721" y="362438"/>
                    </a:lnTo>
                    <a:lnTo>
                      <a:pt x="803721" y="2414438"/>
                    </a:lnTo>
                    <a:lnTo>
                      <a:pt x="623721" y="2414438"/>
                    </a:lnTo>
                    <a:close/>
                    <a:moveTo>
                      <a:pt x="433552" y="362438"/>
                    </a:moveTo>
                    <a:lnTo>
                      <a:pt x="523552" y="362438"/>
                    </a:lnTo>
                    <a:lnTo>
                      <a:pt x="523552" y="2414438"/>
                    </a:lnTo>
                    <a:lnTo>
                      <a:pt x="433552" y="2414438"/>
                    </a:lnTo>
                    <a:close/>
                    <a:moveTo>
                      <a:pt x="303674" y="216000"/>
                    </a:moveTo>
                    <a:cubicBezTo>
                      <a:pt x="255253" y="216000"/>
                      <a:pt x="216000" y="255253"/>
                      <a:pt x="216000" y="303674"/>
                    </a:cubicBezTo>
                    <a:lnTo>
                      <a:pt x="216000" y="2504326"/>
                    </a:lnTo>
                    <a:cubicBezTo>
                      <a:pt x="216000" y="2552747"/>
                      <a:pt x="255253" y="2592000"/>
                      <a:pt x="303674" y="2592000"/>
                    </a:cubicBezTo>
                    <a:lnTo>
                      <a:pt x="3656326" y="2592000"/>
                    </a:lnTo>
                    <a:cubicBezTo>
                      <a:pt x="3704747" y="2592000"/>
                      <a:pt x="3744000" y="2552747"/>
                      <a:pt x="3744000" y="2504326"/>
                    </a:cubicBezTo>
                    <a:lnTo>
                      <a:pt x="3744000" y="303674"/>
                    </a:lnTo>
                    <a:cubicBezTo>
                      <a:pt x="3744000" y="255253"/>
                      <a:pt x="3704747" y="216000"/>
                      <a:pt x="3656326" y="216000"/>
                    </a:cubicBezTo>
                    <a:close/>
                    <a:moveTo>
                      <a:pt x="149021" y="0"/>
                    </a:moveTo>
                    <a:lnTo>
                      <a:pt x="3810979" y="0"/>
                    </a:lnTo>
                    <a:cubicBezTo>
                      <a:pt x="3893281" y="0"/>
                      <a:pt x="3960000" y="66719"/>
                      <a:pt x="3960000" y="149021"/>
                    </a:cubicBezTo>
                    <a:lnTo>
                      <a:pt x="3960000" y="2658979"/>
                    </a:lnTo>
                    <a:cubicBezTo>
                      <a:pt x="3960000" y="2741281"/>
                      <a:pt x="3893281" y="2808000"/>
                      <a:pt x="3810979" y="2808000"/>
                    </a:cubicBezTo>
                    <a:lnTo>
                      <a:pt x="149021" y="2808000"/>
                    </a:lnTo>
                    <a:cubicBezTo>
                      <a:pt x="66719" y="2808000"/>
                      <a:pt x="0" y="2741281"/>
                      <a:pt x="0" y="2658979"/>
                    </a:cubicBezTo>
                    <a:lnTo>
                      <a:pt x="0" y="149021"/>
                    </a:lnTo>
                    <a:cubicBezTo>
                      <a:pt x="0" y="66719"/>
                      <a:pt x="66719" y="0"/>
                      <a:pt x="14902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081" name="Google Shape;2081;p49"/>
              <p:cNvSpPr/>
              <p:nvPr/>
            </p:nvSpPr>
            <p:spPr>
              <a:xfrm>
                <a:off x="7818475" y="4673961"/>
                <a:ext cx="330939" cy="330692"/>
              </a:xfrm>
              <a:custGeom>
                <a:rect b="b" l="l" r="r" t="t"/>
                <a:pathLst>
                  <a:path extrusionOk="0" h="3968213" w="3971162">
                    <a:moveTo>
                      <a:pt x="808855" y="2815607"/>
                    </a:moveTo>
                    <a:lnTo>
                      <a:pt x="1168895" y="2815607"/>
                    </a:lnTo>
                    <a:lnTo>
                      <a:pt x="1168895" y="3175607"/>
                    </a:lnTo>
                    <a:lnTo>
                      <a:pt x="808855" y="3175607"/>
                    </a:lnTo>
                    <a:close/>
                    <a:moveTo>
                      <a:pt x="697665" y="2704397"/>
                    </a:moveTo>
                    <a:lnTo>
                      <a:pt x="697665" y="3286817"/>
                    </a:lnTo>
                    <a:lnTo>
                      <a:pt x="1280085" y="3286817"/>
                    </a:lnTo>
                    <a:lnTo>
                      <a:pt x="1280085" y="2704397"/>
                    </a:lnTo>
                    <a:close/>
                    <a:moveTo>
                      <a:pt x="537750" y="2544482"/>
                    </a:moveTo>
                    <a:lnTo>
                      <a:pt x="1440000" y="2544482"/>
                    </a:lnTo>
                    <a:lnTo>
                      <a:pt x="1440000" y="3446732"/>
                    </a:lnTo>
                    <a:lnTo>
                      <a:pt x="537750" y="3446732"/>
                    </a:lnTo>
                    <a:close/>
                    <a:moveTo>
                      <a:pt x="0" y="2528213"/>
                    </a:moveTo>
                    <a:lnTo>
                      <a:pt x="360000" y="2528213"/>
                    </a:lnTo>
                    <a:lnTo>
                      <a:pt x="360000" y="3608213"/>
                    </a:lnTo>
                    <a:lnTo>
                      <a:pt x="1440000" y="3608213"/>
                    </a:lnTo>
                    <a:lnTo>
                      <a:pt x="1440000" y="3968213"/>
                    </a:lnTo>
                    <a:lnTo>
                      <a:pt x="360000" y="3968213"/>
                    </a:lnTo>
                    <a:lnTo>
                      <a:pt x="0" y="3968213"/>
                    </a:lnTo>
                    <a:lnTo>
                      <a:pt x="0" y="3608213"/>
                    </a:lnTo>
                    <a:close/>
                    <a:moveTo>
                      <a:pt x="3605829" y="2524046"/>
                    </a:moveTo>
                    <a:lnTo>
                      <a:pt x="3965829" y="2524046"/>
                    </a:lnTo>
                    <a:lnTo>
                      <a:pt x="3965829" y="3604046"/>
                    </a:lnTo>
                    <a:lnTo>
                      <a:pt x="3965829" y="3964046"/>
                    </a:lnTo>
                    <a:lnTo>
                      <a:pt x="3605829" y="3964046"/>
                    </a:lnTo>
                    <a:lnTo>
                      <a:pt x="2525829" y="3964046"/>
                    </a:lnTo>
                    <a:lnTo>
                      <a:pt x="2525829" y="3604046"/>
                    </a:lnTo>
                    <a:lnTo>
                      <a:pt x="3605829" y="3604046"/>
                    </a:lnTo>
                    <a:close/>
                    <a:moveTo>
                      <a:pt x="1542677" y="2468095"/>
                    </a:moveTo>
                    <a:lnTo>
                      <a:pt x="1758701" y="2468095"/>
                    </a:lnTo>
                    <a:lnTo>
                      <a:pt x="1758701" y="2835684"/>
                    </a:lnTo>
                    <a:lnTo>
                      <a:pt x="1542677" y="2835684"/>
                    </a:lnTo>
                    <a:close/>
                    <a:moveTo>
                      <a:pt x="3174101" y="2437460"/>
                    </a:moveTo>
                    <a:lnTo>
                      <a:pt x="3390125" y="2437460"/>
                    </a:lnTo>
                    <a:lnTo>
                      <a:pt x="3390125" y="2663201"/>
                    </a:lnTo>
                    <a:lnTo>
                      <a:pt x="3174101" y="2663201"/>
                    </a:lnTo>
                    <a:close/>
                    <a:moveTo>
                      <a:pt x="2809842" y="2295613"/>
                    </a:moveTo>
                    <a:lnTo>
                      <a:pt x="3025866" y="2295613"/>
                    </a:lnTo>
                    <a:lnTo>
                      <a:pt x="3025866" y="2663202"/>
                    </a:lnTo>
                    <a:lnTo>
                      <a:pt x="3389097" y="2663202"/>
                    </a:lnTo>
                    <a:lnTo>
                      <a:pt x="3389097" y="2873898"/>
                    </a:lnTo>
                    <a:lnTo>
                      <a:pt x="3389097" y="2873898"/>
                    </a:lnTo>
                    <a:lnTo>
                      <a:pt x="3389097" y="3446732"/>
                    </a:lnTo>
                    <a:lnTo>
                      <a:pt x="3173073" y="3446732"/>
                    </a:lnTo>
                    <a:lnTo>
                      <a:pt x="3173073" y="2879226"/>
                    </a:lnTo>
                    <a:lnTo>
                      <a:pt x="3021508" y="2879226"/>
                    </a:lnTo>
                    <a:lnTo>
                      <a:pt x="3021508" y="2663202"/>
                    </a:lnTo>
                    <a:lnTo>
                      <a:pt x="2809842" y="2663202"/>
                    </a:lnTo>
                    <a:close/>
                    <a:moveTo>
                      <a:pt x="2093780" y="2089306"/>
                    </a:moveTo>
                    <a:lnTo>
                      <a:pt x="2309804" y="2089306"/>
                    </a:lnTo>
                    <a:lnTo>
                      <a:pt x="2309804" y="2315047"/>
                    </a:lnTo>
                    <a:lnTo>
                      <a:pt x="2093780" y="2315047"/>
                    </a:lnTo>
                    <a:close/>
                    <a:moveTo>
                      <a:pt x="2656492" y="1853849"/>
                    </a:moveTo>
                    <a:lnTo>
                      <a:pt x="2872516" y="1853849"/>
                    </a:lnTo>
                    <a:lnTo>
                      <a:pt x="2872516" y="2038657"/>
                    </a:lnTo>
                    <a:lnTo>
                      <a:pt x="2989835" y="2038657"/>
                    </a:lnTo>
                    <a:lnTo>
                      <a:pt x="2989835" y="1887092"/>
                    </a:lnTo>
                    <a:lnTo>
                      <a:pt x="3205859" y="1887092"/>
                    </a:lnTo>
                    <a:lnTo>
                      <a:pt x="3205859" y="2028940"/>
                    </a:lnTo>
                    <a:lnTo>
                      <a:pt x="3390125" y="2028940"/>
                    </a:lnTo>
                    <a:lnTo>
                      <a:pt x="3390125" y="2254681"/>
                    </a:lnTo>
                    <a:lnTo>
                      <a:pt x="3205859" y="2254681"/>
                    </a:lnTo>
                    <a:lnTo>
                      <a:pt x="3174101" y="2254681"/>
                    </a:lnTo>
                    <a:lnTo>
                      <a:pt x="3005149" y="2254681"/>
                    </a:lnTo>
                    <a:lnTo>
                      <a:pt x="2989835" y="2254681"/>
                    </a:lnTo>
                    <a:lnTo>
                      <a:pt x="2688721" y="2254681"/>
                    </a:lnTo>
                    <a:lnTo>
                      <a:pt x="2688721" y="2447179"/>
                    </a:lnTo>
                    <a:lnTo>
                      <a:pt x="2488606" y="2447179"/>
                    </a:lnTo>
                    <a:lnTo>
                      <a:pt x="2488606" y="2663841"/>
                    </a:lnTo>
                    <a:lnTo>
                      <a:pt x="2486018" y="2663841"/>
                    </a:lnTo>
                    <a:lnTo>
                      <a:pt x="2486018" y="2846997"/>
                    </a:lnTo>
                    <a:lnTo>
                      <a:pt x="2840287" y="2846997"/>
                    </a:lnTo>
                    <a:lnTo>
                      <a:pt x="2840287" y="3046907"/>
                    </a:lnTo>
                    <a:lnTo>
                      <a:pt x="3045880" y="3046907"/>
                    </a:lnTo>
                    <a:lnTo>
                      <a:pt x="3045880" y="3272648"/>
                    </a:lnTo>
                    <a:lnTo>
                      <a:pt x="2829856" y="3272648"/>
                    </a:lnTo>
                    <a:lnTo>
                      <a:pt x="2829856" y="3063021"/>
                    </a:lnTo>
                    <a:lnTo>
                      <a:pt x="2472698" y="3063021"/>
                    </a:lnTo>
                    <a:lnTo>
                      <a:pt x="2472698" y="2847499"/>
                    </a:lnTo>
                    <a:lnTo>
                      <a:pt x="2093780" y="2847499"/>
                    </a:lnTo>
                    <a:lnTo>
                      <a:pt x="2088510" y="2847499"/>
                    </a:lnTo>
                    <a:lnTo>
                      <a:pt x="1910267" y="2847499"/>
                    </a:lnTo>
                    <a:lnTo>
                      <a:pt x="1910267" y="3028023"/>
                    </a:lnTo>
                    <a:lnTo>
                      <a:pt x="2277575" y="3028023"/>
                    </a:lnTo>
                    <a:lnTo>
                      <a:pt x="2277575" y="3241488"/>
                    </a:lnTo>
                    <a:lnTo>
                      <a:pt x="2829855" y="3241488"/>
                    </a:lnTo>
                    <a:lnTo>
                      <a:pt x="2829855" y="3457512"/>
                    </a:lnTo>
                    <a:lnTo>
                      <a:pt x="2269993" y="3457512"/>
                    </a:lnTo>
                    <a:lnTo>
                      <a:pt x="2269993" y="3244047"/>
                    </a:lnTo>
                    <a:lnTo>
                      <a:pt x="2111604" y="3244047"/>
                    </a:lnTo>
                    <a:lnTo>
                      <a:pt x="2111604" y="3446733"/>
                    </a:lnTo>
                    <a:lnTo>
                      <a:pt x="1744015" y="3446733"/>
                    </a:lnTo>
                    <a:lnTo>
                      <a:pt x="1744015" y="3230709"/>
                    </a:lnTo>
                    <a:lnTo>
                      <a:pt x="1909986" y="3230709"/>
                    </a:lnTo>
                    <a:lnTo>
                      <a:pt x="1909986" y="3051709"/>
                    </a:lnTo>
                    <a:lnTo>
                      <a:pt x="1542678" y="3051709"/>
                    </a:lnTo>
                    <a:lnTo>
                      <a:pt x="1542678" y="2835685"/>
                    </a:lnTo>
                    <a:lnTo>
                      <a:pt x="1877756" y="2835685"/>
                    </a:lnTo>
                    <a:lnTo>
                      <a:pt x="1877756" y="2315047"/>
                    </a:lnTo>
                    <a:lnTo>
                      <a:pt x="2093780" y="2315047"/>
                    </a:lnTo>
                    <a:lnTo>
                      <a:pt x="2093780" y="2631475"/>
                    </a:lnTo>
                    <a:lnTo>
                      <a:pt x="2272582" y="2631475"/>
                    </a:lnTo>
                    <a:lnTo>
                      <a:pt x="2272582" y="2438100"/>
                    </a:lnTo>
                    <a:lnTo>
                      <a:pt x="2472697" y="2438100"/>
                    </a:lnTo>
                    <a:lnTo>
                      <a:pt x="2472697" y="2254681"/>
                    </a:lnTo>
                    <a:lnTo>
                      <a:pt x="2472697" y="2221438"/>
                    </a:lnTo>
                    <a:lnTo>
                      <a:pt x="2472697" y="2038657"/>
                    </a:lnTo>
                    <a:lnTo>
                      <a:pt x="2656492" y="2038657"/>
                    </a:lnTo>
                    <a:close/>
                    <a:moveTo>
                      <a:pt x="2989836" y="1667759"/>
                    </a:moveTo>
                    <a:lnTo>
                      <a:pt x="3357425" y="1667759"/>
                    </a:lnTo>
                    <a:lnTo>
                      <a:pt x="3357425" y="1883783"/>
                    </a:lnTo>
                    <a:lnTo>
                      <a:pt x="2989836" y="1883783"/>
                    </a:lnTo>
                    <a:close/>
                    <a:moveTo>
                      <a:pt x="2309586" y="1554888"/>
                    </a:moveTo>
                    <a:lnTo>
                      <a:pt x="2829824" y="1554888"/>
                    </a:lnTo>
                    <a:lnTo>
                      <a:pt x="2829824" y="1770912"/>
                    </a:lnTo>
                    <a:lnTo>
                      <a:pt x="2525643" y="1770912"/>
                    </a:lnTo>
                    <a:lnTo>
                      <a:pt x="2525643" y="1927296"/>
                    </a:lnTo>
                    <a:lnTo>
                      <a:pt x="2309619" y="1927296"/>
                    </a:lnTo>
                    <a:lnTo>
                      <a:pt x="2309619" y="1770912"/>
                    </a:lnTo>
                    <a:lnTo>
                      <a:pt x="2309586" y="1770912"/>
                    </a:lnTo>
                    <a:close/>
                    <a:moveTo>
                      <a:pt x="616397" y="1550030"/>
                    </a:moveTo>
                    <a:lnTo>
                      <a:pt x="808855" y="1550030"/>
                    </a:lnTo>
                    <a:lnTo>
                      <a:pt x="832421" y="1550030"/>
                    </a:lnTo>
                    <a:lnTo>
                      <a:pt x="1024879" y="1550030"/>
                    </a:lnTo>
                    <a:lnTo>
                      <a:pt x="1024879" y="1775771"/>
                    </a:lnTo>
                    <a:lnTo>
                      <a:pt x="832421" y="1775771"/>
                    </a:lnTo>
                    <a:lnTo>
                      <a:pt x="832421" y="2079590"/>
                    </a:lnTo>
                    <a:lnTo>
                      <a:pt x="1028931" y="2079590"/>
                    </a:lnTo>
                    <a:lnTo>
                      <a:pt x="1192537" y="2079590"/>
                    </a:lnTo>
                    <a:lnTo>
                      <a:pt x="1244955" y="2079590"/>
                    </a:lnTo>
                    <a:lnTo>
                      <a:pt x="1244955" y="2231155"/>
                    </a:lnTo>
                    <a:lnTo>
                      <a:pt x="1468668" y="2231155"/>
                    </a:lnTo>
                    <a:lnTo>
                      <a:pt x="1468668" y="2447179"/>
                    </a:lnTo>
                    <a:lnTo>
                      <a:pt x="1244955" y="2447179"/>
                    </a:lnTo>
                    <a:lnTo>
                      <a:pt x="1244955" y="2447179"/>
                    </a:lnTo>
                    <a:lnTo>
                      <a:pt x="1028931" y="2447179"/>
                    </a:lnTo>
                    <a:lnTo>
                      <a:pt x="1028931" y="2295614"/>
                    </a:lnTo>
                    <a:lnTo>
                      <a:pt x="619703" y="2295614"/>
                    </a:lnTo>
                    <a:lnTo>
                      <a:pt x="619703" y="2082482"/>
                    </a:lnTo>
                    <a:lnTo>
                      <a:pt x="616397" y="2082482"/>
                    </a:lnTo>
                    <a:close/>
                    <a:moveTo>
                      <a:pt x="1747452" y="1324289"/>
                    </a:moveTo>
                    <a:lnTo>
                      <a:pt x="1963476" y="1324289"/>
                    </a:lnTo>
                    <a:lnTo>
                      <a:pt x="1963476" y="1528779"/>
                    </a:lnTo>
                    <a:lnTo>
                      <a:pt x="2151955" y="1528779"/>
                    </a:lnTo>
                    <a:lnTo>
                      <a:pt x="2151955" y="1754520"/>
                    </a:lnTo>
                    <a:lnTo>
                      <a:pt x="1935931" y="1754520"/>
                    </a:lnTo>
                    <a:lnTo>
                      <a:pt x="1935931" y="1550030"/>
                    </a:lnTo>
                    <a:lnTo>
                      <a:pt x="1758702" y="1550030"/>
                    </a:lnTo>
                    <a:lnTo>
                      <a:pt x="1758702" y="1863566"/>
                    </a:lnTo>
                    <a:lnTo>
                      <a:pt x="2119726" y="1863566"/>
                    </a:lnTo>
                    <a:lnTo>
                      <a:pt x="2119726" y="2079590"/>
                    </a:lnTo>
                    <a:lnTo>
                      <a:pt x="1761543" y="2079590"/>
                    </a:lnTo>
                    <a:lnTo>
                      <a:pt x="1761543" y="2259540"/>
                    </a:lnTo>
                    <a:lnTo>
                      <a:pt x="1545519" y="2259540"/>
                    </a:lnTo>
                    <a:lnTo>
                      <a:pt x="1545519" y="2082482"/>
                    </a:lnTo>
                    <a:lnTo>
                      <a:pt x="1542678" y="2082482"/>
                    </a:lnTo>
                    <a:lnTo>
                      <a:pt x="1542678" y="2079589"/>
                    </a:lnTo>
                    <a:lnTo>
                      <a:pt x="1030691" y="2079589"/>
                    </a:lnTo>
                    <a:lnTo>
                      <a:pt x="1030691" y="1863565"/>
                    </a:lnTo>
                    <a:lnTo>
                      <a:pt x="1192537" y="1863565"/>
                    </a:lnTo>
                    <a:lnTo>
                      <a:pt x="1192537" y="1662900"/>
                    </a:lnTo>
                    <a:lnTo>
                      <a:pt x="1440000" y="1662900"/>
                    </a:lnTo>
                    <a:lnTo>
                      <a:pt x="1440000" y="1863565"/>
                    </a:lnTo>
                    <a:lnTo>
                      <a:pt x="1542678" y="1863565"/>
                    </a:lnTo>
                    <a:lnTo>
                      <a:pt x="1542678" y="1550030"/>
                    </a:lnTo>
                    <a:lnTo>
                      <a:pt x="1747452" y="1550030"/>
                    </a:lnTo>
                    <a:close/>
                    <a:moveTo>
                      <a:pt x="2802267" y="814725"/>
                    </a:moveTo>
                    <a:lnTo>
                      <a:pt x="3162307" y="814725"/>
                    </a:lnTo>
                    <a:lnTo>
                      <a:pt x="3162307" y="1174725"/>
                    </a:lnTo>
                    <a:lnTo>
                      <a:pt x="2802267" y="1174725"/>
                    </a:lnTo>
                    <a:close/>
                    <a:moveTo>
                      <a:pt x="884915" y="814725"/>
                    </a:moveTo>
                    <a:lnTo>
                      <a:pt x="1244955" y="814725"/>
                    </a:lnTo>
                    <a:lnTo>
                      <a:pt x="1244955" y="1174725"/>
                    </a:lnTo>
                    <a:lnTo>
                      <a:pt x="884915" y="1174725"/>
                    </a:lnTo>
                    <a:close/>
                    <a:moveTo>
                      <a:pt x="2691077" y="703515"/>
                    </a:moveTo>
                    <a:lnTo>
                      <a:pt x="2691077" y="1285935"/>
                    </a:lnTo>
                    <a:lnTo>
                      <a:pt x="3273497" y="1285935"/>
                    </a:lnTo>
                    <a:lnTo>
                      <a:pt x="3273497" y="703515"/>
                    </a:lnTo>
                    <a:close/>
                    <a:moveTo>
                      <a:pt x="773725" y="703515"/>
                    </a:moveTo>
                    <a:lnTo>
                      <a:pt x="773725" y="1285935"/>
                    </a:lnTo>
                    <a:lnTo>
                      <a:pt x="1356145" y="1285935"/>
                    </a:lnTo>
                    <a:lnTo>
                      <a:pt x="1356145" y="703515"/>
                    </a:lnTo>
                    <a:close/>
                    <a:moveTo>
                      <a:pt x="2531162" y="543600"/>
                    </a:moveTo>
                    <a:lnTo>
                      <a:pt x="3433412" y="543600"/>
                    </a:lnTo>
                    <a:lnTo>
                      <a:pt x="3433412" y="1445850"/>
                    </a:lnTo>
                    <a:lnTo>
                      <a:pt x="2531162" y="1445850"/>
                    </a:lnTo>
                    <a:close/>
                    <a:moveTo>
                      <a:pt x="613810" y="543600"/>
                    </a:moveTo>
                    <a:lnTo>
                      <a:pt x="1516060" y="543600"/>
                    </a:lnTo>
                    <a:lnTo>
                      <a:pt x="1516060" y="1445850"/>
                    </a:lnTo>
                    <a:lnTo>
                      <a:pt x="613810" y="1445850"/>
                    </a:lnTo>
                    <a:close/>
                    <a:moveTo>
                      <a:pt x="2088509" y="543244"/>
                    </a:moveTo>
                    <a:lnTo>
                      <a:pt x="2283187" y="543244"/>
                    </a:lnTo>
                    <a:lnTo>
                      <a:pt x="2283187" y="759268"/>
                    </a:lnTo>
                    <a:lnTo>
                      <a:pt x="2088509" y="759268"/>
                    </a:lnTo>
                    <a:close/>
                    <a:moveTo>
                      <a:pt x="1751276" y="543243"/>
                    </a:moveTo>
                    <a:lnTo>
                      <a:pt x="1967300" y="543243"/>
                    </a:lnTo>
                    <a:lnTo>
                      <a:pt x="1967300" y="986389"/>
                    </a:lnTo>
                    <a:lnTo>
                      <a:pt x="2119726" y="986389"/>
                    </a:lnTo>
                    <a:lnTo>
                      <a:pt x="2119726" y="986388"/>
                    </a:lnTo>
                    <a:lnTo>
                      <a:pt x="2335750" y="986388"/>
                    </a:lnTo>
                    <a:lnTo>
                      <a:pt x="2335750" y="1491348"/>
                    </a:lnTo>
                    <a:lnTo>
                      <a:pt x="2119726" y="1491348"/>
                    </a:lnTo>
                    <a:lnTo>
                      <a:pt x="2119726" y="1202413"/>
                    </a:lnTo>
                    <a:lnTo>
                      <a:pt x="1747396" y="1202413"/>
                    </a:lnTo>
                    <a:lnTo>
                      <a:pt x="1747396" y="986389"/>
                    </a:lnTo>
                    <a:lnTo>
                      <a:pt x="1751276" y="986389"/>
                    </a:lnTo>
                    <a:close/>
                    <a:moveTo>
                      <a:pt x="4409" y="5850"/>
                    </a:moveTo>
                    <a:lnTo>
                      <a:pt x="364409" y="5850"/>
                    </a:lnTo>
                    <a:lnTo>
                      <a:pt x="1444409" y="5850"/>
                    </a:lnTo>
                    <a:lnTo>
                      <a:pt x="1444409" y="365850"/>
                    </a:lnTo>
                    <a:lnTo>
                      <a:pt x="364409" y="365850"/>
                    </a:lnTo>
                    <a:lnTo>
                      <a:pt x="364409" y="1445850"/>
                    </a:lnTo>
                    <a:lnTo>
                      <a:pt x="4409" y="1445850"/>
                    </a:lnTo>
                    <a:lnTo>
                      <a:pt x="4409" y="365850"/>
                    </a:lnTo>
                    <a:close/>
                    <a:moveTo>
                      <a:pt x="2531162" y="0"/>
                    </a:moveTo>
                    <a:lnTo>
                      <a:pt x="3611162" y="0"/>
                    </a:lnTo>
                    <a:lnTo>
                      <a:pt x="3971162" y="0"/>
                    </a:lnTo>
                    <a:lnTo>
                      <a:pt x="3971162" y="360000"/>
                    </a:lnTo>
                    <a:lnTo>
                      <a:pt x="3971162" y="1440000"/>
                    </a:lnTo>
                    <a:lnTo>
                      <a:pt x="3611162" y="1440000"/>
                    </a:lnTo>
                    <a:lnTo>
                      <a:pt x="3611162" y="360000"/>
                    </a:lnTo>
                    <a:lnTo>
                      <a:pt x="2531162" y="36000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082" name="Google Shape;2082;p49"/>
              <p:cNvSpPr/>
              <p:nvPr/>
            </p:nvSpPr>
            <p:spPr>
              <a:xfrm>
                <a:off x="10999746" y="4139499"/>
                <a:ext cx="330940" cy="232884"/>
              </a:xfrm>
              <a:custGeom>
                <a:rect b="b" l="l" r="r" t="t"/>
                <a:pathLst>
                  <a:path extrusionOk="0" h="2736304" w="3888432">
                    <a:moveTo>
                      <a:pt x="1324542" y="1693069"/>
                    </a:moveTo>
                    <a:lnTo>
                      <a:pt x="1371242" y="1693069"/>
                    </a:lnTo>
                    <a:cubicBezTo>
                      <a:pt x="1385857" y="1693069"/>
                      <a:pt x="1397704" y="1704917"/>
                      <a:pt x="1397704" y="1719531"/>
                    </a:cubicBezTo>
                    <a:lnTo>
                      <a:pt x="1397704" y="1766231"/>
                    </a:lnTo>
                    <a:cubicBezTo>
                      <a:pt x="1397704" y="1780846"/>
                      <a:pt x="1385857" y="1792693"/>
                      <a:pt x="1371242" y="1792693"/>
                    </a:cubicBezTo>
                    <a:lnTo>
                      <a:pt x="1324542" y="1792693"/>
                    </a:lnTo>
                    <a:cubicBezTo>
                      <a:pt x="1309928" y="1792693"/>
                      <a:pt x="1298080" y="1780846"/>
                      <a:pt x="1298080" y="1766231"/>
                    </a:cubicBezTo>
                    <a:lnTo>
                      <a:pt x="1298080" y="1719531"/>
                    </a:lnTo>
                    <a:cubicBezTo>
                      <a:pt x="1298080" y="1704917"/>
                      <a:pt x="1309928" y="1693069"/>
                      <a:pt x="1324542" y="1693069"/>
                    </a:cubicBezTo>
                    <a:close/>
                    <a:moveTo>
                      <a:pt x="1174792" y="1693069"/>
                    </a:moveTo>
                    <a:lnTo>
                      <a:pt x="1221492" y="1693069"/>
                    </a:lnTo>
                    <a:cubicBezTo>
                      <a:pt x="1236107" y="1693069"/>
                      <a:pt x="1247954" y="1704917"/>
                      <a:pt x="1247954" y="1719531"/>
                    </a:cubicBezTo>
                    <a:lnTo>
                      <a:pt x="1247954" y="1766231"/>
                    </a:lnTo>
                    <a:cubicBezTo>
                      <a:pt x="1247954" y="1780846"/>
                      <a:pt x="1236107" y="1792693"/>
                      <a:pt x="1221492" y="1792693"/>
                    </a:cubicBezTo>
                    <a:lnTo>
                      <a:pt x="1174792" y="1792693"/>
                    </a:lnTo>
                    <a:cubicBezTo>
                      <a:pt x="1160178" y="1792693"/>
                      <a:pt x="1148330" y="1780846"/>
                      <a:pt x="1148330" y="1766231"/>
                    </a:cubicBezTo>
                    <a:lnTo>
                      <a:pt x="1148330" y="1719531"/>
                    </a:lnTo>
                    <a:cubicBezTo>
                      <a:pt x="1148330" y="1704917"/>
                      <a:pt x="1160178" y="1693069"/>
                      <a:pt x="1174792" y="1693069"/>
                    </a:cubicBezTo>
                    <a:close/>
                    <a:moveTo>
                      <a:pt x="1025670" y="1693069"/>
                    </a:moveTo>
                    <a:lnTo>
                      <a:pt x="1072369" y="1693069"/>
                    </a:lnTo>
                    <a:cubicBezTo>
                      <a:pt x="1086984" y="1693069"/>
                      <a:pt x="1098832" y="1704917"/>
                      <a:pt x="1098832" y="1719531"/>
                    </a:cubicBezTo>
                    <a:lnTo>
                      <a:pt x="1098832" y="1766231"/>
                    </a:lnTo>
                    <a:cubicBezTo>
                      <a:pt x="1098832" y="1780846"/>
                      <a:pt x="1086984" y="1792693"/>
                      <a:pt x="1072369" y="1792693"/>
                    </a:cubicBezTo>
                    <a:lnTo>
                      <a:pt x="1025670" y="1792693"/>
                    </a:lnTo>
                    <a:cubicBezTo>
                      <a:pt x="1011055" y="1792693"/>
                      <a:pt x="999207" y="1780846"/>
                      <a:pt x="999207" y="1766231"/>
                    </a:cubicBezTo>
                    <a:lnTo>
                      <a:pt x="999207" y="1719531"/>
                    </a:lnTo>
                    <a:cubicBezTo>
                      <a:pt x="999207" y="1704917"/>
                      <a:pt x="1011055" y="1693069"/>
                      <a:pt x="1025670" y="1693069"/>
                    </a:cubicBezTo>
                    <a:close/>
                    <a:moveTo>
                      <a:pt x="2538530" y="1609316"/>
                    </a:moveTo>
                    <a:lnTo>
                      <a:pt x="2133002" y="1939195"/>
                    </a:lnTo>
                    <a:lnTo>
                      <a:pt x="3272021" y="1939195"/>
                    </a:lnTo>
                    <a:lnTo>
                      <a:pt x="2866494" y="1609316"/>
                    </a:lnTo>
                    <a:close/>
                    <a:moveTo>
                      <a:pt x="1324542" y="1547147"/>
                    </a:moveTo>
                    <a:lnTo>
                      <a:pt x="1371242" y="1547147"/>
                    </a:lnTo>
                    <a:cubicBezTo>
                      <a:pt x="1385857" y="1547147"/>
                      <a:pt x="1397704" y="1558995"/>
                      <a:pt x="1397704" y="1573609"/>
                    </a:cubicBezTo>
                    <a:lnTo>
                      <a:pt x="1397704" y="1620309"/>
                    </a:lnTo>
                    <a:cubicBezTo>
                      <a:pt x="1397704" y="1634924"/>
                      <a:pt x="1385857" y="1646771"/>
                      <a:pt x="1371242" y="1646771"/>
                    </a:cubicBezTo>
                    <a:lnTo>
                      <a:pt x="1324542" y="1646771"/>
                    </a:lnTo>
                    <a:cubicBezTo>
                      <a:pt x="1309928" y="1646771"/>
                      <a:pt x="1298080" y="1634924"/>
                      <a:pt x="1298080" y="1620309"/>
                    </a:cubicBezTo>
                    <a:lnTo>
                      <a:pt x="1298080" y="1573609"/>
                    </a:lnTo>
                    <a:cubicBezTo>
                      <a:pt x="1298080" y="1558995"/>
                      <a:pt x="1309928" y="1547147"/>
                      <a:pt x="1324542" y="1547147"/>
                    </a:cubicBezTo>
                    <a:close/>
                    <a:moveTo>
                      <a:pt x="1174792" y="1547147"/>
                    </a:moveTo>
                    <a:lnTo>
                      <a:pt x="1221492" y="1547147"/>
                    </a:lnTo>
                    <a:cubicBezTo>
                      <a:pt x="1236107" y="1547147"/>
                      <a:pt x="1247954" y="1558995"/>
                      <a:pt x="1247954" y="1573609"/>
                    </a:cubicBezTo>
                    <a:lnTo>
                      <a:pt x="1247954" y="1620309"/>
                    </a:lnTo>
                    <a:cubicBezTo>
                      <a:pt x="1247954" y="1634924"/>
                      <a:pt x="1236107" y="1646771"/>
                      <a:pt x="1221492" y="1646771"/>
                    </a:cubicBezTo>
                    <a:lnTo>
                      <a:pt x="1174792" y="1646771"/>
                    </a:lnTo>
                    <a:cubicBezTo>
                      <a:pt x="1160178" y="1646771"/>
                      <a:pt x="1148330" y="1634924"/>
                      <a:pt x="1148330" y="1620309"/>
                    </a:cubicBezTo>
                    <a:lnTo>
                      <a:pt x="1148330" y="1573609"/>
                    </a:lnTo>
                    <a:cubicBezTo>
                      <a:pt x="1148330" y="1558995"/>
                      <a:pt x="1160178" y="1547147"/>
                      <a:pt x="1174792" y="1547147"/>
                    </a:cubicBezTo>
                    <a:close/>
                    <a:moveTo>
                      <a:pt x="1025670" y="1547147"/>
                    </a:moveTo>
                    <a:lnTo>
                      <a:pt x="1072369" y="1547147"/>
                    </a:lnTo>
                    <a:cubicBezTo>
                      <a:pt x="1086984" y="1547147"/>
                      <a:pt x="1098832" y="1558995"/>
                      <a:pt x="1098832" y="1573609"/>
                    </a:cubicBezTo>
                    <a:lnTo>
                      <a:pt x="1098832" y="1620309"/>
                    </a:lnTo>
                    <a:cubicBezTo>
                      <a:pt x="1098832" y="1634924"/>
                      <a:pt x="1086984" y="1646771"/>
                      <a:pt x="1072369" y="1646771"/>
                    </a:cubicBezTo>
                    <a:lnTo>
                      <a:pt x="1025670" y="1646771"/>
                    </a:lnTo>
                    <a:cubicBezTo>
                      <a:pt x="1011055" y="1646771"/>
                      <a:pt x="999207" y="1634924"/>
                      <a:pt x="999207" y="1620309"/>
                    </a:cubicBezTo>
                    <a:lnTo>
                      <a:pt x="999207" y="1573609"/>
                    </a:lnTo>
                    <a:cubicBezTo>
                      <a:pt x="999207" y="1558995"/>
                      <a:pt x="1011055" y="1547147"/>
                      <a:pt x="1025670" y="1547147"/>
                    </a:cubicBezTo>
                    <a:close/>
                    <a:moveTo>
                      <a:pt x="2504665" y="1505875"/>
                    </a:moveTo>
                    <a:cubicBezTo>
                      <a:pt x="2501347" y="1505875"/>
                      <a:pt x="2498657" y="1508565"/>
                      <a:pt x="2498657" y="1511883"/>
                    </a:cubicBezTo>
                    <a:lnTo>
                      <a:pt x="2498657" y="1535912"/>
                    </a:lnTo>
                    <a:cubicBezTo>
                      <a:pt x="2498657" y="1539230"/>
                      <a:pt x="2501347" y="1541920"/>
                      <a:pt x="2504665" y="1541920"/>
                    </a:cubicBezTo>
                    <a:lnTo>
                      <a:pt x="2893211" y="1541920"/>
                    </a:lnTo>
                    <a:cubicBezTo>
                      <a:pt x="2896529" y="1541920"/>
                      <a:pt x="2899219" y="1539230"/>
                      <a:pt x="2899219" y="1535912"/>
                    </a:cubicBezTo>
                    <a:lnTo>
                      <a:pt x="2899219" y="1511883"/>
                    </a:lnTo>
                    <a:cubicBezTo>
                      <a:pt x="2899219" y="1508565"/>
                      <a:pt x="2896529" y="1505875"/>
                      <a:pt x="2893211" y="1505875"/>
                    </a:cubicBezTo>
                    <a:close/>
                    <a:moveTo>
                      <a:pt x="2504665" y="1422733"/>
                    </a:moveTo>
                    <a:cubicBezTo>
                      <a:pt x="2501347" y="1422733"/>
                      <a:pt x="2498657" y="1425422"/>
                      <a:pt x="2498657" y="1428740"/>
                    </a:cubicBezTo>
                    <a:lnTo>
                      <a:pt x="2498657" y="1452770"/>
                    </a:lnTo>
                    <a:cubicBezTo>
                      <a:pt x="2498657" y="1456088"/>
                      <a:pt x="2501347" y="1458777"/>
                      <a:pt x="2504665" y="1458777"/>
                    </a:cubicBezTo>
                    <a:lnTo>
                      <a:pt x="2893211" y="1458777"/>
                    </a:lnTo>
                    <a:cubicBezTo>
                      <a:pt x="2896529" y="1458777"/>
                      <a:pt x="2899219" y="1456088"/>
                      <a:pt x="2899219" y="1452770"/>
                    </a:cubicBezTo>
                    <a:lnTo>
                      <a:pt x="2899219" y="1428740"/>
                    </a:lnTo>
                    <a:cubicBezTo>
                      <a:pt x="2899219" y="1425422"/>
                      <a:pt x="2896529" y="1422733"/>
                      <a:pt x="2893211" y="1422733"/>
                    </a:cubicBezTo>
                    <a:close/>
                    <a:moveTo>
                      <a:pt x="1324542" y="1401225"/>
                    </a:moveTo>
                    <a:lnTo>
                      <a:pt x="1371242" y="1401225"/>
                    </a:lnTo>
                    <a:cubicBezTo>
                      <a:pt x="1385857" y="1401225"/>
                      <a:pt x="1397704" y="1413073"/>
                      <a:pt x="1397704" y="1427687"/>
                    </a:cubicBezTo>
                    <a:lnTo>
                      <a:pt x="1397704" y="1474387"/>
                    </a:lnTo>
                    <a:cubicBezTo>
                      <a:pt x="1397704" y="1489001"/>
                      <a:pt x="1385857" y="1500849"/>
                      <a:pt x="1371242" y="1500849"/>
                    </a:cubicBezTo>
                    <a:lnTo>
                      <a:pt x="1324542" y="1500849"/>
                    </a:lnTo>
                    <a:cubicBezTo>
                      <a:pt x="1309928" y="1500849"/>
                      <a:pt x="1298080" y="1489001"/>
                      <a:pt x="1298080" y="1474387"/>
                    </a:cubicBezTo>
                    <a:lnTo>
                      <a:pt x="1298080" y="1427687"/>
                    </a:lnTo>
                    <a:cubicBezTo>
                      <a:pt x="1298080" y="1413073"/>
                      <a:pt x="1309928" y="1401225"/>
                      <a:pt x="1324542" y="1401225"/>
                    </a:cubicBezTo>
                    <a:close/>
                    <a:moveTo>
                      <a:pt x="1174792" y="1401225"/>
                    </a:moveTo>
                    <a:lnTo>
                      <a:pt x="1221492" y="1401225"/>
                    </a:lnTo>
                    <a:cubicBezTo>
                      <a:pt x="1236107" y="1401225"/>
                      <a:pt x="1247954" y="1413073"/>
                      <a:pt x="1247954" y="1427687"/>
                    </a:cubicBezTo>
                    <a:lnTo>
                      <a:pt x="1247954" y="1474387"/>
                    </a:lnTo>
                    <a:cubicBezTo>
                      <a:pt x="1247954" y="1489001"/>
                      <a:pt x="1236107" y="1500849"/>
                      <a:pt x="1221492" y="1500849"/>
                    </a:cubicBezTo>
                    <a:lnTo>
                      <a:pt x="1174792" y="1500849"/>
                    </a:lnTo>
                    <a:cubicBezTo>
                      <a:pt x="1160178" y="1500849"/>
                      <a:pt x="1148330" y="1489001"/>
                      <a:pt x="1148330" y="1474387"/>
                    </a:cubicBezTo>
                    <a:lnTo>
                      <a:pt x="1148330" y="1427687"/>
                    </a:lnTo>
                    <a:cubicBezTo>
                      <a:pt x="1148330" y="1413073"/>
                      <a:pt x="1160178" y="1401225"/>
                      <a:pt x="1174792" y="1401225"/>
                    </a:cubicBezTo>
                    <a:close/>
                    <a:moveTo>
                      <a:pt x="1025670" y="1401225"/>
                    </a:moveTo>
                    <a:lnTo>
                      <a:pt x="1072369" y="1401225"/>
                    </a:lnTo>
                    <a:cubicBezTo>
                      <a:pt x="1086984" y="1401225"/>
                      <a:pt x="1098832" y="1413073"/>
                      <a:pt x="1098832" y="1427687"/>
                    </a:cubicBezTo>
                    <a:lnTo>
                      <a:pt x="1098832" y="1474387"/>
                    </a:lnTo>
                    <a:cubicBezTo>
                      <a:pt x="1098832" y="1489001"/>
                      <a:pt x="1086984" y="1500849"/>
                      <a:pt x="1072369" y="1500849"/>
                    </a:cubicBezTo>
                    <a:lnTo>
                      <a:pt x="1025670" y="1500849"/>
                    </a:lnTo>
                    <a:cubicBezTo>
                      <a:pt x="1011055" y="1500849"/>
                      <a:pt x="999207" y="1489001"/>
                      <a:pt x="999207" y="1474387"/>
                    </a:cubicBezTo>
                    <a:lnTo>
                      <a:pt x="999207" y="1427687"/>
                    </a:lnTo>
                    <a:cubicBezTo>
                      <a:pt x="999207" y="1413073"/>
                      <a:pt x="1011055" y="1401225"/>
                      <a:pt x="1025670" y="1401225"/>
                    </a:cubicBezTo>
                    <a:close/>
                    <a:moveTo>
                      <a:pt x="2504665" y="1339590"/>
                    </a:moveTo>
                    <a:cubicBezTo>
                      <a:pt x="2501347" y="1339590"/>
                      <a:pt x="2498657" y="1342280"/>
                      <a:pt x="2498657" y="1345598"/>
                    </a:cubicBezTo>
                    <a:lnTo>
                      <a:pt x="2498657" y="1369628"/>
                    </a:lnTo>
                    <a:cubicBezTo>
                      <a:pt x="2498657" y="1372945"/>
                      <a:pt x="2501347" y="1375635"/>
                      <a:pt x="2504665" y="1375635"/>
                    </a:cubicBezTo>
                    <a:lnTo>
                      <a:pt x="2893211" y="1375635"/>
                    </a:lnTo>
                    <a:cubicBezTo>
                      <a:pt x="2896529" y="1375635"/>
                      <a:pt x="2899219" y="1372945"/>
                      <a:pt x="2899219" y="1369628"/>
                    </a:cubicBezTo>
                    <a:lnTo>
                      <a:pt x="2899219" y="1345598"/>
                    </a:lnTo>
                    <a:cubicBezTo>
                      <a:pt x="2899219" y="1342280"/>
                      <a:pt x="2896529" y="1339590"/>
                      <a:pt x="2893211" y="1339590"/>
                    </a:cubicBezTo>
                    <a:close/>
                    <a:moveTo>
                      <a:pt x="2088232" y="1285358"/>
                    </a:moveTo>
                    <a:lnTo>
                      <a:pt x="2088232" y="1938513"/>
                    </a:lnTo>
                    <a:lnTo>
                      <a:pt x="2504773" y="1611936"/>
                    </a:lnTo>
                    <a:close/>
                    <a:moveTo>
                      <a:pt x="3314199" y="1280118"/>
                    </a:moveTo>
                    <a:lnTo>
                      <a:pt x="2897658" y="1608841"/>
                    </a:lnTo>
                    <a:lnTo>
                      <a:pt x="3314199" y="1937564"/>
                    </a:lnTo>
                    <a:close/>
                    <a:moveTo>
                      <a:pt x="1527230" y="1221901"/>
                    </a:moveTo>
                    <a:cubicBezTo>
                      <a:pt x="1521727" y="1221901"/>
                      <a:pt x="1517267" y="1226362"/>
                      <a:pt x="1517267" y="1231864"/>
                    </a:cubicBezTo>
                    <a:lnTo>
                      <a:pt x="1517267" y="1271713"/>
                    </a:lnTo>
                    <a:cubicBezTo>
                      <a:pt x="1517267" y="1277215"/>
                      <a:pt x="1521727" y="1281676"/>
                      <a:pt x="1527230" y="1281676"/>
                    </a:cubicBezTo>
                    <a:lnTo>
                      <a:pt x="1732319" y="1281676"/>
                    </a:lnTo>
                    <a:cubicBezTo>
                      <a:pt x="1737821" y="1281676"/>
                      <a:pt x="1742281" y="1277215"/>
                      <a:pt x="1742281" y="1271713"/>
                    </a:cubicBezTo>
                    <a:lnTo>
                      <a:pt x="1742281" y="1231864"/>
                    </a:lnTo>
                    <a:cubicBezTo>
                      <a:pt x="1742281" y="1226362"/>
                      <a:pt x="1737821" y="1221901"/>
                      <a:pt x="1732319" y="1221901"/>
                    </a:cubicBezTo>
                    <a:close/>
                    <a:moveTo>
                      <a:pt x="666834" y="1221901"/>
                    </a:moveTo>
                    <a:cubicBezTo>
                      <a:pt x="661332" y="1221901"/>
                      <a:pt x="656871" y="1226362"/>
                      <a:pt x="656871" y="1231864"/>
                    </a:cubicBezTo>
                    <a:lnTo>
                      <a:pt x="656871" y="1271713"/>
                    </a:lnTo>
                    <a:cubicBezTo>
                      <a:pt x="656871" y="1277215"/>
                      <a:pt x="661332" y="1281676"/>
                      <a:pt x="666834" y="1281676"/>
                    </a:cubicBezTo>
                    <a:lnTo>
                      <a:pt x="871923" y="1281676"/>
                    </a:lnTo>
                    <a:cubicBezTo>
                      <a:pt x="877425" y="1281676"/>
                      <a:pt x="881885" y="1277215"/>
                      <a:pt x="881885" y="1271713"/>
                    </a:cubicBezTo>
                    <a:lnTo>
                      <a:pt x="881885" y="1231864"/>
                    </a:lnTo>
                    <a:cubicBezTo>
                      <a:pt x="881885" y="1226362"/>
                      <a:pt x="877425" y="1221901"/>
                      <a:pt x="871923" y="1221901"/>
                    </a:cubicBezTo>
                    <a:close/>
                    <a:moveTo>
                      <a:pt x="1052149" y="1111644"/>
                    </a:moveTo>
                    <a:cubicBezTo>
                      <a:pt x="1044919" y="1111644"/>
                      <a:pt x="1039057" y="1117506"/>
                      <a:pt x="1039057" y="1124736"/>
                    </a:cubicBezTo>
                    <a:lnTo>
                      <a:pt x="1039057" y="1168203"/>
                    </a:lnTo>
                    <a:lnTo>
                      <a:pt x="1009466" y="1168203"/>
                    </a:lnTo>
                    <a:cubicBezTo>
                      <a:pt x="969193" y="1174775"/>
                      <a:pt x="956437" y="1243393"/>
                      <a:pt x="940007" y="1277093"/>
                    </a:cubicBezTo>
                    <a:cubicBezTo>
                      <a:pt x="776268" y="1309492"/>
                      <a:pt x="775043" y="1328679"/>
                      <a:pt x="736793" y="1421744"/>
                    </a:cubicBezTo>
                    <a:lnTo>
                      <a:pt x="648072" y="1812480"/>
                    </a:lnTo>
                    <a:cubicBezTo>
                      <a:pt x="648072" y="1882463"/>
                      <a:pt x="704805" y="1939195"/>
                      <a:pt x="774788" y="1939195"/>
                    </a:cubicBezTo>
                    <a:lnTo>
                      <a:pt x="1183772" y="1939195"/>
                    </a:lnTo>
                    <a:lnTo>
                      <a:pt x="1198456" y="1939195"/>
                    </a:lnTo>
                    <a:lnTo>
                      <a:pt x="1607440" y="1939195"/>
                    </a:lnTo>
                    <a:cubicBezTo>
                      <a:pt x="1677423" y="1939195"/>
                      <a:pt x="1734156" y="1882463"/>
                      <a:pt x="1734156" y="1812480"/>
                    </a:cubicBezTo>
                    <a:lnTo>
                      <a:pt x="1645435" y="1421744"/>
                    </a:lnTo>
                    <a:cubicBezTo>
                      <a:pt x="1607185" y="1328679"/>
                      <a:pt x="1605960" y="1309492"/>
                      <a:pt x="1442221" y="1277093"/>
                    </a:cubicBezTo>
                    <a:cubicBezTo>
                      <a:pt x="1425791" y="1243393"/>
                      <a:pt x="1413035" y="1174775"/>
                      <a:pt x="1372762" y="1168203"/>
                    </a:cubicBezTo>
                    <a:lnTo>
                      <a:pt x="1357854" y="1168203"/>
                    </a:lnTo>
                    <a:lnTo>
                      <a:pt x="1357854" y="1124736"/>
                    </a:lnTo>
                    <a:cubicBezTo>
                      <a:pt x="1357854" y="1117506"/>
                      <a:pt x="1351993" y="1111644"/>
                      <a:pt x="1344762" y="1111644"/>
                    </a:cubicBezTo>
                    <a:lnTo>
                      <a:pt x="1268702" y="1111644"/>
                    </a:lnTo>
                    <a:cubicBezTo>
                      <a:pt x="1261471" y="1111644"/>
                      <a:pt x="1255610" y="1117506"/>
                      <a:pt x="1255610" y="1124736"/>
                    </a:cubicBezTo>
                    <a:lnTo>
                      <a:pt x="1255610" y="1168203"/>
                    </a:lnTo>
                    <a:lnTo>
                      <a:pt x="1198456" y="1168203"/>
                    </a:lnTo>
                    <a:lnTo>
                      <a:pt x="1183772" y="1168203"/>
                    </a:lnTo>
                    <a:lnTo>
                      <a:pt x="1141302" y="1168203"/>
                    </a:lnTo>
                    <a:lnTo>
                      <a:pt x="1141302" y="1124736"/>
                    </a:lnTo>
                    <a:cubicBezTo>
                      <a:pt x="1141302" y="1117506"/>
                      <a:pt x="1135440" y="1111644"/>
                      <a:pt x="1128210" y="1111644"/>
                    </a:cubicBezTo>
                    <a:close/>
                    <a:moveTo>
                      <a:pt x="2705133" y="840243"/>
                    </a:moveTo>
                    <a:lnTo>
                      <a:pt x="2088233" y="1255464"/>
                    </a:lnTo>
                    <a:lnTo>
                      <a:pt x="2299068" y="1414858"/>
                    </a:lnTo>
                    <a:lnTo>
                      <a:pt x="2299068" y="1228076"/>
                    </a:lnTo>
                    <a:lnTo>
                      <a:pt x="3108494" y="1228076"/>
                    </a:lnTo>
                    <a:lnTo>
                      <a:pt x="3108494" y="1416902"/>
                    </a:lnTo>
                    <a:lnTo>
                      <a:pt x="3322033" y="1255464"/>
                    </a:lnTo>
                    <a:lnTo>
                      <a:pt x="3322033" y="1255464"/>
                    </a:lnTo>
                    <a:close/>
                    <a:moveTo>
                      <a:pt x="1195706" y="835207"/>
                    </a:moveTo>
                    <a:lnTo>
                      <a:pt x="1195706" y="835221"/>
                    </a:lnTo>
                    <a:cubicBezTo>
                      <a:pt x="866618" y="834160"/>
                      <a:pt x="692194" y="969423"/>
                      <a:pt x="665970" y="1132153"/>
                    </a:cubicBezTo>
                    <a:cubicBezTo>
                      <a:pt x="665970" y="1145595"/>
                      <a:pt x="659622" y="1181725"/>
                      <a:pt x="663418" y="1194550"/>
                    </a:cubicBezTo>
                    <a:lnTo>
                      <a:pt x="878440" y="1194550"/>
                    </a:lnTo>
                    <a:cubicBezTo>
                      <a:pt x="887485" y="1007425"/>
                      <a:pt x="1085027" y="1006045"/>
                      <a:pt x="1195706" y="1007712"/>
                    </a:cubicBezTo>
                    <a:lnTo>
                      <a:pt x="1195706" y="1007714"/>
                    </a:lnTo>
                    <a:cubicBezTo>
                      <a:pt x="1195809" y="1007712"/>
                      <a:pt x="1195911" y="1007710"/>
                      <a:pt x="1196014" y="1007712"/>
                    </a:cubicBezTo>
                    <a:lnTo>
                      <a:pt x="1196322" y="1007714"/>
                    </a:lnTo>
                    <a:lnTo>
                      <a:pt x="1196322" y="1007712"/>
                    </a:lnTo>
                    <a:cubicBezTo>
                      <a:pt x="1307001" y="1006045"/>
                      <a:pt x="1504542" y="1007425"/>
                      <a:pt x="1513587" y="1194550"/>
                    </a:cubicBezTo>
                    <a:lnTo>
                      <a:pt x="1728609" y="1194550"/>
                    </a:lnTo>
                    <a:cubicBezTo>
                      <a:pt x="1732405" y="1181725"/>
                      <a:pt x="1726057" y="1145595"/>
                      <a:pt x="1726057" y="1132153"/>
                    </a:cubicBezTo>
                    <a:cubicBezTo>
                      <a:pt x="1699834" y="969423"/>
                      <a:pt x="1525410" y="834160"/>
                      <a:pt x="1196322" y="835221"/>
                    </a:cubicBezTo>
                    <a:lnTo>
                      <a:pt x="1196322" y="835207"/>
                    </a:lnTo>
                    <a:cubicBezTo>
                      <a:pt x="1196219" y="835207"/>
                      <a:pt x="1196117" y="835206"/>
                      <a:pt x="1196014" y="835214"/>
                    </a:cubicBezTo>
                    <a:close/>
                    <a:moveTo>
                      <a:pt x="713043" y="263029"/>
                    </a:moveTo>
                    <a:lnTo>
                      <a:pt x="3158596" y="263029"/>
                    </a:lnTo>
                    <a:cubicBezTo>
                      <a:pt x="3365555" y="263029"/>
                      <a:pt x="3533328" y="430802"/>
                      <a:pt x="3533328" y="637761"/>
                    </a:cubicBezTo>
                    <a:lnTo>
                      <a:pt x="3533328" y="2136642"/>
                    </a:lnTo>
                    <a:cubicBezTo>
                      <a:pt x="3533328" y="2343601"/>
                      <a:pt x="3365555" y="2511374"/>
                      <a:pt x="3158596" y="2511374"/>
                    </a:cubicBezTo>
                    <a:lnTo>
                      <a:pt x="713043" y="2511374"/>
                    </a:lnTo>
                    <a:cubicBezTo>
                      <a:pt x="506084" y="2511374"/>
                      <a:pt x="338311" y="2343601"/>
                      <a:pt x="338311" y="2136642"/>
                    </a:cubicBezTo>
                    <a:lnTo>
                      <a:pt x="338311" y="637761"/>
                    </a:lnTo>
                    <a:cubicBezTo>
                      <a:pt x="338311" y="430802"/>
                      <a:pt x="506084" y="263029"/>
                      <a:pt x="713043" y="263029"/>
                    </a:cubicBezTo>
                    <a:close/>
                    <a:moveTo>
                      <a:pt x="593824" y="142875"/>
                    </a:moveTo>
                    <a:cubicBezTo>
                      <a:pt x="365814" y="142875"/>
                      <a:pt x="180975" y="327714"/>
                      <a:pt x="180975" y="555724"/>
                    </a:cubicBezTo>
                    <a:lnTo>
                      <a:pt x="180975" y="2207068"/>
                    </a:lnTo>
                    <a:cubicBezTo>
                      <a:pt x="180975" y="2435078"/>
                      <a:pt x="365814" y="2619917"/>
                      <a:pt x="593824" y="2619917"/>
                    </a:cubicBezTo>
                    <a:lnTo>
                      <a:pt x="3288134" y="2619917"/>
                    </a:lnTo>
                    <a:cubicBezTo>
                      <a:pt x="3516144" y="2619917"/>
                      <a:pt x="3700983" y="2435078"/>
                      <a:pt x="3700983" y="2207068"/>
                    </a:cubicBezTo>
                    <a:lnTo>
                      <a:pt x="3700983" y="555724"/>
                    </a:lnTo>
                    <a:cubicBezTo>
                      <a:pt x="3700983" y="327714"/>
                      <a:pt x="3516144" y="142875"/>
                      <a:pt x="3288134" y="142875"/>
                    </a:cubicBezTo>
                    <a:close/>
                    <a:moveTo>
                      <a:pt x="456060" y="0"/>
                    </a:moveTo>
                    <a:lnTo>
                      <a:pt x="3432372" y="0"/>
                    </a:lnTo>
                    <a:cubicBezTo>
                      <a:pt x="3684247" y="0"/>
                      <a:pt x="3888432" y="204185"/>
                      <a:pt x="3888432" y="456060"/>
                    </a:cubicBezTo>
                    <a:lnTo>
                      <a:pt x="3888432" y="2280244"/>
                    </a:lnTo>
                    <a:cubicBezTo>
                      <a:pt x="3888432" y="2532119"/>
                      <a:pt x="3684247" y="2736304"/>
                      <a:pt x="3432372" y="2736304"/>
                    </a:cubicBezTo>
                    <a:lnTo>
                      <a:pt x="456060" y="2736304"/>
                    </a:lnTo>
                    <a:cubicBezTo>
                      <a:pt x="204185" y="2736304"/>
                      <a:pt x="0" y="2532119"/>
                      <a:pt x="0" y="2280244"/>
                    </a:cubicBezTo>
                    <a:lnTo>
                      <a:pt x="0" y="456060"/>
                    </a:lnTo>
                    <a:cubicBezTo>
                      <a:pt x="0" y="204185"/>
                      <a:pt x="204185" y="0"/>
                      <a:pt x="456060"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083" name="Google Shape;2083;p49"/>
              <p:cNvSpPr/>
              <p:nvPr/>
            </p:nvSpPr>
            <p:spPr>
              <a:xfrm>
                <a:off x="9698244" y="5398653"/>
                <a:ext cx="300703" cy="366439"/>
              </a:xfrm>
              <a:custGeom>
                <a:rect b="b" l="l" r="r" t="t"/>
                <a:pathLst>
                  <a:path extrusionOk="0" h="3949460" w="3240944">
                    <a:moveTo>
                      <a:pt x="2411668" y="919204"/>
                    </a:moveTo>
                    <a:cubicBezTo>
                      <a:pt x="2652037" y="921566"/>
                      <a:pt x="2997179" y="1088232"/>
                      <a:pt x="3147060" y="1333480"/>
                    </a:cubicBezTo>
                    <a:cubicBezTo>
                      <a:pt x="2837519" y="1559133"/>
                      <a:pt x="2713715" y="1818123"/>
                      <a:pt x="2716116" y="2148550"/>
                    </a:cubicBezTo>
                    <a:cubicBezTo>
                      <a:pt x="2724370" y="2506677"/>
                      <a:pt x="2937416" y="2788602"/>
                      <a:pt x="3240944" y="2908604"/>
                    </a:cubicBezTo>
                    <a:cubicBezTo>
                      <a:pt x="3111039" y="3296832"/>
                      <a:pt x="2835874" y="3920800"/>
                      <a:pt x="2360688" y="3949460"/>
                    </a:cubicBezTo>
                    <a:cubicBezTo>
                      <a:pt x="2104982" y="3948826"/>
                      <a:pt x="1887379" y="3871989"/>
                      <a:pt x="1655487" y="3790391"/>
                    </a:cubicBezTo>
                    <a:cubicBezTo>
                      <a:pt x="1465920" y="3881513"/>
                      <a:pt x="1178719" y="3984543"/>
                      <a:pt x="936764" y="3932790"/>
                    </a:cubicBezTo>
                    <a:cubicBezTo>
                      <a:pt x="634032" y="3867349"/>
                      <a:pt x="33306" y="3304229"/>
                      <a:pt x="0" y="2002921"/>
                    </a:cubicBezTo>
                    <a:cubicBezTo>
                      <a:pt x="5122" y="1625861"/>
                      <a:pt x="224231" y="988116"/>
                      <a:pt x="1004287" y="951010"/>
                    </a:cubicBezTo>
                    <a:cubicBezTo>
                      <a:pt x="1237754" y="955627"/>
                      <a:pt x="1430737" y="1013358"/>
                      <a:pt x="1654678" y="1150601"/>
                    </a:cubicBezTo>
                    <a:cubicBezTo>
                      <a:pt x="1907007" y="1025844"/>
                      <a:pt x="2042657" y="934423"/>
                      <a:pt x="2411668" y="919204"/>
                    </a:cubicBezTo>
                    <a:close/>
                    <a:moveTo>
                      <a:pt x="2423572" y="0"/>
                    </a:moveTo>
                    <a:cubicBezTo>
                      <a:pt x="2449670" y="236641"/>
                      <a:pt x="2449574" y="370890"/>
                      <a:pt x="2275646" y="605149"/>
                    </a:cubicBezTo>
                    <a:cubicBezTo>
                      <a:pt x="2098536" y="787863"/>
                      <a:pt x="1909519" y="903902"/>
                      <a:pt x="1627634" y="908022"/>
                    </a:cubicBezTo>
                    <a:cubicBezTo>
                      <a:pt x="1601565" y="662380"/>
                      <a:pt x="1689794" y="371496"/>
                      <a:pt x="1823269" y="256823"/>
                    </a:cubicBezTo>
                    <a:cubicBezTo>
                      <a:pt x="1945582" y="131527"/>
                      <a:pt x="2156003" y="39571"/>
                      <a:pt x="2423572" y="0"/>
                    </a:cubicBez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084" name="Google Shape;2084;p49"/>
              <p:cNvSpPr/>
              <p:nvPr/>
            </p:nvSpPr>
            <p:spPr>
              <a:xfrm>
                <a:off x="7800500" y="2582839"/>
                <a:ext cx="300170" cy="347427"/>
              </a:xfrm>
              <a:custGeom>
                <a:rect b="b" l="l" r="r" t="t"/>
                <a:pathLst>
                  <a:path extrusionOk="0" h="3842533" w="3319870">
                    <a:moveTo>
                      <a:pt x="579936" y="1296382"/>
                    </a:moveTo>
                    <a:lnTo>
                      <a:pt x="2739936" y="1296382"/>
                    </a:lnTo>
                    <a:lnTo>
                      <a:pt x="2739936" y="2796543"/>
                    </a:lnTo>
                    <a:cubicBezTo>
                      <a:pt x="2739936" y="2962250"/>
                      <a:pt x="2605604" y="3096582"/>
                      <a:pt x="2439897" y="3096582"/>
                    </a:cubicBezTo>
                    <a:lnTo>
                      <a:pt x="2272003" y="3096582"/>
                    </a:lnTo>
                    <a:lnTo>
                      <a:pt x="2272003" y="3590505"/>
                    </a:lnTo>
                    <a:cubicBezTo>
                      <a:pt x="2272003" y="3729696"/>
                      <a:pt x="2159166" y="3842533"/>
                      <a:pt x="2019975" y="3842533"/>
                    </a:cubicBezTo>
                    <a:cubicBezTo>
                      <a:pt x="1880784" y="3842533"/>
                      <a:pt x="1767947" y="3729696"/>
                      <a:pt x="1767947" y="3590505"/>
                    </a:cubicBezTo>
                    <a:lnTo>
                      <a:pt x="1767947" y="3096582"/>
                    </a:lnTo>
                    <a:lnTo>
                      <a:pt x="1492066" y="3096582"/>
                    </a:lnTo>
                    <a:lnTo>
                      <a:pt x="1492066" y="3590505"/>
                    </a:lnTo>
                    <a:cubicBezTo>
                      <a:pt x="1492066" y="3729696"/>
                      <a:pt x="1379229" y="3842533"/>
                      <a:pt x="1240038" y="3842533"/>
                    </a:cubicBezTo>
                    <a:cubicBezTo>
                      <a:pt x="1100847" y="3842533"/>
                      <a:pt x="988010" y="3729696"/>
                      <a:pt x="988010" y="3590505"/>
                    </a:cubicBezTo>
                    <a:lnTo>
                      <a:pt x="988010" y="3096582"/>
                    </a:lnTo>
                    <a:lnTo>
                      <a:pt x="879975" y="3096582"/>
                    </a:lnTo>
                    <a:cubicBezTo>
                      <a:pt x="714268" y="3096582"/>
                      <a:pt x="579936" y="2962250"/>
                      <a:pt x="579936" y="2796543"/>
                    </a:cubicBezTo>
                    <a:close/>
                    <a:moveTo>
                      <a:pt x="3067842" y="1281925"/>
                    </a:moveTo>
                    <a:cubicBezTo>
                      <a:pt x="3207033" y="1281925"/>
                      <a:pt x="3319870" y="1394762"/>
                      <a:pt x="3319870" y="1533953"/>
                    </a:cubicBezTo>
                    <a:lnTo>
                      <a:pt x="3319870" y="2505897"/>
                    </a:lnTo>
                    <a:cubicBezTo>
                      <a:pt x="3319870" y="2645088"/>
                      <a:pt x="3207033" y="2757925"/>
                      <a:pt x="3067842" y="2757925"/>
                    </a:cubicBezTo>
                    <a:cubicBezTo>
                      <a:pt x="2928651" y="2757925"/>
                      <a:pt x="2815814" y="2645088"/>
                      <a:pt x="2815814" y="2505897"/>
                    </a:cubicBezTo>
                    <a:lnTo>
                      <a:pt x="2815814" y="1533953"/>
                    </a:lnTo>
                    <a:cubicBezTo>
                      <a:pt x="2815814" y="1394762"/>
                      <a:pt x="2928651" y="1281925"/>
                      <a:pt x="3067842" y="1281925"/>
                    </a:cubicBezTo>
                    <a:close/>
                    <a:moveTo>
                      <a:pt x="252028" y="1281925"/>
                    </a:moveTo>
                    <a:cubicBezTo>
                      <a:pt x="391219" y="1281925"/>
                      <a:pt x="504056" y="1394762"/>
                      <a:pt x="504056" y="1533953"/>
                    </a:cubicBezTo>
                    <a:lnTo>
                      <a:pt x="504056" y="2505897"/>
                    </a:lnTo>
                    <a:cubicBezTo>
                      <a:pt x="504056" y="2645088"/>
                      <a:pt x="391219" y="2757925"/>
                      <a:pt x="252028" y="2757925"/>
                    </a:cubicBezTo>
                    <a:cubicBezTo>
                      <a:pt x="112837" y="2757925"/>
                      <a:pt x="0" y="2645088"/>
                      <a:pt x="0" y="2505897"/>
                    </a:cubicBezTo>
                    <a:lnTo>
                      <a:pt x="0" y="1533953"/>
                    </a:lnTo>
                    <a:cubicBezTo>
                      <a:pt x="0" y="1394762"/>
                      <a:pt x="112837" y="1281925"/>
                      <a:pt x="252028" y="1281925"/>
                    </a:cubicBezTo>
                    <a:close/>
                    <a:moveTo>
                      <a:pt x="2134062" y="558521"/>
                    </a:moveTo>
                    <a:cubicBezTo>
                      <a:pt x="2073373" y="558521"/>
                      <a:pt x="2024174" y="607720"/>
                      <a:pt x="2024174" y="668409"/>
                    </a:cubicBezTo>
                    <a:cubicBezTo>
                      <a:pt x="2024174" y="729098"/>
                      <a:pt x="2073373" y="778297"/>
                      <a:pt x="2134062" y="778297"/>
                    </a:cubicBezTo>
                    <a:cubicBezTo>
                      <a:pt x="2194751" y="778297"/>
                      <a:pt x="2243950" y="729098"/>
                      <a:pt x="2243950" y="668409"/>
                    </a:cubicBezTo>
                    <a:cubicBezTo>
                      <a:pt x="2243950" y="607720"/>
                      <a:pt x="2194751" y="558521"/>
                      <a:pt x="2134062" y="558521"/>
                    </a:cubicBezTo>
                    <a:close/>
                    <a:moveTo>
                      <a:pt x="1177409" y="558521"/>
                    </a:moveTo>
                    <a:cubicBezTo>
                      <a:pt x="1116720" y="558521"/>
                      <a:pt x="1067521" y="607720"/>
                      <a:pt x="1067521" y="668409"/>
                    </a:cubicBezTo>
                    <a:cubicBezTo>
                      <a:pt x="1067521" y="729098"/>
                      <a:pt x="1116720" y="778297"/>
                      <a:pt x="1177409" y="778297"/>
                    </a:cubicBezTo>
                    <a:cubicBezTo>
                      <a:pt x="1238098" y="778297"/>
                      <a:pt x="1287297" y="729098"/>
                      <a:pt x="1287297" y="668409"/>
                    </a:cubicBezTo>
                    <a:cubicBezTo>
                      <a:pt x="1287297" y="607720"/>
                      <a:pt x="1238098" y="558521"/>
                      <a:pt x="1177409" y="558521"/>
                    </a:cubicBezTo>
                    <a:close/>
                    <a:moveTo>
                      <a:pt x="1041854" y="0"/>
                    </a:moveTo>
                    <a:lnTo>
                      <a:pt x="1215617" y="300965"/>
                    </a:lnTo>
                    <a:cubicBezTo>
                      <a:pt x="1350827" y="238508"/>
                      <a:pt x="1501239" y="204386"/>
                      <a:pt x="1659158" y="204272"/>
                    </a:cubicBezTo>
                    <a:cubicBezTo>
                      <a:pt x="1823689" y="204153"/>
                      <a:pt x="1980124" y="240963"/>
                      <a:pt x="2119837" y="308065"/>
                    </a:cubicBezTo>
                    <a:lnTo>
                      <a:pt x="2297698" y="0"/>
                    </a:lnTo>
                    <a:lnTo>
                      <a:pt x="2391229" y="54000"/>
                    </a:lnTo>
                    <a:lnTo>
                      <a:pt x="2215205" y="358882"/>
                    </a:lnTo>
                    <a:cubicBezTo>
                      <a:pt x="2507692" y="533629"/>
                      <a:pt x="2710924" y="843756"/>
                      <a:pt x="2737127" y="1206450"/>
                    </a:cubicBezTo>
                    <a:cubicBezTo>
                      <a:pt x="2018962" y="1206967"/>
                      <a:pt x="1300797" y="1207483"/>
                      <a:pt x="582632" y="1208000"/>
                    </a:cubicBezTo>
                    <a:cubicBezTo>
                      <a:pt x="608780" y="838665"/>
                      <a:pt x="818541" y="523565"/>
                      <a:pt x="1119462" y="350420"/>
                    </a:cubicBezTo>
                    <a:lnTo>
                      <a:pt x="948323" y="5400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085" name="Google Shape;2085;p49"/>
              <p:cNvSpPr/>
              <p:nvPr/>
            </p:nvSpPr>
            <p:spPr>
              <a:xfrm>
                <a:off x="10645011" y="2518278"/>
                <a:ext cx="340001" cy="338281"/>
              </a:xfrm>
              <a:custGeom>
                <a:rect b="b" l="l" r="r" t="t"/>
                <a:pathLst>
                  <a:path extrusionOk="0" h="2941055" w="2956013">
                    <a:moveTo>
                      <a:pt x="2169165" y="2259549"/>
                    </a:moveTo>
                    <a:cubicBezTo>
                      <a:pt x="2305163" y="2320579"/>
                      <a:pt x="2430502" y="2400997"/>
                      <a:pt x="2542352" y="2496872"/>
                    </a:cubicBezTo>
                    <a:cubicBezTo>
                      <a:pt x="2303978" y="2744099"/>
                      <a:pt x="1979593" y="2907447"/>
                      <a:pt x="1617206" y="2939204"/>
                    </a:cubicBezTo>
                    <a:lnTo>
                      <a:pt x="1588575" y="2925411"/>
                    </a:lnTo>
                    <a:cubicBezTo>
                      <a:pt x="1835671" y="2758142"/>
                      <a:pt x="2037335" y="2529257"/>
                      <a:pt x="2169165" y="2259549"/>
                    </a:cubicBezTo>
                    <a:close/>
                    <a:moveTo>
                      <a:pt x="797309" y="2254509"/>
                    </a:moveTo>
                    <a:cubicBezTo>
                      <a:pt x="928512" y="2525684"/>
                      <a:pt x="1129977" y="2756161"/>
                      <a:pt x="1376879" y="2925229"/>
                    </a:cubicBezTo>
                    <a:cubicBezTo>
                      <a:pt x="1367940" y="2931748"/>
                      <a:pt x="1358086" y="2936536"/>
                      <a:pt x="1348086" y="2941055"/>
                    </a:cubicBezTo>
                    <a:cubicBezTo>
                      <a:pt x="981929" y="2910776"/>
                      <a:pt x="654006" y="2746454"/>
                      <a:pt x="413461" y="2497054"/>
                    </a:cubicBezTo>
                    <a:cubicBezTo>
                      <a:pt x="528278" y="2398621"/>
                      <a:pt x="657289" y="2316447"/>
                      <a:pt x="797309" y="2254509"/>
                    </a:cubicBezTo>
                    <a:close/>
                    <a:moveTo>
                      <a:pt x="1426305" y="2108791"/>
                    </a:moveTo>
                    <a:lnTo>
                      <a:pt x="1426305" y="2824067"/>
                    </a:lnTo>
                    <a:cubicBezTo>
                      <a:pt x="1203050" y="2668305"/>
                      <a:pt x="1020431" y="2458508"/>
                      <a:pt x="899682" y="2212532"/>
                    </a:cubicBezTo>
                    <a:cubicBezTo>
                      <a:pt x="1063835" y="2148883"/>
                      <a:pt x="1241204" y="2112683"/>
                      <a:pt x="1426305" y="2108791"/>
                    </a:cubicBezTo>
                    <a:close/>
                    <a:moveTo>
                      <a:pt x="1527809" y="2108695"/>
                    </a:moveTo>
                    <a:cubicBezTo>
                      <a:pt x="1717707" y="2112557"/>
                      <a:pt x="1899494" y="2150291"/>
                      <a:pt x="2067336" y="2216559"/>
                    </a:cubicBezTo>
                    <a:cubicBezTo>
                      <a:pt x="1943936" y="2466549"/>
                      <a:pt x="1756622" y="2679032"/>
                      <a:pt x="1527809" y="2835300"/>
                    </a:cubicBezTo>
                    <a:close/>
                    <a:moveTo>
                      <a:pt x="2354776" y="1530125"/>
                    </a:moveTo>
                    <a:lnTo>
                      <a:pt x="2955077" y="1530125"/>
                    </a:lnTo>
                    <a:cubicBezTo>
                      <a:pt x="2942393" y="1866074"/>
                      <a:pt x="2817414" y="2173186"/>
                      <a:pt x="2615767" y="2414127"/>
                    </a:cubicBezTo>
                    <a:cubicBezTo>
                      <a:pt x="2496453" y="2311434"/>
                      <a:pt x="2362630" y="2225327"/>
                      <a:pt x="2217376" y="2159975"/>
                    </a:cubicBezTo>
                    <a:cubicBezTo>
                      <a:pt x="2300477" y="1965771"/>
                      <a:pt x="2348521" y="1753185"/>
                      <a:pt x="2354776" y="1530125"/>
                    </a:cubicBezTo>
                    <a:close/>
                    <a:moveTo>
                      <a:pt x="1527809" y="1530125"/>
                    </a:moveTo>
                    <a:lnTo>
                      <a:pt x="2244039" y="1530125"/>
                    </a:lnTo>
                    <a:cubicBezTo>
                      <a:pt x="2237819" y="1737690"/>
                      <a:pt x="2192963" y="1935525"/>
                      <a:pt x="2115825" y="2116496"/>
                    </a:cubicBezTo>
                    <a:cubicBezTo>
                      <a:pt x="1933189" y="2043464"/>
                      <a:pt x="1735000" y="2001899"/>
                      <a:pt x="1527809" y="1997958"/>
                    </a:cubicBezTo>
                    <a:close/>
                    <a:moveTo>
                      <a:pt x="725097" y="1530125"/>
                    </a:moveTo>
                    <a:lnTo>
                      <a:pt x="1426305" y="1530125"/>
                    </a:lnTo>
                    <a:lnTo>
                      <a:pt x="1426305" y="1998054"/>
                    </a:lnTo>
                    <a:cubicBezTo>
                      <a:pt x="1224105" y="2002029"/>
                      <a:pt x="1030504" y="2041966"/>
                      <a:pt x="851699" y="2112283"/>
                    </a:cubicBezTo>
                    <a:cubicBezTo>
                      <a:pt x="775482" y="1932518"/>
                      <a:pt x="731260" y="1736112"/>
                      <a:pt x="725097" y="1530125"/>
                    </a:cubicBezTo>
                    <a:close/>
                    <a:moveTo>
                      <a:pt x="934" y="1530125"/>
                    </a:moveTo>
                    <a:lnTo>
                      <a:pt x="614360" y="1530125"/>
                    </a:lnTo>
                    <a:cubicBezTo>
                      <a:pt x="620543" y="1751166"/>
                      <a:pt x="667772" y="1961919"/>
                      <a:pt x="749235" y="2154869"/>
                    </a:cubicBezTo>
                    <a:cubicBezTo>
                      <a:pt x="599936" y="2221117"/>
                      <a:pt x="462426" y="2308980"/>
                      <a:pt x="340129" y="2414234"/>
                    </a:cubicBezTo>
                    <a:cubicBezTo>
                      <a:pt x="138582" y="2173144"/>
                      <a:pt x="13619" y="1866051"/>
                      <a:pt x="934" y="1530125"/>
                    </a:cubicBezTo>
                    <a:close/>
                    <a:moveTo>
                      <a:pt x="883886" y="768586"/>
                    </a:moveTo>
                    <a:cubicBezTo>
                      <a:pt x="1053566" y="831753"/>
                      <a:pt x="1236128" y="867407"/>
                      <a:pt x="1426305" y="871035"/>
                    </a:cubicBezTo>
                    <a:lnTo>
                      <a:pt x="1426305" y="1428622"/>
                    </a:lnTo>
                    <a:lnTo>
                      <a:pt x="724559" y="1428622"/>
                    </a:lnTo>
                    <a:cubicBezTo>
                      <a:pt x="730221" y="1192426"/>
                      <a:pt x="785872" y="968634"/>
                      <a:pt x="883886" y="768586"/>
                    </a:cubicBezTo>
                    <a:close/>
                    <a:moveTo>
                      <a:pt x="2083288" y="764501"/>
                    </a:moveTo>
                    <a:cubicBezTo>
                      <a:pt x="2182501" y="965616"/>
                      <a:pt x="2238869" y="1190833"/>
                      <a:pt x="2244577" y="1428622"/>
                    </a:cubicBezTo>
                    <a:lnTo>
                      <a:pt x="1527809" y="1428622"/>
                    </a:lnTo>
                    <a:lnTo>
                      <a:pt x="1527809" y="871130"/>
                    </a:lnTo>
                    <a:cubicBezTo>
                      <a:pt x="1722835" y="867528"/>
                      <a:pt x="1909881" y="830382"/>
                      <a:pt x="2083288" y="764501"/>
                    </a:cubicBezTo>
                    <a:close/>
                    <a:moveTo>
                      <a:pt x="375750" y="484510"/>
                    </a:moveTo>
                    <a:cubicBezTo>
                      <a:pt x="497688" y="583858"/>
                      <a:pt x="633678" y="666438"/>
                      <a:pt x="780212" y="729142"/>
                    </a:cubicBezTo>
                    <a:cubicBezTo>
                      <a:pt x="677519" y="941475"/>
                      <a:pt x="619429" y="1178562"/>
                      <a:pt x="613822" y="1428622"/>
                    </a:cubicBezTo>
                    <a:lnTo>
                      <a:pt x="0" y="1428622"/>
                    </a:lnTo>
                    <a:cubicBezTo>
                      <a:pt x="9263" y="1065848"/>
                      <a:pt x="149371" y="735691"/>
                      <a:pt x="375750" y="484510"/>
                    </a:cubicBezTo>
                    <a:close/>
                    <a:moveTo>
                      <a:pt x="2580304" y="484479"/>
                    </a:moveTo>
                    <a:cubicBezTo>
                      <a:pt x="2806628" y="735651"/>
                      <a:pt x="2946750" y="1065827"/>
                      <a:pt x="2956013" y="1428622"/>
                    </a:cubicBezTo>
                    <a:lnTo>
                      <a:pt x="2355314" y="1428622"/>
                    </a:lnTo>
                    <a:cubicBezTo>
                      <a:pt x="2349636" y="1176504"/>
                      <a:pt x="2290630" y="937573"/>
                      <a:pt x="2186241" y="724113"/>
                    </a:cubicBezTo>
                    <a:cubicBezTo>
                      <a:pt x="2328935" y="662418"/>
                      <a:pt x="2461323" y="581449"/>
                      <a:pt x="2580304" y="484479"/>
                    </a:cubicBezTo>
                    <a:close/>
                    <a:moveTo>
                      <a:pt x="1426305" y="124032"/>
                    </a:moveTo>
                    <a:lnTo>
                      <a:pt x="1426305" y="760298"/>
                    </a:lnTo>
                    <a:cubicBezTo>
                      <a:pt x="1253727" y="756791"/>
                      <a:pt x="1087879" y="724966"/>
                      <a:pt x="933247" y="668842"/>
                    </a:cubicBezTo>
                    <a:cubicBezTo>
                      <a:pt x="1054039" y="451822"/>
                      <a:pt x="1223389" y="265609"/>
                      <a:pt x="1426305" y="124032"/>
                    </a:cubicBezTo>
                    <a:close/>
                    <a:moveTo>
                      <a:pt x="1527809" y="112799"/>
                    </a:moveTo>
                    <a:cubicBezTo>
                      <a:pt x="1736145" y="255085"/>
                      <a:pt x="1910079" y="443973"/>
                      <a:pt x="2033951" y="664748"/>
                    </a:cubicBezTo>
                    <a:cubicBezTo>
                      <a:pt x="1875578" y="723616"/>
                      <a:pt x="1705238" y="756901"/>
                      <a:pt x="1527809" y="760394"/>
                    </a:cubicBezTo>
                    <a:close/>
                    <a:moveTo>
                      <a:pt x="1632157" y="1693"/>
                    </a:moveTo>
                    <a:cubicBezTo>
                      <a:pt x="1969090" y="34839"/>
                      <a:pt x="2272411" y="181752"/>
                      <a:pt x="2502559" y="404493"/>
                    </a:cubicBezTo>
                    <a:cubicBezTo>
                      <a:pt x="2392455" y="493535"/>
                      <a:pt x="2270018" y="567692"/>
                      <a:pt x="2138287" y="624414"/>
                    </a:cubicBezTo>
                    <a:cubicBezTo>
                      <a:pt x="2004803" y="382989"/>
                      <a:pt x="1815448" y="176841"/>
                      <a:pt x="1587368" y="23269"/>
                    </a:cubicBezTo>
                    <a:close/>
                    <a:moveTo>
                      <a:pt x="1333466" y="0"/>
                    </a:moveTo>
                    <a:lnTo>
                      <a:pt x="1376468" y="23177"/>
                    </a:lnTo>
                    <a:cubicBezTo>
                      <a:pt x="1149236" y="178863"/>
                      <a:pt x="960516" y="386575"/>
                      <a:pt x="827965" y="629347"/>
                    </a:cubicBezTo>
                    <a:cubicBezTo>
                      <a:pt x="692459" y="571593"/>
                      <a:pt x="566467" y="495851"/>
                      <a:pt x="453430" y="404475"/>
                    </a:cubicBezTo>
                    <a:cubicBezTo>
                      <a:pt x="685742" y="179438"/>
                      <a:pt x="992667" y="31629"/>
                      <a:pt x="1333466"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2086" name="Google Shape;2086;p49"/>
              <p:cNvSpPr/>
              <p:nvPr/>
            </p:nvSpPr>
            <p:spPr>
              <a:xfrm flipH="1">
                <a:off x="10345251" y="2251006"/>
                <a:ext cx="441966" cy="281210"/>
              </a:xfrm>
              <a:custGeom>
                <a:rect b="b" l="l" r="r" t="t"/>
                <a:pathLst>
                  <a:path extrusionOk="0" h="2532594" w="3980365">
                    <a:moveTo>
                      <a:pt x="1988360" y="58973"/>
                    </a:moveTo>
                    <a:cubicBezTo>
                      <a:pt x="1988306" y="58975"/>
                      <a:pt x="1988252" y="58977"/>
                      <a:pt x="1988199" y="58995"/>
                    </a:cubicBezTo>
                    <a:cubicBezTo>
                      <a:pt x="1988145" y="58977"/>
                      <a:pt x="1988091" y="58975"/>
                      <a:pt x="1988037" y="58973"/>
                    </a:cubicBezTo>
                    <a:lnTo>
                      <a:pt x="1988037" y="59017"/>
                    </a:lnTo>
                    <a:cubicBezTo>
                      <a:pt x="1574406" y="74019"/>
                      <a:pt x="1375335" y="406725"/>
                      <a:pt x="1370318" y="708381"/>
                    </a:cubicBezTo>
                    <a:cubicBezTo>
                      <a:pt x="1362506" y="1089140"/>
                      <a:pt x="1497435" y="1312904"/>
                      <a:pt x="1568575" y="1407072"/>
                    </a:cubicBezTo>
                    <a:cubicBezTo>
                      <a:pt x="1631785" y="1490670"/>
                      <a:pt x="1727890" y="1649476"/>
                      <a:pt x="1617443" y="1704159"/>
                    </a:cubicBezTo>
                    <a:cubicBezTo>
                      <a:pt x="1318592" y="1846636"/>
                      <a:pt x="1062028" y="1946829"/>
                      <a:pt x="927030" y="2049664"/>
                    </a:cubicBezTo>
                    <a:cubicBezTo>
                      <a:pt x="705669" y="2234426"/>
                      <a:pt x="740656" y="2445615"/>
                      <a:pt x="754501" y="2532594"/>
                    </a:cubicBezTo>
                    <a:lnTo>
                      <a:pt x="1988199" y="2531551"/>
                    </a:lnTo>
                    <a:lnTo>
                      <a:pt x="3221896" y="2532594"/>
                    </a:lnTo>
                    <a:cubicBezTo>
                      <a:pt x="3235741" y="2445615"/>
                      <a:pt x="3270728" y="2234426"/>
                      <a:pt x="3049367" y="2049664"/>
                    </a:cubicBezTo>
                    <a:cubicBezTo>
                      <a:pt x="2914369" y="1946829"/>
                      <a:pt x="2657805" y="1846636"/>
                      <a:pt x="2358954" y="1704159"/>
                    </a:cubicBezTo>
                    <a:cubicBezTo>
                      <a:pt x="2248507" y="1649476"/>
                      <a:pt x="2344612" y="1490670"/>
                      <a:pt x="2407822" y="1407072"/>
                    </a:cubicBezTo>
                    <a:cubicBezTo>
                      <a:pt x="2478962" y="1312904"/>
                      <a:pt x="2613891" y="1089140"/>
                      <a:pt x="2606079" y="708381"/>
                    </a:cubicBezTo>
                    <a:cubicBezTo>
                      <a:pt x="2601062" y="406725"/>
                      <a:pt x="2401991" y="74019"/>
                      <a:pt x="1988360" y="59017"/>
                    </a:cubicBezTo>
                    <a:close/>
                    <a:moveTo>
                      <a:pt x="1093515" y="0"/>
                    </a:moveTo>
                    <a:cubicBezTo>
                      <a:pt x="736613" y="12826"/>
                      <a:pt x="553627" y="327881"/>
                      <a:pt x="549299" y="588096"/>
                    </a:cubicBezTo>
                    <a:cubicBezTo>
                      <a:pt x="542562" y="916461"/>
                      <a:pt x="658924" y="1109434"/>
                      <a:pt x="720275" y="1190644"/>
                    </a:cubicBezTo>
                    <a:cubicBezTo>
                      <a:pt x="774787" y="1262738"/>
                      <a:pt x="857667" y="1399692"/>
                      <a:pt x="762418" y="1446850"/>
                    </a:cubicBezTo>
                    <a:cubicBezTo>
                      <a:pt x="504691" y="1569722"/>
                      <a:pt x="283431" y="1656128"/>
                      <a:pt x="167010" y="1744812"/>
                    </a:cubicBezTo>
                    <a:cubicBezTo>
                      <a:pt x="-23891" y="1904150"/>
                      <a:pt x="672" y="2013351"/>
                      <a:pt x="1392" y="2161289"/>
                    </a:cubicBezTo>
                    <a:cubicBezTo>
                      <a:pt x="356083" y="2160989"/>
                      <a:pt x="261990" y="2166300"/>
                      <a:pt x="616681" y="2166000"/>
                    </a:cubicBezTo>
                    <a:cubicBezTo>
                      <a:pt x="794788" y="1846239"/>
                      <a:pt x="1045824" y="1778915"/>
                      <a:pt x="1453932" y="1593789"/>
                    </a:cubicBezTo>
                    <a:cubicBezTo>
                      <a:pt x="1171572" y="1115084"/>
                      <a:pt x="1046285" y="714919"/>
                      <a:pt x="1414663" y="124017"/>
                    </a:cubicBezTo>
                    <a:cubicBezTo>
                      <a:pt x="1309485" y="41539"/>
                      <a:pt x="1305280" y="26381"/>
                      <a:pt x="1093515" y="0"/>
                    </a:cubicBezTo>
                    <a:close/>
                    <a:moveTo>
                      <a:pt x="2886850" y="0"/>
                    </a:moveTo>
                    <a:cubicBezTo>
                      <a:pt x="2675085" y="26381"/>
                      <a:pt x="2670880" y="41539"/>
                      <a:pt x="2565702" y="124017"/>
                    </a:cubicBezTo>
                    <a:cubicBezTo>
                      <a:pt x="2934080" y="714919"/>
                      <a:pt x="2808793" y="1115084"/>
                      <a:pt x="2526433" y="1593789"/>
                    </a:cubicBezTo>
                    <a:cubicBezTo>
                      <a:pt x="2934542" y="1778915"/>
                      <a:pt x="3185577" y="1846239"/>
                      <a:pt x="3363685" y="2166000"/>
                    </a:cubicBezTo>
                    <a:cubicBezTo>
                      <a:pt x="3718376" y="2166300"/>
                      <a:pt x="3624282" y="2160989"/>
                      <a:pt x="3978973" y="2161289"/>
                    </a:cubicBezTo>
                    <a:cubicBezTo>
                      <a:pt x="3979693" y="2013351"/>
                      <a:pt x="4004256" y="1904150"/>
                      <a:pt x="3813355" y="1744812"/>
                    </a:cubicBezTo>
                    <a:cubicBezTo>
                      <a:pt x="3696934" y="1656128"/>
                      <a:pt x="3475674" y="1569722"/>
                      <a:pt x="3217947" y="1446850"/>
                    </a:cubicBezTo>
                    <a:cubicBezTo>
                      <a:pt x="3122698" y="1399692"/>
                      <a:pt x="3205579" y="1262738"/>
                      <a:pt x="3260090" y="1190644"/>
                    </a:cubicBezTo>
                    <a:cubicBezTo>
                      <a:pt x="3321441" y="1109434"/>
                      <a:pt x="3437803" y="916461"/>
                      <a:pt x="3431066" y="588096"/>
                    </a:cubicBezTo>
                    <a:cubicBezTo>
                      <a:pt x="3426739" y="327881"/>
                      <a:pt x="3243752" y="12826"/>
                      <a:pt x="288685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087" name="Google Shape;2087;p49"/>
              <p:cNvSpPr/>
              <p:nvPr/>
            </p:nvSpPr>
            <p:spPr>
              <a:xfrm>
                <a:off x="11003273" y="3365017"/>
                <a:ext cx="357359" cy="364685"/>
              </a:xfrm>
              <a:custGeom>
                <a:rect b="b" l="l" r="r" t="t"/>
                <a:pathLst>
                  <a:path extrusionOk="0" h="3940019" w="3860876">
                    <a:moveTo>
                      <a:pt x="3248876" y="1942264"/>
                    </a:moveTo>
                    <a:lnTo>
                      <a:pt x="3860876" y="1942264"/>
                    </a:lnTo>
                    <a:lnTo>
                      <a:pt x="3860876" y="2090815"/>
                    </a:lnTo>
                    <a:lnTo>
                      <a:pt x="3859023" y="2090815"/>
                    </a:lnTo>
                    <a:cubicBezTo>
                      <a:pt x="3817225" y="2949620"/>
                      <a:pt x="3215273" y="3679864"/>
                      <a:pt x="2378197" y="3884304"/>
                    </a:cubicBezTo>
                    <a:cubicBezTo>
                      <a:pt x="2219818" y="3922985"/>
                      <a:pt x="2060231" y="3941082"/>
                      <a:pt x="1902626" y="3939971"/>
                    </a:cubicBezTo>
                    <a:cubicBezTo>
                      <a:pt x="1286982" y="3935631"/>
                      <a:pt x="701577" y="3638194"/>
                      <a:pt x="337583" y="3128887"/>
                    </a:cubicBezTo>
                    <a:lnTo>
                      <a:pt x="30667" y="3435803"/>
                    </a:lnTo>
                    <a:lnTo>
                      <a:pt x="30667" y="2342045"/>
                    </a:lnTo>
                    <a:lnTo>
                      <a:pt x="1124425" y="2342045"/>
                    </a:lnTo>
                    <a:lnTo>
                      <a:pt x="781340" y="2685130"/>
                    </a:lnTo>
                    <a:cubicBezTo>
                      <a:pt x="1079782" y="3180935"/>
                      <a:pt x="1667379" y="3425841"/>
                      <a:pt x="2232517" y="3287817"/>
                    </a:cubicBezTo>
                    <a:cubicBezTo>
                      <a:pt x="2810639" y="3146622"/>
                      <a:pt x="3224897" y="2638979"/>
                      <a:pt x="3247291" y="2044286"/>
                    </a:cubicBezTo>
                    <a:lnTo>
                      <a:pt x="3248876" y="2044345"/>
                    </a:lnTo>
                    <a:close/>
                    <a:moveTo>
                      <a:pt x="1958249" y="48"/>
                    </a:moveTo>
                    <a:cubicBezTo>
                      <a:pt x="2573893" y="4388"/>
                      <a:pt x="3159298" y="301825"/>
                      <a:pt x="3523293" y="811132"/>
                    </a:cubicBezTo>
                    <a:lnTo>
                      <a:pt x="3830209" y="504216"/>
                    </a:lnTo>
                    <a:lnTo>
                      <a:pt x="3830209" y="1597974"/>
                    </a:lnTo>
                    <a:lnTo>
                      <a:pt x="2736450" y="1597974"/>
                    </a:lnTo>
                    <a:lnTo>
                      <a:pt x="3079535" y="1254889"/>
                    </a:lnTo>
                    <a:cubicBezTo>
                      <a:pt x="2781093" y="759084"/>
                      <a:pt x="2193496" y="514178"/>
                      <a:pt x="1628358" y="652202"/>
                    </a:cubicBezTo>
                    <a:cubicBezTo>
                      <a:pt x="1050236" y="793397"/>
                      <a:pt x="635978" y="1301040"/>
                      <a:pt x="613584" y="1895733"/>
                    </a:cubicBezTo>
                    <a:lnTo>
                      <a:pt x="612000" y="1895674"/>
                    </a:lnTo>
                    <a:lnTo>
                      <a:pt x="612000" y="1985958"/>
                    </a:lnTo>
                    <a:lnTo>
                      <a:pt x="0" y="1985958"/>
                    </a:lnTo>
                    <a:lnTo>
                      <a:pt x="0" y="1837407"/>
                    </a:lnTo>
                    <a:lnTo>
                      <a:pt x="2787" y="1837407"/>
                    </a:lnTo>
                    <a:cubicBezTo>
                      <a:pt x="49183" y="983705"/>
                      <a:pt x="649445" y="259216"/>
                      <a:pt x="1482678" y="55715"/>
                    </a:cubicBezTo>
                    <a:cubicBezTo>
                      <a:pt x="1641057" y="17034"/>
                      <a:pt x="1800644" y="-1063"/>
                      <a:pt x="1958249" y="4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088" name="Google Shape;2088;p49"/>
              <p:cNvSpPr/>
              <p:nvPr/>
            </p:nvSpPr>
            <p:spPr>
              <a:xfrm>
                <a:off x="9028038" y="5418963"/>
                <a:ext cx="353455" cy="397548"/>
              </a:xfrm>
              <a:custGeom>
                <a:rect b="b" l="l" r="r" t="t"/>
                <a:pathLst>
                  <a:path extrusionOk="0" h="3110058" w="2765122">
                    <a:moveTo>
                      <a:pt x="1376433" y="2257187"/>
                    </a:moveTo>
                    <a:lnTo>
                      <a:pt x="1145400" y="2354829"/>
                    </a:lnTo>
                    <a:lnTo>
                      <a:pt x="1036105" y="2389775"/>
                    </a:lnTo>
                    <a:lnTo>
                      <a:pt x="1040146" y="2406930"/>
                    </a:lnTo>
                    <a:cubicBezTo>
                      <a:pt x="1121535" y="2704580"/>
                      <a:pt x="1244707" y="2894301"/>
                      <a:pt x="1382560" y="2894301"/>
                    </a:cubicBezTo>
                    <a:cubicBezTo>
                      <a:pt x="1520414" y="2894301"/>
                      <a:pt x="1643585" y="2704580"/>
                      <a:pt x="1724974" y="2406930"/>
                    </a:cubicBezTo>
                    <a:lnTo>
                      <a:pt x="1726723" y="2399874"/>
                    </a:lnTo>
                    <a:lnTo>
                      <a:pt x="1605728" y="2358846"/>
                    </a:lnTo>
                    <a:close/>
                    <a:moveTo>
                      <a:pt x="1795887" y="2033026"/>
                    </a:moveTo>
                    <a:lnTo>
                      <a:pt x="1694075" y="2094586"/>
                    </a:lnTo>
                    <a:lnTo>
                      <a:pt x="1578650" y="2155153"/>
                    </a:lnTo>
                    <a:lnTo>
                      <a:pt x="1618821" y="2173994"/>
                    </a:lnTo>
                    <a:lnTo>
                      <a:pt x="1763952" y="2229138"/>
                    </a:lnTo>
                    <a:lnTo>
                      <a:pt x="1791432" y="2076334"/>
                    </a:lnTo>
                    <a:close/>
                    <a:moveTo>
                      <a:pt x="969005" y="2030800"/>
                    </a:moveTo>
                    <a:lnTo>
                      <a:pt x="973688" y="2076334"/>
                    </a:lnTo>
                    <a:lnTo>
                      <a:pt x="997942" y="2219324"/>
                    </a:lnTo>
                    <a:lnTo>
                      <a:pt x="1135534" y="2169774"/>
                    </a:lnTo>
                    <a:lnTo>
                      <a:pt x="1176026" y="2151638"/>
                    </a:lnTo>
                    <a:lnTo>
                      <a:pt x="1061678" y="2089068"/>
                    </a:lnTo>
                    <a:close/>
                    <a:moveTo>
                      <a:pt x="2270995" y="1682607"/>
                    </a:moveTo>
                    <a:lnTo>
                      <a:pt x="2193789" y="1749541"/>
                    </a:lnTo>
                    <a:cubicBezTo>
                      <a:pt x="2157450" y="1779622"/>
                      <a:pt x="2119670" y="1809519"/>
                      <a:pt x="2080535" y="1839120"/>
                    </a:cubicBezTo>
                    <a:lnTo>
                      <a:pt x="1988274" y="1905861"/>
                    </a:lnTo>
                    <a:lnTo>
                      <a:pt x="1956628" y="2160317"/>
                    </a:lnTo>
                    <a:lnTo>
                      <a:pt x="1929983" y="2282840"/>
                    </a:lnTo>
                    <a:lnTo>
                      <a:pt x="2032699" y="2311732"/>
                    </a:lnTo>
                    <a:cubicBezTo>
                      <a:pt x="2281801" y="2367725"/>
                      <a:pt x="2467430" y="2349840"/>
                      <a:pt x="2530541" y="2244806"/>
                    </a:cubicBezTo>
                    <a:cubicBezTo>
                      <a:pt x="2601541" y="2126643"/>
                      <a:pt x="2502356" y="1923350"/>
                      <a:pt x="2289139" y="1700285"/>
                    </a:cubicBezTo>
                    <a:close/>
                    <a:moveTo>
                      <a:pt x="491768" y="1666932"/>
                    </a:moveTo>
                    <a:lnTo>
                      <a:pt x="473585" y="1684439"/>
                    </a:lnTo>
                    <a:cubicBezTo>
                      <a:pt x="256508" y="1903749"/>
                      <a:pt x="153790" y="2105280"/>
                      <a:pt x="222717" y="2224664"/>
                    </a:cubicBezTo>
                    <a:cubicBezTo>
                      <a:pt x="283985" y="2330784"/>
                      <a:pt x="469273" y="2351906"/>
                      <a:pt x="719315" y="2300269"/>
                    </a:cubicBezTo>
                    <a:lnTo>
                      <a:pt x="831176" y="2270901"/>
                    </a:lnTo>
                    <a:lnTo>
                      <a:pt x="808495" y="2160317"/>
                    </a:lnTo>
                    <a:lnTo>
                      <a:pt x="776012" y="1899134"/>
                    </a:lnTo>
                    <a:lnTo>
                      <a:pt x="679735" y="1826895"/>
                    </a:lnTo>
                    <a:cubicBezTo>
                      <a:pt x="616990" y="1777691"/>
                      <a:pt x="557836" y="1727770"/>
                      <a:pt x="502637" y="1677612"/>
                    </a:cubicBezTo>
                    <a:close/>
                    <a:moveTo>
                      <a:pt x="2001099" y="1443878"/>
                    </a:moveTo>
                    <a:lnTo>
                      <a:pt x="2005588" y="1555029"/>
                    </a:lnTo>
                    <a:lnTo>
                      <a:pt x="2000712" y="1675767"/>
                    </a:lnTo>
                    <a:lnTo>
                      <a:pt x="2038461" y="1648469"/>
                    </a:lnTo>
                    <a:cubicBezTo>
                      <a:pt x="2070345" y="1623579"/>
                      <a:pt x="2101053" y="1598643"/>
                      <a:pt x="2130505" y="1573751"/>
                    </a:cubicBezTo>
                    <a:lnTo>
                      <a:pt x="2143759" y="1562074"/>
                    </a:lnTo>
                    <a:lnTo>
                      <a:pt x="2039991" y="1473050"/>
                    </a:lnTo>
                    <a:close/>
                    <a:moveTo>
                      <a:pt x="764411" y="1434288"/>
                    </a:moveTo>
                    <a:lnTo>
                      <a:pt x="726661" y="1461587"/>
                    </a:lnTo>
                    <a:cubicBezTo>
                      <a:pt x="694778" y="1486477"/>
                      <a:pt x="664070" y="1511412"/>
                      <a:pt x="634617" y="1536305"/>
                    </a:cubicBezTo>
                    <a:lnTo>
                      <a:pt x="621360" y="1547985"/>
                    </a:lnTo>
                    <a:lnTo>
                      <a:pt x="725129" y="1637009"/>
                    </a:lnTo>
                    <a:lnTo>
                      <a:pt x="764024" y="1666183"/>
                    </a:lnTo>
                    <a:lnTo>
                      <a:pt x="759534" y="1555029"/>
                    </a:lnTo>
                    <a:close/>
                    <a:moveTo>
                      <a:pt x="1386966" y="1049980"/>
                    </a:moveTo>
                    <a:lnTo>
                      <a:pt x="1160689" y="1170734"/>
                    </a:lnTo>
                    <a:lnTo>
                      <a:pt x="947211" y="1303680"/>
                    </a:lnTo>
                    <a:lnTo>
                      <a:pt x="938816" y="1555028"/>
                    </a:lnTo>
                    <a:lnTo>
                      <a:pt x="947046" y="1801432"/>
                    </a:lnTo>
                    <a:lnTo>
                      <a:pt x="1154015" y="1935392"/>
                    </a:lnTo>
                    <a:lnTo>
                      <a:pt x="1378151" y="2060078"/>
                    </a:lnTo>
                    <a:lnTo>
                      <a:pt x="1604433" y="1939321"/>
                    </a:lnTo>
                    <a:lnTo>
                      <a:pt x="1817909" y="1806377"/>
                    </a:lnTo>
                    <a:lnTo>
                      <a:pt x="1826304" y="1555028"/>
                    </a:lnTo>
                    <a:lnTo>
                      <a:pt x="1818074" y="1308628"/>
                    </a:lnTo>
                    <a:lnTo>
                      <a:pt x="1611105" y="1174667"/>
                    </a:lnTo>
                    <a:close/>
                    <a:moveTo>
                      <a:pt x="1767179" y="890733"/>
                    </a:moveTo>
                    <a:lnTo>
                      <a:pt x="1629589" y="940281"/>
                    </a:lnTo>
                    <a:lnTo>
                      <a:pt x="1589093" y="958419"/>
                    </a:lnTo>
                    <a:lnTo>
                      <a:pt x="1703444" y="1020991"/>
                    </a:lnTo>
                    <a:lnTo>
                      <a:pt x="1796116" y="1079257"/>
                    </a:lnTo>
                    <a:lnTo>
                      <a:pt x="1791432" y="1033723"/>
                    </a:lnTo>
                    <a:close/>
                    <a:moveTo>
                      <a:pt x="1001168" y="880921"/>
                    </a:moveTo>
                    <a:lnTo>
                      <a:pt x="973688" y="1033723"/>
                    </a:lnTo>
                    <a:lnTo>
                      <a:pt x="969233" y="1077033"/>
                    </a:lnTo>
                    <a:lnTo>
                      <a:pt x="1071048" y="1015472"/>
                    </a:lnTo>
                    <a:lnTo>
                      <a:pt x="1186470" y="954907"/>
                    </a:lnTo>
                    <a:lnTo>
                      <a:pt x="1146299" y="936065"/>
                    </a:lnTo>
                    <a:close/>
                    <a:moveTo>
                      <a:pt x="2296662" y="783036"/>
                    </a:moveTo>
                    <a:cubicBezTo>
                      <a:pt x="2224233" y="781291"/>
                      <a:pt x="2139574" y="790423"/>
                      <a:pt x="2045808" y="809787"/>
                    </a:cubicBezTo>
                    <a:lnTo>
                      <a:pt x="1933945" y="839155"/>
                    </a:lnTo>
                    <a:lnTo>
                      <a:pt x="1956628" y="949742"/>
                    </a:lnTo>
                    <a:lnTo>
                      <a:pt x="1989111" y="1210925"/>
                    </a:lnTo>
                    <a:lnTo>
                      <a:pt x="2085387" y="1283163"/>
                    </a:lnTo>
                    <a:cubicBezTo>
                      <a:pt x="2148132" y="1332368"/>
                      <a:pt x="2207286" y="1382289"/>
                      <a:pt x="2262485" y="1432446"/>
                    </a:cubicBezTo>
                    <a:lnTo>
                      <a:pt x="2273353" y="1443125"/>
                    </a:lnTo>
                    <a:lnTo>
                      <a:pt x="2291537" y="1425616"/>
                    </a:lnTo>
                    <a:cubicBezTo>
                      <a:pt x="2508615" y="1206306"/>
                      <a:pt x="2611333" y="1004776"/>
                      <a:pt x="2542406" y="885391"/>
                    </a:cubicBezTo>
                    <a:cubicBezTo>
                      <a:pt x="2504113" y="819067"/>
                      <a:pt x="2417375" y="785944"/>
                      <a:pt x="2296662" y="783036"/>
                    </a:cubicBezTo>
                    <a:close/>
                    <a:moveTo>
                      <a:pt x="482072" y="767202"/>
                    </a:moveTo>
                    <a:cubicBezTo>
                      <a:pt x="361326" y="768003"/>
                      <a:pt x="274023" y="799606"/>
                      <a:pt x="234579" y="865253"/>
                    </a:cubicBezTo>
                    <a:cubicBezTo>
                      <a:pt x="163579" y="983417"/>
                      <a:pt x="262764" y="1186709"/>
                      <a:pt x="475981" y="1409774"/>
                    </a:cubicBezTo>
                    <a:lnTo>
                      <a:pt x="494126" y="1427453"/>
                    </a:lnTo>
                    <a:lnTo>
                      <a:pt x="571333" y="1360517"/>
                    </a:lnTo>
                    <a:cubicBezTo>
                      <a:pt x="607672" y="1330436"/>
                      <a:pt x="645452" y="1300540"/>
                      <a:pt x="684587" y="1270938"/>
                    </a:cubicBezTo>
                    <a:lnTo>
                      <a:pt x="776848" y="1204197"/>
                    </a:lnTo>
                    <a:lnTo>
                      <a:pt x="808495" y="949742"/>
                    </a:lnTo>
                    <a:lnTo>
                      <a:pt x="835139" y="827220"/>
                    </a:lnTo>
                    <a:lnTo>
                      <a:pt x="732420" y="798327"/>
                    </a:lnTo>
                    <a:cubicBezTo>
                      <a:pt x="639007" y="777329"/>
                      <a:pt x="554520" y="766721"/>
                      <a:pt x="482072" y="767202"/>
                    </a:cubicBezTo>
                    <a:close/>
                    <a:moveTo>
                      <a:pt x="1382560" y="215755"/>
                    </a:moveTo>
                    <a:cubicBezTo>
                      <a:pt x="1244707" y="215755"/>
                      <a:pt x="1121535" y="405476"/>
                      <a:pt x="1040146" y="703126"/>
                    </a:cubicBezTo>
                    <a:lnTo>
                      <a:pt x="1038397" y="710184"/>
                    </a:lnTo>
                    <a:lnTo>
                      <a:pt x="1159394" y="751212"/>
                    </a:lnTo>
                    <a:lnTo>
                      <a:pt x="1388689" y="852872"/>
                    </a:lnTo>
                    <a:lnTo>
                      <a:pt x="1619722" y="755229"/>
                    </a:lnTo>
                    <a:lnTo>
                      <a:pt x="1729016" y="720284"/>
                    </a:lnTo>
                    <a:lnTo>
                      <a:pt x="1724974" y="703126"/>
                    </a:lnTo>
                    <a:cubicBezTo>
                      <a:pt x="1643585" y="405476"/>
                      <a:pt x="1520414" y="215755"/>
                      <a:pt x="1382560" y="215755"/>
                    </a:cubicBezTo>
                    <a:close/>
                    <a:moveTo>
                      <a:pt x="1382561" y="0"/>
                    </a:moveTo>
                    <a:cubicBezTo>
                      <a:pt x="1576111" y="0"/>
                      <a:pt x="1749046" y="220285"/>
                      <a:pt x="1863319" y="565886"/>
                    </a:cubicBezTo>
                    <a:lnTo>
                      <a:pt x="1892754" y="669221"/>
                    </a:lnTo>
                    <a:lnTo>
                      <a:pt x="1998805" y="644109"/>
                    </a:lnTo>
                    <a:cubicBezTo>
                      <a:pt x="2355240" y="570272"/>
                      <a:pt x="2632481" y="609896"/>
                      <a:pt x="2729256" y="777515"/>
                    </a:cubicBezTo>
                    <a:cubicBezTo>
                      <a:pt x="2826030" y="945133"/>
                      <a:pt x="2721726" y="1205043"/>
                      <a:pt x="2479563" y="1476806"/>
                    </a:cubicBezTo>
                    <a:lnTo>
                      <a:pt x="2396868" y="1564493"/>
                    </a:lnTo>
                    <a:lnTo>
                      <a:pt x="2415853" y="1583149"/>
                    </a:lnTo>
                    <a:cubicBezTo>
                      <a:pt x="2697403" y="1884053"/>
                      <a:pt x="2823474" y="2176199"/>
                      <a:pt x="2715481" y="2355928"/>
                    </a:cubicBezTo>
                    <a:cubicBezTo>
                      <a:pt x="2615796" y="2521833"/>
                      <a:pt x="2337906" y="2556612"/>
                      <a:pt x="1982813" y="2476565"/>
                    </a:cubicBezTo>
                    <a:lnTo>
                      <a:pt x="1890625" y="2453030"/>
                    </a:lnTo>
                    <a:lnTo>
                      <a:pt x="1863319" y="2544172"/>
                    </a:lnTo>
                    <a:cubicBezTo>
                      <a:pt x="1749047" y="2889773"/>
                      <a:pt x="1576111" y="3110058"/>
                      <a:pt x="1382561" y="3110058"/>
                    </a:cubicBezTo>
                    <a:cubicBezTo>
                      <a:pt x="1189012" y="3110058"/>
                      <a:pt x="1016076" y="2889773"/>
                      <a:pt x="901803" y="2544172"/>
                    </a:cubicBezTo>
                    <a:lnTo>
                      <a:pt x="872368" y="2440837"/>
                    </a:lnTo>
                    <a:lnTo>
                      <a:pt x="766317" y="2465949"/>
                    </a:lnTo>
                    <a:cubicBezTo>
                      <a:pt x="409882" y="2539787"/>
                      <a:pt x="132641" y="2500163"/>
                      <a:pt x="35866" y="2332544"/>
                    </a:cubicBezTo>
                    <a:cubicBezTo>
                      <a:pt x="-60908" y="2164925"/>
                      <a:pt x="43396" y="1905015"/>
                      <a:pt x="285559" y="1633252"/>
                    </a:cubicBezTo>
                    <a:lnTo>
                      <a:pt x="368254" y="1545565"/>
                    </a:lnTo>
                    <a:lnTo>
                      <a:pt x="349269" y="1526910"/>
                    </a:lnTo>
                    <a:cubicBezTo>
                      <a:pt x="67719" y="1226005"/>
                      <a:pt x="-58351" y="933860"/>
                      <a:pt x="49641" y="754130"/>
                    </a:cubicBezTo>
                    <a:cubicBezTo>
                      <a:pt x="149326" y="588226"/>
                      <a:pt x="427216" y="553446"/>
                      <a:pt x="782309" y="633493"/>
                    </a:cubicBezTo>
                    <a:lnTo>
                      <a:pt x="874497" y="657029"/>
                    </a:lnTo>
                    <a:lnTo>
                      <a:pt x="901803" y="565886"/>
                    </a:lnTo>
                    <a:cubicBezTo>
                      <a:pt x="1016076" y="220285"/>
                      <a:pt x="1189012" y="0"/>
                      <a:pt x="138256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2089" name="Google Shape;2089;p49"/>
              <p:cNvSpPr/>
              <p:nvPr/>
            </p:nvSpPr>
            <p:spPr>
              <a:xfrm>
                <a:off x="7496004" y="3682990"/>
                <a:ext cx="320490" cy="269438"/>
              </a:xfrm>
              <a:custGeom>
                <a:rect b="b" l="l" r="r" t="t"/>
                <a:pathLst>
                  <a:path extrusionOk="0" h="3350285" w="3985089">
                    <a:moveTo>
                      <a:pt x="1489879" y="1687056"/>
                    </a:moveTo>
                    <a:cubicBezTo>
                      <a:pt x="1413602" y="1687056"/>
                      <a:pt x="1351768" y="1748890"/>
                      <a:pt x="1351768" y="1825167"/>
                    </a:cubicBezTo>
                    <a:lnTo>
                      <a:pt x="1351768" y="1828965"/>
                    </a:lnTo>
                    <a:cubicBezTo>
                      <a:pt x="1351768" y="1905242"/>
                      <a:pt x="1413602" y="1967076"/>
                      <a:pt x="1489879" y="1967076"/>
                    </a:cubicBezTo>
                    <a:lnTo>
                      <a:pt x="1717713" y="1967076"/>
                    </a:lnTo>
                    <a:cubicBezTo>
                      <a:pt x="1793990" y="1967076"/>
                      <a:pt x="1855824" y="1905242"/>
                      <a:pt x="1855824" y="1828965"/>
                    </a:cubicBezTo>
                    <a:lnTo>
                      <a:pt x="1855824" y="1825167"/>
                    </a:lnTo>
                    <a:cubicBezTo>
                      <a:pt x="1855824" y="1748890"/>
                      <a:pt x="1793990" y="1687056"/>
                      <a:pt x="1717713" y="1687056"/>
                    </a:cubicBezTo>
                    <a:close/>
                    <a:moveTo>
                      <a:pt x="2281462" y="1675141"/>
                    </a:moveTo>
                    <a:cubicBezTo>
                      <a:pt x="2205185" y="1675141"/>
                      <a:pt x="2143351" y="1736975"/>
                      <a:pt x="2143351" y="1813252"/>
                    </a:cubicBezTo>
                    <a:lnTo>
                      <a:pt x="2143351" y="1817050"/>
                    </a:lnTo>
                    <a:cubicBezTo>
                      <a:pt x="2143351" y="1893327"/>
                      <a:pt x="2205185" y="1955161"/>
                      <a:pt x="2281462" y="1955161"/>
                    </a:cubicBezTo>
                    <a:lnTo>
                      <a:pt x="2509296" y="1955161"/>
                    </a:lnTo>
                    <a:cubicBezTo>
                      <a:pt x="2585573" y="1955161"/>
                      <a:pt x="2647407" y="1893327"/>
                      <a:pt x="2647407" y="1817050"/>
                    </a:cubicBezTo>
                    <a:lnTo>
                      <a:pt x="2647407" y="1813252"/>
                    </a:lnTo>
                    <a:cubicBezTo>
                      <a:pt x="2647407" y="1736975"/>
                      <a:pt x="2585573" y="1675141"/>
                      <a:pt x="2509296" y="1675141"/>
                    </a:cubicBezTo>
                    <a:close/>
                    <a:moveTo>
                      <a:pt x="2837535" y="1159396"/>
                    </a:moveTo>
                    <a:cubicBezTo>
                      <a:pt x="2731595" y="1159396"/>
                      <a:pt x="2645713" y="1245278"/>
                      <a:pt x="2645713" y="1351218"/>
                    </a:cubicBezTo>
                    <a:cubicBezTo>
                      <a:pt x="2645713" y="1457158"/>
                      <a:pt x="2731595" y="1543040"/>
                      <a:pt x="2837535" y="1543040"/>
                    </a:cubicBezTo>
                    <a:cubicBezTo>
                      <a:pt x="2943475" y="1543040"/>
                      <a:pt x="3029357" y="1457158"/>
                      <a:pt x="3029357" y="1351218"/>
                    </a:cubicBezTo>
                    <a:cubicBezTo>
                      <a:pt x="3029357" y="1245278"/>
                      <a:pt x="2943475" y="1159396"/>
                      <a:pt x="2837535" y="1159396"/>
                    </a:cubicBezTo>
                    <a:close/>
                    <a:moveTo>
                      <a:pt x="3235655" y="750352"/>
                    </a:moveTo>
                    <a:cubicBezTo>
                      <a:pt x="3129715" y="750352"/>
                      <a:pt x="3043833" y="836234"/>
                      <a:pt x="3043833" y="942174"/>
                    </a:cubicBezTo>
                    <a:cubicBezTo>
                      <a:pt x="3043833" y="1048114"/>
                      <a:pt x="3129715" y="1133996"/>
                      <a:pt x="3235655" y="1133996"/>
                    </a:cubicBezTo>
                    <a:cubicBezTo>
                      <a:pt x="3341595" y="1133996"/>
                      <a:pt x="3427477" y="1048114"/>
                      <a:pt x="3427477" y="942174"/>
                    </a:cubicBezTo>
                    <a:cubicBezTo>
                      <a:pt x="3427477" y="836234"/>
                      <a:pt x="3341595" y="750352"/>
                      <a:pt x="3235655" y="750352"/>
                    </a:cubicBezTo>
                    <a:close/>
                    <a:moveTo>
                      <a:pt x="2455585" y="750352"/>
                    </a:moveTo>
                    <a:cubicBezTo>
                      <a:pt x="2349645" y="750352"/>
                      <a:pt x="2263763" y="836234"/>
                      <a:pt x="2263763" y="942174"/>
                    </a:cubicBezTo>
                    <a:cubicBezTo>
                      <a:pt x="2263763" y="1048114"/>
                      <a:pt x="2349645" y="1133996"/>
                      <a:pt x="2455585" y="1133996"/>
                    </a:cubicBezTo>
                    <a:cubicBezTo>
                      <a:pt x="2561525" y="1133996"/>
                      <a:pt x="2647407" y="1048114"/>
                      <a:pt x="2647407" y="942174"/>
                    </a:cubicBezTo>
                    <a:cubicBezTo>
                      <a:pt x="2647407" y="836234"/>
                      <a:pt x="2561525" y="750352"/>
                      <a:pt x="2455585" y="750352"/>
                    </a:cubicBezTo>
                    <a:close/>
                    <a:moveTo>
                      <a:pt x="941776" y="640989"/>
                    </a:moveTo>
                    <a:lnTo>
                      <a:pt x="1181794" y="640989"/>
                    </a:lnTo>
                    <a:lnTo>
                      <a:pt x="1181794" y="881020"/>
                    </a:lnTo>
                    <a:lnTo>
                      <a:pt x="1421825" y="881020"/>
                    </a:lnTo>
                    <a:lnTo>
                      <a:pt x="1421825" y="1121038"/>
                    </a:lnTo>
                    <a:lnTo>
                      <a:pt x="1181794" y="1121038"/>
                    </a:lnTo>
                    <a:lnTo>
                      <a:pt x="1181794" y="1361069"/>
                    </a:lnTo>
                    <a:lnTo>
                      <a:pt x="941776" y="1361069"/>
                    </a:lnTo>
                    <a:lnTo>
                      <a:pt x="941776" y="1121038"/>
                    </a:lnTo>
                    <a:lnTo>
                      <a:pt x="701745" y="1121038"/>
                    </a:lnTo>
                    <a:lnTo>
                      <a:pt x="701745" y="881020"/>
                    </a:lnTo>
                    <a:lnTo>
                      <a:pt x="941776" y="881020"/>
                    </a:lnTo>
                    <a:close/>
                    <a:moveTo>
                      <a:pt x="1061785" y="459017"/>
                    </a:moveTo>
                    <a:cubicBezTo>
                      <a:pt x="762440" y="459017"/>
                      <a:pt x="519773" y="701684"/>
                      <a:pt x="519773" y="1001029"/>
                    </a:cubicBezTo>
                    <a:cubicBezTo>
                      <a:pt x="519773" y="1300374"/>
                      <a:pt x="762440" y="1543041"/>
                      <a:pt x="1061785" y="1543041"/>
                    </a:cubicBezTo>
                    <a:cubicBezTo>
                      <a:pt x="1361130" y="1543041"/>
                      <a:pt x="1603797" y="1300374"/>
                      <a:pt x="1603797" y="1001029"/>
                    </a:cubicBezTo>
                    <a:cubicBezTo>
                      <a:pt x="1603797" y="701684"/>
                      <a:pt x="1361130" y="459017"/>
                      <a:pt x="1061785" y="459017"/>
                    </a:cubicBezTo>
                    <a:close/>
                    <a:moveTo>
                      <a:pt x="2837535" y="359296"/>
                    </a:moveTo>
                    <a:cubicBezTo>
                      <a:pt x="2731595" y="359296"/>
                      <a:pt x="2645713" y="445178"/>
                      <a:pt x="2645713" y="551118"/>
                    </a:cubicBezTo>
                    <a:cubicBezTo>
                      <a:pt x="2645713" y="657058"/>
                      <a:pt x="2731595" y="742940"/>
                      <a:pt x="2837535" y="742940"/>
                    </a:cubicBezTo>
                    <a:cubicBezTo>
                      <a:pt x="2943475" y="742940"/>
                      <a:pt x="3029357" y="657058"/>
                      <a:pt x="3029357" y="551118"/>
                    </a:cubicBezTo>
                    <a:cubicBezTo>
                      <a:pt x="3029357" y="445178"/>
                      <a:pt x="2943475" y="359296"/>
                      <a:pt x="2837535" y="359296"/>
                    </a:cubicBezTo>
                    <a:close/>
                    <a:moveTo>
                      <a:pt x="927799" y="0"/>
                    </a:moveTo>
                    <a:lnTo>
                      <a:pt x="2978398" y="0"/>
                    </a:lnTo>
                    <a:cubicBezTo>
                      <a:pt x="3447374" y="0"/>
                      <a:pt x="3902811" y="418280"/>
                      <a:pt x="3926614" y="887256"/>
                    </a:cubicBezTo>
                    <a:cubicBezTo>
                      <a:pt x="4011721" y="1784310"/>
                      <a:pt x="4065643" y="3326870"/>
                      <a:pt x="3630620" y="3349891"/>
                    </a:cubicBezTo>
                    <a:cubicBezTo>
                      <a:pt x="3101375" y="3362701"/>
                      <a:pt x="2778421" y="2566209"/>
                      <a:pt x="2352321" y="2174369"/>
                    </a:cubicBezTo>
                    <a:lnTo>
                      <a:pt x="1572952" y="2174369"/>
                    </a:lnTo>
                    <a:cubicBezTo>
                      <a:pt x="1161652" y="2566210"/>
                      <a:pt x="901104" y="3370635"/>
                      <a:pt x="339051" y="3349892"/>
                    </a:cubicBezTo>
                    <a:cubicBezTo>
                      <a:pt x="-171518" y="3349299"/>
                      <a:pt x="45251" y="1463012"/>
                      <a:pt x="48163" y="849156"/>
                    </a:cubicBezTo>
                    <a:cubicBezTo>
                      <a:pt x="48163" y="380180"/>
                      <a:pt x="458823" y="0"/>
                      <a:pt x="927799"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090" name="Google Shape;2090;p49"/>
              <p:cNvSpPr/>
              <p:nvPr/>
            </p:nvSpPr>
            <p:spPr>
              <a:xfrm>
                <a:off x="7501595" y="3961380"/>
                <a:ext cx="348693" cy="269437"/>
              </a:xfrm>
              <a:custGeom>
                <a:rect b="b" l="l" r="r" t="t"/>
                <a:pathLst>
                  <a:path extrusionOk="0" h="3051548" w="3949160">
                    <a:moveTo>
                      <a:pt x="2339911" y="638678"/>
                    </a:moveTo>
                    <a:cubicBezTo>
                      <a:pt x="3228675" y="638678"/>
                      <a:pt x="3949160" y="1138384"/>
                      <a:pt x="3949160" y="1754802"/>
                    </a:cubicBezTo>
                    <a:cubicBezTo>
                      <a:pt x="3949160" y="2075792"/>
                      <a:pt x="3753790" y="2365135"/>
                      <a:pt x="3440317" y="2567662"/>
                    </a:cubicBezTo>
                    <a:lnTo>
                      <a:pt x="3655878" y="3051548"/>
                    </a:lnTo>
                    <a:lnTo>
                      <a:pt x="2882697" y="2804439"/>
                    </a:lnTo>
                    <a:cubicBezTo>
                      <a:pt x="2713357" y="2847946"/>
                      <a:pt x="2530504" y="2870926"/>
                      <a:pt x="2339911" y="2870926"/>
                    </a:cubicBezTo>
                    <a:cubicBezTo>
                      <a:pt x="1451147" y="2870926"/>
                      <a:pt x="730662" y="2371220"/>
                      <a:pt x="730662" y="1754802"/>
                    </a:cubicBezTo>
                    <a:cubicBezTo>
                      <a:pt x="730662" y="1138384"/>
                      <a:pt x="1451147" y="638678"/>
                      <a:pt x="2339911" y="638678"/>
                    </a:cubicBezTo>
                    <a:close/>
                    <a:moveTo>
                      <a:pt x="1609249" y="0"/>
                    </a:moveTo>
                    <a:cubicBezTo>
                      <a:pt x="2214487" y="0"/>
                      <a:pt x="2741687" y="231736"/>
                      <a:pt x="3015976" y="574644"/>
                    </a:cubicBezTo>
                    <a:cubicBezTo>
                      <a:pt x="2789246" y="488504"/>
                      <a:pt x="2533611" y="440957"/>
                      <a:pt x="2263344" y="440957"/>
                    </a:cubicBezTo>
                    <a:cubicBezTo>
                      <a:pt x="1318096" y="440957"/>
                      <a:pt x="551821" y="1022559"/>
                      <a:pt x="551821" y="1740001"/>
                    </a:cubicBezTo>
                    <a:cubicBezTo>
                      <a:pt x="551821" y="1819940"/>
                      <a:pt x="561334" y="1898193"/>
                      <a:pt x="580963" y="1973803"/>
                    </a:cubicBezTo>
                    <a:cubicBezTo>
                      <a:pt x="578579" y="1972737"/>
                      <a:pt x="677277" y="2155498"/>
                      <a:pt x="675039" y="2154187"/>
                    </a:cubicBezTo>
                    <a:lnTo>
                      <a:pt x="502119" y="2089690"/>
                    </a:lnTo>
                    <a:lnTo>
                      <a:pt x="213774" y="2502637"/>
                    </a:lnTo>
                    <a:cubicBezTo>
                      <a:pt x="162937" y="2145510"/>
                      <a:pt x="82414" y="1758692"/>
                      <a:pt x="31577" y="1383752"/>
                    </a:cubicBezTo>
                    <a:cubicBezTo>
                      <a:pt x="6733" y="1307252"/>
                      <a:pt x="0" y="1197870"/>
                      <a:pt x="0" y="1116124"/>
                    </a:cubicBezTo>
                    <a:cubicBezTo>
                      <a:pt x="0" y="499706"/>
                      <a:pt x="720485" y="0"/>
                      <a:pt x="1609249"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091" name="Google Shape;2091;p49"/>
              <p:cNvSpPr/>
              <p:nvPr/>
            </p:nvSpPr>
            <p:spPr>
              <a:xfrm rot="10800000">
                <a:off x="7556822" y="3332187"/>
                <a:ext cx="299221" cy="322665"/>
              </a:xfrm>
              <a:custGeom>
                <a:rect b="b" l="l" r="r" t="t"/>
                <a:pathLst>
                  <a:path extrusionOk="0" h="3963955" w="3672275">
                    <a:moveTo>
                      <a:pt x="984766" y="3417555"/>
                    </a:moveTo>
                    <a:cubicBezTo>
                      <a:pt x="932254" y="3417555"/>
                      <a:pt x="882982" y="3403623"/>
                      <a:pt x="841068" y="3378104"/>
                    </a:cubicBezTo>
                    <a:lnTo>
                      <a:pt x="840676" y="3378710"/>
                    </a:lnTo>
                    <a:lnTo>
                      <a:pt x="835545" y="3375094"/>
                    </a:lnTo>
                    <a:cubicBezTo>
                      <a:pt x="823791" y="3369308"/>
                      <a:pt x="813094" y="3361844"/>
                      <a:pt x="803763" y="3352697"/>
                    </a:cubicBezTo>
                    <a:cubicBezTo>
                      <a:pt x="147868" y="2908007"/>
                      <a:pt x="-148746" y="2089941"/>
                      <a:pt x="72539" y="1325492"/>
                    </a:cubicBezTo>
                    <a:cubicBezTo>
                      <a:pt x="298018" y="546553"/>
                      <a:pt x="1007805" y="7791"/>
                      <a:pt x="1818686" y="83"/>
                    </a:cubicBezTo>
                    <a:cubicBezTo>
                      <a:pt x="2629567" y="-7624"/>
                      <a:pt x="3349467" y="517549"/>
                      <a:pt x="3589711" y="1292061"/>
                    </a:cubicBezTo>
                    <a:cubicBezTo>
                      <a:pt x="3828334" y="2061344"/>
                      <a:pt x="3537615" y="2895621"/>
                      <a:pt x="2873980" y="3349798"/>
                    </a:cubicBezTo>
                    <a:cubicBezTo>
                      <a:pt x="2824845" y="3391084"/>
                      <a:pt x="2761401" y="3415171"/>
                      <a:pt x="2692355" y="3415171"/>
                    </a:cubicBezTo>
                    <a:cubicBezTo>
                      <a:pt x="2531252" y="3415171"/>
                      <a:pt x="2400652" y="3284038"/>
                      <a:pt x="2400652" y="3122277"/>
                    </a:cubicBezTo>
                    <a:cubicBezTo>
                      <a:pt x="2400652" y="3018609"/>
                      <a:pt x="2454292" y="2927520"/>
                      <a:pt x="2535552" y="2875976"/>
                    </a:cubicBezTo>
                    <a:lnTo>
                      <a:pt x="2534959" y="2875094"/>
                    </a:lnTo>
                    <a:cubicBezTo>
                      <a:pt x="2993902" y="2566441"/>
                      <a:pt x="3196002" y="1993261"/>
                      <a:pt x="3032146" y="1465012"/>
                    </a:cubicBezTo>
                    <a:cubicBezTo>
                      <a:pt x="2868290" y="936764"/>
                      <a:pt x="2377289" y="578575"/>
                      <a:pt x="1824236" y="583831"/>
                    </a:cubicBezTo>
                    <a:cubicBezTo>
                      <a:pt x="1271183" y="589088"/>
                      <a:pt x="787080" y="956545"/>
                      <a:pt x="633294" y="1487812"/>
                    </a:cubicBezTo>
                    <a:cubicBezTo>
                      <a:pt x="479508" y="2019079"/>
                      <a:pt x="692467" y="2588315"/>
                      <a:pt x="1157194" y="2888188"/>
                    </a:cubicBezTo>
                    <a:lnTo>
                      <a:pt x="1156634" y="2889057"/>
                    </a:lnTo>
                    <a:cubicBezTo>
                      <a:pt x="1229500" y="2941659"/>
                      <a:pt x="1276469" y="3027652"/>
                      <a:pt x="1276469" y="3124661"/>
                    </a:cubicBezTo>
                    <a:cubicBezTo>
                      <a:pt x="1276469" y="3286422"/>
                      <a:pt x="1145869" y="3417555"/>
                      <a:pt x="984766" y="3417555"/>
                    </a:cubicBezTo>
                    <a:close/>
                    <a:moveTo>
                      <a:pt x="1836138" y="3963955"/>
                    </a:moveTo>
                    <a:cubicBezTo>
                      <a:pt x="1677062" y="3963955"/>
                      <a:pt x="1548106" y="3834999"/>
                      <a:pt x="1548106" y="3675923"/>
                    </a:cubicBezTo>
                    <a:lnTo>
                      <a:pt x="1548106" y="1958036"/>
                    </a:lnTo>
                    <a:cubicBezTo>
                      <a:pt x="1548106" y="1798960"/>
                      <a:pt x="1677062" y="1670004"/>
                      <a:pt x="1836138" y="1670004"/>
                    </a:cubicBezTo>
                    <a:cubicBezTo>
                      <a:pt x="1995214" y="1670004"/>
                      <a:pt x="2124170" y="1798960"/>
                      <a:pt x="2124170" y="1958036"/>
                    </a:cubicBezTo>
                    <a:lnTo>
                      <a:pt x="2124170" y="3675923"/>
                    </a:lnTo>
                    <a:cubicBezTo>
                      <a:pt x="2124170" y="3834999"/>
                      <a:pt x="1995214" y="3963955"/>
                      <a:pt x="1836138" y="396395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092" name="Google Shape;2092;p49"/>
              <p:cNvSpPr/>
              <p:nvPr/>
            </p:nvSpPr>
            <p:spPr>
              <a:xfrm>
                <a:off x="8516432" y="2099615"/>
                <a:ext cx="296548" cy="296548"/>
              </a:xfrm>
              <a:custGeom>
                <a:rect b="b" l="l" r="r" t="t"/>
                <a:pathLst>
                  <a:path extrusionOk="0" h="3960000" w="3960440">
                    <a:moveTo>
                      <a:pt x="1588743" y="1414211"/>
                    </a:moveTo>
                    <a:cubicBezTo>
                      <a:pt x="1540407" y="1411706"/>
                      <a:pt x="1506842" y="1440258"/>
                      <a:pt x="1506842" y="1478573"/>
                    </a:cubicBezTo>
                    <a:lnTo>
                      <a:pt x="1506842" y="2462752"/>
                    </a:lnTo>
                    <a:cubicBezTo>
                      <a:pt x="1506842" y="2484086"/>
                      <a:pt x="1516471" y="2503171"/>
                      <a:pt x="1532201" y="2515206"/>
                    </a:cubicBezTo>
                    <a:cubicBezTo>
                      <a:pt x="1552351" y="2541621"/>
                      <a:pt x="1589483" y="2548946"/>
                      <a:pt x="1619199" y="2531790"/>
                    </a:cubicBezTo>
                    <a:lnTo>
                      <a:pt x="2471524" y="2039700"/>
                    </a:lnTo>
                    <a:cubicBezTo>
                      <a:pt x="2509339" y="2017643"/>
                      <a:pt x="2509577" y="1945490"/>
                      <a:pt x="2464719" y="1913406"/>
                    </a:cubicBezTo>
                    <a:cubicBezTo>
                      <a:pt x="2315501" y="1808322"/>
                      <a:pt x="1748389" y="1486683"/>
                      <a:pt x="1588743" y="1414211"/>
                    </a:cubicBezTo>
                    <a:close/>
                    <a:moveTo>
                      <a:pt x="1982320" y="904379"/>
                    </a:moveTo>
                    <a:cubicBezTo>
                      <a:pt x="2575020" y="904379"/>
                      <a:pt x="3055498" y="1384857"/>
                      <a:pt x="3055498" y="1977557"/>
                    </a:cubicBezTo>
                    <a:cubicBezTo>
                      <a:pt x="3055498" y="2570257"/>
                      <a:pt x="2575020" y="3050735"/>
                      <a:pt x="1982320" y="3050735"/>
                    </a:cubicBezTo>
                    <a:cubicBezTo>
                      <a:pt x="1389620" y="3050735"/>
                      <a:pt x="909142" y="2570257"/>
                      <a:pt x="909142" y="1977557"/>
                    </a:cubicBezTo>
                    <a:cubicBezTo>
                      <a:pt x="909142" y="1384857"/>
                      <a:pt x="1389620" y="904379"/>
                      <a:pt x="1982320" y="904379"/>
                    </a:cubicBezTo>
                    <a:close/>
                    <a:moveTo>
                      <a:pt x="1982320" y="537397"/>
                    </a:moveTo>
                    <a:cubicBezTo>
                      <a:pt x="1186942" y="537397"/>
                      <a:pt x="542160" y="1182179"/>
                      <a:pt x="542160" y="1977557"/>
                    </a:cubicBezTo>
                    <a:cubicBezTo>
                      <a:pt x="542160" y="2772935"/>
                      <a:pt x="1186942" y="3417717"/>
                      <a:pt x="1982320" y="3417717"/>
                    </a:cubicBezTo>
                    <a:cubicBezTo>
                      <a:pt x="2777698" y="3417717"/>
                      <a:pt x="3422480" y="2772935"/>
                      <a:pt x="3422480" y="1977557"/>
                    </a:cubicBezTo>
                    <a:cubicBezTo>
                      <a:pt x="3422480" y="1182179"/>
                      <a:pt x="2777698" y="537397"/>
                      <a:pt x="1982320" y="537397"/>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093" name="Google Shape;2093;p49"/>
              <p:cNvSpPr/>
              <p:nvPr/>
            </p:nvSpPr>
            <p:spPr>
              <a:xfrm flipH="1">
                <a:off x="7608791" y="4297323"/>
                <a:ext cx="336694" cy="323742"/>
              </a:xfrm>
              <a:custGeom>
                <a:rect b="b" l="l" r="r" t="t"/>
                <a:pathLst>
                  <a:path extrusionOk="0" h="3817544" w="3948393">
                    <a:moveTo>
                      <a:pt x="1888045" y="2370407"/>
                    </a:moveTo>
                    <a:lnTo>
                      <a:pt x="1180379" y="2998560"/>
                    </a:lnTo>
                    <a:lnTo>
                      <a:pt x="695350" y="2712314"/>
                    </a:lnTo>
                    <a:lnTo>
                      <a:pt x="703301" y="3014463"/>
                    </a:lnTo>
                    <a:lnTo>
                      <a:pt x="1888044" y="3817544"/>
                    </a:lnTo>
                    <a:cubicBezTo>
                      <a:pt x="1885393" y="3356368"/>
                      <a:pt x="1874793" y="2911096"/>
                      <a:pt x="1888045" y="2370407"/>
                    </a:cubicBezTo>
                    <a:close/>
                    <a:moveTo>
                      <a:pt x="2059390" y="2370407"/>
                    </a:moveTo>
                    <a:cubicBezTo>
                      <a:pt x="2072642" y="2911096"/>
                      <a:pt x="2062042" y="3356368"/>
                      <a:pt x="2059391" y="3817544"/>
                    </a:cubicBezTo>
                    <a:lnTo>
                      <a:pt x="3244134" y="3014463"/>
                    </a:lnTo>
                    <a:lnTo>
                      <a:pt x="3252085" y="2712314"/>
                    </a:lnTo>
                    <a:lnTo>
                      <a:pt x="2767056" y="2998560"/>
                    </a:lnTo>
                    <a:close/>
                    <a:moveTo>
                      <a:pt x="733907" y="1451867"/>
                    </a:moveTo>
                    <a:lnTo>
                      <a:pt x="0" y="2113471"/>
                    </a:lnTo>
                    <a:lnTo>
                      <a:pt x="1170450" y="2848461"/>
                    </a:lnTo>
                    <a:lnTo>
                      <a:pt x="1919327" y="2170968"/>
                    </a:lnTo>
                    <a:close/>
                    <a:moveTo>
                      <a:pt x="3206900" y="1451867"/>
                    </a:moveTo>
                    <a:lnTo>
                      <a:pt x="2021479" y="2170968"/>
                    </a:lnTo>
                    <a:lnTo>
                      <a:pt x="2770356" y="2848461"/>
                    </a:lnTo>
                    <a:lnTo>
                      <a:pt x="3940806" y="2113471"/>
                    </a:lnTo>
                    <a:close/>
                    <a:moveTo>
                      <a:pt x="1195981" y="0"/>
                    </a:moveTo>
                    <a:lnTo>
                      <a:pt x="10560" y="719101"/>
                    </a:lnTo>
                    <a:lnTo>
                      <a:pt x="759438" y="1396594"/>
                    </a:lnTo>
                    <a:lnTo>
                      <a:pt x="1929887" y="661605"/>
                    </a:lnTo>
                    <a:close/>
                    <a:moveTo>
                      <a:pt x="2762973" y="0"/>
                    </a:moveTo>
                    <a:lnTo>
                      <a:pt x="2029067" y="661605"/>
                    </a:lnTo>
                    <a:lnTo>
                      <a:pt x="3199516" y="1396594"/>
                    </a:lnTo>
                    <a:lnTo>
                      <a:pt x="3948393" y="719101"/>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sp>
          <p:nvSpPr>
            <p:cNvPr id="2094" name="Google Shape;2094;p49"/>
            <p:cNvSpPr/>
            <p:nvPr/>
          </p:nvSpPr>
          <p:spPr>
            <a:xfrm>
              <a:off x="7350231" y="1734252"/>
              <a:ext cx="4243993" cy="4243993"/>
            </a:xfrm>
            <a:prstGeom prst="donut">
              <a:avLst>
                <a:gd fmla="val 14003" name="adj"/>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grpSp>
          <p:nvGrpSpPr>
            <p:cNvPr id="2095" name="Google Shape;2095;p49"/>
            <p:cNvGrpSpPr/>
            <p:nvPr/>
          </p:nvGrpSpPr>
          <p:grpSpPr>
            <a:xfrm>
              <a:off x="7907899" y="2308624"/>
              <a:ext cx="4313146" cy="4771421"/>
              <a:chOff x="7907899" y="2308624"/>
              <a:chExt cx="4313146" cy="4771421"/>
            </a:xfrm>
          </p:grpSpPr>
          <p:sp>
            <p:nvSpPr>
              <p:cNvPr id="2096" name="Google Shape;2096;p49"/>
              <p:cNvSpPr/>
              <p:nvPr/>
            </p:nvSpPr>
            <p:spPr>
              <a:xfrm rot="8348922">
                <a:off x="11198871" y="4958370"/>
                <a:ext cx="306777" cy="2301677"/>
              </a:xfrm>
              <a:custGeom>
                <a:rect b="b" l="l" r="r" t="t"/>
                <a:pathLst>
                  <a:path extrusionOk="0" h="2109330" w="281140">
                    <a:moveTo>
                      <a:pt x="0" y="2109328"/>
                    </a:moveTo>
                    <a:lnTo>
                      <a:pt x="0" y="0"/>
                    </a:lnTo>
                    <a:lnTo>
                      <a:pt x="281140" y="243113"/>
                    </a:lnTo>
                    <a:lnTo>
                      <a:pt x="281140" y="2109330"/>
                    </a:lnTo>
                    <a:close/>
                  </a:path>
                </a:pathLst>
              </a:custGeom>
              <a:solidFill>
                <a:srgbClr val="3F3F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097" name="Google Shape;2097;p49"/>
              <p:cNvSpPr/>
              <p:nvPr/>
            </p:nvSpPr>
            <p:spPr>
              <a:xfrm>
                <a:off x="7907899" y="2308624"/>
                <a:ext cx="3099805" cy="3099806"/>
              </a:xfrm>
              <a:prstGeom prst="donut">
                <a:avLst>
                  <a:gd fmla="val 3665" name="adj"/>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098" name="Google Shape;2098;p49"/>
              <p:cNvSpPr/>
              <p:nvPr/>
            </p:nvSpPr>
            <p:spPr>
              <a:xfrm rot="8399802">
                <a:off x="10257449" y="4979836"/>
                <a:ext cx="498891" cy="307559"/>
              </a:xfrm>
              <a:prstGeom prst="round2SameRect">
                <a:avLst>
                  <a:gd fmla="val 31004" name="adj1"/>
                  <a:gd fmla="val 0" name="adj2"/>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grpSp>
        <p:grpSp>
          <p:nvGrpSpPr>
            <p:cNvPr id="2099" name="Google Shape;2099;p49"/>
            <p:cNvGrpSpPr/>
            <p:nvPr/>
          </p:nvGrpSpPr>
          <p:grpSpPr>
            <a:xfrm>
              <a:off x="8045579" y="2409380"/>
              <a:ext cx="2811142" cy="2844985"/>
              <a:chOff x="8045579" y="2409380"/>
              <a:chExt cx="2811142" cy="2844985"/>
            </a:xfrm>
          </p:grpSpPr>
          <p:sp>
            <p:nvSpPr>
              <p:cNvPr id="2100" name="Google Shape;2100;p49"/>
              <p:cNvSpPr/>
              <p:nvPr/>
            </p:nvSpPr>
            <p:spPr>
              <a:xfrm>
                <a:off x="10509374" y="3444941"/>
                <a:ext cx="343339" cy="343339"/>
              </a:xfrm>
              <a:custGeom>
                <a:rect b="b" l="l" r="r" t="t"/>
                <a:pathLst>
                  <a:path extrusionOk="0" h="2700265" w="2376266">
                    <a:moveTo>
                      <a:pt x="1656387" y="1972892"/>
                    </a:moveTo>
                    <a:cubicBezTo>
                      <a:pt x="1611887" y="1973356"/>
                      <a:pt x="1563385" y="2005080"/>
                      <a:pt x="1534629" y="2057337"/>
                    </a:cubicBezTo>
                    <a:cubicBezTo>
                      <a:pt x="1496288" y="2127013"/>
                      <a:pt x="1507568" y="2206808"/>
                      <a:pt x="1559826" y="2235565"/>
                    </a:cubicBezTo>
                    <a:cubicBezTo>
                      <a:pt x="1612084" y="2264320"/>
                      <a:pt x="1685527" y="2231149"/>
                      <a:pt x="1723869" y="2161473"/>
                    </a:cubicBezTo>
                    <a:cubicBezTo>
                      <a:pt x="1762211" y="2091796"/>
                      <a:pt x="1750931" y="2012000"/>
                      <a:pt x="1698673" y="1983245"/>
                    </a:cubicBezTo>
                    <a:cubicBezTo>
                      <a:pt x="1685608" y="1976055"/>
                      <a:pt x="1671220" y="1972736"/>
                      <a:pt x="1656387" y="1972892"/>
                    </a:cubicBezTo>
                    <a:close/>
                    <a:moveTo>
                      <a:pt x="312688" y="1634792"/>
                    </a:moveTo>
                    <a:cubicBezTo>
                      <a:pt x="281116" y="1626772"/>
                      <a:pt x="249981" y="1631172"/>
                      <a:pt x="226763" y="1649891"/>
                    </a:cubicBezTo>
                    <a:cubicBezTo>
                      <a:pt x="180329" y="1687329"/>
                      <a:pt x="183153" y="1767868"/>
                      <a:pt x="233071" y="1829780"/>
                    </a:cubicBezTo>
                    <a:cubicBezTo>
                      <a:pt x="282989" y="1891692"/>
                      <a:pt x="361097" y="1911533"/>
                      <a:pt x="407532" y="1874094"/>
                    </a:cubicBezTo>
                    <a:cubicBezTo>
                      <a:pt x="453966" y="1836657"/>
                      <a:pt x="451142" y="1756118"/>
                      <a:pt x="401224" y="1694205"/>
                    </a:cubicBezTo>
                    <a:cubicBezTo>
                      <a:pt x="376265" y="1663249"/>
                      <a:pt x="344258" y="1642811"/>
                      <a:pt x="312688" y="1634792"/>
                    </a:cubicBezTo>
                    <a:close/>
                    <a:moveTo>
                      <a:pt x="1869299" y="1519920"/>
                    </a:moveTo>
                    <a:cubicBezTo>
                      <a:pt x="1824865" y="1522388"/>
                      <a:pt x="1777842" y="1556264"/>
                      <a:pt x="1751468" y="1609764"/>
                    </a:cubicBezTo>
                    <a:cubicBezTo>
                      <a:pt x="1716305" y="1681096"/>
                      <a:pt x="1731168" y="1760303"/>
                      <a:pt x="1784668" y="1786676"/>
                    </a:cubicBezTo>
                    <a:cubicBezTo>
                      <a:pt x="1838168" y="1813049"/>
                      <a:pt x="1910044" y="1776602"/>
                      <a:pt x="1945208" y="1705269"/>
                    </a:cubicBezTo>
                    <a:cubicBezTo>
                      <a:pt x="1980371" y="1633937"/>
                      <a:pt x="1965508" y="1554730"/>
                      <a:pt x="1912008" y="1528357"/>
                    </a:cubicBezTo>
                    <a:cubicBezTo>
                      <a:pt x="1898633" y="1521764"/>
                      <a:pt x="1884109" y="1519097"/>
                      <a:pt x="1869299" y="1519920"/>
                    </a:cubicBezTo>
                    <a:close/>
                    <a:moveTo>
                      <a:pt x="741251" y="1329992"/>
                    </a:moveTo>
                    <a:cubicBezTo>
                      <a:pt x="709680" y="1321974"/>
                      <a:pt x="678544" y="1326372"/>
                      <a:pt x="655326" y="1345092"/>
                    </a:cubicBezTo>
                    <a:cubicBezTo>
                      <a:pt x="608892" y="1382530"/>
                      <a:pt x="611716" y="1463069"/>
                      <a:pt x="661634" y="1524981"/>
                    </a:cubicBezTo>
                    <a:cubicBezTo>
                      <a:pt x="711552" y="1586893"/>
                      <a:pt x="789660" y="1606734"/>
                      <a:pt x="836094" y="1569294"/>
                    </a:cubicBezTo>
                    <a:cubicBezTo>
                      <a:pt x="882529" y="1531856"/>
                      <a:pt x="879704" y="1451317"/>
                      <a:pt x="829787" y="1389406"/>
                    </a:cubicBezTo>
                    <a:cubicBezTo>
                      <a:pt x="804828" y="1358450"/>
                      <a:pt x="772822" y="1338012"/>
                      <a:pt x="741251" y="1329992"/>
                    </a:cubicBezTo>
                    <a:close/>
                    <a:moveTo>
                      <a:pt x="2079316" y="1065457"/>
                    </a:moveTo>
                    <a:cubicBezTo>
                      <a:pt x="2035146" y="1070876"/>
                      <a:pt x="1990481" y="1107807"/>
                      <a:pt x="1967725" y="1162943"/>
                    </a:cubicBezTo>
                    <a:cubicBezTo>
                      <a:pt x="1937386" y="1236457"/>
                      <a:pt x="1957487" y="1314499"/>
                      <a:pt x="2012623" y="1337253"/>
                    </a:cubicBezTo>
                    <a:cubicBezTo>
                      <a:pt x="2067759" y="1360009"/>
                      <a:pt x="2137051" y="1318860"/>
                      <a:pt x="2167391" y="1245345"/>
                    </a:cubicBezTo>
                    <a:cubicBezTo>
                      <a:pt x="2197730" y="1171831"/>
                      <a:pt x="2177629" y="1093789"/>
                      <a:pt x="2122493" y="1071035"/>
                    </a:cubicBezTo>
                    <a:cubicBezTo>
                      <a:pt x="2108709" y="1065345"/>
                      <a:pt x="2094040" y="1063650"/>
                      <a:pt x="2079316" y="1065457"/>
                    </a:cubicBezTo>
                    <a:close/>
                    <a:moveTo>
                      <a:pt x="0" y="654162"/>
                    </a:moveTo>
                    <a:lnTo>
                      <a:pt x="1082073" y="1244384"/>
                    </a:lnTo>
                    <a:lnTo>
                      <a:pt x="1121421" y="2700265"/>
                    </a:lnTo>
                    <a:lnTo>
                      <a:pt x="4918" y="1923139"/>
                    </a:lnTo>
                    <a:cubicBezTo>
                      <a:pt x="3279" y="1498508"/>
                      <a:pt x="1639" y="1073875"/>
                      <a:pt x="0" y="654162"/>
                    </a:cubicBezTo>
                    <a:close/>
                    <a:moveTo>
                      <a:pt x="2375644" y="688592"/>
                    </a:moveTo>
                    <a:lnTo>
                      <a:pt x="2360889" y="1967406"/>
                    </a:lnTo>
                    <a:lnTo>
                      <a:pt x="1293570" y="2700265"/>
                    </a:lnTo>
                    <a:lnTo>
                      <a:pt x="1249303" y="1239466"/>
                    </a:lnTo>
                    <a:close/>
                    <a:moveTo>
                      <a:pt x="1214923" y="371219"/>
                    </a:moveTo>
                    <a:cubicBezTo>
                      <a:pt x="1197013" y="368793"/>
                      <a:pt x="1177834" y="369067"/>
                      <a:pt x="1158247" y="372480"/>
                    </a:cubicBezTo>
                    <a:cubicBezTo>
                      <a:pt x="1079899" y="386133"/>
                      <a:pt x="1024686" y="444836"/>
                      <a:pt x="1034926" y="503598"/>
                    </a:cubicBezTo>
                    <a:cubicBezTo>
                      <a:pt x="1045165" y="562359"/>
                      <a:pt x="1116980" y="598927"/>
                      <a:pt x="1195328" y="585274"/>
                    </a:cubicBezTo>
                    <a:cubicBezTo>
                      <a:pt x="1273676" y="571621"/>
                      <a:pt x="1328889" y="512918"/>
                      <a:pt x="1318650" y="454156"/>
                    </a:cubicBezTo>
                    <a:cubicBezTo>
                      <a:pt x="1310970" y="410086"/>
                      <a:pt x="1268654" y="378499"/>
                      <a:pt x="1214923" y="371219"/>
                    </a:cubicBezTo>
                    <a:close/>
                    <a:moveTo>
                      <a:pt x="1185985" y="0"/>
                    </a:moveTo>
                    <a:lnTo>
                      <a:pt x="2376266" y="506608"/>
                    </a:lnTo>
                    <a:lnTo>
                      <a:pt x="1161392" y="1101748"/>
                    </a:lnTo>
                    <a:lnTo>
                      <a:pt x="10460" y="491852"/>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101" name="Google Shape;2101;p49"/>
              <p:cNvSpPr/>
              <p:nvPr/>
            </p:nvSpPr>
            <p:spPr>
              <a:xfrm>
                <a:off x="8174482" y="4174830"/>
                <a:ext cx="392828" cy="392828"/>
              </a:xfrm>
              <a:custGeom>
                <a:rect b="b" l="l" r="r" t="t"/>
                <a:pathLst>
                  <a:path extrusionOk="0" h="4259405" w="4088964">
                    <a:moveTo>
                      <a:pt x="1480605" y="2231940"/>
                    </a:moveTo>
                    <a:lnTo>
                      <a:pt x="1199818" y="2044620"/>
                    </a:lnTo>
                    <a:lnTo>
                      <a:pt x="761621" y="2687221"/>
                    </a:lnTo>
                    <a:cubicBezTo>
                      <a:pt x="501536" y="2652619"/>
                      <a:pt x="265323" y="2467912"/>
                      <a:pt x="39127" y="2272940"/>
                    </a:cubicBezTo>
                    <a:cubicBezTo>
                      <a:pt x="-80639" y="2070133"/>
                      <a:pt x="269496" y="1743507"/>
                      <a:pt x="374515" y="1494038"/>
                    </a:cubicBezTo>
                    <a:lnTo>
                      <a:pt x="93728" y="1306717"/>
                    </a:lnTo>
                    <a:lnTo>
                      <a:pt x="1091841" y="1312633"/>
                    </a:lnTo>
                    <a:close/>
                    <a:moveTo>
                      <a:pt x="2759566" y="226796"/>
                    </a:moveTo>
                    <a:cubicBezTo>
                      <a:pt x="2331051" y="377379"/>
                      <a:pt x="2150002" y="492309"/>
                      <a:pt x="1991062" y="643648"/>
                    </a:cubicBezTo>
                    <a:lnTo>
                      <a:pt x="1463599" y="1446568"/>
                    </a:lnTo>
                    <a:lnTo>
                      <a:pt x="610317" y="909936"/>
                    </a:lnTo>
                    <a:cubicBezTo>
                      <a:pt x="810411" y="627556"/>
                      <a:pt x="1020899" y="239191"/>
                      <a:pt x="1244930" y="61882"/>
                    </a:cubicBezTo>
                    <a:cubicBezTo>
                      <a:pt x="1491876" y="-75367"/>
                      <a:pt x="1697752" y="31605"/>
                      <a:pt x="2759566" y="226796"/>
                    </a:cubicBezTo>
                    <a:close/>
                    <a:moveTo>
                      <a:pt x="1722488" y="3820535"/>
                    </a:moveTo>
                    <a:cubicBezTo>
                      <a:pt x="1376925" y="3801485"/>
                      <a:pt x="936112" y="3830060"/>
                      <a:pt x="666750" y="3734810"/>
                    </a:cubicBezTo>
                    <a:cubicBezTo>
                      <a:pt x="419100" y="3598835"/>
                      <a:pt x="400050" y="3367610"/>
                      <a:pt x="0" y="2364860"/>
                    </a:cubicBezTo>
                    <a:cubicBezTo>
                      <a:pt x="355600" y="2647435"/>
                      <a:pt x="549276" y="2739510"/>
                      <a:pt x="762000" y="2793485"/>
                    </a:cubicBezTo>
                    <a:lnTo>
                      <a:pt x="1722487" y="2812535"/>
                    </a:lnTo>
                    <a:close/>
                    <a:moveTo>
                      <a:pt x="3605396" y="869465"/>
                    </a:moveTo>
                    <a:lnTo>
                      <a:pt x="3069019" y="1711228"/>
                    </a:lnTo>
                    <a:lnTo>
                      <a:pt x="2083849" y="1550906"/>
                    </a:lnTo>
                    <a:lnTo>
                      <a:pt x="2391902" y="1412941"/>
                    </a:lnTo>
                    <a:lnTo>
                      <a:pt x="2081217" y="699900"/>
                    </a:lnTo>
                    <a:cubicBezTo>
                      <a:pt x="2248971" y="498156"/>
                      <a:pt x="2531081" y="396532"/>
                      <a:pt x="2816547" y="308854"/>
                    </a:cubicBezTo>
                    <a:cubicBezTo>
                      <a:pt x="3051986" y="315439"/>
                      <a:pt x="3142075" y="785719"/>
                      <a:pt x="3297344" y="1007430"/>
                    </a:cubicBezTo>
                    <a:close/>
                    <a:moveTo>
                      <a:pt x="3222215" y="3788662"/>
                    </a:moveTo>
                    <a:cubicBezTo>
                      <a:pt x="3089072" y="3954283"/>
                      <a:pt x="2662122" y="3869088"/>
                      <a:pt x="2413930" y="3921936"/>
                    </a:cubicBezTo>
                    <a:lnTo>
                      <a:pt x="2420658" y="4259405"/>
                    </a:lnTo>
                    <a:lnTo>
                      <a:pt x="1855155" y="3436926"/>
                    </a:lnTo>
                    <a:lnTo>
                      <a:pt x="2387428" y="2592563"/>
                    </a:lnTo>
                    <a:lnTo>
                      <a:pt x="2394156" y="2930032"/>
                    </a:lnTo>
                    <a:lnTo>
                      <a:pt x="3171906" y="2922431"/>
                    </a:lnTo>
                    <a:cubicBezTo>
                      <a:pt x="3292132" y="3155642"/>
                      <a:pt x="3275533" y="3455038"/>
                      <a:pt x="3244786" y="3752078"/>
                    </a:cubicBezTo>
                    <a:cubicBezTo>
                      <a:pt x="3238662" y="3765464"/>
                      <a:pt x="3231091" y="3777620"/>
                      <a:pt x="3222215" y="3788662"/>
                    </a:cubicBezTo>
                    <a:close/>
                    <a:moveTo>
                      <a:pt x="3948285" y="2834020"/>
                    </a:moveTo>
                    <a:cubicBezTo>
                      <a:pt x="3833022" y="3018741"/>
                      <a:pt x="3639730" y="3281008"/>
                      <a:pt x="3342579" y="3731662"/>
                    </a:cubicBezTo>
                    <a:cubicBezTo>
                      <a:pt x="3371271" y="3278367"/>
                      <a:pt x="3336159" y="3066813"/>
                      <a:pt x="3258895" y="2861397"/>
                    </a:cubicBezTo>
                    <a:lnTo>
                      <a:pt x="2725671" y="2062291"/>
                    </a:lnTo>
                    <a:lnTo>
                      <a:pt x="3552883" y="1486284"/>
                    </a:lnTo>
                    <a:cubicBezTo>
                      <a:pt x="3734716" y="1780754"/>
                      <a:pt x="4010062" y="2126176"/>
                      <a:pt x="4085819" y="2401657"/>
                    </a:cubicBezTo>
                    <a:cubicBezTo>
                      <a:pt x="4100783" y="2542124"/>
                      <a:pt x="4063549" y="2649298"/>
                      <a:pt x="3948285" y="283402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102" name="Google Shape;2102;p49"/>
              <p:cNvSpPr/>
              <p:nvPr/>
            </p:nvSpPr>
            <p:spPr>
              <a:xfrm>
                <a:off x="9225535" y="2409380"/>
                <a:ext cx="393582" cy="392828"/>
              </a:xfrm>
              <a:custGeom>
                <a:rect b="b" l="l" r="r" t="t"/>
                <a:pathLst>
                  <a:path extrusionOk="0" h="4012920" w="4020621">
                    <a:moveTo>
                      <a:pt x="780213" y="3724888"/>
                    </a:moveTo>
                    <a:lnTo>
                      <a:pt x="2868445" y="3724888"/>
                    </a:lnTo>
                    <a:lnTo>
                      <a:pt x="2868445" y="4012920"/>
                    </a:lnTo>
                    <a:lnTo>
                      <a:pt x="780213" y="4012920"/>
                    </a:lnTo>
                    <a:close/>
                    <a:moveTo>
                      <a:pt x="4020621" y="2152587"/>
                    </a:moveTo>
                    <a:lnTo>
                      <a:pt x="4020621" y="3448731"/>
                    </a:lnTo>
                    <a:lnTo>
                      <a:pt x="3903908" y="3386593"/>
                    </a:lnTo>
                    <a:lnTo>
                      <a:pt x="3903908" y="2214725"/>
                    </a:lnTo>
                    <a:close/>
                    <a:moveTo>
                      <a:pt x="1582587" y="1544569"/>
                    </a:moveTo>
                    <a:cubicBezTo>
                      <a:pt x="1525677" y="1652847"/>
                      <a:pt x="1434945" y="1739939"/>
                      <a:pt x="1324158" y="1792547"/>
                    </a:cubicBezTo>
                    <a:lnTo>
                      <a:pt x="1790243" y="1792547"/>
                    </a:lnTo>
                    <a:cubicBezTo>
                      <a:pt x="1708293" y="1721838"/>
                      <a:pt x="1638004" y="1638154"/>
                      <a:pt x="1582587" y="1544569"/>
                    </a:cubicBezTo>
                    <a:close/>
                    <a:moveTo>
                      <a:pt x="1238323" y="1312673"/>
                    </a:moveTo>
                    <a:cubicBezTo>
                      <a:pt x="1173622" y="1312673"/>
                      <a:pt x="1121172" y="1365123"/>
                      <a:pt x="1121172" y="1429824"/>
                    </a:cubicBezTo>
                    <a:cubicBezTo>
                      <a:pt x="1121172" y="1494525"/>
                      <a:pt x="1173622" y="1546975"/>
                      <a:pt x="1238323" y="1546975"/>
                    </a:cubicBezTo>
                    <a:cubicBezTo>
                      <a:pt x="1303024" y="1546975"/>
                      <a:pt x="1355474" y="1494525"/>
                      <a:pt x="1355474" y="1429824"/>
                    </a:cubicBezTo>
                    <a:cubicBezTo>
                      <a:pt x="1355474" y="1365123"/>
                      <a:pt x="1303024" y="1312673"/>
                      <a:pt x="1238323" y="1312673"/>
                    </a:cubicBezTo>
                    <a:close/>
                    <a:moveTo>
                      <a:pt x="870057" y="1312673"/>
                    </a:moveTo>
                    <a:cubicBezTo>
                      <a:pt x="805356" y="1312673"/>
                      <a:pt x="752906" y="1365123"/>
                      <a:pt x="752906" y="1429824"/>
                    </a:cubicBezTo>
                    <a:cubicBezTo>
                      <a:pt x="752906" y="1494525"/>
                      <a:pt x="805356" y="1546975"/>
                      <a:pt x="870057" y="1546975"/>
                    </a:cubicBezTo>
                    <a:cubicBezTo>
                      <a:pt x="934758" y="1546975"/>
                      <a:pt x="987208" y="1494525"/>
                      <a:pt x="987208" y="1429824"/>
                    </a:cubicBezTo>
                    <a:cubicBezTo>
                      <a:pt x="987208" y="1365123"/>
                      <a:pt x="934758" y="1312673"/>
                      <a:pt x="870057" y="1312673"/>
                    </a:cubicBezTo>
                    <a:close/>
                    <a:moveTo>
                      <a:pt x="2775838" y="1127627"/>
                    </a:moveTo>
                    <a:cubicBezTo>
                      <a:pt x="2666578" y="1127627"/>
                      <a:pt x="2578006" y="1216199"/>
                      <a:pt x="2578006" y="1325459"/>
                    </a:cubicBezTo>
                    <a:cubicBezTo>
                      <a:pt x="2578006" y="1434719"/>
                      <a:pt x="2666578" y="1523291"/>
                      <a:pt x="2775838" y="1523291"/>
                    </a:cubicBezTo>
                    <a:cubicBezTo>
                      <a:pt x="2885098" y="1523291"/>
                      <a:pt x="2973670" y="1434719"/>
                      <a:pt x="2973670" y="1325459"/>
                    </a:cubicBezTo>
                    <a:cubicBezTo>
                      <a:pt x="2973670" y="1216199"/>
                      <a:pt x="2885098" y="1127627"/>
                      <a:pt x="2775838" y="1127627"/>
                    </a:cubicBezTo>
                    <a:close/>
                    <a:moveTo>
                      <a:pt x="2153949" y="1127627"/>
                    </a:moveTo>
                    <a:cubicBezTo>
                      <a:pt x="2044689" y="1127627"/>
                      <a:pt x="1956117" y="1216199"/>
                      <a:pt x="1956117" y="1325459"/>
                    </a:cubicBezTo>
                    <a:cubicBezTo>
                      <a:pt x="1956117" y="1434719"/>
                      <a:pt x="2044689" y="1523291"/>
                      <a:pt x="2153949" y="1523291"/>
                    </a:cubicBezTo>
                    <a:cubicBezTo>
                      <a:pt x="2263209" y="1523291"/>
                      <a:pt x="2351781" y="1434719"/>
                      <a:pt x="2351781" y="1325459"/>
                    </a:cubicBezTo>
                    <a:cubicBezTo>
                      <a:pt x="2351781" y="1216199"/>
                      <a:pt x="2263209" y="1127627"/>
                      <a:pt x="2153949" y="1127627"/>
                    </a:cubicBezTo>
                    <a:close/>
                    <a:moveTo>
                      <a:pt x="1238323" y="956510"/>
                    </a:moveTo>
                    <a:cubicBezTo>
                      <a:pt x="1173622" y="956510"/>
                      <a:pt x="1121172" y="1008960"/>
                      <a:pt x="1121172" y="1073661"/>
                    </a:cubicBezTo>
                    <a:cubicBezTo>
                      <a:pt x="1121172" y="1138362"/>
                      <a:pt x="1173622" y="1190812"/>
                      <a:pt x="1238323" y="1190812"/>
                    </a:cubicBezTo>
                    <a:cubicBezTo>
                      <a:pt x="1303024" y="1190812"/>
                      <a:pt x="1355474" y="1138362"/>
                      <a:pt x="1355474" y="1073661"/>
                    </a:cubicBezTo>
                    <a:cubicBezTo>
                      <a:pt x="1355474" y="1008960"/>
                      <a:pt x="1303024" y="956510"/>
                      <a:pt x="1238323" y="956510"/>
                    </a:cubicBezTo>
                    <a:close/>
                    <a:moveTo>
                      <a:pt x="870057" y="956510"/>
                    </a:moveTo>
                    <a:cubicBezTo>
                      <a:pt x="805356" y="956510"/>
                      <a:pt x="752906" y="1008960"/>
                      <a:pt x="752906" y="1073661"/>
                    </a:cubicBezTo>
                    <a:cubicBezTo>
                      <a:pt x="752906" y="1138362"/>
                      <a:pt x="805356" y="1190812"/>
                      <a:pt x="870057" y="1190812"/>
                    </a:cubicBezTo>
                    <a:cubicBezTo>
                      <a:pt x="934758" y="1190812"/>
                      <a:pt x="987208" y="1138362"/>
                      <a:pt x="987208" y="1073661"/>
                    </a:cubicBezTo>
                    <a:cubicBezTo>
                      <a:pt x="987208" y="1008960"/>
                      <a:pt x="934758" y="956510"/>
                      <a:pt x="870057" y="956510"/>
                    </a:cubicBezTo>
                    <a:close/>
                    <a:moveTo>
                      <a:pt x="2775838" y="526176"/>
                    </a:moveTo>
                    <a:cubicBezTo>
                      <a:pt x="2666578" y="526176"/>
                      <a:pt x="2578006" y="614748"/>
                      <a:pt x="2578006" y="724008"/>
                    </a:cubicBezTo>
                    <a:cubicBezTo>
                      <a:pt x="2578006" y="833268"/>
                      <a:pt x="2666578" y="921840"/>
                      <a:pt x="2775838" y="921840"/>
                    </a:cubicBezTo>
                    <a:cubicBezTo>
                      <a:pt x="2885098" y="921840"/>
                      <a:pt x="2973670" y="833268"/>
                      <a:pt x="2973670" y="724008"/>
                    </a:cubicBezTo>
                    <a:cubicBezTo>
                      <a:pt x="2973670" y="614748"/>
                      <a:pt x="2885098" y="526176"/>
                      <a:pt x="2775838" y="526176"/>
                    </a:cubicBezTo>
                    <a:close/>
                    <a:moveTo>
                      <a:pt x="2153949" y="526176"/>
                    </a:moveTo>
                    <a:cubicBezTo>
                      <a:pt x="2044689" y="526176"/>
                      <a:pt x="1956117" y="614748"/>
                      <a:pt x="1956117" y="724008"/>
                    </a:cubicBezTo>
                    <a:cubicBezTo>
                      <a:pt x="1956117" y="833268"/>
                      <a:pt x="2044689" y="921840"/>
                      <a:pt x="2153949" y="921840"/>
                    </a:cubicBezTo>
                    <a:cubicBezTo>
                      <a:pt x="2263209" y="921840"/>
                      <a:pt x="2351781" y="833268"/>
                      <a:pt x="2351781" y="724008"/>
                    </a:cubicBezTo>
                    <a:cubicBezTo>
                      <a:pt x="2351781" y="614748"/>
                      <a:pt x="2263209" y="526176"/>
                      <a:pt x="2153949" y="526176"/>
                    </a:cubicBezTo>
                    <a:close/>
                    <a:moveTo>
                      <a:pt x="2464893" y="0"/>
                    </a:moveTo>
                    <a:cubicBezTo>
                      <a:pt x="3030837" y="0"/>
                      <a:pt x="3489626" y="458789"/>
                      <a:pt x="3489626" y="1024733"/>
                    </a:cubicBezTo>
                    <a:cubicBezTo>
                      <a:pt x="3489626" y="1442455"/>
                      <a:pt x="3239684" y="1801800"/>
                      <a:pt x="2880320" y="1959209"/>
                    </a:cubicBezTo>
                    <a:lnTo>
                      <a:pt x="2880320" y="2008571"/>
                    </a:lnTo>
                    <a:lnTo>
                      <a:pt x="3250857" y="2008571"/>
                    </a:lnTo>
                    <a:lnTo>
                      <a:pt x="3250857" y="2359970"/>
                    </a:lnTo>
                    <a:lnTo>
                      <a:pt x="3437294" y="2359970"/>
                    </a:lnTo>
                    <a:lnTo>
                      <a:pt x="3437294" y="2360694"/>
                    </a:lnTo>
                    <a:lnTo>
                      <a:pt x="3852060" y="2233461"/>
                    </a:lnTo>
                    <a:lnTo>
                      <a:pt x="3852060" y="3367858"/>
                    </a:lnTo>
                    <a:lnTo>
                      <a:pt x="3437294" y="3240624"/>
                    </a:lnTo>
                    <a:lnTo>
                      <a:pt x="3437294" y="3241349"/>
                    </a:lnTo>
                    <a:lnTo>
                      <a:pt x="3250857" y="3241349"/>
                    </a:lnTo>
                    <a:lnTo>
                      <a:pt x="3250857" y="3633063"/>
                    </a:lnTo>
                    <a:lnTo>
                      <a:pt x="298529" y="3633063"/>
                    </a:lnTo>
                    <a:lnTo>
                      <a:pt x="298529" y="2431730"/>
                    </a:lnTo>
                    <a:lnTo>
                      <a:pt x="0" y="2008571"/>
                    </a:lnTo>
                    <a:lnTo>
                      <a:pt x="298529" y="2008571"/>
                    </a:lnTo>
                    <a:lnTo>
                      <a:pt x="792088" y="2008571"/>
                    </a:lnTo>
                    <a:lnTo>
                      <a:pt x="792088" y="1796817"/>
                    </a:lnTo>
                    <a:cubicBezTo>
                      <a:pt x="587745" y="1700755"/>
                      <a:pt x="447370" y="1492642"/>
                      <a:pt x="447370" y="1251742"/>
                    </a:cubicBezTo>
                    <a:cubicBezTo>
                      <a:pt x="447370" y="916605"/>
                      <a:pt x="719053" y="644923"/>
                      <a:pt x="1054190" y="644923"/>
                    </a:cubicBezTo>
                    <a:cubicBezTo>
                      <a:pt x="1212753" y="644923"/>
                      <a:pt x="1357112" y="705740"/>
                      <a:pt x="1463939" y="806702"/>
                    </a:cubicBezTo>
                    <a:cubicBezTo>
                      <a:pt x="1563407" y="345444"/>
                      <a:pt x="1973809" y="0"/>
                      <a:pt x="2464893"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103" name="Google Shape;2103;p49"/>
              <p:cNvSpPr/>
              <p:nvPr/>
            </p:nvSpPr>
            <p:spPr>
              <a:xfrm rot="9900000">
                <a:off x="10073915" y="2714730"/>
                <a:ext cx="351357" cy="423598"/>
              </a:xfrm>
              <a:custGeom>
                <a:rect b="b" l="l" r="r" t="t"/>
                <a:pathLst>
                  <a:path extrusionOk="0" h="4064034" w="3370953">
                    <a:moveTo>
                      <a:pt x="307836" y="3226369"/>
                    </a:moveTo>
                    <a:lnTo>
                      <a:pt x="307836" y="2810144"/>
                    </a:lnTo>
                    <a:lnTo>
                      <a:pt x="1258549" y="2810144"/>
                    </a:lnTo>
                    <a:lnTo>
                      <a:pt x="1331954" y="2516524"/>
                    </a:lnTo>
                    <a:lnTo>
                      <a:pt x="1639161" y="2516524"/>
                    </a:lnTo>
                    <a:lnTo>
                      <a:pt x="1806826" y="1890788"/>
                    </a:lnTo>
                    <a:cubicBezTo>
                      <a:pt x="1709407" y="1836984"/>
                      <a:pt x="1651662" y="1730051"/>
                      <a:pt x="1660897" y="1618049"/>
                    </a:cubicBezTo>
                    <a:lnTo>
                      <a:pt x="497736" y="946498"/>
                    </a:lnTo>
                    <a:lnTo>
                      <a:pt x="415801" y="1252284"/>
                    </a:lnTo>
                    <a:cubicBezTo>
                      <a:pt x="388670" y="1353539"/>
                      <a:pt x="284592" y="1413628"/>
                      <a:pt x="183338" y="1386497"/>
                    </a:cubicBezTo>
                    <a:lnTo>
                      <a:pt x="0" y="1337372"/>
                    </a:lnTo>
                    <a:lnTo>
                      <a:pt x="358348" y="0"/>
                    </a:lnTo>
                    <a:lnTo>
                      <a:pt x="541685" y="49125"/>
                    </a:lnTo>
                    <a:cubicBezTo>
                      <a:pt x="642940" y="76256"/>
                      <a:pt x="703029" y="180334"/>
                      <a:pt x="675898" y="281588"/>
                    </a:cubicBezTo>
                    <a:lnTo>
                      <a:pt x="574914" y="658466"/>
                    </a:lnTo>
                    <a:lnTo>
                      <a:pt x="1826395" y="1381009"/>
                    </a:lnTo>
                    <a:cubicBezTo>
                      <a:pt x="1885142" y="1352063"/>
                      <a:pt x="1954182" y="1344264"/>
                      <a:pt x="2022379" y="1362537"/>
                    </a:cubicBezTo>
                    <a:cubicBezTo>
                      <a:pt x="2176035" y="1403709"/>
                      <a:pt x="2267221" y="1561647"/>
                      <a:pt x="2226049" y="1715303"/>
                    </a:cubicBezTo>
                    <a:cubicBezTo>
                      <a:pt x="2207347" y="1785100"/>
                      <a:pt x="2164552" y="1842007"/>
                      <a:pt x="2108323" y="1878457"/>
                    </a:cubicBezTo>
                    <a:lnTo>
                      <a:pt x="1937353" y="2516524"/>
                    </a:lnTo>
                    <a:lnTo>
                      <a:pt x="2236046" y="2516524"/>
                    </a:lnTo>
                    <a:lnTo>
                      <a:pt x="2309451" y="2810144"/>
                    </a:lnTo>
                    <a:lnTo>
                      <a:pt x="2828116" y="2810144"/>
                    </a:lnTo>
                    <a:lnTo>
                      <a:pt x="2828116" y="2930119"/>
                    </a:lnTo>
                    <a:lnTo>
                      <a:pt x="2945247" y="2930119"/>
                    </a:lnTo>
                    <a:lnTo>
                      <a:pt x="3109201" y="2856867"/>
                    </a:lnTo>
                    <a:cubicBezTo>
                      <a:pt x="3112004" y="2849082"/>
                      <a:pt x="3119624" y="2844415"/>
                      <a:pt x="3128335" y="2844415"/>
                    </a:cubicBezTo>
                    <a:lnTo>
                      <a:pt x="3223771" y="2844415"/>
                    </a:lnTo>
                    <a:cubicBezTo>
                      <a:pt x="3236949" y="2844415"/>
                      <a:pt x="3247631" y="2855097"/>
                      <a:pt x="3247631" y="2868275"/>
                    </a:cubicBezTo>
                    <a:lnTo>
                      <a:pt x="3247631" y="3606750"/>
                    </a:lnTo>
                    <a:cubicBezTo>
                      <a:pt x="3247631" y="3619928"/>
                      <a:pt x="3236949" y="3630610"/>
                      <a:pt x="3223771" y="3630610"/>
                    </a:cubicBezTo>
                    <a:lnTo>
                      <a:pt x="3128335" y="3630610"/>
                    </a:lnTo>
                    <a:cubicBezTo>
                      <a:pt x="3120852" y="3630610"/>
                      <a:pt x="3114174" y="3627166"/>
                      <a:pt x="3110472" y="3621230"/>
                    </a:cubicBezTo>
                    <a:lnTo>
                      <a:pt x="3110472" y="3624351"/>
                    </a:lnTo>
                    <a:lnTo>
                      <a:pt x="2954172" y="3554518"/>
                    </a:lnTo>
                    <a:lnTo>
                      <a:pt x="2954172" y="3558788"/>
                    </a:lnTo>
                    <a:lnTo>
                      <a:pt x="2828116" y="3558788"/>
                    </a:lnTo>
                    <a:lnTo>
                      <a:pt x="2828116" y="3630610"/>
                    </a:lnTo>
                    <a:lnTo>
                      <a:pt x="2038337" y="3226369"/>
                    </a:lnTo>
                    <a:close/>
                    <a:moveTo>
                      <a:pt x="77048" y="4064034"/>
                    </a:moveTo>
                    <a:lnTo>
                      <a:pt x="77048" y="3342578"/>
                    </a:lnTo>
                    <a:lnTo>
                      <a:pt x="2050947" y="3342578"/>
                    </a:lnTo>
                    <a:lnTo>
                      <a:pt x="3370953" y="4058524"/>
                    </a:lnTo>
                    <a:lnTo>
                      <a:pt x="3370953" y="4064034"/>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104" name="Google Shape;2104;p49"/>
              <p:cNvSpPr/>
              <p:nvPr/>
            </p:nvSpPr>
            <p:spPr>
              <a:xfrm rot="3600000">
                <a:off x="8507130" y="4424299"/>
                <a:ext cx="162074" cy="478539"/>
              </a:xfrm>
              <a:custGeom>
                <a:rect b="b" l="l" r="r" t="t"/>
                <a:pathLst>
                  <a:path extrusionOk="0" h="3920353" w="1327763">
                    <a:moveTo>
                      <a:pt x="483881" y="2840232"/>
                    </a:moveTo>
                    <a:lnTo>
                      <a:pt x="843881" y="2840232"/>
                    </a:lnTo>
                    <a:lnTo>
                      <a:pt x="843881" y="3920353"/>
                    </a:lnTo>
                    <a:lnTo>
                      <a:pt x="483881" y="3920353"/>
                    </a:lnTo>
                    <a:close/>
                    <a:moveTo>
                      <a:pt x="757697" y="168239"/>
                    </a:moveTo>
                    <a:lnTo>
                      <a:pt x="757697" y="384263"/>
                    </a:lnTo>
                    <a:lnTo>
                      <a:pt x="930062" y="384263"/>
                    </a:lnTo>
                    <a:lnTo>
                      <a:pt x="930062" y="168239"/>
                    </a:lnTo>
                    <a:close/>
                    <a:moveTo>
                      <a:pt x="432932" y="168239"/>
                    </a:moveTo>
                    <a:lnTo>
                      <a:pt x="432932" y="384263"/>
                    </a:lnTo>
                    <a:lnTo>
                      <a:pt x="605297" y="384263"/>
                    </a:lnTo>
                    <a:lnTo>
                      <a:pt x="605297" y="168239"/>
                    </a:lnTo>
                    <a:close/>
                    <a:moveTo>
                      <a:pt x="168643" y="0"/>
                    </a:moveTo>
                    <a:lnTo>
                      <a:pt x="1159119" y="0"/>
                    </a:lnTo>
                    <a:lnTo>
                      <a:pt x="1159119" y="539093"/>
                    </a:lnTo>
                    <a:lnTo>
                      <a:pt x="1327763" y="539093"/>
                    </a:lnTo>
                    <a:lnTo>
                      <a:pt x="1327763" y="2245406"/>
                    </a:lnTo>
                    <a:lnTo>
                      <a:pt x="1318300" y="2245406"/>
                    </a:lnTo>
                    <a:lnTo>
                      <a:pt x="1127664" y="2719000"/>
                    </a:lnTo>
                    <a:lnTo>
                      <a:pt x="200100" y="2719000"/>
                    </a:lnTo>
                    <a:lnTo>
                      <a:pt x="9464" y="2245406"/>
                    </a:lnTo>
                    <a:lnTo>
                      <a:pt x="0" y="2245406"/>
                    </a:lnTo>
                    <a:lnTo>
                      <a:pt x="0" y="539093"/>
                    </a:lnTo>
                    <a:lnTo>
                      <a:pt x="168643" y="539093"/>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105" name="Google Shape;2105;p49"/>
              <p:cNvSpPr/>
              <p:nvPr/>
            </p:nvSpPr>
            <p:spPr>
              <a:xfrm>
                <a:off x="8045579" y="3848133"/>
                <a:ext cx="330939" cy="260933"/>
              </a:xfrm>
              <a:custGeom>
                <a:rect b="b" l="l" r="r" t="t"/>
                <a:pathLst>
                  <a:path extrusionOk="0" h="2952328" w="3744416">
                    <a:moveTo>
                      <a:pt x="184806" y="576064"/>
                    </a:moveTo>
                    <a:lnTo>
                      <a:pt x="895314" y="576064"/>
                    </a:lnTo>
                    <a:cubicBezTo>
                      <a:pt x="997380" y="576064"/>
                      <a:pt x="1080120" y="658804"/>
                      <a:pt x="1080120" y="760870"/>
                    </a:cubicBezTo>
                    <a:lnTo>
                      <a:pt x="1080120" y="792088"/>
                    </a:lnTo>
                    <a:lnTo>
                      <a:pt x="3312368" y="792088"/>
                    </a:lnTo>
                    <a:lnTo>
                      <a:pt x="3312368" y="2952328"/>
                    </a:lnTo>
                    <a:lnTo>
                      <a:pt x="0" y="2952328"/>
                    </a:lnTo>
                    <a:lnTo>
                      <a:pt x="0" y="1072569"/>
                    </a:lnTo>
                    <a:lnTo>
                      <a:pt x="0" y="792088"/>
                    </a:lnTo>
                    <a:lnTo>
                      <a:pt x="0" y="760870"/>
                    </a:lnTo>
                    <a:cubicBezTo>
                      <a:pt x="0" y="658804"/>
                      <a:pt x="82740" y="576064"/>
                      <a:pt x="184806" y="576064"/>
                    </a:cubicBezTo>
                    <a:close/>
                    <a:moveTo>
                      <a:pt x="616854" y="0"/>
                    </a:moveTo>
                    <a:lnTo>
                      <a:pt x="1327362" y="0"/>
                    </a:lnTo>
                    <a:cubicBezTo>
                      <a:pt x="1429428" y="0"/>
                      <a:pt x="1512168" y="82740"/>
                      <a:pt x="1512168" y="184806"/>
                    </a:cubicBezTo>
                    <a:lnTo>
                      <a:pt x="1512168" y="216024"/>
                    </a:lnTo>
                    <a:lnTo>
                      <a:pt x="3744416" y="216024"/>
                    </a:lnTo>
                    <a:lnTo>
                      <a:pt x="3744416" y="2376264"/>
                    </a:lnTo>
                    <a:lnTo>
                      <a:pt x="3464768" y="2376264"/>
                    </a:lnTo>
                    <a:lnTo>
                      <a:pt x="3464768" y="648072"/>
                    </a:lnTo>
                    <a:lnTo>
                      <a:pt x="1232520" y="648072"/>
                    </a:lnTo>
                    <a:lnTo>
                      <a:pt x="1232520" y="616854"/>
                    </a:lnTo>
                    <a:cubicBezTo>
                      <a:pt x="1232520" y="514788"/>
                      <a:pt x="1149780" y="432048"/>
                      <a:pt x="1047714" y="432048"/>
                    </a:cubicBezTo>
                    <a:lnTo>
                      <a:pt x="432048" y="432048"/>
                    </a:lnTo>
                    <a:lnTo>
                      <a:pt x="432048" y="216024"/>
                    </a:lnTo>
                    <a:lnTo>
                      <a:pt x="432048" y="184806"/>
                    </a:lnTo>
                    <a:cubicBezTo>
                      <a:pt x="432048" y="82740"/>
                      <a:pt x="514788" y="0"/>
                      <a:pt x="61685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106" name="Google Shape;2106;p49"/>
              <p:cNvSpPr/>
              <p:nvPr/>
            </p:nvSpPr>
            <p:spPr>
              <a:xfrm>
                <a:off x="9003511" y="4923426"/>
                <a:ext cx="304410" cy="330939"/>
              </a:xfrm>
              <a:custGeom>
                <a:rect b="b" l="l" r="r" t="t"/>
                <a:pathLst>
                  <a:path extrusionOk="0" h="4031150" w="3708000">
                    <a:moveTo>
                      <a:pt x="2226025" y="2078010"/>
                    </a:moveTo>
                    <a:lnTo>
                      <a:pt x="1976753" y="2339372"/>
                    </a:lnTo>
                    <a:lnTo>
                      <a:pt x="1976910" y="2339581"/>
                    </a:lnTo>
                    <a:lnTo>
                      <a:pt x="1976204" y="2339948"/>
                    </a:lnTo>
                    <a:lnTo>
                      <a:pt x="1975656" y="2340523"/>
                    </a:lnTo>
                    <a:lnTo>
                      <a:pt x="1975499" y="2340314"/>
                    </a:lnTo>
                    <a:lnTo>
                      <a:pt x="1688579" y="2489240"/>
                    </a:lnTo>
                    <a:cubicBezTo>
                      <a:pt x="1740712" y="2519877"/>
                      <a:pt x="1801557" y="2536438"/>
                      <a:pt x="1866270" y="2536438"/>
                    </a:cubicBezTo>
                    <a:cubicBezTo>
                      <a:pt x="2071258" y="2536438"/>
                      <a:pt x="2237434" y="2370262"/>
                      <a:pt x="2237434" y="2165274"/>
                    </a:cubicBezTo>
                    <a:cubicBezTo>
                      <a:pt x="2237434" y="2135129"/>
                      <a:pt x="2233840" y="2105822"/>
                      <a:pt x="2226025" y="2078010"/>
                    </a:cubicBezTo>
                    <a:close/>
                    <a:moveTo>
                      <a:pt x="1866270" y="1794110"/>
                    </a:moveTo>
                    <a:cubicBezTo>
                      <a:pt x="1661282" y="1794110"/>
                      <a:pt x="1495106" y="1960286"/>
                      <a:pt x="1495106" y="2165274"/>
                    </a:cubicBezTo>
                    <a:cubicBezTo>
                      <a:pt x="1495106" y="2194876"/>
                      <a:pt x="1498572" y="2223668"/>
                      <a:pt x="1506052" y="2251046"/>
                    </a:cubicBezTo>
                    <a:lnTo>
                      <a:pt x="1731247" y="2014929"/>
                    </a:lnTo>
                    <a:lnTo>
                      <a:pt x="1731090" y="2014720"/>
                    </a:lnTo>
                    <a:lnTo>
                      <a:pt x="1731796" y="2014353"/>
                    </a:lnTo>
                    <a:lnTo>
                      <a:pt x="1732344" y="2013778"/>
                    </a:lnTo>
                    <a:lnTo>
                      <a:pt x="1732501" y="2013987"/>
                    </a:lnTo>
                    <a:lnTo>
                      <a:pt x="2054335" y="1846939"/>
                    </a:lnTo>
                    <a:cubicBezTo>
                      <a:pt x="1999773" y="1812909"/>
                      <a:pt x="1935217" y="1794110"/>
                      <a:pt x="1866270" y="1794110"/>
                    </a:cubicBezTo>
                    <a:close/>
                    <a:moveTo>
                      <a:pt x="1866270" y="1281021"/>
                    </a:moveTo>
                    <a:lnTo>
                      <a:pt x="1995916" y="1728077"/>
                    </a:lnTo>
                    <a:cubicBezTo>
                      <a:pt x="2049420" y="1742880"/>
                      <a:pt x="2098387" y="1768442"/>
                      <a:pt x="2141027" y="1801941"/>
                    </a:cubicBezTo>
                    <a:lnTo>
                      <a:pt x="2830781" y="1443923"/>
                    </a:lnTo>
                    <a:lnTo>
                      <a:pt x="2293677" y="2007077"/>
                    </a:lnTo>
                    <a:lnTo>
                      <a:pt x="2302169" y="2036187"/>
                    </a:lnTo>
                    <a:lnTo>
                      <a:pt x="2755181" y="2167560"/>
                    </a:lnTo>
                    <a:lnTo>
                      <a:pt x="2301207" y="2299213"/>
                    </a:lnTo>
                    <a:cubicBezTo>
                      <a:pt x="2288949" y="2340747"/>
                      <a:pt x="2270868" y="2379745"/>
                      <a:pt x="2246307" y="2414255"/>
                    </a:cubicBezTo>
                    <a:lnTo>
                      <a:pt x="2368615" y="2636476"/>
                    </a:lnTo>
                    <a:lnTo>
                      <a:pt x="2152396" y="2517472"/>
                    </a:lnTo>
                    <a:cubicBezTo>
                      <a:pt x="2112986" y="2553805"/>
                      <a:pt x="2065424" y="2580505"/>
                      <a:pt x="2013636" y="2598144"/>
                    </a:cubicBezTo>
                    <a:lnTo>
                      <a:pt x="1875846" y="3073280"/>
                    </a:lnTo>
                    <a:lnTo>
                      <a:pt x="1739624" y="2603548"/>
                    </a:lnTo>
                    <a:cubicBezTo>
                      <a:pt x="1688445" y="2589723"/>
                      <a:pt x="1641302" y="2566161"/>
                      <a:pt x="1599709" y="2535368"/>
                    </a:cubicBezTo>
                    <a:lnTo>
                      <a:pt x="877219" y="2910378"/>
                    </a:lnTo>
                    <a:lnTo>
                      <a:pt x="1438400" y="2321979"/>
                    </a:lnTo>
                    <a:lnTo>
                      <a:pt x="1437655" y="2319411"/>
                    </a:lnTo>
                    <a:lnTo>
                      <a:pt x="963153" y="2181805"/>
                    </a:lnTo>
                    <a:lnTo>
                      <a:pt x="1425898" y="2047609"/>
                    </a:lnTo>
                    <a:cubicBezTo>
                      <a:pt x="1440318" y="1991458"/>
                      <a:pt x="1465316" y="1939627"/>
                      <a:pt x="1501635" y="1896529"/>
                    </a:cubicBezTo>
                    <a:lnTo>
                      <a:pt x="1375628" y="1667588"/>
                    </a:lnTo>
                    <a:lnTo>
                      <a:pt x="1605635" y="1794181"/>
                    </a:lnTo>
                    <a:cubicBezTo>
                      <a:pt x="1643852" y="1764149"/>
                      <a:pt x="1688437" y="1742763"/>
                      <a:pt x="1736328" y="1729097"/>
                    </a:cubicBezTo>
                    <a:close/>
                    <a:moveTo>
                      <a:pt x="1801446" y="873772"/>
                    </a:moveTo>
                    <a:cubicBezTo>
                      <a:pt x="1122607" y="899096"/>
                      <a:pt x="577020" y="1443990"/>
                      <a:pt x="550657" y="2122563"/>
                    </a:cubicBezTo>
                    <a:lnTo>
                      <a:pt x="754935" y="2181804"/>
                    </a:lnTo>
                    <a:lnTo>
                      <a:pt x="551187" y="2240891"/>
                    </a:lnTo>
                    <a:cubicBezTo>
                      <a:pt x="582476" y="2925954"/>
                      <a:pt x="1143118" y="3472541"/>
                      <a:pt x="1833783" y="3482192"/>
                    </a:cubicBezTo>
                    <a:lnTo>
                      <a:pt x="1883029" y="3312376"/>
                    </a:lnTo>
                    <a:lnTo>
                      <a:pt x="1931451" y="3479348"/>
                    </a:lnTo>
                    <a:cubicBezTo>
                      <a:pt x="2602724" y="3441618"/>
                      <a:pt x="3137685" y="2895457"/>
                      <a:pt x="3157888" y="2219621"/>
                    </a:cubicBezTo>
                    <a:lnTo>
                      <a:pt x="2970483" y="2165273"/>
                    </a:lnTo>
                    <a:lnTo>
                      <a:pt x="3156785" y="2111246"/>
                    </a:lnTo>
                    <a:cubicBezTo>
                      <a:pt x="3124894" y="1437932"/>
                      <a:pt x="2581609" y="898954"/>
                      <a:pt x="1906553" y="873772"/>
                    </a:cubicBezTo>
                    <a:lnTo>
                      <a:pt x="1853999" y="1054992"/>
                    </a:lnTo>
                    <a:close/>
                    <a:moveTo>
                      <a:pt x="1842112" y="204015"/>
                    </a:moveTo>
                    <a:cubicBezTo>
                      <a:pt x="1750186" y="208331"/>
                      <a:pt x="1671595" y="261235"/>
                      <a:pt x="1631665" y="337724"/>
                    </a:cubicBezTo>
                    <a:cubicBezTo>
                      <a:pt x="1704451" y="327639"/>
                      <a:pt x="1778701" y="323150"/>
                      <a:pt x="1854000" y="323150"/>
                    </a:cubicBezTo>
                    <a:cubicBezTo>
                      <a:pt x="1929687" y="323150"/>
                      <a:pt x="2004315" y="327685"/>
                      <a:pt x="2077458" y="337895"/>
                    </a:cubicBezTo>
                    <a:cubicBezTo>
                      <a:pt x="2032849" y="253989"/>
                      <a:pt x="1942703" y="199292"/>
                      <a:pt x="1842112" y="204015"/>
                    </a:cubicBezTo>
                    <a:close/>
                    <a:moveTo>
                      <a:pt x="1832557" y="511"/>
                    </a:moveTo>
                    <a:cubicBezTo>
                      <a:pt x="2064724" y="-10390"/>
                      <a:pt x="2266043" y="154192"/>
                      <a:pt x="2302551" y="380077"/>
                    </a:cubicBezTo>
                    <a:cubicBezTo>
                      <a:pt x="3110034" y="578670"/>
                      <a:pt x="3708000" y="1308079"/>
                      <a:pt x="3708000" y="2177150"/>
                    </a:cubicBezTo>
                    <a:cubicBezTo>
                      <a:pt x="3708000" y="3201086"/>
                      <a:pt x="2877936" y="4031150"/>
                      <a:pt x="1854000" y="4031150"/>
                    </a:cubicBezTo>
                    <a:cubicBezTo>
                      <a:pt x="830064" y="4031150"/>
                      <a:pt x="0" y="3201086"/>
                      <a:pt x="0" y="2177150"/>
                    </a:cubicBezTo>
                    <a:cubicBezTo>
                      <a:pt x="0" y="1308490"/>
                      <a:pt x="597400" y="579361"/>
                      <a:pt x="1404307" y="380371"/>
                    </a:cubicBezTo>
                    <a:cubicBezTo>
                      <a:pt x="1438620" y="172028"/>
                      <a:pt x="1614858" y="10733"/>
                      <a:pt x="1832557" y="51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107" name="Google Shape;2107;p49"/>
              <p:cNvSpPr/>
              <p:nvPr/>
            </p:nvSpPr>
            <p:spPr>
              <a:xfrm>
                <a:off x="9848127" y="4821478"/>
                <a:ext cx="257012" cy="330939"/>
              </a:xfrm>
              <a:custGeom>
                <a:rect b="b" l="l" r="r" t="t"/>
                <a:pathLst>
                  <a:path extrusionOk="0" h="3913585" w="3039346">
                    <a:moveTo>
                      <a:pt x="1527178" y="2618567"/>
                    </a:moveTo>
                    <a:cubicBezTo>
                      <a:pt x="1429201" y="2618567"/>
                      <a:pt x="1349775" y="2697993"/>
                      <a:pt x="1349775" y="2795971"/>
                    </a:cubicBezTo>
                    <a:cubicBezTo>
                      <a:pt x="1349775" y="2861110"/>
                      <a:pt x="1384883" y="2918050"/>
                      <a:pt x="1437574" y="2948279"/>
                    </a:cubicBezTo>
                    <a:lnTo>
                      <a:pt x="1275150" y="3311239"/>
                    </a:lnTo>
                    <a:lnTo>
                      <a:pt x="1779206" y="3311239"/>
                    </a:lnTo>
                    <a:lnTo>
                      <a:pt x="1616782" y="2948279"/>
                    </a:lnTo>
                    <a:cubicBezTo>
                      <a:pt x="1669475" y="2918050"/>
                      <a:pt x="1704582" y="2861110"/>
                      <a:pt x="1704582" y="2795971"/>
                    </a:cubicBezTo>
                    <a:cubicBezTo>
                      <a:pt x="1704582" y="2697993"/>
                      <a:pt x="1625156" y="2618567"/>
                      <a:pt x="1527178" y="2618567"/>
                    </a:cubicBezTo>
                    <a:close/>
                    <a:moveTo>
                      <a:pt x="1527178" y="0"/>
                    </a:moveTo>
                    <a:cubicBezTo>
                      <a:pt x="2026975" y="0"/>
                      <a:pt x="2435288" y="391686"/>
                      <a:pt x="2460697" y="884907"/>
                    </a:cubicBezTo>
                    <a:lnTo>
                      <a:pt x="2463282" y="884907"/>
                    </a:lnTo>
                    <a:lnTo>
                      <a:pt x="2463282" y="936104"/>
                    </a:lnTo>
                    <a:lnTo>
                      <a:pt x="2463282" y="1656184"/>
                    </a:lnTo>
                    <a:lnTo>
                      <a:pt x="2067282" y="1656184"/>
                    </a:lnTo>
                    <a:lnTo>
                      <a:pt x="2067282" y="1427425"/>
                    </a:lnTo>
                    <a:lnTo>
                      <a:pt x="2310132" y="1427584"/>
                    </a:lnTo>
                    <a:cubicBezTo>
                      <a:pt x="2310132" y="1320268"/>
                      <a:pt x="2206785" y="1230216"/>
                      <a:pt x="2067282" y="1206340"/>
                    </a:cubicBezTo>
                    <a:lnTo>
                      <a:pt x="2067282" y="936104"/>
                    </a:lnTo>
                    <a:lnTo>
                      <a:pt x="2066786" y="936104"/>
                    </a:lnTo>
                    <a:cubicBezTo>
                      <a:pt x="2066786" y="638087"/>
                      <a:pt x="1825195" y="396496"/>
                      <a:pt x="1527178" y="396496"/>
                    </a:cubicBezTo>
                    <a:cubicBezTo>
                      <a:pt x="1229161" y="396496"/>
                      <a:pt x="987570" y="638087"/>
                      <a:pt x="987570" y="936104"/>
                    </a:cubicBezTo>
                    <a:lnTo>
                      <a:pt x="987074" y="936104"/>
                    </a:lnTo>
                    <a:lnTo>
                      <a:pt x="987074" y="1872209"/>
                    </a:lnTo>
                    <a:lnTo>
                      <a:pt x="2699110" y="1872209"/>
                    </a:lnTo>
                    <a:cubicBezTo>
                      <a:pt x="2887017" y="1872209"/>
                      <a:pt x="3039346" y="2024538"/>
                      <a:pt x="3039346" y="2212445"/>
                    </a:cubicBezTo>
                    <a:lnTo>
                      <a:pt x="3039346" y="3573349"/>
                    </a:lnTo>
                    <a:cubicBezTo>
                      <a:pt x="3039346" y="3761256"/>
                      <a:pt x="2887017" y="3913585"/>
                      <a:pt x="2699110" y="3913585"/>
                    </a:cubicBezTo>
                    <a:lnTo>
                      <a:pt x="340236" y="3913585"/>
                    </a:lnTo>
                    <a:cubicBezTo>
                      <a:pt x="152329" y="3913585"/>
                      <a:pt x="0" y="3761256"/>
                      <a:pt x="0" y="3573349"/>
                    </a:cubicBezTo>
                    <a:lnTo>
                      <a:pt x="0" y="2212445"/>
                    </a:lnTo>
                    <a:cubicBezTo>
                      <a:pt x="0" y="2024538"/>
                      <a:pt x="152329" y="1872209"/>
                      <a:pt x="340236" y="1872209"/>
                    </a:cubicBezTo>
                    <a:lnTo>
                      <a:pt x="591074" y="1872209"/>
                    </a:lnTo>
                    <a:lnTo>
                      <a:pt x="591074" y="936104"/>
                    </a:lnTo>
                    <a:cubicBezTo>
                      <a:pt x="591074" y="419108"/>
                      <a:pt x="1010182" y="0"/>
                      <a:pt x="1527178"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108" name="Google Shape;2108;p49"/>
              <p:cNvSpPr/>
              <p:nvPr/>
            </p:nvSpPr>
            <p:spPr>
              <a:xfrm>
                <a:off x="10547386" y="3842640"/>
                <a:ext cx="309335" cy="309300"/>
              </a:xfrm>
              <a:custGeom>
                <a:rect b="b" l="l" r="r" t="t"/>
                <a:pathLst>
                  <a:path extrusionOk="0" h="3960000" w="3960440">
                    <a:moveTo>
                      <a:pt x="2117745" y="2289258"/>
                    </a:moveTo>
                    <a:cubicBezTo>
                      <a:pt x="2253931" y="2373161"/>
                      <a:pt x="2290104" y="2397532"/>
                      <a:pt x="2392952" y="2510010"/>
                    </a:cubicBezTo>
                    <a:cubicBezTo>
                      <a:pt x="2551302" y="2699530"/>
                      <a:pt x="2456894" y="2911213"/>
                      <a:pt x="2285214" y="2987744"/>
                    </a:cubicBezTo>
                    <a:cubicBezTo>
                      <a:pt x="2046443" y="3084914"/>
                      <a:pt x="1864058" y="3073352"/>
                      <a:pt x="1634211" y="2962065"/>
                    </a:cubicBezTo>
                    <a:cubicBezTo>
                      <a:pt x="1390134" y="2803501"/>
                      <a:pt x="1391670" y="2463226"/>
                      <a:pt x="1703848" y="2355742"/>
                    </a:cubicBezTo>
                    <a:cubicBezTo>
                      <a:pt x="1867216" y="2309770"/>
                      <a:pt x="1932946" y="2304275"/>
                      <a:pt x="2117745" y="2289258"/>
                    </a:cubicBezTo>
                    <a:close/>
                    <a:moveTo>
                      <a:pt x="1895201" y="880902"/>
                    </a:moveTo>
                    <a:cubicBezTo>
                      <a:pt x="2049819" y="878570"/>
                      <a:pt x="2210983" y="1023567"/>
                      <a:pt x="2276065" y="1236504"/>
                    </a:cubicBezTo>
                    <a:cubicBezTo>
                      <a:pt x="2350446" y="1479859"/>
                      <a:pt x="2271166" y="1719799"/>
                      <a:pt x="2098990" y="1772423"/>
                    </a:cubicBezTo>
                    <a:cubicBezTo>
                      <a:pt x="1926813" y="1825048"/>
                      <a:pt x="1726940" y="1670429"/>
                      <a:pt x="1652559" y="1427074"/>
                    </a:cubicBezTo>
                    <a:cubicBezTo>
                      <a:pt x="1578180" y="1183717"/>
                      <a:pt x="1657458" y="943778"/>
                      <a:pt x="1829635" y="891153"/>
                    </a:cubicBezTo>
                    <a:close/>
                    <a:moveTo>
                      <a:pt x="2577034" y="759541"/>
                    </a:moveTo>
                    <a:lnTo>
                      <a:pt x="1972441" y="767241"/>
                    </a:lnTo>
                    <a:cubicBezTo>
                      <a:pt x="1929619" y="768623"/>
                      <a:pt x="1886068" y="773785"/>
                      <a:pt x="1842289" y="783004"/>
                    </a:cubicBezTo>
                    <a:cubicBezTo>
                      <a:pt x="1492048" y="856758"/>
                      <a:pt x="1259862" y="1162246"/>
                      <a:pt x="1323686" y="1465331"/>
                    </a:cubicBezTo>
                    <a:cubicBezTo>
                      <a:pt x="1380617" y="1735681"/>
                      <a:pt x="1653838" y="1912801"/>
                      <a:pt x="1960688" y="1894227"/>
                    </a:cubicBezTo>
                    <a:lnTo>
                      <a:pt x="1954787" y="1896039"/>
                    </a:lnTo>
                    <a:cubicBezTo>
                      <a:pt x="1858317" y="2000800"/>
                      <a:pt x="1978682" y="2148499"/>
                      <a:pt x="2028445" y="2210716"/>
                    </a:cubicBezTo>
                    <a:lnTo>
                      <a:pt x="1914361" y="2213518"/>
                    </a:lnTo>
                    <a:cubicBezTo>
                      <a:pt x="1373805" y="2249742"/>
                      <a:pt x="1143478" y="2466102"/>
                      <a:pt x="1177422" y="2809298"/>
                    </a:cubicBezTo>
                    <a:cubicBezTo>
                      <a:pt x="1211366" y="3152493"/>
                      <a:pt x="1741992" y="3244646"/>
                      <a:pt x="2060873" y="3229704"/>
                    </a:cubicBezTo>
                    <a:cubicBezTo>
                      <a:pt x="2379755" y="3214763"/>
                      <a:pt x="2698110" y="2930571"/>
                      <a:pt x="2719230" y="2648210"/>
                    </a:cubicBezTo>
                    <a:cubicBezTo>
                      <a:pt x="2699867" y="2070575"/>
                      <a:pt x="2052418" y="2112562"/>
                      <a:pt x="2282832" y="1799863"/>
                    </a:cubicBezTo>
                    <a:cubicBezTo>
                      <a:pt x="2510843" y="1673695"/>
                      <a:pt x="2641919" y="1435236"/>
                      <a:pt x="2592014" y="1198247"/>
                    </a:cubicBezTo>
                    <a:cubicBezTo>
                      <a:pt x="2566015" y="1074781"/>
                      <a:pt x="2494906" y="970760"/>
                      <a:pt x="2395028" y="897200"/>
                    </a:cubicBezTo>
                    <a:lnTo>
                      <a:pt x="2564389" y="891152"/>
                    </a:lnTo>
                    <a:cubicBezTo>
                      <a:pt x="2644558" y="859402"/>
                      <a:pt x="2739013" y="796695"/>
                      <a:pt x="2769176" y="767327"/>
                    </a:cubicBezTo>
                    <a:cubicBezTo>
                      <a:pt x="2755484" y="761968"/>
                      <a:pt x="2680847" y="759625"/>
                      <a:pt x="2577034" y="759541"/>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109" name="Google Shape;2109;p49"/>
              <p:cNvSpPr/>
              <p:nvPr/>
            </p:nvSpPr>
            <p:spPr>
              <a:xfrm>
                <a:off x="10401733" y="3025716"/>
                <a:ext cx="257188" cy="377708"/>
              </a:xfrm>
              <a:custGeom>
                <a:rect b="b" l="l" r="r" t="t"/>
                <a:pathLst>
                  <a:path extrusionOk="0" h="4032448" w="2745756">
                    <a:moveTo>
                      <a:pt x="1622229" y="1008112"/>
                    </a:moveTo>
                    <a:lnTo>
                      <a:pt x="2371247" y="1008112"/>
                    </a:lnTo>
                    <a:lnTo>
                      <a:pt x="2371247" y="3081405"/>
                    </a:lnTo>
                    <a:lnTo>
                      <a:pt x="2745756" y="3081405"/>
                    </a:lnTo>
                    <a:lnTo>
                      <a:pt x="1996738" y="4032448"/>
                    </a:lnTo>
                    <a:lnTo>
                      <a:pt x="1247720" y="3081405"/>
                    </a:lnTo>
                    <a:lnTo>
                      <a:pt x="1622229" y="3081405"/>
                    </a:lnTo>
                    <a:close/>
                    <a:moveTo>
                      <a:pt x="749018" y="0"/>
                    </a:moveTo>
                    <a:lnTo>
                      <a:pt x="1498036" y="951043"/>
                    </a:lnTo>
                    <a:lnTo>
                      <a:pt x="1123527" y="951043"/>
                    </a:lnTo>
                    <a:lnTo>
                      <a:pt x="1123527" y="3024336"/>
                    </a:lnTo>
                    <a:lnTo>
                      <a:pt x="374509" y="3024336"/>
                    </a:lnTo>
                    <a:lnTo>
                      <a:pt x="374509" y="951043"/>
                    </a:lnTo>
                    <a:lnTo>
                      <a:pt x="0" y="951043"/>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110" name="Google Shape;2110;p49"/>
              <p:cNvSpPr/>
              <p:nvPr/>
            </p:nvSpPr>
            <p:spPr>
              <a:xfrm>
                <a:off x="9438297" y="5013963"/>
                <a:ext cx="300437" cy="209342"/>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111" name="Google Shape;2111;p49"/>
              <p:cNvSpPr/>
              <p:nvPr/>
            </p:nvSpPr>
            <p:spPr>
              <a:xfrm rot="678773">
                <a:off x="10108027" y="4569149"/>
                <a:ext cx="338104" cy="343148"/>
              </a:xfrm>
              <a:custGeom>
                <a:rect b="b" l="l" r="r" t="t"/>
                <a:pathLst>
                  <a:path extrusionOk="0" h="3948462" w="3890413">
                    <a:moveTo>
                      <a:pt x="1853384" y="1371624"/>
                    </a:moveTo>
                    <a:lnTo>
                      <a:pt x="1768767" y="1390324"/>
                    </a:lnTo>
                    <a:cubicBezTo>
                      <a:pt x="1579409" y="1463487"/>
                      <a:pt x="1490873" y="1833773"/>
                      <a:pt x="1517577" y="2042010"/>
                    </a:cubicBezTo>
                    <a:cubicBezTo>
                      <a:pt x="1544281" y="2250247"/>
                      <a:pt x="1644086" y="2624290"/>
                      <a:pt x="1928990" y="2639747"/>
                    </a:cubicBezTo>
                    <a:cubicBezTo>
                      <a:pt x="2177093" y="2653207"/>
                      <a:pt x="2337423" y="2363017"/>
                      <a:pt x="2318674" y="2006358"/>
                    </a:cubicBezTo>
                    <a:cubicBezTo>
                      <a:pt x="2310210" y="1948950"/>
                      <a:pt x="2301678" y="1891436"/>
                      <a:pt x="2293344" y="1834228"/>
                    </a:cubicBezTo>
                    <a:cubicBezTo>
                      <a:pt x="2229725" y="1555945"/>
                      <a:pt x="2050691" y="1359067"/>
                      <a:pt x="1853384" y="1371624"/>
                    </a:cubicBezTo>
                    <a:close/>
                    <a:moveTo>
                      <a:pt x="1594841" y="45653"/>
                    </a:moveTo>
                    <a:cubicBezTo>
                      <a:pt x="2527821" y="-128041"/>
                      <a:pt x="3626282" y="158796"/>
                      <a:pt x="3869632" y="1517323"/>
                    </a:cubicBezTo>
                    <a:cubicBezTo>
                      <a:pt x="3939308" y="2058696"/>
                      <a:pt x="3820785" y="2251376"/>
                      <a:pt x="3706266" y="2457195"/>
                    </a:cubicBezTo>
                    <a:cubicBezTo>
                      <a:pt x="3132098" y="3124925"/>
                      <a:pt x="2589274" y="2611359"/>
                      <a:pt x="2548384" y="2446988"/>
                    </a:cubicBezTo>
                    <a:cubicBezTo>
                      <a:pt x="2411721" y="3024903"/>
                      <a:pt x="2005702" y="3164775"/>
                      <a:pt x="1746058" y="3093574"/>
                    </a:cubicBezTo>
                    <a:cubicBezTo>
                      <a:pt x="1486414" y="3022373"/>
                      <a:pt x="990519" y="2612821"/>
                      <a:pt x="990519" y="2019783"/>
                    </a:cubicBezTo>
                    <a:cubicBezTo>
                      <a:pt x="990519" y="1500875"/>
                      <a:pt x="1249504" y="1067935"/>
                      <a:pt x="1593790" y="967808"/>
                    </a:cubicBezTo>
                    <a:cubicBezTo>
                      <a:pt x="1642974" y="953504"/>
                      <a:pt x="1694009" y="949376"/>
                      <a:pt x="1746058" y="945992"/>
                    </a:cubicBezTo>
                    <a:cubicBezTo>
                      <a:pt x="2004670" y="929176"/>
                      <a:pt x="2081338" y="1030119"/>
                      <a:pt x="2206475" y="1173924"/>
                    </a:cubicBezTo>
                    <a:cubicBezTo>
                      <a:pt x="2194343" y="1061758"/>
                      <a:pt x="2187003" y="961165"/>
                      <a:pt x="2185910" y="877882"/>
                    </a:cubicBezTo>
                    <a:lnTo>
                      <a:pt x="2656644" y="803138"/>
                    </a:lnTo>
                    <a:lnTo>
                      <a:pt x="2828567" y="2099525"/>
                    </a:lnTo>
                    <a:cubicBezTo>
                      <a:pt x="2888366" y="2544108"/>
                      <a:pt x="3261961" y="2420799"/>
                      <a:pt x="3362812" y="2002360"/>
                    </a:cubicBezTo>
                    <a:cubicBezTo>
                      <a:pt x="3355320" y="1625023"/>
                      <a:pt x="3366534" y="1729632"/>
                      <a:pt x="3289926" y="1346695"/>
                    </a:cubicBezTo>
                    <a:lnTo>
                      <a:pt x="3290031" y="1346798"/>
                    </a:lnTo>
                    <a:cubicBezTo>
                      <a:pt x="3068547" y="637774"/>
                      <a:pt x="2419129" y="439933"/>
                      <a:pt x="1700745" y="575031"/>
                    </a:cubicBezTo>
                    <a:cubicBezTo>
                      <a:pt x="890947" y="727320"/>
                      <a:pt x="415476" y="1491783"/>
                      <a:pt x="571995" y="2274165"/>
                    </a:cubicBezTo>
                    <a:cubicBezTo>
                      <a:pt x="728513" y="3056546"/>
                      <a:pt x="1580131" y="3572543"/>
                      <a:pt x="2267548" y="3408286"/>
                    </a:cubicBezTo>
                    <a:cubicBezTo>
                      <a:pt x="2796517" y="3281890"/>
                      <a:pt x="2641988" y="3320887"/>
                      <a:pt x="3194376" y="3072653"/>
                    </a:cubicBezTo>
                    <a:cubicBezTo>
                      <a:pt x="3249441" y="3306078"/>
                      <a:pt x="3239115" y="3309742"/>
                      <a:pt x="3268026" y="3509545"/>
                    </a:cubicBezTo>
                    <a:cubicBezTo>
                      <a:pt x="3021841" y="3717756"/>
                      <a:pt x="2685602" y="3836362"/>
                      <a:pt x="2347298" y="3904041"/>
                    </a:cubicBezTo>
                    <a:cubicBezTo>
                      <a:pt x="1157336" y="4112956"/>
                      <a:pt x="289475" y="3581660"/>
                      <a:pt x="42617" y="2380068"/>
                    </a:cubicBezTo>
                    <a:cubicBezTo>
                      <a:pt x="-204242" y="1178477"/>
                      <a:pt x="661862" y="219348"/>
                      <a:pt x="1594841" y="45653"/>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112" name="Google Shape;2112;p49"/>
              <p:cNvSpPr/>
              <p:nvPr/>
            </p:nvSpPr>
            <p:spPr>
              <a:xfrm>
                <a:off x="8506880" y="2771935"/>
                <a:ext cx="315652" cy="359610"/>
              </a:xfrm>
              <a:custGeom>
                <a:rect b="b" l="l" r="r" t="t"/>
                <a:pathLst>
                  <a:path extrusionOk="0" h="3938119" w="3456727">
                    <a:moveTo>
                      <a:pt x="1728364" y="1961325"/>
                    </a:moveTo>
                    <a:cubicBezTo>
                      <a:pt x="1726089" y="2407152"/>
                      <a:pt x="1737463" y="2812034"/>
                      <a:pt x="1735188" y="3257861"/>
                    </a:cubicBezTo>
                    <a:cubicBezTo>
                      <a:pt x="2394830" y="3057694"/>
                      <a:pt x="2610919" y="2352560"/>
                      <a:pt x="2765594" y="1981796"/>
                    </a:cubicBezTo>
                    <a:close/>
                    <a:moveTo>
                      <a:pt x="1728362" y="682044"/>
                    </a:moveTo>
                    <a:cubicBezTo>
                      <a:pt x="1355324" y="868563"/>
                      <a:pt x="1166530" y="952725"/>
                      <a:pt x="609247" y="1002767"/>
                    </a:cubicBezTo>
                    <a:cubicBezTo>
                      <a:pt x="606972" y="1330312"/>
                      <a:pt x="631992" y="1623739"/>
                      <a:pt x="704780" y="1964933"/>
                    </a:cubicBezTo>
                    <a:lnTo>
                      <a:pt x="1728363" y="1971757"/>
                    </a:lnTo>
                    <a:cubicBezTo>
                      <a:pt x="1728363" y="1541853"/>
                      <a:pt x="1728362" y="1111948"/>
                      <a:pt x="1728362" y="682044"/>
                    </a:cubicBezTo>
                    <a:close/>
                    <a:moveTo>
                      <a:pt x="1723409" y="487996"/>
                    </a:moveTo>
                    <a:cubicBezTo>
                      <a:pt x="1725062" y="488690"/>
                      <a:pt x="1726712" y="489384"/>
                      <a:pt x="1728363" y="490064"/>
                    </a:cubicBezTo>
                    <a:cubicBezTo>
                      <a:pt x="1730015" y="489384"/>
                      <a:pt x="1731666" y="488690"/>
                      <a:pt x="1733319" y="487996"/>
                    </a:cubicBezTo>
                    <a:lnTo>
                      <a:pt x="1733319" y="492131"/>
                    </a:lnTo>
                    <a:cubicBezTo>
                      <a:pt x="2179467" y="679460"/>
                      <a:pt x="2405896" y="769409"/>
                      <a:pt x="2817789" y="813808"/>
                    </a:cubicBezTo>
                    <a:cubicBezTo>
                      <a:pt x="2971516" y="823489"/>
                      <a:pt x="3036247" y="875307"/>
                      <a:pt x="3033236" y="1061333"/>
                    </a:cubicBezTo>
                    <a:cubicBezTo>
                      <a:pt x="3015439" y="2441328"/>
                      <a:pt x="2363638" y="3359629"/>
                      <a:pt x="1733319" y="3448048"/>
                    </a:cubicBezTo>
                    <a:lnTo>
                      <a:pt x="1733319" y="3450123"/>
                    </a:lnTo>
                    <a:lnTo>
                      <a:pt x="1728363" y="3449086"/>
                    </a:lnTo>
                    <a:lnTo>
                      <a:pt x="1723409" y="3450123"/>
                    </a:lnTo>
                    <a:lnTo>
                      <a:pt x="1723409" y="3448048"/>
                    </a:lnTo>
                    <a:cubicBezTo>
                      <a:pt x="1093089" y="3359629"/>
                      <a:pt x="441289" y="2441328"/>
                      <a:pt x="423491" y="1061333"/>
                    </a:cubicBezTo>
                    <a:cubicBezTo>
                      <a:pt x="420479" y="875307"/>
                      <a:pt x="485211" y="823489"/>
                      <a:pt x="638937" y="813808"/>
                    </a:cubicBezTo>
                    <a:cubicBezTo>
                      <a:pt x="1050832" y="769409"/>
                      <a:pt x="1277261" y="679460"/>
                      <a:pt x="1723409" y="492131"/>
                    </a:cubicBezTo>
                    <a:close/>
                    <a:moveTo>
                      <a:pt x="1722802" y="306889"/>
                    </a:moveTo>
                    <a:lnTo>
                      <a:pt x="1722802" y="311530"/>
                    </a:lnTo>
                    <a:cubicBezTo>
                      <a:pt x="1222099" y="521767"/>
                      <a:pt x="967982" y="622713"/>
                      <a:pt x="505720" y="672542"/>
                    </a:cubicBezTo>
                    <a:cubicBezTo>
                      <a:pt x="333196" y="683408"/>
                      <a:pt x="260550" y="741561"/>
                      <a:pt x="263929" y="950334"/>
                    </a:cubicBezTo>
                    <a:cubicBezTo>
                      <a:pt x="283902" y="2499079"/>
                      <a:pt x="1015407" y="3529669"/>
                      <a:pt x="1722802" y="3628902"/>
                    </a:cubicBezTo>
                    <a:lnTo>
                      <a:pt x="1722802" y="3631230"/>
                    </a:lnTo>
                    <a:lnTo>
                      <a:pt x="1728365" y="3630065"/>
                    </a:lnTo>
                    <a:lnTo>
                      <a:pt x="1733925" y="3631230"/>
                    </a:lnTo>
                    <a:lnTo>
                      <a:pt x="1733925" y="3628902"/>
                    </a:lnTo>
                    <a:cubicBezTo>
                      <a:pt x="2441322" y="3529669"/>
                      <a:pt x="3172826" y="2499079"/>
                      <a:pt x="3192800" y="950334"/>
                    </a:cubicBezTo>
                    <a:cubicBezTo>
                      <a:pt x="3196179" y="741561"/>
                      <a:pt x="3123532" y="683408"/>
                      <a:pt x="2951007" y="672542"/>
                    </a:cubicBezTo>
                    <a:cubicBezTo>
                      <a:pt x="2488747" y="622713"/>
                      <a:pt x="2234630" y="521767"/>
                      <a:pt x="1733925" y="311530"/>
                    </a:cubicBezTo>
                    <a:lnTo>
                      <a:pt x="1733925" y="306889"/>
                    </a:lnTo>
                    <a:cubicBezTo>
                      <a:pt x="1732071" y="307669"/>
                      <a:pt x="1730218" y="308445"/>
                      <a:pt x="1728365" y="309209"/>
                    </a:cubicBezTo>
                    <a:cubicBezTo>
                      <a:pt x="1726510" y="308445"/>
                      <a:pt x="1724659" y="307669"/>
                      <a:pt x="1722802" y="306889"/>
                    </a:cubicBezTo>
                    <a:close/>
                    <a:moveTo>
                      <a:pt x="1721800" y="0"/>
                    </a:moveTo>
                    <a:cubicBezTo>
                      <a:pt x="1723991" y="923"/>
                      <a:pt x="1726176" y="1844"/>
                      <a:pt x="1728363" y="2749"/>
                    </a:cubicBezTo>
                    <a:cubicBezTo>
                      <a:pt x="1730551" y="1844"/>
                      <a:pt x="1732737" y="923"/>
                      <a:pt x="1734926" y="0"/>
                    </a:cubicBezTo>
                    <a:lnTo>
                      <a:pt x="1734926" y="5497"/>
                    </a:lnTo>
                    <a:cubicBezTo>
                      <a:pt x="2325825" y="254550"/>
                      <a:pt x="2625718" y="374136"/>
                      <a:pt x="3171248" y="433164"/>
                    </a:cubicBezTo>
                    <a:cubicBezTo>
                      <a:pt x="3374850" y="446035"/>
                      <a:pt x="3460584" y="514926"/>
                      <a:pt x="3456595" y="762245"/>
                    </a:cubicBezTo>
                    <a:cubicBezTo>
                      <a:pt x="3433024" y="2596936"/>
                      <a:pt x="2569749" y="3817807"/>
                      <a:pt x="1734926" y="3935360"/>
                    </a:cubicBezTo>
                    <a:lnTo>
                      <a:pt x="1734926" y="3938119"/>
                    </a:lnTo>
                    <a:lnTo>
                      <a:pt x="1728363" y="3936740"/>
                    </a:lnTo>
                    <a:lnTo>
                      <a:pt x="1721800" y="3938119"/>
                    </a:lnTo>
                    <a:lnTo>
                      <a:pt x="1721800" y="3935360"/>
                    </a:lnTo>
                    <a:cubicBezTo>
                      <a:pt x="886977" y="3817807"/>
                      <a:pt x="23703" y="2596936"/>
                      <a:pt x="132" y="762245"/>
                    </a:cubicBezTo>
                    <a:cubicBezTo>
                      <a:pt x="-3858" y="514926"/>
                      <a:pt x="81876" y="446035"/>
                      <a:pt x="285478" y="433164"/>
                    </a:cubicBezTo>
                    <a:cubicBezTo>
                      <a:pt x="831010" y="374136"/>
                      <a:pt x="1130903" y="254550"/>
                      <a:pt x="1721800" y="549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113" name="Google Shape;2113;p49"/>
              <p:cNvSpPr/>
              <p:nvPr/>
            </p:nvSpPr>
            <p:spPr>
              <a:xfrm>
                <a:off x="9655543" y="2519661"/>
                <a:ext cx="338578" cy="338540"/>
              </a:xfrm>
              <a:custGeom>
                <a:rect b="b" l="l" r="r" t="t"/>
                <a:pathLst>
                  <a:path extrusionOk="0" h="3960000" w="3960440">
                    <a:moveTo>
                      <a:pt x="2764687" y="782779"/>
                    </a:moveTo>
                    <a:cubicBezTo>
                      <a:pt x="2512183" y="782779"/>
                      <a:pt x="2307488" y="987475"/>
                      <a:pt x="2307487" y="1239980"/>
                    </a:cubicBezTo>
                    <a:cubicBezTo>
                      <a:pt x="2307487" y="1241985"/>
                      <a:pt x="2307500" y="1243987"/>
                      <a:pt x="2308092" y="1245978"/>
                    </a:cubicBezTo>
                    <a:lnTo>
                      <a:pt x="1570677" y="1632536"/>
                    </a:lnTo>
                    <a:cubicBezTo>
                      <a:pt x="1488749" y="1552118"/>
                      <a:pt x="1376387" y="1502860"/>
                      <a:pt x="1252520" y="1502859"/>
                    </a:cubicBezTo>
                    <a:cubicBezTo>
                      <a:pt x="1000014" y="1502859"/>
                      <a:pt x="795319" y="1707555"/>
                      <a:pt x="795319" y="1960060"/>
                    </a:cubicBezTo>
                    <a:cubicBezTo>
                      <a:pt x="795319" y="2212565"/>
                      <a:pt x="1000014" y="2417260"/>
                      <a:pt x="1252520" y="2417260"/>
                    </a:cubicBezTo>
                    <a:cubicBezTo>
                      <a:pt x="1361432" y="2417260"/>
                      <a:pt x="1461449" y="2379178"/>
                      <a:pt x="1538674" y="2313987"/>
                    </a:cubicBezTo>
                    <a:lnTo>
                      <a:pt x="2308734" y="2717656"/>
                    </a:lnTo>
                    <a:cubicBezTo>
                      <a:pt x="2314220" y="2964461"/>
                      <a:pt x="2516327" y="3162492"/>
                      <a:pt x="2764688" y="3162492"/>
                    </a:cubicBezTo>
                    <a:cubicBezTo>
                      <a:pt x="3017192" y="3162492"/>
                      <a:pt x="3221888" y="2957797"/>
                      <a:pt x="3221887" y="2705292"/>
                    </a:cubicBezTo>
                    <a:cubicBezTo>
                      <a:pt x="3221887" y="2452786"/>
                      <a:pt x="3017192" y="2248092"/>
                      <a:pt x="2764688" y="2248092"/>
                    </a:cubicBezTo>
                    <a:cubicBezTo>
                      <a:pt x="2638870" y="2248092"/>
                      <a:pt x="2524924" y="2298913"/>
                      <a:pt x="2442337" y="2381228"/>
                    </a:cubicBezTo>
                    <a:lnTo>
                      <a:pt x="1706164" y="1995322"/>
                    </a:lnTo>
                    <a:lnTo>
                      <a:pt x="1709074" y="1966451"/>
                    </a:lnTo>
                    <a:lnTo>
                      <a:pt x="2455698" y="1575067"/>
                    </a:lnTo>
                    <a:cubicBezTo>
                      <a:pt x="2536225" y="1651261"/>
                      <a:pt x="2645094" y="1697180"/>
                      <a:pt x="2764687" y="1697179"/>
                    </a:cubicBezTo>
                    <a:cubicBezTo>
                      <a:pt x="3017193" y="1697180"/>
                      <a:pt x="3221887" y="1492485"/>
                      <a:pt x="3221888" y="1239980"/>
                    </a:cubicBezTo>
                    <a:cubicBezTo>
                      <a:pt x="3221887" y="987475"/>
                      <a:pt x="3017193" y="782779"/>
                      <a:pt x="2764687" y="782779"/>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114" name="Google Shape;2114;p49"/>
              <p:cNvSpPr/>
              <p:nvPr/>
            </p:nvSpPr>
            <p:spPr>
              <a:xfrm rot="2648398">
                <a:off x="8942310" y="2514803"/>
                <a:ext cx="148930" cy="380894"/>
              </a:xfrm>
              <a:custGeom>
                <a:rect b="b" l="l" r="r" t="t"/>
                <a:pathLst>
                  <a:path extrusionOk="0" h="4764557" w="1862952">
                    <a:moveTo>
                      <a:pt x="289679" y="2004751"/>
                    </a:moveTo>
                    <a:cubicBezTo>
                      <a:pt x="458860" y="1838972"/>
                      <a:pt x="691283" y="1737733"/>
                      <a:pt x="946849" y="1740329"/>
                    </a:cubicBezTo>
                    <a:cubicBezTo>
                      <a:pt x="982916" y="1740695"/>
                      <a:pt x="1018481" y="1743119"/>
                      <a:pt x="1053366" y="1748014"/>
                    </a:cubicBezTo>
                    <a:cubicBezTo>
                      <a:pt x="1317748" y="1888655"/>
                      <a:pt x="1203170" y="2165630"/>
                      <a:pt x="978473" y="2204473"/>
                    </a:cubicBezTo>
                    <a:cubicBezTo>
                      <a:pt x="966642" y="2201190"/>
                      <a:pt x="954470" y="2200566"/>
                      <a:pt x="942176" y="2200441"/>
                    </a:cubicBezTo>
                    <a:cubicBezTo>
                      <a:pt x="697403" y="2197955"/>
                      <a:pt x="496962" y="2394367"/>
                      <a:pt x="494475" y="2639137"/>
                    </a:cubicBezTo>
                    <a:lnTo>
                      <a:pt x="482110" y="3856696"/>
                    </a:lnTo>
                    <a:cubicBezTo>
                      <a:pt x="479624" y="4101467"/>
                      <a:pt x="676035" y="4301910"/>
                      <a:pt x="920807" y="4304396"/>
                    </a:cubicBezTo>
                    <a:cubicBezTo>
                      <a:pt x="1043193" y="4305639"/>
                      <a:pt x="1154496" y="4257158"/>
                      <a:pt x="1235513" y="4177768"/>
                    </a:cubicBezTo>
                    <a:cubicBezTo>
                      <a:pt x="1316531" y="4098380"/>
                      <a:pt x="1367262" y="3988084"/>
                      <a:pt x="1368506" y="3865699"/>
                    </a:cubicBezTo>
                    <a:lnTo>
                      <a:pt x="1375662" y="3161156"/>
                    </a:lnTo>
                    <a:cubicBezTo>
                      <a:pt x="1504082" y="3167548"/>
                      <a:pt x="1792622" y="2981572"/>
                      <a:pt x="1861834" y="2783546"/>
                    </a:cubicBezTo>
                    <a:lnTo>
                      <a:pt x="1851019" y="3848423"/>
                    </a:lnTo>
                    <a:cubicBezTo>
                      <a:pt x="1848423" y="4103989"/>
                      <a:pt x="1742485" y="4334308"/>
                      <a:pt x="1573304" y="4500088"/>
                    </a:cubicBezTo>
                    <a:cubicBezTo>
                      <a:pt x="1404123" y="4665866"/>
                      <a:pt x="1171700" y="4767105"/>
                      <a:pt x="916134" y="4764509"/>
                    </a:cubicBezTo>
                    <a:cubicBezTo>
                      <a:pt x="405002" y="4759318"/>
                      <a:pt x="-5143" y="4340756"/>
                      <a:pt x="48" y="3829624"/>
                    </a:cubicBezTo>
                    <a:lnTo>
                      <a:pt x="11964" y="2656415"/>
                    </a:lnTo>
                    <a:cubicBezTo>
                      <a:pt x="14559" y="2400849"/>
                      <a:pt x="120498" y="2170529"/>
                      <a:pt x="289679" y="2004751"/>
                    </a:cubicBezTo>
                    <a:close/>
                    <a:moveTo>
                      <a:pt x="282968" y="271082"/>
                    </a:moveTo>
                    <a:cubicBezTo>
                      <a:pt x="450457" y="103594"/>
                      <a:pt x="681840" y="0"/>
                      <a:pt x="937419" y="0"/>
                    </a:cubicBezTo>
                    <a:cubicBezTo>
                      <a:pt x="1448577" y="0"/>
                      <a:pt x="1862952" y="414375"/>
                      <a:pt x="1862952" y="925533"/>
                    </a:cubicBezTo>
                    <a:lnTo>
                      <a:pt x="1862952" y="2098803"/>
                    </a:lnTo>
                    <a:cubicBezTo>
                      <a:pt x="1862952" y="2609961"/>
                      <a:pt x="1448577" y="3024336"/>
                      <a:pt x="937419" y="3024336"/>
                    </a:cubicBezTo>
                    <a:cubicBezTo>
                      <a:pt x="901350" y="3024336"/>
                      <a:pt x="865762" y="3022273"/>
                      <a:pt x="830829" y="3017733"/>
                    </a:cubicBezTo>
                    <a:cubicBezTo>
                      <a:pt x="565032" y="2879784"/>
                      <a:pt x="676792" y="2601660"/>
                      <a:pt x="901083" y="2560538"/>
                    </a:cubicBezTo>
                    <a:cubicBezTo>
                      <a:pt x="912947" y="2563700"/>
                      <a:pt x="925124" y="2564200"/>
                      <a:pt x="937419" y="2564200"/>
                    </a:cubicBezTo>
                    <a:cubicBezTo>
                      <a:pt x="1182204" y="2564200"/>
                      <a:pt x="1380640" y="2365763"/>
                      <a:pt x="1380641" y="2120980"/>
                    </a:cubicBezTo>
                    <a:lnTo>
                      <a:pt x="1380640" y="903358"/>
                    </a:lnTo>
                    <a:cubicBezTo>
                      <a:pt x="1380640" y="658574"/>
                      <a:pt x="1182204" y="460137"/>
                      <a:pt x="937419" y="460137"/>
                    </a:cubicBezTo>
                    <a:cubicBezTo>
                      <a:pt x="815027" y="460137"/>
                      <a:pt x="704222" y="509746"/>
                      <a:pt x="624015" y="589954"/>
                    </a:cubicBezTo>
                    <a:cubicBezTo>
                      <a:pt x="543808" y="670161"/>
                      <a:pt x="494199" y="780966"/>
                      <a:pt x="494199" y="903358"/>
                    </a:cubicBezTo>
                    <a:lnTo>
                      <a:pt x="494198" y="1607937"/>
                    </a:lnTo>
                    <a:cubicBezTo>
                      <a:pt x="365720" y="1602850"/>
                      <a:pt x="79084" y="1791747"/>
                      <a:pt x="11886" y="1990465"/>
                    </a:cubicBezTo>
                    <a:lnTo>
                      <a:pt x="11886" y="925533"/>
                    </a:lnTo>
                    <a:cubicBezTo>
                      <a:pt x="11886" y="669954"/>
                      <a:pt x="115480" y="438571"/>
                      <a:pt x="282968" y="271082"/>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115" name="Google Shape;2115;p49"/>
              <p:cNvSpPr/>
              <p:nvPr/>
            </p:nvSpPr>
            <p:spPr>
              <a:xfrm rot="8580000">
                <a:off x="8651645" y="4749636"/>
                <a:ext cx="318301" cy="317452"/>
              </a:xfrm>
              <a:custGeom>
                <a:rect b="b" l="l" r="r" t="t"/>
                <a:pathLst>
                  <a:path extrusionOk="0" h="3862045" w="3872365">
                    <a:moveTo>
                      <a:pt x="1786489" y="808318"/>
                    </a:moveTo>
                    <a:cubicBezTo>
                      <a:pt x="1525809" y="610106"/>
                      <a:pt x="1257124" y="397966"/>
                      <a:pt x="1040385" y="230829"/>
                    </a:cubicBezTo>
                    <a:cubicBezTo>
                      <a:pt x="1905215" y="-194386"/>
                      <a:pt x="2650439" y="24572"/>
                      <a:pt x="3162062" y="429660"/>
                    </a:cubicBezTo>
                    <a:cubicBezTo>
                      <a:pt x="3007351" y="875340"/>
                      <a:pt x="2905932" y="1443216"/>
                      <a:pt x="2745609" y="1410478"/>
                    </a:cubicBezTo>
                    <a:cubicBezTo>
                      <a:pt x="2633182" y="1430335"/>
                      <a:pt x="2220955" y="1138671"/>
                      <a:pt x="1786489" y="808318"/>
                    </a:cubicBezTo>
                    <a:close/>
                    <a:moveTo>
                      <a:pt x="2701004" y="2590217"/>
                    </a:moveTo>
                    <a:cubicBezTo>
                      <a:pt x="2682933" y="2576481"/>
                      <a:pt x="2672282" y="2559744"/>
                      <a:pt x="2670336" y="2539383"/>
                    </a:cubicBezTo>
                    <a:cubicBezTo>
                      <a:pt x="2587360" y="2376647"/>
                      <a:pt x="3042640" y="1246798"/>
                      <a:pt x="3299881" y="563773"/>
                    </a:cubicBezTo>
                    <a:cubicBezTo>
                      <a:pt x="3959368" y="1266493"/>
                      <a:pt x="3967860" y="2043171"/>
                      <a:pt x="3730056" y="2650875"/>
                    </a:cubicBezTo>
                    <a:cubicBezTo>
                      <a:pt x="3317547" y="2635434"/>
                      <a:pt x="2827499" y="2686366"/>
                      <a:pt x="2701004" y="2590217"/>
                    </a:cubicBezTo>
                    <a:close/>
                    <a:moveTo>
                      <a:pt x="19691" y="2248546"/>
                    </a:moveTo>
                    <a:cubicBezTo>
                      <a:pt x="-100797" y="1292396"/>
                      <a:pt x="348853" y="659059"/>
                      <a:pt x="898439" y="307194"/>
                    </a:cubicBezTo>
                    <a:cubicBezTo>
                      <a:pt x="1269469" y="598575"/>
                      <a:pt x="1773388" y="879352"/>
                      <a:pt x="1690237" y="1020281"/>
                    </a:cubicBezTo>
                    <a:cubicBezTo>
                      <a:pt x="1661713" y="1200709"/>
                      <a:pt x="629275" y="1847170"/>
                      <a:pt x="19691" y="2248546"/>
                    </a:cubicBezTo>
                    <a:close/>
                    <a:moveTo>
                      <a:pt x="1805382" y="3858278"/>
                    </a:moveTo>
                    <a:cubicBezTo>
                      <a:pt x="1676483" y="3404460"/>
                      <a:pt x="1433840" y="2881111"/>
                      <a:pt x="1583946" y="2815971"/>
                    </a:cubicBezTo>
                    <a:cubicBezTo>
                      <a:pt x="1713076" y="2686769"/>
                      <a:pt x="2928316" y="2770622"/>
                      <a:pt x="3657403" y="2804207"/>
                    </a:cubicBezTo>
                    <a:cubicBezTo>
                      <a:pt x="3192869" y="3648569"/>
                      <a:pt x="2456828" y="3896652"/>
                      <a:pt x="1805382" y="3858278"/>
                    </a:cubicBezTo>
                    <a:close/>
                    <a:moveTo>
                      <a:pt x="762284" y="3480575"/>
                    </a:moveTo>
                    <a:cubicBezTo>
                      <a:pt x="380940" y="3198297"/>
                      <a:pt x="161300" y="2806810"/>
                      <a:pt x="58293" y="2412172"/>
                    </a:cubicBezTo>
                    <a:cubicBezTo>
                      <a:pt x="450067" y="2149344"/>
                      <a:pt x="872820" y="1756853"/>
                      <a:pt x="981158" y="1879484"/>
                    </a:cubicBezTo>
                    <a:cubicBezTo>
                      <a:pt x="1143940" y="1962367"/>
                      <a:pt x="1439720" y="3144041"/>
                      <a:pt x="1633080" y="3847823"/>
                    </a:cubicBezTo>
                    <a:cubicBezTo>
                      <a:pt x="1278110" y="3779994"/>
                      <a:pt x="991090" y="3649942"/>
                      <a:pt x="762284" y="348057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116" name="Google Shape;2116;p49"/>
              <p:cNvSpPr/>
              <p:nvPr/>
            </p:nvSpPr>
            <p:spPr>
              <a:xfrm>
                <a:off x="8268788" y="3120081"/>
                <a:ext cx="291831" cy="251871"/>
              </a:xfrm>
              <a:custGeom>
                <a:rect b="b" l="l" r="r" t="t"/>
                <a:pathLst>
                  <a:path extrusionOk="0" h="316007" w="366142">
                    <a:moveTo>
                      <a:pt x="241139" y="0"/>
                    </a:moveTo>
                    <a:cubicBezTo>
                      <a:pt x="265040" y="0"/>
                      <a:pt x="292051" y="14516"/>
                      <a:pt x="306633" y="31202"/>
                    </a:cubicBezTo>
                    <a:cubicBezTo>
                      <a:pt x="327151" y="29858"/>
                      <a:pt x="335397" y="19692"/>
                      <a:pt x="349699" y="10558"/>
                    </a:cubicBezTo>
                    <a:cubicBezTo>
                      <a:pt x="343170" y="29574"/>
                      <a:pt x="336047" y="54091"/>
                      <a:pt x="325569" y="59830"/>
                    </a:cubicBezTo>
                    <a:cubicBezTo>
                      <a:pt x="340338" y="61437"/>
                      <a:pt x="353079" y="55334"/>
                      <a:pt x="366142" y="52395"/>
                    </a:cubicBezTo>
                    <a:cubicBezTo>
                      <a:pt x="361514" y="66282"/>
                      <a:pt x="342655" y="74263"/>
                      <a:pt x="334454" y="94697"/>
                    </a:cubicBezTo>
                    <a:cubicBezTo>
                      <a:pt x="326254" y="115131"/>
                      <a:pt x="329982" y="126199"/>
                      <a:pt x="316939" y="174999"/>
                    </a:cubicBezTo>
                    <a:cubicBezTo>
                      <a:pt x="296102" y="242622"/>
                      <a:pt x="276174" y="279635"/>
                      <a:pt x="184305" y="311458"/>
                    </a:cubicBezTo>
                    <a:cubicBezTo>
                      <a:pt x="152057" y="320905"/>
                      <a:pt x="83508" y="315693"/>
                      <a:pt x="27716" y="295316"/>
                    </a:cubicBezTo>
                    <a:lnTo>
                      <a:pt x="0" y="281129"/>
                    </a:lnTo>
                    <a:lnTo>
                      <a:pt x="0" y="268036"/>
                    </a:lnTo>
                    <a:lnTo>
                      <a:pt x="23178" y="266110"/>
                    </a:lnTo>
                    <a:cubicBezTo>
                      <a:pt x="63548" y="261698"/>
                      <a:pt x="90116" y="254801"/>
                      <a:pt x="108726" y="240807"/>
                    </a:cubicBezTo>
                    <a:cubicBezTo>
                      <a:pt x="87700" y="241375"/>
                      <a:pt x="35310" y="244403"/>
                      <a:pt x="20535" y="200079"/>
                    </a:cubicBezTo>
                    <a:cubicBezTo>
                      <a:pt x="37583" y="203299"/>
                      <a:pt x="59856" y="197334"/>
                      <a:pt x="70653" y="194871"/>
                    </a:cubicBezTo>
                    <a:cubicBezTo>
                      <a:pt x="57204" y="189662"/>
                      <a:pt x="37595" y="181773"/>
                      <a:pt x="20899" y="168840"/>
                    </a:cubicBezTo>
                    <a:lnTo>
                      <a:pt x="0" y="146258"/>
                    </a:lnTo>
                    <a:lnTo>
                      <a:pt x="0" y="116697"/>
                    </a:lnTo>
                    <a:lnTo>
                      <a:pt x="14104" y="121836"/>
                    </a:lnTo>
                    <a:cubicBezTo>
                      <a:pt x="23887" y="123910"/>
                      <a:pt x="33812" y="125203"/>
                      <a:pt x="40441" y="126434"/>
                    </a:cubicBezTo>
                    <a:cubicBezTo>
                      <a:pt x="9945" y="103325"/>
                      <a:pt x="-5039" y="60063"/>
                      <a:pt x="20722" y="8541"/>
                    </a:cubicBezTo>
                    <a:cubicBezTo>
                      <a:pt x="76047" y="73391"/>
                      <a:pt x="116697" y="97001"/>
                      <a:pt x="168525" y="104817"/>
                    </a:cubicBezTo>
                    <a:cubicBezTo>
                      <a:pt x="166649" y="98530"/>
                      <a:pt x="164888" y="89662"/>
                      <a:pt x="165796" y="68430"/>
                    </a:cubicBezTo>
                    <a:cubicBezTo>
                      <a:pt x="166838" y="44047"/>
                      <a:pt x="190944" y="0"/>
                      <a:pt x="241139"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2117" name="Google Shape;2117;p49"/>
              <p:cNvSpPr/>
              <p:nvPr/>
            </p:nvSpPr>
            <p:spPr>
              <a:xfrm>
                <a:off x="10509375" y="4197069"/>
                <a:ext cx="172150" cy="348350"/>
              </a:xfrm>
              <a:custGeom>
                <a:rect b="b" l="l" r="r" t="t"/>
                <a:pathLst>
                  <a:path extrusionOk="0" h="455920" w="225309">
                    <a:moveTo>
                      <a:pt x="139383" y="455355"/>
                    </a:moveTo>
                    <a:lnTo>
                      <a:pt x="139383" y="455920"/>
                    </a:lnTo>
                    <a:lnTo>
                      <a:pt x="139383" y="455355"/>
                    </a:lnTo>
                    <a:close/>
                    <a:moveTo>
                      <a:pt x="54403" y="455920"/>
                    </a:moveTo>
                    <a:lnTo>
                      <a:pt x="54403" y="455355"/>
                    </a:lnTo>
                    <a:lnTo>
                      <a:pt x="54403" y="455920"/>
                    </a:lnTo>
                    <a:close/>
                    <a:moveTo>
                      <a:pt x="193296" y="6"/>
                    </a:moveTo>
                    <a:cubicBezTo>
                      <a:pt x="204595" y="73"/>
                      <a:pt x="214144" y="770"/>
                      <a:pt x="225309" y="2823"/>
                    </a:cubicBezTo>
                    <a:cubicBezTo>
                      <a:pt x="225271" y="27274"/>
                      <a:pt x="222913" y="50194"/>
                      <a:pt x="219909" y="69600"/>
                    </a:cubicBezTo>
                    <a:cubicBezTo>
                      <a:pt x="188141" y="67117"/>
                      <a:pt x="138250" y="66776"/>
                      <a:pt x="139383" y="96177"/>
                    </a:cubicBezTo>
                    <a:lnTo>
                      <a:pt x="139383" y="140898"/>
                    </a:lnTo>
                    <a:lnTo>
                      <a:pt x="217171" y="140898"/>
                    </a:lnTo>
                    <a:lnTo>
                      <a:pt x="211626" y="215050"/>
                    </a:lnTo>
                    <a:lnTo>
                      <a:pt x="139383" y="216436"/>
                    </a:lnTo>
                    <a:lnTo>
                      <a:pt x="139383" y="455355"/>
                    </a:lnTo>
                    <a:lnTo>
                      <a:pt x="54403" y="455355"/>
                    </a:lnTo>
                    <a:lnTo>
                      <a:pt x="54403" y="216436"/>
                    </a:lnTo>
                    <a:lnTo>
                      <a:pt x="0" y="216436"/>
                    </a:lnTo>
                    <a:lnTo>
                      <a:pt x="0" y="140898"/>
                    </a:lnTo>
                    <a:lnTo>
                      <a:pt x="54403" y="140898"/>
                    </a:lnTo>
                    <a:lnTo>
                      <a:pt x="54403" y="90429"/>
                    </a:lnTo>
                    <a:cubicBezTo>
                      <a:pt x="54356" y="90266"/>
                      <a:pt x="54310" y="90103"/>
                      <a:pt x="54263" y="89940"/>
                    </a:cubicBezTo>
                    <a:cubicBezTo>
                      <a:pt x="54393" y="21715"/>
                      <a:pt x="104084" y="2174"/>
                      <a:pt x="150786" y="971"/>
                    </a:cubicBezTo>
                    <a:cubicBezTo>
                      <a:pt x="168948" y="503"/>
                      <a:pt x="181997" y="-60"/>
                      <a:pt x="193296" y="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2118" name="Google Shape;2118;p49"/>
              <p:cNvSpPr/>
              <p:nvPr/>
            </p:nvSpPr>
            <p:spPr>
              <a:xfrm>
                <a:off x="8105957" y="3478924"/>
                <a:ext cx="284621" cy="282605"/>
              </a:xfrm>
              <a:custGeom>
                <a:rect b="b" l="l" r="r" t="t"/>
                <a:pathLst>
                  <a:path extrusionOk="0" h="297454" w="299575">
                    <a:moveTo>
                      <a:pt x="249204" y="123541"/>
                    </a:moveTo>
                    <a:cubicBezTo>
                      <a:pt x="240190" y="123011"/>
                      <a:pt x="239659" y="128843"/>
                      <a:pt x="241250" y="136266"/>
                    </a:cubicBezTo>
                    <a:cubicBezTo>
                      <a:pt x="245492" y="158536"/>
                      <a:pt x="240720" y="179214"/>
                      <a:pt x="229055" y="198302"/>
                    </a:cubicBezTo>
                    <a:cubicBezTo>
                      <a:pt x="206255" y="234888"/>
                      <a:pt x="158536" y="250264"/>
                      <a:pt x="116648" y="234888"/>
                    </a:cubicBezTo>
                    <a:cubicBezTo>
                      <a:pt x="83774" y="222692"/>
                      <a:pt x="50901" y="185577"/>
                      <a:pt x="59914" y="135736"/>
                    </a:cubicBezTo>
                    <a:cubicBezTo>
                      <a:pt x="60444" y="132555"/>
                      <a:pt x="62565" y="127252"/>
                      <a:pt x="58324" y="125662"/>
                    </a:cubicBezTo>
                    <a:cubicBezTo>
                      <a:pt x="51431" y="122481"/>
                      <a:pt x="43477" y="123541"/>
                      <a:pt x="36585" y="125131"/>
                    </a:cubicBezTo>
                    <a:cubicBezTo>
                      <a:pt x="30222" y="126722"/>
                      <a:pt x="31813" y="133085"/>
                      <a:pt x="31813" y="137857"/>
                    </a:cubicBezTo>
                    <a:cubicBezTo>
                      <a:pt x="31813" y="174442"/>
                      <a:pt x="31813" y="210497"/>
                      <a:pt x="31813" y="247082"/>
                    </a:cubicBezTo>
                    <a:cubicBezTo>
                      <a:pt x="31813" y="262989"/>
                      <a:pt x="35524" y="266701"/>
                      <a:pt x="51961" y="266701"/>
                    </a:cubicBezTo>
                    <a:cubicBezTo>
                      <a:pt x="84835" y="266701"/>
                      <a:pt x="117178" y="266701"/>
                      <a:pt x="150052" y="266701"/>
                    </a:cubicBezTo>
                    <a:cubicBezTo>
                      <a:pt x="183456" y="266701"/>
                      <a:pt x="217390" y="266701"/>
                      <a:pt x="250794" y="266701"/>
                    </a:cubicBezTo>
                    <a:cubicBezTo>
                      <a:pt x="262459" y="266701"/>
                      <a:pt x="269352" y="261929"/>
                      <a:pt x="269352" y="250264"/>
                    </a:cubicBezTo>
                    <a:cubicBezTo>
                      <a:pt x="269352" y="211558"/>
                      <a:pt x="269352" y="173382"/>
                      <a:pt x="269352" y="134675"/>
                    </a:cubicBezTo>
                    <a:cubicBezTo>
                      <a:pt x="268822" y="126987"/>
                      <a:pt x="265773" y="124337"/>
                      <a:pt x="261863" y="123541"/>
                    </a:cubicBezTo>
                    <a:cubicBezTo>
                      <a:pt x="257952" y="122746"/>
                      <a:pt x="253180" y="123806"/>
                      <a:pt x="249204" y="123541"/>
                    </a:cubicBezTo>
                    <a:close/>
                    <a:moveTo>
                      <a:pt x="151642" y="88016"/>
                    </a:moveTo>
                    <a:cubicBezTo>
                      <a:pt x="116648" y="87486"/>
                      <a:pt x="89076" y="113997"/>
                      <a:pt x="89076" y="147931"/>
                    </a:cubicBezTo>
                    <a:cubicBezTo>
                      <a:pt x="89076" y="180805"/>
                      <a:pt x="117178" y="208377"/>
                      <a:pt x="150582" y="208377"/>
                    </a:cubicBezTo>
                    <a:cubicBezTo>
                      <a:pt x="183986" y="208377"/>
                      <a:pt x="212088" y="181335"/>
                      <a:pt x="212088" y="148461"/>
                    </a:cubicBezTo>
                    <a:cubicBezTo>
                      <a:pt x="212088" y="115058"/>
                      <a:pt x="185577" y="88546"/>
                      <a:pt x="151642" y="88016"/>
                    </a:cubicBezTo>
                    <a:close/>
                    <a:moveTo>
                      <a:pt x="234357" y="29162"/>
                    </a:moveTo>
                    <a:cubicBezTo>
                      <a:pt x="207846" y="29162"/>
                      <a:pt x="204135" y="32873"/>
                      <a:pt x="203605" y="60444"/>
                    </a:cubicBezTo>
                    <a:cubicBezTo>
                      <a:pt x="203605" y="90137"/>
                      <a:pt x="205195" y="92258"/>
                      <a:pt x="235948" y="92258"/>
                    </a:cubicBezTo>
                    <a:cubicBezTo>
                      <a:pt x="267762" y="92258"/>
                      <a:pt x="268822" y="91197"/>
                      <a:pt x="268822" y="59914"/>
                    </a:cubicBezTo>
                    <a:cubicBezTo>
                      <a:pt x="268822" y="57794"/>
                      <a:pt x="268822" y="55673"/>
                      <a:pt x="268822" y="53552"/>
                    </a:cubicBezTo>
                    <a:cubicBezTo>
                      <a:pt x="268822" y="35524"/>
                      <a:pt x="263519" y="29692"/>
                      <a:pt x="245492" y="29162"/>
                    </a:cubicBezTo>
                    <a:cubicBezTo>
                      <a:pt x="241781" y="29162"/>
                      <a:pt x="238069" y="29162"/>
                      <a:pt x="234357" y="29162"/>
                    </a:cubicBezTo>
                    <a:close/>
                    <a:moveTo>
                      <a:pt x="41887" y="0"/>
                    </a:moveTo>
                    <a:cubicBezTo>
                      <a:pt x="113998" y="0"/>
                      <a:pt x="186108" y="0"/>
                      <a:pt x="258217" y="0"/>
                    </a:cubicBezTo>
                    <a:cubicBezTo>
                      <a:pt x="284728" y="0"/>
                      <a:pt x="299575" y="14846"/>
                      <a:pt x="299575" y="41887"/>
                    </a:cubicBezTo>
                    <a:cubicBezTo>
                      <a:pt x="299575" y="112937"/>
                      <a:pt x="299575" y="184517"/>
                      <a:pt x="299575" y="255567"/>
                    </a:cubicBezTo>
                    <a:cubicBezTo>
                      <a:pt x="299575" y="283138"/>
                      <a:pt x="285789" y="297454"/>
                      <a:pt x="257687" y="297454"/>
                    </a:cubicBezTo>
                    <a:cubicBezTo>
                      <a:pt x="221632" y="297454"/>
                      <a:pt x="185577" y="297454"/>
                      <a:pt x="149522" y="297454"/>
                    </a:cubicBezTo>
                    <a:cubicBezTo>
                      <a:pt x="113467" y="297454"/>
                      <a:pt x="77412" y="297454"/>
                      <a:pt x="41357" y="297454"/>
                    </a:cubicBezTo>
                    <a:cubicBezTo>
                      <a:pt x="14315" y="297454"/>
                      <a:pt x="0" y="283138"/>
                      <a:pt x="0" y="256096"/>
                    </a:cubicBezTo>
                    <a:cubicBezTo>
                      <a:pt x="0" y="184517"/>
                      <a:pt x="0" y="112937"/>
                      <a:pt x="0" y="41357"/>
                    </a:cubicBezTo>
                    <a:cubicBezTo>
                      <a:pt x="0" y="14315"/>
                      <a:pt x="14846" y="0"/>
                      <a:pt x="41887"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grpSp>
        <p:grpSp>
          <p:nvGrpSpPr>
            <p:cNvPr id="2119" name="Google Shape;2119;p49"/>
            <p:cNvGrpSpPr/>
            <p:nvPr/>
          </p:nvGrpSpPr>
          <p:grpSpPr>
            <a:xfrm>
              <a:off x="8955547" y="3191206"/>
              <a:ext cx="1044109" cy="1340343"/>
              <a:chOff x="3425013" y="0"/>
              <a:chExt cx="5341478" cy="6856954"/>
            </a:xfrm>
          </p:grpSpPr>
          <p:sp>
            <p:nvSpPr>
              <p:cNvPr id="2120" name="Google Shape;2120;p49"/>
              <p:cNvSpPr/>
              <p:nvPr/>
            </p:nvSpPr>
            <p:spPr>
              <a:xfrm>
                <a:off x="3425013" y="0"/>
                <a:ext cx="5341478" cy="6856954"/>
              </a:xfrm>
              <a:custGeom>
                <a:rect b="b" l="l" r="r" t="t"/>
                <a:pathLst>
                  <a:path extrusionOk="0" h="6856954" w="5341478">
                    <a:moveTo>
                      <a:pt x="2688415" y="0"/>
                    </a:moveTo>
                    <a:cubicBezTo>
                      <a:pt x="2688415" y="0"/>
                      <a:pt x="956487" y="1166644"/>
                      <a:pt x="25123" y="1019550"/>
                    </a:cubicBezTo>
                    <a:cubicBezTo>
                      <a:pt x="-26116" y="2058707"/>
                      <a:pt x="15276" y="3058651"/>
                      <a:pt x="25123" y="3846231"/>
                    </a:cubicBezTo>
                    <a:cubicBezTo>
                      <a:pt x="54577" y="5744861"/>
                      <a:pt x="2642056" y="6856955"/>
                      <a:pt x="2642056" y="6856955"/>
                    </a:cubicBezTo>
                    <a:cubicBezTo>
                      <a:pt x="2642056" y="6856955"/>
                      <a:pt x="5064141" y="5921234"/>
                      <a:pt x="5338636" y="3952543"/>
                    </a:cubicBezTo>
                    <a:cubicBezTo>
                      <a:pt x="5328789" y="2980224"/>
                      <a:pt x="5348483" y="1950827"/>
                      <a:pt x="5338636" y="1048917"/>
                    </a:cubicBezTo>
                    <a:cubicBezTo>
                      <a:pt x="3593636" y="764663"/>
                      <a:pt x="2688415" y="0"/>
                      <a:pt x="2688415" y="0"/>
                    </a:cubicBezTo>
                    <a:close/>
                  </a:path>
                </a:pathLst>
              </a:custGeom>
              <a:noFill/>
              <a:ln cap="flat" cmpd="sng" w="3175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121" name="Google Shape;2121;p49"/>
              <p:cNvSpPr/>
              <p:nvPr/>
            </p:nvSpPr>
            <p:spPr>
              <a:xfrm>
                <a:off x="3692070" y="321376"/>
                <a:ext cx="4817313" cy="6184138"/>
              </a:xfrm>
              <a:custGeom>
                <a:rect b="b" l="l" r="r" t="t"/>
                <a:pathLst>
                  <a:path extrusionOk="0" h="6184138" w="4817313">
                    <a:moveTo>
                      <a:pt x="2424582" y="0"/>
                    </a:moveTo>
                    <a:cubicBezTo>
                      <a:pt x="2424582" y="0"/>
                      <a:pt x="862578" y="1052141"/>
                      <a:pt x="22626" y="919512"/>
                    </a:cubicBezTo>
                    <a:cubicBezTo>
                      <a:pt x="-23559" y="1856714"/>
                      <a:pt x="13825" y="2758537"/>
                      <a:pt x="22626" y="3468824"/>
                    </a:cubicBezTo>
                    <a:cubicBezTo>
                      <a:pt x="49117" y="5181145"/>
                      <a:pt x="2382841" y="6184138"/>
                      <a:pt x="2382841" y="6184138"/>
                    </a:cubicBezTo>
                    <a:cubicBezTo>
                      <a:pt x="2382841" y="6184138"/>
                      <a:pt x="4567206" y="5340265"/>
                      <a:pt x="4814773" y="3564766"/>
                    </a:cubicBezTo>
                    <a:cubicBezTo>
                      <a:pt x="4805973" y="2687778"/>
                      <a:pt x="4823575" y="1759465"/>
                      <a:pt x="4814773" y="946003"/>
                    </a:cubicBezTo>
                    <a:cubicBezTo>
                      <a:pt x="3240919" y="689634"/>
                      <a:pt x="2424582" y="0"/>
                      <a:pt x="2424582"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122" name="Google Shape;2122;p49"/>
              <p:cNvSpPr/>
              <p:nvPr/>
            </p:nvSpPr>
            <p:spPr>
              <a:xfrm>
                <a:off x="5077582" y="3107623"/>
                <a:ext cx="1971904" cy="1813799"/>
              </a:xfrm>
              <a:custGeom>
                <a:rect b="b" l="l" r="r" t="t"/>
                <a:pathLst>
                  <a:path extrusionOk="0" h="1813799" w="1971904">
                    <a:moveTo>
                      <a:pt x="1970433" y="1441139"/>
                    </a:moveTo>
                    <a:cubicBezTo>
                      <a:pt x="1467194" y="1954225"/>
                      <a:pt x="555524" y="1921547"/>
                      <a:pt x="0" y="1441139"/>
                    </a:cubicBezTo>
                    <a:cubicBezTo>
                      <a:pt x="0" y="1079329"/>
                      <a:pt x="0" y="0"/>
                      <a:pt x="0" y="0"/>
                    </a:cubicBezTo>
                    <a:lnTo>
                      <a:pt x="1970433" y="0"/>
                    </a:lnTo>
                    <a:cubicBezTo>
                      <a:pt x="1970433" y="87"/>
                      <a:pt x="1973745" y="1079329"/>
                      <a:pt x="1970433" y="144113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123" name="Google Shape;2123;p49"/>
              <p:cNvSpPr/>
              <p:nvPr/>
            </p:nvSpPr>
            <p:spPr>
              <a:xfrm>
                <a:off x="5332382" y="1718072"/>
                <a:ext cx="1483576" cy="1261366"/>
              </a:xfrm>
              <a:custGeom>
                <a:rect b="b" l="l" r="r" t="t"/>
                <a:pathLst>
                  <a:path extrusionOk="0" h="1261366" w="1483576">
                    <a:moveTo>
                      <a:pt x="741832" y="0"/>
                    </a:moveTo>
                    <a:lnTo>
                      <a:pt x="741832" y="0"/>
                    </a:lnTo>
                    <a:cubicBezTo>
                      <a:pt x="332182" y="0"/>
                      <a:pt x="0" y="332095"/>
                      <a:pt x="0" y="741745"/>
                    </a:cubicBezTo>
                    <a:lnTo>
                      <a:pt x="0" y="1261367"/>
                    </a:lnTo>
                    <a:lnTo>
                      <a:pt x="292445" y="1261367"/>
                    </a:lnTo>
                    <a:lnTo>
                      <a:pt x="292445" y="735209"/>
                    </a:lnTo>
                    <a:cubicBezTo>
                      <a:pt x="292445" y="499231"/>
                      <a:pt x="483720" y="307956"/>
                      <a:pt x="719698" y="307956"/>
                    </a:cubicBezTo>
                    <a:lnTo>
                      <a:pt x="719698" y="307956"/>
                    </a:lnTo>
                    <a:cubicBezTo>
                      <a:pt x="955676" y="307956"/>
                      <a:pt x="1146950" y="499231"/>
                      <a:pt x="1146950" y="735209"/>
                    </a:cubicBezTo>
                    <a:lnTo>
                      <a:pt x="1146950" y="1261367"/>
                    </a:lnTo>
                    <a:lnTo>
                      <a:pt x="1483576" y="1261367"/>
                    </a:lnTo>
                    <a:lnTo>
                      <a:pt x="1483576" y="741745"/>
                    </a:lnTo>
                    <a:cubicBezTo>
                      <a:pt x="1483664" y="332095"/>
                      <a:pt x="1151569" y="0"/>
                      <a:pt x="741832"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124" name="Google Shape;2124;p49"/>
              <p:cNvSpPr/>
              <p:nvPr/>
            </p:nvSpPr>
            <p:spPr>
              <a:xfrm>
                <a:off x="5864640" y="3547424"/>
                <a:ext cx="405205" cy="796469"/>
              </a:xfrm>
              <a:custGeom>
                <a:rect b="b" l="l" r="r" t="t"/>
                <a:pathLst>
                  <a:path extrusionOk="0" h="796469" w="405205">
                    <a:moveTo>
                      <a:pt x="353618" y="639528"/>
                    </a:moveTo>
                    <a:lnTo>
                      <a:pt x="310135" y="639528"/>
                    </a:lnTo>
                    <a:cubicBezTo>
                      <a:pt x="311006" y="635781"/>
                      <a:pt x="311529" y="631947"/>
                      <a:pt x="311529" y="628026"/>
                    </a:cubicBezTo>
                    <a:lnTo>
                      <a:pt x="311529" y="570861"/>
                    </a:lnTo>
                    <a:cubicBezTo>
                      <a:pt x="311529" y="543324"/>
                      <a:pt x="289221" y="521016"/>
                      <a:pt x="261685" y="521016"/>
                    </a:cubicBezTo>
                    <a:lnTo>
                      <a:pt x="261423" y="521016"/>
                    </a:lnTo>
                    <a:lnTo>
                      <a:pt x="261423" y="396492"/>
                    </a:lnTo>
                    <a:cubicBezTo>
                      <a:pt x="344643" y="371308"/>
                      <a:pt x="405206" y="294014"/>
                      <a:pt x="405206" y="202603"/>
                    </a:cubicBezTo>
                    <a:cubicBezTo>
                      <a:pt x="405206" y="90714"/>
                      <a:pt x="314492" y="0"/>
                      <a:pt x="202603" y="0"/>
                    </a:cubicBezTo>
                    <a:cubicBezTo>
                      <a:pt x="90714" y="0"/>
                      <a:pt x="0" y="90714"/>
                      <a:pt x="0" y="202603"/>
                    </a:cubicBezTo>
                    <a:cubicBezTo>
                      <a:pt x="0" y="294014"/>
                      <a:pt x="60563" y="371308"/>
                      <a:pt x="143783" y="396492"/>
                    </a:cubicBezTo>
                    <a:lnTo>
                      <a:pt x="143783" y="521016"/>
                    </a:lnTo>
                    <a:lnTo>
                      <a:pt x="143521" y="521016"/>
                    </a:lnTo>
                    <a:cubicBezTo>
                      <a:pt x="115985" y="521016"/>
                      <a:pt x="93677" y="543324"/>
                      <a:pt x="93677" y="570861"/>
                    </a:cubicBezTo>
                    <a:lnTo>
                      <a:pt x="93677" y="628026"/>
                    </a:lnTo>
                    <a:cubicBezTo>
                      <a:pt x="93677" y="632034"/>
                      <a:pt x="94199" y="635868"/>
                      <a:pt x="95071" y="639528"/>
                    </a:cubicBezTo>
                    <a:lnTo>
                      <a:pt x="51587" y="639528"/>
                    </a:lnTo>
                    <a:cubicBezTo>
                      <a:pt x="35118" y="639528"/>
                      <a:pt x="21785" y="652861"/>
                      <a:pt x="21785" y="669330"/>
                    </a:cubicBezTo>
                    <a:lnTo>
                      <a:pt x="21785" y="766667"/>
                    </a:lnTo>
                    <a:cubicBezTo>
                      <a:pt x="21785" y="783137"/>
                      <a:pt x="35118" y="796469"/>
                      <a:pt x="51587" y="796469"/>
                    </a:cubicBezTo>
                    <a:lnTo>
                      <a:pt x="353705" y="796469"/>
                    </a:lnTo>
                    <a:cubicBezTo>
                      <a:pt x="370175" y="796469"/>
                      <a:pt x="383508" y="783137"/>
                      <a:pt x="383508" y="766667"/>
                    </a:cubicBezTo>
                    <a:lnTo>
                      <a:pt x="383508" y="669330"/>
                    </a:lnTo>
                    <a:cubicBezTo>
                      <a:pt x="383333" y="652861"/>
                      <a:pt x="370001" y="639528"/>
                      <a:pt x="353618" y="63952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grpSp>
      <p:sp>
        <p:nvSpPr>
          <p:cNvPr id="2125" name="Google Shape;2125;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4"/>
                                        </p:tgtEl>
                                        <p:attrNameLst>
                                          <p:attrName>style.visibility</p:attrName>
                                        </p:attrNameLst>
                                      </p:cBhvr>
                                      <p:to>
                                        <p:strVal val="visible"/>
                                      </p:to>
                                    </p:set>
                                    <p:animEffect filter="fade" transition="in">
                                      <p:cBhvr>
                                        <p:cTn dur="500"/>
                                        <p:tgtEl>
                                          <p:spTgt spid="20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5"/>
                                        </p:tgtEl>
                                        <p:attrNameLst>
                                          <p:attrName>style.visibility</p:attrName>
                                        </p:attrNameLst>
                                      </p:cBhvr>
                                      <p:to>
                                        <p:strVal val="visible"/>
                                      </p:to>
                                    </p:set>
                                    <p:animEffect filter="fade" transition="in">
                                      <p:cBhvr>
                                        <p:cTn dur="500"/>
                                        <p:tgtEl>
                                          <p:spTgt spid="20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6"/>
                                        </p:tgtEl>
                                        <p:attrNameLst>
                                          <p:attrName>style.visibility</p:attrName>
                                        </p:attrNameLst>
                                      </p:cBhvr>
                                      <p:to>
                                        <p:strVal val="visible"/>
                                      </p:to>
                                    </p:set>
                                    <p:animEffect filter="fade" transition="in">
                                      <p:cBhvr>
                                        <p:cTn dur="500"/>
                                        <p:tgtEl>
                                          <p:spTgt spid="20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7"/>
                                        </p:tgtEl>
                                        <p:attrNameLst>
                                          <p:attrName>style.visibility</p:attrName>
                                        </p:attrNameLst>
                                      </p:cBhvr>
                                      <p:to>
                                        <p:strVal val="visible"/>
                                      </p:to>
                                    </p:set>
                                    <p:animEffect filter="fade" transition="in">
                                      <p:cBhvr>
                                        <p:cTn dur="500"/>
                                        <p:tgtEl>
                                          <p:spTgt spid="20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8"/>
                                        </p:tgtEl>
                                        <p:attrNameLst>
                                          <p:attrName>style.visibility</p:attrName>
                                        </p:attrNameLst>
                                      </p:cBhvr>
                                      <p:to>
                                        <p:strVal val="visible"/>
                                      </p:to>
                                    </p:set>
                                    <p:animEffect filter="fade" transition="in">
                                      <p:cBhvr>
                                        <p:cTn dur="500"/>
                                        <p:tgtEl>
                                          <p:spTgt spid="20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9"/>
                                        </p:tgtEl>
                                        <p:attrNameLst>
                                          <p:attrName>style.visibility</p:attrName>
                                        </p:attrNameLst>
                                      </p:cBhvr>
                                      <p:to>
                                        <p:strVal val="visible"/>
                                      </p:to>
                                    </p:set>
                                    <p:animEffect filter="fade" transition="in">
                                      <p:cBhvr>
                                        <p:cTn dur="500"/>
                                        <p:tgtEl>
                                          <p:spTgt spid="20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054"/>
                                        </p:tgtEl>
                                      </p:cBhvr>
                                    </p:animEffect>
                                    <p:set>
                                      <p:cBhvr>
                                        <p:cTn dur="1" fill="hold">
                                          <p:stCondLst>
                                            <p:cond delay="500"/>
                                          </p:stCondLst>
                                        </p:cTn>
                                        <p:tgtEl>
                                          <p:spTgt spid="205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055"/>
                                        </p:tgtEl>
                                      </p:cBhvr>
                                    </p:animEffect>
                                    <p:set>
                                      <p:cBhvr>
                                        <p:cTn dur="1" fill="hold">
                                          <p:stCondLst>
                                            <p:cond delay="500"/>
                                          </p:stCondLst>
                                        </p:cTn>
                                        <p:tgtEl>
                                          <p:spTgt spid="205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056"/>
                                        </p:tgtEl>
                                      </p:cBhvr>
                                    </p:animEffect>
                                    <p:set>
                                      <p:cBhvr>
                                        <p:cTn dur="1" fill="hold">
                                          <p:stCondLst>
                                            <p:cond delay="500"/>
                                          </p:stCondLst>
                                        </p:cTn>
                                        <p:tgtEl>
                                          <p:spTgt spid="205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057"/>
                                        </p:tgtEl>
                                      </p:cBhvr>
                                    </p:animEffect>
                                    <p:set>
                                      <p:cBhvr>
                                        <p:cTn dur="1" fill="hold">
                                          <p:stCondLst>
                                            <p:cond delay="500"/>
                                          </p:stCondLst>
                                        </p:cTn>
                                        <p:tgtEl>
                                          <p:spTgt spid="205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058"/>
                                        </p:tgtEl>
                                      </p:cBhvr>
                                    </p:animEffect>
                                    <p:set>
                                      <p:cBhvr>
                                        <p:cTn dur="1" fill="hold">
                                          <p:stCondLst>
                                            <p:cond delay="500"/>
                                          </p:stCondLst>
                                        </p:cTn>
                                        <p:tgtEl>
                                          <p:spTgt spid="205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059"/>
                                        </p:tgtEl>
                                      </p:cBhvr>
                                    </p:animEffect>
                                    <p:set>
                                      <p:cBhvr>
                                        <p:cTn dur="1" fill="hold">
                                          <p:stCondLst>
                                            <p:cond delay="500"/>
                                          </p:stCondLst>
                                        </p:cTn>
                                        <p:tgtEl>
                                          <p:spTgt spid="205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0"/>
                                        </p:tgtEl>
                                        <p:attrNameLst>
                                          <p:attrName>style.visibility</p:attrName>
                                        </p:attrNameLst>
                                      </p:cBhvr>
                                      <p:to>
                                        <p:strVal val="visible"/>
                                      </p:to>
                                    </p:set>
                                    <p:animEffect filter="fade" transition="in">
                                      <p:cBhvr>
                                        <p:cTn dur="500"/>
                                        <p:tgtEl>
                                          <p:spTgt spid="20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1"/>
                                        </p:tgtEl>
                                        <p:attrNameLst>
                                          <p:attrName>style.visibility</p:attrName>
                                        </p:attrNameLst>
                                      </p:cBhvr>
                                      <p:to>
                                        <p:strVal val="visible"/>
                                      </p:to>
                                    </p:set>
                                    <p:animEffect filter="fade" transition="in">
                                      <p:cBhvr>
                                        <p:cTn dur="500"/>
                                        <p:tgtEl>
                                          <p:spTgt spid="20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2"/>
                                        </p:tgtEl>
                                        <p:attrNameLst>
                                          <p:attrName>style.visibility</p:attrName>
                                        </p:attrNameLst>
                                      </p:cBhvr>
                                      <p:to>
                                        <p:strVal val="visible"/>
                                      </p:to>
                                    </p:set>
                                    <p:animEffect filter="fade" transition="in">
                                      <p:cBhvr>
                                        <p:cTn dur="500"/>
                                        <p:tgtEl>
                                          <p:spTgt spid="20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3"/>
                                        </p:tgtEl>
                                        <p:attrNameLst>
                                          <p:attrName>style.visibility</p:attrName>
                                        </p:attrNameLst>
                                      </p:cBhvr>
                                      <p:to>
                                        <p:strVal val="visible"/>
                                      </p:to>
                                    </p:set>
                                    <p:animEffect filter="fade" transition="in">
                                      <p:cBhvr>
                                        <p:cTn dur="500"/>
                                        <p:tgtEl>
                                          <p:spTgt spid="20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9" name="Shape 2129"/>
        <p:cNvGrpSpPr/>
        <p:nvPr/>
      </p:nvGrpSpPr>
      <p:grpSpPr>
        <a:xfrm>
          <a:off x="0" y="0"/>
          <a:ext cx="0" cy="0"/>
          <a:chOff x="0" y="0"/>
          <a:chExt cx="0" cy="0"/>
        </a:xfrm>
      </p:grpSpPr>
      <p:sp>
        <p:nvSpPr>
          <p:cNvPr id="2130" name="Google Shape;2130;p50"/>
          <p:cNvSpPr txBox="1"/>
          <p:nvPr/>
        </p:nvSpPr>
        <p:spPr>
          <a:xfrm>
            <a:off x="3912270" y="96982"/>
            <a:ext cx="4009687"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4000"/>
              <a:buFont typeface="Arial"/>
              <a:buNone/>
            </a:pPr>
            <a:r>
              <a:rPr b="0" i="0" lang="en-US" sz="4000" u="none" cap="none" strike="noStrike">
                <a:solidFill>
                  <a:schemeClr val="accent1"/>
                </a:solidFill>
                <a:latin typeface="Arial"/>
                <a:ea typeface="Arial"/>
                <a:cs typeface="Arial"/>
                <a:sym typeface="Arial"/>
              </a:rPr>
              <a:t>Common mistakes</a:t>
            </a:r>
            <a:endParaRPr b="0" i="0" sz="4000" u="none" cap="none" strike="noStrike">
              <a:solidFill>
                <a:schemeClr val="accent1"/>
              </a:solidFill>
              <a:latin typeface="Arial"/>
              <a:ea typeface="Arial"/>
              <a:cs typeface="Arial"/>
              <a:sym typeface="Arial"/>
            </a:endParaRPr>
          </a:p>
        </p:txBody>
      </p:sp>
      <p:sp>
        <p:nvSpPr>
          <p:cNvPr id="2131" name="Google Shape;2131;p50"/>
          <p:cNvSpPr txBox="1"/>
          <p:nvPr/>
        </p:nvSpPr>
        <p:spPr>
          <a:xfrm>
            <a:off x="389061" y="1304327"/>
            <a:ext cx="6177204"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I have been knowing him all my life</a:t>
            </a:r>
            <a:endParaRPr b="0" i="0" sz="1800" u="none" cap="none" strike="noStrike">
              <a:solidFill>
                <a:schemeClr val="dk1"/>
              </a:solidFill>
              <a:latin typeface="Calibri"/>
              <a:ea typeface="Calibri"/>
              <a:cs typeface="Calibri"/>
              <a:sym typeface="Calibri"/>
            </a:endParaRPr>
          </a:p>
        </p:txBody>
      </p:sp>
      <p:sp>
        <p:nvSpPr>
          <p:cNvPr id="2132" name="Google Shape;2132;p50"/>
          <p:cNvSpPr txBox="1"/>
          <p:nvPr/>
        </p:nvSpPr>
        <p:spPr>
          <a:xfrm>
            <a:off x="389061" y="2388561"/>
            <a:ext cx="782419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I have been believing in God since childhood </a:t>
            </a:r>
            <a:endParaRPr b="0" i="0" sz="1800" u="none" cap="none" strike="noStrike">
              <a:solidFill>
                <a:schemeClr val="dk1"/>
              </a:solidFill>
              <a:latin typeface="Calibri"/>
              <a:ea typeface="Calibri"/>
              <a:cs typeface="Calibri"/>
              <a:sym typeface="Calibri"/>
            </a:endParaRPr>
          </a:p>
        </p:txBody>
      </p:sp>
      <p:sp>
        <p:nvSpPr>
          <p:cNvPr id="2133" name="Google Shape;2133;p50"/>
          <p:cNvSpPr txBox="1"/>
          <p:nvPr/>
        </p:nvSpPr>
        <p:spPr>
          <a:xfrm>
            <a:off x="389061" y="3704743"/>
            <a:ext cx="9009711"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This house has always been belonging to our family </a:t>
            </a:r>
            <a:endParaRPr b="0" i="0" sz="1800" u="none" cap="none" strike="noStrike">
              <a:solidFill>
                <a:schemeClr val="dk1"/>
              </a:solidFill>
              <a:latin typeface="Calibri"/>
              <a:ea typeface="Calibri"/>
              <a:cs typeface="Calibri"/>
              <a:sym typeface="Calibri"/>
            </a:endParaRPr>
          </a:p>
        </p:txBody>
      </p:sp>
      <p:cxnSp>
        <p:nvCxnSpPr>
          <p:cNvPr id="2134" name="Google Shape;2134;p50"/>
          <p:cNvCxnSpPr/>
          <p:nvPr/>
        </p:nvCxnSpPr>
        <p:spPr>
          <a:xfrm>
            <a:off x="1771018" y="1351140"/>
            <a:ext cx="2141252" cy="584775"/>
          </a:xfrm>
          <a:prstGeom prst="straightConnector1">
            <a:avLst/>
          </a:prstGeom>
          <a:noFill/>
          <a:ln cap="flat" cmpd="sng" w="38100">
            <a:solidFill>
              <a:srgbClr val="FF0000"/>
            </a:solidFill>
            <a:prstDash val="solid"/>
            <a:miter lim="800000"/>
            <a:headEnd len="sm" w="sm" type="none"/>
            <a:tailEnd len="sm" w="sm" type="none"/>
          </a:ln>
        </p:spPr>
      </p:cxnSp>
      <p:cxnSp>
        <p:nvCxnSpPr>
          <p:cNvPr id="2135" name="Google Shape;2135;p50"/>
          <p:cNvCxnSpPr/>
          <p:nvPr/>
        </p:nvCxnSpPr>
        <p:spPr>
          <a:xfrm>
            <a:off x="1771018" y="2366243"/>
            <a:ext cx="2141252" cy="607093"/>
          </a:xfrm>
          <a:prstGeom prst="straightConnector1">
            <a:avLst/>
          </a:prstGeom>
          <a:noFill/>
          <a:ln cap="flat" cmpd="sng" w="38100">
            <a:solidFill>
              <a:srgbClr val="FF0000"/>
            </a:solidFill>
            <a:prstDash val="solid"/>
            <a:miter lim="800000"/>
            <a:headEnd len="sm" w="sm" type="none"/>
            <a:tailEnd len="sm" w="sm" type="none"/>
          </a:ln>
        </p:spPr>
      </p:cxnSp>
      <p:cxnSp>
        <p:nvCxnSpPr>
          <p:cNvPr id="2136" name="Google Shape;2136;p50"/>
          <p:cNvCxnSpPr/>
          <p:nvPr/>
        </p:nvCxnSpPr>
        <p:spPr>
          <a:xfrm>
            <a:off x="4301157" y="3727060"/>
            <a:ext cx="2491529" cy="584776"/>
          </a:xfrm>
          <a:prstGeom prst="straightConnector1">
            <a:avLst/>
          </a:prstGeom>
          <a:noFill/>
          <a:ln cap="flat" cmpd="sng" w="38100">
            <a:solidFill>
              <a:srgbClr val="FF0000"/>
            </a:solidFill>
            <a:prstDash val="solid"/>
            <a:miter lim="800000"/>
            <a:headEnd len="sm" w="sm" type="none"/>
            <a:tailEnd len="sm" w="sm" type="none"/>
          </a:ln>
        </p:spPr>
      </p:cxnSp>
      <p:sp>
        <p:nvSpPr>
          <p:cNvPr id="2137" name="Google Shape;2137;p50"/>
          <p:cNvSpPr txBox="1"/>
          <p:nvPr/>
        </p:nvSpPr>
        <p:spPr>
          <a:xfrm>
            <a:off x="389061" y="1301105"/>
            <a:ext cx="493648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I </a:t>
            </a:r>
            <a:r>
              <a:rPr b="1" i="0" lang="en-US" sz="3200" u="none" cap="none" strike="noStrike">
                <a:solidFill>
                  <a:srgbClr val="FF0000"/>
                </a:solidFill>
                <a:latin typeface="Arial"/>
                <a:ea typeface="Arial"/>
                <a:cs typeface="Arial"/>
                <a:sym typeface="Arial"/>
              </a:rPr>
              <a:t>have known </a:t>
            </a:r>
            <a:r>
              <a:rPr b="1" i="0" lang="en-US" sz="3200" u="none" cap="none" strike="noStrike">
                <a:solidFill>
                  <a:schemeClr val="dk1"/>
                </a:solidFill>
                <a:latin typeface="Arial"/>
                <a:ea typeface="Arial"/>
                <a:cs typeface="Arial"/>
                <a:sym typeface="Arial"/>
              </a:rPr>
              <a:t>him all my life</a:t>
            </a:r>
            <a:endParaRPr b="0" i="0" sz="1800" u="none" cap="none" strike="noStrike">
              <a:solidFill>
                <a:schemeClr val="dk1"/>
              </a:solidFill>
              <a:latin typeface="Calibri"/>
              <a:ea typeface="Calibri"/>
              <a:cs typeface="Calibri"/>
              <a:sym typeface="Calibri"/>
            </a:endParaRPr>
          </a:p>
        </p:txBody>
      </p:sp>
      <p:sp>
        <p:nvSpPr>
          <p:cNvPr id="2138" name="Google Shape;2138;p50"/>
          <p:cNvSpPr txBox="1"/>
          <p:nvPr/>
        </p:nvSpPr>
        <p:spPr>
          <a:xfrm>
            <a:off x="389061" y="2396365"/>
            <a:ext cx="678647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I </a:t>
            </a:r>
            <a:r>
              <a:rPr b="1" i="0" lang="en-US" sz="3200" u="none" cap="none" strike="noStrike">
                <a:solidFill>
                  <a:srgbClr val="FF0000"/>
                </a:solidFill>
                <a:latin typeface="Arial"/>
                <a:ea typeface="Arial"/>
                <a:cs typeface="Arial"/>
                <a:sym typeface="Arial"/>
              </a:rPr>
              <a:t>have believed </a:t>
            </a:r>
            <a:r>
              <a:rPr b="1" i="0" lang="en-US" sz="3200" u="none" cap="none" strike="noStrike">
                <a:solidFill>
                  <a:schemeClr val="dk1"/>
                </a:solidFill>
                <a:latin typeface="Arial"/>
                <a:ea typeface="Arial"/>
                <a:cs typeface="Arial"/>
                <a:sym typeface="Arial"/>
              </a:rPr>
              <a:t>in God since childhood </a:t>
            </a:r>
            <a:endParaRPr b="0" i="0" sz="1800" u="none" cap="none" strike="noStrike">
              <a:solidFill>
                <a:schemeClr val="dk1"/>
              </a:solidFill>
              <a:latin typeface="Calibri"/>
              <a:ea typeface="Calibri"/>
              <a:cs typeface="Calibri"/>
              <a:sym typeface="Calibri"/>
            </a:endParaRPr>
          </a:p>
        </p:txBody>
      </p:sp>
      <p:sp>
        <p:nvSpPr>
          <p:cNvPr id="2139" name="Google Shape;2139;p50"/>
          <p:cNvSpPr txBox="1"/>
          <p:nvPr/>
        </p:nvSpPr>
        <p:spPr>
          <a:xfrm>
            <a:off x="389061" y="3682425"/>
            <a:ext cx="797134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This house </a:t>
            </a:r>
            <a:r>
              <a:rPr b="1" i="0" lang="en-US" sz="3200" u="none" cap="none" strike="noStrike">
                <a:solidFill>
                  <a:srgbClr val="FF0000"/>
                </a:solidFill>
                <a:latin typeface="Arial"/>
                <a:ea typeface="Arial"/>
                <a:cs typeface="Arial"/>
                <a:sym typeface="Arial"/>
              </a:rPr>
              <a:t>has</a:t>
            </a:r>
            <a:r>
              <a:rPr b="1" i="0" lang="en-US" sz="3200" u="none" cap="none" strike="noStrike">
                <a:solidFill>
                  <a:schemeClr val="dk1"/>
                </a:solidFill>
                <a:latin typeface="Arial"/>
                <a:ea typeface="Arial"/>
                <a:cs typeface="Arial"/>
                <a:sym typeface="Arial"/>
              </a:rPr>
              <a:t> always </a:t>
            </a:r>
            <a:r>
              <a:rPr b="1" i="0" lang="en-US" sz="3200" u="none" cap="none" strike="noStrike">
                <a:solidFill>
                  <a:srgbClr val="FF0000"/>
                </a:solidFill>
                <a:latin typeface="Arial"/>
                <a:ea typeface="Arial"/>
                <a:cs typeface="Arial"/>
                <a:sym typeface="Arial"/>
              </a:rPr>
              <a:t>belonged</a:t>
            </a:r>
            <a:r>
              <a:rPr b="1" i="0" lang="en-US" sz="3200" u="none" cap="none" strike="noStrike">
                <a:solidFill>
                  <a:schemeClr val="dk1"/>
                </a:solidFill>
                <a:latin typeface="Arial"/>
                <a:ea typeface="Arial"/>
                <a:cs typeface="Arial"/>
                <a:sym typeface="Arial"/>
              </a:rPr>
              <a:t> to our family </a:t>
            </a:r>
            <a:endParaRPr b="0" i="0" sz="1800" u="none" cap="none" strike="noStrike">
              <a:solidFill>
                <a:schemeClr val="dk1"/>
              </a:solidFill>
              <a:latin typeface="Calibri"/>
              <a:ea typeface="Calibri"/>
              <a:cs typeface="Calibri"/>
              <a:sym typeface="Calibri"/>
            </a:endParaRPr>
          </a:p>
        </p:txBody>
      </p:sp>
      <p:sp>
        <p:nvSpPr>
          <p:cNvPr id="2140" name="Google Shape;2140;p50"/>
          <p:cNvSpPr txBox="1"/>
          <p:nvPr/>
        </p:nvSpPr>
        <p:spPr>
          <a:xfrm>
            <a:off x="338931" y="4976289"/>
            <a:ext cx="11202106"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5E7D"/>
              </a:buClr>
              <a:buSzPts val="3200"/>
              <a:buFont typeface="Arial"/>
              <a:buNone/>
            </a:pPr>
            <a:r>
              <a:rPr b="1" i="0" lang="en-US" sz="3200" u="none" cap="none" strike="noStrike">
                <a:solidFill>
                  <a:srgbClr val="005E7D"/>
                </a:solidFill>
                <a:latin typeface="Arial"/>
                <a:ea typeface="Arial"/>
                <a:cs typeface="Arial"/>
                <a:sym typeface="Arial"/>
              </a:rPr>
              <a:t>Stative verbs aren’t used in Present Perfect Continuous </a:t>
            </a:r>
            <a:endParaRPr b="1" i="0" sz="3200" u="none" cap="none" strike="noStrike">
              <a:solidFill>
                <a:srgbClr val="005E7D"/>
              </a:solidFill>
              <a:latin typeface="Arial"/>
              <a:ea typeface="Arial"/>
              <a:cs typeface="Arial"/>
              <a:sym typeface="Arial"/>
            </a:endParaRPr>
          </a:p>
        </p:txBody>
      </p:sp>
      <p:pic>
        <p:nvPicPr>
          <p:cNvPr id="2141" name="Google Shape;2141;p50"/>
          <p:cNvPicPr preferRelativeResize="0"/>
          <p:nvPr/>
        </p:nvPicPr>
        <p:blipFill rotWithShape="1">
          <a:blip r:embed="rId3">
            <a:alphaModFix/>
          </a:blip>
          <a:srcRect b="0" l="0" r="0" t="0"/>
          <a:stretch/>
        </p:blipFill>
        <p:spPr>
          <a:xfrm>
            <a:off x="0" y="0"/>
            <a:ext cx="914400" cy="1001486"/>
          </a:xfrm>
          <a:prstGeom prst="rect">
            <a:avLst/>
          </a:prstGeom>
          <a:noFill/>
          <a:ln>
            <a:noFill/>
          </a:ln>
        </p:spPr>
      </p:pic>
      <p:grpSp>
        <p:nvGrpSpPr>
          <p:cNvPr id="2142" name="Google Shape;2142;p50"/>
          <p:cNvGrpSpPr/>
          <p:nvPr/>
        </p:nvGrpSpPr>
        <p:grpSpPr>
          <a:xfrm>
            <a:off x="11234057" y="6154056"/>
            <a:ext cx="890581" cy="681012"/>
            <a:chOff x="7350231" y="1734252"/>
            <a:chExt cx="4870814" cy="5345793"/>
          </a:xfrm>
        </p:grpSpPr>
        <p:grpSp>
          <p:nvGrpSpPr>
            <p:cNvPr id="2143" name="Google Shape;2143;p50"/>
            <p:cNvGrpSpPr/>
            <p:nvPr/>
          </p:nvGrpSpPr>
          <p:grpSpPr>
            <a:xfrm>
              <a:off x="7496004" y="1839383"/>
              <a:ext cx="3874490" cy="3979118"/>
              <a:chOff x="7496004" y="1839383"/>
              <a:chExt cx="3874490" cy="3979118"/>
            </a:xfrm>
          </p:grpSpPr>
          <p:sp>
            <p:nvSpPr>
              <p:cNvPr id="2144" name="Google Shape;2144;p50"/>
              <p:cNvSpPr/>
              <p:nvPr/>
            </p:nvSpPr>
            <p:spPr>
              <a:xfrm rot="8201235">
                <a:off x="10839502" y="4413955"/>
                <a:ext cx="427534" cy="471394"/>
              </a:xfrm>
              <a:custGeom>
                <a:rect b="b" l="l" r="r" t="t"/>
                <a:pathLst>
                  <a:path extrusionOk="0" h="4725490" w="4285801">
                    <a:moveTo>
                      <a:pt x="1428251" y="4622752"/>
                    </a:moveTo>
                    <a:cubicBezTo>
                      <a:pt x="1313180" y="4505074"/>
                      <a:pt x="1240588" y="4345285"/>
                      <a:pt x="1235771" y="4167715"/>
                    </a:cubicBezTo>
                    <a:cubicBezTo>
                      <a:pt x="1227835" y="3875156"/>
                      <a:pt x="1406218" y="3620819"/>
                      <a:pt x="1664050" y="3520754"/>
                    </a:cubicBezTo>
                    <a:lnTo>
                      <a:pt x="1635892" y="2482688"/>
                    </a:lnTo>
                    <a:lnTo>
                      <a:pt x="1044642" y="2469039"/>
                    </a:lnTo>
                    <a:lnTo>
                      <a:pt x="1044642" y="2667331"/>
                    </a:lnTo>
                    <a:cubicBezTo>
                      <a:pt x="1044642" y="2727000"/>
                      <a:pt x="996271" y="2775371"/>
                      <a:pt x="936601" y="2775372"/>
                    </a:cubicBezTo>
                    <a:lnTo>
                      <a:pt x="657382" y="2775371"/>
                    </a:lnTo>
                    <a:cubicBezTo>
                      <a:pt x="637755" y="2823613"/>
                      <a:pt x="630101" y="2874237"/>
                      <a:pt x="622448" y="2945800"/>
                    </a:cubicBezTo>
                    <a:lnTo>
                      <a:pt x="252030" y="2945800"/>
                    </a:lnTo>
                    <a:cubicBezTo>
                      <a:pt x="256275" y="2883407"/>
                      <a:pt x="252593" y="2828938"/>
                      <a:pt x="235967" y="2775370"/>
                    </a:cubicBezTo>
                    <a:lnTo>
                      <a:pt x="7267" y="2775370"/>
                    </a:lnTo>
                    <a:cubicBezTo>
                      <a:pt x="1003" y="2679903"/>
                      <a:pt x="-1109" y="2594661"/>
                      <a:pt x="535" y="2514852"/>
                    </a:cubicBezTo>
                    <a:cubicBezTo>
                      <a:pt x="5466" y="2275424"/>
                      <a:pt x="44187" y="2084887"/>
                      <a:pt x="105917" y="1813823"/>
                    </a:cubicBezTo>
                    <a:cubicBezTo>
                      <a:pt x="258635" y="1288584"/>
                      <a:pt x="488046" y="911620"/>
                      <a:pt x="870837" y="570445"/>
                    </a:cubicBezTo>
                    <a:cubicBezTo>
                      <a:pt x="674179" y="1284154"/>
                      <a:pt x="622718" y="1497188"/>
                      <a:pt x="741752" y="1669956"/>
                    </a:cubicBezTo>
                    <a:cubicBezTo>
                      <a:pt x="882751" y="1699943"/>
                      <a:pt x="788174" y="1674807"/>
                      <a:pt x="936601" y="1710419"/>
                    </a:cubicBezTo>
                    <a:cubicBezTo>
                      <a:pt x="1001384" y="1730870"/>
                      <a:pt x="1044642" y="1758791"/>
                      <a:pt x="1044642" y="1818460"/>
                    </a:cubicBezTo>
                    <a:lnTo>
                      <a:pt x="1044642" y="1970448"/>
                    </a:lnTo>
                    <a:lnTo>
                      <a:pt x="1621635" y="1957128"/>
                    </a:lnTo>
                    <a:lnTo>
                      <a:pt x="1601569" y="1217379"/>
                    </a:lnTo>
                    <a:cubicBezTo>
                      <a:pt x="1338692" y="1131438"/>
                      <a:pt x="1146783" y="887145"/>
                      <a:pt x="1138847" y="594588"/>
                    </a:cubicBezTo>
                    <a:cubicBezTo>
                      <a:pt x="1132425" y="357828"/>
                      <a:pt x="1248029" y="146099"/>
                      <a:pt x="1428910" y="20243"/>
                    </a:cubicBezTo>
                    <a:lnTo>
                      <a:pt x="1447318" y="698863"/>
                    </a:lnTo>
                    <a:lnTo>
                      <a:pt x="2193594" y="678620"/>
                    </a:lnTo>
                    <a:lnTo>
                      <a:pt x="2175185" y="0"/>
                    </a:lnTo>
                    <a:cubicBezTo>
                      <a:pt x="2362624" y="115865"/>
                      <a:pt x="2489536" y="321015"/>
                      <a:pt x="2495958" y="557775"/>
                    </a:cubicBezTo>
                    <a:cubicBezTo>
                      <a:pt x="2503894" y="850332"/>
                      <a:pt x="2325511" y="1104670"/>
                      <a:pt x="2067679" y="1204735"/>
                    </a:cubicBezTo>
                    <a:lnTo>
                      <a:pt x="2087796" y="1946367"/>
                    </a:lnTo>
                    <a:lnTo>
                      <a:pt x="4285801" y="1895627"/>
                    </a:lnTo>
                    <a:lnTo>
                      <a:pt x="4285801" y="2543859"/>
                    </a:lnTo>
                    <a:lnTo>
                      <a:pt x="2102637" y="2493462"/>
                    </a:lnTo>
                    <a:lnTo>
                      <a:pt x="2130160" y="3508110"/>
                    </a:lnTo>
                    <a:cubicBezTo>
                      <a:pt x="2393037" y="3594051"/>
                      <a:pt x="2584946" y="3838344"/>
                      <a:pt x="2592882" y="4130902"/>
                    </a:cubicBezTo>
                    <a:cubicBezTo>
                      <a:pt x="2599304" y="4367662"/>
                      <a:pt x="2483700" y="4579391"/>
                      <a:pt x="2302820" y="4705247"/>
                    </a:cubicBezTo>
                    <a:lnTo>
                      <a:pt x="2284411" y="4026626"/>
                    </a:lnTo>
                    <a:lnTo>
                      <a:pt x="1538135" y="4046869"/>
                    </a:lnTo>
                    <a:lnTo>
                      <a:pt x="1556544" y="4725490"/>
                    </a:lnTo>
                    <a:cubicBezTo>
                      <a:pt x="1509684" y="4696524"/>
                      <a:pt x="1466607" y="4661977"/>
                      <a:pt x="1428251" y="4622752"/>
                    </a:cubicBezTo>
                    <a:close/>
                    <a:moveTo>
                      <a:pt x="44807" y="3562389"/>
                    </a:moveTo>
                    <a:cubicBezTo>
                      <a:pt x="25255" y="3542837"/>
                      <a:pt x="13162" y="3515827"/>
                      <a:pt x="13162" y="3485992"/>
                    </a:cubicBezTo>
                    <a:lnTo>
                      <a:pt x="13162" y="3053842"/>
                    </a:lnTo>
                    <a:cubicBezTo>
                      <a:pt x="13162" y="2994173"/>
                      <a:pt x="61534" y="2945801"/>
                      <a:pt x="121203" y="2945801"/>
                    </a:cubicBezTo>
                    <a:lnTo>
                      <a:pt x="757287" y="2945801"/>
                    </a:lnTo>
                    <a:cubicBezTo>
                      <a:pt x="816956" y="2945801"/>
                      <a:pt x="865328" y="2994173"/>
                      <a:pt x="865328" y="3053842"/>
                    </a:cubicBezTo>
                    <a:lnTo>
                      <a:pt x="865328" y="3485992"/>
                    </a:lnTo>
                    <a:cubicBezTo>
                      <a:pt x="865328" y="3545662"/>
                      <a:pt x="816956" y="3594033"/>
                      <a:pt x="757287" y="3594033"/>
                    </a:cubicBezTo>
                    <a:lnTo>
                      <a:pt x="121203" y="3594033"/>
                    </a:lnTo>
                    <a:cubicBezTo>
                      <a:pt x="91368" y="3594033"/>
                      <a:pt x="64358" y="3581940"/>
                      <a:pt x="44807" y="356238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145" name="Google Shape;2145;p50"/>
              <p:cNvSpPr/>
              <p:nvPr/>
            </p:nvSpPr>
            <p:spPr>
              <a:xfrm rot="-900000">
                <a:off x="7608221" y="2961416"/>
                <a:ext cx="392828" cy="319096"/>
              </a:xfrm>
              <a:custGeom>
                <a:rect b="b" l="l" r="r" t="t"/>
                <a:pathLst>
                  <a:path extrusionOk="0" h="3321003" w="4088377">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146" name="Google Shape;2146;p50"/>
              <p:cNvSpPr/>
              <p:nvPr/>
            </p:nvSpPr>
            <p:spPr>
              <a:xfrm flipH="1" rot="5400000">
                <a:off x="10824557" y="2917080"/>
                <a:ext cx="392828" cy="392828"/>
              </a:xfrm>
              <a:custGeom>
                <a:rect b="b" l="l" r="r" t="t"/>
                <a:pathLst>
                  <a:path extrusionOk="0" h="3786923" w="3287892">
                    <a:moveTo>
                      <a:pt x="2574092" y="3411971"/>
                    </a:moveTo>
                    <a:cubicBezTo>
                      <a:pt x="2577477" y="3551838"/>
                      <a:pt x="2489596" y="3681234"/>
                      <a:pt x="2347458" y="3745664"/>
                    </a:cubicBezTo>
                    <a:cubicBezTo>
                      <a:pt x="2228355" y="3799653"/>
                      <a:pt x="2086904" y="3800713"/>
                      <a:pt x="1966757" y="3748519"/>
                    </a:cubicBezTo>
                    <a:cubicBezTo>
                      <a:pt x="1823914" y="3686464"/>
                      <a:pt x="1733597" y="3559106"/>
                      <a:pt x="1733597" y="3419734"/>
                    </a:cubicBezTo>
                    <a:cubicBezTo>
                      <a:pt x="2013762" y="3417146"/>
                      <a:pt x="2293927" y="3414559"/>
                      <a:pt x="2574092" y="3411971"/>
                    </a:cubicBezTo>
                    <a:close/>
                    <a:moveTo>
                      <a:pt x="2574187" y="367189"/>
                    </a:moveTo>
                    <a:cubicBezTo>
                      <a:pt x="2294022" y="369777"/>
                      <a:pt x="2013857" y="372364"/>
                      <a:pt x="1733692" y="374952"/>
                    </a:cubicBezTo>
                    <a:cubicBezTo>
                      <a:pt x="1730307" y="235085"/>
                      <a:pt x="1818188" y="105689"/>
                      <a:pt x="1960326" y="41259"/>
                    </a:cubicBezTo>
                    <a:cubicBezTo>
                      <a:pt x="2079429" y="-12730"/>
                      <a:pt x="2220880" y="-13790"/>
                      <a:pt x="2341027" y="38404"/>
                    </a:cubicBezTo>
                    <a:cubicBezTo>
                      <a:pt x="2483870" y="100459"/>
                      <a:pt x="2574187" y="227817"/>
                      <a:pt x="2574187" y="367189"/>
                    </a:cubicBezTo>
                    <a:close/>
                    <a:moveTo>
                      <a:pt x="2688290" y="635445"/>
                    </a:moveTo>
                    <a:lnTo>
                      <a:pt x="2688290" y="1612884"/>
                    </a:lnTo>
                    <a:lnTo>
                      <a:pt x="1619492" y="1612884"/>
                    </a:lnTo>
                    <a:lnTo>
                      <a:pt x="1619492" y="1396859"/>
                    </a:lnTo>
                    <a:lnTo>
                      <a:pt x="201708" y="1396859"/>
                    </a:lnTo>
                    <a:cubicBezTo>
                      <a:pt x="90308" y="1396859"/>
                      <a:pt x="0" y="1306551"/>
                      <a:pt x="0" y="1195151"/>
                    </a:cubicBezTo>
                    <a:lnTo>
                      <a:pt x="0" y="907003"/>
                    </a:lnTo>
                    <a:cubicBezTo>
                      <a:pt x="0" y="795603"/>
                      <a:pt x="90308" y="705295"/>
                      <a:pt x="201708" y="705295"/>
                    </a:cubicBezTo>
                    <a:lnTo>
                      <a:pt x="1619492" y="705295"/>
                    </a:lnTo>
                    <a:lnTo>
                      <a:pt x="1619492" y="635445"/>
                    </a:lnTo>
                    <a:cubicBezTo>
                      <a:pt x="1619492" y="537063"/>
                      <a:pt x="1699247" y="457308"/>
                      <a:pt x="1797629" y="457308"/>
                    </a:cubicBezTo>
                    <a:lnTo>
                      <a:pt x="2510153" y="457308"/>
                    </a:lnTo>
                    <a:cubicBezTo>
                      <a:pt x="2608535" y="457308"/>
                      <a:pt x="2688290" y="537063"/>
                      <a:pt x="2688290" y="635445"/>
                    </a:cubicBezTo>
                    <a:close/>
                    <a:moveTo>
                      <a:pt x="3177333" y="2901044"/>
                    </a:moveTo>
                    <a:lnTo>
                      <a:pt x="1130451" y="2901044"/>
                    </a:lnTo>
                    <a:cubicBezTo>
                      <a:pt x="1350134" y="2526253"/>
                      <a:pt x="1481437" y="2165059"/>
                      <a:pt x="1605942" y="1684892"/>
                    </a:cubicBezTo>
                    <a:lnTo>
                      <a:pt x="2701842" y="1684892"/>
                    </a:lnTo>
                    <a:cubicBezTo>
                      <a:pt x="2809350" y="2117470"/>
                      <a:pt x="2933855" y="2516056"/>
                      <a:pt x="3177333" y="2901044"/>
                    </a:cubicBezTo>
                    <a:close/>
                    <a:moveTo>
                      <a:pt x="3287892" y="3137537"/>
                    </a:moveTo>
                    <a:lnTo>
                      <a:pt x="3287892" y="3248909"/>
                    </a:lnTo>
                    <a:cubicBezTo>
                      <a:pt x="3287892" y="3295849"/>
                      <a:pt x="3249839" y="3333902"/>
                      <a:pt x="3202899" y="3333902"/>
                    </a:cubicBezTo>
                    <a:lnTo>
                      <a:pt x="1104885" y="3333902"/>
                    </a:lnTo>
                    <a:cubicBezTo>
                      <a:pt x="1057945" y="3333902"/>
                      <a:pt x="1019892" y="3295849"/>
                      <a:pt x="1019892" y="3248909"/>
                    </a:cubicBezTo>
                    <a:lnTo>
                      <a:pt x="1019892" y="3137537"/>
                    </a:lnTo>
                    <a:cubicBezTo>
                      <a:pt x="1019892" y="3090597"/>
                      <a:pt x="1057945" y="3052544"/>
                      <a:pt x="1104885" y="3052544"/>
                    </a:cubicBezTo>
                    <a:lnTo>
                      <a:pt x="3202899" y="3052544"/>
                    </a:lnTo>
                    <a:cubicBezTo>
                      <a:pt x="3249839" y="3052544"/>
                      <a:pt x="3287892" y="3090597"/>
                      <a:pt x="3287892" y="313753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147" name="Google Shape;2147;p50"/>
              <p:cNvSpPr/>
              <p:nvPr/>
            </p:nvSpPr>
            <p:spPr>
              <a:xfrm>
                <a:off x="11062223" y="3784811"/>
                <a:ext cx="285020" cy="285020"/>
              </a:xfrm>
              <a:custGeom>
                <a:rect b="b" l="l" r="r" t="t"/>
                <a:pathLst>
                  <a:path extrusionOk="0" h="2964099" w="2801488">
                    <a:moveTo>
                      <a:pt x="1393788" y="2251706"/>
                    </a:moveTo>
                    <a:cubicBezTo>
                      <a:pt x="1338380" y="2251706"/>
                      <a:pt x="1293463" y="2296623"/>
                      <a:pt x="1293463" y="2352031"/>
                    </a:cubicBezTo>
                    <a:cubicBezTo>
                      <a:pt x="1293463" y="2407439"/>
                      <a:pt x="1338380" y="2452356"/>
                      <a:pt x="1393788" y="2452356"/>
                    </a:cubicBezTo>
                    <a:cubicBezTo>
                      <a:pt x="1449196" y="2452356"/>
                      <a:pt x="1494113" y="2407439"/>
                      <a:pt x="1494113" y="2352031"/>
                    </a:cubicBezTo>
                    <a:cubicBezTo>
                      <a:pt x="1494113" y="2296623"/>
                      <a:pt x="1449196" y="2251706"/>
                      <a:pt x="1393788" y="2251706"/>
                    </a:cubicBezTo>
                    <a:close/>
                    <a:moveTo>
                      <a:pt x="2189420" y="1936547"/>
                    </a:moveTo>
                    <a:cubicBezTo>
                      <a:pt x="1959955" y="1936547"/>
                      <a:pt x="1773936" y="2122566"/>
                      <a:pt x="1773936" y="2352031"/>
                    </a:cubicBezTo>
                    <a:cubicBezTo>
                      <a:pt x="1773936" y="2581496"/>
                      <a:pt x="1959955" y="2767515"/>
                      <a:pt x="2189420" y="2767515"/>
                    </a:cubicBezTo>
                    <a:cubicBezTo>
                      <a:pt x="2418885" y="2767515"/>
                      <a:pt x="2604904" y="2581496"/>
                      <a:pt x="2604904" y="2352031"/>
                    </a:cubicBezTo>
                    <a:cubicBezTo>
                      <a:pt x="2604904" y="2122566"/>
                      <a:pt x="2418885" y="1936547"/>
                      <a:pt x="2189420" y="1936547"/>
                    </a:cubicBezTo>
                    <a:close/>
                    <a:moveTo>
                      <a:pt x="612068" y="1936547"/>
                    </a:moveTo>
                    <a:cubicBezTo>
                      <a:pt x="382603" y="1936547"/>
                      <a:pt x="196584" y="2122566"/>
                      <a:pt x="196584" y="2352031"/>
                    </a:cubicBezTo>
                    <a:cubicBezTo>
                      <a:pt x="196584" y="2581496"/>
                      <a:pt x="382603" y="2767515"/>
                      <a:pt x="612068" y="2767515"/>
                    </a:cubicBezTo>
                    <a:cubicBezTo>
                      <a:pt x="841533" y="2767515"/>
                      <a:pt x="1027552" y="2581496"/>
                      <a:pt x="1027552" y="2352031"/>
                    </a:cubicBezTo>
                    <a:cubicBezTo>
                      <a:pt x="1027552" y="2122566"/>
                      <a:pt x="841533" y="1936547"/>
                      <a:pt x="612068" y="1936547"/>
                    </a:cubicBezTo>
                    <a:close/>
                    <a:moveTo>
                      <a:pt x="845776" y="315"/>
                    </a:moveTo>
                    <a:cubicBezTo>
                      <a:pt x="1032101" y="7965"/>
                      <a:pt x="1181399" y="153129"/>
                      <a:pt x="1195696" y="335717"/>
                    </a:cubicBezTo>
                    <a:lnTo>
                      <a:pt x="1198885" y="335806"/>
                    </a:lnTo>
                    <a:lnTo>
                      <a:pt x="1198706" y="366401"/>
                    </a:lnTo>
                    <a:cubicBezTo>
                      <a:pt x="1198883" y="367005"/>
                      <a:pt x="1198884" y="367612"/>
                      <a:pt x="1198884" y="368218"/>
                    </a:cubicBezTo>
                    <a:lnTo>
                      <a:pt x="1198695" y="368210"/>
                    </a:lnTo>
                    <a:lnTo>
                      <a:pt x="1197421" y="585651"/>
                    </a:lnTo>
                    <a:cubicBezTo>
                      <a:pt x="1245519" y="531733"/>
                      <a:pt x="1316597" y="499778"/>
                      <a:pt x="1394104" y="502960"/>
                    </a:cubicBezTo>
                    <a:cubicBezTo>
                      <a:pt x="1472998" y="506199"/>
                      <a:pt x="1542269" y="545176"/>
                      <a:pt x="1585751" y="604519"/>
                    </a:cubicBezTo>
                    <a:cubicBezTo>
                      <a:pt x="1585226" y="514948"/>
                      <a:pt x="1584701" y="425377"/>
                      <a:pt x="1584176" y="335806"/>
                    </a:cubicBezTo>
                    <a:lnTo>
                      <a:pt x="1585829" y="335760"/>
                    </a:lnTo>
                    <a:cubicBezTo>
                      <a:pt x="1602915" y="140060"/>
                      <a:pt x="1770945" y="-7755"/>
                      <a:pt x="1967493" y="315"/>
                    </a:cubicBezTo>
                    <a:cubicBezTo>
                      <a:pt x="2146853" y="7679"/>
                      <a:pt x="2291902" y="142468"/>
                      <a:pt x="2315427" y="315465"/>
                    </a:cubicBezTo>
                    <a:lnTo>
                      <a:pt x="2320109" y="315335"/>
                    </a:lnTo>
                    <a:lnTo>
                      <a:pt x="2729306" y="2069418"/>
                    </a:lnTo>
                    <a:cubicBezTo>
                      <a:pt x="2776307" y="2152970"/>
                      <a:pt x="2801488" y="2249560"/>
                      <a:pt x="2801488" y="2352031"/>
                    </a:cubicBezTo>
                    <a:cubicBezTo>
                      <a:pt x="2801488" y="2690067"/>
                      <a:pt x="2527456" y="2964099"/>
                      <a:pt x="2189420" y="2964099"/>
                    </a:cubicBezTo>
                    <a:cubicBezTo>
                      <a:pt x="1922036" y="2964099"/>
                      <a:pt x="1694697" y="2792645"/>
                      <a:pt x="1613824" y="2552817"/>
                    </a:cubicBezTo>
                    <a:cubicBezTo>
                      <a:pt x="1559905" y="2613347"/>
                      <a:pt x="1481232" y="2650901"/>
                      <a:pt x="1393788" y="2650901"/>
                    </a:cubicBezTo>
                    <a:cubicBezTo>
                      <a:pt x="1311973" y="2650901"/>
                      <a:pt x="1237837" y="2618027"/>
                      <a:pt x="1183996" y="2564635"/>
                    </a:cubicBezTo>
                    <a:cubicBezTo>
                      <a:pt x="1099341" y="2798210"/>
                      <a:pt x="875077" y="2964099"/>
                      <a:pt x="612068" y="2964099"/>
                    </a:cubicBezTo>
                    <a:cubicBezTo>
                      <a:pt x="274032" y="2964099"/>
                      <a:pt x="0" y="2690067"/>
                      <a:pt x="0" y="2352031"/>
                    </a:cubicBezTo>
                    <a:cubicBezTo>
                      <a:pt x="0" y="2288533"/>
                      <a:pt x="9669" y="2227293"/>
                      <a:pt x="30466" y="2170591"/>
                    </a:cubicBezTo>
                    <a:lnTo>
                      <a:pt x="30153" y="2170591"/>
                    </a:lnTo>
                    <a:lnTo>
                      <a:pt x="462952" y="315335"/>
                    </a:lnTo>
                    <a:lnTo>
                      <a:pt x="467801" y="315470"/>
                    </a:lnTo>
                    <a:cubicBezTo>
                      <a:pt x="493068" y="129842"/>
                      <a:pt x="656149" y="-7470"/>
                      <a:pt x="845776" y="3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148" name="Google Shape;2148;p50"/>
              <p:cNvSpPr/>
              <p:nvPr/>
            </p:nvSpPr>
            <p:spPr>
              <a:xfrm>
                <a:off x="8077159" y="2346892"/>
                <a:ext cx="392828" cy="303948"/>
              </a:xfrm>
              <a:custGeom>
                <a:rect b="b" l="l" r="r" t="t"/>
                <a:pathLst>
                  <a:path extrusionOk="0" h="3064028" w="3960000">
                    <a:moveTo>
                      <a:pt x="1955333" y="1285185"/>
                    </a:moveTo>
                    <a:cubicBezTo>
                      <a:pt x="2192176" y="1285185"/>
                      <a:pt x="2384176" y="1477185"/>
                      <a:pt x="2384176" y="1714028"/>
                    </a:cubicBezTo>
                    <a:cubicBezTo>
                      <a:pt x="2384176" y="1950871"/>
                      <a:pt x="2192176" y="2142871"/>
                      <a:pt x="1955333" y="2142871"/>
                    </a:cubicBezTo>
                    <a:cubicBezTo>
                      <a:pt x="1718490" y="2142871"/>
                      <a:pt x="1526490" y="1950871"/>
                      <a:pt x="1526490" y="1714028"/>
                    </a:cubicBezTo>
                    <a:cubicBezTo>
                      <a:pt x="1526490" y="1477185"/>
                      <a:pt x="1718490" y="1285185"/>
                      <a:pt x="1955333" y="1285185"/>
                    </a:cubicBezTo>
                    <a:close/>
                    <a:moveTo>
                      <a:pt x="1955333" y="1074136"/>
                    </a:moveTo>
                    <a:cubicBezTo>
                      <a:pt x="1601930" y="1074136"/>
                      <a:pt x="1315441" y="1360625"/>
                      <a:pt x="1315441" y="1714028"/>
                    </a:cubicBezTo>
                    <a:cubicBezTo>
                      <a:pt x="1315441" y="2067431"/>
                      <a:pt x="1601930" y="2353920"/>
                      <a:pt x="1955333" y="2353920"/>
                    </a:cubicBezTo>
                    <a:cubicBezTo>
                      <a:pt x="2308736" y="2353920"/>
                      <a:pt x="2595225" y="2067431"/>
                      <a:pt x="2595225" y="1714028"/>
                    </a:cubicBezTo>
                    <a:cubicBezTo>
                      <a:pt x="2595225" y="1360625"/>
                      <a:pt x="2308736" y="1074136"/>
                      <a:pt x="1955333" y="1074136"/>
                    </a:cubicBezTo>
                    <a:close/>
                    <a:moveTo>
                      <a:pt x="1955333" y="849503"/>
                    </a:moveTo>
                    <a:cubicBezTo>
                      <a:pt x="2432797" y="849503"/>
                      <a:pt x="2819858" y="1236564"/>
                      <a:pt x="2819858" y="1714028"/>
                    </a:cubicBezTo>
                    <a:cubicBezTo>
                      <a:pt x="2819858" y="2191492"/>
                      <a:pt x="2432797" y="2578553"/>
                      <a:pt x="1955333" y="2578553"/>
                    </a:cubicBezTo>
                    <a:cubicBezTo>
                      <a:pt x="1477869" y="2578553"/>
                      <a:pt x="1090808" y="2191492"/>
                      <a:pt x="1090808" y="1714028"/>
                    </a:cubicBezTo>
                    <a:cubicBezTo>
                      <a:pt x="1090808" y="1236564"/>
                      <a:pt x="1477869" y="849503"/>
                      <a:pt x="1955333" y="849503"/>
                    </a:cubicBezTo>
                    <a:close/>
                    <a:moveTo>
                      <a:pt x="3253503" y="756254"/>
                    </a:moveTo>
                    <a:cubicBezTo>
                      <a:pt x="3162525" y="756254"/>
                      <a:pt x="3088773" y="830006"/>
                      <a:pt x="3088773" y="920984"/>
                    </a:cubicBezTo>
                    <a:cubicBezTo>
                      <a:pt x="3088773" y="1011962"/>
                      <a:pt x="3162525" y="1085714"/>
                      <a:pt x="3253503" y="1085714"/>
                    </a:cubicBezTo>
                    <a:cubicBezTo>
                      <a:pt x="3344481" y="1085714"/>
                      <a:pt x="3418233" y="1011962"/>
                      <a:pt x="3418233" y="920984"/>
                    </a:cubicBezTo>
                    <a:cubicBezTo>
                      <a:pt x="3418233" y="830006"/>
                      <a:pt x="3344481" y="756254"/>
                      <a:pt x="3253503" y="756254"/>
                    </a:cubicBezTo>
                    <a:close/>
                    <a:moveTo>
                      <a:pt x="1955333" y="744677"/>
                    </a:moveTo>
                    <a:cubicBezTo>
                      <a:pt x="1419975" y="744677"/>
                      <a:pt x="985982" y="1178670"/>
                      <a:pt x="985982" y="1714028"/>
                    </a:cubicBezTo>
                    <a:cubicBezTo>
                      <a:pt x="985982" y="2249386"/>
                      <a:pt x="1419975" y="2683379"/>
                      <a:pt x="1955333" y="2683379"/>
                    </a:cubicBezTo>
                    <a:cubicBezTo>
                      <a:pt x="2490691" y="2683379"/>
                      <a:pt x="2924684" y="2249386"/>
                      <a:pt x="2924684" y="1714028"/>
                    </a:cubicBezTo>
                    <a:cubicBezTo>
                      <a:pt x="2924684" y="1178670"/>
                      <a:pt x="2490691" y="744677"/>
                      <a:pt x="1955333" y="744677"/>
                    </a:cubicBezTo>
                    <a:close/>
                    <a:moveTo>
                      <a:pt x="1333922" y="0"/>
                    </a:moveTo>
                    <a:lnTo>
                      <a:pt x="2626078" y="0"/>
                    </a:lnTo>
                    <a:lnTo>
                      <a:pt x="2717085" y="364028"/>
                    </a:lnTo>
                    <a:lnTo>
                      <a:pt x="3699990" y="364028"/>
                    </a:lnTo>
                    <a:cubicBezTo>
                      <a:pt x="3843590" y="364028"/>
                      <a:pt x="3960000" y="480438"/>
                      <a:pt x="3960000" y="624038"/>
                    </a:cubicBezTo>
                    <a:lnTo>
                      <a:pt x="3960000" y="2804018"/>
                    </a:lnTo>
                    <a:cubicBezTo>
                      <a:pt x="3960000" y="2947618"/>
                      <a:pt x="3843590" y="3064028"/>
                      <a:pt x="3699990" y="3064028"/>
                    </a:cubicBezTo>
                    <a:lnTo>
                      <a:pt x="260010" y="3064028"/>
                    </a:lnTo>
                    <a:cubicBezTo>
                      <a:pt x="116410" y="3064028"/>
                      <a:pt x="0" y="2947618"/>
                      <a:pt x="0" y="2804018"/>
                    </a:cubicBezTo>
                    <a:lnTo>
                      <a:pt x="0" y="624038"/>
                    </a:lnTo>
                    <a:cubicBezTo>
                      <a:pt x="0" y="480438"/>
                      <a:pt x="116410" y="364028"/>
                      <a:pt x="260010" y="364028"/>
                    </a:cubicBezTo>
                    <a:lnTo>
                      <a:pt x="443165" y="364028"/>
                    </a:lnTo>
                    <a:lnTo>
                      <a:pt x="443165" y="237982"/>
                    </a:lnTo>
                    <a:cubicBezTo>
                      <a:pt x="443165" y="195266"/>
                      <a:pt x="477794" y="160637"/>
                      <a:pt x="520510" y="160637"/>
                    </a:cubicBezTo>
                    <a:lnTo>
                      <a:pt x="1049896" y="160637"/>
                    </a:lnTo>
                    <a:cubicBezTo>
                      <a:pt x="1092612" y="160637"/>
                      <a:pt x="1127241" y="195266"/>
                      <a:pt x="1127241" y="237982"/>
                    </a:cubicBezTo>
                    <a:lnTo>
                      <a:pt x="1127241" y="364028"/>
                    </a:lnTo>
                    <a:lnTo>
                      <a:pt x="1242915" y="364028"/>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149" name="Google Shape;2149;p50"/>
              <p:cNvSpPr/>
              <p:nvPr/>
            </p:nvSpPr>
            <p:spPr>
              <a:xfrm>
                <a:off x="8560619" y="5355763"/>
                <a:ext cx="372889" cy="259826"/>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150" name="Google Shape;2150;p50"/>
              <p:cNvSpPr/>
              <p:nvPr/>
            </p:nvSpPr>
            <p:spPr>
              <a:xfrm rot="2498363">
                <a:off x="8831623" y="1920263"/>
                <a:ext cx="392828" cy="392828"/>
              </a:xfrm>
              <a:custGeom>
                <a:rect b="b" l="l" r="r" t="t"/>
                <a:pathLst>
                  <a:path extrusionOk="0" h="3938940" w="3860438">
                    <a:moveTo>
                      <a:pt x="1862067" y="2433815"/>
                    </a:moveTo>
                    <a:lnTo>
                      <a:pt x="1970067" y="2433815"/>
                    </a:lnTo>
                    <a:lnTo>
                      <a:pt x="1970067" y="3362873"/>
                    </a:lnTo>
                    <a:lnTo>
                      <a:pt x="2004792" y="3362873"/>
                    </a:lnTo>
                    <a:lnTo>
                      <a:pt x="2004792" y="3650907"/>
                    </a:lnTo>
                    <a:cubicBezTo>
                      <a:pt x="2004792" y="3808349"/>
                      <a:pt x="1878374" y="3936619"/>
                      <a:pt x="1720949" y="3938909"/>
                    </a:cubicBezTo>
                    <a:cubicBezTo>
                      <a:pt x="1564029" y="3941192"/>
                      <a:pt x="1434265" y="3817458"/>
                      <a:pt x="1429045" y="3660794"/>
                    </a:cubicBezTo>
                    <a:lnTo>
                      <a:pt x="1428727" y="3660794"/>
                    </a:lnTo>
                    <a:lnTo>
                      <a:pt x="1428727" y="3588794"/>
                    </a:lnTo>
                    <a:cubicBezTo>
                      <a:pt x="1428727" y="3549029"/>
                      <a:pt x="1460962" y="3516794"/>
                      <a:pt x="1500727" y="3516794"/>
                    </a:cubicBezTo>
                    <a:lnTo>
                      <a:pt x="1536727" y="3516794"/>
                    </a:lnTo>
                    <a:cubicBezTo>
                      <a:pt x="1576492" y="3516794"/>
                      <a:pt x="1608727" y="3549029"/>
                      <a:pt x="1608727" y="3588794"/>
                    </a:cubicBezTo>
                    <a:lnTo>
                      <a:pt x="1608727" y="3654789"/>
                    </a:lnTo>
                    <a:cubicBezTo>
                      <a:pt x="1610687" y="3713589"/>
                      <a:pt x="1659418" y="3760001"/>
                      <a:pt x="1718334" y="3759144"/>
                    </a:cubicBezTo>
                    <a:cubicBezTo>
                      <a:pt x="1777498" y="3758284"/>
                      <a:pt x="1825008" y="3710077"/>
                      <a:pt x="1825008" y="3650907"/>
                    </a:cubicBezTo>
                    <a:lnTo>
                      <a:pt x="1824792" y="3650907"/>
                    </a:lnTo>
                    <a:lnTo>
                      <a:pt x="1824792" y="3362873"/>
                    </a:lnTo>
                    <a:lnTo>
                      <a:pt x="1862067" y="3362873"/>
                    </a:lnTo>
                    <a:close/>
                    <a:moveTo>
                      <a:pt x="1963773" y="341826"/>
                    </a:moveTo>
                    <a:cubicBezTo>
                      <a:pt x="2603866" y="1105515"/>
                      <a:pt x="2803203" y="1464631"/>
                      <a:pt x="2867684" y="2396069"/>
                    </a:cubicBezTo>
                    <a:cubicBezTo>
                      <a:pt x="2523234" y="2107144"/>
                      <a:pt x="2324834" y="2107144"/>
                      <a:pt x="1967684" y="2396069"/>
                    </a:cubicBezTo>
                    <a:cubicBezTo>
                      <a:pt x="1966380" y="1713514"/>
                      <a:pt x="1965077" y="1024381"/>
                      <a:pt x="1963773" y="341826"/>
                    </a:cubicBezTo>
                    <a:close/>
                    <a:moveTo>
                      <a:pt x="1882676" y="341826"/>
                    </a:moveTo>
                    <a:cubicBezTo>
                      <a:pt x="1881372" y="1024381"/>
                      <a:pt x="1880069" y="1713514"/>
                      <a:pt x="1878765" y="2396069"/>
                    </a:cubicBezTo>
                    <a:cubicBezTo>
                      <a:pt x="1521615" y="2107144"/>
                      <a:pt x="1323215" y="2107144"/>
                      <a:pt x="978765" y="2396069"/>
                    </a:cubicBezTo>
                    <a:cubicBezTo>
                      <a:pt x="1043246" y="1464631"/>
                      <a:pt x="1242583" y="1105515"/>
                      <a:pt x="1882676" y="341826"/>
                    </a:cubicBezTo>
                    <a:close/>
                    <a:moveTo>
                      <a:pt x="2058573" y="335248"/>
                    </a:moveTo>
                    <a:cubicBezTo>
                      <a:pt x="3026489" y="598978"/>
                      <a:pt x="3714825" y="1273857"/>
                      <a:pt x="3860438" y="2396070"/>
                    </a:cubicBezTo>
                    <a:cubicBezTo>
                      <a:pt x="3515988" y="2107145"/>
                      <a:pt x="3317588" y="2107145"/>
                      <a:pt x="2960438" y="2396070"/>
                    </a:cubicBezTo>
                    <a:cubicBezTo>
                      <a:pt x="2910892" y="1313327"/>
                      <a:pt x="2647549" y="1036442"/>
                      <a:pt x="2058573" y="335248"/>
                    </a:cubicBezTo>
                    <a:close/>
                    <a:moveTo>
                      <a:pt x="1801865" y="335248"/>
                    </a:moveTo>
                    <a:cubicBezTo>
                      <a:pt x="1212889" y="1036442"/>
                      <a:pt x="949546" y="1313327"/>
                      <a:pt x="900000" y="2396070"/>
                    </a:cubicBezTo>
                    <a:cubicBezTo>
                      <a:pt x="542850" y="2107145"/>
                      <a:pt x="344450" y="2107145"/>
                      <a:pt x="0" y="2396070"/>
                    </a:cubicBezTo>
                    <a:cubicBezTo>
                      <a:pt x="145613" y="1273857"/>
                      <a:pt x="833949" y="598978"/>
                      <a:pt x="1801865" y="335248"/>
                    </a:cubicBezTo>
                    <a:close/>
                    <a:moveTo>
                      <a:pt x="1902679" y="0"/>
                    </a:moveTo>
                    <a:lnTo>
                      <a:pt x="1929455" y="0"/>
                    </a:lnTo>
                    <a:lnTo>
                      <a:pt x="1970067" y="288000"/>
                    </a:lnTo>
                    <a:lnTo>
                      <a:pt x="1862067" y="288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151" name="Google Shape;2151;p50"/>
              <p:cNvSpPr/>
              <p:nvPr/>
            </p:nvSpPr>
            <p:spPr>
              <a:xfrm rot="-2129845">
                <a:off x="10110329" y="1972655"/>
                <a:ext cx="132806" cy="502999"/>
              </a:xfrm>
              <a:custGeom>
                <a:rect b="b" l="l" r="r" t="t"/>
                <a:pathLst>
                  <a:path extrusionOk="0" h="5014044" w="1323851">
                    <a:moveTo>
                      <a:pt x="797140" y="4503940"/>
                    </a:moveTo>
                    <a:cubicBezTo>
                      <a:pt x="732770" y="4439570"/>
                      <a:pt x="628407" y="4439570"/>
                      <a:pt x="564037" y="4503940"/>
                    </a:cubicBezTo>
                    <a:cubicBezTo>
                      <a:pt x="499667" y="4568310"/>
                      <a:pt x="499667" y="4672672"/>
                      <a:pt x="564037" y="4737042"/>
                    </a:cubicBezTo>
                    <a:cubicBezTo>
                      <a:pt x="628407" y="4801412"/>
                      <a:pt x="732770" y="4801413"/>
                      <a:pt x="797140" y="4737043"/>
                    </a:cubicBezTo>
                    <a:cubicBezTo>
                      <a:pt x="861510" y="4672673"/>
                      <a:pt x="861510" y="4568310"/>
                      <a:pt x="797140" y="4503940"/>
                    </a:cubicBezTo>
                    <a:close/>
                    <a:moveTo>
                      <a:pt x="1019859" y="4396571"/>
                    </a:moveTo>
                    <a:lnTo>
                      <a:pt x="1019859" y="4844408"/>
                    </a:lnTo>
                    <a:lnTo>
                      <a:pt x="680589" y="5014044"/>
                    </a:lnTo>
                    <a:lnTo>
                      <a:pt x="341319" y="4844409"/>
                    </a:lnTo>
                    <a:lnTo>
                      <a:pt x="341319" y="4396572"/>
                    </a:lnTo>
                    <a:lnTo>
                      <a:pt x="680589" y="4226937"/>
                    </a:lnTo>
                    <a:close/>
                    <a:moveTo>
                      <a:pt x="800624" y="237293"/>
                    </a:moveTo>
                    <a:cubicBezTo>
                      <a:pt x="730322" y="166991"/>
                      <a:pt x="616339" y="166991"/>
                      <a:pt x="546037" y="237293"/>
                    </a:cubicBezTo>
                    <a:cubicBezTo>
                      <a:pt x="475735" y="307595"/>
                      <a:pt x="475735" y="421577"/>
                      <a:pt x="546037" y="491879"/>
                    </a:cubicBezTo>
                    <a:cubicBezTo>
                      <a:pt x="616339" y="562181"/>
                      <a:pt x="730322" y="562181"/>
                      <a:pt x="800624" y="491879"/>
                    </a:cubicBezTo>
                    <a:cubicBezTo>
                      <a:pt x="870926" y="421577"/>
                      <a:pt x="870926" y="307595"/>
                      <a:pt x="800624" y="237293"/>
                    </a:cubicBezTo>
                    <a:close/>
                    <a:moveTo>
                      <a:pt x="1079384" y="68015"/>
                    </a:moveTo>
                    <a:cubicBezTo>
                      <a:pt x="1121407" y="110039"/>
                      <a:pt x="1147399" y="168093"/>
                      <a:pt x="1147399" y="232219"/>
                    </a:cubicBezTo>
                    <a:cubicBezTo>
                      <a:pt x="1147399" y="1159793"/>
                      <a:pt x="1034554" y="2087367"/>
                      <a:pt x="1023948" y="3014957"/>
                    </a:cubicBezTo>
                    <a:cubicBezTo>
                      <a:pt x="1133082" y="3060182"/>
                      <a:pt x="1235152" y="3127360"/>
                      <a:pt x="1323851" y="3216059"/>
                    </a:cubicBezTo>
                    <a:cubicBezTo>
                      <a:pt x="1689423" y="3581630"/>
                      <a:pt x="1689423" y="4174338"/>
                      <a:pt x="1323851" y="4539910"/>
                    </a:cubicBezTo>
                    <a:cubicBezTo>
                      <a:pt x="1261218" y="4602543"/>
                      <a:pt x="1191917" y="4654446"/>
                      <a:pt x="1117803" y="4694845"/>
                    </a:cubicBezTo>
                    <a:lnTo>
                      <a:pt x="1117303" y="3872699"/>
                    </a:lnTo>
                    <a:lnTo>
                      <a:pt x="684319" y="3565900"/>
                    </a:lnTo>
                    <a:lnTo>
                      <a:pt x="251709" y="3873225"/>
                    </a:lnTo>
                    <a:lnTo>
                      <a:pt x="252223" y="4718882"/>
                    </a:lnTo>
                    <a:cubicBezTo>
                      <a:pt x="160837" y="4675423"/>
                      <a:pt x="75567" y="4615476"/>
                      <a:pt x="0" y="4539910"/>
                    </a:cubicBezTo>
                    <a:cubicBezTo>
                      <a:pt x="-365571" y="4174338"/>
                      <a:pt x="-365571" y="3581630"/>
                      <a:pt x="0" y="3216059"/>
                    </a:cubicBezTo>
                    <a:cubicBezTo>
                      <a:pt x="100968" y="3115091"/>
                      <a:pt x="219261" y="3042010"/>
                      <a:pt x="345675" y="2997831"/>
                    </a:cubicBezTo>
                    <a:lnTo>
                      <a:pt x="211295" y="232219"/>
                    </a:lnTo>
                    <a:cubicBezTo>
                      <a:pt x="211295" y="103968"/>
                      <a:pt x="315263" y="0"/>
                      <a:pt x="443514" y="0"/>
                    </a:cubicBezTo>
                    <a:lnTo>
                      <a:pt x="915180" y="0"/>
                    </a:lnTo>
                    <a:cubicBezTo>
                      <a:pt x="979305" y="0"/>
                      <a:pt x="1037360" y="25992"/>
                      <a:pt x="1079384" y="680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152" name="Google Shape;2152;p50"/>
              <p:cNvSpPr/>
              <p:nvPr/>
            </p:nvSpPr>
            <p:spPr>
              <a:xfrm rot="-8100000">
                <a:off x="9503918" y="5364438"/>
                <a:ext cx="71616" cy="502304"/>
              </a:xfrm>
              <a:custGeom>
                <a:rect b="b" l="l" r="r" t="t"/>
                <a:pathLst>
                  <a:path extrusionOk="0" h="460327" w="65631">
                    <a:moveTo>
                      <a:pt x="42919" y="215685"/>
                    </a:moveTo>
                    <a:lnTo>
                      <a:pt x="22708" y="215685"/>
                    </a:lnTo>
                    <a:lnTo>
                      <a:pt x="0" y="185855"/>
                    </a:lnTo>
                    <a:lnTo>
                      <a:pt x="3" y="185856"/>
                    </a:lnTo>
                    <a:lnTo>
                      <a:pt x="3" y="32814"/>
                    </a:lnTo>
                    <a:cubicBezTo>
                      <a:pt x="3" y="14690"/>
                      <a:pt x="14694" y="0"/>
                      <a:pt x="32817" y="0"/>
                    </a:cubicBezTo>
                    <a:cubicBezTo>
                      <a:pt x="50940" y="0"/>
                      <a:pt x="65631" y="14690"/>
                      <a:pt x="65631" y="32814"/>
                    </a:cubicBezTo>
                    <a:lnTo>
                      <a:pt x="65631" y="185856"/>
                    </a:lnTo>
                    <a:lnTo>
                      <a:pt x="65626" y="185856"/>
                    </a:lnTo>
                    <a:close/>
                    <a:moveTo>
                      <a:pt x="57234" y="460327"/>
                    </a:moveTo>
                    <a:lnTo>
                      <a:pt x="11300" y="460327"/>
                    </a:lnTo>
                    <a:lnTo>
                      <a:pt x="11300" y="366559"/>
                    </a:lnTo>
                    <a:cubicBezTo>
                      <a:pt x="13577" y="349655"/>
                      <a:pt x="25635" y="358815"/>
                      <a:pt x="25452" y="346112"/>
                    </a:cubicBezTo>
                    <a:cubicBezTo>
                      <a:pt x="25288" y="302926"/>
                      <a:pt x="25124" y="259739"/>
                      <a:pt x="24960" y="216553"/>
                    </a:cubicBezTo>
                    <a:lnTo>
                      <a:pt x="42858" y="216553"/>
                    </a:lnTo>
                    <a:cubicBezTo>
                      <a:pt x="42694" y="259576"/>
                      <a:pt x="42530" y="302598"/>
                      <a:pt x="42366" y="345621"/>
                    </a:cubicBezTo>
                    <a:cubicBezTo>
                      <a:pt x="39843" y="359799"/>
                      <a:pt x="54756" y="347441"/>
                      <a:pt x="57234" y="36655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153" name="Google Shape;2153;p50"/>
              <p:cNvSpPr/>
              <p:nvPr/>
            </p:nvSpPr>
            <p:spPr>
              <a:xfrm>
                <a:off x="10146073" y="5282722"/>
                <a:ext cx="141778" cy="392828"/>
              </a:xfrm>
              <a:custGeom>
                <a:rect b="b" l="l" r="r" t="t"/>
                <a:pathLst>
                  <a:path extrusionOk="0" h="3871427" w="1397263">
                    <a:moveTo>
                      <a:pt x="698631" y="1778701"/>
                    </a:moveTo>
                    <a:cubicBezTo>
                      <a:pt x="609151" y="1778701"/>
                      <a:pt x="536613" y="1851239"/>
                      <a:pt x="536613" y="1940719"/>
                    </a:cubicBezTo>
                    <a:cubicBezTo>
                      <a:pt x="536613" y="2030199"/>
                      <a:pt x="609151" y="2102737"/>
                      <a:pt x="698631" y="2102737"/>
                    </a:cubicBezTo>
                    <a:cubicBezTo>
                      <a:pt x="788111" y="2102737"/>
                      <a:pt x="860649" y="2030199"/>
                      <a:pt x="860649" y="1940719"/>
                    </a:cubicBezTo>
                    <a:cubicBezTo>
                      <a:pt x="860649" y="1851239"/>
                      <a:pt x="788111" y="1778701"/>
                      <a:pt x="698631" y="1778701"/>
                    </a:cubicBezTo>
                    <a:close/>
                    <a:moveTo>
                      <a:pt x="999594" y="0"/>
                    </a:moveTo>
                    <a:lnTo>
                      <a:pt x="1321063" y="0"/>
                    </a:lnTo>
                    <a:lnTo>
                      <a:pt x="1390119" y="95250"/>
                    </a:lnTo>
                    <a:cubicBezTo>
                      <a:pt x="1392500" y="284956"/>
                      <a:pt x="1394882" y="474663"/>
                      <a:pt x="1397263" y="664369"/>
                    </a:cubicBezTo>
                    <a:lnTo>
                      <a:pt x="1256769" y="833438"/>
                    </a:lnTo>
                    <a:lnTo>
                      <a:pt x="921013" y="978694"/>
                    </a:lnTo>
                    <a:lnTo>
                      <a:pt x="913199" y="978651"/>
                    </a:lnTo>
                    <a:lnTo>
                      <a:pt x="913199" y="1700779"/>
                    </a:lnTo>
                    <a:cubicBezTo>
                      <a:pt x="979823" y="1759212"/>
                      <a:pt x="1021211" y="1845132"/>
                      <a:pt x="1021211" y="1940719"/>
                    </a:cubicBezTo>
                    <a:cubicBezTo>
                      <a:pt x="1021211" y="2036306"/>
                      <a:pt x="979823" y="2122226"/>
                      <a:pt x="913199" y="2180659"/>
                    </a:cubicBezTo>
                    <a:lnTo>
                      <a:pt x="913199" y="2896482"/>
                    </a:lnTo>
                    <a:lnTo>
                      <a:pt x="1238250" y="3021320"/>
                    </a:lnTo>
                    <a:lnTo>
                      <a:pt x="1390650" y="3199914"/>
                    </a:lnTo>
                    <a:lnTo>
                      <a:pt x="1393032" y="3764270"/>
                    </a:lnTo>
                    <a:lnTo>
                      <a:pt x="1316832" y="3869045"/>
                    </a:lnTo>
                    <a:lnTo>
                      <a:pt x="997744" y="3869045"/>
                    </a:lnTo>
                    <a:lnTo>
                      <a:pt x="995363" y="3276114"/>
                    </a:lnTo>
                    <a:lnTo>
                      <a:pt x="700088" y="3111808"/>
                    </a:lnTo>
                    <a:lnTo>
                      <a:pt x="409575" y="3288020"/>
                    </a:lnTo>
                    <a:lnTo>
                      <a:pt x="397669" y="3871427"/>
                    </a:lnTo>
                    <a:lnTo>
                      <a:pt x="76200" y="3871427"/>
                    </a:lnTo>
                    <a:lnTo>
                      <a:pt x="7144" y="3776177"/>
                    </a:lnTo>
                    <a:cubicBezTo>
                      <a:pt x="4763" y="3586471"/>
                      <a:pt x="2381" y="3396764"/>
                      <a:pt x="0" y="3207058"/>
                    </a:cubicBezTo>
                    <a:lnTo>
                      <a:pt x="140494" y="3037989"/>
                    </a:lnTo>
                    <a:lnTo>
                      <a:pt x="476250" y="2892733"/>
                    </a:lnTo>
                    <a:lnTo>
                      <a:pt x="481151" y="2892760"/>
                    </a:lnTo>
                    <a:lnTo>
                      <a:pt x="481151" y="2180659"/>
                    </a:lnTo>
                    <a:cubicBezTo>
                      <a:pt x="414527" y="2122226"/>
                      <a:pt x="373139" y="2036306"/>
                      <a:pt x="373139" y="1940719"/>
                    </a:cubicBezTo>
                    <a:cubicBezTo>
                      <a:pt x="373139" y="1845132"/>
                      <a:pt x="414527" y="1759212"/>
                      <a:pt x="481151" y="1700779"/>
                    </a:cubicBezTo>
                    <a:lnTo>
                      <a:pt x="481151" y="973827"/>
                    </a:lnTo>
                    <a:lnTo>
                      <a:pt x="159013" y="850107"/>
                    </a:lnTo>
                    <a:lnTo>
                      <a:pt x="6613" y="671513"/>
                    </a:lnTo>
                    <a:lnTo>
                      <a:pt x="4231" y="107157"/>
                    </a:lnTo>
                    <a:lnTo>
                      <a:pt x="80431" y="2382"/>
                    </a:lnTo>
                    <a:lnTo>
                      <a:pt x="399519" y="2382"/>
                    </a:lnTo>
                    <a:cubicBezTo>
                      <a:pt x="400313" y="198438"/>
                      <a:pt x="401106" y="396875"/>
                      <a:pt x="401900" y="595313"/>
                    </a:cubicBezTo>
                    <a:lnTo>
                      <a:pt x="697175" y="759619"/>
                    </a:lnTo>
                    <a:lnTo>
                      <a:pt x="987688" y="583407"/>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154" name="Google Shape;2154;p50"/>
              <p:cNvSpPr/>
              <p:nvPr/>
            </p:nvSpPr>
            <p:spPr>
              <a:xfrm rot="10800000">
                <a:off x="9233259" y="1922064"/>
                <a:ext cx="351266" cy="351266"/>
              </a:xfrm>
              <a:custGeom>
                <a:rect b="b" l="l" r="r" t="t"/>
                <a:pathLst>
                  <a:path extrusionOk="0" h="3915008" w="3982665">
                    <a:moveTo>
                      <a:pt x="0" y="2664000"/>
                    </a:moveTo>
                    <a:lnTo>
                      <a:pt x="1911318" y="72000"/>
                    </a:lnTo>
                    <a:lnTo>
                      <a:pt x="1142725" y="2655962"/>
                    </a:lnTo>
                    <a:close/>
                    <a:moveTo>
                      <a:pt x="3982665" y="2664000"/>
                    </a:moveTo>
                    <a:lnTo>
                      <a:pt x="2839940" y="2655962"/>
                    </a:lnTo>
                    <a:lnTo>
                      <a:pt x="2071347" y="72000"/>
                    </a:lnTo>
                    <a:close/>
                    <a:moveTo>
                      <a:pt x="2621333" y="2664000"/>
                    </a:moveTo>
                    <a:lnTo>
                      <a:pt x="1361333" y="2664000"/>
                    </a:lnTo>
                    <a:lnTo>
                      <a:pt x="1991333" y="0"/>
                    </a:lnTo>
                    <a:close/>
                    <a:moveTo>
                      <a:pt x="1806654" y="3915007"/>
                    </a:moveTo>
                    <a:lnTo>
                      <a:pt x="726654" y="3915007"/>
                    </a:lnTo>
                    <a:lnTo>
                      <a:pt x="1266654" y="2835007"/>
                    </a:lnTo>
                    <a:close/>
                    <a:moveTo>
                      <a:pt x="555902" y="3915008"/>
                    </a:moveTo>
                    <a:lnTo>
                      <a:pt x="15902" y="2835008"/>
                    </a:lnTo>
                    <a:lnTo>
                      <a:pt x="1095902" y="2835008"/>
                    </a:lnTo>
                    <a:close/>
                    <a:moveTo>
                      <a:pt x="1977406" y="3915008"/>
                    </a:moveTo>
                    <a:lnTo>
                      <a:pt x="1437406" y="2835008"/>
                    </a:lnTo>
                    <a:lnTo>
                      <a:pt x="2517406" y="2835008"/>
                    </a:lnTo>
                    <a:close/>
                    <a:moveTo>
                      <a:pt x="3228158" y="3915008"/>
                    </a:moveTo>
                    <a:lnTo>
                      <a:pt x="2148158" y="3915008"/>
                    </a:lnTo>
                    <a:lnTo>
                      <a:pt x="2688158" y="2835008"/>
                    </a:lnTo>
                    <a:close/>
                    <a:moveTo>
                      <a:pt x="3398910" y="3915008"/>
                    </a:moveTo>
                    <a:lnTo>
                      <a:pt x="2858910" y="2835008"/>
                    </a:lnTo>
                    <a:lnTo>
                      <a:pt x="3938910" y="2835008"/>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155" name="Google Shape;2155;p50"/>
              <p:cNvSpPr/>
              <p:nvPr/>
            </p:nvSpPr>
            <p:spPr>
              <a:xfrm>
                <a:off x="8136976" y="5049647"/>
                <a:ext cx="351266" cy="351266"/>
              </a:xfrm>
              <a:custGeom>
                <a:rect b="b" l="l" r="r" t="t"/>
                <a:pathLst>
                  <a:path extrusionOk="0" h="3954781" w="3928707">
                    <a:moveTo>
                      <a:pt x="2773336" y="2238726"/>
                    </a:moveTo>
                    <a:cubicBezTo>
                      <a:pt x="2746826" y="2238726"/>
                      <a:pt x="2725335" y="2260217"/>
                      <a:pt x="2725335" y="2286727"/>
                    </a:cubicBezTo>
                    <a:lnTo>
                      <a:pt x="2725335" y="2478725"/>
                    </a:lnTo>
                    <a:cubicBezTo>
                      <a:pt x="2725335" y="2505235"/>
                      <a:pt x="2746826" y="2526726"/>
                      <a:pt x="2773336" y="2526726"/>
                    </a:cubicBezTo>
                    <a:lnTo>
                      <a:pt x="2965334" y="2526726"/>
                    </a:lnTo>
                    <a:cubicBezTo>
                      <a:pt x="2991844" y="2526726"/>
                      <a:pt x="3013335" y="2505235"/>
                      <a:pt x="3013335" y="2478725"/>
                    </a:cubicBezTo>
                    <a:lnTo>
                      <a:pt x="3013335" y="2286727"/>
                    </a:lnTo>
                    <a:cubicBezTo>
                      <a:pt x="3013335" y="2260217"/>
                      <a:pt x="2991844" y="2238726"/>
                      <a:pt x="2965334" y="2238726"/>
                    </a:cubicBezTo>
                    <a:close/>
                    <a:moveTo>
                      <a:pt x="2313922" y="2238726"/>
                    </a:moveTo>
                    <a:cubicBezTo>
                      <a:pt x="2287412" y="2238726"/>
                      <a:pt x="2265921" y="2260217"/>
                      <a:pt x="2265921" y="2286727"/>
                    </a:cubicBezTo>
                    <a:lnTo>
                      <a:pt x="2265921" y="2478725"/>
                    </a:lnTo>
                    <a:cubicBezTo>
                      <a:pt x="2265921" y="2505235"/>
                      <a:pt x="2287412" y="2526726"/>
                      <a:pt x="2313922" y="2526726"/>
                    </a:cubicBezTo>
                    <a:lnTo>
                      <a:pt x="2505920" y="2526726"/>
                    </a:lnTo>
                    <a:cubicBezTo>
                      <a:pt x="2532430" y="2526726"/>
                      <a:pt x="2553921" y="2505235"/>
                      <a:pt x="2553921" y="2478725"/>
                    </a:cubicBezTo>
                    <a:lnTo>
                      <a:pt x="2553921" y="2286727"/>
                    </a:lnTo>
                    <a:cubicBezTo>
                      <a:pt x="2553921" y="2260217"/>
                      <a:pt x="2532430" y="2238726"/>
                      <a:pt x="2505920" y="2238726"/>
                    </a:cubicBezTo>
                    <a:close/>
                    <a:moveTo>
                      <a:pt x="1854508" y="2238726"/>
                    </a:moveTo>
                    <a:cubicBezTo>
                      <a:pt x="1827998" y="2238726"/>
                      <a:pt x="1806507" y="2260217"/>
                      <a:pt x="1806507" y="2286727"/>
                    </a:cubicBezTo>
                    <a:lnTo>
                      <a:pt x="1806507" y="2478725"/>
                    </a:lnTo>
                    <a:cubicBezTo>
                      <a:pt x="1806507" y="2505235"/>
                      <a:pt x="1827998" y="2526726"/>
                      <a:pt x="1854508" y="2526726"/>
                    </a:cubicBezTo>
                    <a:lnTo>
                      <a:pt x="2046506" y="2526726"/>
                    </a:lnTo>
                    <a:cubicBezTo>
                      <a:pt x="2073016" y="2526726"/>
                      <a:pt x="2094507" y="2505235"/>
                      <a:pt x="2094507" y="2478725"/>
                    </a:cubicBezTo>
                    <a:lnTo>
                      <a:pt x="2094507" y="2286727"/>
                    </a:lnTo>
                    <a:cubicBezTo>
                      <a:pt x="2094507" y="2260217"/>
                      <a:pt x="2073016" y="2238726"/>
                      <a:pt x="2046506" y="2238726"/>
                    </a:cubicBezTo>
                    <a:close/>
                    <a:moveTo>
                      <a:pt x="879732" y="2133675"/>
                    </a:moveTo>
                    <a:cubicBezTo>
                      <a:pt x="767330" y="2133675"/>
                      <a:pt x="676210" y="2224795"/>
                      <a:pt x="676210" y="2337197"/>
                    </a:cubicBezTo>
                    <a:cubicBezTo>
                      <a:pt x="676210" y="2449599"/>
                      <a:pt x="767330" y="2540719"/>
                      <a:pt x="879732" y="2540719"/>
                    </a:cubicBezTo>
                    <a:cubicBezTo>
                      <a:pt x="956121" y="2540719"/>
                      <a:pt x="1022681" y="2498634"/>
                      <a:pt x="1054808" y="2434886"/>
                    </a:cubicBezTo>
                    <a:lnTo>
                      <a:pt x="1469273" y="2434887"/>
                    </a:lnTo>
                    <a:cubicBezTo>
                      <a:pt x="1529381" y="2434887"/>
                      <a:pt x="1578108" y="2386160"/>
                      <a:pt x="1578108" y="2326052"/>
                    </a:cubicBezTo>
                    <a:cubicBezTo>
                      <a:pt x="1578108" y="2265944"/>
                      <a:pt x="1529381" y="2217217"/>
                      <a:pt x="1469273" y="2217217"/>
                    </a:cubicBezTo>
                    <a:lnTo>
                      <a:pt x="1039779" y="2217217"/>
                    </a:lnTo>
                    <a:cubicBezTo>
                      <a:pt x="1005455" y="2165662"/>
                      <a:pt x="946329" y="2133675"/>
                      <a:pt x="879732" y="2133675"/>
                    </a:cubicBezTo>
                    <a:close/>
                    <a:moveTo>
                      <a:pt x="2773336" y="1699178"/>
                    </a:moveTo>
                    <a:cubicBezTo>
                      <a:pt x="2746826" y="1699178"/>
                      <a:pt x="2725335" y="1720669"/>
                      <a:pt x="2725335" y="1747179"/>
                    </a:cubicBezTo>
                    <a:lnTo>
                      <a:pt x="2725335" y="1939177"/>
                    </a:lnTo>
                    <a:cubicBezTo>
                      <a:pt x="2725335" y="1965687"/>
                      <a:pt x="2746826" y="1987178"/>
                      <a:pt x="2773336" y="1987178"/>
                    </a:cubicBezTo>
                    <a:lnTo>
                      <a:pt x="2965334" y="1987178"/>
                    </a:lnTo>
                    <a:cubicBezTo>
                      <a:pt x="2991844" y="1987178"/>
                      <a:pt x="3013335" y="1965687"/>
                      <a:pt x="3013335" y="1939177"/>
                    </a:cubicBezTo>
                    <a:lnTo>
                      <a:pt x="3013335" y="1747179"/>
                    </a:lnTo>
                    <a:cubicBezTo>
                      <a:pt x="3013335" y="1720669"/>
                      <a:pt x="2991844" y="1699178"/>
                      <a:pt x="2965334" y="1699178"/>
                    </a:cubicBezTo>
                    <a:close/>
                    <a:moveTo>
                      <a:pt x="2313922" y="1699178"/>
                    </a:moveTo>
                    <a:cubicBezTo>
                      <a:pt x="2287412" y="1699178"/>
                      <a:pt x="2265921" y="1720669"/>
                      <a:pt x="2265921" y="1747179"/>
                    </a:cubicBezTo>
                    <a:lnTo>
                      <a:pt x="2265921" y="1939177"/>
                    </a:lnTo>
                    <a:cubicBezTo>
                      <a:pt x="2265921" y="1965687"/>
                      <a:pt x="2287412" y="1987178"/>
                      <a:pt x="2313922" y="1987178"/>
                    </a:cubicBezTo>
                    <a:lnTo>
                      <a:pt x="2505920" y="1987178"/>
                    </a:lnTo>
                    <a:cubicBezTo>
                      <a:pt x="2532430" y="1987178"/>
                      <a:pt x="2553921" y="1965687"/>
                      <a:pt x="2553921" y="1939177"/>
                    </a:cubicBezTo>
                    <a:lnTo>
                      <a:pt x="2553921" y="1747179"/>
                    </a:lnTo>
                    <a:cubicBezTo>
                      <a:pt x="2553921" y="1720669"/>
                      <a:pt x="2532430" y="1699178"/>
                      <a:pt x="2505920" y="1699178"/>
                    </a:cubicBezTo>
                    <a:close/>
                    <a:moveTo>
                      <a:pt x="1854508" y="1699178"/>
                    </a:moveTo>
                    <a:cubicBezTo>
                      <a:pt x="1827998" y="1699178"/>
                      <a:pt x="1806507" y="1720669"/>
                      <a:pt x="1806507" y="1747179"/>
                    </a:cubicBezTo>
                    <a:lnTo>
                      <a:pt x="1806507" y="1939177"/>
                    </a:lnTo>
                    <a:cubicBezTo>
                      <a:pt x="1806507" y="1965687"/>
                      <a:pt x="1827998" y="1987178"/>
                      <a:pt x="1854508" y="1987178"/>
                    </a:cubicBezTo>
                    <a:lnTo>
                      <a:pt x="2046506" y="1987178"/>
                    </a:lnTo>
                    <a:cubicBezTo>
                      <a:pt x="2073016" y="1987178"/>
                      <a:pt x="2094507" y="1965687"/>
                      <a:pt x="2094507" y="1939177"/>
                    </a:cubicBezTo>
                    <a:lnTo>
                      <a:pt x="2094507" y="1747179"/>
                    </a:lnTo>
                    <a:cubicBezTo>
                      <a:pt x="2094507" y="1720669"/>
                      <a:pt x="2073016" y="1699178"/>
                      <a:pt x="2046506" y="1699178"/>
                    </a:cubicBezTo>
                    <a:close/>
                    <a:moveTo>
                      <a:pt x="1035948" y="1186216"/>
                    </a:moveTo>
                    <a:cubicBezTo>
                      <a:pt x="1165960" y="1186216"/>
                      <a:pt x="1271356" y="1291612"/>
                      <a:pt x="1271356" y="1421624"/>
                    </a:cubicBezTo>
                    <a:cubicBezTo>
                      <a:pt x="1271356" y="1551636"/>
                      <a:pt x="1165960" y="1657032"/>
                      <a:pt x="1035948" y="1657032"/>
                    </a:cubicBezTo>
                    <a:cubicBezTo>
                      <a:pt x="905936" y="1657032"/>
                      <a:pt x="800540" y="1551636"/>
                      <a:pt x="800540" y="1421624"/>
                    </a:cubicBezTo>
                    <a:cubicBezTo>
                      <a:pt x="800540" y="1291612"/>
                      <a:pt x="905936" y="1186216"/>
                      <a:pt x="1035948" y="1186216"/>
                    </a:cubicBezTo>
                    <a:close/>
                    <a:moveTo>
                      <a:pt x="2773336" y="1159631"/>
                    </a:moveTo>
                    <a:cubicBezTo>
                      <a:pt x="2746826" y="1159631"/>
                      <a:pt x="2725335" y="1181122"/>
                      <a:pt x="2725335" y="1207632"/>
                    </a:cubicBezTo>
                    <a:lnTo>
                      <a:pt x="2725335" y="1399630"/>
                    </a:lnTo>
                    <a:cubicBezTo>
                      <a:pt x="2725335" y="1426140"/>
                      <a:pt x="2746826" y="1447631"/>
                      <a:pt x="2773336" y="1447631"/>
                    </a:cubicBezTo>
                    <a:lnTo>
                      <a:pt x="2965334" y="1447631"/>
                    </a:lnTo>
                    <a:cubicBezTo>
                      <a:pt x="2991844" y="1447631"/>
                      <a:pt x="3013335" y="1426140"/>
                      <a:pt x="3013335" y="1399630"/>
                    </a:cubicBezTo>
                    <a:lnTo>
                      <a:pt x="3013335" y="1207632"/>
                    </a:lnTo>
                    <a:cubicBezTo>
                      <a:pt x="3013335" y="1181122"/>
                      <a:pt x="2991844" y="1159631"/>
                      <a:pt x="2965334" y="1159631"/>
                    </a:cubicBezTo>
                    <a:close/>
                    <a:moveTo>
                      <a:pt x="2313922" y="1159631"/>
                    </a:moveTo>
                    <a:cubicBezTo>
                      <a:pt x="2287412" y="1159631"/>
                      <a:pt x="2265921" y="1181122"/>
                      <a:pt x="2265921" y="1207632"/>
                    </a:cubicBezTo>
                    <a:lnTo>
                      <a:pt x="2265921" y="1399630"/>
                    </a:lnTo>
                    <a:cubicBezTo>
                      <a:pt x="2265921" y="1426140"/>
                      <a:pt x="2287412" y="1447631"/>
                      <a:pt x="2313922" y="1447631"/>
                    </a:cubicBezTo>
                    <a:lnTo>
                      <a:pt x="2505920" y="1447631"/>
                    </a:lnTo>
                    <a:cubicBezTo>
                      <a:pt x="2532430" y="1447631"/>
                      <a:pt x="2553921" y="1426140"/>
                      <a:pt x="2553921" y="1399630"/>
                    </a:cubicBezTo>
                    <a:lnTo>
                      <a:pt x="2553921" y="1207632"/>
                    </a:lnTo>
                    <a:cubicBezTo>
                      <a:pt x="2553921" y="1181122"/>
                      <a:pt x="2532430" y="1159631"/>
                      <a:pt x="2505920" y="1159631"/>
                    </a:cubicBezTo>
                    <a:close/>
                    <a:moveTo>
                      <a:pt x="1854508" y="1159631"/>
                    </a:moveTo>
                    <a:cubicBezTo>
                      <a:pt x="1827998" y="1159631"/>
                      <a:pt x="1806507" y="1181122"/>
                      <a:pt x="1806507" y="1207632"/>
                    </a:cubicBezTo>
                    <a:lnTo>
                      <a:pt x="1806507" y="1399630"/>
                    </a:lnTo>
                    <a:cubicBezTo>
                      <a:pt x="1806507" y="1426140"/>
                      <a:pt x="1827998" y="1447631"/>
                      <a:pt x="1854508" y="1447631"/>
                    </a:cubicBezTo>
                    <a:lnTo>
                      <a:pt x="2046506" y="1447631"/>
                    </a:lnTo>
                    <a:cubicBezTo>
                      <a:pt x="2073016" y="1447631"/>
                      <a:pt x="2094507" y="1426140"/>
                      <a:pt x="2094507" y="1399630"/>
                    </a:cubicBezTo>
                    <a:lnTo>
                      <a:pt x="2094507" y="1207632"/>
                    </a:lnTo>
                    <a:cubicBezTo>
                      <a:pt x="2094507" y="1181122"/>
                      <a:pt x="2073016" y="1159631"/>
                      <a:pt x="2046506" y="1159631"/>
                    </a:cubicBezTo>
                    <a:close/>
                    <a:moveTo>
                      <a:pt x="1035947" y="1097587"/>
                    </a:moveTo>
                    <a:cubicBezTo>
                      <a:pt x="856987" y="1097587"/>
                      <a:pt x="711911" y="1242663"/>
                      <a:pt x="711911" y="1421623"/>
                    </a:cubicBezTo>
                    <a:cubicBezTo>
                      <a:pt x="711911" y="1600583"/>
                      <a:pt x="856987" y="1745659"/>
                      <a:pt x="1035947" y="1745659"/>
                    </a:cubicBezTo>
                    <a:cubicBezTo>
                      <a:pt x="1214907" y="1745659"/>
                      <a:pt x="1359983" y="1600583"/>
                      <a:pt x="1359983" y="1421623"/>
                    </a:cubicBezTo>
                    <a:cubicBezTo>
                      <a:pt x="1359983" y="1242663"/>
                      <a:pt x="1214907" y="1097587"/>
                      <a:pt x="1035947" y="1097587"/>
                    </a:cubicBezTo>
                    <a:close/>
                    <a:moveTo>
                      <a:pt x="593124" y="376367"/>
                    </a:moveTo>
                    <a:lnTo>
                      <a:pt x="3225543" y="376367"/>
                    </a:lnTo>
                    <a:cubicBezTo>
                      <a:pt x="3328637" y="376367"/>
                      <a:pt x="3412211" y="459941"/>
                      <a:pt x="3412211" y="563035"/>
                    </a:cubicBezTo>
                    <a:lnTo>
                      <a:pt x="3412211" y="3074837"/>
                    </a:lnTo>
                    <a:cubicBezTo>
                      <a:pt x="3412211" y="3177931"/>
                      <a:pt x="3328637" y="3261505"/>
                      <a:pt x="3225543" y="3261505"/>
                    </a:cubicBezTo>
                    <a:lnTo>
                      <a:pt x="593124" y="3261505"/>
                    </a:lnTo>
                    <a:cubicBezTo>
                      <a:pt x="490030" y="3261505"/>
                      <a:pt x="406456" y="3177931"/>
                      <a:pt x="406456" y="3074837"/>
                    </a:cubicBezTo>
                    <a:lnTo>
                      <a:pt x="406456" y="563035"/>
                    </a:lnTo>
                    <a:cubicBezTo>
                      <a:pt x="406456" y="459941"/>
                      <a:pt x="490030" y="376367"/>
                      <a:pt x="593124" y="376367"/>
                    </a:cubicBezTo>
                    <a:close/>
                    <a:moveTo>
                      <a:pt x="466365" y="263607"/>
                    </a:moveTo>
                    <a:cubicBezTo>
                      <a:pt x="353740" y="263607"/>
                      <a:pt x="262440" y="354907"/>
                      <a:pt x="262440" y="467532"/>
                    </a:cubicBezTo>
                    <a:lnTo>
                      <a:pt x="262440" y="3211530"/>
                    </a:lnTo>
                    <a:cubicBezTo>
                      <a:pt x="262440" y="3324155"/>
                      <a:pt x="353740" y="3415455"/>
                      <a:pt x="466365" y="3415455"/>
                    </a:cubicBezTo>
                    <a:lnTo>
                      <a:pt x="3352302" y="3415455"/>
                    </a:lnTo>
                    <a:cubicBezTo>
                      <a:pt x="3464927" y="3415455"/>
                      <a:pt x="3556227" y="3324155"/>
                      <a:pt x="3556227" y="3211530"/>
                    </a:cubicBezTo>
                    <a:lnTo>
                      <a:pt x="3556227" y="2945906"/>
                    </a:lnTo>
                    <a:lnTo>
                      <a:pt x="3604113" y="2945906"/>
                    </a:lnTo>
                    <a:cubicBezTo>
                      <a:pt x="3647262" y="2945906"/>
                      <a:pt x="3682241" y="2910927"/>
                      <a:pt x="3682241" y="2867778"/>
                    </a:cubicBezTo>
                    <a:lnTo>
                      <a:pt x="3682241" y="2555278"/>
                    </a:lnTo>
                    <a:cubicBezTo>
                      <a:pt x="3682241" y="2512129"/>
                      <a:pt x="3647262" y="2477150"/>
                      <a:pt x="3604113" y="2477150"/>
                    </a:cubicBezTo>
                    <a:lnTo>
                      <a:pt x="3556227" y="2477150"/>
                    </a:lnTo>
                    <a:lnTo>
                      <a:pt x="3556227" y="1181006"/>
                    </a:lnTo>
                    <a:lnTo>
                      <a:pt x="3604113" y="1181006"/>
                    </a:lnTo>
                    <a:cubicBezTo>
                      <a:pt x="3647262" y="1181006"/>
                      <a:pt x="3682241" y="1146027"/>
                      <a:pt x="3682241" y="1102878"/>
                    </a:cubicBezTo>
                    <a:lnTo>
                      <a:pt x="3682241" y="790378"/>
                    </a:lnTo>
                    <a:cubicBezTo>
                      <a:pt x="3682241" y="747229"/>
                      <a:pt x="3647262" y="712250"/>
                      <a:pt x="3604113" y="712250"/>
                    </a:cubicBezTo>
                    <a:lnTo>
                      <a:pt x="3556227" y="712250"/>
                    </a:lnTo>
                    <a:lnTo>
                      <a:pt x="3556227" y="467532"/>
                    </a:lnTo>
                    <a:cubicBezTo>
                      <a:pt x="3556227" y="354907"/>
                      <a:pt x="3464927" y="263607"/>
                      <a:pt x="3352302" y="263607"/>
                    </a:cubicBezTo>
                    <a:close/>
                    <a:moveTo>
                      <a:pt x="235370" y="0"/>
                    </a:moveTo>
                    <a:lnTo>
                      <a:pt x="3693337" y="0"/>
                    </a:lnTo>
                    <a:cubicBezTo>
                      <a:pt x="3823328" y="0"/>
                      <a:pt x="3928707" y="105379"/>
                      <a:pt x="3928707" y="235370"/>
                    </a:cubicBezTo>
                    <a:lnTo>
                      <a:pt x="3928707" y="3402502"/>
                    </a:lnTo>
                    <a:cubicBezTo>
                      <a:pt x="3928707" y="3485210"/>
                      <a:pt x="3886047" y="3557954"/>
                      <a:pt x="3821334" y="3599629"/>
                    </a:cubicBezTo>
                    <a:lnTo>
                      <a:pt x="3732546" y="3954781"/>
                    </a:lnTo>
                    <a:lnTo>
                      <a:pt x="2998166" y="3954781"/>
                    </a:lnTo>
                    <a:lnTo>
                      <a:pt x="2918939" y="3637872"/>
                    </a:lnTo>
                    <a:lnTo>
                      <a:pt x="1025164" y="3637872"/>
                    </a:lnTo>
                    <a:lnTo>
                      <a:pt x="945937" y="3954781"/>
                    </a:lnTo>
                    <a:lnTo>
                      <a:pt x="211557" y="3954781"/>
                    </a:lnTo>
                    <a:lnTo>
                      <a:pt x="125186" y="3609298"/>
                    </a:lnTo>
                    <a:cubicBezTo>
                      <a:pt x="50483" y="3570656"/>
                      <a:pt x="0" y="3492475"/>
                      <a:pt x="0" y="3402502"/>
                    </a:cubicBezTo>
                    <a:lnTo>
                      <a:pt x="0" y="235370"/>
                    </a:lnTo>
                    <a:cubicBezTo>
                      <a:pt x="0" y="105379"/>
                      <a:pt x="105379" y="0"/>
                      <a:pt x="23537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156" name="Google Shape;2156;p50"/>
              <p:cNvSpPr/>
              <p:nvPr/>
            </p:nvSpPr>
            <p:spPr>
              <a:xfrm>
                <a:off x="9626515" y="1969444"/>
                <a:ext cx="330976" cy="339180"/>
              </a:xfrm>
              <a:custGeom>
                <a:rect b="b" l="l" r="r" t="t"/>
                <a:pathLst>
                  <a:path extrusionOk="0" h="3984815" w="3888432">
                    <a:moveTo>
                      <a:pt x="3131805" y="2156163"/>
                    </a:moveTo>
                    <a:lnTo>
                      <a:pt x="3132791" y="2156712"/>
                    </a:lnTo>
                    <a:lnTo>
                      <a:pt x="3132791" y="3458037"/>
                    </a:lnTo>
                    <a:lnTo>
                      <a:pt x="2592791" y="3458037"/>
                    </a:lnTo>
                    <a:lnTo>
                      <a:pt x="2592791" y="2392416"/>
                    </a:lnTo>
                    <a:lnTo>
                      <a:pt x="3131805" y="2392416"/>
                    </a:lnTo>
                    <a:close/>
                    <a:moveTo>
                      <a:pt x="1894806" y="1447696"/>
                    </a:moveTo>
                    <a:lnTo>
                      <a:pt x="2434806" y="1447696"/>
                    </a:lnTo>
                    <a:lnTo>
                      <a:pt x="2434806" y="3067696"/>
                    </a:lnTo>
                    <a:lnTo>
                      <a:pt x="2425859" y="3067696"/>
                    </a:lnTo>
                    <a:lnTo>
                      <a:pt x="2425859" y="3458037"/>
                    </a:lnTo>
                    <a:lnTo>
                      <a:pt x="1885859" y="3458037"/>
                    </a:lnTo>
                    <a:lnTo>
                      <a:pt x="1885859" y="1462222"/>
                    </a:lnTo>
                    <a:lnTo>
                      <a:pt x="1894806" y="1467205"/>
                    </a:lnTo>
                    <a:close/>
                    <a:moveTo>
                      <a:pt x="1178927" y="1068489"/>
                    </a:moveTo>
                    <a:lnTo>
                      <a:pt x="1179306" y="1068700"/>
                    </a:lnTo>
                    <a:lnTo>
                      <a:pt x="1179306" y="1992407"/>
                    </a:lnTo>
                    <a:lnTo>
                      <a:pt x="1718927" y="1992407"/>
                    </a:lnTo>
                    <a:lnTo>
                      <a:pt x="1718927" y="3458037"/>
                    </a:lnTo>
                    <a:lnTo>
                      <a:pt x="1178927" y="3458037"/>
                    </a:lnTo>
                    <a:close/>
                    <a:moveTo>
                      <a:pt x="471995" y="674757"/>
                    </a:moveTo>
                    <a:lnTo>
                      <a:pt x="482407" y="680556"/>
                    </a:lnTo>
                    <a:lnTo>
                      <a:pt x="1022307" y="680556"/>
                    </a:lnTo>
                    <a:lnTo>
                      <a:pt x="1022307" y="2085638"/>
                    </a:lnTo>
                    <a:lnTo>
                      <a:pt x="1011995" y="2085638"/>
                    </a:lnTo>
                    <a:lnTo>
                      <a:pt x="1011995" y="3458037"/>
                    </a:lnTo>
                    <a:lnTo>
                      <a:pt x="471995" y="3458037"/>
                    </a:lnTo>
                    <a:close/>
                    <a:moveTo>
                      <a:pt x="3301860" y="259154"/>
                    </a:moveTo>
                    <a:lnTo>
                      <a:pt x="3841860" y="259154"/>
                    </a:lnTo>
                    <a:lnTo>
                      <a:pt x="3841860" y="2548347"/>
                    </a:lnTo>
                    <a:lnTo>
                      <a:pt x="3835956" y="2548347"/>
                    </a:lnTo>
                    <a:lnTo>
                      <a:pt x="3839723" y="2550445"/>
                    </a:lnTo>
                    <a:lnTo>
                      <a:pt x="3839723" y="3458037"/>
                    </a:lnTo>
                    <a:lnTo>
                      <a:pt x="3299723" y="3458037"/>
                    </a:lnTo>
                    <a:lnTo>
                      <a:pt x="3299723" y="2249687"/>
                    </a:lnTo>
                    <a:lnTo>
                      <a:pt x="3301860" y="2250877"/>
                    </a:lnTo>
                    <a:close/>
                    <a:moveTo>
                      <a:pt x="0" y="0"/>
                    </a:moveTo>
                    <a:lnTo>
                      <a:pt x="360000" y="0"/>
                    </a:lnTo>
                    <a:lnTo>
                      <a:pt x="360000" y="3624815"/>
                    </a:lnTo>
                    <a:lnTo>
                      <a:pt x="3888432" y="3624815"/>
                    </a:lnTo>
                    <a:lnTo>
                      <a:pt x="3888432" y="3984815"/>
                    </a:lnTo>
                    <a:lnTo>
                      <a:pt x="0" y="3984815"/>
                    </a:lnTo>
                    <a:lnTo>
                      <a:pt x="0" y="3888432"/>
                    </a:lnTo>
                    <a:lnTo>
                      <a:pt x="0" y="362481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157" name="Google Shape;2157;p50"/>
              <p:cNvSpPr/>
              <p:nvPr/>
            </p:nvSpPr>
            <p:spPr>
              <a:xfrm>
                <a:off x="10765361" y="4863776"/>
                <a:ext cx="330939" cy="234666"/>
              </a:xfrm>
              <a:custGeom>
                <a:rect b="b" l="l" r="r" t="t"/>
                <a:pathLst>
                  <a:path extrusionOk="0" h="2808000" w="3960000">
                    <a:moveTo>
                      <a:pt x="2137982" y="2165237"/>
                    </a:moveTo>
                    <a:lnTo>
                      <a:pt x="2111402" y="2204211"/>
                    </a:lnTo>
                    <a:lnTo>
                      <a:pt x="2137982" y="2204211"/>
                    </a:lnTo>
                    <a:close/>
                    <a:moveTo>
                      <a:pt x="2635730" y="2101964"/>
                    </a:moveTo>
                    <a:cubicBezTo>
                      <a:pt x="2615812" y="2101964"/>
                      <a:pt x="2599666" y="2142287"/>
                      <a:pt x="2599666" y="2192028"/>
                    </a:cubicBezTo>
                    <a:cubicBezTo>
                      <a:pt x="2599666" y="2241769"/>
                      <a:pt x="2615812" y="2282092"/>
                      <a:pt x="2635730" y="2282092"/>
                    </a:cubicBezTo>
                    <a:cubicBezTo>
                      <a:pt x="2655648" y="2282092"/>
                      <a:pt x="2671794" y="2241769"/>
                      <a:pt x="2671794" y="2192028"/>
                    </a:cubicBezTo>
                    <a:cubicBezTo>
                      <a:pt x="2671794" y="2142287"/>
                      <a:pt x="2655648" y="2101964"/>
                      <a:pt x="2635730" y="2101964"/>
                    </a:cubicBezTo>
                    <a:close/>
                    <a:moveTo>
                      <a:pt x="1280012" y="2101964"/>
                    </a:moveTo>
                    <a:cubicBezTo>
                      <a:pt x="1260094" y="2101964"/>
                      <a:pt x="1243948" y="2142287"/>
                      <a:pt x="1243948" y="2192028"/>
                    </a:cubicBezTo>
                    <a:cubicBezTo>
                      <a:pt x="1243948" y="2241769"/>
                      <a:pt x="1260094" y="2282092"/>
                      <a:pt x="1280012" y="2282092"/>
                    </a:cubicBezTo>
                    <a:cubicBezTo>
                      <a:pt x="1299930" y="2282092"/>
                      <a:pt x="1316076" y="2241769"/>
                      <a:pt x="1316076" y="2192028"/>
                    </a:cubicBezTo>
                    <a:cubicBezTo>
                      <a:pt x="1316076" y="2142287"/>
                      <a:pt x="1299930" y="2101964"/>
                      <a:pt x="1280012" y="2101964"/>
                    </a:cubicBezTo>
                    <a:close/>
                    <a:moveTo>
                      <a:pt x="2138296" y="2025749"/>
                    </a:moveTo>
                    <a:lnTo>
                      <a:pt x="2139137" y="2026323"/>
                    </a:lnTo>
                    <a:lnTo>
                      <a:pt x="2216315" y="2026323"/>
                    </a:lnTo>
                    <a:lnTo>
                      <a:pt x="2216315" y="2204211"/>
                    </a:lnTo>
                    <a:lnTo>
                      <a:pt x="2256063" y="2204211"/>
                    </a:lnTo>
                    <a:lnTo>
                      <a:pt x="2256063" y="2282544"/>
                    </a:lnTo>
                    <a:lnTo>
                      <a:pt x="2216315" y="2282544"/>
                    </a:lnTo>
                    <a:lnTo>
                      <a:pt x="2216315" y="2357732"/>
                    </a:lnTo>
                    <a:lnTo>
                      <a:pt x="2137982" y="2357732"/>
                    </a:lnTo>
                    <a:lnTo>
                      <a:pt x="2137982" y="2282544"/>
                    </a:lnTo>
                    <a:lnTo>
                      <a:pt x="2015039" y="2282544"/>
                    </a:lnTo>
                    <a:lnTo>
                      <a:pt x="2015039" y="2208059"/>
                    </a:lnTo>
                    <a:lnTo>
                      <a:pt x="2014304" y="2207558"/>
                    </a:lnTo>
                    <a:lnTo>
                      <a:pt x="2015039" y="2206481"/>
                    </a:lnTo>
                    <a:lnTo>
                      <a:pt x="2015039" y="2204211"/>
                    </a:lnTo>
                    <a:lnTo>
                      <a:pt x="2016587" y="2204211"/>
                    </a:lnTo>
                    <a:close/>
                    <a:moveTo>
                      <a:pt x="1855876" y="2017651"/>
                    </a:moveTo>
                    <a:cubicBezTo>
                      <a:pt x="1914135" y="2017257"/>
                      <a:pt x="1961791" y="2063958"/>
                      <a:pt x="1962577" y="2122214"/>
                    </a:cubicBezTo>
                    <a:cubicBezTo>
                      <a:pt x="1962954" y="2150145"/>
                      <a:pt x="1952489" y="2175712"/>
                      <a:pt x="1934995" y="2194820"/>
                    </a:cubicBezTo>
                    <a:cubicBezTo>
                      <a:pt x="1952694" y="2214184"/>
                      <a:pt x="1963194" y="2240138"/>
                      <a:pt x="1962560" y="2268406"/>
                    </a:cubicBezTo>
                    <a:cubicBezTo>
                      <a:pt x="1961260" y="2326468"/>
                      <a:pt x="1913477" y="2372672"/>
                      <a:pt x="1855404" y="2372021"/>
                    </a:cubicBezTo>
                    <a:cubicBezTo>
                      <a:pt x="1797331" y="2371371"/>
                      <a:pt x="1750595" y="2324109"/>
                      <a:pt x="1750595" y="2266032"/>
                    </a:cubicBezTo>
                    <a:lnTo>
                      <a:pt x="1826499" y="2266032"/>
                    </a:lnTo>
                    <a:cubicBezTo>
                      <a:pt x="1826499" y="2282520"/>
                      <a:pt x="1839767" y="2295938"/>
                      <a:pt x="1856254" y="2296122"/>
                    </a:cubicBezTo>
                    <a:cubicBezTo>
                      <a:pt x="1872741" y="2296307"/>
                      <a:pt x="1886306" y="2283190"/>
                      <a:pt x="1886676" y="2266706"/>
                    </a:cubicBezTo>
                    <a:cubicBezTo>
                      <a:pt x="1887039" y="2250493"/>
                      <a:pt x="1874503" y="2236962"/>
                      <a:pt x="1858407" y="2236065"/>
                    </a:cubicBezTo>
                    <a:lnTo>
                      <a:pt x="1814193" y="2236065"/>
                    </a:lnTo>
                    <a:lnTo>
                      <a:pt x="1814193" y="2152552"/>
                    </a:lnTo>
                    <a:lnTo>
                      <a:pt x="1857384" y="2152552"/>
                    </a:lnTo>
                    <a:cubicBezTo>
                      <a:pt x="1873190" y="2152141"/>
                      <a:pt x="1885741" y="2139089"/>
                      <a:pt x="1885527" y="2123254"/>
                    </a:cubicBezTo>
                    <a:cubicBezTo>
                      <a:pt x="1885313" y="2107349"/>
                      <a:pt x="1872302" y="2094598"/>
                      <a:pt x="1856396" y="2094706"/>
                    </a:cubicBezTo>
                    <a:cubicBezTo>
                      <a:pt x="1840490" y="2094813"/>
                      <a:pt x="1827652" y="2107738"/>
                      <a:pt x="1827652" y="2123644"/>
                    </a:cubicBezTo>
                    <a:lnTo>
                      <a:pt x="1750595" y="2123644"/>
                    </a:lnTo>
                    <a:cubicBezTo>
                      <a:pt x="1750595" y="2065383"/>
                      <a:pt x="1797616" y="2018044"/>
                      <a:pt x="1855876" y="2017651"/>
                    </a:cubicBezTo>
                    <a:close/>
                    <a:moveTo>
                      <a:pt x="2930344" y="2012028"/>
                    </a:moveTo>
                    <a:cubicBezTo>
                      <a:pt x="2996416" y="2014229"/>
                      <a:pt x="3045968" y="2074602"/>
                      <a:pt x="3038901" y="2136479"/>
                    </a:cubicBezTo>
                    <a:cubicBezTo>
                      <a:pt x="3029916" y="2202312"/>
                      <a:pt x="2982346" y="2231435"/>
                      <a:pt x="2939412" y="2275597"/>
                    </a:cubicBezTo>
                    <a:lnTo>
                      <a:pt x="3031192" y="2275597"/>
                    </a:lnTo>
                    <a:lnTo>
                      <a:pt x="3031192" y="2357732"/>
                    </a:lnTo>
                    <a:lnTo>
                      <a:pt x="2819358" y="2357732"/>
                    </a:lnTo>
                    <a:cubicBezTo>
                      <a:pt x="2819409" y="2335416"/>
                      <a:pt x="2820521" y="2314113"/>
                      <a:pt x="2820571" y="2291797"/>
                    </a:cubicBezTo>
                    <a:cubicBezTo>
                      <a:pt x="2870625" y="2240158"/>
                      <a:pt x="2905662" y="2213324"/>
                      <a:pt x="2965770" y="2143601"/>
                    </a:cubicBezTo>
                    <a:cubicBezTo>
                      <a:pt x="2980233" y="2116927"/>
                      <a:pt x="2957264" y="2092452"/>
                      <a:pt x="2931831" y="2093607"/>
                    </a:cubicBezTo>
                    <a:cubicBezTo>
                      <a:pt x="2910102" y="2094595"/>
                      <a:pt x="2891536" y="2110969"/>
                      <a:pt x="2889885" y="2139461"/>
                    </a:cubicBezTo>
                    <a:lnTo>
                      <a:pt x="2818945" y="2139461"/>
                    </a:lnTo>
                    <a:cubicBezTo>
                      <a:pt x="2821421" y="2064364"/>
                      <a:pt x="2869776" y="2012037"/>
                      <a:pt x="2930344" y="2012028"/>
                    </a:cubicBezTo>
                    <a:close/>
                    <a:moveTo>
                      <a:pt x="2635730" y="2012028"/>
                    </a:moveTo>
                    <a:cubicBezTo>
                      <a:pt x="2705318" y="2012028"/>
                      <a:pt x="2761730" y="2092617"/>
                      <a:pt x="2761730" y="2192028"/>
                    </a:cubicBezTo>
                    <a:cubicBezTo>
                      <a:pt x="2761730" y="2291439"/>
                      <a:pt x="2705318" y="2372028"/>
                      <a:pt x="2635730" y="2372028"/>
                    </a:cubicBezTo>
                    <a:cubicBezTo>
                      <a:pt x="2566142" y="2372028"/>
                      <a:pt x="2509730" y="2291439"/>
                      <a:pt x="2509730" y="2192028"/>
                    </a:cubicBezTo>
                    <a:cubicBezTo>
                      <a:pt x="2509730" y="2092617"/>
                      <a:pt x="2566142" y="2012028"/>
                      <a:pt x="2635730" y="2012028"/>
                    </a:cubicBezTo>
                    <a:close/>
                    <a:moveTo>
                      <a:pt x="2436237" y="2012028"/>
                    </a:moveTo>
                    <a:lnTo>
                      <a:pt x="2436206" y="2012510"/>
                    </a:lnTo>
                    <a:lnTo>
                      <a:pt x="2452515" y="2012510"/>
                    </a:lnTo>
                    <a:lnTo>
                      <a:pt x="2452515" y="2372028"/>
                    </a:lnTo>
                    <a:lnTo>
                      <a:pt x="2364870" y="2372028"/>
                    </a:lnTo>
                    <a:lnTo>
                      <a:pt x="2364870" y="2101874"/>
                    </a:lnTo>
                    <a:cubicBezTo>
                      <a:pt x="2347394" y="2108434"/>
                      <a:pt x="2328091" y="2111607"/>
                      <a:pt x="2308515" y="2111039"/>
                    </a:cubicBezTo>
                    <a:lnTo>
                      <a:pt x="2311564" y="2043892"/>
                    </a:lnTo>
                    <a:cubicBezTo>
                      <a:pt x="2321741" y="2044066"/>
                      <a:pt x="2331771" y="2042373"/>
                      <a:pt x="2340372" y="2039030"/>
                    </a:cubicBezTo>
                    <a:cubicBezTo>
                      <a:pt x="2355279" y="2033236"/>
                      <a:pt x="2364268" y="2023137"/>
                      <a:pt x="2364156" y="2012310"/>
                    </a:cubicBezTo>
                    <a:cubicBezTo>
                      <a:pt x="2388183" y="2012216"/>
                      <a:pt x="2412210" y="2012122"/>
                      <a:pt x="2436237" y="2012028"/>
                    </a:cubicBezTo>
                    <a:close/>
                    <a:moveTo>
                      <a:pt x="1574625" y="2012028"/>
                    </a:moveTo>
                    <a:cubicBezTo>
                      <a:pt x="1640698" y="2014229"/>
                      <a:pt x="1690250" y="2074602"/>
                      <a:pt x="1683183" y="2136479"/>
                    </a:cubicBezTo>
                    <a:cubicBezTo>
                      <a:pt x="1674198" y="2202312"/>
                      <a:pt x="1626628" y="2231435"/>
                      <a:pt x="1583694" y="2275597"/>
                    </a:cubicBezTo>
                    <a:lnTo>
                      <a:pt x="1675474" y="2275597"/>
                    </a:lnTo>
                    <a:lnTo>
                      <a:pt x="1675474" y="2357732"/>
                    </a:lnTo>
                    <a:lnTo>
                      <a:pt x="1463640" y="2357732"/>
                    </a:lnTo>
                    <a:cubicBezTo>
                      <a:pt x="1463691" y="2335416"/>
                      <a:pt x="1464802" y="2314113"/>
                      <a:pt x="1464853" y="2291797"/>
                    </a:cubicBezTo>
                    <a:cubicBezTo>
                      <a:pt x="1514907" y="2240158"/>
                      <a:pt x="1549943" y="2213324"/>
                      <a:pt x="1610052" y="2143601"/>
                    </a:cubicBezTo>
                    <a:cubicBezTo>
                      <a:pt x="1624515" y="2116927"/>
                      <a:pt x="1601546" y="2092452"/>
                      <a:pt x="1576112" y="2093607"/>
                    </a:cubicBezTo>
                    <a:cubicBezTo>
                      <a:pt x="1554383" y="2094595"/>
                      <a:pt x="1535817" y="2110969"/>
                      <a:pt x="1534167" y="2139461"/>
                    </a:cubicBezTo>
                    <a:lnTo>
                      <a:pt x="1463227" y="2139461"/>
                    </a:lnTo>
                    <a:cubicBezTo>
                      <a:pt x="1465703" y="2064364"/>
                      <a:pt x="1514058" y="2012037"/>
                      <a:pt x="1574625" y="2012028"/>
                    </a:cubicBezTo>
                    <a:close/>
                    <a:moveTo>
                      <a:pt x="1280012" y="2012028"/>
                    </a:moveTo>
                    <a:cubicBezTo>
                      <a:pt x="1349600" y="2012028"/>
                      <a:pt x="1406012" y="2092617"/>
                      <a:pt x="1406012" y="2192028"/>
                    </a:cubicBezTo>
                    <a:cubicBezTo>
                      <a:pt x="1406012" y="2291439"/>
                      <a:pt x="1349600" y="2372028"/>
                      <a:pt x="1280012" y="2372028"/>
                    </a:cubicBezTo>
                    <a:cubicBezTo>
                      <a:pt x="1210424" y="2372028"/>
                      <a:pt x="1154012" y="2291439"/>
                      <a:pt x="1154012" y="2192028"/>
                    </a:cubicBezTo>
                    <a:cubicBezTo>
                      <a:pt x="1154012" y="2092617"/>
                      <a:pt x="1210424" y="2012028"/>
                      <a:pt x="1280012" y="2012028"/>
                    </a:cubicBezTo>
                    <a:close/>
                    <a:moveTo>
                      <a:pt x="1080519" y="2012028"/>
                    </a:moveTo>
                    <a:lnTo>
                      <a:pt x="1080488" y="2012510"/>
                    </a:lnTo>
                    <a:lnTo>
                      <a:pt x="1096797" y="2012510"/>
                    </a:lnTo>
                    <a:lnTo>
                      <a:pt x="1096797" y="2372028"/>
                    </a:lnTo>
                    <a:lnTo>
                      <a:pt x="1009152" y="2372028"/>
                    </a:lnTo>
                    <a:lnTo>
                      <a:pt x="1009152" y="2101874"/>
                    </a:lnTo>
                    <a:cubicBezTo>
                      <a:pt x="991676" y="2108434"/>
                      <a:pt x="972373" y="2111607"/>
                      <a:pt x="952797" y="2111039"/>
                    </a:cubicBezTo>
                    <a:lnTo>
                      <a:pt x="955846" y="2043892"/>
                    </a:lnTo>
                    <a:cubicBezTo>
                      <a:pt x="966023" y="2044066"/>
                      <a:pt x="976053" y="2042373"/>
                      <a:pt x="984654" y="2039030"/>
                    </a:cubicBezTo>
                    <a:cubicBezTo>
                      <a:pt x="999561" y="2033236"/>
                      <a:pt x="1008550" y="2023137"/>
                      <a:pt x="1008438" y="2012310"/>
                    </a:cubicBezTo>
                    <a:cubicBezTo>
                      <a:pt x="1032465" y="2012216"/>
                      <a:pt x="1056492" y="2012122"/>
                      <a:pt x="1080519" y="2012028"/>
                    </a:cubicBezTo>
                    <a:close/>
                    <a:moveTo>
                      <a:pt x="3373743" y="362438"/>
                    </a:moveTo>
                    <a:lnTo>
                      <a:pt x="3553743" y="362438"/>
                    </a:lnTo>
                    <a:lnTo>
                      <a:pt x="3553743" y="2414438"/>
                    </a:lnTo>
                    <a:lnTo>
                      <a:pt x="3373743" y="2414438"/>
                    </a:lnTo>
                    <a:close/>
                    <a:moveTo>
                      <a:pt x="3129580" y="362438"/>
                    </a:moveTo>
                    <a:lnTo>
                      <a:pt x="3273580" y="362438"/>
                    </a:lnTo>
                    <a:lnTo>
                      <a:pt x="3273580" y="2414438"/>
                    </a:lnTo>
                    <a:lnTo>
                      <a:pt x="3129580" y="2414438"/>
                    </a:lnTo>
                    <a:close/>
                    <a:moveTo>
                      <a:pt x="2939411" y="362438"/>
                    </a:moveTo>
                    <a:lnTo>
                      <a:pt x="3029411" y="362438"/>
                    </a:lnTo>
                    <a:lnTo>
                      <a:pt x="3029411" y="1957238"/>
                    </a:lnTo>
                    <a:lnTo>
                      <a:pt x="2939411" y="1957238"/>
                    </a:lnTo>
                    <a:close/>
                    <a:moveTo>
                      <a:pt x="2731242" y="362438"/>
                    </a:moveTo>
                    <a:lnTo>
                      <a:pt x="2839242" y="362438"/>
                    </a:lnTo>
                    <a:lnTo>
                      <a:pt x="2839242" y="1957238"/>
                    </a:lnTo>
                    <a:lnTo>
                      <a:pt x="2731242" y="1957238"/>
                    </a:lnTo>
                    <a:close/>
                    <a:moveTo>
                      <a:pt x="2487073" y="362438"/>
                    </a:moveTo>
                    <a:lnTo>
                      <a:pt x="2631073" y="362438"/>
                    </a:lnTo>
                    <a:lnTo>
                      <a:pt x="2631073" y="1957238"/>
                    </a:lnTo>
                    <a:lnTo>
                      <a:pt x="2487073" y="1957238"/>
                    </a:lnTo>
                    <a:close/>
                    <a:moveTo>
                      <a:pt x="2296904" y="362438"/>
                    </a:moveTo>
                    <a:lnTo>
                      <a:pt x="2386904" y="362438"/>
                    </a:lnTo>
                    <a:lnTo>
                      <a:pt x="2386904" y="1957238"/>
                    </a:lnTo>
                    <a:lnTo>
                      <a:pt x="2296904" y="1957238"/>
                    </a:lnTo>
                    <a:close/>
                    <a:moveTo>
                      <a:pt x="2016735" y="362438"/>
                    </a:moveTo>
                    <a:lnTo>
                      <a:pt x="2196735" y="362438"/>
                    </a:lnTo>
                    <a:lnTo>
                      <a:pt x="2196735" y="1957238"/>
                    </a:lnTo>
                    <a:lnTo>
                      <a:pt x="2016735" y="1957238"/>
                    </a:lnTo>
                    <a:close/>
                    <a:moveTo>
                      <a:pt x="1826566" y="362438"/>
                    </a:moveTo>
                    <a:lnTo>
                      <a:pt x="1916566" y="362438"/>
                    </a:lnTo>
                    <a:lnTo>
                      <a:pt x="1916566" y="1957238"/>
                    </a:lnTo>
                    <a:lnTo>
                      <a:pt x="1826566" y="1957238"/>
                    </a:lnTo>
                    <a:close/>
                    <a:moveTo>
                      <a:pt x="1582397" y="362438"/>
                    </a:moveTo>
                    <a:lnTo>
                      <a:pt x="1726397" y="362438"/>
                    </a:lnTo>
                    <a:lnTo>
                      <a:pt x="1726397" y="1957238"/>
                    </a:lnTo>
                    <a:lnTo>
                      <a:pt x="1582397" y="1957238"/>
                    </a:lnTo>
                    <a:close/>
                    <a:moveTo>
                      <a:pt x="1302228" y="362438"/>
                    </a:moveTo>
                    <a:lnTo>
                      <a:pt x="1482228" y="362438"/>
                    </a:lnTo>
                    <a:lnTo>
                      <a:pt x="1482228" y="1957238"/>
                    </a:lnTo>
                    <a:lnTo>
                      <a:pt x="1302228" y="1957238"/>
                    </a:lnTo>
                    <a:close/>
                    <a:moveTo>
                      <a:pt x="1094059" y="362438"/>
                    </a:moveTo>
                    <a:lnTo>
                      <a:pt x="1202059" y="362438"/>
                    </a:lnTo>
                    <a:lnTo>
                      <a:pt x="1202059" y="1957238"/>
                    </a:lnTo>
                    <a:lnTo>
                      <a:pt x="1094059" y="1957238"/>
                    </a:lnTo>
                    <a:close/>
                    <a:moveTo>
                      <a:pt x="903890" y="362438"/>
                    </a:moveTo>
                    <a:lnTo>
                      <a:pt x="993890" y="362438"/>
                    </a:lnTo>
                    <a:lnTo>
                      <a:pt x="993890" y="1957238"/>
                    </a:lnTo>
                    <a:lnTo>
                      <a:pt x="903890" y="1957238"/>
                    </a:lnTo>
                    <a:close/>
                    <a:moveTo>
                      <a:pt x="623721" y="362438"/>
                    </a:moveTo>
                    <a:lnTo>
                      <a:pt x="803721" y="362438"/>
                    </a:lnTo>
                    <a:lnTo>
                      <a:pt x="803721" y="2414438"/>
                    </a:lnTo>
                    <a:lnTo>
                      <a:pt x="623721" y="2414438"/>
                    </a:lnTo>
                    <a:close/>
                    <a:moveTo>
                      <a:pt x="433552" y="362438"/>
                    </a:moveTo>
                    <a:lnTo>
                      <a:pt x="523552" y="362438"/>
                    </a:lnTo>
                    <a:lnTo>
                      <a:pt x="523552" y="2414438"/>
                    </a:lnTo>
                    <a:lnTo>
                      <a:pt x="433552" y="2414438"/>
                    </a:lnTo>
                    <a:close/>
                    <a:moveTo>
                      <a:pt x="303674" y="216000"/>
                    </a:moveTo>
                    <a:cubicBezTo>
                      <a:pt x="255253" y="216000"/>
                      <a:pt x="216000" y="255253"/>
                      <a:pt x="216000" y="303674"/>
                    </a:cubicBezTo>
                    <a:lnTo>
                      <a:pt x="216000" y="2504326"/>
                    </a:lnTo>
                    <a:cubicBezTo>
                      <a:pt x="216000" y="2552747"/>
                      <a:pt x="255253" y="2592000"/>
                      <a:pt x="303674" y="2592000"/>
                    </a:cubicBezTo>
                    <a:lnTo>
                      <a:pt x="3656326" y="2592000"/>
                    </a:lnTo>
                    <a:cubicBezTo>
                      <a:pt x="3704747" y="2592000"/>
                      <a:pt x="3744000" y="2552747"/>
                      <a:pt x="3744000" y="2504326"/>
                    </a:cubicBezTo>
                    <a:lnTo>
                      <a:pt x="3744000" y="303674"/>
                    </a:lnTo>
                    <a:cubicBezTo>
                      <a:pt x="3744000" y="255253"/>
                      <a:pt x="3704747" y="216000"/>
                      <a:pt x="3656326" y="216000"/>
                    </a:cubicBezTo>
                    <a:close/>
                    <a:moveTo>
                      <a:pt x="149021" y="0"/>
                    </a:moveTo>
                    <a:lnTo>
                      <a:pt x="3810979" y="0"/>
                    </a:lnTo>
                    <a:cubicBezTo>
                      <a:pt x="3893281" y="0"/>
                      <a:pt x="3960000" y="66719"/>
                      <a:pt x="3960000" y="149021"/>
                    </a:cubicBezTo>
                    <a:lnTo>
                      <a:pt x="3960000" y="2658979"/>
                    </a:lnTo>
                    <a:cubicBezTo>
                      <a:pt x="3960000" y="2741281"/>
                      <a:pt x="3893281" y="2808000"/>
                      <a:pt x="3810979" y="2808000"/>
                    </a:cubicBezTo>
                    <a:lnTo>
                      <a:pt x="149021" y="2808000"/>
                    </a:lnTo>
                    <a:cubicBezTo>
                      <a:pt x="66719" y="2808000"/>
                      <a:pt x="0" y="2741281"/>
                      <a:pt x="0" y="2658979"/>
                    </a:cubicBezTo>
                    <a:lnTo>
                      <a:pt x="0" y="149021"/>
                    </a:lnTo>
                    <a:cubicBezTo>
                      <a:pt x="0" y="66719"/>
                      <a:pt x="66719" y="0"/>
                      <a:pt x="14902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158" name="Google Shape;2158;p50"/>
              <p:cNvSpPr/>
              <p:nvPr/>
            </p:nvSpPr>
            <p:spPr>
              <a:xfrm>
                <a:off x="7818475" y="4673961"/>
                <a:ext cx="330939" cy="330692"/>
              </a:xfrm>
              <a:custGeom>
                <a:rect b="b" l="l" r="r" t="t"/>
                <a:pathLst>
                  <a:path extrusionOk="0" h="3968213" w="3971162">
                    <a:moveTo>
                      <a:pt x="808855" y="2815607"/>
                    </a:moveTo>
                    <a:lnTo>
                      <a:pt x="1168895" y="2815607"/>
                    </a:lnTo>
                    <a:lnTo>
                      <a:pt x="1168895" y="3175607"/>
                    </a:lnTo>
                    <a:lnTo>
                      <a:pt x="808855" y="3175607"/>
                    </a:lnTo>
                    <a:close/>
                    <a:moveTo>
                      <a:pt x="697665" y="2704397"/>
                    </a:moveTo>
                    <a:lnTo>
                      <a:pt x="697665" y="3286817"/>
                    </a:lnTo>
                    <a:lnTo>
                      <a:pt x="1280085" y="3286817"/>
                    </a:lnTo>
                    <a:lnTo>
                      <a:pt x="1280085" y="2704397"/>
                    </a:lnTo>
                    <a:close/>
                    <a:moveTo>
                      <a:pt x="537750" y="2544482"/>
                    </a:moveTo>
                    <a:lnTo>
                      <a:pt x="1440000" y="2544482"/>
                    </a:lnTo>
                    <a:lnTo>
                      <a:pt x="1440000" y="3446732"/>
                    </a:lnTo>
                    <a:lnTo>
                      <a:pt x="537750" y="3446732"/>
                    </a:lnTo>
                    <a:close/>
                    <a:moveTo>
                      <a:pt x="0" y="2528213"/>
                    </a:moveTo>
                    <a:lnTo>
                      <a:pt x="360000" y="2528213"/>
                    </a:lnTo>
                    <a:lnTo>
                      <a:pt x="360000" y="3608213"/>
                    </a:lnTo>
                    <a:lnTo>
                      <a:pt x="1440000" y="3608213"/>
                    </a:lnTo>
                    <a:lnTo>
                      <a:pt x="1440000" y="3968213"/>
                    </a:lnTo>
                    <a:lnTo>
                      <a:pt x="360000" y="3968213"/>
                    </a:lnTo>
                    <a:lnTo>
                      <a:pt x="0" y="3968213"/>
                    </a:lnTo>
                    <a:lnTo>
                      <a:pt x="0" y="3608213"/>
                    </a:lnTo>
                    <a:close/>
                    <a:moveTo>
                      <a:pt x="3605829" y="2524046"/>
                    </a:moveTo>
                    <a:lnTo>
                      <a:pt x="3965829" y="2524046"/>
                    </a:lnTo>
                    <a:lnTo>
                      <a:pt x="3965829" y="3604046"/>
                    </a:lnTo>
                    <a:lnTo>
                      <a:pt x="3965829" y="3964046"/>
                    </a:lnTo>
                    <a:lnTo>
                      <a:pt x="3605829" y="3964046"/>
                    </a:lnTo>
                    <a:lnTo>
                      <a:pt x="2525829" y="3964046"/>
                    </a:lnTo>
                    <a:lnTo>
                      <a:pt x="2525829" y="3604046"/>
                    </a:lnTo>
                    <a:lnTo>
                      <a:pt x="3605829" y="3604046"/>
                    </a:lnTo>
                    <a:close/>
                    <a:moveTo>
                      <a:pt x="1542677" y="2468095"/>
                    </a:moveTo>
                    <a:lnTo>
                      <a:pt x="1758701" y="2468095"/>
                    </a:lnTo>
                    <a:lnTo>
                      <a:pt x="1758701" y="2835684"/>
                    </a:lnTo>
                    <a:lnTo>
                      <a:pt x="1542677" y="2835684"/>
                    </a:lnTo>
                    <a:close/>
                    <a:moveTo>
                      <a:pt x="3174101" y="2437460"/>
                    </a:moveTo>
                    <a:lnTo>
                      <a:pt x="3390125" y="2437460"/>
                    </a:lnTo>
                    <a:lnTo>
                      <a:pt x="3390125" y="2663201"/>
                    </a:lnTo>
                    <a:lnTo>
                      <a:pt x="3174101" y="2663201"/>
                    </a:lnTo>
                    <a:close/>
                    <a:moveTo>
                      <a:pt x="2809842" y="2295613"/>
                    </a:moveTo>
                    <a:lnTo>
                      <a:pt x="3025866" y="2295613"/>
                    </a:lnTo>
                    <a:lnTo>
                      <a:pt x="3025866" y="2663202"/>
                    </a:lnTo>
                    <a:lnTo>
                      <a:pt x="3389097" y="2663202"/>
                    </a:lnTo>
                    <a:lnTo>
                      <a:pt x="3389097" y="2873898"/>
                    </a:lnTo>
                    <a:lnTo>
                      <a:pt x="3389097" y="2873898"/>
                    </a:lnTo>
                    <a:lnTo>
                      <a:pt x="3389097" y="3446732"/>
                    </a:lnTo>
                    <a:lnTo>
                      <a:pt x="3173073" y="3446732"/>
                    </a:lnTo>
                    <a:lnTo>
                      <a:pt x="3173073" y="2879226"/>
                    </a:lnTo>
                    <a:lnTo>
                      <a:pt x="3021508" y="2879226"/>
                    </a:lnTo>
                    <a:lnTo>
                      <a:pt x="3021508" y="2663202"/>
                    </a:lnTo>
                    <a:lnTo>
                      <a:pt x="2809842" y="2663202"/>
                    </a:lnTo>
                    <a:close/>
                    <a:moveTo>
                      <a:pt x="2093780" y="2089306"/>
                    </a:moveTo>
                    <a:lnTo>
                      <a:pt x="2309804" y="2089306"/>
                    </a:lnTo>
                    <a:lnTo>
                      <a:pt x="2309804" y="2315047"/>
                    </a:lnTo>
                    <a:lnTo>
                      <a:pt x="2093780" y="2315047"/>
                    </a:lnTo>
                    <a:close/>
                    <a:moveTo>
                      <a:pt x="2656492" y="1853849"/>
                    </a:moveTo>
                    <a:lnTo>
                      <a:pt x="2872516" y="1853849"/>
                    </a:lnTo>
                    <a:lnTo>
                      <a:pt x="2872516" y="2038657"/>
                    </a:lnTo>
                    <a:lnTo>
                      <a:pt x="2989835" y="2038657"/>
                    </a:lnTo>
                    <a:lnTo>
                      <a:pt x="2989835" y="1887092"/>
                    </a:lnTo>
                    <a:lnTo>
                      <a:pt x="3205859" y="1887092"/>
                    </a:lnTo>
                    <a:lnTo>
                      <a:pt x="3205859" y="2028940"/>
                    </a:lnTo>
                    <a:lnTo>
                      <a:pt x="3390125" y="2028940"/>
                    </a:lnTo>
                    <a:lnTo>
                      <a:pt x="3390125" y="2254681"/>
                    </a:lnTo>
                    <a:lnTo>
                      <a:pt x="3205859" y="2254681"/>
                    </a:lnTo>
                    <a:lnTo>
                      <a:pt x="3174101" y="2254681"/>
                    </a:lnTo>
                    <a:lnTo>
                      <a:pt x="3005149" y="2254681"/>
                    </a:lnTo>
                    <a:lnTo>
                      <a:pt x="2989835" y="2254681"/>
                    </a:lnTo>
                    <a:lnTo>
                      <a:pt x="2688721" y="2254681"/>
                    </a:lnTo>
                    <a:lnTo>
                      <a:pt x="2688721" y="2447179"/>
                    </a:lnTo>
                    <a:lnTo>
                      <a:pt x="2488606" y="2447179"/>
                    </a:lnTo>
                    <a:lnTo>
                      <a:pt x="2488606" y="2663841"/>
                    </a:lnTo>
                    <a:lnTo>
                      <a:pt x="2486018" y="2663841"/>
                    </a:lnTo>
                    <a:lnTo>
                      <a:pt x="2486018" y="2846997"/>
                    </a:lnTo>
                    <a:lnTo>
                      <a:pt x="2840287" y="2846997"/>
                    </a:lnTo>
                    <a:lnTo>
                      <a:pt x="2840287" y="3046907"/>
                    </a:lnTo>
                    <a:lnTo>
                      <a:pt x="3045880" y="3046907"/>
                    </a:lnTo>
                    <a:lnTo>
                      <a:pt x="3045880" y="3272648"/>
                    </a:lnTo>
                    <a:lnTo>
                      <a:pt x="2829856" y="3272648"/>
                    </a:lnTo>
                    <a:lnTo>
                      <a:pt x="2829856" y="3063021"/>
                    </a:lnTo>
                    <a:lnTo>
                      <a:pt x="2472698" y="3063021"/>
                    </a:lnTo>
                    <a:lnTo>
                      <a:pt x="2472698" y="2847499"/>
                    </a:lnTo>
                    <a:lnTo>
                      <a:pt x="2093780" y="2847499"/>
                    </a:lnTo>
                    <a:lnTo>
                      <a:pt x="2088510" y="2847499"/>
                    </a:lnTo>
                    <a:lnTo>
                      <a:pt x="1910267" y="2847499"/>
                    </a:lnTo>
                    <a:lnTo>
                      <a:pt x="1910267" y="3028023"/>
                    </a:lnTo>
                    <a:lnTo>
                      <a:pt x="2277575" y="3028023"/>
                    </a:lnTo>
                    <a:lnTo>
                      <a:pt x="2277575" y="3241488"/>
                    </a:lnTo>
                    <a:lnTo>
                      <a:pt x="2829855" y="3241488"/>
                    </a:lnTo>
                    <a:lnTo>
                      <a:pt x="2829855" y="3457512"/>
                    </a:lnTo>
                    <a:lnTo>
                      <a:pt x="2269993" y="3457512"/>
                    </a:lnTo>
                    <a:lnTo>
                      <a:pt x="2269993" y="3244047"/>
                    </a:lnTo>
                    <a:lnTo>
                      <a:pt x="2111604" y="3244047"/>
                    </a:lnTo>
                    <a:lnTo>
                      <a:pt x="2111604" y="3446733"/>
                    </a:lnTo>
                    <a:lnTo>
                      <a:pt x="1744015" y="3446733"/>
                    </a:lnTo>
                    <a:lnTo>
                      <a:pt x="1744015" y="3230709"/>
                    </a:lnTo>
                    <a:lnTo>
                      <a:pt x="1909986" y="3230709"/>
                    </a:lnTo>
                    <a:lnTo>
                      <a:pt x="1909986" y="3051709"/>
                    </a:lnTo>
                    <a:lnTo>
                      <a:pt x="1542678" y="3051709"/>
                    </a:lnTo>
                    <a:lnTo>
                      <a:pt x="1542678" y="2835685"/>
                    </a:lnTo>
                    <a:lnTo>
                      <a:pt x="1877756" y="2835685"/>
                    </a:lnTo>
                    <a:lnTo>
                      <a:pt x="1877756" y="2315047"/>
                    </a:lnTo>
                    <a:lnTo>
                      <a:pt x="2093780" y="2315047"/>
                    </a:lnTo>
                    <a:lnTo>
                      <a:pt x="2093780" y="2631475"/>
                    </a:lnTo>
                    <a:lnTo>
                      <a:pt x="2272582" y="2631475"/>
                    </a:lnTo>
                    <a:lnTo>
                      <a:pt x="2272582" y="2438100"/>
                    </a:lnTo>
                    <a:lnTo>
                      <a:pt x="2472697" y="2438100"/>
                    </a:lnTo>
                    <a:lnTo>
                      <a:pt x="2472697" y="2254681"/>
                    </a:lnTo>
                    <a:lnTo>
                      <a:pt x="2472697" y="2221438"/>
                    </a:lnTo>
                    <a:lnTo>
                      <a:pt x="2472697" y="2038657"/>
                    </a:lnTo>
                    <a:lnTo>
                      <a:pt x="2656492" y="2038657"/>
                    </a:lnTo>
                    <a:close/>
                    <a:moveTo>
                      <a:pt x="2989836" y="1667759"/>
                    </a:moveTo>
                    <a:lnTo>
                      <a:pt x="3357425" y="1667759"/>
                    </a:lnTo>
                    <a:lnTo>
                      <a:pt x="3357425" y="1883783"/>
                    </a:lnTo>
                    <a:lnTo>
                      <a:pt x="2989836" y="1883783"/>
                    </a:lnTo>
                    <a:close/>
                    <a:moveTo>
                      <a:pt x="2309586" y="1554888"/>
                    </a:moveTo>
                    <a:lnTo>
                      <a:pt x="2829824" y="1554888"/>
                    </a:lnTo>
                    <a:lnTo>
                      <a:pt x="2829824" y="1770912"/>
                    </a:lnTo>
                    <a:lnTo>
                      <a:pt x="2525643" y="1770912"/>
                    </a:lnTo>
                    <a:lnTo>
                      <a:pt x="2525643" y="1927296"/>
                    </a:lnTo>
                    <a:lnTo>
                      <a:pt x="2309619" y="1927296"/>
                    </a:lnTo>
                    <a:lnTo>
                      <a:pt x="2309619" y="1770912"/>
                    </a:lnTo>
                    <a:lnTo>
                      <a:pt x="2309586" y="1770912"/>
                    </a:lnTo>
                    <a:close/>
                    <a:moveTo>
                      <a:pt x="616397" y="1550030"/>
                    </a:moveTo>
                    <a:lnTo>
                      <a:pt x="808855" y="1550030"/>
                    </a:lnTo>
                    <a:lnTo>
                      <a:pt x="832421" y="1550030"/>
                    </a:lnTo>
                    <a:lnTo>
                      <a:pt x="1024879" y="1550030"/>
                    </a:lnTo>
                    <a:lnTo>
                      <a:pt x="1024879" y="1775771"/>
                    </a:lnTo>
                    <a:lnTo>
                      <a:pt x="832421" y="1775771"/>
                    </a:lnTo>
                    <a:lnTo>
                      <a:pt x="832421" y="2079590"/>
                    </a:lnTo>
                    <a:lnTo>
                      <a:pt x="1028931" y="2079590"/>
                    </a:lnTo>
                    <a:lnTo>
                      <a:pt x="1192537" y="2079590"/>
                    </a:lnTo>
                    <a:lnTo>
                      <a:pt x="1244955" y="2079590"/>
                    </a:lnTo>
                    <a:lnTo>
                      <a:pt x="1244955" y="2231155"/>
                    </a:lnTo>
                    <a:lnTo>
                      <a:pt x="1468668" y="2231155"/>
                    </a:lnTo>
                    <a:lnTo>
                      <a:pt x="1468668" y="2447179"/>
                    </a:lnTo>
                    <a:lnTo>
                      <a:pt x="1244955" y="2447179"/>
                    </a:lnTo>
                    <a:lnTo>
                      <a:pt x="1244955" y="2447179"/>
                    </a:lnTo>
                    <a:lnTo>
                      <a:pt x="1028931" y="2447179"/>
                    </a:lnTo>
                    <a:lnTo>
                      <a:pt x="1028931" y="2295614"/>
                    </a:lnTo>
                    <a:lnTo>
                      <a:pt x="619703" y="2295614"/>
                    </a:lnTo>
                    <a:lnTo>
                      <a:pt x="619703" y="2082482"/>
                    </a:lnTo>
                    <a:lnTo>
                      <a:pt x="616397" y="2082482"/>
                    </a:lnTo>
                    <a:close/>
                    <a:moveTo>
                      <a:pt x="1747452" y="1324289"/>
                    </a:moveTo>
                    <a:lnTo>
                      <a:pt x="1963476" y="1324289"/>
                    </a:lnTo>
                    <a:lnTo>
                      <a:pt x="1963476" y="1528779"/>
                    </a:lnTo>
                    <a:lnTo>
                      <a:pt x="2151955" y="1528779"/>
                    </a:lnTo>
                    <a:lnTo>
                      <a:pt x="2151955" y="1754520"/>
                    </a:lnTo>
                    <a:lnTo>
                      <a:pt x="1935931" y="1754520"/>
                    </a:lnTo>
                    <a:lnTo>
                      <a:pt x="1935931" y="1550030"/>
                    </a:lnTo>
                    <a:lnTo>
                      <a:pt x="1758702" y="1550030"/>
                    </a:lnTo>
                    <a:lnTo>
                      <a:pt x="1758702" y="1863566"/>
                    </a:lnTo>
                    <a:lnTo>
                      <a:pt x="2119726" y="1863566"/>
                    </a:lnTo>
                    <a:lnTo>
                      <a:pt x="2119726" y="2079590"/>
                    </a:lnTo>
                    <a:lnTo>
                      <a:pt x="1761543" y="2079590"/>
                    </a:lnTo>
                    <a:lnTo>
                      <a:pt x="1761543" y="2259540"/>
                    </a:lnTo>
                    <a:lnTo>
                      <a:pt x="1545519" y="2259540"/>
                    </a:lnTo>
                    <a:lnTo>
                      <a:pt x="1545519" y="2082482"/>
                    </a:lnTo>
                    <a:lnTo>
                      <a:pt x="1542678" y="2082482"/>
                    </a:lnTo>
                    <a:lnTo>
                      <a:pt x="1542678" y="2079589"/>
                    </a:lnTo>
                    <a:lnTo>
                      <a:pt x="1030691" y="2079589"/>
                    </a:lnTo>
                    <a:lnTo>
                      <a:pt x="1030691" y="1863565"/>
                    </a:lnTo>
                    <a:lnTo>
                      <a:pt x="1192537" y="1863565"/>
                    </a:lnTo>
                    <a:lnTo>
                      <a:pt x="1192537" y="1662900"/>
                    </a:lnTo>
                    <a:lnTo>
                      <a:pt x="1440000" y="1662900"/>
                    </a:lnTo>
                    <a:lnTo>
                      <a:pt x="1440000" y="1863565"/>
                    </a:lnTo>
                    <a:lnTo>
                      <a:pt x="1542678" y="1863565"/>
                    </a:lnTo>
                    <a:lnTo>
                      <a:pt x="1542678" y="1550030"/>
                    </a:lnTo>
                    <a:lnTo>
                      <a:pt x="1747452" y="1550030"/>
                    </a:lnTo>
                    <a:close/>
                    <a:moveTo>
                      <a:pt x="2802267" y="814725"/>
                    </a:moveTo>
                    <a:lnTo>
                      <a:pt x="3162307" y="814725"/>
                    </a:lnTo>
                    <a:lnTo>
                      <a:pt x="3162307" y="1174725"/>
                    </a:lnTo>
                    <a:lnTo>
                      <a:pt x="2802267" y="1174725"/>
                    </a:lnTo>
                    <a:close/>
                    <a:moveTo>
                      <a:pt x="884915" y="814725"/>
                    </a:moveTo>
                    <a:lnTo>
                      <a:pt x="1244955" y="814725"/>
                    </a:lnTo>
                    <a:lnTo>
                      <a:pt x="1244955" y="1174725"/>
                    </a:lnTo>
                    <a:lnTo>
                      <a:pt x="884915" y="1174725"/>
                    </a:lnTo>
                    <a:close/>
                    <a:moveTo>
                      <a:pt x="2691077" y="703515"/>
                    </a:moveTo>
                    <a:lnTo>
                      <a:pt x="2691077" y="1285935"/>
                    </a:lnTo>
                    <a:lnTo>
                      <a:pt x="3273497" y="1285935"/>
                    </a:lnTo>
                    <a:lnTo>
                      <a:pt x="3273497" y="703515"/>
                    </a:lnTo>
                    <a:close/>
                    <a:moveTo>
                      <a:pt x="773725" y="703515"/>
                    </a:moveTo>
                    <a:lnTo>
                      <a:pt x="773725" y="1285935"/>
                    </a:lnTo>
                    <a:lnTo>
                      <a:pt x="1356145" y="1285935"/>
                    </a:lnTo>
                    <a:lnTo>
                      <a:pt x="1356145" y="703515"/>
                    </a:lnTo>
                    <a:close/>
                    <a:moveTo>
                      <a:pt x="2531162" y="543600"/>
                    </a:moveTo>
                    <a:lnTo>
                      <a:pt x="3433412" y="543600"/>
                    </a:lnTo>
                    <a:lnTo>
                      <a:pt x="3433412" y="1445850"/>
                    </a:lnTo>
                    <a:lnTo>
                      <a:pt x="2531162" y="1445850"/>
                    </a:lnTo>
                    <a:close/>
                    <a:moveTo>
                      <a:pt x="613810" y="543600"/>
                    </a:moveTo>
                    <a:lnTo>
                      <a:pt x="1516060" y="543600"/>
                    </a:lnTo>
                    <a:lnTo>
                      <a:pt x="1516060" y="1445850"/>
                    </a:lnTo>
                    <a:lnTo>
                      <a:pt x="613810" y="1445850"/>
                    </a:lnTo>
                    <a:close/>
                    <a:moveTo>
                      <a:pt x="2088509" y="543244"/>
                    </a:moveTo>
                    <a:lnTo>
                      <a:pt x="2283187" y="543244"/>
                    </a:lnTo>
                    <a:lnTo>
                      <a:pt x="2283187" y="759268"/>
                    </a:lnTo>
                    <a:lnTo>
                      <a:pt x="2088509" y="759268"/>
                    </a:lnTo>
                    <a:close/>
                    <a:moveTo>
                      <a:pt x="1751276" y="543243"/>
                    </a:moveTo>
                    <a:lnTo>
                      <a:pt x="1967300" y="543243"/>
                    </a:lnTo>
                    <a:lnTo>
                      <a:pt x="1967300" y="986389"/>
                    </a:lnTo>
                    <a:lnTo>
                      <a:pt x="2119726" y="986389"/>
                    </a:lnTo>
                    <a:lnTo>
                      <a:pt x="2119726" y="986388"/>
                    </a:lnTo>
                    <a:lnTo>
                      <a:pt x="2335750" y="986388"/>
                    </a:lnTo>
                    <a:lnTo>
                      <a:pt x="2335750" y="1491348"/>
                    </a:lnTo>
                    <a:lnTo>
                      <a:pt x="2119726" y="1491348"/>
                    </a:lnTo>
                    <a:lnTo>
                      <a:pt x="2119726" y="1202413"/>
                    </a:lnTo>
                    <a:lnTo>
                      <a:pt x="1747396" y="1202413"/>
                    </a:lnTo>
                    <a:lnTo>
                      <a:pt x="1747396" y="986389"/>
                    </a:lnTo>
                    <a:lnTo>
                      <a:pt x="1751276" y="986389"/>
                    </a:lnTo>
                    <a:close/>
                    <a:moveTo>
                      <a:pt x="4409" y="5850"/>
                    </a:moveTo>
                    <a:lnTo>
                      <a:pt x="364409" y="5850"/>
                    </a:lnTo>
                    <a:lnTo>
                      <a:pt x="1444409" y="5850"/>
                    </a:lnTo>
                    <a:lnTo>
                      <a:pt x="1444409" y="365850"/>
                    </a:lnTo>
                    <a:lnTo>
                      <a:pt x="364409" y="365850"/>
                    </a:lnTo>
                    <a:lnTo>
                      <a:pt x="364409" y="1445850"/>
                    </a:lnTo>
                    <a:lnTo>
                      <a:pt x="4409" y="1445850"/>
                    </a:lnTo>
                    <a:lnTo>
                      <a:pt x="4409" y="365850"/>
                    </a:lnTo>
                    <a:close/>
                    <a:moveTo>
                      <a:pt x="2531162" y="0"/>
                    </a:moveTo>
                    <a:lnTo>
                      <a:pt x="3611162" y="0"/>
                    </a:lnTo>
                    <a:lnTo>
                      <a:pt x="3971162" y="0"/>
                    </a:lnTo>
                    <a:lnTo>
                      <a:pt x="3971162" y="360000"/>
                    </a:lnTo>
                    <a:lnTo>
                      <a:pt x="3971162" y="1440000"/>
                    </a:lnTo>
                    <a:lnTo>
                      <a:pt x="3611162" y="1440000"/>
                    </a:lnTo>
                    <a:lnTo>
                      <a:pt x="3611162" y="360000"/>
                    </a:lnTo>
                    <a:lnTo>
                      <a:pt x="2531162" y="36000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159" name="Google Shape;2159;p50"/>
              <p:cNvSpPr/>
              <p:nvPr/>
            </p:nvSpPr>
            <p:spPr>
              <a:xfrm>
                <a:off x="10999746" y="4139499"/>
                <a:ext cx="330940" cy="232884"/>
              </a:xfrm>
              <a:custGeom>
                <a:rect b="b" l="l" r="r" t="t"/>
                <a:pathLst>
                  <a:path extrusionOk="0" h="2736304" w="3888432">
                    <a:moveTo>
                      <a:pt x="1324542" y="1693069"/>
                    </a:moveTo>
                    <a:lnTo>
                      <a:pt x="1371242" y="1693069"/>
                    </a:lnTo>
                    <a:cubicBezTo>
                      <a:pt x="1385857" y="1693069"/>
                      <a:pt x="1397704" y="1704917"/>
                      <a:pt x="1397704" y="1719531"/>
                    </a:cubicBezTo>
                    <a:lnTo>
                      <a:pt x="1397704" y="1766231"/>
                    </a:lnTo>
                    <a:cubicBezTo>
                      <a:pt x="1397704" y="1780846"/>
                      <a:pt x="1385857" y="1792693"/>
                      <a:pt x="1371242" y="1792693"/>
                    </a:cubicBezTo>
                    <a:lnTo>
                      <a:pt x="1324542" y="1792693"/>
                    </a:lnTo>
                    <a:cubicBezTo>
                      <a:pt x="1309928" y="1792693"/>
                      <a:pt x="1298080" y="1780846"/>
                      <a:pt x="1298080" y="1766231"/>
                    </a:cubicBezTo>
                    <a:lnTo>
                      <a:pt x="1298080" y="1719531"/>
                    </a:lnTo>
                    <a:cubicBezTo>
                      <a:pt x="1298080" y="1704917"/>
                      <a:pt x="1309928" y="1693069"/>
                      <a:pt x="1324542" y="1693069"/>
                    </a:cubicBezTo>
                    <a:close/>
                    <a:moveTo>
                      <a:pt x="1174792" y="1693069"/>
                    </a:moveTo>
                    <a:lnTo>
                      <a:pt x="1221492" y="1693069"/>
                    </a:lnTo>
                    <a:cubicBezTo>
                      <a:pt x="1236107" y="1693069"/>
                      <a:pt x="1247954" y="1704917"/>
                      <a:pt x="1247954" y="1719531"/>
                    </a:cubicBezTo>
                    <a:lnTo>
                      <a:pt x="1247954" y="1766231"/>
                    </a:lnTo>
                    <a:cubicBezTo>
                      <a:pt x="1247954" y="1780846"/>
                      <a:pt x="1236107" y="1792693"/>
                      <a:pt x="1221492" y="1792693"/>
                    </a:cubicBezTo>
                    <a:lnTo>
                      <a:pt x="1174792" y="1792693"/>
                    </a:lnTo>
                    <a:cubicBezTo>
                      <a:pt x="1160178" y="1792693"/>
                      <a:pt x="1148330" y="1780846"/>
                      <a:pt x="1148330" y="1766231"/>
                    </a:cubicBezTo>
                    <a:lnTo>
                      <a:pt x="1148330" y="1719531"/>
                    </a:lnTo>
                    <a:cubicBezTo>
                      <a:pt x="1148330" y="1704917"/>
                      <a:pt x="1160178" y="1693069"/>
                      <a:pt x="1174792" y="1693069"/>
                    </a:cubicBezTo>
                    <a:close/>
                    <a:moveTo>
                      <a:pt x="1025670" y="1693069"/>
                    </a:moveTo>
                    <a:lnTo>
                      <a:pt x="1072369" y="1693069"/>
                    </a:lnTo>
                    <a:cubicBezTo>
                      <a:pt x="1086984" y="1693069"/>
                      <a:pt x="1098832" y="1704917"/>
                      <a:pt x="1098832" y="1719531"/>
                    </a:cubicBezTo>
                    <a:lnTo>
                      <a:pt x="1098832" y="1766231"/>
                    </a:lnTo>
                    <a:cubicBezTo>
                      <a:pt x="1098832" y="1780846"/>
                      <a:pt x="1086984" y="1792693"/>
                      <a:pt x="1072369" y="1792693"/>
                    </a:cubicBezTo>
                    <a:lnTo>
                      <a:pt x="1025670" y="1792693"/>
                    </a:lnTo>
                    <a:cubicBezTo>
                      <a:pt x="1011055" y="1792693"/>
                      <a:pt x="999207" y="1780846"/>
                      <a:pt x="999207" y="1766231"/>
                    </a:cubicBezTo>
                    <a:lnTo>
                      <a:pt x="999207" y="1719531"/>
                    </a:lnTo>
                    <a:cubicBezTo>
                      <a:pt x="999207" y="1704917"/>
                      <a:pt x="1011055" y="1693069"/>
                      <a:pt x="1025670" y="1693069"/>
                    </a:cubicBezTo>
                    <a:close/>
                    <a:moveTo>
                      <a:pt x="2538530" y="1609316"/>
                    </a:moveTo>
                    <a:lnTo>
                      <a:pt x="2133002" y="1939195"/>
                    </a:lnTo>
                    <a:lnTo>
                      <a:pt x="3272021" y="1939195"/>
                    </a:lnTo>
                    <a:lnTo>
                      <a:pt x="2866494" y="1609316"/>
                    </a:lnTo>
                    <a:close/>
                    <a:moveTo>
                      <a:pt x="1324542" y="1547147"/>
                    </a:moveTo>
                    <a:lnTo>
                      <a:pt x="1371242" y="1547147"/>
                    </a:lnTo>
                    <a:cubicBezTo>
                      <a:pt x="1385857" y="1547147"/>
                      <a:pt x="1397704" y="1558995"/>
                      <a:pt x="1397704" y="1573609"/>
                    </a:cubicBezTo>
                    <a:lnTo>
                      <a:pt x="1397704" y="1620309"/>
                    </a:lnTo>
                    <a:cubicBezTo>
                      <a:pt x="1397704" y="1634924"/>
                      <a:pt x="1385857" y="1646771"/>
                      <a:pt x="1371242" y="1646771"/>
                    </a:cubicBezTo>
                    <a:lnTo>
                      <a:pt x="1324542" y="1646771"/>
                    </a:lnTo>
                    <a:cubicBezTo>
                      <a:pt x="1309928" y="1646771"/>
                      <a:pt x="1298080" y="1634924"/>
                      <a:pt x="1298080" y="1620309"/>
                    </a:cubicBezTo>
                    <a:lnTo>
                      <a:pt x="1298080" y="1573609"/>
                    </a:lnTo>
                    <a:cubicBezTo>
                      <a:pt x="1298080" y="1558995"/>
                      <a:pt x="1309928" y="1547147"/>
                      <a:pt x="1324542" y="1547147"/>
                    </a:cubicBezTo>
                    <a:close/>
                    <a:moveTo>
                      <a:pt x="1174792" y="1547147"/>
                    </a:moveTo>
                    <a:lnTo>
                      <a:pt x="1221492" y="1547147"/>
                    </a:lnTo>
                    <a:cubicBezTo>
                      <a:pt x="1236107" y="1547147"/>
                      <a:pt x="1247954" y="1558995"/>
                      <a:pt x="1247954" y="1573609"/>
                    </a:cubicBezTo>
                    <a:lnTo>
                      <a:pt x="1247954" y="1620309"/>
                    </a:lnTo>
                    <a:cubicBezTo>
                      <a:pt x="1247954" y="1634924"/>
                      <a:pt x="1236107" y="1646771"/>
                      <a:pt x="1221492" y="1646771"/>
                    </a:cubicBezTo>
                    <a:lnTo>
                      <a:pt x="1174792" y="1646771"/>
                    </a:lnTo>
                    <a:cubicBezTo>
                      <a:pt x="1160178" y="1646771"/>
                      <a:pt x="1148330" y="1634924"/>
                      <a:pt x="1148330" y="1620309"/>
                    </a:cubicBezTo>
                    <a:lnTo>
                      <a:pt x="1148330" y="1573609"/>
                    </a:lnTo>
                    <a:cubicBezTo>
                      <a:pt x="1148330" y="1558995"/>
                      <a:pt x="1160178" y="1547147"/>
                      <a:pt x="1174792" y="1547147"/>
                    </a:cubicBezTo>
                    <a:close/>
                    <a:moveTo>
                      <a:pt x="1025670" y="1547147"/>
                    </a:moveTo>
                    <a:lnTo>
                      <a:pt x="1072369" y="1547147"/>
                    </a:lnTo>
                    <a:cubicBezTo>
                      <a:pt x="1086984" y="1547147"/>
                      <a:pt x="1098832" y="1558995"/>
                      <a:pt x="1098832" y="1573609"/>
                    </a:cubicBezTo>
                    <a:lnTo>
                      <a:pt x="1098832" y="1620309"/>
                    </a:lnTo>
                    <a:cubicBezTo>
                      <a:pt x="1098832" y="1634924"/>
                      <a:pt x="1086984" y="1646771"/>
                      <a:pt x="1072369" y="1646771"/>
                    </a:cubicBezTo>
                    <a:lnTo>
                      <a:pt x="1025670" y="1646771"/>
                    </a:lnTo>
                    <a:cubicBezTo>
                      <a:pt x="1011055" y="1646771"/>
                      <a:pt x="999207" y="1634924"/>
                      <a:pt x="999207" y="1620309"/>
                    </a:cubicBezTo>
                    <a:lnTo>
                      <a:pt x="999207" y="1573609"/>
                    </a:lnTo>
                    <a:cubicBezTo>
                      <a:pt x="999207" y="1558995"/>
                      <a:pt x="1011055" y="1547147"/>
                      <a:pt x="1025670" y="1547147"/>
                    </a:cubicBezTo>
                    <a:close/>
                    <a:moveTo>
                      <a:pt x="2504665" y="1505875"/>
                    </a:moveTo>
                    <a:cubicBezTo>
                      <a:pt x="2501347" y="1505875"/>
                      <a:pt x="2498657" y="1508565"/>
                      <a:pt x="2498657" y="1511883"/>
                    </a:cubicBezTo>
                    <a:lnTo>
                      <a:pt x="2498657" y="1535912"/>
                    </a:lnTo>
                    <a:cubicBezTo>
                      <a:pt x="2498657" y="1539230"/>
                      <a:pt x="2501347" y="1541920"/>
                      <a:pt x="2504665" y="1541920"/>
                    </a:cubicBezTo>
                    <a:lnTo>
                      <a:pt x="2893211" y="1541920"/>
                    </a:lnTo>
                    <a:cubicBezTo>
                      <a:pt x="2896529" y="1541920"/>
                      <a:pt x="2899219" y="1539230"/>
                      <a:pt x="2899219" y="1535912"/>
                    </a:cubicBezTo>
                    <a:lnTo>
                      <a:pt x="2899219" y="1511883"/>
                    </a:lnTo>
                    <a:cubicBezTo>
                      <a:pt x="2899219" y="1508565"/>
                      <a:pt x="2896529" y="1505875"/>
                      <a:pt x="2893211" y="1505875"/>
                    </a:cubicBezTo>
                    <a:close/>
                    <a:moveTo>
                      <a:pt x="2504665" y="1422733"/>
                    </a:moveTo>
                    <a:cubicBezTo>
                      <a:pt x="2501347" y="1422733"/>
                      <a:pt x="2498657" y="1425422"/>
                      <a:pt x="2498657" y="1428740"/>
                    </a:cubicBezTo>
                    <a:lnTo>
                      <a:pt x="2498657" y="1452770"/>
                    </a:lnTo>
                    <a:cubicBezTo>
                      <a:pt x="2498657" y="1456088"/>
                      <a:pt x="2501347" y="1458777"/>
                      <a:pt x="2504665" y="1458777"/>
                    </a:cubicBezTo>
                    <a:lnTo>
                      <a:pt x="2893211" y="1458777"/>
                    </a:lnTo>
                    <a:cubicBezTo>
                      <a:pt x="2896529" y="1458777"/>
                      <a:pt x="2899219" y="1456088"/>
                      <a:pt x="2899219" y="1452770"/>
                    </a:cubicBezTo>
                    <a:lnTo>
                      <a:pt x="2899219" y="1428740"/>
                    </a:lnTo>
                    <a:cubicBezTo>
                      <a:pt x="2899219" y="1425422"/>
                      <a:pt x="2896529" y="1422733"/>
                      <a:pt x="2893211" y="1422733"/>
                    </a:cubicBezTo>
                    <a:close/>
                    <a:moveTo>
                      <a:pt x="1324542" y="1401225"/>
                    </a:moveTo>
                    <a:lnTo>
                      <a:pt x="1371242" y="1401225"/>
                    </a:lnTo>
                    <a:cubicBezTo>
                      <a:pt x="1385857" y="1401225"/>
                      <a:pt x="1397704" y="1413073"/>
                      <a:pt x="1397704" y="1427687"/>
                    </a:cubicBezTo>
                    <a:lnTo>
                      <a:pt x="1397704" y="1474387"/>
                    </a:lnTo>
                    <a:cubicBezTo>
                      <a:pt x="1397704" y="1489001"/>
                      <a:pt x="1385857" y="1500849"/>
                      <a:pt x="1371242" y="1500849"/>
                    </a:cubicBezTo>
                    <a:lnTo>
                      <a:pt x="1324542" y="1500849"/>
                    </a:lnTo>
                    <a:cubicBezTo>
                      <a:pt x="1309928" y="1500849"/>
                      <a:pt x="1298080" y="1489001"/>
                      <a:pt x="1298080" y="1474387"/>
                    </a:cubicBezTo>
                    <a:lnTo>
                      <a:pt x="1298080" y="1427687"/>
                    </a:lnTo>
                    <a:cubicBezTo>
                      <a:pt x="1298080" y="1413073"/>
                      <a:pt x="1309928" y="1401225"/>
                      <a:pt x="1324542" y="1401225"/>
                    </a:cubicBezTo>
                    <a:close/>
                    <a:moveTo>
                      <a:pt x="1174792" y="1401225"/>
                    </a:moveTo>
                    <a:lnTo>
                      <a:pt x="1221492" y="1401225"/>
                    </a:lnTo>
                    <a:cubicBezTo>
                      <a:pt x="1236107" y="1401225"/>
                      <a:pt x="1247954" y="1413073"/>
                      <a:pt x="1247954" y="1427687"/>
                    </a:cubicBezTo>
                    <a:lnTo>
                      <a:pt x="1247954" y="1474387"/>
                    </a:lnTo>
                    <a:cubicBezTo>
                      <a:pt x="1247954" y="1489001"/>
                      <a:pt x="1236107" y="1500849"/>
                      <a:pt x="1221492" y="1500849"/>
                    </a:cubicBezTo>
                    <a:lnTo>
                      <a:pt x="1174792" y="1500849"/>
                    </a:lnTo>
                    <a:cubicBezTo>
                      <a:pt x="1160178" y="1500849"/>
                      <a:pt x="1148330" y="1489001"/>
                      <a:pt x="1148330" y="1474387"/>
                    </a:cubicBezTo>
                    <a:lnTo>
                      <a:pt x="1148330" y="1427687"/>
                    </a:lnTo>
                    <a:cubicBezTo>
                      <a:pt x="1148330" y="1413073"/>
                      <a:pt x="1160178" y="1401225"/>
                      <a:pt x="1174792" y="1401225"/>
                    </a:cubicBezTo>
                    <a:close/>
                    <a:moveTo>
                      <a:pt x="1025670" y="1401225"/>
                    </a:moveTo>
                    <a:lnTo>
                      <a:pt x="1072369" y="1401225"/>
                    </a:lnTo>
                    <a:cubicBezTo>
                      <a:pt x="1086984" y="1401225"/>
                      <a:pt x="1098832" y="1413073"/>
                      <a:pt x="1098832" y="1427687"/>
                    </a:cubicBezTo>
                    <a:lnTo>
                      <a:pt x="1098832" y="1474387"/>
                    </a:lnTo>
                    <a:cubicBezTo>
                      <a:pt x="1098832" y="1489001"/>
                      <a:pt x="1086984" y="1500849"/>
                      <a:pt x="1072369" y="1500849"/>
                    </a:cubicBezTo>
                    <a:lnTo>
                      <a:pt x="1025670" y="1500849"/>
                    </a:lnTo>
                    <a:cubicBezTo>
                      <a:pt x="1011055" y="1500849"/>
                      <a:pt x="999207" y="1489001"/>
                      <a:pt x="999207" y="1474387"/>
                    </a:cubicBezTo>
                    <a:lnTo>
                      <a:pt x="999207" y="1427687"/>
                    </a:lnTo>
                    <a:cubicBezTo>
                      <a:pt x="999207" y="1413073"/>
                      <a:pt x="1011055" y="1401225"/>
                      <a:pt x="1025670" y="1401225"/>
                    </a:cubicBezTo>
                    <a:close/>
                    <a:moveTo>
                      <a:pt x="2504665" y="1339590"/>
                    </a:moveTo>
                    <a:cubicBezTo>
                      <a:pt x="2501347" y="1339590"/>
                      <a:pt x="2498657" y="1342280"/>
                      <a:pt x="2498657" y="1345598"/>
                    </a:cubicBezTo>
                    <a:lnTo>
                      <a:pt x="2498657" y="1369628"/>
                    </a:lnTo>
                    <a:cubicBezTo>
                      <a:pt x="2498657" y="1372945"/>
                      <a:pt x="2501347" y="1375635"/>
                      <a:pt x="2504665" y="1375635"/>
                    </a:cubicBezTo>
                    <a:lnTo>
                      <a:pt x="2893211" y="1375635"/>
                    </a:lnTo>
                    <a:cubicBezTo>
                      <a:pt x="2896529" y="1375635"/>
                      <a:pt x="2899219" y="1372945"/>
                      <a:pt x="2899219" y="1369628"/>
                    </a:cubicBezTo>
                    <a:lnTo>
                      <a:pt x="2899219" y="1345598"/>
                    </a:lnTo>
                    <a:cubicBezTo>
                      <a:pt x="2899219" y="1342280"/>
                      <a:pt x="2896529" y="1339590"/>
                      <a:pt x="2893211" y="1339590"/>
                    </a:cubicBezTo>
                    <a:close/>
                    <a:moveTo>
                      <a:pt x="2088232" y="1285358"/>
                    </a:moveTo>
                    <a:lnTo>
                      <a:pt x="2088232" y="1938513"/>
                    </a:lnTo>
                    <a:lnTo>
                      <a:pt x="2504773" y="1611936"/>
                    </a:lnTo>
                    <a:close/>
                    <a:moveTo>
                      <a:pt x="3314199" y="1280118"/>
                    </a:moveTo>
                    <a:lnTo>
                      <a:pt x="2897658" y="1608841"/>
                    </a:lnTo>
                    <a:lnTo>
                      <a:pt x="3314199" y="1937564"/>
                    </a:lnTo>
                    <a:close/>
                    <a:moveTo>
                      <a:pt x="1527230" y="1221901"/>
                    </a:moveTo>
                    <a:cubicBezTo>
                      <a:pt x="1521727" y="1221901"/>
                      <a:pt x="1517267" y="1226362"/>
                      <a:pt x="1517267" y="1231864"/>
                    </a:cubicBezTo>
                    <a:lnTo>
                      <a:pt x="1517267" y="1271713"/>
                    </a:lnTo>
                    <a:cubicBezTo>
                      <a:pt x="1517267" y="1277215"/>
                      <a:pt x="1521727" y="1281676"/>
                      <a:pt x="1527230" y="1281676"/>
                    </a:cubicBezTo>
                    <a:lnTo>
                      <a:pt x="1732319" y="1281676"/>
                    </a:lnTo>
                    <a:cubicBezTo>
                      <a:pt x="1737821" y="1281676"/>
                      <a:pt x="1742281" y="1277215"/>
                      <a:pt x="1742281" y="1271713"/>
                    </a:cubicBezTo>
                    <a:lnTo>
                      <a:pt x="1742281" y="1231864"/>
                    </a:lnTo>
                    <a:cubicBezTo>
                      <a:pt x="1742281" y="1226362"/>
                      <a:pt x="1737821" y="1221901"/>
                      <a:pt x="1732319" y="1221901"/>
                    </a:cubicBezTo>
                    <a:close/>
                    <a:moveTo>
                      <a:pt x="666834" y="1221901"/>
                    </a:moveTo>
                    <a:cubicBezTo>
                      <a:pt x="661332" y="1221901"/>
                      <a:pt x="656871" y="1226362"/>
                      <a:pt x="656871" y="1231864"/>
                    </a:cubicBezTo>
                    <a:lnTo>
                      <a:pt x="656871" y="1271713"/>
                    </a:lnTo>
                    <a:cubicBezTo>
                      <a:pt x="656871" y="1277215"/>
                      <a:pt x="661332" y="1281676"/>
                      <a:pt x="666834" y="1281676"/>
                    </a:cubicBezTo>
                    <a:lnTo>
                      <a:pt x="871923" y="1281676"/>
                    </a:lnTo>
                    <a:cubicBezTo>
                      <a:pt x="877425" y="1281676"/>
                      <a:pt x="881885" y="1277215"/>
                      <a:pt x="881885" y="1271713"/>
                    </a:cubicBezTo>
                    <a:lnTo>
                      <a:pt x="881885" y="1231864"/>
                    </a:lnTo>
                    <a:cubicBezTo>
                      <a:pt x="881885" y="1226362"/>
                      <a:pt x="877425" y="1221901"/>
                      <a:pt x="871923" y="1221901"/>
                    </a:cubicBezTo>
                    <a:close/>
                    <a:moveTo>
                      <a:pt x="1052149" y="1111644"/>
                    </a:moveTo>
                    <a:cubicBezTo>
                      <a:pt x="1044919" y="1111644"/>
                      <a:pt x="1039057" y="1117506"/>
                      <a:pt x="1039057" y="1124736"/>
                    </a:cubicBezTo>
                    <a:lnTo>
                      <a:pt x="1039057" y="1168203"/>
                    </a:lnTo>
                    <a:lnTo>
                      <a:pt x="1009466" y="1168203"/>
                    </a:lnTo>
                    <a:cubicBezTo>
                      <a:pt x="969193" y="1174775"/>
                      <a:pt x="956437" y="1243393"/>
                      <a:pt x="940007" y="1277093"/>
                    </a:cubicBezTo>
                    <a:cubicBezTo>
                      <a:pt x="776268" y="1309492"/>
                      <a:pt x="775043" y="1328679"/>
                      <a:pt x="736793" y="1421744"/>
                    </a:cubicBezTo>
                    <a:lnTo>
                      <a:pt x="648072" y="1812480"/>
                    </a:lnTo>
                    <a:cubicBezTo>
                      <a:pt x="648072" y="1882463"/>
                      <a:pt x="704805" y="1939195"/>
                      <a:pt x="774788" y="1939195"/>
                    </a:cubicBezTo>
                    <a:lnTo>
                      <a:pt x="1183772" y="1939195"/>
                    </a:lnTo>
                    <a:lnTo>
                      <a:pt x="1198456" y="1939195"/>
                    </a:lnTo>
                    <a:lnTo>
                      <a:pt x="1607440" y="1939195"/>
                    </a:lnTo>
                    <a:cubicBezTo>
                      <a:pt x="1677423" y="1939195"/>
                      <a:pt x="1734156" y="1882463"/>
                      <a:pt x="1734156" y="1812480"/>
                    </a:cubicBezTo>
                    <a:lnTo>
                      <a:pt x="1645435" y="1421744"/>
                    </a:lnTo>
                    <a:cubicBezTo>
                      <a:pt x="1607185" y="1328679"/>
                      <a:pt x="1605960" y="1309492"/>
                      <a:pt x="1442221" y="1277093"/>
                    </a:cubicBezTo>
                    <a:cubicBezTo>
                      <a:pt x="1425791" y="1243393"/>
                      <a:pt x="1413035" y="1174775"/>
                      <a:pt x="1372762" y="1168203"/>
                    </a:cubicBezTo>
                    <a:lnTo>
                      <a:pt x="1357854" y="1168203"/>
                    </a:lnTo>
                    <a:lnTo>
                      <a:pt x="1357854" y="1124736"/>
                    </a:lnTo>
                    <a:cubicBezTo>
                      <a:pt x="1357854" y="1117506"/>
                      <a:pt x="1351993" y="1111644"/>
                      <a:pt x="1344762" y="1111644"/>
                    </a:cubicBezTo>
                    <a:lnTo>
                      <a:pt x="1268702" y="1111644"/>
                    </a:lnTo>
                    <a:cubicBezTo>
                      <a:pt x="1261471" y="1111644"/>
                      <a:pt x="1255610" y="1117506"/>
                      <a:pt x="1255610" y="1124736"/>
                    </a:cubicBezTo>
                    <a:lnTo>
                      <a:pt x="1255610" y="1168203"/>
                    </a:lnTo>
                    <a:lnTo>
                      <a:pt x="1198456" y="1168203"/>
                    </a:lnTo>
                    <a:lnTo>
                      <a:pt x="1183772" y="1168203"/>
                    </a:lnTo>
                    <a:lnTo>
                      <a:pt x="1141302" y="1168203"/>
                    </a:lnTo>
                    <a:lnTo>
                      <a:pt x="1141302" y="1124736"/>
                    </a:lnTo>
                    <a:cubicBezTo>
                      <a:pt x="1141302" y="1117506"/>
                      <a:pt x="1135440" y="1111644"/>
                      <a:pt x="1128210" y="1111644"/>
                    </a:cubicBezTo>
                    <a:close/>
                    <a:moveTo>
                      <a:pt x="2705133" y="840243"/>
                    </a:moveTo>
                    <a:lnTo>
                      <a:pt x="2088233" y="1255464"/>
                    </a:lnTo>
                    <a:lnTo>
                      <a:pt x="2299068" y="1414858"/>
                    </a:lnTo>
                    <a:lnTo>
                      <a:pt x="2299068" y="1228076"/>
                    </a:lnTo>
                    <a:lnTo>
                      <a:pt x="3108494" y="1228076"/>
                    </a:lnTo>
                    <a:lnTo>
                      <a:pt x="3108494" y="1416902"/>
                    </a:lnTo>
                    <a:lnTo>
                      <a:pt x="3322033" y="1255464"/>
                    </a:lnTo>
                    <a:lnTo>
                      <a:pt x="3322033" y="1255464"/>
                    </a:lnTo>
                    <a:close/>
                    <a:moveTo>
                      <a:pt x="1195706" y="835207"/>
                    </a:moveTo>
                    <a:lnTo>
                      <a:pt x="1195706" y="835221"/>
                    </a:lnTo>
                    <a:cubicBezTo>
                      <a:pt x="866618" y="834160"/>
                      <a:pt x="692194" y="969423"/>
                      <a:pt x="665970" y="1132153"/>
                    </a:cubicBezTo>
                    <a:cubicBezTo>
                      <a:pt x="665970" y="1145595"/>
                      <a:pt x="659622" y="1181725"/>
                      <a:pt x="663418" y="1194550"/>
                    </a:cubicBezTo>
                    <a:lnTo>
                      <a:pt x="878440" y="1194550"/>
                    </a:lnTo>
                    <a:cubicBezTo>
                      <a:pt x="887485" y="1007425"/>
                      <a:pt x="1085027" y="1006045"/>
                      <a:pt x="1195706" y="1007712"/>
                    </a:cubicBezTo>
                    <a:lnTo>
                      <a:pt x="1195706" y="1007714"/>
                    </a:lnTo>
                    <a:cubicBezTo>
                      <a:pt x="1195809" y="1007712"/>
                      <a:pt x="1195911" y="1007710"/>
                      <a:pt x="1196014" y="1007712"/>
                    </a:cubicBezTo>
                    <a:lnTo>
                      <a:pt x="1196322" y="1007714"/>
                    </a:lnTo>
                    <a:lnTo>
                      <a:pt x="1196322" y="1007712"/>
                    </a:lnTo>
                    <a:cubicBezTo>
                      <a:pt x="1307001" y="1006045"/>
                      <a:pt x="1504542" y="1007425"/>
                      <a:pt x="1513587" y="1194550"/>
                    </a:cubicBezTo>
                    <a:lnTo>
                      <a:pt x="1728609" y="1194550"/>
                    </a:lnTo>
                    <a:cubicBezTo>
                      <a:pt x="1732405" y="1181725"/>
                      <a:pt x="1726057" y="1145595"/>
                      <a:pt x="1726057" y="1132153"/>
                    </a:cubicBezTo>
                    <a:cubicBezTo>
                      <a:pt x="1699834" y="969423"/>
                      <a:pt x="1525410" y="834160"/>
                      <a:pt x="1196322" y="835221"/>
                    </a:cubicBezTo>
                    <a:lnTo>
                      <a:pt x="1196322" y="835207"/>
                    </a:lnTo>
                    <a:cubicBezTo>
                      <a:pt x="1196219" y="835207"/>
                      <a:pt x="1196117" y="835206"/>
                      <a:pt x="1196014" y="835214"/>
                    </a:cubicBezTo>
                    <a:close/>
                    <a:moveTo>
                      <a:pt x="713043" y="263029"/>
                    </a:moveTo>
                    <a:lnTo>
                      <a:pt x="3158596" y="263029"/>
                    </a:lnTo>
                    <a:cubicBezTo>
                      <a:pt x="3365555" y="263029"/>
                      <a:pt x="3533328" y="430802"/>
                      <a:pt x="3533328" y="637761"/>
                    </a:cubicBezTo>
                    <a:lnTo>
                      <a:pt x="3533328" y="2136642"/>
                    </a:lnTo>
                    <a:cubicBezTo>
                      <a:pt x="3533328" y="2343601"/>
                      <a:pt x="3365555" y="2511374"/>
                      <a:pt x="3158596" y="2511374"/>
                    </a:cubicBezTo>
                    <a:lnTo>
                      <a:pt x="713043" y="2511374"/>
                    </a:lnTo>
                    <a:cubicBezTo>
                      <a:pt x="506084" y="2511374"/>
                      <a:pt x="338311" y="2343601"/>
                      <a:pt x="338311" y="2136642"/>
                    </a:cubicBezTo>
                    <a:lnTo>
                      <a:pt x="338311" y="637761"/>
                    </a:lnTo>
                    <a:cubicBezTo>
                      <a:pt x="338311" y="430802"/>
                      <a:pt x="506084" y="263029"/>
                      <a:pt x="713043" y="263029"/>
                    </a:cubicBezTo>
                    <a:close/>
                    <a:moveTo>
                      <a:pt x="593824" y="142875"/>
                    </a:moveTo>
                    <a:cubicBezTo>
                      <a:pt x="365814" y="142875"/>
                      <a:pt x="180975" y="327714"/>
                      <a:pt x="180975" y="555724"/>
                    </a:cubicBezTo>
                    <a:lnTo>
                      <a:pt x="180975" y="2207068"/>
                    </a:lnTo>
                    <a:cubicBezTo>
                      <a:pt x="180975" y="2435078"/>
                      <a:pt x="365814" y="2619917"/>
                      <a:pt x="593824" y="2619917"/>
                    </a:cubicBezTo>
                    <a:lnTo>
                      <a:pt x="3288134" y="2619917"/>
                    </a:lnTo>
                    <a:cubicBezTo>
                      <a:pt x="3516144" y="2619917"/>
                      <a:pt x="3700983" y="2435078"/>
                      <a:pt x="3700983" y="2207068"/>
                    </a:cubicBezTo>
                    <a:lnTo>
                      <a:pt x="3700983" y="555724"/>
                    </a:lnTo>
                    <a:cubicBezTo>
                      <a:pt x="3700983" y="327714"/>
                      <a:pt x="3516144" y="142875"/>
                      <a:pt x="3288134" y="142875"/>
                    </a:cubicBezTo>
                    <a:close/>
                    <a:moveTo>
                      <a:pt x="456060" y="0"/>
                    </a:moveTo>
                    <a:lnTo>
                      <a:pt x="3432372" y="0"/>
                    </a:lnTo>
                    <a:cubicBezTo>
                      <a:pt x="3684247" y="0"/>
                      <a:pt x="3888432" y="204185"/>
                      <a:pt x="3888432" y="456060"/>
                    </a:cubicBezTo>
                    <a:lnTo>
                      <a:pt x="3888432" y="2280244"/>
                    </a:lnTo>
                    <a:cubicBezTo>
                      <a:pt x="3888432" y="2532119"/>
                      <a:pt x="3684247" y="2736304"/>
                      <a:pt x="3432372" y="2736304"/>
                    </a:cubicBezTo>
                    <a:lnTo>
                      <a:pt x="456060" y="2736304"/>
                    </a:lnTo>
                    <a:cubicBezTo>
                      <a:pt x="204185" y="2736304"/>
                      <a:pt x="0" y="2532119"/>
                      <a:pt x="0" y="2280244"/>
                    </a:cubicBezTo>
                    <a:lnTo>
                      <a:pt x="0" y="456060"/>
                    </a:lnTo>
                    <a:cubicBezTo>
                      <a:pt x="0" y="204185"/>
                      <a:pt x="204185" y="0"/>
                      <a:pt x="456060"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160" name="Google Shape;2160;p50"/>
              <p:cNvSpPr/>
              <p:nvPr/>
            </p:nvSpPr>
            <p:spPr>
              <a:xfrm>
                <a:off x="9698244" y="5398653"/>
                <a:ext cx="300703" cy="366439"/>
              </a:xfrm>
              <a:custGeom>
                <a:rect b="b" l="l" r="r" t="t"/>
                <a:pathLst>
                  <a:path extrusionOk="0" h="3949460" w="3240944">
                    <a:moveTo>
                      <a:pt x="2411668" y="919204"/>
                    </a:moveTo>
                    <a:cubicBezTo>
                      <a:pt x="2652037" y="921566"/>
                      <a:pt x="2997179" y="1088232"/>
                      <a:pt x="3147060" y="1333480"/>
                    </a:cubicBezTo>
                    <a:cubicBezTo>
                      <a:pt x="2837519" y="1559133"/>
                      <a:pt x="2713715" y="1818123"/>
                      <a:pt x="2716116" y="2148550"/>
                    </a:cubicBezTo>
                    <a:cubicBezTo>
                      <a:pt x="2724370" y="2506677"/>
                      <a:pt x="2937416" y="2788602"/>
                      <a:pt x="3240944" y="2908604"/>
                    </a:cubicBezTo>
                    <a:cubicBezTo>
                      <a:pt x="3111039" y="3296832"/>
                      <a:pt x="2835874" y="3920800"/>
                      <a:pt x="2360688" y="3949460"/>
                    </a:cubicBezTo>
                    <a:cubicBezTo>
                      <a:pt x="2104982" y="3948826"/>
                      <a:pt x="1887379" y="3871989"/>
                      <a:pt x="1655487" y="3790391"/>
                    </a:cubicBezTo>
                    <a:cubicBezTo>
                      <a:pt x="1465920" y="3881513"/>
                      <a:pt x="1178719" y="3984543"/>
                      <a:pt x="936764" y="3932790"/>
                    </a:cubicBezTo>
                    <a:cubicBezTo>
                      <a:pt x="634032" y="3867349"/>
                      <a:pt x="33306" y="3304229"/>
                      <a:pt x="0" y="2002921"/>
                    </a:cubicBezTo>
                    <a:cubicBezTo>
                      <a:pt x="5122" y="1625861"/>
                      <a:pt x="224231" y="988116"/>
                      <a:pt x="1004287" y="951010"/>
                    </a:cubicBezTo>
                    <a:cubicBezTo>
                      <a:pt x="1237754" y="955627"/>
                      <a:pt x="1430737" y="1013358"/>
                      <a:pt x="1654678" y="1150601"/>
                    </a:cubicBezTo>
                    <a:cubicBezTo>
                      <a:pt x="1907007" y="1025844"/>
                      <a:pt x="2042657" y="934423"/>
                      <a:pt x="2411668" y="919204"/>
                    </a:cubicBezTo>
                    <a:close/>
                    <a:moveTo>
                      <a:pt x="2423572" y="0"/>
                    </a:moveTo>
                    <a:cubicBezTo>
                      <a:pt x="2449670" y="236641"/>
                      <a:pt x="2449574" y="370890"/>
                      <a:pt x="2275646" y="605149"/>
                    </a:cubicBezTo>
                    <a:cubicBezTo>
                      <a:pt x="2098536" y="787863"/>
                      <a:pt x="1909519" y="903902"/>
                      <a:pt x="1627634" y="908022"/>
                    </a:cubicBezTo>
                    <a:cubicBezTo>
                      <a:pt x="1601565" y="662380"/>
                      <a:pt x="1689794" y="371496"/>
                      <a:pt x="1823269" y="256823"/>
                    </a:cubicBezTo>
                    <a:cubicBezTo>
                      <a:pt x="1945582" y="131527"/>
                      <a:pt x="2156003" y="39571"/>
                      <a:pt x="2423572" y="0"/>
                    </a:cubicBez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161" name="Google Shape;2161;p50"/>
              <p:cNvSpPr/>
              <p:nvPr/>
            </p:nvSpPr>
            <p:spPr>
              <a:xfrm>
                <a:off x="7800500" y="2582839"/>
                <a:ext cx="300170" cy="347427"/>
              </a:xfrm>
              <a:custGeom>
                <a:rect b="b" l="l" r="r" t="t"/>
                <a:pathLst>
                  <a:path extrusionOk="0" h="3842533" w="3319870">
                    <a:moveTo>
                      <a:pt x="579936" y="1296382"/>
                    </a:moveTo>
                    <a:lnTo>
                      <a:pt x="2739936" y="1296382"/>
                    </a:lnTo>
                    <a:lnTo>
                      <a:pt x="2739936" y="2796543"/>
                    </a:lnTo>
                    <a:cubicBezTo>
                      <a:pt x="2739936" y="2962250"/>
                      <a:pt x="2605604" y="3096582"/>
                      <a:pt x="2439897" y="3096582"/>
                    </a:cubicBezTo>
                    <a:lnTo>
                      <a:pt x="2272003" y="3096582"/>
                    </a:lnTo>
                    <a:lnTo>
                      <a:pt x="2272003" y="3590505"/>
                    </a:lnTo>
                    <a:cubicBezTo>
                      <a:pt x="2272003" y="3729696"/>
                      <a:pt x="2159166" y="3842533"/>
                      <a:pt x="2019975" y="3842533"/>
                    </a:cubicBezTo>
                    <a:cubicBezTo>
                      <a:pt x="1880784" y="3842533"/>
                      <a:pt x="1767947" y="3729696"/>
                      <a:pt x="1767947" y="3590505"/>
                    </a:cubicBezTo>
                    <a:lnTo>
                      <a:pt x="1767947" y="3096582"/>
                    </a:lnTo>
                    <a:lnTo>
                      <a:pt x="1492066" y="3096582"/>
                    </a:lnTo>
                    <a:lnTo>
                      <a:pt x="1492066" y="3590505"/>
                    </a:lnTo>
                    <a:cubicBezTo>
                      <a:pt x="1492066" y="3729696"/>
                      <a:pt x="1379229" y="3842533"/>
                      <a:pt x="1240038" y="3842533"/>
                    </a:cubicBezTo>
                    <a:cubicBezTo>
                      <a:pt x="1100847" y="3842533"/>
                      <a:pt x="988010" y="3729696"/>
                      <a:pt x="988010" y="3590505"/>
                    </a:cubicBezTo>
                    <a:lnTo>
                      <a:pt x="988010" y="3096582"/>
                    </a:lnTo>
                    <a:lnTo>
                      <a:pt x="879975" y="3096582"/>
                    </a:lnTo>
                    <a:cubicBezTo>
                      <a:pt x="714268" y="3096582"/>
                      <a:pt x="579936" y="2962250"/>
                      <a:pt x="579936" y="2796543"/>
                    </a:cubicBezTo>
                    <a:close/>
                    <a:moveTo>
                      <a:pt x="3067842" y="1281925"/>
                    </a:moveTo>
                    <a:cubicBezTo>
                      <a:pt x="3207033" y="1281925"/>
                      <a:pt x="3319870" y="1394762"/>
                      <a:pt x="3319870" y="1533953"/>
                    </a:cubicBezTo>
                    <a:lnTo>
                      <a:pt x="3319870" y="2505897"/>
                    </a:lnTo>
                    <a:cubicBezTo>
                      <a:pt x="3319870" y="2645088"/>
                      <a:pt x="3207033" y="2757925"/>
                      <a:pt x="3067842" y="2757925"/>
                    </a:cubicBezTo>
                    <a:cubicBezTo>
                      <a:pt x="2928651" y="2757925"/>
                      <a:pt x="2815814" y="2645088"/>
                      <a:pt x="2815814" y="2505897"/>
                    </a:cubicBezTo>
                    <a:lnTo>
                      <a:pt x="2815814" y="1533953"/>
                    </a:lnTo>
                    <a:cubicBezTo>
                      <a:pt x="2815814" y="1394762"/>
                      <a:pt x="2928651" y="1281925"/>
                      <a:pt x="3067842" y="1281925"/>
                    </a:cubicBezTo>
                    <a:close/>
                    <a:moveTo>
                      <a:pt x="252028" y="1281925"/>
                    </a:moveTo>
                    <a:cubicBezTo>
                      <a:pt x="391219" y="1281925"/>
                      <a:pt x="504056" y="1394762"/>
                      <a:pt x="504056" y="1533953"/>
                    </a:cubicBezTo>
                    <a:lnTo>
                      <a:pt x="504056" y="2505897"/>
                    </a:lnTo>
                    <a:cubicBezTo>
                      <a:pt x="504056" y="2645088"/>
                      <a:pt x="391219" y="2757925"/>
                      <a:pt x="252028" y="2757925"/>
                    </a:cubicBezTo>
                    <a:cubicBezTo>
                      <a:pt x="112837" y="2757925"/>
                      <a:pt x="0" y="2645088"/>
                      <a:pt x="0" y="2505897"/>
                    </a:cubicBezTo>
                    <a:lnTo>
                      <a:pt x="0" y="1533953"/>
                    </a:lnTo>
                    <a:cubicBezTo>
                      <a:pt x="0" y="1394762"/>
                      <a:pt x="112837" y="1281925"/>
                      <a:pt x="252028" y="1281925"/>
                    </a:cubicBezTo>
                    <a:close/>
                    <a:moveTo>
                      <a:pt x="2134062" y="558521"/>
                    </a:moveTo>
                    <a:cubicBezTo>
                      <a:pt x="2073373" y="558521"/>
                      <a:pt x="2024174" y="607720"/>
                      <a:pt x="2024174" y="668409"/>
                    </a:cubicBezTo>
                    <a:cubicBezTo>
                      <a:pt x="2024174" y="729098"/>
                      <a:pt x="2073373" y="778297"/>
                      <a:pt x="2134062" y="778297"/>
                    </a:cubicBezTo>
                    <a:cubicBezTo>
                      <a:pt x="2194751" y="778297"/>
                      <a:pt x="2243950" y="729098"/>
                      <a:pt x="2243950" y="668409"/>
                    </a:cubicBezTo>
                    <a:cubicBezTo>
                      <a:pt x="2243950" y="607720"/>
                      <a:pt x="2194751" y="558521"/>
                      <a:pt x="2134062" y="558521"/>
                    </a:cubicBezTo>
                    <a:close/>
                    <a:moveTo>
                      <a:pt x="1177409" y="558521"/>
                    </a:moveTo>
                    <a:cubicBezTo>
                      <a:pt x="1116720" y="558521"/>
                      <a:pt x="1067521" y="607720"/>
                      <a:pt x="1067521" y="668409"/>
                    </a:cubicBezTo>
                    <a:cubicBezTo>
                      <a:pt x="1067521" y="729098"/>
                      <a:pt x="1116720" y="778297"/>
                      <a:pt x="1177409" y="778297"/>
                    </a:cubicBezTo>
                    <a:cubicBezTo>
                      <a:pt x="1238098" y="778297"/>
                      <a:pt x="1287297" y="729098"/>
                      <a:pt x="1287297" y="668409"/>
                    </a:cubicBezTo>
                    <a:cubicBezTo>
                      <a:pt x="1287297" y="607720"/>
                      <a:pt x="1238098" y="558521"/>
                      <a:pt x="1177409" y="558521"/>
                    </a:cubicBezTo>
                    <a:close/>
                    <a:moveTo>
                      <a:pt x="1041854" y="0"/>
                    </a:moveTo>
                    <a:lnTo>
                      <a:pt x="1215617" y="300965"/>
                    </a:lnTo>
                    <a:cubicBezTo>
                      <a:pt x="1350827" y="238508"/>
                      <a:pt x="1501239" y="204386"/>
                      <a:pt x="1659158" y="204272"/>
                    </a:cubicBezTo>
                    <a:cubicBezTo>
                      <a:pt x="1823689" y="204153"/>
                      <a:pt x="1980124" y="240963"/>
                      <a:pt x="2119837" y="308065"/>
                    </a:cubicBezTo>
                    <a:lnTo>
                      <a:pt x="2297698" y="0"/>
                    </a:lnTo>
                    <a:lnTo>
                      <a:pt x="2391229" y="54000"/>
                    </a:lnTo>
                    <a:lnTo>
                      <a:pt x="2215205" y="358882"/>
                    </a:lnTo>
                    <a:cubicBezTo>
                      <a:pt x="2507692" y="533629"/>
                      <a:pt x="2710924" y="843756"/>
                      <a:pt x="2737127" y="1206450"/>
                    </a:cubicBezTo>
                    <a:cubicBezTo>
                      <a:pt x="2018962" y="1206967"/>
                      <a:pt x="1300797" y="1207483"/>
                      <a:pt x="582632" y="1208000"/>
                    </a:cubicBezTo>
                    <a:cubicBezTo>
                      <a:pt x="608780" y="838665"/>
                      <a:pt x="818541" y="523565"/>
                      <a:pt x="1119462" y="350420"/>
                    </a:cubicBezTo>
                    <a:lnTo>
                      <a:pt x="948323" y="5400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162" name="Google Shape;2162;p50"/>
              <p:cNvSpPr/>
              <p:nvPr/>
            </p:nvSpPr>
            <p:spPr>
              <a:xfrm>
                <a:off x="10645011" y="2518278"/>
                <a:ext cx="340001" cy="338281"/>
              </a:xfrm>
              <a:custGeom>
                <a:rect b="b" l="l" r="r" t="t"/>
                <a:pathLst>
                  <a:path extrusionOk="0" h="2941055" w="2956013">
                    <a:moveTo>
                      <a:pt x="2169165" y="2259549"/>
                    </a:moveTo>
                    <a:cubicBezTo>
                      <a:pt x="2305163" y="2320579"/>
                      <a:pt x="2430502" y="2400997"/>
                      <a:pt x="2542352" y="2496872"/>
                    </a:cubicBezTo>
                    <a:cubicBezTo>
                      <a:pt x="2303978" y="2744099"/>
                      <a:pt x="1979593" y="2907447"/>
                      <a:pt x="1617206" y="2939204"/>
                    </a:cubicBezTo>
                    <a:lnTo>
                      <a:pt x="1588575" y="2925411"/>
                    </a:lnTo>
                    <a:cubicBezTo>
                      <a:pt x="1835671" y="2758142"/>
                      <a:pt x="2037335" y="2529257"/>
                      <a:pt x="2169165" y="2259549"/>
                    </a:cubicBezTo>
                    <a:close/>
                    <a:moveTo>
                      <a:pt x="797309" y="2254509"/>
                    </a:moveTo>
                    <a:cubicBezTo>
                      <a:pt x="928512" y="2525684"/>
                      <a:pt x="1129977" y="2756161"/>
                      <a:pt x="1376879" y="2925229"/>
                    </a:cubicBezTo>
                    <a:cubicBezTo>
                      <a:pt x="1367940" y="2931748"/>
                      <a:pt x="1358086" y="2936536"/>
                      <a:pt x="1348086" y="2941055"/>
                    </a:cubicBezTo>
                    <a:cubicBezTo>
                      <a:pt x="981929" y="2910776"/>
                      <a:pt x="654006" y="2746454"/>
                      <a:pt x="413461" y="2497054"/>
                    </a:cubicBezTo>
                    <a:cubicBezTo>
                      <a:pt x="528278" y="2398621"/>
                      <a:pt x="657289" y="2316447"/>
                      <a:pt x="797309" y="2254509"/>
                    </a:cubicBezTo>
                    <a:close/>
                    <a:moveTo>
                      <a:pt x="1426305" y="2108791"/>
                    </a:moveTo>
                    <a:lnTo>
                      <a:pt x="1426305" y="2824067"/>
                    </a:lnTo>
                    <a:cubicBezTo>
                      <a:pt x="1203050" y="2668305"/>
                      <a:pt x="1020431" y="2458508"/>
                      <a:pt x="899682" y="2212532"/>
                    </a:cubicBezTo>
                    <a:cubicBezTo>
                      <a:pt x="1063835" y="2148883"/>
                      <a:pt x="1241204" y="2112683"/>
                      <a:pt x="1426305" y="2108791"/>
                    </a:cubicBezTo>
                    <a:close/>
                    <a:moveTo>
                      <a:pt x="1527809" y="2108695"/>
                    </a:moveTo>
                    <a:cubicBezTo>
                      <a:pt x="1717707" y="2112557"/>
                      <a:pt x="1899494" y="2150291"/>
                      <a:pt x="2067336" y="2216559"/>
                    </a:cubicBezTo>
                    <a:cubicBezTo>
                      <a:pt x="1943936" y="2466549"/>
                      <a:pt x="1756622" y="2679032"/>
                      <a:pt x="1527809" y="2835300"/>
                    </a:cubicBezTo>
                    <a:close/>
                    <a:moveTo>
                      <a:pt x="2354776" y="1530125"/>
                    </a:moveTo>
                    <a:lnTo>
                      <a:pt x="2955077" y="1530125"/>
                    </a:lnTo>
                    <a:cubicBezTo>
                      <a:pt x="2942393" y="1866074"/>
                      <a:pt x="2817414" y="2173186"/>
                      <a:pt x="2615767" y="2414127"/>
                    </a:cubicBezTo>
                    <a:cubicBezTo>
                      <a:pt x="2496453" y="2311434"/>
                      <a:pt x="2362630" y="2225327"/>
                      <a:pt x="2217376" y="2159975"/>
                    </a:cubicBezTo>
                    <a:cubicBezTo>
                      <a:pt x="2300477" y="1965771"/>
                      <a:pt x="2348521" y="1753185"/>
                      <a:pt x="2354776" y="1530125"/>
                    </a:cubicBezTo>
                    <a:close/>
                    <a:moveTo>
                      <a:pt x="1527809" y="1530125"/>
                    </a:moveTo>
                    <a:lnTo>
                      <a:pt x="2244039" y="1530125"/>
                    </a:lnTo>
                    <a:cubicBezTo>
                      <a:pt x="2237819" y="1737690"/>
                      <a:pt x="2192963" y="1935525"/>
                      <a:pt x="2115825" y="2116496"/>
                    </a:cubicBezTo>
                    <a:cubicBezTo>
                      <a:pt x="1933189" y="2043464"/>
                      <a:pt x="1735000" y="2001899"/>
                      <a:pt x="1527809" y="1997958"/>
                    </a:cubicBezTo>
                    <a:close/>
                    <a:moveTo>
                      <a:pt x="725097" y="1530125"/>
                    </a:moveTo>
                    <a:lnTo>
                      <a:pt x="1426305" y="1530125"/>
                    </a:lnTo>
                    <a:lnTo>
                      <a:pt x="1426305" y="1998054"/>
                    </a:lnTo>
                    <a:cubicBezTo>
                      <a:pt x="1224105" y="2002029"/>
                      <a:pt x="1030504" y="2041966"/>
                      <a:pt x="851699" y="2112283"/>
                    </a:cubicBezTo>
                    <a:cubicBezTo>
                      <a:pt x="775482" y="1932518"/>
                      <a:pt x="731260" y="1736112"/>
                      <a:pt x="725097" y="1530125"/>
                    </a:cubicBezTo>
                    <a:close/>
                    <a:moveTo>
                      <a:pt x="934" y="1530125"/>
                    </a:moveTo>
                    <a:lnTo>
                      <a:pt x="614360" y="1530125"/>
                    </a:lnTo>
                    <a:cubicBezTo>
                      <a:pt x="620543" y="1751166"/>
                      <a:pt x="667772" y="1961919"/>
                      <a:pt x="749235" y="2154869"/>
                    </a:cubicBezTo>
                    <a:cubicBezTo>
                      <a:pt x="599936" y="2221117"/>
                      <a:pt x="462426" y="2308980"/>
                      <a:pt x="340129" y="2414234"/>
                    </a:cubicBezTo>
                    <a:cubicBezTo>
                      <a:pt x="138582" y="2173144"/>
                      <a:pt x="13619" y="1866051"/>
                      <a:pt x="934" y="1530125"/>
                    </a:cubicBezTo>
                    <a:close/>
                    <a:moveTo>
                      <a:pt x="883886" y="768586"/>
                    </a:moveTo>
                    <a:cubicBezTo>
                      <a:pt x="1053566" y="831753"/>
                      <a:pt x="1236128" y="867407"/>
                      <a:pt x="1426305" y="871035"/>
                    </a:cubicBezTo>
                    <a:lnTo>
                      <a:pt x="1426305" y="1428622"/>
                    </a:lnTo>
                    <a:lnTo>
                      <a:pt x="724559" y="1428622"/>
                    </a:lnTo>
                    <a:cubicBezTo>
                      <a:pt x="730221" y="1192426"/>
                      <a:pt x="785872" y="968634"/>
                      <a:pt x="883886" y="768586"/>
                    </a:cubicBezTo>
                    <a:close/>
                    <a:moveTo>
                      <a:pt x="2083288" y="764501"/>
                    </a:moveTo>
                    <a:cubicBezTo>
                      <a:pt x="2182501" y="965616"/>
                      <a:pt x="2238869" y="1190833"/>
                      <a:pt x="2244577" y="1428622"/>
                    </a:cubicBezTo>
                    <a:lnTo>
                      <a:pt x="1527809" y="1428622"/>
                    </a:lnTo>
                    <a:lnTo>
                      <a:pt x="1527809" y="871130"/>
                    </a:lnTo>
                    <a:cubicBezTo>
                      <a:pt x="1722835" y="867528"/>
                      <a:pt x="1909881" y="830382"/>
                      <a:pt x="2083288" y="764501"/>
                    </a:cubicBezTo>
                    <a:close/>
                    <a:moveTo>
                      <a:pt x="375750" y="484510"/>
                    </a:moveTo>
                    <a:cubicBezTo>
                      <a:pt x="497688" y="583858"/>
                      <a:pt x="633678" y="666438"/>
                      <a:pt x="780212" y="729142"/>
                    </a:cubicBezTo>
                    <a:cubicBezTo>
                      <a:pt x="677519" y="941475"/>
                      <a:pt x="619429" y="1178562"/>
                      <a:pt x="613822" y="1428622"/>
                    </a:cubicBezTo>
                    <a:lnTo>
                      <a:pt x="0" y="1428622"/>
                    </a:lnTo>
                    <a:cubicBezTo>
                      <a:pt x="9263" y="1065848"/>
                      <a:pt x="149371" y="735691"/>
                      <a:pt x="375750" y="484510"/>
                    </a:cubicBezTo>
                    <a:close/>
                    <a:moveTo>
                      <a:pt x="2580304" y="484479"/>
                    </a:moveTo>
                    <a:cubicBezTo>
                      <a:pt x="2806628" y="735651"/>
                      <a:pt x="2946750" y="1065827"/>
                      <a:pt x="2956013" y="1428622"/>
                    </a:cubicBezTo>
                    <a:lnTo>
                      <a:pt x="2355314" y="1428622"/>
                    </a:lnTo>
                    <a:cubicBezTo>
                      <a:pt x="2349636" y="1176504"/>
                      <a:pt x="2290630" y="937573"/>
                      <a:pt x="2186241" y="724113"/>
                    </a:cubicBezTo>
                    <a:cubicBezTo>
                      <a:pt x="2328935" y="662418"/>
                      <a:pt x="2461323" y="581449"/>
                      <a:pt x="2580304" y="484479"/>
                    </a:cubicBezTo>
                    <a:close/>
                    <a:moveTo>
                      <a:pt x="1426305" y="124032"/>
                    </a:moveTo>
                    <a:lnTo>
                      <a:pt x="1426305" y="760298"/>
                    </a:lnTo>
                    <a:cubicBezTo>
                      <a:pt x="1253727" y="756791"/>
                      <a:pt x="1087879" y="724966"/>
                      <a:pt x="933247" y="668842"/>
                    </a:cubicBezTo>
                    <a:cubicBezTo>
                      <a:pt x="1054039" y="451822"/>
                      <a:pt x="1223389" y="265609"/>
                      <a:pt x="1426305" y="124032"/>
                    </a:cubicBezTo>
                    <a:close/>
                    <a:moveTo>
                      <a:pt x="1527809" y="112799"/>
                    </a:moveTo>
                    <a:cubicBezTo>
                      <a:pt x="1736145" y="255085"/>
                      <a:pt x="1910079" y="443973"/>
                      <a:pt x="2033951" y="664748"/>
                    </a:cubicBezTo>
                    <a:cubicBezTo>
                      <a:pt x="1875578" y="723616"/>
                      <a:pt x="1705238" y="756901"/>
                      <a:pt x="1527809" y="760394"/>
                    </a:cubicBezTo>
                    <a:close/>
                    <a:moveTo>
                      <a:pt x="1632157" y="1693"/>
                    </a:moveTo>
                    <a:cubicBezTo>
                      <a:pt x="1969090" y="34839"/>
                      <a:pt x="2272411" y="181752"/>
                      <a:pt x="2502559" y="404493"/>
                    </a:cubicBezTo>
                    <a:cubicBezTo>
                      <a:pt x="2392455" y="493535"/>
                      <a:pt x="2270018" y="567692"/>
                      <a:pt x="2138287" y="624414"/>
                    </a:cubicBezTo>
                    <a:cubicBezTo>
                      <a:pt x="2004803" y="382989"/>
                      <a:pt x="1815448" y="176841"/>
                      <a:pt x="1587368" y="23269"/>
                    </a:cubicBezTo>
                    <a:close/>
                    <a:moveTo>
                      <a:pt x="1333466" y="0"/>
                    </a:moveTo>
                    <a:lnTo>
                      <a:pt x="1376468" y="23177"/>
                    </a:lnTo>
                    <a:cubicBezTo>
                      <a:pt x="1149236" y="178863"/>
                      <a:pt x="960516" y="386575"/>
                      <a:pt x="827965" y="629347"/>
                    </a:cubicBezTo>
                    <a:cubicBezTo>
                      <a:pt x="692459" y="571593"/>
                      <a:pt x="566467" y="495851"/>
                      <a:pt x="453430" y="404475"/>
                    </a:cubicBezTo>
                    <a:cubicBezTo>
                      <a:pt x="685742" y="179438"/>
                      <a:pt x="992667" y="31629"/>
                      <a:pt x="1333466"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2163" name="Google Shape;2163;p50"/>
              <p:cNvSpPr/>
              <p:nvPr/>
            </p:nvSpPr>
            <p:spPr>
              <a:xfrm flipH="1">
                <a:off x="10345251" y="2251006"/>
                <a:ext cx="441966" cy="281210"/>
              </a:xfrm>
              <a:custGeom>
                <a:rect b="b" l="l" r="r" t="t"/>
                <a:pathLst>
                  <a:path extrusionOk="0" h="2532594" w="3980365">
                    <a:moveTo>
                      <a:pt x="1988360" y="58973"/>
                    </a:moveTo>
                    <a:cubicBezTo>
                      <a:pt x="1988306" y="58975"/>
                      <a:pt x="1988252" y="58977"/>
                      <a:pt x="1988199" y="58995"/>
                    </a:cubicBezTo>
                    <a:cubicBezTo>
                      <a:pt x="1988145" y="58977"/>
                      <a:pt x="1988091" y="58975"/>
                      <a:pt x="1988037" y="58973"/>
                    </a:cubicBezTo>
                    <a:lnTo>
                      <a:pt x="1988037" y="59017"/>
                    </a:lnTo>
                    <a:cubicBezTo>
                      <a:pt x="1574406" y="74019"/>
                      <a:pt x="1375335" y="406725"/>
                      <a:pt x="1370318" y="708381"/>
                    </a:cubicBezTo>
                    <a:cubicBezTo>
                      <a:pt x="1362506" y="1089140"/>
                      <a:pt x="1497435" y="1312904"/>
                      <a:pt x="1568575" y="1407072"/>
                    </a:cubicBezTo>
                    <a:cubicBezTo>
                      <a:pt x="1631785" y="1490670"/>
                      <a:pt x="1727890" y="1649476"/>
                      <a:pt x="1617443" y="1704159"/>
                    </a:cubicBezTo>
                    <a:cubicBezTo>
                      <a:pt x="1318592" y="1846636"/>
                      <a:pt x="1062028" y="1946829"/>
                      <a:pt x="927030" y="2049664"/>
                    </a:cubicBezTo>
                    <a:cubicBezTo>
                      <a:pt x="705669" y="2234426"/>
                      <a:pt x="740656" y="2445615"/>
                      <a:pt x="754501" y="2532594"/>
                    </a:cubicBezTo>
                    <a:lnTo>
                      <a:pt x="1988199" y="2531551"/>
                    </a:lnTo>
                    <a:lnTo>
                      <a:pt x="3221896" y="2532594"/>
                    </a:lnTo>
                    <a:cubicBezTo>
                      <a:pt x="3235741" y="2445615"/>
                      <a:pt x="3270728" y="2234426"/>
                      <a:pt x="3049367" y="2049664"/>
                    </a:cubicBezTo>
                    <a:cubicBezTo>
                      <a:pt x="2914369" y="1946829"/>
                      <a:pt x="2657805" y="1846636"/>
                      <a:pt x="2358954" y="1704159"/>
                    </a:cubicBezTo>
                    <a:cubicBezTo>
                      <a:pt x="2248507" y="1649476"/>
                      <a:pt x="2344612" y="1490670"/>
                      <a:pt x="2407822" y="1407072"/>
                    </a:cubicBezTo>
                    <a:cubicBezTo>
                      <a:pt x="2478962" y="1312904"/>
                      <a:pt x="2613891" y="1089140"/>
                      <a:pt x="2606079" y="708381"/>
                    </a:cubicBezTo>
                    <a:cubicBezTo>
                      <a:pt x="2601062" y="406725"/>
                      <a:pt x="2401991" y="74019"/>
                      <a:pt x="1988360" y="59017"/>
                    </a:cubicBezTo>
                    <a:close/>
                    <a:moveTo>
                      <a:pt x="1093515" y="0"/>
                    </a:moveTo>
                    <a:cubicBezTo>
                      <a:pt x="736613" y="12826"/>
                      <a:pt x="553627" y="327881"/>
                      <a:pt x="549299" y="588096"/>
                    </a:cubicBezTo>
                    <a:cubicBezTo>
                      <a:pt x="542562" y="916461"/>
                      <a:pt x="658924" y="1109434"/>
                      <a:pt x="720275" y="1190644"/>
                    </a:cubicBezTo>
                    <a:cubicBezTo>
                      <a:pt x="774787" y="1262738"/>
                      <a:pt x="857667" y="1399692"/>
                      <a:pt x="762418" y="1446850"/>
                    </a:cubicBezTo>
                    <a:cubicBezTo>
                      <a:pt x="504691" y="1569722"/>
                      <a:pt x="283431" y="1656128"/>
                      <a:pt x="167010" y="1744812"/>
                    </a:cubicBezTo>
                    <a:cubicBezTo>
                      <a:pt x="-23891" y="1904150"/>
                      <a:pt x="672" y="2013351"/>
                      <a:pt x="1392" y="2161289"/>
                    </a:cubicBezTo>
                    <a:cubicBezTo>
                      <a:pt x="356083" y="2160989"/>
                      <a:pt x="261990" y="2166300"/>
                      <a:pt x="616681" y="2166000"/>
                    </a:cubicBezTo>
                    <a:cubicBezTo>
                      <a:pt x="794788" y="1846239"/>
                      <a:pt x="1045824" y="1778915"/>
                      <a:pt x="1453932" y="1593789"/>
                    </a:cubicBezTo>
                    <a:cubicBezTo>
                      <a:pt x="1171572" y="1115084"/>
                      <a:pt x="1046285" y="714919"/>
                      <a:pt x="1414663" y="124017"/>
                    </a:cubicBezTo>
                    <a:cubicBezTo>
                      <a:pt x="1309485" y="41539"/>
                      <a:pt x="1305280" y="26381"/>
                      <a:pt x="1093515" y="0"/>
                    </a:cubicBezTo>
                    <a:close/>
                    <a:moveTo>
                      <a:pt x="2886850" y="0"/>
                    </a:moveTo>
                    <a:cubicBezTo>
                      <a:pt x="2675085" y="26381"/>
                      <a:pt x="2670880" y="41539"/>
                      <a:pt x="2565702" y="124017"/>
                    </a:cubicBezTo>
                    <a:cubicBezTo>
                      <a:pt x="2934080" y="714919"/>
                      <a:pt x="2808793" y="1115084"/>
                      <a:pt x="2526433" y="1593789"/>
                    </a:cubicBezTo>
                    <a:cubicBezTo>
                      <a:pt x="2934542" y="1778915"/>
                      <a:pt x="3185577" y="1846239"/>
                      <a:pt x="3363685" y="2166000"/>
                    </a:cubicBezTo>
                    <a:cubicBezTo>
                      <a:pt x="3718376" y="2166300"/>
                      <a:pt x="3624282" y="2160989"/>
                      <a:pt x="3978973" y="2161289"/>
                    </a:cubicBezTo>
                    <a:cubicBezTo>
                      <a:pt x="3979693" y="2013351"/>
                      <a:pt x="4004256" y="1904150"/>
                      <a:pt x="3813355" y="1744812"/>
                    </a:cubicBezTo>
                    <a:cubicBezTo>
                      <a:pt x="3696934" y="1656128"/>
                      <a:pt x="3475674" y="1569722"/>
                      <a:pt x="3217947" y="1446850"/>
                    </a:cubicBezTo>
                    <a:cubicBezTo>
                      <a:pt x="3122698" y="1399692"/>
                      <a:pt x="3205579" y="1262738"/>
                      <a:pt x="3260090" y="1190644"/>
                    </a:cubicBezTo>
                    <a:cubicBezTo>
                      <a:pt x="3321441" y="1109434"/>
                      <a:pt x="3437803" y="916461"/>
                      <a:pt x="3431066" y="588096"/>
                    </a:cubicBezTo>
                    <a:cubicBezTo>
                      <a:pt x="3426739" y="327881"/>
                      <a:pt x="3243752" y="12826"/>
                      <a:pt x="288685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164" name="Google Shape;2164;p50"/>
              <p:cNvSpPr/>
              <p:nvPr/>
            </p:nvSpPr>
            <p:spPr>
              <a:xfrm>
                <a:off x="11003273" y="3365017"/>
                <a:ext cx="357359" cy="364685"/>
              </a:xfrm>
              <a:custGeom>
                <a:rect b="b" l="l" r="r" t="t"/>
                <a:pathLst>
                  <a:path extrusionOk="0" h="3940019" w="3860876">
                    <a:moveTo>
                      <a:pt x="3248876" y="1942264"/>
                    </a:moveTo>
                    <a:lnTo>
                      <a:pt x="3860876" y="1942264"/>
                    </a:lnTo>
                    <a:lnTo>
                      <a:pt x="3860876" y="2090815"/>
                    </a:lnTo>
                    <a:lnTo>
                      <a:pt x="3859023" y="2090815"/>
                    </a:lnTo>
                    <a:cubicBezTo>
                      <a:pt x="3817225" y="2949620"/>
                      <a:pt x="3215273" y="3679864"/>
                      <a:pt x="2378197" y="3884304"/>
                    </a:cubicBezTo>
                    <a:cubicBezTo>
                      <a:pt x="2219818" y="3922985"/>
                      <a:pt x="2060231" y="3941082"/>
                      <a:pt x="1902626" y="3939971"/>
                    </a:cubicBezTo>
                    <a:cubicBezTo>
                      <a:pt x="1286982" y="3935631"/>
                      <a:pt x="701577" y="3638194"/>
                      <a:pt x="337583" y="3128887"/>
                    </a:cubicBezTo>
                    <a:lnTo>
                      <a:pt x="30667" y="3435803"/>
                    </a:lnTo>
                    <a:lnTo>
                      <a:pt x="30667" y="2342045"/>
                    </a:lnTo>
                    <a:lnTo>
                      <a:pt x="1124425" y="2342045"/>
                    </a:lnTo>
                    <a:lnTo>
                      <a:pt x="781340" y="2685130"/>
                    </a:lnTo>
                    <a:cubicBezTo>
                      <a:pt x="1079782" y="3180935"/>
                      <a:pt x="1667379" y="3425841"/>
                      <a:pt x="2232517" y="3287817"/>
                    </a:cubicBezTo>
                    <a:cubicBezTo>
                      <a:pt x="2810639" y="3146622"/>
                      <a:pt x="3224897" y="2638979"/>
                      <a:pt x="3247291" y="2044286"/>
                    </a:cubicBezTo>
                    <a:lnTo>
                      <a:pt x="3248876" y="2044345"/>
                    </a:lnTo>
                    <a:close/>
                    <a:moveTo>
                      <a:pt x="1958249" y="48"/>
                    </a:moveTo>
                    <a:cubicBezTo>
                      <a:pt x="2573893" y="4388"/>
                      <a:pt x="3159298" y="301825"/>
                      <a:pt x="3523293" y="811132"/>
                    </a:cubicBezTo>
                    <a:lnTo>
                      <a:pt x="3830209" y="504216"/>
                    </a:lnTo>
                    <a:lnTo>
                      <a:pt x="3830209" y="1597974"/>
                    </a:lnTo>
                    <a:lnTo>
                      <a:pt x="2736450" y="1597974"/>
                    </a:lnTo>
                    <a:lnTo>
                      <a:pt x="3079535" y="1254889"/>
                    </a:lnTo>
                    <a:cubicBezTo>
                      <a:pt x="2781093" y="759084"/>
                      <a:pt x="2193496" y="514178"/>
                      <a:pt x="1628358" y="652202"/>
                    </a:cubicBezTo>
                    <a:cubicBezTo>
                      <a:pt x="1050236" y="793397"/>
                      <a:pt x="635978" y="1301040"/>
                      <a:pt x="613584" y="1895733"/>
                    </a:cubicBezTo>
                    <a:lnTo>
                      <a:pt x="612000" y="1895674"/>
                    </a:lnTo>
                    <a:lnTo>
                      <a:pt x="612000" y="1985958"/>
                    </a:lnTo>
                    <a:lnTo>
                      <a:pt x="0" y="1985958"/>
                    </a:lnTo>
                    <a:lnTo>
                      <a:pt x="0" y="1837407"/>
                    </a:lnTo>
                    <a:lnTo>
                      <a:pt x="2787" y="1837407"/>
                    </a:lnTo>
                    <a:cubicBezTo>
                      <a:pt x="49183" y="983705"/>
                      <a:pt x="649445" y="259216"/>
                      <a:pt x="1482678" y="55715"/>
                    </a:cubicBezTo>
                    <a:cubicBezTo>
                      <a:pt x="1641057" y="17034"/>
                      <a:pt x="1800644" y="-1063"/>
                      <a:pt x="1958249" y="4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165" name="Google Shape;2165;p50"/>
              <p:cNvSpPr/>
              <p:nvPr/>
            </p:nvSpPr>
            <p:spPr>
              <a:xfrm>
                <a:off x="9028038" y="5418963"/>
                <a:ext cx="353455" cy="397548"/>
              </a:xfrm>
              <a:custGeom>
                <a:rect b="b" l="l" r="r" t="t"/>
                <a:pathLst>
                  <a:path extrusionOk="0" h="3110058" w="2765122">
                    <a:moveTo>
                      <a:pt x="1376433" y="2257187"/>
                    </a:moveTo>
                    <a:lnTo>
                      <a:pt x="1145400" y="2354829"/>
                    </a:lnTo>
                    <a:lnTo>
                      <a:pt x="1036105" y="2389775"/>
                    </a:lnTo>
                    <a:lnTo>
                      <a:pt x="1040146" y="2406930"/>
                    </a:lnTo>
                    <a:cubicBezTo>
                      <a:pt x="1121535" y="2704580"/>
                      <a:pt x="1244707" y="2894301"/>
                      <a:pt x="1382560" y="2894301"/>
                    </a:cubicBezTo>
                    <a:cubicBezTo>
                      <a:pt x="1520414" y="2894301"/>
                      <a:pt x="1643585" y="2704580"/>
                      <a:pt x="1724974" y="2406930"/>
                    </a:cubicBezTo>
                    <a:lnTo>
                      <a:pt x="1726723" y="2399874"/>
                    </a:lnTo>
                    <a:lnTo>
                      <a:pt x="1605728" y="2358846"/>
                    </a:lnTo>
                    <a:close/>
                    <a:moveTo>
                      <a:pt x="1795887" y="2033026"/>
                    </a:moveTo>
                    <a:lnTo>
                      <a:pt x="1694075" y="2094586"/>
                    </a:lnTo>
                    <a:lnTo>
                      <a:pt x="1578650" y="2155153"/>
                    </a:lnTo>
                    <a:lnTo>
                      <a:pt x="1618821" y="2173994"/>
                    </a:lnTo>
                    <a:lnTo>
                      <a:pt x="1763952" y="2229138"/>
                    </a:lnTo>
                    <a:lnTo>
                      <a:pt x="1791432" y="2076334"/>
                    </a:lnTo>
                    <a:close/>
                    <a:moveTo>
                      <a:pt x="969005" y="2030800"/>
                    </a:moveTo>
                    <a:lnTo>
                      <a:pt x="973688" y="2076334"/>
                    </a:lnTo>
                    <a:lnTo>
                      <a:pt x="997942" y="2219324"/>
                    </a:lnTo>
                    <a:lnTo>
                      <a:pt x="1135534" y="2169774"/>
                    </a:lnTo>
                    <a:lnTo>
                      <a:pt x="1176026" y="2151638"/>
                    </a:lnTo>
                    <a:lnTo>
                      <a:pt x="1061678" y="2089068"/>
                    </a:lnTo>
                    <a:close/>
                    <a:moveTo>
                      <a:pt x="2270995" y="1682607"/>
                    </a:moveTo>
                    <a:lnTo>
                      <a:pt x="2193789" y="1749541"/>
                    </a:lnTo>
                    <a:cubicBezTo>
                      <a:pt x="2157450" y="1779622"/>
                      <a:pt x="2119670" y="1809519"/>
                      <a:pt x="2080535" y="1839120"/>
                    </a:cubicBezTo>
                    <a:lnTo>
                      <a:pt x="1988274" y="1905861"/>
                    </a:lnTo>
                    <a:lnTo>
                      <a:pt x="1956628" y="2160317"/>
                    </a:lnTo>
                    <a:lnTo>
                      <a:pt x="1929983" y="2282840"/>
                    </a:lnTo>
                    <a:lnTo>
                      <a:pt x="2032699" y="2311732"/>
                    </a:lnTo>
                    <a:cubicBezTo>
                      <a:pt x="2281801" y="2367725"/>
                      <a:pt x="2467430" y="2349840"/>
                      <a:pt x="2530541" y="2244806"/>
                    </a:cubicBezTo>
                    <a:cubicBezTo>
                      <a:pt x="2601541" y="2126643"/>
                      <a:pt x="2502356" y="1923350"/>
                      <a:pt x="2289139" y="1700285"/>
                    </a:cubicBezTo>
                    <a:close/>
                    <a:moveTo>
                      <a:pt x="491768" y="1666932"/>
                    </a:moveTo>
                    <a:lnTo>
                      <a:pt x="473585" y="1684439"/>
                    </a:lnTo>
                    <a:cubicBezTo>
                      <a:pt x="256508" y="1903749"/>
                      <a:pt x="153790" y="2105280"/>
                      <a:pt x="222717" y="2224664"/>
                    </a:cubicBezTo>
                    <a:cubicBezTo>
                      <a:pt x="283985" y="2330784"/>
                      <a:pt x="469273" y="2351906"/>
                      <a:pt x="719315" y="2300269"/>
                    </a:cubicBezTo>
                    <a:lnTo>
                      <a:pt x="831176" y="2270901"/>
                    </a:lnTo>
                    <a:lnTo>
                      <a:pt x="808495" y="2160317"/>
                    </a:lnTo>
                    <a:lnTo>
                      <a:pt x="776012" y="1899134"/>
                    </a:lnTo>
                    <a:lnTo>
                      <a:pt x="679735" y="1826895"/>
                    </a:lnTo>
                    <a:cubicBezTo>
                      <a:pt x="616990" y="1777691"/>
                      <a:pt x="557836" y="1727770"/>
                      <a:pt x="502637" y="1677612"/>
                    </a:cubicBezTo>
                    <a:close/>
                    <a:moveTo>
                      <a:pt x="2001099" y="1443878"/>
                    </a:moveTo>
                    <a:lnTo>
                      <a:pt x="2005588" y="1555029"/>
                    </a:lnTo>
                    <a:lnTo>
                      <a:pt x="2000712" y="1675767"/>
                    </a:lnTo>
                    <a:lnTo>
                      <a:pt x="2038461" y="1648469"/>
                    </a:lnTo>
                    <a:cubicBezTo>
                      <a:pt x="2070345" y="1623579"/>
                      <a:pt x="2101053" y="1598643"/>
                      <a:pt x="2130505" y="1573751"/>
                    </a:cubicBezTo>
                    <a:lnTo>
                      <a:pt x="2143759" y="1562074"/>
                    </a:lnTo>
                    <a:lnTo>
                      <a:pt x="2039991" y="1473050"/>
                    </a:lnTo>
                    <a:close/>
                    <a:moveTo>
                      <a:pt x="764411" y="1434288"/>
                    </a:moveTo>
                    <a:lnTo>
                      <a:pt x="726661" y="1461587"/>
                    </a:lnTo>
                    <a:cubicBezTo>
                      <a:pt x="694778" y="1486477"/>
                      <a:pt x="664070" y="1511412"/>
                      <a:pt x="634617" y="1536305"/>
                    </a:cubicBezTo>
                    <a:lnTo>
                      <a:pt x="621360" y="1547985"/>
                    </a:lnTo>
                    <a:lnTo>
                      <a:pt x="725129" y="1637009"/>
                    </a:lnTo>
                    <a:lnTo>
                      <a:pt x="764024" y="1666183"/>
                    </a:lnTo>
                    <a:lnTo>
                      <a:pt x="759534" y="1555029"/>
                    </a:lnTo>
                    <a:close/>
                    <a:moveTo>
                      <a:pt x="1386966" y="1049980"/>
                    </a:moveTo>
                    <a:lnTo>
                      <a:pt x="1160689" y="1170734"/>
                    </a:lnTo>
                    <a:lnTo>
                      <a:pt x="947211" y="1303680"/>
                    </a:lnTo>
                    <a:lnTo>
                      <a:pt x="938816" y="1555028"/>
                    </a:lnTo>
                    <a:lnTo>
                      <a:pt x="947046" y="1801432"/>
                    </a:lnTo>
                    <a:lnTo>
                      <a:pt x="1154015" y="1935392"/>
                    </a:lnTo>
                    <a:lnTo>
                      <a:pt x="1378151" y="2060078"/>
                    </a:lnTo>
                    <a:lnTo>
                      <a:pt x="1604433" y="1939321"/>
                    </a:lnTo>
                    <a:lnTo>
                      <a:pt x="1817909" y="1806377"/>
                    </a:lnTo>
                    <a:lnTo>
                      <a:pt x="1826304" y="1555028"/>
                    </a:lnTo>
                    <a:lnTo>
                      <a:pt x="1818074" y="1308628"/>
                    </a:lnTo>
                    <a:lnTo>
                      <a:pt x="1611105" y="1174667"/>
                    </a:lnTo>
                    <a:close/>
                    <a:moveTo>
                      <a:pt x="1767179" y="890733"/>
                    </a:moveTo>
                    <a:lnTo>
                      <a:pt x="1629589" y="940281"/>
                    </a:lnTo>
                    <a:lnTo>
                      <a:pt x="1589093" y="958419"/>
                    </a:lnTo>
                    <a:lnTo>
                      <a:pt x="1703444" y="1020991"/>
                    </a:lnTo>
                    <a:lnTo>
                      <a:pt x="1796116" y="1079257"/>
                    </a:lnTo>
                    <a:lnTo>
                      <a:pt x="1791432" y="1033723"/>
                    </a:lnTo>
                    <a:close/>
                    <a:moveTo>
                      <a:pt x="1001168" y="880921"/>
                    </a:moveTo>
                    <a:lnTo>
                      <a:pt x="973688" y="1033723"/>
                    </a:lnTo>
                    <a:lnTo>
                      <a:pt x="969233" y="1077033"/>
                    </a:lnTo>
                    <a:lnTo>
                      <a:pt x="1071048" y="1015472"/>
                    </a:lnTo>
                    <a:lnTo>
                      <a:pt x="1186470" y="954907"/>
                    </a:lnTo>
                    <a:lnTo>
                      <a:pt x="1146299" y="936065"/>
                    </a:lnTo>
                    <a:close/>
                    <a:moveTo>
                      <a:pt x="2296662" y="783036"/>
                    </a:moveTo>
                    <a:cubicBezTo>
                      <a:pt x="2224233" y="781291"/>
                      <a:pt x="2139574" y="790423"/>
                      <a:pt x="2045808" y="809787"/>
                    </a:cubicBezTo>
                    <a:lnTo>
                      <a:pt x="1933945" y="839155"/>
                    </a:lnTo>
                    <a:lnTo>
                      <a:pt x="1956628" y="949742"/>
                    </a:lnTo>
                    <a:lnTo>
                      <a:pt x="1989111" y="1210925"/>
                    </a:lnTo>
                    <a:lnTo>
                      <a:pt x="2085387" y="1283163"/>
                    </a:lnTo>
                    <a:cubicBezTo>
                      <a:pt x="2148132" y="1332368"/>
                      <a:pt x="2207286" y="1382289"/>
                      <a:pt x="2262485" y="1432446"/>
                    </a:cubicBezTo>
                    <a:lnTo>
                      <a:pt x="2273353" y="1443125"/>
                    </a:lnTo>
                    <a:lnTo>
                      <a:pt x="2291537" y="1425616"/>
                    </a:lnTo>
                    <a:cubicBezTo>
                      <a:pt x="2508615" y="1206306"/>
                      <a:pt x="2611333" y="1004776"/>
                      <a:pt x="2542406" y="885391"/>
                    </a:cubicBezTo>
                    <a:cubicBezTo>
                      <a:pt x="2504113" y="819067"/>
                      <a:pt x="2417375" y="785944"/>
                      <a:pt x="2296662" y="783036"/>
                    </a:cubicBezTo>
                    <a:close/>
                    <a:moveTo>
                      <a:pt x="482072" y="767202"/>
                    </a:moveTo>
                    <a:cubicBezTo>
                      <a:pt x="361326" y="768003"/>
                      <a:pt x="274023" y="799606"/>
                      <a:pt x="234579" y="865253"/>
                    </a:cubicBezTo>
                    <a:cubicBezTo>
                      <a:pt x="163579" y="983417"/>
                      <a:pt x="262764" y="1186709"/>
                      <a:pt x="475981" y="1409774"/>
                    </a:cubicBezTo>
                    <a:lnTo>
                      <a:pt x="494126" y="1427453"/>
                    </a:lnTo>
                    <a:lnTo>
                      <a:pt x="571333" y="1360517"/>
                    </a:lnTo>
                    <a:cubicBezTo>
                      <a:pt x="607672" y="1330436"/>
                      <a:pt x="645452" y="1300540"/>
                      <a:pt x="684587" y="1270938"/>
                    </a:cubicBezTo>
                    <a:lnTo>
                      <a:pt x="776848" y="1204197"/>
                    </a:lnTo>
                    <a:lnTo>
                      <a:pt x="808495" y="949742"/>
                    </a:lnTo>
                    <a:lnTo>
                      <a:pt x="835139" y="827220"/>
                    </a:lnTo>
                    <a:lnTo>
                      <a:pt x="732420" y="798327"/>
                    </a:lnTo>
                    <a:cubicBezTo>
                      <a:pt x="639007" y="777329"/>
                      <a:pt x="554520" y="766721"/>
                      <a:pt x="482072" y="767202"/>
                    </a:cubicBezTo>
                    <a:close/>
                    <a:moveTo>
                      <a:pt x="1382560" y="215755"/>
                    </a:moveTo>
                    <a:cubicBezTo>
                      <a:pt x="1244707" y="215755"/>
                      <a:pt x="1121535" y="405476"/>
                      <a:pt x="1040146" y="703126"/>
                    </a:cubicBezTo>
                    <a:lnTo>
                      <a:pt x="1038397" y="710184"/>
                    </a:lnTo>
                    <a:lnTo>
                      <a:pt x="1159394" y="751212"/>
                    </a:lnTo>
                    <a:lnTo>
                      <a:pt x="1388689" y="852872"/>
                    </a:lnTo>
                    <a:lnTo>
                      <a:pt x="1619722" y="755229"/>
                    </a:lnTo>
                    <a:lnTo>
                      <a:pt x="1729016" y="720284"/>
                    </a:lnTo>
                    <a:lnTo>
                      <a:pt x="1724974" y="703126"/>
                    </a:lnTo>
                    <a:cubicBezTo>
                      <a:pt x="1643585" y="405476"/>
                      <a:pt x="1520414" y="215755"/>
                      <a:pt x="1382560" y="215755"/>
                    </a:cubicBezTo>
                    <a:close/>
                    <a:moveTo>
                      <a:pt x="1382561" y="0"/>
                    </a:moveTo>
                    <a:cubicBezTo>
                      <a:pt x="1576111" y="0"/>
                      <a:pt x="1749046" y="220285"/>
                      <a:pt x="1863319" y="565886"/>
                    </a:cubicBezTo>
                    <a:lnTo>
                      <a:pt x="1892754" y="669221"/>
                    </a:lnTo>
                    <a:lnTo>
                      <a:pt x="1998805" y="644109"/>
                    </a:lnTo>
                    <a:cubicBezTo>
                      <a:pt x="2355240" y="570272"/>
                      <a:pt x="2632481" y="609896"/>
                      <a:pt x="2729256" y="777515"/>
                    </a:cubicBezTo>
                    <a:cubicBezTo>
                      <a:pt x="2826030" y="945133"/>
                      <a:pt x="2721726" y="1205043"/>
                      <a:pt x="2479563" y="1476806"/>
                    </a:cubicBezTo>
                    <a:lnTo>
                      <a:pt x="2396868" y="1564493"/>
                    </a:lnTo>
                    <a:lnTo>
                      <a:pt x="2415853" y="1583149"/>
                    </a:lnTo>
                    <a:cubicBezTo>
                      <a:pt x="2697403" y="1884053"/>
                      <a:pt x="2823474" y="2176199"/>
                      <a:pt x="2715481" y="2355928"/>
                    </a:cubicBezTo>
                    <a:cubicBezTo>
                      <a:pt x="2615796" y="2521833"/>
                      <a:pt x="2337906" y="2556612"/>
                      <a:pt x="1982813" y="2476565"/>
                    </a:cubicBezTo>
                    <a:lnTo>
                      <a:pt x="1890625" y="2453030"/>
                    </a:lnTo>
                    <a:lnTo>
                      <a:pt x="1863319" y="2544172"/>
                    </a:lnTo>
                    <a:cubicBezTo>
                      <a:pt x="1749047" y="2889773"/>
                      <a:pt x="1576111" y="3110058"/>
                      <a:pt x="1382561" y="3110058"/>
                    </a:cubicBezTo>
                    <a:cubicBezTo>
                      <a:pt x="1189012" y="3110058"/>
                      <a:pt x="1016076" y="2889773"/>
                      <a:pt x="901803" y="2544172"/>
                    </a:cubicBezTo>
                    <a:lnTo>
                      <a:pt x="872368" y="2440837"/>
                    </a:lnTo>
                    <a:lnTo>
                      <a:pt x="766317" y="2465949"/>
                    </a:lnTo>
                    <a:cubicBezTo>
                      <a:pt x="409882" y="2539787"/>
                      <a:pt x="132641" y="2500163"/>
                      <a:pt x="35866" y="2332544"/>
                    </a:cubicBezTo>
                    <a:cubicBezTo>
                      <a:pt x="-60908" y="2164925"/>
                      <a:pt x="43396" y="1905015"/>
                      <a:pt x="285559" y="1633252"/>
                    </a:cubicBezTo>
                    <a:lnTo>
                      <a:pt x="368254" y="1545565"/>
                    </a:lnTo>
                    <a:lnTo>
                      <a:pt x="349269" y="1526910"/>
                    </a:lnTo>
                    <a:cubicBezTo>
                      <a:pt x="67719" y="1226005"/>
                      <a:pt x="-58351" y="933860"/>
                      <a:pt x="49641" y="754130"/>
                    </a:cubicBezTo>
                    <a:cubicBezTo>
                      <a:pt x="149326" y="588226"/>
                      <a:pt x="427216" y="553446"/>
                      <a:pt x="782309" y="633493"/>
                    </a:cubicBezTo>
                    <a:lnTo>
                      <a:pt x="874497" y="657029"/>
                    </a:lnTo>
                    <a:lnTo>
                      <a:pt x="901803" y="565886"/>
                    </a:lnTo>
                    <a:cubicBezTo>
                      <a:pt x="1016076" y="220285"/>
                      <a:pt x="1189012" y="0"/>
                      <a:pt x="138256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2166" name="Google Shape;2166;p50"/>
              <p:cNvSpPr/>
              <p:nvPr/>
            </p:nvSpPr>
            <p:spPr>
              <a:xfrm>
                <a:off x="7496004" y="3682990"/>
                <a:ext cx="320490" cy="269438"/>
              </a:xfrm>
              <a:custGeom>
                <a:rect b="b" l="l" r="r" t="t"/>
                <a:pathLst>
                  <a:path extrusionOk="0" h="3350285" w="3985089">
                    <a:moveTo>
                      <a:pt x="1489879" y="1687056"/>
                    </a:moveTo>
                    <a:cubicBezTo>
                      <a:pt x="1413602" y="1687056"/>
                      <a:pt x="1351768" y="1748890"/>
                      <a:pt x="1351768" y="1825167"/>
                    </a:cubicBezTo>
                    <a:lnTo>
                      <a:pt x="1351768" y="1828965"/>
                    </a:lnTo>
                    <a:cubicBezTo>
                      <a:pt x="1351768" y="1905242"/>
                      <a:pt x="1413602" y="1967076"/>
                      <a:pt x="1489879" y="1967076"/>
                    </a:cubicBezTo>
                    <a:lnTo>
                      <a:pt x="1717713" y="1967076"/>
                    </a:lnTo>
                    <a:cubicBezTo>
                      <a:pt x="1793990" y="1967076"/>
                      <a:pt x="1855824" y="1905242"/>
                      <a:pt x="1855824" y="1828965"/>
                    </a:cubicBezTo>
                    <a:lnTo>
                      <a:pt x="1855824" y="1825167"/>
                    </a:lnTo>
                    <a:cubicBezTo>
                      <a:pt x="1855824" y="1748890"/>
                      <a:pt x="1793990" y="1687056"/>
                      <a:pt x="1717713" y="1687056"/>
                    </a:cubicBezTo>
                    <a:close/>
                    <a:moveTo>
                      <a:pt x="2281462" y="1675141"/>
                    </a:moveTo>
                    <a:cubicBezTo>
                      <a:pt x="2205185" y="1675141"/>
                      <a:pt x="2143351" y="1736975"/>
                      <a:pt x="2143351" y="1813252"/>
                    </a:cubicBezTo>
                    <a:lnTo>
                      <a:pt x="2143351" y="1817050"/>
                    </a:lnTo>
                    <a:cubicBezTo>
                      <a:pt x="2143351" y="1893327"/>
                      <a:pt x="2205185" y="1955161"/>
                      <a:pt x="2281462" y="1955161"/>
                    </a:cubicBezTo>
                    <a:lnTo>
                      <a:pt x="2509296" y="1955161"/>
                    </a:lnTo>
                    <a:cubicBezTo>
                      <a:pt x="2585573" y="1955161"/>
                      <a:pt x="2647407" y="1893327"/>
                      <a:pt x="2647407" y="1817050"/>
                    </a:cubicBezTo>
                    <a:lnTo>
                      <a:pt x="2647407" y="1813252"/>
                    </a:lnTo>
                    <a:cubicBezTo>
                      <a:pt x="2647407" y="1736975"/>
                      <a:pt x="2585573" y="1675141"/>
                      <a:pt x="2509296" y="1675141"/>
                    </a:cubicBezTo>
                    <a:close/>
                    <a:moveTo>
                      <a:pt x="2837535" y="1159396"/>
                    </a:moveTo>
                    <a:cubicBezTo>
                      <a:pt x="2731595" y="1159396"/>
                      <a:pt x="2645713" y="1245278"/>
                      <a:pt x="2645713" y="1351218"/>
                    </a:cubicBezTo>
                    <a:cubicBezTo>
                      <a:pt x="2645713" y="1457158"/>
                      <a:pt x="2731595" y="1543040"/>
                      <a:pt x="2837535" y="1543040"/>
                    </a:cubicBezTo>
                    <a:cubicBezTo>
                      <a:pt x="2943475" y="1543040"/>
                      <a:pt x="3029357" y="1457158"/>
                      <a:pt x="3029357" y="1351218"/>
                    </a:cubicBezTo>
                    <a:cubicBezTo>
                      <a:pt x="3029357" y="1245278"/>
                      <a:pt x="2943475" y="1159396"/>
                      <a:pt x="2837535" y="1159396"/>
                    </a:cubicBezTo>
                    <a:close/>
                    <a:moveTo>
                      <a:pt x="3235655" y="750352"/>
                    </a:moveTo>
                    <a:cubicBezTo>
                      <a:pt x="3129715" y="750352"/>
                      <a:pt x="3043833" y="836234"/>
                      <a:pt x="3043833" y="942174"/>
                    </a:cubicBezTo>
                    <a:cubicBezTo>
                      <a:pt x="3043833" y="1048114"/>
                      <a:pt x="3129715" y="1133996"/>
                      <a:pt x="3235655" y="1133996"/>
                    </a:cubicBezTo>
                    <a:cubicBezTo>
                      <a:pt x="3341595" y="1133996"/>
                      <a:pt x="3427477" y="1048114"/>
                      <a:pt x="3427477" y="942174"/>
                    </a:cubicBezTo>
                    <a:cubicBezTo>
                      <a:pt x="3427477" y="836234"/>
                      <a:pt x="3341595" y="750352"/>
                      <a:pt x="3235655" y="750352"/>
                    </a:cubicBezTo>
                    <a:close/>
                    <a:moveTo>
                      <a:pt x="2455585" y="750352"/>
                    </a:moveTo>
                    <a:cubicBezTo>
                      <a:pt x="2349645" y="750352"/>
                      <a:pt x="2263763" y="836234"/>
                      <a:pt x="2263763" y="942174"/>
                    </a:cubicBezTo>
                    <a:cubicBezTo>
                      <a:pt x="2263763" y="1048114"/>
                      <a:pt x="2349645" y="1133996"/>
                      <a:pt x="2455585" y="1133996"/>
                    </a:cubicBezTo>
                    <a:cubicBezTo>
                      <a:pt x="2561525" y="1133996"/>
                      <a:pt x="2647407" y="1048114"/>
                      <a:pt x="2647407" y="942174"/>
                    </a:cubicBezTo>
                    <a:cubicBezTo>
                      <a:pt x="2647407" y="836234"/>
                      <a:pt x="2561525" y="750352"/>
                      <a:pt x="2455585" y="750352"/>
                    </a:cubicBezTo>
                    <a:close/>
                    <a:moveTo>
                      <a:pt x="941776" y="640989"/>
                    </a:moveTo>
                    <a:lnTo>
                      <a:pt x="1181794" y="640989"/>
                    </a:lnTo>
                    <a:lnTo>
                      <a:pt x="1181794" y="881020"/>
                    </a:lnTo>
                    <a:lnTo>
                      <a:pt x="1421825" y="881020"/>
                    </a:lnTo>
                    <a:lnTo>
                      <a:pt x="1421825" y="1121038"/>
                    </a:lnTo>
                    <a:lnTo>
                      <a:pt x="1181794" y="1121038"/>
                    </a:lnTo>
                    <a:lnTo>
                      <a:pt x="1181794" y="1361069"/>
                    </a:lnTo>
                    <a:lnTo>
                      <a:pt x="941776" y="1361069"/>
                    </a:lnTo>
                    <a:lnTo>
                      <a:pt x="941776" y="1121038"/>
                    </a:lnTo>
                    <a:lnTo>
                      <a:pt x="701745" y="1121038"/>
                    </a:lnTo>
                    <a:lnTo>
                      <a:pt x="701745" y="881020"/>
                    </a:lnTo>
                    <a:lnTo>
                      <a:pt x="941776" y="881020"/>
                    </a:lnTo>
                    <a:close/>
                    <a:moveTo>
                      <a:pt x="1061785" y="459017"/>
                    </a:moveTo>
                    <a:cubicBezTo>
                      <a:pt x="762440" y="459017"/>
                      <a:pt x="519773" y="701684"/>
                      <a:pt x="519773" y="1001029"/>
                    </a:cubicBezTo>
                    <a:cubicBezTo>
                      <a:pt x="519773" y="1300374"/>
                      <a:pt x="762440" y="1543041"/>
                      <a:pt x="1061785" y="1543041"/>
                    </a:cubicBezTo>
                    <a:cubicBezTo>
                      <a:pt x="1361130" y="1543041"/>
                      <a:pt x="1603797" y="1300374"/>
                      <a:pt x="1603797" y="1001029"/>
                    </a:cubicBezTo>
                    <a:cubicBezTo>
                      <a:pt x="1603797" y="701684"/>
                      <a:pt x="1361130" y="459017"/>
                      <a:pt x="1061785" y="459017"/>
                    </a:cubicBezTo>
                    <a:close/>
                    <a:moveTo>
                      <a:pt x="2837535" y="359296"/>
                    </a:moveTo>
                    <a:cubicBezTo>
                      <a:pt x="2731595" y="359296"/>
                      <a:pt x="2645713" y="445178"/>
                      <a:pt x="2645713" y="551118"/>
                    </a:cubicBezTo>
                    <a:cubicBezTo>
                      <a:pt x="2645713" y="657058"/>
                      <a:pt x="2731595" y="742940"/>
                      <a:pt x="2837535" y="742940"/>
                    </a:cubicBezTo>
                    <a:cubicBezTo>
                      <a:pt x="2943475" y="742940"/>
                      <a:pt x="3029357" y="657058"/>
                      <a:pt x="3029357" y="551118"/>
                    </a:cubicBezTo>
                    <a:cubicBezTo>
                      <a:pt x="3029357" y="445178"/>
                      <a:pt x="2943475" y="359296"/>
                      <a:pt x="2837535" y="359296"/>
                    </a:cubicBezTo>
                    <a:close/>
                    <a:moveTo>
                      <a:pt x="927799" y="0"/>
                    </a:moveTo>
                    <a:lnTo>
                      <a:pt x="2978398" y="0"/>
                    </a:lnTo>
                    <a:cubicBezTo>
                      <a:pt x="3447374" y="0"/>
                      <a:pt x="3902811" y="418280"/>
                      <a:pt x="3926614" y="887256"/>
                    </a:cubicBezTo>
                    <a:cubicBezTo>
                      <a:pt x="4011721" y="1784310"/>
                      <a:pt x="4065643" y="3326870"/>
                      <a:pt x="3630620" y="3349891"/>
                    </a:cubicBezTo>
                    <a:cubicBezTo>
                      <a:pt x="3101375" y="3362701"/>
                      <a:pt x="2778421" y="2566209"/>
                      <a:pt x="2352321" y="2174369"/>
                    </a:cubicBezTo>
                    <a:lnTo>
                      <a:pt x="1572952" y="2174369"/>
                    </a:lnTo>
                    <a:cubicBezTo>
                      <a:pt x="1161652" y="2566210"/>
                      <a:pt x="901104" y="3370635"/>
                      <a:pt x="339051" y="3349892"/>
                    </a:cubicBezTo>
                    <a:cubicBezTo>
                      <a:pt x="-171518" y="3349299"/>
                      <a:pt x="45251" y="1463012"/>
                      <a:pt x="48163" y="849156"/>
                    </a:cubicBezTo>
                    <a:cubicBezTo>
                      <a:pt x="48163" y="380180"/>
                      <a:pt x="458823" y="0"/>
                      <a:pt x="927799"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167" name="Google Shape;2167;p50"/>
              <p:cNvSpPr/>
              <p:nvPr/>
            </p:nvSpPr>
            <p:spPr>
              <a:xfrm>
                <a:off x="7501595" y="3961380"/>
                <a:ext cx="348693" cy="269437"/>
              </a:xfrm>
              <a:custGeom>
                <a:rect b="b" l="l" r="r" t="t"/>
                <a:pathLst>
                  <a:path extrusionOk="0" h="3051548" w="3949160">
                    <a:moveTo>
                      <a:pt x="2339911" y="638678"/>
                    </a:moveTo>
                    <a:cubicBezTo>
                      <a:pt x="3228675" y="638678"/>
                      <a:pt x="3949160" y="1138384"/>
                      <a:pt x="3949160" y="1754802"/>
                    </a:cubicBezTo>
                    <a:cubicBezTo>
                      <a:pt x="3949160" y="2075792"/>
                      <a:pt x="3753790" y="2365135"/>
                      <a:pt x="3440317" y="2567662"/>
                    </a:cubicBezTo>
                    <a:lnTo>
                      <a:pt x="3655878" y="3051548"/>
                    </a:lnTo>
                    <a:lnTo>
                      <a:pt x="2882697" y="2804439"/>
                    </a:lnTo>
                    <a:cubicBezTo>
                      <a:pt x="2713357" y="2847946"/>
                      <a:pt x="2530504" y="2870926"/>
                      <a:pt x="2339911" y="2870926"/>
                    </a:cubicBezTo>
                    <a:cubicBezTo>
                      <a:pt x="1451147" y="2870926"/>
                      <a:pt x="730662" y="2371220"/>
                      <a:pt x="730662" y="1754802"/>
                    </a:cubicBezTo>
                    <a:cubicBezTo>
                      <a:pt x="730662" y="1138384"/>
                      <a:pt x="1451147" y="638678"/>
                      <a:pt x="2339911" y="638678"/>
                    </a:cubicBezTo>
                    <a:close/>
                    <a:moveTo>
                      <a:pt x="1609249" y="0"/>
                    </a:moveTo>
                    <a:cubicBezTo>
                      <a:pt x="2214487" y="0"/>
                      <a:pt x="2741687" y="231736"/>
                      <a:pt x="3015976" y="574644"/>
                    </a:cubicBezTo>
                    <a:cubicBezTo>
                      <a:pt x="2789246" y="488504"/>
                      <a:pt x="2533611" y="440957"/>
                      <a:pt x="2263344" y="440957"/>
                    </a:cubicBezTo>
                    <a:cubicBezTo>
                      <a:pt x="1318096" y="440957"/>
                      <a:pt x="551821" y="1022559"/>
                      <a:pt x="551821" y="1740001"/>
                    </a:cubicBezTo>
                    <a:cubicBezTo>
                      <a:pt x="551821" y="1819940"/>
                      <a:pt x="561334" y="1898193"/>
                      <a:pt x="580963" y="1973803"/>
                    </a:cubicBezTo>
                    <a:cubicBezTo>
                      <a:pt x="578579" y="1972737"/>
                      <a:pt x="677277" y="2155498"/>
                      <a:pt x="675039" y="2154187"/>
                    </a:cubicBezTo>
                    <a:lnTo>
                      <a:pt x="502119" y="2089690"/>
                    </a:lnTo>
                    <a:lnTo>
                      <a:pt x="213774" y="2502637"/>
                    </a:lnTo>
                    <a:cubicBezTo>
                      <a:pt x="162937" y="2145510"/>
                      <a:pt x="82414" y="1758692"/>
                      <a:pt x="31577" y="1383752"/>
                    </a:cubicBezTo>
                    <a:cubicBezTo>
                      <a:pt x="6733" y="1307252"/>
                      <a:pt x="0" y="1197870"/>
                      <a:pt x="0" y="1116124"/>
                    </a:cubicBezTo>
                    <a:cubicBezTo>
                      <a:pt x="0" y="499706"/>
                      <a:pt x="720485" y="0"/>
                      <a:pt x="1609249"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168" name="Google Shape;2168;p50"/>
              <p:cNvSpPr/>
              <p:nvPr/>
            </p:nvSpPr>
            <p:spPr>
              <a:xfrm rot="10800000">
                <a:off x="7556822" y="3332187"/>
                <a:ext cx="299221" cy="322665"/>
              </a:xfrm>
              <a:custGeom>
                <a:rect b="b" l="l" r="r" t="t"/>
                <a:pathLst>
                  <a:path extrusionOk="0" h="3963955" w="3672275">
                    <a:moveTo>
                      <a:pt x="984766" y="3417555"/>
                    </a:moveTo>
                    <a:cubicBezTo>
                      <a:pt x="932254" y="3417555"/>
                      <a:pt x="882982" y="3403623"/>
                      <a:pt x="841068" y="3378104"/>
                    </a:cubicBezTo>
                    <a:lnTo>
                      <a:pt x="840676" y="3378710"/>
                    </a:lnTo>
                    <a:lnTo>
                      <a:pt x="835545" y="3375094"/>
                    </a:lnTo>
                    <a:cubicBezTo>
                      <a:pt x="823791" y="3369308"/>
                      <a:pt x="813094" y="3361844"/>
                      <a:pt x="803763" y="3352697"/>
                    </a:cubicBezTo>
                    <a:cubicBezTo>
                      <a:pt x="147868" y="2908007"/>
                      <a:pt x="-148746" y="2089941"/>
                      <a:pt x="72539" y="1325492"/>
                    </a:cubicBezTo>
                    <a:cubicBezTo>
                      <a:pt x="298018" y="546553"/>
                      <a:pt x="1007805" y="7791"/>
                      <a:pt x="1818686" y="83"/>
                    </a:cubicBezTo>
                    <a:cubicBezTo>
                      <a:pt x="2629567" y="-7624"/>
                      <a:pt x="3349467" y="517549"/>
                      <a:pt x="3589711" y="1292061"/>
                    </a:cubicBezTo>
                    <a:cubicBezTo>
                      <a:pt x="3828334" y="2061344"/>
                      <a:pt x="3537615" y="2895621"/>
                      <a:pt x="2873980" y="3349798"/>
                    </a:cubicBezTo>
                    <a:cubicBezTo>
                      <a:pt x="2824845" y="3391084"/>
                      <a:pt x="2761401" y="3415171"/>
                      <a:pt x="2692355" y="3415171"/>
                    </a:cubicBezTo>
                    <a:cubicBezTo>
                      <a:pt x="2531252" y="3415171"/>
                      <a:pt x="2400652" y="3284038"/>
                      <a:pt x="2400652" y="3122277"/>
                    </a:cubicBezTo>
                    <a:cubicBezTo>
                      <a:pt x="2400652" y="3018609"/>
                      <a:pt x="2454292" y="2927520"/>
                      <a:pt x="2535552" y="2875976"/>
                    </a:cubicBezTo>
                    <a:lnTo>
                      <a:pt x="2534959" y="2875094"/>
                    </a:lnTo>
                    <a:cubicBezTo>
                      <a:pt x="2993902" y="2566441"/>
                      <a:pt x="3196002" y="1993261"/>
                      <a:pt x="3032146" y="1465012"/>
                    </a:cubicBezTo>
                    <a:cubicBezTo>
                      <a:pt x="2868290" y="936764"/>
                      <a:pt x="2377289" y="578575"/>
                      <a:pt x="1824236" y="583831"/>
                    </a:cubicBezTo>
                    <a:cubicBezTo>
                      <a:pt x="1271183" y="589088"/>
                      <a:pt x="787080" y="956545"/>
                      <a:pt x="633294" y="1487812"/>
                    </a:cubicBezTo>
                    <a:cubicBezTo>
                      <a:pt x="479508" y="2019079"/>
                      <a:pt x="692467" y="2588315"/>
                      <a:pt x="1157194" y="2888188"/>
                    </a:cubicBezTo>
                    <a:lnTo>
                      <a:pt x="1156634" y="2889057"/>
                    </a:lnTo>
                    <a:cubicBezTo>
                      <a:pt x="1229500" y="2941659"/>
                      <a:pt x="1276469" y="3027652"/>
                      <a:pt x="1276469" y="3124661"/>
                    </a:cubicBezTo>
                    <a:cubicBezTo>
                      <a:pt x="1276469" y="3286422"/>
                      <a:pt x="1145869" y="3417555"/>
                      <a:pt x="984766" y="3417555"/>
                    </a:cubicBezTo>
                    <a:close/>
                    <a:moveTo>
                      <a:pt x="1836138" y="3963955"/>
                    </a:moveTo>
                    <a:cubicBezTo>
                      <a:pt x="1677062" y="3963955"/>
                      <a:pt x="1548106" y="3834999"/>
                      <a:pt x="1548106" y="3675923"/>
                    </a:cubicBezTo>
                    <a:lnTo>
                      <a:pt x="1548106" y="1958036"/>
                    </a:lnTo>
                    <a:cubicBezTo>
                      <a:pt x="1548106" y="1798960"/>
                      <a:pt x="1677062" y="1670004"/>
                      <a:pt x="1836138" y="1670004"/>
                    </a:cubicBezTo>
                    <a:cubicBezTo>
                      <a:pt x="1995214" y="1670004"/>
                      <a:pt x="2124170" y="1798960"/>
                      <a:pt x="2124170" y="1958036"/>
                    </a:cubicBezTo>
                    <a:lnTo>
                      <a:pt x="2124170" y="3675923"/>
                    </a:lnTo>
                    <a:cubicBezTo>
                      <a:pt x="2124170" y="3834999"/>
                      <a:pt x="1995214" y="3963955"/>
                      <a:pt x="1836138" y="396395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169" name="Google Shape;2169;p50"/>
              <p:cNvSpPr/>
              <p:nvPr/>
            </p:nvSpPr>
            <p:spPr>
              <a:xfrm>
                <a:off x="8516432" y="2099615"/>
                <a:ext cx="296548" cy="296548"/>
              </a:xfrm>
              <a:custGeom>
                <a:rect b="b" l="l" r="r" t="t"/>
                <a:pathLst>
                  <a:path extrusionOk="0" h="3960000" w="3960440">
                    <a:moveTo>
                      <a:pt x="1588743" y="1414211"/>
                    </a:moveTo>
                    <a:cubicBezTo>
                      <a:pt x="1540407" y="1411706"/>
                      <a:pt x="1506842" y="1440258"/>
                      <a:pt x="1506842" y="1478573"/>
                    </a:cubicBezTo>
                    <a:lnTo>
                      <a:pt x="1506842" y="2462752"/>
                    </a:lnTo>
                    <a:cubicBezTo>
                      <a:pt x="1506842" y="2484086"/>
                      <a:pt x="1516471" y="2503171"/>
                      <a:pt x="1532201" y="2515206"/>
                    </a:cubicBezTo>
                    <a:cubicBezTo>
                      <a:pt x="1552351" y="2541621"/>
                      <a:pt x="1589483" y="2548946"/>
                      <a:pt x="1619199" y="2531790"/>
                    </a:cubicBezTo>
                    <a:lnTo>
                      <a:pt x="2471524" y="2039700"/>
                    </a:lnTo>
                    <a:cubicBezTo>
                      <a:pt x="2509339" y="2017643"/>
                      <a:pt x="2509577" y="1945490"/>
                      <a:pt x="2464719" y="1913406"/>
                    </a:cubicBezTo>
                    <a:cubicBezTo>
                      <a:pt x="2315501" y="1808322"/>
                      <a:pt x="1748389" y="1486683"/>
                      <a:pt x="1588743" y="1414211"/>
                    </a:cubicBezTo>
                    <a:close/>
                    <a:moveTo>
                      <a:pt x="1982320" y="904379"/>
                    </a:moveTo>
                    <a:cubicBezTo>
                      <a:pt x="2575020" y="904379"/>
                      <a:pt x="3055498" y="1384857"/>
                      <a:pt x="3055498" y="1977557"/>
                    </a:cubicBezTo>
                    <a:cubicBezTo>
                      <a:pt x="3055498" y="2570257"/>
                      <a:pt x="2575020" y="3050735"/>
                      <a:pt x="1982320" y="3050735"/>
                    </a:cubicBezTo>
                    <a:cubicBezTo>
                      <a:pt x="1389620" y="3050735"/>
                      <a:pt x="909142" y="2570257"/>
                      <a:pt x="909142" y="1977557"/>
                    </a:cubicBezTo>
                    <a:cubicBezTo>
                      <a:pt x="909142" y="1384857"/>
                      <a:pt x="1389620" y="904379"/>
                      <a:pt x="1982320" y="904379"/>
                    </a:cubicBezTo>
                    <a:close/>
                    <a:moveTo>
                      <a:pt x="1982320" y="537397"/>
                    </a:moveTo>
                    <a:cubicBezTo>
                      <a:pt x="1186942" y="537397"/>
                      <a:pt x="542160" y="1182179"/>
                      <a:pt x="542160" y="1977557"/>
                    </a:cubicBezTo>
                    <a:cubicBezTo>
                      <a:pt x="542160" y="2772935"/>
                      <a:pt x="1186942" y="3417717"/>
                      <a:pt x="1982320" y="3417717"/>
                    </a:cubicBezTo>
                    <a:cubicBezTo>
                      <a:pt x="2777698" y="3417717"/>
                      <a:pt x="3422480" y="2772935"/>
                      <a:pt x="3422480" y="1977557"/>
                    </a:cubicBezTo>
                    <a:cubicBezTo>
                      <a:pt x="3422480" y="1182179"/>
                      <a:pt x="2777698" y="537397"/>
                      <a:pt x="1982320" y="537397"/>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170" name="Google Shape;2170;p50"/>
              <p:cNvSpPr/>
              <p:nvPr/>
            </p:nvSpPr>
            <p:spPr>
              <a:xfrm flipH="1">
                <a:off x="7608791" y="4297323"/>
                <a:ext cx="336694" cy="323742"/>
              </a:xfrm>
              <a:custGeom>
                <a:rect b="b" l="l" r="r" t="t"/>
                <a:pathLst>
                  <a:path extrusionOk="0" h="3817544" w="3948393">
                    <a:moveTo>
                      <a:pt x="1888045" y="2370407"/>
                    </a:moveTo>
                    <a:lnTo>
                      <a:pt x="1180379" y="2998560"/>
                    </a:lnTo>
                    <a:lnTo>
                      <a:pt x="695350" y="2712314"/>
                    </a:lnTo>
                    <a:lnTo>
                      <a:pt x="703301" y="3014463"/>
                    </a:lnTo>
                    <a:lnTo>
                      <a:pt x="1888044" y="3817544"/>
                    </a:lnTo>
                    <a:cubicBezTo>
                      <a:pt x="1885393" y="3356368"/>
                      <a:pt x="1874793" y="2911096"/>
                      <a:pt x="1888045" y="2370407"/>
                    </a:cubicBezTo>
                    <a:close/>
                    <a:moveTo>
                      <a:pt x="2059390" y="2370407"/>
                    </a:moveTo>
                    <a:cubicBezTo>
                      <a:pt x="2072642" y="2911096"/>
                      <a:pt x="2062042" y="3356368"/>
                      <a:pt x="2059391" y="3817544"/>
                    </a:cubicBezTo>
                    <a:lnTo>
                      <a:pt x="3244134" y="3014463"/>
                    </a:lnTo>
                    <a:lnTo>
                      <a:pt x="3252085" y="2712314"/>
                    </a:lnTo>
                    <a:lnTo>
                      <a:pt x="2767056" y="2998560"/>
                    </a:lnTo>
                    <a:close/>
                    <a:moveTo>
                      <a:pt x="733907" y="1451867"/>
                    </a:moveTo>
                    <a:lnTo>
                      <a:pt x="0" y="2113471"/>
                    </a:lnTo>
                    <a:lnTo>
                      <a:pt x="1170450" y="2848461"/>
                    </a:lnTo>
                    <a:lnTo>
                      <a:pt x="1919327" y="2170968"/>
                    </a:lnTo>
                    <a:close/>
                    <a:moveTo>
                      <a:pt x="3206900" y="1451867"/>
                    </a:moveTo>
                    <a:lnTo>
                      <a:pt x="2021479" y="2170968"/>
                    </a:lnTo>
                    <a:lnTo>
                      <a:pt x="2770356" y="2848461"/>
                    </a:lnTo>
                    <a:lnTo>
                      <a:pt x="3940806" y="2113471"/>
                    </a:lnTo>
                    <a:close/>
                    <a:moveTo>
                      <a:pt x="1195981" y="0"/>
                    </a:moveTo>
                    <a:lnTo>
                      <a:pt x="10560" y="719101"/>
                    </a:lnTo>
                    <a:lnTo>
                      <a:pt x="759438" y="1396594"/>
                    </a:lnTo>
                    <a:lnTo>
                      <a:pt x="1929887" y="661605"/>
                    </a:lnTo>
                    <a:close/>
                    <a:moveTo>
                      <a:pt x="2762973" y="0"/>
                    </a:moveTo>
                    <a:lnTo>
                      <a:pt x="2029067" y="661605"/>
                    </a:lnTo>
                    <a:lnTo>
                      <a:pt x="3199516" y="1396594"/>
                    </a:lnTo>
                    <a:lnTo>
                      <a:pt x="3948393" y="719101"/>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sp>
          <p:nvSpPr>
            <p:cNvPr id="2171" name="Google Shape;2171;p50"/>
            <p:cNvSpPr/>
            <p:nvPr/>
          </p:nvSpPr>
          <p:spPr>
            <a:xfrm>
              <a:off x="7350231" y="1734252"/>
              <a:ext cx="4243993" cy="4243993"/>
            </a:xfrm>
            <a:prstGeom prst="donut">
              <a:avLst>
                <a:gd fmla="val 14003" name="adj"/>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grpSp>
          <p:nvGrpSpPr>
            <p:cNvPr id="2172" name="Google Shape;2172;p50"/>
            <p:cNvGrpSpPr/>
            <p:nvPr/>
          </p:nvGrpSpPr>
          <p:grpSpPr>
            <a:xfrm>
              <a:off x="7907899" y="2308624"/>
              <a:ext cx="4313146" cy="4771421"/>
              <a:chOff x="7907899" y="2308624"/>
              <a:chExt cx="4313146" cy="4771421"/>
            </a:xfrm>
          </p:grpSpPr>
          <p:sp>
            <p:nvSpPr>
              <p:cNvPr id="2173" name="Google Shape;2173;p50"/>
              <p:cNvSpPr/>
              <p:nvPr/>
            </p:nvSpPr>
            <p:spPr>
              <a:xfrm rot="8348922">
                <a:off x="11198871" y="4958370"/>
                <a:ext cx="306777" cy="2301677"/>
              </a:xfrm>
              <a:custGeom>
                <a:rect b="b" l="l" r="r" t="t"/>
                <a:pathLst>
                  <a:path extrusionOk="0" h="2109330" w="281140">
                    <a:moveTo>
                      <a:pt x="0" y="2109328"/>
                    </a:moveTo>
                    <a:lnTo>
                      <a:pt x="0" y="0"/>
                    </a:lnTo>
                    <a:lnTo>
                      <a:pt x="281140" y="243113"/>
                    </a:lnTo>
                    <a:lnTo>
                      <a:pt x="281140" y="2109330"/>
                    </a:lnTo>
                    <a:close/>
                  </a:path>
                </a:pathLst>
              </a:custGeom>
              <a:solidFill>
                <a:srgbClr val="3F3F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174" name="Google Shape;2174;p50"/>
              <p:cNvSpPr/>
              <p:nvPr/>
            </p:nvSpPr>
            <p:spPr>
              <a:xfrm>
                <a:off x="7907899" y="2308624"/>
                <a:ext cx="3099805" cy="3099806"/>
              </a:xfrm>
              <a:prstGeom prst="donut">
                <a:avLst>
                  <a:gd fmla="val 3665" name="adj"/>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175" name="Google Shape;2175;p50"/>
              <p:cNvSpPr/>
              <p:nvPr/>
            </p:nvSpPr>
            <p:spPr>
              <a:xfrm rot="8399802">
                <a:off x="10257449" y="4979836"/>
                <a:ext cx="498891" cy="307559"/>
              </a:xfrm>
              <a:prstGeom prst="round2SameRect">
                <a:avLst>
                  <a:gd fmla="val 31004" name="adj1"/>
                  <a:gd fmla="val 0" name="adj2"/>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grpSp>
        <p:grpSp>
          <p:nvGrpSpPr>
            <p:cNvPr id="2176" name="Google Shape;2176;p50"/>
            <p:cNvGrpSpPr/>
            <p:nvPr/>
          </p:nvGrpSpPr>
          <p:grpSpPr>
            <a:xfrm>
              <a:off x="8045579" y="2409380"/>
              <a:ext cx="2811142" cy="2844985"/>
              <a:chOff x="8045579" y="2409380"/>
              <a:chExt cx="2811142" cy="2844985"/>
            </a:xfrm>
          </p:grpSpPr>
          <p:sp>
            <p:nvSpPr>
              <p:cNvPr id="2177" name="Google Shape;2177;p50"/>
              <p:cNvSpPr/>
              <p:nvPr/>
            </p:nvSpPr>
            <p:spPr>
              <a:xfrm>
                <a:off x="10509374" y="3444941"/>
                <a:ext cx="343339" cy="343339"/>
              </a:xfrm>
              <a:custGeom>
                <a:rect b="b" l="l" r="r" t="t"/>
                <a:pathLst>
                  <a:path extrusionOk="0" h="2700265" w="2376266">
                    <a:moveTo>
                      <a:pt x="1656387" y="1972892"/>
                    </a:moveTo>
                    <a:cubicBezTo>
                      <a:pt x="1611887" y="1973356"/>
                      <a:pt x="1563385" y="2005080"/>
                      <a:pt x="1534629" y="2057337"/>
                    </a:cubicBezTo>
                    <a:cubicBezTo>
                      <a:pt x="1496288" y="2127013"/>
                      <a:pt x="1507568" y="2206808"/>
                      <a:pt x="1559826" y="2235565"/>
                    </a:cubicBezTo>
                    <a:cubicBezTo>
                      <a:pt x="1612084" y="2264320"/>
                      <a:pt x="1685527" y="2231149"/>
                      <a:pt x="1723869" y="2161473"/>
                    </a:cubicBezTo>
                    <a:cubicBezTo>
                      <a:pt x="1762211" y="2091796"/>
                      <a:pt x="1750931" y="2012000"/>
                      <a:pt x="1698673" y="1983245"/>
                    </a:cubicBezTo>
                    <a:cubicBezTo>
                      <a:pt x="1685608" y="1976055"/>
                      <a:pt x="1671220" y="1972736"/>
                      <a:pt x="1656387" y="1972892"/>
                    </a:cubicBezTo>
                    <a:close/>
                    <a:moveTo>
                      <a:pt x="312688" y="1634792"/>
                    </a:moveTo>
                    <a:cubicBezTo>
                      <a:pt x="281116" y="1626772"/>
                      <a:pt x="249981" y="1631172"/>
                      <a:pt x="226763" y="1649891"/>
                    </a:cubicBezTo>
                    <a:cubicBezTo>
                      <a:pt x="180329" y="1687329"/>
                      <a:pt x="183153" y="1767868"/>
                      <a:pt x="233071" y="1829780"/>
                    </a:cubicBezTo>
                    <a:cubicBezTo>
                      <a:pt x="282989" y="1891692"/>
                      <a:pt x="361097" y="1911533"/>
                      <a:pt x="407532" y="1874094"/>
                    </a:cubicBezTo>
                    <a:cubicBezTo>
                      <a:pt x="453966" y="1836657"/>
                      <a:pt x="451142" y="1756118"/>
                      <a:pt x="401224" y="1694205"/>
                    </a:cubicBezTo>
                    <a:cubicBezTo>
                      <a:pt x="376265" y="1663249"/>
                      <a:pt x="344258" y="1642811"/>
                      <a:pt x="312688" y="1634792"/>
                    </a:cubicBezTo>
                    <a:close/>
                    <a:moveTo>
                      <a:pt x="1869299" y="1519920"/>
                    </a:moveTo>
                    <a:cubicBezTo>
                      <a:pt x="1824865" y="1522388"/>
                      <a:pt x="1777842" y="1556264"/>
                      <a:pt x="1751468" y="1609764"/>
                    </a:cubicBezTo>
                    <a:cubicBezTo>
                      <a:pt x="1716305" y="1681096"/>
                      <a:pt x="1731168" y="1760303"/>
                      <a:pt x="1784668" y="1786676"/>
                    </a:cubicBezTo>
                    <a:cubicBezTo>
                      <a:pt x="1838168" y="1813049"/>
                      <a:pt x="1910044" y="1776602"/>
                      <a:pt x="1945208" y="1705269"/>
                    </a:cubicBezTo>
                    <a:cubicBezTo>
                      <a:pt x="1980371" y="1633937"/>
                      <a:pt x="1965508" y="1554730"/>
                      <a:pt x="1912008" y="1528357"/>
                    </a:cubicBezTo>
                    <a:cubicBezTo>
                      <a:pt x="1898633" y="1521764"/>
                      <a:pt x="1884109" y="1519097"/>
                      <a:pt x="1869299" y="1519920"/>
                    </a:cubicBezTo>
                    <a:close/>
                    <a:moveTo>
                      <a:pt x="741251" y="1329992"/>
                    </a:moveTo>
                    <a:cubicBezTo>
                      <a:pt x="709680" y="1321974"/>
                      <a:pt x="678544" y="1326372"/>
                      <a:pt x="655326" y="1345092"/>
                    </a:cubicBezTo>
                    <a:cubicBezTo>
                      <a:pt x="608892" y="1382530"/>
                      <a:pt x="611716" y="1463069"/>
                      <a:pt x="661634" y="1524981"/>
                    </a:cubicBezTo>
                    <a:cubicBezTo>
                      <a:pt x="711552" y="1586893"/>
                      <a:pt x="789660" y="1606734"/>
                      <a:pt x="836094" y="1569294"/>
                    </a:cubicBezTo>
                    <a:cubicBezTo>
                      <a:pt x="882529" y="1531856"/>
                      <a:pt x="879704" y="1451317"/>
                      <a:pt x="829787" y="1389406"/>
                    </a:cubicBezTo>
                    <a:cubicBezTo>
                      <a:pt x="804828" y="1358450"/>
                      <a:pt x="772822" y="1338012"/>
                      <a:pt x="741251" y="1329992"/>
                    </a:cubicBezTo>
                    <a:close/>
                    <a:moveTo>
                      <a:pt x="2079316" y="1065457"/>
                    </a:moveTo>
                    <a:cubicBezTo>
                      <a:pt x="2035146" y="1070876"/>
                      <a:pt x="1990481" y="1107807"/>
                      <a:pt x="1967725" y="1162943"/>
                    </a:cubicBezTo>
                    <a:cubicBezTo>
                      <a:pt x="1937386" y="1236457"/>
                      <a:pt x="1957487" y="1314499"/>
                      <a:pt x="2012623" y="1337253"/>
                    </a:cubicBezTo>
                    <a:cubicBezTo>
                      <a:pt x="2067759" y="1360009"/>
                      <a:pt x="2137051" y="1318860"/>
                      <a:pt x="2167391" y="1245345"/>
                    </a:cubicBezTo>
                    <a:cubicBezTo>
                      <a:pt x="2197730" y="1171831"/>
                      <a:pt x="2177629" y="1093789"/>
                      <a:pt x="2122493" y="1071035"/>
                    </a:cubicBezTo>
                    <a:cubicBezTo>
                      <a:pt x="2108709" y="1065345"/>
                      <a:pt x="2094040" y="1063650"/>
                      <a:pt x="2079316" y="1065457"/>
                    </a:cubicBezTo>
                    <a:close/>
                    <a:moveTo>
                      <a:pt x="0" y="654162"/>
                    </a:moveTo>
                    <a:lnTo>
                      <a:pt x="1082073" y="1244384"/>
                    </a:lnTo>
                    <a:lnTo>
                      <a:pt x="1121421" y="2700265"/>
                    </a:lnTo>
                    <a:lnTo>
                      <a:pt x="4918" y="1923139"/>
                    </a:lnTo>
                    <a:cubicBezTo>
                      <a:pt x="3279" y="1498508"/>
                      <a:pt x="1639" y="1073875"/>
                      <a:pt x="0" y="654162"/>
                    </a:cubicBezTo>
                    <a:close/>
                    <a:moveTo>
                      <a:pt x="2375644" y="688592"/>
                    </a:moveTo>
                    <a:lnTo>
                      <a:pt x="2360889" y="1967406"/>
                    </a:lnTo>
                    <a:lnTo>
                      <a:pt x="1293570" y="2700265"/>
                    </a:lnTo>
                    <a:lnTo>
                      <a:pt x="1249303" y="1239466"/>
                    </a:lnTo>
                    <a:close/>
                    <a:moveTo>
                      <a:pt x="1214923" y="371219"/>
                    </a:moveTo>
                    <a:cubicBezTo>
                      <a:pt x="1197013" y="368793"/>
                      <a:pt x="1177834" y="369067"/>
                      <a:pt x="1158247" y="372480"/>
                    </a:cubicBezTo>
                    <a:cubicBezTo>
                      <a:pt x="1079899" y="386133"/>
                      <a:pt x="1024686" y="444836"/>
                      <a:pt x="1034926" y="503598"/>
                    </a:cubicBezTo>
                    <a:cubicBezTo>
                      <a:pt x="1045165" y="562359"/>
                      <a:pt x="1116980" y="598927"/>
                      <a:pt x="1195328" y="585274"/>
                    </a:cubicBezTo>
                    <a:cubicBezTo>
                      <a:pt x="1273676" y="571621"/>
                      <a:pt x="1328889" y="512918"/>
                      <a:pt x="1318650" y="454156"/>
                    </a:cubicBezTo>
                    <a:cubicBezTo>
                      <a:pt x="1310970" y="410086"/>
                      <a:pt x="1268654" y="378499"/>
                      <a:pt x="1214923" y="371219"/>
                    </a:cubicBezTo>
                    <a:close/>
                    <a:moveTo>
                      <a:pt x="1185985" y="0"/>
                    </a:moveTo>
                    <a:lnTo>
                      <a:pt x="2376266" y="506608"/>
                    </a:lnTo>
                    <a:lnTo>
                      <a:pt x="1161392" y="1101748"/>
                    </a:lnTo>
                    <a:lnTo>
                      <a:pt x="10460" y="491852"/>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178" name="Google Shape;2178;p50"/>
              <p:cNvSpPr/>
              <p:nvPr/>
            </p:nvSpPr>
            <p:spPr>
              <a:xfrm>
                <a:off x="8174482" y="4174830"/>
                <a:ext cx="392828" cy="392828"/>
              </a:xfrm>
              <a:custGeom>
                <a:rect b="b" l="l" r="r" t="t"/>
                <a:pathLst>
                  <a:path extrusionOk="0" h="4259405" w="4088964">
                    <a:moveTo>
                      <a:pt x="1480605" y="2231940"/>
                    </a:moveTo>
                    <a:lnTo>
                      <a:pt x="1199818" y="2044620"/>
                    </a:lnTo>
                    <a:lnTo>
                      <a:pt x="761621" y="2687221"/>
                    </a:lnTo>
                    <a:cubicBezTo>
                      <a:pt x="501536" y="2652619"/>
                      <a:pt x="265323" y="2467912"/>
                      <a:pt x="39127" y="2272940"/>
                    </a:cubicBezTo>
                    <a:cubicBezTo>
                      <a:pt x="-80639" y="2070133"/>
                      <a:pt x="269496" y="1743507"/>
                      <a:pt x="374515" y="1494038"/>
                    </a:cubicBezTo>
                    <a:lnTo>
                      <a:pt x="93728" y="1306717"/>
                    </a:lnTo>
                    <a:lnTo>
                      <a:pt x="1091841" y="1312633"/>
                    </a:lnTo>
                    <a:close/>
                    <a:moveTo>
                      <a:pt x="2759566" y="226796"/>
                    </a:moveTo>
                    <a:cubicBezTo>
                      <a:pt x="2331051" y="377379"/>
                      <a:pt x="2150002" y="492309"/>
                      <a:pt x="1991062" y="643648"/>
                    </a:cubicBezTo>
                    <a:lnTo>
                      <a:pt x="1463599" y="1446568"/>
                    </a:lnTo>
                    <a:lnTo>
                      <a:pt x="610317" y="909936"/>
                    </a:lnTo>
                    <a:cubicBezTo>
                      <a:pt x="810411" y="627556"/>
                      <a:pt x="1020899" y="239191"/>
                      <a:pt x="1244930" y="61882"/>
                    </a:cubicBezTo>
                    <a:cubicBezTo>
                      <a:pt x="1491876" y="-75367"/>
                      <a:pt x="1697752" y="31605"/>
                      <a:pt x="2759566" y="226796"/>
                    </a:cubicBezTo>
                    <a:close/>
                    <a:moveTo>
                      <a:pt x="1722488" y="3820535"/>
                    </a:moveTo>
                    <a:cubicBezTo>
                      <a:pt x="1376925" y="3801485"/>
                      <a:pt x="936112" y="3830060"/>
                      <a:pt x="666750" y="3734810"/>
                    </a:cubicBezTo>
                    <a:cubicBezTo>
                      <a:pt x="419100" y="3598835"/>
                      <a:pt x="400050" y="3367610"/>
                      <a:pt x="0" y="2364860"/>
                    </a:cubicBezTo>
                    <a:cubicBezTo>
                      <a:pt x="355600" y="2647435"/>
                      <a:pt x="549276" y="2739510"/>
                      <a:pt x="762000" y="2793485"/>
                    </a:cubicBezTo>
                    <a:lnTo>
                      <a:pt x="1722487" y="2812535"/>
                    </a:lnTo>
                    <a:close/>
                    <a:moveTo>
                      <a:pt x="3605396" y="869465"/>
                    </a:moveTo>
                    <a:lnTo>
                      <a:pt x="3069019" y="1711228"/>
                    </a:lnTo>
                    <a:lnTo>
                      <a:pt x="2083849" y="1550906"/>
                    </a:lnTo>
                    <a:lnTo>
                      <a:pt x="2391902" y="1412941"/>
                    </a:lnTo>
                    <a:lnTo>
                      <a:pt x="2081217" y="699900"/>
                    </a:lnTo>
                    <a:cubicBezTo>
                      <a:pt x="2248971" y="498156"/>
                      <a:pt x="2531081" y="396532"/>
                      <a:pt x="2816547" y="308854"/>
                    </a:cubicBezTo>
                    <a:cubicBezTo>
                      <a:pt x="3051986" y="315439"/>
                      <a:pt x="3142075" y="785719"/>
                      <a:pt x="3297344" y="1007430"/>
                    </a:cubicBezTo>
                    <a:close/>
                    <a:moveTo>
                      <a:pt x="3222215" y="3788662"/>
                    </a:moveTo>
                    <a:cubicBezTo>
                      <a:pt x="3089072" y="3954283"/>
                      <a:pt x="2662122" y="3869088"/>
                      <a:pt x="2413930" y="3921936"/>
                    </a:cubicBezTo>
                    <a:lnTo>
                      <a:pt x="2420658" y="4259405"/>
                    </a:lnTo>
                    <a:lnTo>
                      <a:pt x="1855155" y="3436926"/>
                    </a:lnTo>
                    <a:lnTo>
                      <a:pt x="2387428" y="2592563"/>
                    </a:lnTo>
                    <a:lnTo>
                      <a:pt x="2394156" y="2930032"/>
                    </a:lnTo>
                    <a:lnTo>
                      <a:pt x="3171906" y="2922431"/>
                    </a:lnTo>
                    <a:cubicBezTo>
                      <a:pt x="3292132" y="3155642"/>
                      <a:pt x="3275533" y="3455038"/>
                      <a:pt x="3244786" y="3752078"/>
                    </a:cubicBezTo>
                    <a:cubicBezTo>
                      <a:pt x="3238662" y="3765464"/>
                      <a:pt x="3231091" y="3777620"/>
                      <a:pt x="3222215" y="3788662"/>
                    </a:cubicBezTo>
                    <a:close/>
                    <a:moveTo>
                      <a:pt x="3948285" y="2834020"/>
                    </a:moveTo>
                    <a:cubicBezTo>
                      <a:pt x="3833022" y="3018741"/>
                      <a:pt x="3639730" y="3281008"/>
                      <a:pt x="3342579" y="3731662"/>
                    </a:cubicBezTo>
                    <a:cubicBezTo>
                      <a:pt x="3371271" y="3278367"/>
                      <a:pt x="3336159" y="3066813"/>
                      <a:pt x="3258895" y="2861397"/>
                    </a:cubicBezTo>
                    <a:lnTo>
                      <a:pt x="2725671" y="2062291"/>
                    </a:lnTo>
                    <a:lnTo>
                      <a:pt x="3552883" y="1486284"/>
                    </a:lnTo>
                    <a:cubicBezTo>
                      <a:pt x="3734716" y="1780754"/>
                      <a:pt x="4010062" y="2126176"/>
                      <a:pt x="4085819" y="2401657"/>
                    </a:cubicBezTo>
                    <a:cubicBezTo>
                      <a:pt x="4100783" y="2542124"/>
                      <a:pt x="4063549" y="2649298"/>
                      <a:pt x="3948285" y="283402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179" name="Google Shape;2179;p50"/>
              <p:cNvSpPr/>
              <p:nvPr/>
            </p:nvSpPr>
            <p:spPr>
              <a:xfrm>
                <a:off x="9225535" y="2409380"/>
                <a:ext cx="393582" cy="392828"/>
              </a:xfrm>
              <a:custGeom>
                <a:rect b="b" l="l" r="r" t="t"/>
                <a:pathLst>
                  <a:path extrusionOk="0" h="4012920" w="4020621">
                    <a:moveTo>
                      <a:pt x="780213" y="3724888"/>
                    </a:moveTo>
                    <a:lnTo>
                      <a:pt x="2868445" y="3724888"/>
                    </a:lnTo>
                    <a:lnTo>
                      <a:pt x="2868445" y="4012920"/>
                    </a:lnTo>
                    <a:lnTo>
                      <a:pt x="780213" y="4012920"/>
                    </a:lnTo>
                    <a:close/>
                    <a:moveTo>
                      <a:pt x="4020621" y="2152587"/>
                    </a:moveTo>
                    <a:lnTo>
                      <a:pt x="4020621" y="3448731"/>
                    </a:lnTo>
                    <a:lnTo>
                      <a:pt x="3903908" y="3386593"/>
                    </a:lnTo>
                    <a:lnTo>
                      <a:pt x="3903908" y="2214725"/>
                    </a:lnTo>
                    <a:close/>
                    <a:moveTo>
                      <a:pt x="1582587" y="1544569"/>
                    </a:moveTo>
                    <a:cubicBezTo>
                      <a:pt x="1525677" y="1652847"/>
                      <a:pt x="1434945" y="1739939"/>
                      <a:pt x="1324158" y="1792547"/>
                    </a:cubicBezTo>
                    <a:lnTo>
                      <a:pt x="1790243" y="1792547"/>
                    </a:lnTo>
                    <a:cubicBezTo>
                      <a:pt x="1708293" y="1721838"/>
                      <a:pt x="1638004" y="1638154"/>
                      <a:pt x="1582587" y="1544569"/>
                    </a:cubicBezTo>
                    <a:close/>
                    <a:moveTo>
                      <a:pt x="1238323" y="1312673"/>
                    </a:moveTo>
                    <a:cubicBezTo>
                      <a:pt x="1173622" y="1312673"/>
                      <a:pt x="1121172" y="1365123"/>
                      <a:pt x="1121172" y="1429824"/>
                    </a:cubicBezTo>
                    <a:cubicBezTo>
                      <a:pt x="1121172" y="1494525"/>
                      <a:pt x="1173622" y="1546975"/>
                      <a:pt x="1238323" y="1546975"/>
                    </a:cubicBezTo>
                    <a:cubicBezTo>
                      <a:pt x="1303024" y="1546975"/>
                      <a:pt x="1355474" y="1494525"/>
                      <a:pt x="1355474" y="1429824"/>
                    </a:cubicBezTo>
                    <a:cubicBezTo>
                      <a:pt x="1355474" y="1365123"/>
                      <a:pt x="1303024" y="1312673"/>
                      <a:pt x="1238323" y="1312673"/>
                    </a:cubicBezTo>
                    <a:close/>
                    <a:moveTo>
                      <a:pt x="870057" y="1312673"/>
                    </a:moveTo>
                    <a:cubicBezTo>
                      <a:pt x="805356" y="1312673"/>
                      <a:pt x="752906" y="1365123"/>
                      <a:pt x="752906" y="1429824"/>
                    </a:cubicBezTo>
                    <a:cubicBezTo>
                      <a:pt x="752906" y="1494525"/>
                      <a:pt x="805356" y="1546975"/>
                      <a:pt x="870057" y="1546975"/>
                    </a:cubicBezTo>
                    <a:cubicBezTo>
                      <a:pt x="934758" y="1546975"/>
                      <a:pt x="987208" y="1494525"/>
                      <a:pt x="987208" y="1429824"/>
                    </a:cubicBezTo>
                    <a:cubicBezTo>
                      <a:pt x="987208" y="1365123"/>
                      <a:pt x="934758" y="1312673"/>
                      <a:pt x="870057" y="1312673"/>
                    </a:cubicBezTo>
                    <a:close/>
                    <a:moveTo>
                      <a:pt x="2775838" y="1127627"/>
                    </a:moveTo>
                    <a:cubicBezTo>
                      <a:pt x="2666578" y="1127627"/>
                      <a:pt x="2578006" y="1216199"/>
                      <a:pt x="2578006" y="1325459"/>
                    </a:cubicBezTo>
                    <a:cubicBezTo>
                      <a:pt x="2578006" y="1434719"/>
                      <a:pt x="2666578" y="1523291"/>
                      <a:pt x="2775838" y="1523291"/>
                    </a:cubicBezTo>
                    <a:cubicBezTo>
                      <a:pt x="2885098" y="1523291"/>
                      <a:pt x="2973670" y="1434719"/>
                      <a:pt x="2973670" y="1325459"/>
                    </a:cubicBezTo>
                    <a:cubicBezTo>
                      <a:pt x="2973670" y="1216199"/>
                      <a:pt x="2885098" y="1127627"/>
                      <a:pt x="2775838" y="1127627"/>
                    </a:cubicBezTo>
                    <a:close/>
                    <a:moveTo>
                      <a:pt x="2153949" y="1127627"/>
                    </a:moveTo>
                    <a:cubicBezTo>
                      <a:pt x="2044689" y="1127627"/>
                      <a:pt x="1956117" y="1216199"/>
                      <a:pt x="1956117" y="1325459"/>
                    </a:cubicBezTo>
                    <a:cubicBezTo>
                      <a:pt x="1956117" y="1434719"/>
                      <a:pt x="2044689" y="1523291"/>
                      <a:pt x="2153949" y="1523291"/>
                    </a:cubicBezTo>
                    <a:cubicBezTo>
                      <a:pt x="2263209" y="1523291"/>
                      <a:pt x="2351781" y="1434719"/>
                      <a:pt x="2351781" y="1325459"/>
                    </a:cubicBezTo>
                    <a:cubicBezTo>
                      <a:pt x="2351781" y="1216199"/>
                      <a:pt x="2263209" y="1127627"/>
                      <a:pt x="2153949" y="1127627"/>
                    </a:cubicBezTo>
                    <a:close/>
                    <a:moveTo>
                      <a:pt x="1238323" y="956510"/>
                    </a:moveTo>
                    <a:cubicBezTo>
                      <a:pt x="1173622" y="956510"/>
                      <a:pt x="1121172" y="1008960"/>
                      <a:pt x="1121172" y="1073661"/>
                    </a:cubicBezTo>
                    <a:cubicBezTo>
                      <a:pt x="1121172" y="1138362"/>
                      <a:pt x="1173622" y="1190812"/>
                      <a:pt x="1238323" y="1190812"/>
                    </a:cubicBezTo>
                    <a:cubicBezTo>
                      <a:pt x="1303024" y="1190812"/>
                      <a:pt x="1355474" y="1138362"/>
                      <a:pt x="1355474" y="1073661"/>
                    </a:cubicBezTo>
                    <a:cubicBezTo>
                      <a:pt x="1355474" y="1008960"/>
                      <a:pt x="1303024" y="956510"/>
                      <a:pt x="1238323" y="956510"/>
                    </a:cubicBezTo>
                    <a:close/>
                    <a:moveTo>
                      <a:pt x="870057" y="956510"/>
                    </a:moveTo>
                    <a:cubicBezTo>
                      <a:pt x="805356" y="956510"/>
                      <a:pt x="752906" y="1008960"/>
                      <a:pt x="752906" y="1073661"/>
                    </a:cubicBezTo>
                    <a:cubicBezTo>
                      <a:pt x="752906" y="1138362"/>
                      <a:pt x="805356" y="1190812"/>
                      <a:pt x="870057" y="1190812"/>
                    </a:cubicBezTo>
                    <a:cubicBezTo>
                      <a:pt x="934758" y="1190812"/>
                      <a:pt x="987208" y="1138362"/>
                      <a:pt x="987208" y="1073661"/>
                    </a:cubicBezTo>
                    <a:cubicBezTo>
                      <a:pt x="987208" y="1008960"/>
                      <a:pt x="934758" y="956510"/>
                      <a:pt x="870057" y="956510"/>
                    </a:cubicBezTo>
                    <a:close/>
                    <a:moveTo>
                      <a:pt x="2775838" y="526176"/>
                    </a:moveTo>
                    <a:cubicBezTo>
                      <a:pt x="2666578" y="526176"/>
                      <a:pt x="2578006" y="614748"/>
                      <a:pt x="2578006" y="724008"/>
                    </a:cubicBezTo>
                    <a:cubicBezTo>
                      <a:pt x="2578006" y="833268"/>
                      <a:pt x="2666578" y="921840"/>
                      <a:pt x="2775838" y="921840"/>
                    </a:cubicBezTo>
                    <a:cubicBezTo>
                      <a:pt x="2885098" y="921840"/>
                      <a:pt x="2973670" y="833268"/>
                      <a:pt x="2973670" y="724008"/>
                    </a:cubicBezTo>
                    <a:cubicBezTo>
                      <a:pt x="2973670" y="614748"/>
                      <a:pt x="2885098" y="526176"/>
                      <a:pt x="2775838" y="526176"/>
                    </a:cubicBezTo>
                    <a:close/>
                    <a:moveTo>
                      <a:pt x="2153949" y="526176"/>
                    </a:moveTo>
                    <a:cubicBezTo>
                      <a:pt x="2044689" y="526176"/>
                      <a:pt x="1956117" y="614748"/>
                      <a:pt x="1956117" y="724008"/>
                    </a:cubicBezTo>
                    <a:cubicBezTo>
                      <a:pt x="1956117" y="833268"/>
                      <a:pt x="2044689" y="921840"/>
                      <a:pt x="2153949" y="921840"/>
                    </a:cubicBezTo>
                    <a:cubicBezTo>
                      <a:pt x="2263209" y="921840"/>
                      <a:pt x="2351781" y="833268"/>
                      <a:pt x="2351781" y="724008"/>
                    </a:cubicBezTo>
                    <a:cubicBezTo>
                      <a:pt x="2351781" y="614748"/>
                      <a:pt x="2263209" y="526176"/>
                      <a:pt x="2153949" y="526176"/>
                    </a:cubicBezTo>
                    <a:close/>
                    <a:moveTo>
                      <a:pt x="2464893" y="0"/>
                    </a:moveTo>
                    <a:cubicBezTo>
                      <a:pt x="3030837" y="0"/>
                      <a:pt x="3489626" y="458789"/>
                      <a:pt x="3489626" y="1024733"/>
                    </a:cubicBezTo>
                    <a:cubicBezTo>
                      <a:pt x="3489626" y="1442455"/>
                      <a:pt x="3239684" y="1801800"/>
                      <a:pt x="2880320" y="1959209"/>
                    </a:cubicBezTo>
                    <a:lnTo>
                      <a:pt x="2880320" y="2008571"/>
                    </a:lnTo>
                    <a:lnTo>
                      <a:pt x="3250857" y="2008571"/>
                    </a:lnTo>
                    <a:lnTo>
                      <a:pt x="3250857" y="2359970"/>
                    </a:lnTo>
                    <a:lnTo>
                      <a:pt x="3437294" y="2359970"/>
                    </a:lnTo>
                    <a:lnTo>
                      <a:pt x="3437294" y="2360694"/>
                    </a:lnTo>
                    <a:lnTo>
                      <a:pt x="3852060" y="2233461"/>
                    </a:lnTo>
                    <a:lnTo>
                      <a:pt x="3852060" y="3367858"/>
                    </a:lnTo>
                    <a:lnTo>
                      <a:pt x="3437294" y="3240624"/>
                    </a:lnTo>
                    <a:lnTo>
                      <a:pt x="3437294" y="3241349"/>
                    </a:lnTo>
                    <a:lnTo>
                      <a:pt x="3250857" y="3241349"/>
                    </a:lnTo>
                    <a:lnTo>
                      <a:pt x="3250857" y="3633063"/>
                    </a:lnTo>
                    <a:lnTo>
                      <a:pt x="298529" y="3633063"/>
                    </a:lnTo>
                    <a:lnTo>
                      <a:pt x="298529" y="2431730"/>
                    </a:lnTo>
                    <a:lnTo>
                      <a:pt x="0" y="2008571"/>
                    </a:lnTo>
                    <a:lnTo>
                      <a:pt x="298529" y="2008571"/>
                    </a:lnTo>
                    <a:lnTo>
                      <a:pt x="792088" y="2008571"/>
                    </a:lnTo>
                    <a:lnTo>
                      <a:pt x="792088" y="1796817"/>
                    </a:lnTo>
                    <a:cubicBezTo>
                      <a:pt x="587745" y="1700755"/>
                      <a:pt x="447370" y="1492642"/>
                      <a:pt x="447370" y="1251742"/>
                    </a:cubicBezTo>
                    <a:cubicBezTo>
                      <a:pt x="447370" y="916605"/>
                      <a:pt x="719053" y="644923"/>
                      <a:pt x="1054190" y="644923"/>
                    </a:cubicBezTo>
                    <a:cubicBezTo>
                      <a:pt x="1212753" y="644923"/>
                      <a:pt x="1357112" y="705740"/>
                      <a:pt x="1463939" y="806702"/>
                    </a:cubicBezTo>
                    <a:cubicBezTo>
                      <a:pt x="1563407" y="345444"/>
                      <a:pt x="1973809" y="0"/>
                      <a:pt x="2464893"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180" name="Google Shape;2180;p50"/>
              <p:cNvSpPr/>
              <p:nvPr/>
            </p:nvSpPr>
            <p:spPr>
              <a:xfrm rot="9900000">
                <a:off x="10073915" y="2714730"/>
                <a:ext cx="351357" cy="423598"/>
              </a:xfrm>
              <a:custGeom>
                <a:rect b="b" l="l" r="r" t="t"/>
                <a:pathLst>
                  <a:path extrusionOk="0" h="4064034" w="3370953">
                    <a:moveTo>
                      <a:pt x="307836" y="3226369"/>
                    </a:moveTo>
                    <a:lnTo>
                      <a:pt x="307836" y="2810144"/>
                    </a:lnTo>
                    <a:lnTo>
                      <a:pt x="1258549" y="2810144"/>
                    </a:lnTo>
                    <a:lnTo>
                      <a:pt x="1331954" y="2516524"/>
                    </a:lnTo>
                    <a:lnTo>
                      <a:pt x="1639161" y="2516524"/>
                    </a:lnTo>
                    <a:lnTo>
                      <a:pt x="1806826" y="1890788"/>
                    </a:lnTo>
                    <a:cubicBezTo>
                      <a:pt x="1709407" y="1836984"/>
                      <a:pt x="1651662" y="1730051"/>
                      <a:pt x="1660897" y="1618049"/>
                    </a:cubicBezTo>
                    <a:lnTo>
                      <a:pt x="497736" y="946498"/>
                    </a:lnTo>
                    <a:lnTo>
                      <a:pt x="415801" y="1252284"/>
                    </a:lnTo>
                    <a:cubicBezTo>
                      <a:pt x="388670" y="1353539"/>
                      <a:pt x="284592" y="1413628"/>
                      <a:pt x="183338" y="1386497"/>
                    </a:cubicBezTo>
                    <a:lnTo>
                      <a:pt x="0" y="1337372"/>
                    </a:lnTo>
                    <a:lnTo>
                      <a:pt x="358348" y="0"/>
                    </a:lnTo>
                    <a:lnTo>
                      <a:pt x="541685" y="49125"/>
                    </a:lnTo>
                    <a:cubicBezTo>
                      <a:pt x="642940" y="76256"/>
                      <a:pt x="703029" y="180334"/>
                      <a:pt x="675898" y="281588"/>
                    </a:cubicBezTo>
                    <a:lnTo>
                      <a:pt x="574914" y="658466"/>
                    </a:lnTo>
                    <a:lnTo>
                      <a:pt x="1826395" y="1381009"/>
                    </a:lnTo>
                    <a:cubicBezTo>
                      <a:pt x="1885142" y="1352063"/>
                      <a:pt x="1954182" y="1344264"/>
                      <a:pt x="2022379" y="1362537"/>
                    </a:cubicBezTo>
                    <a:cubicBezTo>
                      <a:pt x="2176035" y="1403709"/>
                      <a:pt x="2267221" y="1561647"/>
                      <a:pt x="2226049" y="1715303"/>
                    </a:cubicBezTo>
                    <a:cubicBezTo>
                      <a:pt x="2207347" y="1785100"/>
                      <a:pt x="2164552" y="1842007"/>
                      <a:pt x="2108323" y="1878457"/>
                    </a:cubicBezTo>
                    <a:lnTo>
                      <a:pt x="1937353" y="2516524"/>
                    </a:lnTo>
                    <a:lnTo>
                      <a:pt x="2236046" y="2516524"/>
                    </a:lnTo>
                    <a:lnTo>
                      <a:pt x="2309451" y="2810144"/>
                    </a:lnTo>
                    <a:lnTo>
                      <a:pt x="2828116" y="2810144"/>
                    </a:lnTo>
                    <a:lnTo>
                      <a:pt x="2828116" y="2930119"/>
                    </a:lnTo>
                    <a:lnTo>
                      <a:pt x="2945247" y="2930119"/>
                    </a:lnTo>
                    <a:lnTo>
                      <a:pt x="3109201" y="2856867"/>
                    </a:lnTo>
                    <a:cubicBezTo>
                      <a:pt x="3112004" y="2849082"/>
                      <a:pt x="3119624" y="2844415"/>
                      <a:pt x="3128335" y="2844415"/>
                    </a:cubicBezTo>
                    <a:lnTo>
                      <a:pt x="3223771" y="2844415"/>
                    </a:lnTo>
                    <a:cubicBezTo>
                      <a:pt x="3236949" y="2844415"/>
                      <a:pt x="3247631" y="2855097"/>
                      <a:pt x="3247631" y="2868275"/>
                    </a:cubicBezTo>
                    <a:lnTo>
                      <a:pt x="3247631" y="3606750"/>
                    </a:lnTo>
                    <a:cubicBezTo>
                      <a:pt x="3247631" y="3619928"/>
                      <a:pt x="3236949" y="3630610"/>
                      <a:pt x="3223771" y="3630610"/>
                    </a:cubicBezTo>
                    <a:lnTo>
                      <a:pt x="3128335" y="3630610"/>
                    </a:lnTo>
                    <a:cubicBezTo>
                      <a:pt x="3120852" y="3630610"/>
                      <a:pt x="3114174" y="3627166"/>
                      <a:pt x="3110472" y="3621230"/>
                    </a:cubicBezTo>
                    <a:lnTo>
                      <a:pt x="3110472" y="3624351"/>
                    </a:lnTo>
                    <a:lnTo>
                      <a:pt x="2954172" y="3554518"/>
                    </a:lnTo>
                    <a:lnTo>
                      <a:pt x="2954172" y="3558788"/>
                    </a:lnTo>
                    <a:lnTo>
                      <a:pt x="2828116" y="3558788"/>
                    </a:lnTo>
                    <a:lnTo>
                      <a:pt x="2828116" y="3630610"/>
                    </a:lnTo>
                    <a:lnTo>
                      <a:pt x="2038337" y="3226369"/>
                    </a:lnTo>
                    <a:close/>
                    <a:moveTo>
                      <a:pt x="77048" y="4064034"/>
                    </a:moveTo>
                    <a:lnTo>
                      <a:pt x="77048" y="3342578"/>
                    </a:lnTo>
                    <a:lnTo>
                      <a:pt x="2050947" y="3342578"/>
                    </a:lnTo>
                    <a:lnTo>
                      <a:pt x="3370953" y="4058524"/>
                    </a:lnTo>
                    <a:lnTo>
                      <a:pt x="3370953" y="4064034"/>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181" name="Google Shape;2181;p50"/>
              <p:cNvSpPr/>
              <p:nvPr/>
            </p:nvSpPr>
            <p:spPr>
              <a:xfrm rot="3600000">
                <a:off x="8507130" y="4424299"/>
                <a:ext cx="162074" cy="478539"/>
              </a:xfrm>
              <a:custGeom>
                <a:rect b="b" l="l" r="r" t="t"/>
                <a:pathLst>
                  <a:path extrusionOk="0" h="3920353" w="1327763">
                    <a:moveTo>
                      <a:pt x="483881" y="2840232"/>
                    </a:moveTo>
                    <a:lnTo>
                      <a:pt x="843881" y="2840232"/>
                    </a:lnTo>
                    <a:lnTo>
                      <a:pt x="843881" y="3920353"/>
                    </a:lnTo>
                    <a:lnTo>
                      <a:pt x="483881" y="3920353"/>
                    </a:lnTo>
                    <a:close/>
                    <a:moveTo>
                      <a:pt x="757697" y="168239"/>
                    </a:moveTo>
                    <a:lnTo>
                      <a:pt x="757697" y="384263"/>
                    </a:lnTo>
                    <a:lnTo>
                      <a:pt x="930062" y="384263"/>
                    </a:lnTo>
                    <a:lnTo>
                      <a:pt x="930062" y="168239"/>
                    </a:lnTo>
                    <a:close/>
                    <a:moveTo>
                      <a:pt x="432932" y="168239"/>
                    </a:moveTo>
                    <a:lnTo>
                      <a:pt x="432932" y="384263"/>
                    </a:lnTo>
                    <a:lnTo>
                      <a:pt x="605297" y="384263"/>
                    </a:lnTo>
                    <a:lnTo>
                      <a:pt x="605297" y="168239"/>
                    </a:lnTo>
                    <a:close/>
                    <a:moveTo>
                      <a:pt x="168643" y="0"/>
                    </a:moveTo>
                    <a:lnTo>
                      <a:pt x="1159119" y="0"/>
                    </a:lnTo>
                    <a:lnTo>
                      <a:pt x="1159119" y="539093"/>
                    </a:lnTo>
                    <a:lnTo>
                      <a:pt x="1327763" y="539093"/>
                    </a:lnTo>
                    <a:lnTo>
                      <a:pt x="1327763" y="2245406"/>
                    </a:lnTo>
                    <a:lnTo>
                      <a:pt x="1318300" y="2245406"/>
                    </a:lnTo>
                    <a:lnTo>
                      <a:pt x="1127664" y="2719000"/>
                    </a:lnTo>
                    <a:lnTo>
                      <a:pt x="200100" y="2719000"/>
                    </a:lnTo>
                    <a:lnTo>
                      <a:pt x="9464" y="2245406"/>
                    </a:lnTo>
                    <a:lnTo>
                      <a:pt x="0" y="2245406"/>
                    </a:lnTo>
                    <a:lnTo>
                      <a:pt x="0" y="539093"/>
                    </a:lnTo>
                    <a:lnTo>
                      <a:pt x="168643" y="539093"/>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182" name="Google Shape;2182;p50"/>
              <p:cNvSpPr/>
              <p:nvPr/>
            </p:nvSpPr>
            <p:spPr>
              <a:xfrm>
                <a:off x="8045579" y="3848133"/>
                <a:ext cx="330939" cy="260933"/>
              </a:xfrm>
              <a:custGeom>
                <a:rect b="b" l="l" r="r" t="t"/>
                <a:pathLst>
                  <a:path extrusionOk="0" h="2952328" w="3744416">
                    <a:moveTo>
                      <a:pt x="184806" y="576064"/>
                    </a:moveTo>
                    <a:lnTo>
                      <a:pt x="895314" y="576064"/>
                    </a:lnTo>
                    <a:cubicBezTo>
                      <a:pt x="997380" y="576064"/>
                      <a:pt x="1080120" y="658804"/>
                      <a:pt x="1080120" y="760870"/>
                    </a:cubicBezTo>
                    <a:lnTo>
                      <a:pt x="1080120" y="792088"/>
                    </a:lnTo>
                    <a:lnTo>
                      <a:pt x="3312368" y="792088"/>
                    </a:lnTo>
                    <a:lnTo>
                      <a:pt x="3312368" y="2952328"/>
                    </a:lnTo>
                    <a:lnTo>
                      <a:pt x="0" y="2952328"/>
                    </a:lnTo>
                    <a:lnTo>
                      <a:pt x="0" y="1072569"/>
                    </a:lnTo>
                    <a:lnTo>
                      <a:pt x="0" y="792088"/>
                    </a:lnTo>
                    <a:lnTo>
                      <a:pt x="0" y="760870"/>
                    </a:lnTo>
                    <a:cubicBezTo>
                      <a:pt x="0" y="658804"/>
                      <a:pt x="82740" y="576064"/>
                      <a:pt x="184806" y="576064"/>
                    </a:cubicBezTo>
                    <a:close/>
                    <a:moveTo>
                      <a:pt x="616854" y="0"/>
                    </a:moveTo>
                    <a:lnTo>
                      <a:pt x="1327362" y="0"/>
                    </a:lnTo>
                    <a:cubicBezTo>
                      <a:pt x="1429428" y="0"/>
                      <a:pt x="1512168" y="82740"/>
                      <a:pt x="1512168" y="184806"/>
                    </a:cubicBezTo>
                    <a:lnTo>
                      <a:pt x="1512168" y="216024"/>
                    </a:lnTo>
                    <a:lnTo>
                      <a:pt x="3744416" y="216024"/>
                    </a:lnTo>
                    <a:lnTo>
                      <a:pt x="3744416" y="2376264"/>
                    </a:lnTo>
                    <a:lnTo>
                      <a:pt x="3464768" y="2376264"/>
                    </a:lnTo>
                    <a:lnTo>
                      <a:pt x="3464768" y="648072"/>
                    </a:lnTo>
                    <a:lnTo>
                      <a:pt x="1232520" y="648072"/>
                    </a:lnTo>
                    <a:lnTo>
                      <a:pt x="1232520" y="616854"/>
                    </a:lnTo>
                    <a:cubicBezTo>
                      <a:pt x="1232520" y="514788"/>
                      <a:pt x="1149780" y="432048"/>
                      <a:pt x="1047714" y="432048"/>
                    </a:cubicBezTo>
                    <a:lnTo>
                      <a:pt x="432048" y="432048"/>
                    </a:lnTo>
                    <a:lnTo>
                      <a:pt x="432048" y="216024"/>
                    </a:lnTo>
                    <a:lnTo>
                      <a:pt x="432048" y="184806"/>
                    </a:lnTo>
                    <a:cubicBezTo>
                      <a:pt x="432048" y="82740"/>
                      <a:pt x="514788" y="0"/>
                      <a:pt x="61685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183" name="Google Shape;2183;p50"/>
              <p:cNvSpPr/>
              <p:nvPr/>
            </p:nvSpPr>
            <p:spPr>
              <a:xfrm>
                <a:off x="9003511" y="4923426"/>
                <a:ext cx="304410" cy="330939"/>
              </a:xfrm>
              <a:custGeom>
                <a:rect b="b" l="l" r="r" t="t"/>
                <a:pathLst>
                  <a:path extrusionOk="0" h="4031150" w="3708000">
                    <a:moveTo>
                      <a:pt x="2226025" y="2078010"/>
                    </a:moveTo>
                    <a:lnTo>
                      <a:pt x="1976753" y="2339372"/>
                    </a:lnTo>
                    <a:lnTo>
                      <a:pt x="1976910" y="2339581"/>
                    </a:lnTo>
                    <a:lnTo>
                      <a:pt x="1976204" y="2339948"/>
                    </a:lnTo>
                    <a:lnTo>
                      <a:pt x="1975656" y="2340523"/>
                    </a:lnTo>
                    <a:lnTo>
                      <a:pt x="1975499" y="2340314"/>
                    </a:lnTo>
                    <a:lnTo>
                      <a:pt x="1688579" y="2489240"/>
                    </a:lnTo>
                    <a:cubicBezTo>
                      <a:pt x="1740712" y="2519877"/>
                      <a:pt x="1801557" y="2536438"/>
                      <a:pt x="1866270" y="2536438"/>
                    </a:cubicBezTo>
                    <a:cubicBezTo>
                      <a:pt x="2071258" y="2536438"/>
                      <a:pt x="2237434" y="2370262"/>
                      <a:pt x="2237434" y="2165274"/>
                    </a:cubicBezTo>
                    <a:cubicBezTo>
                      <a:pt x="2237434" y="2135129"/>
                      <a:pt x="2233840" y="2105822"/>
                      <a:pt x="2226025" y="2078010"/>
                    </a:cubicBezTo>
                    <a:close/>
                    <a:moveTo>
                      <a:pt x="1866270" y="1794110"/>
                    </a:moveTo>
                    <a:cubicBezTo>
                      <a:pt x="1661282" y="1794110"/>
                      <a:pt x="1495106" y="1960286"/>
                      <a:pt x="1495106" y="2165274"/>
                    </a:cubicBezTo>
                    <a:cubicBezTo>
                      <a:pt x="1495106" y="2194876"/>
                      <a:pt x="1498572" y="2223668"/>
                      <a:pt x="1506052" y="2251046"/>
                    </a:cubicBezTo>
                    <a:lnTo>
                      <a:pt x="1731247" y="2014929"/>
                    </a:lnTo>
                    <a:lnTo>
                      <a:pt x="1731090" y="2014720"/>
                    </a:lnTo>
                    <a:lnTo>
                      <a:pt x="1731796" y="2014353"/>
                    </a:lnTo>
                    <a:lnTo>
                      <a:pt x="1732344" y="2013778"/>
                    </a:lnTo>
                    <a:lnTo>
                      <a:pt x="1732501" y="2013987"/>
                    </a:lnTo>
                    <a:lnTo>
                      <a:pt x="2054335" y="1846939"/>
                    </a:lnTo>
                    <a:cubicBezTo>
                      <a:pt x="1999773" y="1812909"/>
                      <a:pt x="1935217" y="1794110"/>
                      <a:pt x="1866270" y="1794110"/>
                    </a:cubicBezTo>
                    <a:close/>
                    <a:moveTo>
                      <a:pt x="1866270" y="1281021"/>
                    </a:moveTo>
                    <a:lnTo>
                      <a:pt x="1995916" y="1728077"/>
                    </a:lnTo>
                    <a:cubicBezTo>
                      <a:pt x="2049420" y="1742880"/>
                      <a:pt x="2098387" y="1768442"/>
                      <a:pt x="2141027" y="1801941"/>
                    </a:cubicBezTo>
                    <a:lnTo>
                      <a:pt x="2830781" y="1443923"/>
                    </a:lnTo>
                    <a:lnTo>
                      <a:pt x="2293677" y="2007077"/>
                    </a:lnTo>
                    <a:lnTo>
                      <a:pt x="2302169" y="2036187"/>
                    </a:lnTo>
                    <a:lnTo>
                      <a:pt x="2755181" y="2167560"/>
                    </a:lnTo>
                    <a:lnTo>
                      <a:pt x="2301207" y="2299213"/>
                    </a:lnTo>
                    <a:cubicBezTo>
                      <a:pt x="2288949" y="2340747"/>
                      <a:pt x="2270868" y="2379745"/>
                      <a:pt x="2246307" y="2414255"/>
                    </a:cubicBezTo>
                    <a:lnTo>
                      <a:pt x="2368615" y="2636476"/>
                    </a:lnTo>
                    <a:lnTo>
                      <a:pt x="2152396" y="2517472"/>
                    </a:lnTo>
                    <a:cubicBezTo>
                      <a:pt x="2112986" y="2553805"/>
                      <a:pt x="2065424" y="2580505"/>
                      <a:pt x="2013636" y="2598144"/>
                    </a:cubicBezTo>
                    <a:lnTo>
                      <a:pt x="1875846" y="3073280"/>
                    </a:lnTo>
                    <a:lnTo>
                      <a:pt x="1739624" y="2603548"/>
                    </a:lnTo>
                    <a:cubicBezTo>
                      <a:pt x="1688445" y="2589723"/>
                      <a:pt x="1641302" y="2566161"/>
                      <a:pt x="1599709" y="2535368"/>
                    </a:cubicBezTo>
                    <a:lnTo>
                      <a:pt x="877219" y="2910378"/>
                    </a:lnTo>
                    <a:lnTo>
                      <a:pt x="1438400" y="2321979"/>
                    </a:lnTo>
                    <a:lnTo>
                      <a:pt x="1437655" y="2319411"/>
                    </a:lnTo>
                    <a:lnTo>
                      <a:pt x="963153" y="2181805"/>
                    </a:lnTo>
                    <a:lnTo>
                      <a:pt x="1425898" y="2047609"/>
                    </a:lnTo>
                    <a:cubicBezTo>
                      <a:pt x="1440318" y="1991458"/>
                      <a:pt x="1465316" y="1939627"/>
                      <a:pt x="1501635" y="1896529"/>
                    </a:cubicBezTo>
                    <a:lnTo>
                      <a:pt x="1375628" y="1667588"/>
                    </a:lnTo>
                    <a:lnTo>
                      <a:pt x="1605635" y="1794181"/>
                    </a:lnTo>
                    <a:cubicBezTo>
                      <a:pt x="1643852" y="1764149"/>
                      <a:pt x="1688437" y="1742763"/>
                      <a:pt x="1736328" y="1729097"/>
                    </a:cubicBezTo>
                    <a:close/>
                    <a:moveTo>
                      <a:pt x="1801446" y="873772"/>
                    </a:moveTo>
                    <a:cubicBezTo>
                      <a:pt x="1122607" y="899096"/>
                      <a:pt x="577020" y="1443990"/>
                      <a:pt x="550657" y="2122563"/>
                    </a:cubicBezTo>
                    <a:lnTo>
                      <a:pt x="754935" y="2181804"/>
                    </a:lnTo>
                    <a:lnTo>
                      <a:pt x="551187" y="2240891"/>
                    </a:lnTo>
                    <a:cubicBezTo>
                      <a:pt x="582476" y="2925954"/>
                      <a:pt x="1143118" y="3472541"/>
                      <a:pt x="1833783" y="3482192"/>
                    </a:cubicBezTo>
                    <a:lnTo>
                      <a:pt x="1883029" y="3312376"/>
                    </a:lnTo>
                    <a:lnTo>
                      <a:pt x="1931451" y="3479348"/>
                    </a:lnTo>
                    <a:cubicBezTo>
                      <a:pt x="2602724" y="3441618"/>
                      <a:pt x="3137685" y="2895457"/>
                      <a:pt x="3157888" y="2219621"/>
                    </a:cubicBezTo>
                    <a:lnTo>
                      <a:pt x="2970483" y="2165273"/>
                    </a:lnTo>
                    <a:lnTo>
                      <a:pt x="3156785" y="2111246"/>
                    </a:lnTo>
                    <a:cubicBezTo>
                      <a:pt x="3124894" y="1437932"/>
                      <a:pt x="2581609" y="898954"/>
                      <a:pt x="1906553" y="873772"/>
                    </a:cubicBezTo>
                    <a:lnTo>
                      <a:pt x="1853999" y="1054992"/>
                    </a:lnTo>
                    <a:close/>
                    <a:moveTo>
                      <a:pt x="1842112" y="204015"/>
                    </a:moveTo>
                    <a:cubicBezTo>
                      <a:pt x="1750186" y="208331"/>
                      <a:pt x="1671595" y="261235"/>
                      <a:pt x="1631665" y="337724"/>
                    </a:cubicBezTo>
                    <a:cubicBezTo>
                      <a:pt x="1704451" y="327639"/>
                      <a:pt x="1778701" y="323150"/>
                      <a:pt x="1854000" y="323150"/>
                    </a:cubicBezTo>
                    <a:cubicBezTo>
                      <a:pt x="1929687" y="323150"/>
                      <a:pt x="2004315" y="327685"/>
                      <a:pt x="2077458" y="337895"/>
                    </a:cubicBezTo>
                    <a:cubicBezTo>
                      <a:pt x="2032849" y="253989"/>
                      <a:pt x="1942703" y="199292"/>
                      <a:pt x="1842112" y="204015"/>
                    </a:cubicBezTo>
                    <a:close/>
                    <a:moveTo>
                      <a:pt x="1832557" y="511"/>
                    </a:moveTo>
                    <a:cubicBezTo>
                      <a:pt x="2064724" y="-10390"/>
                      <a:pt x="2266043" y="154192"/>
                      <a:pt x="2302551" y="380077"/>
                    </a:cubicBezTo>
                    <a:cubicBezTo>
                      <a:pt x="3110034" y="578670"/>
                      <a:pt x="3708000" y="1308079"/>
                      <a:pt x="3708000" y="2177150"/>
                    </a:cubicBezTo>
                    <a:cubicBezTo>
                      <a:pt x="3708000" y="3201086"/>
                      <a:pt x="2877936" y="4031150"/>
                      <a:pt x="1854000" y="4031150"/>
                    </a:cubicBezTo>
                    <a:cubicBezTo>
                      <a:pt x="830064" y="4031150"/>
                      <a:pt x="0" y="3201086"/>
                      <a:pt x="0" y="2177150"/>
                    </a:cubicBezTo>
                    <a:cubicBezTo>
                      <a:pt x="0" y="1308490"/>
                      <a:pt x="597400" y="579361"/>
                      <a:pt x="1404307" y="380371"/>
                    </a:cubicBezTo>
                    <a:cubicBezTo>
                      <a:pt x="1438620" y="172028"/>
                      <a:pt x="1614858" y="10733"/>
                      <a:pt x="1832557" y="51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184" name="Google Shape;2184;p50"/>
              <p:cNvSpPr/>
              <p:nvPr/>
            </p:nvSpPr>
            <p:spPr>
              <a:xfrm>
                <a:off x="9848127" y="4821478"/>
                <a:ext cx="257012" cy="330939"/>
              </a:xfrm>
              <a:custGeom>
                <a:rect b="b" l="l" r="r" t="t"/>
                <a:pathLst>
                  <a:path extrusionOk="0" h="3913585" w="3039346">
                    <a:moveTo>
                      <a:pt x="1527178" y="2618567"/>
                    </a:moveTo>
                    <a:cubicBezTo>
                      <a:pt x="1429201" y="2618567"/>
                      <a:pt x="1349775" y="2697993"/>
                      <a:pt x="1349775" y="2795971"/>
                    </a:cubicBezTo>
                    <a:cubicBezTo>
                      <a:pt x="1349775" y="2861110"/>
                      <a:pt x="1384883" y="2918050"/>
                      <a:pt x="1437574" y="2948279"/>
                    </a:cubicBezTo>
                    <a:lnTo>
                      <a:pt x="1275150" y="3311239"/>
                    </a:lnTo>
                    <a:lnTo>
                      <a:pt x="1779206" y="3311239"/>
                    </a:lnTo>
                    <a:lnTo>
                      <a:pt x="1616782" y="2948279"/>
                    </a:lnTo>
                    <a:cubicBezTo>
                      <a:pt x="1669475" y="2918050"/>
                      <a:pt x="1704582" y="2861110"/>
                      <a:pt x="1704582" y="2795971"/>
                    </a:cubicBezTo>
                    <a:cubicBezTo>
                      <a:pt x="1704582" y="2697993"/>
                      <a:pt x="1625156" y="2618567"/>
                      <a:pt x="1527178" y="2618567"/>
                    </a:cubicBezTo>
                    <a:close/>
                    <a:moveTo>
                      <a:pt x="1527178" y="0"/>
                    </a:moveTo>
                    <a:cubicBezTo>
                      <a:pt x="2026975" y="0"/>
                      <a:pt x="2435288" y="391686"/>
                      <a:pt x="2460697" y="884907"/>
                    </a:cubicBezTo>
                    <a:lnTo>
                      <a:pt x="2463282" y="884907"/>
                    </a:lnTo>
                    <a:lnTo>
                      <a:pt x="2463282" y="936104"/>
                    </a:lnTo>
                    <a:lnTo>
                      <a:pt x="2463282" y="1656184"/>
                    </a:lnTo>
                    <a:lnTo>
                      <a:pt x="2067282" y="1656184"/>
                    </a:lnTo>
                    <a:lnTo>
                      <a:pt x="2067282" y="1427425"/>
                    </a:lnTo>
                    <a:lnTo>
                      <a:pt x="2310132" y="1427584"/>
                    </a:lnTo>
                    <a:cubicBezTo>
                      <a:pt x="2310132" y="1320268"/>
                      <a:pt x="2206785" y="1230216"/>
                      <a:pt x="2067282" y="1206340"/>
                    </a:cubicBezTo>
                    <a:lnTo>
                      <a:pt x="2067282" y="936104"/>
                    </a:lnTo>
                    <a:lnTo>
                      <a:pt x="2066786" y="936104"/>
                    </a:lnTo>
                    <a:cubicBezTo>
                      <a:pt x="2066786" y="638087"/>
                      <a:pt x="1825195" y="396496"/>
                      <a:pt x="1527178" y="396496"/>
                    </a:cubicBezTo>
                    <a:cubicBezTo>
                      <a:pt x="1229161" y="396496"/>
                      <a:pt x="987570" y="638087"/>
                      <a:pt x="987570" y="936104"/>
                    </a:cubicBezTo>
                    <a:lnTo>
                      <a:pt x="987074" y="936104"/>
                    </a:lnTo>
                    <a:lnTo>
                      <a:pt x="987074" y="1872209"/>
                    </a:lnTo>
                    <a:lnTo>
                      <a:pt x="2699110" y="1872209"/>
                    </a:lnTo>
                    <a:cubicBezTo>
                      <a:pt x="2887017" y="1872209"/>
                      <a:pt x="3039346" y="2024538"/>
                      <a:pt x="3039346" y="2212445"/>
                    </a:cubicBezTo>
                    <a:lnTo>
                      <a:pt x="3039346" y="3573349"/>
                    </a:lnTo>
                    <a:cubicBezTo>
                      <a:pt x="3039346" y="3761256"/>
                      <a:pt x="2887017" y="3913585"/>
                      <a:pt x="2699110" y="3913585"/>
                    </a:cubicBezTo>
                    <a:lnTo>
                      <a:pt x="340236" y="3913585"/>
                    </a:lnTo>
                    <a:cubicBezTo>
                      <a:pt x="152329" y="3913585"/>
                      <a:pt x="0" y="3761256"/>
                      <a:pt x="0" y="3573349"/>
                    </a:cubicBezTo>
                    <a:lnTo>
                      <a:pt x="0" y="2212445"/>
                    </a:lnTo>
                    <a:cubicBezTo>
                      <a:pt x="0" y="2024538"/>
                      <a:pt x="152329" y="1872209"/>
                      <a:pt x="340236" y="1872209"/>
                    </a:cubicBezTo>
                    <a:lnTo>
                      <a:pt x="591074" y="1872209"/>
                    </a:lnTo>
                    <a:lnTo>
                      <a:pt x="591074" y="936104"/>
                    </a:lnTo>
                    <a:cubicBezTo>
                      <a:pt x="591074" y="419108"/>
                      <a:pt x="1010182" y="0"/>
                      <a:pt x="1527178"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185" name="Google Shape;2185;p50"/>
              <p:cNvSpPr/>
              <p:nvPr/>
            </p:nvSpPr>
            <p:spPr>
              <a:xfrm>
                <a:off x="10547386" y="3842640"/>
                <a:ext cx="309335" cy="309300"/>
              </a:xfrm>
              <a:custGeom>
                <a:rect b="b" l="l" r="r" t="t"/>
                <a:pathLst>
                  <a:path extrusionOk="0" h="3960000" w="3960440">
                    <a:moveTo>
                      <a:pt x="2117745" y="2289258"/>
                    </a:moveTo>
                    <a:cubicBezTo>
                      <a:pt x="2253931" y="2373161"/>
                      <a:pt x="2290104" y="2397532"/>
                      <a:pt x="2392952" y="2510010"/>
                    </a:cubicBezTo>
                    <a:cubicBezTo>
                      <a:pt x="2551302" y="2699530"/>
                      <a:pt x="2456894" y="2911213"/>
                      <a:pt x="2285214" y="2987744"/>
                    </a:cubicBezTo>
                    <a:cubicBezTo>
                      <a:pt x="2046443" y="3084914"/>
                      <a:pt x="1864058" y="3073352"/>
                      <a:pt x="1634211" y="2962065"/>
                    </a:cubicBezTo>
                    <a:cubicBezTo>
                      <a:pt x="1390134" y="2803501"/>
                      <a:pt x="1391670" y="2463226"/>
                      <a:pt x="1703848" y="2355742"/>
                    </a:cubicBezTo>
                    <a:cubicBezTo>
                      <a:pt x="1867216" y="2309770"/>
                      <a:pt x="1932946" y="2304275"/>
                      <a:pt x="2117745" y="2289258"/>
                    </a:cubicBezTo>
                    <a:close/>
                    <a:moveTo>
                      <a:pt x="1895201" y="880902"/>
                    </a:moveTo>
                    <a:cubicBezTo>
                      <a:pt x="2049819" y="878570"/>
                      <a:pt x="2210983" y="1023567"/>
                      <a:pt x="2276065" y="1236504"/>
                    </a:cubicBezTo>
                    <a:cubicBezTo>
                      <a:pt x="2350446" y="1479859"/>
                      <a:pt x="2271166" y="1719799"/>
                      <a:pt x="2098990" y="1772423"/>
                    </a:cubicBezTo>
                    <a:cubicBezTo>
                      <a:pt x="1926813" y="1825048"/>
                      <a:pt x="1726940" y="1670429"/>
                      <a:pt x="1652559" y="1427074"/>
                    </a:cubicBezTo>
                    <a:cubicBezTo>
                      <a:pt x="1578180" y="1183717"/>
                      <a:pt x="1657458" y="943778"/>
                      <a:pt x="1829635" y="891153"/>
                    </a:cubicBezTo>
                    <a:close/>
                    <a:moveTo>
                      <a:pt x="2577034" y="759541"/>
                    </a:moveTo>
                    <a:lnTo>
                      <a:pt x="1972441" y="767241"/>
                    </a:lnTo>
                    <a:cubicBezTo>
                      <a:pt x="1929619" y="768623"/>
                      <a:pt x="1886068" y="773785"/>
                      <a:pt x="1842289" y="783004"/>
                    </a:cubicBezTo>
                    <a:cubicBezTo>
                      <a:pt x="1492048" y="856758"/>
                      <a:pt x="1259862" y="1162246"/>
                      <a:pt x="1323686" y="1465331"/>
                    </a:cubicBezTo>
                    <a:cubicBezTo>
                      <a:pt x="1380617" y="1735681"/>
                      <a:pt x="1653838" y="1912801"/>
                      <a:pt x="1960688" y="1894227"/>
                    </a:cubicBezTo>
                    <a:lnTo>
                      <a:pt x="1954787" y="1896039"/>
                    </a:lnTo>
                    <a:cubicBezTo>
                      <a:pt x="1858317" y="2000800"/>
                      <a:pt x="1978682" y="2148499"/>
                      <a:pt x="2028445" y="2210716"/>
                    </a:cubicBezTo>
                    <a:lnTo>
                      <a:pt x="1914361" y="2213518"/>
                    </a:lnTo>
                    <a:cubicBezTo>
                      <a:pt x="1373805" y="2249742"/>
                      <a:pt x="1143478" y="2466102"/>
                      <a:pt x="1177422" y="2809298"/>
                    </a:cubicBezTo>
                    <a:cubicBezTo>
                      <a:pt x="1211366" y="3152493"/>
                      <a:pt x="1741992" y="3244646"/>
                      <a:pt x="2060873" y="3229704"/>
                    </a:cubicBezTo>
                    <a:cubicBezTo>
                      <a:pt x="2379755" y="3214763"/>
                      <a:pt x="2698110" y="2930571"/>
                      <a:pt x="2719230" y="2648210"/>
                    </a:cubicBezTo>
                    <a:cubicBezTo>
                      <a:pt x="2699867" y="2070575"/>
                      <a:pt x="2052418" y="2112562"/>
                      <a:pt x="2282832" y="1799863"/>
                    </a:cubicBezTo>
                    <a:cubicBezTo>
                      <a:pt x="2510843" y="1673695"/>
                      <a:pt x="2641919" y="1435236"/>
                      <a:pt x="2592014" y="1198247"/>
                    </a:cubicBezTo>
                    <a:cubicBezTo>
                      <a:pt x="2566015" y="1074781"/>
                      <a:pt x="2494906" y="970760"/>
                      <a:pt x="2395028" y="897200"/>
                    </a:cubicBezTo>
                    <a:lnTo>
                      <a:pt x="2564389" y="891152"/>
                    </a:lnTo>
                    <a:cubicBezTo>
                      <a:pt x="2644558" y="859402"/>
                      <a:pt x="2739013" y="796695"/>
                      <a:pt x="2769176" y="767327"/>
                    </a:cubicBezTo>
                    <a:cubicBezTo>
                      <a:pt x="2755484" y="761968"/>
                      <a:pt x="2680847" y="759625"/>
                      <a:pt x="2577034" y="759541"/>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186" name="Google Shape;2186;p50"/>
              <p:cNvSpPr/>
              <p:nvPr/>
            </p:nvSpPr>
            <p:spPr>
              <a:xfrm>
                <a:off x="10401733" y="3025716"/>
                <a:ext cx="257188" cy="377708"/>
              </a:xfrm>
              <a:custGeom>
                <a:rect b="b" l="l" r="r" t="t"/>
                <a:pathLst>
                  <a:path extrusionOk="0" h="4032448" w="2745756">
                    <a:moveTo>
                      <a:pt x="1622229" y="1008112"/>
                    </a:moveTo>
                    <a:lnTo>
                      <a:pt x="2371247" y="1008112"/>
                    </a:lnTo>
                    <a:lnTo>
                      <a:pt x="2371247" y="3081405"/>
                    </a:lnTo>
                    <a:lnTo>
                      <a:pt x="2745756" y="3081405"/>
                    </a:lnTo>
                    <a:lnTo>
                      <a:pt x="1996738" y="4032448"/>
                    </a:lnTo>
                    <a:lnTo>
                      <a:pt x="1247720" y="3081405"/>
                    </a:lnTo>
                    <a:lnTo>
                      <a:pt x="1622229" y="3081405"/>
                    </a:lnTo>
                    <a:close/>
                    <a:moveTo>
                      <a:pt x="749018" y="0"/>
                    </a:moveTo>
                    <a:lnTo>
                      <a:pt x="1498036" y="951043"/>
                    </a:lnTo>
                    <a:lnTo>
                      <a:pt x="1123527" y="951043"/>
                    </a:lnTo>
                    <a:lnTo>
                      <a:pt x="1123527" y="3024336"/>
                    </a:lnTo>
                    <a:lnTo>
                      <a:pt x="374509" y="3024336"/>
                    </a:lnTo>
                    <a:lnTo>
                      <a:pt x="374509" y="951043"/>
                    </a:lnTo>
                    <a:lnTo>
                      <a:pt x="0" y="951043"/>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187" name="Google Shape;2187;p50"/>
              <p:cNvSpPr/>
              <p:nvPr/>
            </p:nvSpPr>
            <p:spPr>
              <a:xfrm>
                <a:off x="9438297" y="5013963"/>
                <a:ext cx="300437" cy="209342"/>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188" name="Google Shape;2188;p50"/>
              <p:cNvSpPr/>
              <p:nvPr/>
            </p:nvSpPr>
            <p:spPr>
              <a:xfrm rot="678773">
                <a:off x="10108027" y="4569149"/>
                <a:ext cx="338104" cy="343148"/>
              </a:xfrm>
              <a:custGeom>
                <a:rect b="b" l="l" r="r" t="t"/>
                <a:pathLst>
                  <a:path extrusionOk="0" h="3948462" w="3890413">
                    <a:moveTo>
                      <a:pt x="1853384" y="1371624"/>
                    </a:moveTo>
                    <a:lnTo>
                      <a:pt x="1768767" y="1390324"/>
                    </a:lnTo>
                    <a:cubicBezTo>
                      <a:pt x="1579409" y="1463487"/>
                      <a:pt x="1490873" y="1833773"/>
                      <a:pt x="1517577" y="2042010"/>
                    </a:cubicBezTo>
                    <a:cubicBezTo>
                      <a:pt x="1544281" y="2250247"/>
                      <a:pt x="1644086" y="2624290"/>
                      <a:pt x="1928990" y="2639747"/>
                    </a:cubicBezTo>
                    <a:cubicBezTo>
                      <a:pt x="2177093" y="2653207"/>
                      <a:pt x="2337423" y="2363017"/>
                      <a:pt x="2318674" y="2006358"/>
                    </a:cubicBezTo>
                    <a:cubicBezTo>
                      <a:pt x="2310210" y="1948950"/>
                      <a:pt x="2301678" y="1891436"/>
                      <a:pt x="2293344" y="1834228"/>
                    </a:cubicBezTo>
                    <a:cubicBezTo>
                      <a:pt x="2229725" y="1555945"/>
                      <a:pt x="2050691" y="1359067"/>
                      <a:pt x="1853384" y="1371624"/>
                    </a:cubicBezTo>
                    <a:close/>
                    <a:moveTo>
                      <a:pt x="1594841" y="45653"/>
                    </a:moveTo>
                    <a:cubicBezTo>
                      <a:pt x="2527821" y="-128041"/>
                      <a:pt x="3626282" y="158796"/>
                      <a:pt x="3869632" y="1517323"/>
                    </a:cubicBezTo>
                    <a:cubicBezTo>
                      <a:pt x="3939308" y="2058696"/>
                      <a:pt x="3820785" y="2251376"/>
                      <a:pt x="3706266" y="2457195"/>
                    </a:cubicBezTo>
                    <a:cubicBezTo>
                      <a:pt x="3132098" y="3124925"/>
                      <a:pt x="2589274" y="2611359"/>
                      <a:pt x="2548384" y="2446988"/>
                    </a:cubicBezTo>
                    <a:cubicBezTo>
                      <a:pt x="2411721" y="3024903"/>
                      <a:pt x="2005702" y="3164775"/>
                      <a:pt x="1746058" y="3093574"/>
                    </a:cubicBezTo>
                    <a:cubicBezTo>
                      <a:pt x="1486414" y="3022373"/>
                      <a:pt x="990519" y="2612821"/>
                      <a:pt x="990519" y="2019783"/>
                    </a:cubicBezTo>
                    <a:cubicBezTo>
                      <a:pt x="990519" y="1500875"/>
                      <a:pt x="1249504" y="1067935"/>
                      <a:pt x="1593790" y="967808"/>
                    </a:cubicBezTo>
                    <a:cubicBezTo>
                      <a:pt x="1642974" y="953504"/>
                      <a:pt x="1694009" y="949376"/>
                      <a:pt x="1746058" y="945992"/>
                    </a:cubicBezTo>
                    <a:cubicBezTo>
                      <a:pt x="2004670" y="929176"/>
                      <a:pt x="2081338" y="1030119"/>
                      <a:pt x="2206475" y="1173924"/>
                    </a:cubicBezTo>
                    <a:cubicBezTo>
                      <a:pt x="2194343" y="1061758"/>
                      <a:pt x="2187003" y="961165"/>
                      <a:pt x="2185910" y="877882"/>
                    </a:cubicBezTo>
                    <a:lnTo>
                      <a:pt x="2656644" y="803138"/>
                    </a:lnTo>
                    <a:lnTo>
                      <a:pt x="2828567" y="2099525"/>
                    </a:lnTo>
                    <a:cubicBezTo>
                      <a:pt x="2888366" y="2544108"/>
                      <a:pt x="3261961" y="2420799"/>
                      <a:pt x="3362812" y="2002360"/>
                    </a:cubicBezTo>
                    <a:cubicBezTo>
                      <a:pt x="3355320" y="1625023"/>
                      <a:pt x="3366534" y="1729632"/>
                      <a:pt x="3289926" y="1346695"/>
                    </a:cubicBezTo>
                    <a:lnTo>
                      <a:pt x="3290031" y="1346798"/>
                    </a:lnTo>
                    <a:cubicBezTo>
                      <a:pt x="3068547" y="637774"/>
                      <a:pt x="2419129" y="439933"/>
                      <a:pt x="1700745" y="575031"/>
                    </a:cubicBezTo>
                    <a:cubicBezTo>
                      <a:pt x="890947" y="727320"/>
                      <a:pt x="415476" y="1491783"/>
                      <a:pt x="571995" y="2274165"/>
                    </a:cubicBezTo>
                    <a:cubicBezTo>
                      <a:pt x="728513" y="3056546"/>
                      <a:pt x="1580131" y="3572543"/>
                      <a:pt x="2267548" y="3408286"/>
                    </a:cubicBezTo>
                    <a:cubicBezTo>
                      <a:pt x="2796517" y="3281890"/>
                      <a:pt x="2641988" y="3320887"/>
                      <a:pt x="3194376" y="3072653"/>
                    </a:cubicBezTo>
                    <a:cubicBezTo>
                      <a:pt x="3249441" y="3306078"/>
                      <a:pt x="3239115" y="3309742"/>
                      <a:pt x="3268026" y="3509545"/>
                    </a:cubicBezTo>
                    <a:cubicBezTo>
                      <a:pt x="3021841" y="3717756"/>
                      <a:pt x="2685602" y="3836362"/>
                      <a:pt x="2347298" y="3904041"/>
                    </a:cubicBezTo>
                    <a:cubicBezTo>
                      <a:pt x="1157336" y="4112956"/>
                      <a:pt x="289475" y="3581660"/>
                      <a:pt x="42617" y="2380068"/>
                    </a:cubicBezTo>
                    <a:cubicBezTo>
                      <a:pt x="-204242" y="1178477"/>
                      <a:pt x="661862" y="219348"/>
                      <a:pt x="1594841" y="45653"/>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189" name="Google Shape;2189;p50"/>
              <p:cNvSpPr/>
              <p:nvPr/>
            </p:nvSpPr>
            <p:spPr>
              <a:xfrm>
                <a:off x="8506880" y="2771935"/>
                <a:ext cx="315652" cy="359610"/>
              </a:xfrm>
              <a:custGeom>
                <a:rect b="b" l="l" r="r" t="t"/>
                <a:pathLst>
                  <a:path extrusionOk="0" h="3938119" w="3456727">
                    <a:moveTo>
                      <a:pt x="1728364" y="1961325"/>
                    </a:moveTo>
                    <a:cubicBezTo>
                      <a:pt x="1726089" y="2407152"/>
                      <a:pt x="1737463" y="2812034"/>
                      <a:pt x="1735188" y="3257861"/>
                    </a:cubicBezTo>
                    <a:cubicBezTo>
                      <a:pt x="2394830" y="3057694"/>
                      <a:pt x="2610919" y="2352560"/>
                      <a:pt x="2765594" y="1981796"/>
                    </a:cubicBezTo>
                    <a:close/>
                    <a:moveTo>
                      <a:pt x="1728362" y="682044"/>
                    </a:moveTo>
                    <a:cubicBezTo>
                      <a:pt x="1355324" y="868563"/>
                      <a:pt x="1166530" y="952725"/>
                      <a:pt x="609247" y="1002767"/>
                    </a:cubicBezTo>
                    <a:cubicBezTo>
                      <a:pt x="606972" y="1330312"/>
                      <a:pt x="631992" y="1623739"/>
                      <a:pt x="704780" y="1964933"/>
                    </a:cubicBezTo>
                    <a:lnTo>
                      <a:pt x="1728363" y="1971757"/>
                    </a:lnTo>
                    <a:cubicBezTo>
                      <a:pt x="1728363" y="1541853"/>
                      <a:pt x="1728362" y="1111948"/>
                      <a:pt x="1728362" y="682044"/>
                    </a:cubicBezTo>
                    <a:close/>
                    <a:moveTo>
                      <a:pt x="1723409" y="487996"/>
                    </a:moveTo>
                    <a:cubicBezTo>
                      <a:pt x="1725062" y="488690"/>
                      <a:pt x="1726712" y="489384"/>
                      <a:pt x="1728363" y="490064"/>
                    </a:cubicBezTo>
                    <a:cubicBezTo>
                      <a:pt x="1730015" y="489384"/>
                      <a:pt x="1731666" y="488690"/>
                      <a:pt x="1733319" y="487996"/>
                    </a:cubicBezTo>
                    <a:lnTo>
                      <a:pt x="1733319" y="492131"/>
                    </a:lnTo>
                    <a:cubicBezTo>
                      <a:pt x="2179467" y="679460"/>
                      <a:pt x="2405896" y="769409"/>
                      <a:pt x="2817789" y="813808"/>
                    </a:cubicBezTo>
                    <a:cubicBezTo>
                      <a:pt x="2971516" y="823489"/>
                      <a:pt x="3036247" y="875307"/>
                      <a:pt x="3033236" y="1061333"/>
                    </a:cubicBezTo>
                    <a:cubicBezTo>
                      <a:pt x="3015439" y="2441328"/>
                      <a:pt x="2363638" y="3359629"/>
                      <a:pt x="1733319" y="3448048"/>
                    </a:cubicBezTo>
                    <a:lnTo>
                      <a:pt x="1733319" y="3450123"/>
                    </a:lnTo>
                    <a:lnTo>
                      <a:pt x="1728363" y="3449086"/>
                    </a:lnTo>
                    <a:lnTo>
                      <a:pt x="1723409" y="3450123"/>
                    </a:lnTo>
                    <a:lnTo>
                      <a:pt x="1723409" y="3448048"/>
                    </a:lnTo>
                    <a:cubicBezTo>
                      <a:pt x="1093089" y="3359629"/>
                      <a:pt x="441289" y="2441328"/>
                      <a:pt x="423491" y="1061333"/>
                    </a:cubicBezTo>
                    <a:cubicBezTo>
                      <a:pt x="420479" y="875307"/>
                      <a:pt x="485211" y="823489"/>
                      <a:pt x="638937" y="813808"/>
                    </a:cubicBezTo>
                    <a:cubicBezTo>
                      <a:pt x="1050832" y="769409"/>
                      <a:pt x="1277261" y="679460"/>
                      <a:pt x="1723409" y="492131"/>
                    </a:cubicBezTo>
                    <a:close/>
                    <a:moveTo>
                      <a:pt x="1722802" y="306889"/>
                    </a:moveTo>
                    <a:lnTo>
                      <a:pt x="1722802" y="311530"/>
                    </a:lnTo>
                    <a:cubicBezTo>
                      <a:pt x="1222099" y="521767"/>
                      <a:pt x="967982" y="622713"/>
                      <a:pt x="505720" y="672542"/>
                    </a:cubicBezTo>
                    <a:cubicBezTo>
                      <a:pt x="333196" y="683408"/>
                      <a:pt x="260550" y="741561"/>
                      <a:pt x="263929" y="950334"/>
                    </a:cubicBezTo>
                    <a:cubicBezTo>
                      <a:pt x="283902" y="2499079"/>
                      <a:pt x="1015407" y="3529669"/>
                      <a:pt x="1722802" y="3628902"/>
                    </a:cubicBezTo>
                    <a:lnTo>
                      <a:pt x="1722802" y="3631230"/>
                    </a:lnTo>
                    <a:lnTo>
                      <a:pt x="1728365" y="3630065"/>
                    </a:lnTo>
                    <a:lnTo>
                      <a:pt x="1733925" y="3631230"/>
                    </a:lnTo>
                    <a:lnTo>
                      <a:pt x="1733925" y="3628902"/>
                    </a:lnTo>
                    <a:cubicBezTo>
                      <a:pt x="2441322" y="3529669"/>
                      <a:pt x="3172826" y="2499079"/>
                      <a:pt x="3192800" y="950334"/>
                    </a:cubicBezTo>
                    <a:cubicBezTo>
                      <a:pt x="3196179" y="741561"/>
                      <a:pt x="3123532" y="683408"/>
                      <a:pt x="2951007" y="672542"/>
                    </a:cubicBezTo>
                    <a:cubicBezTo>
                      <a:pt x="2488747" y="622713"/>
                      <a:pt x="2234630" y="521767"/>
                      <a:pt x="1733925" y="311530"/>
                    </a:cubicBezTo>
                    <a:lnTo>
                      <a:pt x="1733925" y="306889"/>
                    </a:lnTo>
                    <a:cubicBezTo>
                      <a:pt x="1732071" y="307669"/>
                      <a:pt x="1730218" y="308445"/>
                      <a:pt x="1728365" y="309209"/>
                    </a:cubicBezTo>
                    <a:cubicBezTo>
                      <a:pt x="1726510" y="308445"/>
                      <a:pt x="1724659" y="307669"/>
                      <a:pt x="1722802" y="306889"/>
                    </a:cubicBezTo>
                    <a:close/>
                    <a:moveTo>
                      <a:pt x="1721800" y="0"/>
                    </a:moveTo>
                    <a:cubicBezTo>
                      <a:pt x="1723991" y="923"/>
                      <a:pt x="1726176" y="1844"/>
                      <a:pt x="1728363" y="2749"/>
                    </a:cubicBezTo>
                    <a:cubicBezTo>
                      <a:pt x="1730551" y="1844"/>
                      <a:pt x="1732737" y="923"/>
                      <a:pt x="1734926" y="0"/>
                    </a:cubicBezTo>
                    <a:lnTo>
                      <a:pt x="1734926" y="5497"/>
                    </a:lnTo>
                    <a:cubicBezTo>
                      <a:pt x="2325825" y="254550"/>
                      <a:pt x="2625718" y="374136"/>
                      <a:pt x="3171248" y="433164"/>
                    </a:cubicBezTo>
                    <a:cubicBezTo>
                      <a:pt x="3374850" y="446035"/>
                      <a:pt x="3460584" y="514926"/>
                      <a:pt x="3456595" y="762245"/>
                    </a:cubicBezTo>
                    <a:cubicBezTo>
                      <a:pt x="3433024" y="2596936"/>
                      <a:pt x="2569749" y="3817807"/>
                      <a:pt x="1734926" y="3935360"/>
                    </a:cubicBezTo>
                    <a:lnTo>
                      <a:pt x="1734926" y="3938119"/>
                    </a:lnTo>
                    <a:lnTo>
                      <a:pt x="1728363" y="3936740"/>
                    </a:lnTo>
                    <a:lnTo>
                      <a:pt x="1721800" y="3938119"/>
                    </a:lnTo>
                    <a:lnTo>
                      <a:pt x="1721800" y="3935360"/>
                    </a:lnTo>
                    <a:cubicBezTo>
                      <a:pt x="886977" y="3817807"/>
                      <a:pt x="23703" y="2596936"/>
                      <a:pt x="132" y="762245"/>
                    </a:cubicBezTo>
                    <a:cubicBezTo>
                      <a:pt x="-3858" y="514926"/>
                      <a:pt x="81876" y="446035"/>
                      <a:pt x="285478" y="433164"/>
                    </a:cubicBezTo>
                    <a:cubicBezTo>
                      <a:pt x="831010" y="374136"/>
                      <a:pt x="1130903" y="254550"/>
                      <a:pt x="1721800" y="549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190" name="Google Shape;2190;p50"/>
              <p:cNvSpPr/>
              <p:nvPr/>
            </p:nvSpPr>
            <p:spPr>
              <a:xfrm>
                <a:off x="9655543" y="2519661"/>
                <a:ext cx="338578" cy="338540"/>
              </a:xfrm>
              <a:custGeom>
                <a:rect b="b" l="l" r="r" t="t"/>
                <a:pathLst>
                  <a:path extrusionOk="0" h="3960000" w="3960440">
                    <a:moveTo>
                      <a:pt x="2764687" y="782779"/>
                    </a:moveTo>
                    <a:cubicBezTo>
                      <a:pt x="2512183" y="782779"/>
                      <a:pt x="2307488" y="987475"/>
                      <a:pt x="2307487" y="1239980"/>
                    </a:cubicBezTo>
                    <a:cubicBezTo>
                      <a:pt x="2307487" y="1241985"/>
                      <a:pt x="2307500" y="1243987"/>
                      <a:pt x="2308092" y="1245978"/>
                    </a:cubicBezTo>
                    <a:lnTo>
                      <a:pt x="1570677" y="1632536"/>
                    </a:lnTo>
                    <a:cubicBezTo>
                      <a:pt x="1488749" y="1552118"/>
                      <a:pt x="1376387" y="1502860"/>
                      <a:pt x="1252520" y="1502859"/>
                    </a:cubicBezTo>
                    <a:cubicBezTo>
                      <a:pt x="1000014" y="1502859"/>
                      <a:pt x="795319" y="1707555"/>
                      <a:pt x="795319" y="1960060"/>
                    </a:cubicBezTo>
                    <a:cubicBezTo>
                      <a:pt x="795319" y="2212565"/>
                      <a:pt x="1000014" y="2417260"/>
                      <a:pt x="1252520" y="2417260"/>
                    </a:cubicBezTo>
                    <a:cubicBezTo>
                      <a:pt x="1361432" y="2417260"/>
                      <a:pt x="1461449" y="2379178"/>
                      <a:pt x="1538674" y="2313987"/>
                    </a:cubicBezTo>
                    <a:lnTo>
                      <a:pt x="2308734" y="2717656"/>
                    </a:lnTo>
                    <a:cubicBezTo>
                      <a:pt x="2314220" y="2964461"/>
                      <a:pt x="2516327" y="3162492"/>
                      <a:pt x="2764688" y="3162492"/>
                    </a:cubicBezTo>
                    <a:cubicBezTo>
                      <a:pt x="3017192" y="3162492"/>
                      <a:pt x="3221888" y="2957797"/>
                      <a:pt x="3221887" y="2705292"/>
                    </a:cubicBezTo>
                    <a:cubicBezTo>
                      <a:pt x="3221887" y="2452786"/>
                      <a:pt x="3017192" y="2248092"/>
                      <a:pt x="2764688" y="2248092"/>
                    </a:cubicBezTo>
                    <a:cubicBezTo>
                      <a:pt x="2638870" y="2248092"/>
                      <a:pt x="2524924" y="2298913"/>
                      <a:pt x="2442337" y="2381228"/>
                    </a:cubicBezTo>
                    <a:lnTo>
                      <a:pt x="1706164" y="1995322"/>
                    </a:lnTo>
                    <a:lnTo>
                      <a:pt x="1709074" y="1966451"/>
                    </a:lnTo>
                    <a:lnTo>
                      <a:pt x="2455698" y="1575067"/>
                    </a:lnTo>
                    <a:cubicBezTo>
                      <a:pt x="2536225" y="1651261"/>
                      <a:pt x="2645094" y="1697180"/>
                      <a:pt x="2764687" y="1697179"/>
                    </a:cubicBezTo>
                    <a:cubicBezTo>
                      <a:pt x="3017193" y="1697180"/>
                      <a:pt x="3221887" y="1492485"/>
                      <a:pt x="3221888" y="1239980"/>
                    </a:cubicBezTo>
                    <a:cubicBezTo>
                      <a:pt x="3221887" y="987475"/>
                      <a:pt x="3017193" y="782779"/>
                      <a:pt x="2764687" y="782779"/>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191" name="Google Shape;2191;p50"/>
              <p:cNvSpPr/>
              <p:nvPr/>
            </p:nvSpPr>
            <p:spPr>
              <a:xfrm rot="2648398">
                <a:off x="8942310" y="2514803"/>
                <a:ext cx="148930" cy="380894"/>
              </a:xfrm>
              <a:custGeom>
                <a:rect b="b" l="l" r="r" t="t"/>
                <a:pathLst>
                  <a:path extrusionOk="0" h="4764557" w="1862952">
                    <a:moveTo>
                      <a:pt x="289679" y="2004751"/>
                    </a:moveTo>
                    <a:cubicBezTo>
                      <a:pt x="458860" y="1838972"/>
                      <a:pt x="691283" y="1737733"/>
                      <a:pt x="946849" y="1740329"/>
                    </a:cubicBezTo>
                    <a:cubicBezTo>
                      <a:pt x="982916" y="1740695"/>
                      <a:pt x="1018481" y="1743119"/>
                      <a:pt x="1053366" y="1748014"/>
                    </a:cubicBezTo>
                    <a:cubicBezTo>
                      <a:pt x="1317748" y="1888655"/>
                      <a:pt x="1203170" y="2165630"/>
                      <a:pt x="978473" y="2204473"/>
                    </a:cubicBezTo>
                    <a:cubicBezTo>
                      <a:pt x="966642" y="2201190"/>
                      <a:pt x="954470" y="2200566"/>
                      <a:pt x="942176" y="2200441"/>
                    </a:cubicBezTo>
                    <a:cubicBezTo>
                      <a:pt x="697403" y="2197955"/>
                      <a:pt x="496962" y="2394367"/>
                      <a:pt x="494475" y="2639137"/>
                    </a:cubicBezTo>
                    <a:lnTo>
                      <a:pt x="482110" y="3856696"/>
                    </a:lnTo>
                    <a:cubicBezTo>
                      <a:pt x="479624" y="4101467"/>
                      <a:pt x="676035" y="4301910"/>
                      <a:pt x="920807" y="4304396"/>
                    </a:cubicBezTo>
                    <a:cubicBezTo>
                      <a:pt x="1043193" y="4305639"/>
                      <a:pt x="1154496" y="4257158"/>
                      <a:pt x="1235513" y="4177768"/>
                    </a:cubicBezTo>
                    <a:cubicBezTo>
                      <a:pt x="1316531" y="4098380"/>
                      <a:pt x="1367262" y="3988084"/>
                      <a:pt x="1368506" y="3865699"/>
                    </a:cubicBezTo>
                    <a:lnTo>
                      <a:pt x="1375662" y="3161156"/>
                    </a:lnTo>
                    <a:cubicBezTo>
                      <a:pt x="1504082" y="3167548"/>
                      <a:pt x="1792622" y="2981572"/>
                      <a:pt x="1861834" y="2783546"/>
                    </a:cubicBezTo>
                    <a:lnTo>
                      <a:pt x="1851019" y="3848423"/>
                    </a:lnTo>
                    <a:cubicBezTo>
                      <a:pt x="1848423" y="4103989"/>
                      <a:pt x="1742485" y="4334308"/>
                      <a:pt x="1573304" y="4500088"/>
                    </a:cubicBezTo>
                    <a:cubicBezTo>
                      <a:pt x="1404123" y="4665866"/>
                      <a:pt x="1171700" y="4767105"/>
                      <a:pt x="916134" y="4764509"/>
                    </a:cubicBezTo>
                    <a:cubicBezTo>
                      <a:pt x="405002" y="4759318"/>
                      <a:pt x="-5143" y="4340756"/>
                      <a:pt x="48" y="3829624"/>
                    </a:cubicBezTo>
                    <a:lnTo>
                      <a:pt x="11964" y="2656415"/>
                    </a:lnTo>
                    <a:cubicBezTo>
                      <a:pt x="14559" y="2400849"/>
                      <a:pt x="120498" y="2170529"/>
                      <a:pt x="289679" y="2004751"/>
                    </a:cubicBezTo>
                    <a:close/>
                    <a:moveTo>
                      <a:pt x="282968" y="271082"/>
                    </a:moveTo>
                    <a:cubicBezTo>
                      <a:pt x="450457" y="103594"/>
                      <a:pt x="681840" y="0"/>
                      <a:pt x="937419" y="0"/>
                    </a:cubicBezTo>
                    <a:cubicBezTo>
                      <a:pt x="1448577" y="0"/>
                      <a:pt x="1862952" y="414375"/>
                      <a:pt x="1862952" y="925533"/>
                    </a:cubicBezTo>
                    <a:lnTo>
                      <a:pt x="1862952" y="2098803"/>
                    </a:lnTo>
                    <a:cubicBezTo>
                      <a:pt x="1862952" y="2609961"/>
                      <a:pt x="1448577" y="3024336"/>
                      <a:pt x="937419" y="3024336"/>
                    </a:cubicBezTo>
                    <a:cubicBezTo>
                      <a:pt x="901350" y="3024336"/>
                      <a:pt x="865762" y="3022273"/>
                      <a:pt x="830829" y="3017733"/>
                    </a:cubicBezTo>
                    <a:cubicBezTo>
                      <a:pt x="565032" y="2879784"/>
                      <a:pt x="676792" y="2601660"/>
                      <a:pt x="901083" y="2560538"/>
                    </a:cubicBezTo>
                    <a:cubicBezTo>
                      <a:pt x="912947" y="2563700"/>
                      <a:pt x="925124" y="2564200"/>
                      <a:pt x="937419" y="2564200"/>
                    </a:cubicBezTo>
                    <a:cubicBezTo>
                      <a:pt x="1182204" y="2564200"/>
                      <a:pt x="1380640" y="2365763"/>
                      <a:pt x="1380641" y="2120980"/>
                    </a:cubicBezTo>
                    <a:lnTo>
                      <a:pt x="1380640" y="903358"/>
                    </a:lnTo>
                    <a:cubicBezTo>
                      <a:pt x="1380640" y="658574"/>
                      <a:pt x="1182204" y="460137"/>
                      <a:pt x="937419" y="460137"/>
                    </a:cubicBezTo>
                    <a:cubicBezTo>
                      <a:pt x="815027" y="460137"/>
                      <a:pt x="704222" y="509746"/>
                      <a:pt x="624015" y="589954"/>
                    </a:cubicBezTo>
                    <a:cubicBezTo>
                      <a:pt x="543808" y="670161"/>
                      <a:pt x="494199" y="780966"/>
                      <a:pt x="494199" y="903358"/>
                    </a:cubicBezTo>
                    <a:lnTo>
                      <a:pt x="494198" y="1607937"/>
                    </a:lnTo>
                    <a:cubicBezTo>
                      <a:pt x="365720" y="1602850"/>
                      <a:pt x="79084" y="1791747"/>
                      <a:pt x="11886" y="1990465"/>
                    </a:cubicBezTo>
                    <a:lnTo>
                      <a:pt x="11886" y="925533"/>
                    </a:lnTo>
                    <a:cubicBezTo>
                      <a:pt x="11886" y="669954"/>
                      <a:pt x="115480" y="438571"/>
                      <a:pt x="282968" y="271082"/>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192" name="Google Shape;2192;p50"/>
              <p:cNvSpPr/>
              <p:nvPr/>
            </p:nvSpPr>
            <p:spPr>
              <a:xfrm rot="8580000">
                <a:off x="8651645" y="4749636"/>
                <a:ext cx="318301" cy="317452"/>
              </a:xfrm>
              <a:custGeom>
                <a:rect b="b" l="l" r="r" t="t"/>
                <a:pathLst>
                  <a:path extrusionOk="0" h="3862045" w="3872365">
                    <a:moveTo>
                      <a:pt x="1786489" y="808318"/>
                    </a:moveTo>
                    <a:cubicBezTo>
                      <a:pt x="1525809" y="610106"/>
                      <a:pt x="1257124" y="397966"/>
                      <a:pt x="1040385" y="230829"/>
                    </a:cubicBezTo>
                    <a:cubicBezTo>
                      <a:pt x="1905215" y="-194386"/>
                      <a:pt x="2650439" y="24572"/>
                      <a:pt x="3162062" y="429660"/>
                    </a:cubicBezTo>
                    <a:cubicBezTo>
                      <a:pt x="3007351" y="875340"/>
                      <a:pt x="2905932" y="1443216"/>
                      <a:pt x="2745609" y="1410478"/>
                    </a:cubicBezTo>
                    <a:cubicBezTo>
                      <a:pt x="2633182" y="1430335"/>
                      <a:pt x="2220955" y="1138671"/>
                      <a:pt x="1786489" y="808318"/>
                    </a:cubicBezTo>
                    <a:close/>
                    <a:moveTo>
                      <a:pt x="2701004" y="2590217"/>
                    </a:moveTo>
                    <a:cubicBezTo>
                      <a:pt x="2682933" y="2576481"/>
                      <a:pt x="2672282" y="2559744"/>
                      <a:pt x="2670336" y="2539383"/>
                    </a:cubicBezTo>
                    <a:cubicBezTo>
                      <a:pt x="2587360" y="2376647"/>
                      <a:pt x="3042640" y="1246798"/>
                      <a:pt x="3299881" y="563773"/>
                    </a:cubicBezTo>
                    <a:cubicBezTo>
                      <a:pt x="3959368" y="1266493"/>
                      <a:pt x="3967860" y="2043171"/>
                      <a:pt x="3730056" y="2650875"/>
                    </a:cubicBezTo>
                    <a:cubicBezTo>
                      <a:pt x="3317547" y="2635434"/>
                      <a:pt x="2827499" y="2686366"/>
                      <a:pt x="2701004" y="2590217"/>
                    </a:cubicBezTo>
                    <a:close/>
                    <a:moveTo>
                      <a:pt x="19691" y="2248546"/>
                    </a:moveTo>
                    <a:cubicBezTo>
                      <a:pt x="-100797" y="1292396"/>
                      <a:pt x="348853" y="659059"/>
                      <a:pt x="898439" y="307194"/>
                    </a:cubicBezTo>
                    <a:cubicBezTo>
                      <a:pt x="1269469" y="598575"/>
                      <a:pt x="1773388" y="879352"/>
                      <a:pt x="1690237" y="1020281"/>
                    </a:cubicBezTo>
                    <a:cubicBezTo>
                      <a:pt x="1661713" y="1200709"/>
                      <a:pt x="629275" y="1847170"/>
                      <a:pt x="19691" y="2248546"/>
                    </a:cubicBezTo>
                    <a:close/>
                    <a:moveTo>
                      <a:pt x="1805382" y="3858278"/>
                    </a:moveTo>
                    <a:cubicBezTo>
                      <a:pt x="1676483" y="3404460"/>
                      <a:pt x="1433840" y="2881111"/>
                      <a:pt x="1583946" y="2815971"/>
                    </a:cubicBezTo>
                    <a:cubicBezTo>
                      <a:pt x="1713076" y="2686769"/>
                      <a:pt x="2928316" y="2770622"/>
                      <a:pt x="3657403" y="2804207"/>
                    </a:cubicBezTo>
                    <a:cubicBezTo>
                      <a:pt x="3192869" y="3648569"/>
                      <a:pt x="2456828" y="3896652"/>
                      <a:pt x="1805382" y="3858278"/>
                    </a:cubicBezTo>
                    <a:close/>
                    <a:moveTo>
                      <a:pt x="762284" y="3480575"/>
                    </a:moveTo>
                    <a:cubicBezTo>
                      <a:pt x="380940" y="3198297"/>
                      <a:pt x="161300" y="2806810"/>
                      <a:pt x="58293" y="2412172"/>
                    </a:cubicBezTo>
                    <a:cubicBezTo>
                      <a:pt x="450067" y="2149344"/>
                      <a:pt x="872820" y="1756853"/>
                      <a:pt x="981158" y="1879484"/>
                    </a:cubicBezTo>
                    <a:cubicBezTo>
                      <a:pt x="1143940" y="1962367"/>
                      <a:pt x="1439720" y="3144041"/>
                      <a:pt x="1633080" y="3847823"/>
                    </a:cubicBezTo>
                    <a:cubicBezTo>
                      <a:pt x="1278110" y="3779994"/>
                      <a:pt x="991090" y="3649942"/>
                      <a:pt x="762284" y="348057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193" name="Google Shape;2193;p50"/>
              <p:cNvSpPr/>
              <p:nvPr/>
            </p:nvSpPr>
            <p:spPr>
              <a:xfrm>
                <a:off x="8268788" y="3120081"/>
                <a:ext cx="291831" cy="251871"/>
              </a:xfrm>
              <a:custGeom>
                <a:rect b="b" l="l" r="r" t="t"/>
                <a:pathLst>
                  <a:path extrusionOk="0" h="316007" w="366142">
                    <a:moveTo>
                      <a:pt x="241139" y="0"/>
                    </a:moveTo>
                    <a:cubicBezTo>
                      <a:pt x="265040" y="0"/>
                      <a:pt x="292051" y="14516"/>
                      <a:pt x="306633" y="31202"/>
                    </a:cubicBezTo>
                    <a:cubicBezTo>
                      <a:pt x="327151" y="29858"/>
                      <a:pt x="335397" y="19692"/>
                      <a:pt x="349699" y="10558"/>
                    </a:cubicBezTo>
                    <a:cubicBezTo>
                      <a:pt x="343170" y="29574"/>
                      <a:pt x="336047" y="54091"/>
                      <a:pt x="325569" y="59830"/>
                    </a:cubicBezTo>
                    <a:cubicBezTo>
                      <a:pt x="340338" y="61437"/>
                      <a:pt x="353079" y="55334"/>
                      <a:pt x="366142" y="52395"/>
                    </a:cubicBezTo>
                    <a:cubicBezTo>
                      <a:pt x="361514" y="66282"/>
                      <a:pt x="342655" y="74263"/>
                      <a:pt x="334454" y="94697"/>
                    </a:cubicBezTo>
                    <a:cubicBezTo>
                      <a:pt x="326254" y="115131"/>
                      <a:pt x="329982" y="126199"/>
                      <a:pt x="316939" y="174999"/>
                    </a:cubicBezTo>
                    <a:cubicBezTo>
                      <a:pt x="296102" y="242622"/>
                      <a:pt x="276174" y="279635"/>
                      <a:pt x="184305" y="311458"/>
                    </a:cubicBezTo>
                    <a:cubicBezTo>
                      <a:pt x="152057" y="320905"/>
                      <a:pt x="83508" y="315693"/>
                      <a:pt x="27716" y="295316"/>
                    </a:cubicBezTo>
                    <a:lnTo>
                      <a:pt x="0" y="281129"/>
                    </a:lnTo>
                    <a:lnTo>
                      <a:pt x="0" y="268036"/>
                    </a:lnTo>
                    <a:lnTo>
                      <a:pt x="23178" y="266110"/>
                    </a:lnTo>
                    <a:cubicBezTo>
                      <a:pt x="63548" y="261698"/>
                      <a:pt x="90116" y="254801"/>
                      <a:pt x="108726" y="240807"/>
                    </a:cubicBezTo>
                    <a:cubicBezTo>
                      <a:pt x="87700" y="241375"/>
                      <a:pt x="35310" y="244403"/>
                      <a:pt x="20535" y="200079"/>
                    </a:cubicBezTo>
                    <a:cubicBezTo>
                      <a:pt x="37583" y="203299"/>
                      <a:pt x="59856" y="197334"/>
                      <a:pt x="70653" y="194871"/>
                    </a:cubicBezTo>
                    <a:cubicBezTo>
                      <a:pt x="57204" y="189662"/>
                      <a:pt x="37595" y="181773"/>
                      <a:pt x="20899" y="168840"/>
                    </a:cubicBezTo>
                    <a:lnTo>
                      <a:pt x="0" y="146258"/>
                    </a:lnTo>
                    <a:lnTo>
                      <a:pt x="0" y="116697"/>
                    </a:lnTo>
                    <a:lnTo>
                      <a:pt x="14104" y="121836"/>
                    </a:lnTo>
                    <a:cubicBezTo>
                      <a:pt x="23887" y="123910"/>
                      <a:pt x="33812" y="125203"/>
                      <a:pt x="40441" y="126434"/>
                    </a:cubicBezTo>
                    <a:cubicBezTo>
                      <a:pt x="9945" y="103325"/>
                      <a:pt x="-5039" y="60063"/>
                      <a:pt x="20722" y="8541"/>
                    </a:cubicBezTo>
                    <a:cubicBezTo>
                      <a:pt x="76047" y="73391"/>
                      <a:pt x="116697" y="97001"/>
                      <a:pt x="168525" y="104817"/>
                    </a:cubicBezTo>
                    <a:cubicBezTo>
                      <a:pt x="166649" y="98530"/>
                      <a:pt x="164888" y="89662"/>
                      <a:pt x="165796" y="68430"/>
                    </a:cubicBezTo>
                    <a:cubicBezTo>
                      <a:pt x="166838" y="44047"/>
                      <a:pt x="190944" y="0"/>
                      <a:pt x="241139"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2194" name="Google Shape;2194;p50"/>
              <p:cNvSpPr/>
              <p:nvPr/>
            </p:nvSpPr>
            <p:spPr>
              <a:xfrm>
                <a:off x="10509375" y="4197069"/>
                <a:ext cx="172150" cy="348350"/>
              </a:xfrm>
              <a:custGeom>
                <a:rect b="b" l="l" r="r" t="t"/>
                <a:pathLst>
                  <a:path extrusionOk="0" h="455920" w="225309">
                    <a:moveTo>
                      <a:pt x="139383" y="455355"/>
                    </a:moveTo>
                    <a:lnTo>
                      <a:pt x="139383" y="455920"/>
                    </a:lnTo>
                    <a:lnTo>
                      <a:pt x="139383" y="455355"/>
                    </a:lnTo>
                    <a:close/>
                    <a:moveTo>
                      <a:pt x="54403" y="455920"/>
                    </a:moveTo>
                    <a:lnTo>
                      <a:pt x="54403" y="455355"/>
                    </a:lnTo>
                    <a:lnTo>
                      <a:pt x="54403" y="455920"/>
                    </a:lnTo>
                    <a:close/>
                    <a:moveTo>
                      <a:pt x="193296" y="6"/>
                    </a:moveTo>
                    <a:cubicBezTo>
                      <a:pt x="204595" y="73"/>
                      <a:pt x="214144" y="770"/>
                      <a:pt x="225309" y="2823"/>
                    </a:cubicBezTo>
                    <a:cubicBezTo>
                      <a:pt x="225271" y="27274"/>
                      <a:pt x="222913" y="50194"/>
                      <a:pt x="219909" y="69600"/>
                    </a:cubicBezTo>
                    <a:cubicBezTo>
                      <a:pt x="188141" y="67117"/>
                      <a:pt x="138250" y="66776"/>
                      <a:pt x="139383" y="96177"/>
                    </a:cubicBezTo>
                    <a:lnTo>
                      <a:pt x="139383" y="140898"/>
                    </a:lnTo>
                    <a:lnTo>
                      <a:pt x="217171" y="140898"/>
                    </a:lnTo>
                    <a:lnTo>
                      <a:pt x="211626" y="215050"/>
                    </a:lnTo>
                    <a:lnTo>
                      <a:pt x="139383" y="216436"/>
                    </a:lnTo>
                    <a:lnTo>
                      <a:pt x="139383" y="455355"/>
                    </a:lnTo>
                    <a:lnTo>
                      <a:pt x="54403" y="455355"/>
                    </a:lnTo>
                    <a:lnTo>
                      <a:pt x="54403" y="216436"/>
                    </a:lnTo>
                    <a:lnTo>
                      <a:pt x="0" y="216436"/>
                    </a:lnTo>
                    <a:lnTo>
                      <a:pt x="0" y="140898"/>
                    </a:lnTo>
                    <a:lnTo>
                      <a:pt x="54403" y="140898"/>
                    </a:lnTo>
                    <a:lnTo>
                      <a:pt x="54403" y="90429"/>
                    </a:lnTo>
                    <a:cubicBezTo>
                      <a:pt x="54356" y="90266"/>
                      <a:pt x="54310" y="90103"/>
                      <a:pt x="54263" y="89940"/>
                    </a:cubicBezTo>
                    <a:cubicBezTo>
                      <a:pt x="54393" y="21715"/>
                      <a:pt x="104084" y="2174"/>
                      <a:pt x="150786" y="971"/>
                    </a:cubicBezTo>
                    <a:cubicBezTo>
                      <a:pt x="168948" y="503"/>
                      <a:pt x="181997" y="-60"/>
                      <a:pt x="193296" y="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2195" name="Google Shape;2195;p50"/>
              <p:cNvSpPr/>
              <p:nvPr/>
            </p:nvSpPr>
            <p:spPr>
              <a:xfrm>
                <a:off x="8105957" y="3478924"/>
                <a:ext cx="284621" cy="282605"/>
              </a:xfrm>
              <a:custGeom>
                <a:rect b="b" l="l" r="r" t="t"/>
                <a:pathLst>
                  <a:path extrusionOk="0" h="297454" w="299575">
                    <a:moveTo>
                      <a:pt x="249204" y="123541"/>
                    </a:moveTo>
                    <a:cubicBezTo>
                      <a:pt x="240190" y="123011"/>
                      <a:pt x="239659" y="128843"/>
                      <a:pt x="241250" y="136266"/>
                    </a:cubicBezTo>
                    <a:cubicBezTo>
                      <a:pt x="245492" y="158536"/>
                      <a:pt x="240720" y="179214"/>
                      <a:pt x="229055" y="198302"/>
                    </a:cubicBezTo>
                    <a:cubicBezTo>
                      <a:pt x="206255" y="234888"/>
                      <a:pt x="158536" y="250264"/>
                      <a:pt x="116648" y="234888"/>
                    </a:cubicBezTo>
                    <a:cubicBezTo>
                      <a:pt x="83774" y="222692"/>
                      <a:pt x="50901" y="185577"/>
                      <a:pt x="59914" y="135736"/>
                    </a:cubicBezTo>
                    <a:cubicBezTo>
                      <a:pt x="60444" y="132555"/>
                      <a:pt x="62565" y="127252"/>
                      <a:pt x="58324" y="125662"/>
                    </a:cubicBezTo>
                    <a:cubicBezTo>
                      <a:pt x="51431" y="122481"/>
                      <a:pt x="43477" y="123541"/>
                      <a:pt x="36585" y="125131"/>
                    </a:cubicBezTo>
                    <a:cubicBezTo>
                      <a:pt x="30222" y="126722"/>
                      <a:pt x="31813" y="133085"/>
                      <a:pt x="31813" y="137857"/>
                    </a:cubicBezTo>
                    <a:cubicBezTo>
                      <a:pt x="31813" y="174442"/>
                      <a:pt x="31813" y="210497"/>
                      <a:pt x="31813" y="247082"/>
                    </a:cubicBezTo>
                    <a:cubicBezTo>
                      <a:pt x="31813" y="262989"/>
                      <a:pt x="35524" y="266701"/>
                      <a:pt x="51961" y="266701"/>
                    </a:cubicBezTo>
                    <a:cubicBezTo>
                      <a:pt x="84835" y="266701"/>
                      <a:pt x="117178" y="266701"/>
                      <a:pt x="150052" y="266701"/>
                    </a:cubicBezTo>
                    <a:cubicBezTo>
                      <a:pt x="183456" y="266701"/>
                      <a:pt x="217390" y="266701"/>
                      <a:pt x="250794" y="266701"/>
                    </a:cubicBezTo>
                    <a:cubicBezTo>
                      <a:pt x="262459" y="266701"/>
                      <a:pt x="269352" y="261929"/>
                      <a:pt x="269352" y="250264"/>
                    </a:cubicBezTo>
                    <a:cubicBezTo>
                      <a:pt x="269352" y="211558"/>
                      <a:pt x="269352" y="173382"/>
                      <a:pt x="269352" y="134675"/>
                    </a:cubicBezTo>
                    <a:cubicBezTo>
                      <a:pt x="268822" y="126987"/>
                      <a:pt x="265773" y="124337"/>
                      <a:pt x="261863" y="123541"/>
                    </a:cubicBezTo>
                    <a:cubicBezTo>
                      <a:pt x="257952" y="122746"/>
                      <a:pt x="253180" y="123806"/>
                      <a:pt x="249204" y="123541"/>
                    </a:cubicBezTo>
                    <a:close/>
                    <a:moveTo>
                      <a:pt x="151642" y="88016"/>
                    </a:moveTo>
                    <a:cubicBezTo>
                      <a:pt x="116648" y="87486"/>
                      <a:pt x="89076" y="113997"/>
                      <a:pt x="89076" y="147931"/>
                    </a:cubicBezTo>
                    <a:cubicBezTo>
                      <a:pt x="89076" y="180805"/>
                      <a:pt x="117178" y="208377"/>
                      <a:pt x="150582" y="208377"/>
                    </a:cubicBezTo>
                    <a:cubicBezTo>
                      <a:pt x="183986" y="208377"/>
                      <a:pt x="212088" y="181335"/>
                      <a:pt x="212088" y="148461"/>
                    </a:cubicBezTo>
                    <a:cubicBezTo>
                      <a:pt x="212088" y="115058"/>
                      <a:pt x="185577" y="88546"/>
                      <a:pt x="151642" y="88016"/>
                    </a:cubicBezTo>
                    <a:close/>
                    <a:moveTo>
                      <a:pt x="234357" y="29162"/>
                    </a:moveTo>
                    <a:cubicBezTo>
                      <a:pt x="207846" y="29162"/>
                      <a:pt x="204135" y="32873"/>
                      <a:pt x="203605" y="60444"/>
                    </a:cubicBezTo>
                    <a:cubicBezTo>
                      <a:pt x="203605" y="90137"/>
                      <a:pt x="205195" y="92258"/>
                      <a:pt x="235948" y="92258"/>
                    </a:cubicBezTo>
                    <a:cubicBezTo>
                      <a:pt x="267762" y="92258"/>
                      <a:pt x="268822" y="91197"/>
                      <a:pt x="268822" y="59914"/>
                    </a:cubicBezTo>
                    <a:cubicBezTo>
                      <a:pt x="268822" y="57794"/>
                      <a:pt x="268822" y="55673"/>
                      <a:pt x="268822" y="53552"/>
                    </a:cubicBezTo>
                    <a:cubicBezTo>
                      <a:pt x="268822" y="35524"/>
                      <a:pt x="263519" y="29692"/>
                      <a:pt x="245492" y="29162"/>
                    </a:cubicBezTo>
                    <a:cubicBezTo>
                      <a:pt x="241781" y="29162"/>
                      <a:pt x="238069" y="29162"/>
                      <a:pt x="234357" y="29162"/>
                    </a:cubicBezTo>
                    <a:close/>
                    <a:moveTo>
                      <a:pt x="41887" y="0"/>
                    </a:moveTo>
                    <a:cubicBezTo>
                      <a:pt x="113998" y="0"/>
                      <a:pt x="186108" y="0"/>
                      <a:pt x="258217" y="0"/>
                    </a:cubicBezTo>
                    <a:cubicBezTo>
                      <a:pt x="284728" y="0"/>
                      <a:pt x="299575" y="14846"/>
                      <a:pt x="299575" y="41887"/>
                    </a:cubicBezTo>
                    <a:cubicBezTo>
                      <a:pt x="299575" y="112937"/>
                      <a:pt x="299575" y="184517"/>
                      <a:pt x="299575" y="255567"/>
                    </a:cubicBezTo>
                    <a:cubicBezTo>
                      <a:pt x="299575" y="283138"/>
                      <a:pt x="285789" y="297454"/>
                      <a:pt x="257687" y="297454"/>
                    </a:cubicBezTo>
                    <a:cubicBezTo>
                      <a:pt x="221632" y="297454"/>
                      <a:pt x="185577" y="297454"/>
                      <a:pt x="149522" y="297454"/>
                    </a:cubicBezTo>
                    <a:cubicBezTo>
                      <a:pt x="113467" y="297454"/>
                      <a:pt x="77412" y="297454"/>
                      <a:pt x="41357" y="297454"/>
                    </a:cubicBezTo>
                    <a:cubicBezTo>
                      <a:pt x="14315" y="297454"/>
                      <a:pt x="0" y="283138"/>
                      <a:pt x="0" y="256096"/>
                    </a:cubicBezTo>
                    <a:cubicBezTo>
                      <a:pt x="0" y="184517"/>
                      <a:pt x="0" y="112937"/>
                      <a:pt x="0" y="41357"/>
                    </a:cubicBezTo>
                    <a:cubicBezTo>
                      <a:pt x="0" y="14315"/>
                      <a:pt x="14846" y="0"/>
                      <a:pt x="41887"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grpSp>
        <p:grpSp>
          <p:nvGrpSpPr>
            <p:cNvPr id="2196" name="Google Shape;2196;p50"/>
            <p:cNvGrpSpPr/>
            <p:nvPr/>
          </p:nvGrpSpPr>
          <p:grpSpPr>
            <a:xfrm>
              <a:off x="8955547" y="3191206"/>
              <a:ext cx="1044109" cy="1340343"/>
              <a:chOff x="3425013" y="0"/>
              <a:chExt cx="5341478" cy="6856954"/>
            </a:xfrm>
          </p:grpSpPr>
          <p:sp>
            <p:nvSpPr>
              <p:cNvPr id="2197" name="Google Shape;2197;p50"/>
              <p:cNvSpPr/>
              <p:nvPr/>
            </p:nvSpPr>
            <p:spPr>
              <a:xfrm>
                <a:off x="3425013" y="0"/>
                <a:ext cx="5341478" cy="6856954"/>
              </a:xfrm>
              <a:custGeom>
                <a:rect b="b" l="l" r="r" t="t"/>
                <a:pathLst>
                  <a:path extrusionOk="0" h="6856954" w="5341478">
                    <a:moveTo>
                      <a:pt x="2688415" y="0"/>
                    </a:moveTo>
                    <a:cubicBezTo>
                      <a:pt x="2688415" y="0"/>
                      <a:pt x="956487" y="1166644"/>
                      <a:pt x="25123" y="1019550"/>
                    </a:cubicBezTo>
                    <a:cubicBezTo>
                      <a:pt x="-26116" y="2058707"/>
                      <a:pt x="15276" y="3058651"/>
                      <a:pt x="25123" y="3846231"/>
                    </a:cubicBezTo>
                    <a:cubicBezTo>
                      <a:pt x="54577" y="5744861"/>
                      <a:pt x="2642056" y="6856955"/>
                      <a:pt x="2642056" y="6856955"/>
                    </a:cubicBezTo>
                    <a:cubicBezTo>
                      <a:pt x="2642056" y="6856955"/>
                      <a:pt x="5064141" y="5921234"/>
                      <a:pt x="5338636" y="3952543"/>
                    </a:cubicBezTo>
                    <a:cubicBezTo>
                      <a:pt x="5328789" y="2980224"/>
                      <a:pt x="5348483" y="1950827"/>
                      <a:pt x="5338636" y="1048917"/>
                    </a:cubicBezTo>
                    <a:cubicBezTo>
                      <a:pt x="3593636" y="764663"/>
                      <a:pt x="2688415" y="0"/>
                      <a:pt x="2688415" y="0"/>
                    </a:cubicBezTo>
                    <a:close/>
                  </a:path>
                </a:pathLst>
              </a:custGeom>
              <a:noFill/>
              <a:ln cap="flat" cmpd="sng" w="3175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198" name="Google Shape;2198;p50"/>
              <p:cNvSpPr/>
              <p:nvPr/>
            </p:nvSpPr>
            <p:spPr>
              <a:xfrm>
                <a:off x="3692070" y="321376"/>
                <a:ext cx="4817313" cy="6184138"/>
              </a:xfrm>
              <a:custGeom>
                <a:rect b="b" l="l" r="r" t="t"/>
                <a:pathLst>
                  <a:path extrusionOk="0" h="6184138" w="4817313">
                    <a:moveTo>
                      <a:pt x="2424582" y="0"/>
                    </a:moveTo>
                    <a:cubicBezTo>
                      <a:pt x="2424582" y="0"/>
                      <a:pt x="862578" y="1052141"/>
                      <a:pt x="22626" y="919512"/>
                    </a:cubicBezTo>
                    <a:cubicBezTo>
                      <a:pt x="-23559" y="1856714"/>
                      <a:pt x="13825" y="2758537"/>
                      <a:pt x="22626" y="3468824"/>
                    </a:cubicBezTo>
                    <a:cubicBezTo>
                      <a:pt x="49117" y="5181145"/>
                      <a:pt x="2382841" y="6184138"/>
                      <a:pt x="2382841" y="6184138"/>
                    </a:cubicBezTo>
                    <a:cubicBezTo>
                      <a:pt x="2382841" y="6184138"/>
                      <a:pt x="4567206" y="5340265"/>
                      <a:pt x="4814773" y="3564766"/>
                    </a:cubicBezTo>
                    <a:cubicBezTo>
                      <a:pt x="4805973" y="2687778"/>
                      <a:pt x="4823575" y="1759465"/>
                      <a:pt x="4814773" y="946003"/>
                    </a:cubicBezTo>
                    <a:cubicBezTo>
                      <a:pt x="3240919" y="689634"/>
                      <a:pt x="2424582" y="0"/>
                      <a:pt x="2424582"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199" name="Google Shape;2199;p50"/>
              <p:cNvSpPr/>
              <p:nvPr/>
            </p:nvSpPr>
            <p:spPr>
              <a:xfrm>
                <a:off x="5077582" y="3107623"/>
                <a:ext cx="1971904" cy="1813799"/>
              </a:xfrm>
              <a:custGeom>
                <a:rect b="b" l="l" r="r" t="t"/>
                <a:pathLst>
                  <a:path extrusionOk="0" h="1813799" w="1971904">
                    <a:moveTo>
                      <a:pt x="1970433" y="1441139"/>
                    </a:moveTo>
                    <a:cubicBezTo>
                      <a:pt x="1467194" y="1954225"/>
                      <a:pt x="555524" y="1921547"/>
                      <a:pt x="0" y="1441139"/>
                    </a:cubicBezTo>
                    <a:cubicBezTo>
                      <a:pt x="0" y="1079329"/>
                      <a:pt x="0" y="0"/>
                      <a:pt x="0" y="0"/>
                    </a:cubicBezTo>
                    <a:lnTo>
                      <a:pt x="1970433" y="0"/>
                    </a:lnTo>
                    <a:cubicBezTo>
                      <a:pt x="1970433" y="87"/>
                      <a:pt x="1973745" y="1079329"/>
                      <a:pt x="1970433" y="144113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200" name="Google Shape;2200;p50"/>
              <p:cNvSpPr/>
              <p:nvPr/>
            </p:nvSpPr>
            <p:spPr>
              <a:xfrm>
                <a:off x="5332382" y="1718072"/>
                <a:ext cx="1483576" cy="1261366"/>
              </a:xfrm>
              <a:custGeom>
                <a:rect b="b" l="l" r="r" t="t"/>
                <a:pathLst>
                  <a:path extrusionOk="0" h="1261366" w="1483576">
                    <a:moveTo>
                      <a:pt x="741832" y="0"/>
                    </a:moveTo>
                    <a:lnTo>
                      <a:pt x="741832" y="0"/>
                    </a:lnTo>
                    <a:cubicBezTo>
                      <a:pt x="332182" y="0"/>
                      <a:pt x="0" y="332095"/>
                      <a:pt x="0" y="741745"/>
                    </a:cubicBezTo>
                    <a:lnTo>
                      <a:pt x="0" y="1261367"/>
                    </a:lnTo>
                    <a:lnTo>
                      <a:pt x="292445" y="1261367"/>
                    </a:lnTo>
                    <a:lnTo>
                      <a:pt x="292445" y="735209"/>
                    </a:lnTo>
                    <a:cubicBezTo>
                      <a:pt x="292445" y="499231"/>
                      <a:pt x="483720" y="307956"/>
                      <a:pt x="719698" y="307956"/>
                    </a:cubicBezTo>
                    <a:lnTo>
                      <a:pt x="719698" y="307956"/>
                    </a:lnTo>
                    <a:cubicBezTo>
                      <a:pt x="955676" y="307956"/>
                      <a:pt x="1146950" y="499231"/>
                      <a:pt x="1146950" y="735209"/>
                    </a:cubicBezTo>
                    <a:lnTo>
                      <a:pt x="1146950" y="1261367"/>
                    </a:lnTo>
                    <a:lnTo>
                      <a:pt x="1483576" y="1261367"/>
                    </a:lnTo>
                    <a:lnTo>
                      <a:pt x="1483576" y="741745"/>
                    </a:lnTo>
                    <a:cubicBezTo>
                      <a:pt x="1483664" y="332095"/>
                      <a:pt x="1151569" y="0"/>
                      <a:pt x="741832"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201" name="Google Shape;2201;p50"/>
              <p:cNvSpPr/>
              <p:nvPr/>
            </p:nvSpPr>
            <p:spPr>
              <a:xfrm>
                <a:off x="5864640" y="3547424"/>
                <a:ext cx="405205" cy="796469"/>
              </a:xfrm>
              <a:custGeom>
                <a:rect b="b" l="l" r="r" t="t"/>
                <a:pathLst>
                  <a:path extrusionOk="0" h="796469" w="405205">
                    <a:moveTo>
                      <a:pt x="353618" y="639528"/>
                    </a:moveTo>
                    <a:lnTo>
                      <a:pt x="310135" y="639528"/>
                    </a:lnTo>
                    <a:cubicBezTo>
                      <a:pt x="311006" y="635781"/>
                      <a:pt x="311529" y="631947"/>
                      <a:pt x="311529" y="628026"/>
                    </a:cubicBezTo>
                    <a:lnTo>
                      <a:pt x="311529" y="570861"/>
                    </a:lnTo>
                    <a:cubicBezTo>
                      <a:pt x="311529" y="543324"/>
                      <a:pt x="289221" y="521016"/>
                      <a:pt x="261685" y="521016"/>
                    </a:cubicBezTo>
                    <a:lnTo>
                      <a:pt x="261423" y="521016"/>
                    </a:lnTo>
                    <a:lnTo>
                      <a:pt x="261423" y="396492"/>
                    </a:lnTo>
                    <a:cubicBezTo>
                      <a:pt x="344643" y="371308"/>
                      <a:pt x="405206" y="294014"/>
                      <a:pt x="405206" y="202603"/>
                    </a:cubicBezTo>
                    <a:cubicBezTo>
                      <a:pt x="405206" y="90714"/>
                      <a:pt x="314492" y="0"/>
                      <a:pt x="202603" y="0"/>
                    </a:cubicBezTo>
                    <a:cubicBezTo>
                      <a:pt x="90714" y="0"/>
                      <a:pt x="0" y="90714"/>
                      <a:pt x="0" y="202603"/>
                    </a:cubicBezTo>
                    <a:cubicBezTo>
                      <a:pt x="0" y="294014"/>
                      <a:pt x="60563" y="371308"/>
                      <a:pt x="143783" y="396492"/>
                    </a:cubicBezTo>
                    <a:lnTo>
                      <a:pt x="143783" y="521016"/>
                    </a:lnTo>
                    <a:lnTo>
                      <a:pt x="143521" y="521016"/>
                    </a:lnTo>
                    <a:cubicBezTo>
                      <a:pt x="115985" y="521016"/>
                      <a:pt x="93677" y="543324"/>
                      <a:pt x="93677" y="570861"/>
                    </a:cubicBezTo>
                    <a:lnTo>
                      <a:pt x="93677" y="628026"/>
                    </a:lnTo>
                    <a:cubicBezTo>
                      <a:pt x="93677" y="632034"/>
                      <a:pt x="94199" y="635868"/>
                      <a:pt x="95071" y="639528"/>
                    </a:cubicBezTo>
                    <a:lnTo>
                      <a:pt x="51587" y="639528"/>
                    </a:lnTo>
                    <a:cubicBezTo>
                      <a:pt x="35118" y="639528"/>
                      <a:pt x="21785" y="652861"/>
                      <a:pt x="21785" y="669330"/>
                    </a:cubicBezTo>
                    <a:lnTo>
                      <a:pt x="21785" y="766667"/>
                    </a:lnTo>
                    <a:cubicBezTo>
                      <a:pt x="21785" y="783137"/>
                      <a:pt x="35118" y="796469"/>
                      <a:pt x="51587" y="796469"/>
                    </a:cubicBezTo>
                    <a:lnTo>
                      <a:pt x="353705" y="796469"/>
                    </a:lnTo>
                    <a:cubicBezTo>
                      <a:pt x="370175" y="796469"/>
                      <a:pt x="383508" y="783137"/>
                      <a:pt x="383508" y="766667"/>
                    </a:cubicBezTo>
                    <a:lnTo>
                      <a:pt x="383508" y="669330"/>
                    </a:lnTo>
                    <a:cubicBezTo>
                      <a:pt x="383333" y="652861"/>
                      <a:pt x="370001" y="639528"/>
                      <a:pt x="353618" y="63952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grpSp>
      <p:sp>
        <p:nvSpPr>
          <p:cNvPr id="2202" name="Google Shape;2202;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1"/>
                                        </p:tgtEl>
                                        <p:attrNameLst>
                                          <p:attrName>style.visibility</p:attrName>
                                        </p:attrNameLst>
                                      </p:cBhvr>
                                      <p:to>
                                        <p:strVal val="visible"/>
                                      </p:to>
                                    </p:set>
                                    <p:animEffect filter="fade" transition="in">
                                      <p:cBhvr>
                                        <p:cTn dur="500"/>
                                        <p:tgtEl>
                                          <p:spTgt spid="21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2"/>
                                        </p:tgtEl>
                                        <p:attrNameLst>
                                          <p:attrName>style.visibility</p:attrName>
                                        </p:attrNameLst>
                                      </p:cBhvr>
                                      <p:to>
                                        <p:strVal val="visible"/>
                                      </p:to>
                                    </p:set>
                                    <p:animEffect filter="fade" transition="in">
                                      <p:cBhvr>
                                        <p:cTn dur="500"/>
                                        <p:tgtEl>
                                          <p:spTgt spid="2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3"/>
                                        </p:tgtEl>
                                        <p:attrNameLst>
                                          <p:attrName>style.visibility</p:attrName>
                                        </p:attrNameLst>
                                      </p:cBhvr>
                                      <p:to>
                                        <p:strVal val="visible"/>
                                      </p:to>
                                    </p:set>
                                    <p:animEffect filter="fade" transition="in">
                                      <p:cBhvr>
                                        <p:cTn dur="500"/>
                                        <p:tgtEl>
                                          <p:spTgt spid="21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4"/>
                                        </p:tgtEl>
                                        <p:attrNameLst>
                                          <p:attrName>style.visibility</p:attrName>
                                        </p:attrNameLst>
                                      </p:cBhvr>
                                      <p:to>
                                        <p:strVal val="visible"/>
                                      </p:to>
                                    </p:set>
                                    <p:animEffect filter="fade" transition="in">
                                      <p:cBhvr>
                                        <p:cTn dur="500"/>
                                        <p:tgtEl>
                                          <p:spTgt spid="21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5"/>
                                        </p:tgtEl>
                                        <p:attrNameLst>
                                          <p:attrName>style.visibility</p:attrName>
                                        </p:attrNameLst>
                                      </p:cBhvr>
                                      <p:to>
                                        <p:strVal val="visible"/>
                                      </p:to>
                                    </p:set>
                                    <p:animEffect filter="fade" transition="in">
                                      <p:cBhvr>
                                        <p:cTn dur="500"/>
                                        <p:tgtEl>
                                          <p:spTgt spid="21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6"/>
                                        </p:tgtEl>
                                        <p:attrNameLst>
                                          <p:attrName>style.visibility</p:attrName>
                                        </p:attrNameLst>
                                      </p:cBhvr>
                                      <p:to>
                                        <p:strVal val="visible"/>
                                      </p:to>
                                    </p:set>
                                    <p:animEffect filter="fade" transition="in">
                                      <p:cBhvr>
                                        <p:cTn dur="500"/>
                                        <p:tgtEl>
                                          <p:spTgt spid="21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131"/>
                                        </p:tgtEl>
                                      </p:cBhvr>
                                    </p:animEffect>
                                    <p:set>
                                      <p:cBhvr>
                                        <p:cTn dur="1" fill="hold">
                                          <p:stCondLst>
                                            <p:cond delay="500"/>
                                          </p:stCondLst>
                                        </p:cTn>
                                        <p:tgtEl>
                                          <p:spTgt spid="213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132"/>
                                        </p:tgtEl>
                                      </p:cBhvr>
                                    </p:animEffect>
                                    <p:set>
                                      <p:cBhvr>
                                        <p:cTn dur="1" fill="hold">
                                          <p:stCondLst>
                                            <p:cond delay="500"/>
                                          </p:stCondLst>
                                        </p:cTn>
                                        <p:tgtEl>
                                          <p:spTgt spid="213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133"/>
                                        </p:tgtEl>
                                      </p:cBhvr>
                                    </p:animEffect>
                                    <p:set>
                                      <p:cBhvr>
                                        <p:cTn dur="1" fill="hold">
                                          <p:stCondLst>
                                            <p:cond delay="500"/>
                                          </p:stCondLst>
                                        </p:cTn>
                                        <p:tgtEl>
                                          <p:spTgt spid="213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134"/>
                                        </p:tgtEl>
                                      </p:cBhvr>
                                    </p:animEffect>
                                    <p:set>
                                      <p:cBhvr>
                                        <p:cTn dur="1" fill="hold">
                                          <p:stCondLst>
                                            <p:cond delay="500"/>
                                          </p:stCondLst>
                                        </p:cTn>
                                        <p:tgtEl>
                                          <p:spTgt spid="213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135"/>
                                        </p:tgtEl>
                                      </p:cBhvr>
                                    </p:animEffect>
                                    <p:set>
                                      <p:cBhvr>
                                        <p:cTn dur="1" fill="hold">
                                          <p:stCondLst>
                                            <p:cond delay="500"/>
                                          </p:stCondLst>
                                        </p:cTn>
                                        <p:tgtEl>
                                          <p:spTgt spid="213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136"/>
                                        </p:tgtEl>
                                      </p:cBhvr>
                                    </p:animEffect>
                                    <p:set>
                                      <p:cBhvr>
                                        <p:cTn dur="1" fill="hold">
                                          <p:stCondLst>
                                            <p:cond delay="500"/>
                                          </p:stCondLst>
                                        </p:cTn>
                                        <p:tgtEl>
                                          <p:spTgt spid="213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7"/>
                                        </p:tgtEl>
                                        <p:attrNameLst>
                                          <p:attrName>style.visibility</p:attrName>
                                        </p:attrNameLst>
                                      </p:cBhvr>
                                      <p:to>
                                        <p:strVal val="visible"/>
                                      </p:to>
                                    </p:set>
                                    <p:animEffect filter="fade" transition="in">
                                      <p:cBhvr>
                                        <p:cTn dur="500"/>
                                        <p:tgtEl>
                                          <p:spTgt spid="21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8"/>
                                        </p:tgtEl>
                                        <p:attrNameLst>
                                          <p:attrName>style.visibility</p:attrName>
                                        </p:attrNameLst>
                                      </p:cBhvr>
                                      <p:to>
                                        <p:strVal val="visible"/>
                                      </p:to>
                                    </p:set>
                                    <p:animEffect filter="fade" transition="in">
                                      <p:cBhvr>
                                        <p:cTn dur="500"/>
                                        <p:tgtEl>
                                          <p:spTgt spid="21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9"/>
                                        </p:tgtEl>
                                        <p:attrNameLst>
                                          <p:attrName>style.visibility</p:attrName>
                                        </p:attrNameLst>
                                      </p:cBhvr>
                                      <p:to>
                                        <p:strVal val="visible"/>
                                      </p:to>
                                    </p:set>
                                    <p:animEffect filter="fade" transition="in">
                                      <p:cBhvr>
                                        <p:cTn dur="500"/>
                                        <p:tgtEl>
                                          <p:spTgt spid="21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0"/>
                                        </p:tgtEl>
                                        <p:attrNameLst>
                                          <p:attrName>style.visibility</p:attrName>
                                        </p:attrNameLst>
                                      </p:cBhvr>
                                      <p:to>
                                        <p:strVal val="visible"/>
                                      </p:to>
                                    </p:set>
                                    <p:animEffect filter="fade" transition="in">
                                      <p:cBhvr>
                                        <p:cTn dur="500"/>
                                        <p:tgtEl>
                                          <p:spTgt spid="21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6" name="Shape 2206"/>
        <p:cNvGrpSpPr/>
        <p:nvPr/>
      </p:nvGrpSpPr>
      <p:grpSpPr>
        <a:xfrm>
          <a:off x="0" y="0"/>
          <a:ext cx="0" cy="0"/>
          <a:chOff x="0" y="0"/>
          <a:chExt cx="0" cy="0"/>
        </a:xfrm>
      </p:grpSpPr>
      <p:sp>
        <p:nvSpPr>
          <p:cNvPr id="2207" name="Google Shape;2207;p51"/>
          <p:cNvSpPr txBox="1"/>
          <p:nvPr/>
        </p:nvSpPr>
        <p:spPr>
          <a:xfrm>
            <a:off x="4709709" y="260707"/>
            <a:ext cx="2694969"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69C7C"/>
              </a:buClr>
              <a:buSzPts val="4400"/>
              <a:buFont typeface="Arial"/>
              <a:buNone/>
            </a:pPr>
            <a:r>
              <a:rPr b="1" i="0" lang="en-US" sz="4400" u="none" cap="none" strike="noStrike">
                <a:solidFill>
                  <a:srgbClr val="169C7C"/>
                </a:solidFill>
                <a:latin typeface="Arial"/>
                <a:ea typeface="Arial"/>
                <a:cs typeface="Arial"/>
                <a:sym typeface="Arial"/>
              </a:rPr>
              <a:t>for/ since</a:t>
            </a:r>
            <a:endParaRPr b="1" i="0" sz="4400" u="none" cap="none" strike="noStrike">
              <a:solidFill>
                <a:srgbClr val="169C7C"/>
              </a:solidFill>
              <a:latin typeface="Arial"/>
              <a:ea typeface="Arial"/>
              <a:cs typeface="Arial"/>
              <a:sym typeface="Arial"/>
            </a:endParaRPr>
          </a:p>
        </p:txBody>
      </p:sp>
      <p:sp>
        <p:nvSpPr>
          <p:cNvPr id="2208" name="Google Shape;2208;p51"/>
          <p:cNvSpPr txBox="1"/>
          <p:nvPr/>
        </p:nvSpPr>
        <p:spPr>
          <a:xfrm>
            <a:off x="3056563" y="1337926"/>
            <a:ext cx="6309506" cy="55399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000"/>
              <a:buFont typeface="Arial"/>
              <a:buNone/>
            </a:pPr>
            <a:r>
              <a:rPr b="1" i="1" lang="en-US" sz="3000" u="none" cap="none" strike="noStrike">
                <a:solidFill>
                  <a:schemeClr val="dk1"/>
                </a:solidFill>
                <a:latin typeface="Arial"/>
                <a:ea typeface="Arial"/>
                <a:cs typeface="Arial"/>
                <a:sym typeface="Arial"/>
              </a:rPr>
              <a:t>We have been waiting </a:t>
            </a:r>
            <a:r>
              <a:rPr b="1" i="1" lang="en-US" sz="3000" u="none" cap="none" strike="noStrike">
                <a:solidFill>
                  <a:srgbClr val="FF0000"/>
                </a:solidFill>
                <a:latin typeface="Arial"/>
                <a:ea typeface="Arial"/>
                <a:cs typeface="Arial"/>
                <a:sym typeface="Arial"/>
              </a:rPr>
              <a:t>for 2 hours</a:t>
            </a:r>
            <a:endParaRPr b="1" i="1" sz="3000" u="none" cap="none" strike="noStrike">
              <a:solidFill>
                <a:srgbClr val="FF0000"/>
              </a:solidFill>
              <a:latin typeface="Arial"/>
              <a:ea typeface="Arial"/>
              <a:cs typeface="Arial"/>
              <a:sym typeface="Arial"/>
            </a:endParaRPr>
          </a:p>
        </p:txBody>
      </p:sp>
      <p:sp>
        <p:nvSpPr>
          <p:cNvPr id="2209" name="Google Shape;2209;p51"/>
          <p:cNvSpPr/>
          <p:nvPr/>
        </p:nvSpPr>
        <p:spPr>
          <a:xfrm>
            <a:off x="3880858" y="1958346"/>
            <a:ext cx="489738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600"/>
              <a:buFont typeface="Arial"/>
              <a:buNone/>
            </a:pPr>
            <a:r>
              <a:rPr b="1" i="0" lang="en-US" sz="3600" u="none" cap="none" strike="noStrike">
                <a:solidFill>
                  <a:srgbClr val="FF0000"/>
                </a:solidFill>
                <a:latin typeface="Arial"/>
                <a:ea typeface="Arial"/>
                <a:cs typeface="Arial"/>
                <a:sym typeface="Arial"/>
              </a:rPr>
              <a:t>for</a:t>
            </a:r>
            <a:r>
              <a:rPr b="1" i="0" lang="en-US" sz="3600" u="none" cap="none" strike="noStrike">
                <a:solidFill>
                  <a:srgbClr val="0E6852"/>
                </a:solidFill>
                <a:latin typeface="Arial"/>
                <a:ea typeface="Arial"/>
                <a:cs typeface="Arial"/>
                <a:sym typeface="Arial"/>
              </a:rPr>
              <a:t> + period of time</a:t>
            </a:r>
            <a:endParaRPr b="0" i="0" sz="3600" u="none" cap="none" strike="noStrike">
              <a:solidFill>
                <a:srgbClr val="0E6852"/>
              </a:solidFill>
              <a:latin typeface="Arial"/>
              <a:ea typeface="Arial"/>
              <a:cs typeface="Arial"/>
              <a:sym typeface="Arial"/>
            </a:endParaRPr>
          </a:p>
        </p:txBody>
      </p:sp>
      <p:sp>
        <p:nvSpPr>
          <p:cNvPr id="2210" name="Google Shape;2210;p51"/>
          <p:cNvSpPr txBox="1"/>
          <p:nvPr/>
        </p:nvSpPr>
        <p:spPr>
          <a:xfrm>
            <a:off x="3180451" y="4372978"/>
            <a:ext cx="6734258" cy="55399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000"/>
              <a:buFont typeface="Arial"/>
              <a:buNone/>
            </a:pPr>
            <a:r>
              <a:rPr b="1" i="1" lang="en-US" sz="3000" u="none" cap="none" strike="noStrike">
                <a:solidFill>
                  <a:schemeClr val="dk1"/>
                </a:solidFill>
                <a:latin typeface="Arial"/>
                <a:ea typeface="Arial"/>
                <a:cs typeface="Arial"/>
                <a:sym typeface="Arial"/>
              </a:rPr>
              <a:t>We have been waiting </a:t>
            </a:r>
            <a:r>
              <a:rPr b="1" i="1" lang="en-US" sz="3000" u="none" cap="none" strike="noStrike">
                <a:solidFill>
                  <a:srgbClr val="FF0000"/>
                </a:solidFill>
                <a:latin typeface="Arial"/>
                <a:ea typeface="Arial"/>
                <a:cs typeface="Arial"/>
                <a:sym typeface="Arial"/>
              </a:rPr>
              <a:t>since 11 am.</a:t>
            </a:r>
            <a:endParaRPr b="0" i="0" sz="1800" u="none" cap="none" strike="noStrike">
              <a:solidFill>
                <a:schemeClr val="dk1"/>
              </a:solidFill>
              <a:latin typeface="Calibri"/>
              <a:ea typeface="Calibri"/>
              <a:cs typeface="Calibri"/>
              <a:sym typeface="Calibri"/>
            </a:endParaRPr>
          </a:p>
        </p:txBody>
      </p:sp>
      <p:sp>
        <p:nvSpPr>
          <p:cNvPr id="2211" name="Google Shape;2211;p51"/>
          <p:cNvSpPr/>
          <p:nvPr/>
        </p:nvSpPr>
        <p:spPr>
          <a:xfrm>
            <a:off x="3880859" y="4848443"/>
            <a:ext cx="5250078"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600"/>
              <a:buFont typeface="Arial"/>
              <a:buNone/>
            </a:pPr>
            <a:r>
              <a:rPr b="1" i="0" lang="en-US" sz="3600" u="none" cap="none" strike="noStrike">
                <a:solidFill>
                  <a:srgbClr val="FF0000"/>
                </a:solidFill>
                <a:latin typeface="Arial"/>
                <a:ea typeface="Arial"/>
                <a:cs typeface="Arial"/>
                <a:sym typeface="Arial"/>
              </a:rPr>
              <a:t>since</a:t>
            </a:r>
            <a:r>
              <a:rPr b="1" i="0" lang="en-US" sz="3600" u="none" cap="none" strike="noStrike">
                <a:solidFill>
                  <a:srgbClr val="0E6852"/>
                </a:solidFill>
                <a:latin typeface="Arial"/>
                <a:ea typeface="Arial"/>
                <a:cs typeface="Arial"/>
                <a:sym typeface="Arial"/>
              </a:rPr>
              <a:t> + point of time </a:t>
            </a:r>
            <a:endParaRPr b="0" i="0" sz="3600" u="none" cap="none" strike="noStrike">
              <a:solidFill>
                <a:srgbClr val="0E6852"/>
              </a:solidFill>
              <a:latin typeface="Arial"/>
              <a:ea typeface="Arial"/>
              <a:cs typeface="Arial"/>
              <a:sym typeface="Arial"/>
            </a:endParaRPr>
          </a:p>
        </p:txBody>
      </p:sp>
      <p:cxnSp>
        <p:nvCxnSpPr>
          <p:cNvPr id="2212" name="Google Shape;2212;p51"/>
          <p:cNvCxnSpPr/>
          <p:nvPr/>
        </p:nvCxnSpPr>
        <p:spPr>
          <a:xfrm flipH="1" rot="10800000">
            <a:off x="2949868" y="3101161"/>
            <a:ext cx="5360283" cy="27978"/>
          </a:xfrm>
          <a:prstGeom prst="straightConnector1">
            <a:avLst/>
          </a:prstGeom>
          <a:noFill/>
          <a:ln cap="flat" cmpd="sng" w="38100">
            <a:solidFill>
              <a:schemeClr val="dk1"/>
            </a:solidFill>
            <a:prstDash val="solid"/>
            <a:miter lim="800000"/>
            <a:headEnd len="sm" w="sm" type="none"/>
            <a:tailEnd len="med" w="med" type="triangle"/>
          </a:ln>
        </p:spPr>
      </p:cxnSp>
      <p:cxnSp>
        <p:nvCxnSpPr>
          <p:cNvPr id="2213" name="Google Shape;2213;p51"/>
          <p:cNvCxnSpPr/>
          <p:nvPr/>
        </p:nvCxnSpPr>
        <p:spPr>
          <a:xfrm flipH="1" rot="10800000">
            <a:off x="2949867" y="6076589"/>
            <a:ext cx="5360283" cy="27978"/>
          </a:xfrm>
          <a:prstGeom prst="straightConnector1">
            <a:avLst/>
          </a:prstGeom>
          <a:noFill/>
          <a:ln cap="flat" cmpd="sng" w="38100">
            <a:solidFill>
              <a:schemeClr val="dk1"/>
            </a:solidFill>
            <a:prstDash val="solid"/>
            <a:miter lim="800000"/>
            <a:headEnd len="sm" w="sm" type="none"/>
            <a:tailEnd len="med" w="med" type="triangle"/>
          </a:ln>
        </p:spPr>
      </p:cxnSp>
      <p:sp>
        <p:nvSpPr>
          <p:cNvPr id="2214" name="Google Shape;2214;p51"/>
          <p:cNvSpPr/>
          <p:nvPr/>
        </p:nvSpPr>
        <p:spPr>
          <a:xfrm>
            <a:off x="4804071" y="2649824"/>
            <a:ext cx="3193143" cy="790916"/>
          </a:xfrm>
          <a:custGeom>
            <a:rect b="b" l="l" r="r" t="t"/>
            <a:pathLst>
              <a:path extrusionOk="0" h="790916" w="3193143">
                <a:moveTo>
                  <a:pt x="0" y="456994"/>
                </a:moveTo>
                <a:cubicBezTo>
                  <a:pt x="95552" y="211460"/>
                  <a:pt x="179010" y="-46169"/>
                  <a:pt x="290286" y="7050"/>
                </a:cubicBezTo>
                <a:cubicBezTo>
                  <a:pt x="401562" y="60269"/>
                  <a:pt x="534610" y="766632"/>
                  <a:pt x="667657" y="776308"/>
                </a:cubicBezTo>
                <a:cubicBezTo>
                  <a:pt x="800704" y="785984"/>
                  <a:pt x="955523" y="65108"/>
                  <a:pt x="1088571" y="65108"/>
                </a:cubicBezTo>
                <a:cubicBezTo>
                  <a:pt x="1221619" y="65108"/>
                  <a:pt x="1337733" y="776308"/>
                  <a:pt x="1465943" y="776308"/>
                </a:cubicBezTo>
                <a:cubicBezTo>
                  <a:pt x="1594153" y="776308"/>
                  <a:pt x="1729620" y="62689"/>
                  <a:pt x="1857829" y="65108"/>
                </a:cubicBezTo>
                <a:cubicBezTo>
                  <a:pt x="1986038" y="67527"/>
                  <a:pt x="2104571" y="800498"/>
                  <a:pt x="2235199" y="790822"/>
                </a:cubicBezTo>
                <a:cubicBezTo>
                  <a:pt x="2365827" y="781146"/>
                  <a:pt x="2382761" y="57850"/>
                  <a:pt x="2554514" y="94136"/>
                </a:cubicBezTo>
                <a:cubicBezTo>
                  <a:pt x="2726267" y="130422"/>
                  <a:pt x="2607734" y="788403"/>
                  <a:pt x="2830286" y="747279"/>
                </a:cubicBezTo>
                <a:cubicBezTo>
                  <a:pt x="3052838" y="706155"/>
                  <a:pt x="3064933" y="429174"/>
                  <a:pt x="3193143" y="108650"/>
                </a:cubicBezTo>
              </a:path>
            </a:pathLst>
          </a:custGeom>
          <a:noFill/>
          <a:ln cap="flat" cmpd="sng" w="38100">
            <a:solidFill>
              <a:srgbClr val="0089B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grpSp>
        <p:nvGrpSpPr>
          <p:cNvPr id="2215" name="Google Shape;2215;p51"/>
          <p:cNvGrpSpPr/>
          <p:nvPr/>
        </p:nvGrpSpPr>
        <p:grpSpPr>
          <a:xfrm>
            <a:off x="4775200" y="5485040"/>
            <a:ext cx="3201194" cy="596445"/>
            <a:chOff x="5283200" y="5412469"/>
            <a:chExt cx="3201194" cy="596445"/>
          </a:xfrm>
        </p:grpSpPr>
        <p:sp>
          <p:nvSpPr>
            <p:cNvPr id="2216" name="Google Shape;2216;p51"/>
            <p:cNvSpPr/>
            <p:nvPr/>
          </p:nvSpPr>
          <p:spPr>
            <a:xfrm>
              <a:off x="5283200" y="5412469"/>
              <a:ext cx="3106057" cy="596445"/>
            </a:xfrm>
            <a:custGeom>
              <a:rect b="b" l="l" r="r" t="t"/>
              <a:pathLst>
                <a:path extrusionOk="0" h="596445" w="3106057">
                  <a:moveTo>
                    <a:pt x="0" y="596445"/>
                  </a:moveTo>
                  <a:cubicBezTo>
                    <a:pt x="379790" y="309788"/>
                    <a:pt x="759581" y="23131"/>
                    <a:pt x="1277257" y="1360"/>
                  </a:cubicBezTo>
                  <a:cubicBezTo>
                    <a:pt x="1794933" y="-20411"/>
                    <a:pt x="2450495" y="222703"/>
                    <a:pt x="3106057" y="465817"/>
                  </a:cubicBezTo>
                </a:path>
              </a:pathLst>
            </a:custGeom>
            <a:noFill/>
            <a:ln cap="flat" cmpd="sng" w="28575">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cxnSp>
          <p:nvCxnSpPr>
            <p:cNvPr id="2217" name="Google Shape;2217;p51"/>
            <p:cNvCxnSpPr/>
            <p:nvPr/>
          </p:nvCxnSpPr>
          <p:spPr>
            <a:xfrm>
              <a:off x="7931944" y="5710691"/>
              <a:ext cx="552450" cy="201741"/>
            </a:xfrm>
            <a:prstGeom prst="straightConnector1">
              <a:avLst/>
            </a:prstGeom>
            <a:noFill/>
            <a:ln cap="flat" cmpd="sng" w="28575">
              <a:solidFill>
                <a:srgbClr val="0070C0"/>
              </a:solidFill>
              <a:prstDash val="solid"/>
              <a:miter lim="800000"/>
              <a:headEnd len="sm" w="sm" type="none"/>
              <a:tailEnd len="med" w="med" type="triangle"/>
            </a:ln>
          </p:spPr>
        </p:cxnSp>
      </p:grpSp>
      <p:sp>
        <p:nvSpPr>
          <p:cNvPr id="2218" name="Google Shape;2218;p51"/>
          <p:cNvSpPr/>
          <p:nvPr/>
        </p:nvSpPr>
        <p:spPr>
          <a:xfrm>
            <a:off x="4624009" y="5813122"/>
            <a:ext cx="302382" cy="582889"/>
          </a:xfrm>
          <a:prstGeom prst="mathMultiply">
            <a:avLst>
              <a:gd fmla="val 23520" name="adj1"/>
            </a:avLst>
          </a:prstGeom>
          <a:solidFill>
            <a:schemeClr val="accent1"/>
          </a:solidFill>
          <a:ln cap="flat" cmpd="sng" w="12700">
            <a:solidFill>
              <a:srgbClr val="0089B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2219" name="Google Shape;2219;p51"/>
          <p:cNvSpPr txBox="1"/>
          <p:nvPr/>
        </p:nvSpPr>
        <p:spPr>
          <a:xfrm>
            <a:off x="8310150" y="5798190"/>
            <a:ext cx="1349432"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now</a:t>
            </a:r>
            <a:endParaRPr b="0" i="0" sz="1800" u="none" cap="none" strike="noStrike">
              <a:solidFill>
                <a:schemeClr val="dk1"/>
              </a:solidFill>
              <a:latin typeface="Calibri"/>
              <a:ea typeface="Calibri"/>
              <a:cs typeface="Calibri"/>
              <a:sym typeface="Calibri"/>
            </a:endParaRPr>
          </a:p>
        </p:txBody>
      </p:sp>
      <p:sp>
        <p:nvSpPr>
          <p:cNvPr id="2220" name="Google Shape;2220;p51"/>
          <p:cNvSpPr txBox="1"/>
          <p:nvPr/>
        </p:nvSpPr>
        <p:spPr>
          <a:xfrm>
            <a:off x="8268393" y="2884834"/>
            <a:ext cx="1473076"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now</a:t>
            </a:r>
            <a:endParaRPr b="0" i="0" sz="1800" u="none" cap="none" strike="noStrike">
              <a:solidFill>
                <a:schemeClr val="dk1"/>
              </a:solidFill>
              <a:latin typeface="Calibri"/>
              <a:ea typeface="Calibri"/>
              <a:cs typeface="Calibri"/>
              <a:sym typeface="Calibri"/>
            </a:endParaRPr>
          </a:p>
        </p:txBody>
      </p:sp>
      <p:sp>
        <p:nvSpPr>
          <p:cNvPr id="2221" name="Google Shape;2221;p51"/>
          <p:cNvSpPr/>
          <p:nvPr/>
        </p:nvSpPr>
        <p:spPr>
          <a:xfrm>
            <a:off x="4652880" y="2876131"/>
            <a:ext cx="302382" cy="582889"/>
          </a:xfrm>
          <a:prstGeom prst="mathMultiply">
            <a:avLst>
              <a:gd fmla="val 23520" name="adj1"/>
            </a:avLst>
          </a:prstGeom>
          <a:solidFill>
            <a:schemeClr val="accent1"/>
          </a:solidFill>
          <a:ln cap="flat" cmpd="sng" w="12700">
            <a:solidFill>
              <a:srgbClr val="0089B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pic>
        <p:nvPicPr>
          <p:cNvPr id="2222" name="Google Shape;2222;p51"/>
          <p:cNvPicPr preferRelativeResize="0"/>
          <p:nvPr/>
        </p:nvPicPr>
        <p:blipFill rotWithShape="1">
          <a:blip r:embed="rId3">
            <a:alphaModFix/>
          </a:blip>
          <a:srcRect b="0" l="0" r="0" t="0"/>
          <a:stretch/>
        </p:blipFill>
        <p:spPr>
          <a:xfrm>
            <a:off x="0" y="0"/>
            <a:ext cx="1176338" cy="1317625"/>
          </a:xfrm>
          <a:prstGeom prst="rect">
            <a:avLst/>
          </a:prstGeom>
          <a:noFill/>
          <a:ln>
            <a:noFill/>
          </a:ln>
        </p:spPr>
      </p:pic>
      <p:grpSp>
        <p:nvGrpSpPr>
          <p:cNvPr id="2223" name="Google Shape;2223;p51"/>
          <p:cNvGrpSpPr/>
          <p:nvPr/>
        </p:nvGrpSpPr>
        <p:grpSpPr>
          <a:xfrm>
            <a:off x="11027391" y="5854890"/>
            <a:ext cx="1127771" cy="970434"/>
            <a:chOff x="7350231" y="1734252"/>
            <a:chExt cx="4870814" cy="5345793"/>
          </a:xfrm>
        </p:grpSpPr>
        <p:grpSp>
          <p:nvGrpSpPr>
            <p:cNvPr id="2224" name="Google Shape;2224;p51"/>
            <p:cNvGrpSpPr/>
            <p:nvPr/>
          </p:nvGrpSpPr>
          <p:grpSpPr>
            <a:xfrm>
              <a:off x="7496004" y="1839383"/>
              <a:ext cx="3874490" cy="3979118"/>
              <a:chOff x="7496004" y="1839383"/>
              <a:chExt cx="3874490" cy="3979118"/>
            </a:xfrm>
          </p:grpSpPr>
          <p:sp>
            <p:nvSpPr>
              <p:cNvPr id="2225" name="Google Shape;2225;p51"/>
              <p:cNvSpPr/>
              <p:nvPr/>
            </p:nvSpPr>
            <p:spPr>
              <a:xfrm rot="8201235">
                <a:off x="10839502" y="4413955"/>
                <a:ext cx="427534" cy="471394"/>
              </a:xfrm>
              <a:custGeom>
                <a:rect b="b" l="l" r="r" t="t"/>
                <a:pathLst>
                  <a:path extrusionOk="0" h="4725490" w="4285801">
                    <a:moveTo>
                      <a:pt x="1428251" y="4622752"/>
                    </a:moveTo>
                    <a:cubicBezTo>
                      <a:pt x="1313180" y="4505074"/>
                      <a:pt x="1240588" y="4345285"/>
                      <a:pt x="1235771" y="4167715"/>
                    </a:cubicBezTo>
                    <a:cubicBezTo>
                      <a:pt x="1227835" y="3875156"/>
                      <a:pt x="1406218" y="3620819"/>
                      <a:pt x="1664050" y="3520754"/>
                    </a:cubicBezTo>
                    <a:lnTo>
                      <a:pt x="1635892" y="2482688"/>
                    </a:lnTo>
                    <a:lnTo>
                      <a:pt x="1044642" y="2469039"/>
                    </a:lnTo>
                    <a:lnTo>
                      <a:pt x="1044642" y="2667331"/>
                    </a:lnTo>
                    <a:cubicBezTo>
                      <a:pt x="1044642" y="2727000"/>
                      <a:pt x="996271" y="2775371"/>
                      <a:pt x="936601" y="2775372"/>
                    </a:cubicBezTo>
                    <a:lnTo>
                      <a:pt x="657382" y="2775371"/>
                    </a:lnTo>
                    <a:cubicBezTo>
                      <a:pt x="637755" y="2823613"/>
                      <a:pt x="630101" y="2874237"/>
                      <a:pt x="622448" y="2945800"/>
                    </a:cubicBezTo>
                    <a:lnTo>
                      <a:pt x="252030" y="2945800"/>
                    </a:lnTo>
                    <a:cubicBezTo>
                      <a:pt x="256275" y="2883407"/>
                      <a:pt x="252593" y="2828938"/>
                      <a:pt x="235967" y="2775370"/>
                    </a:cubicBezTo>
                    <a:lnTo>
                      <a:pt x="7267" y="2775370"/>
                    </a:lnTo>
                    <a:cubicBezTo>
                      <a:pt x="1003" y="2679903"/>
                      <a:pt x="-1109" y="2594661"/>
                      <a:pt x="535" y="2514852"/>
                    </a:cubicBezTo>
                    <a:cubicBezTo>
                      <a:pt x="5466" y="2275424"/>
                      <a:pt x="44187" y="2084887"/>
                      <a:pt x="105917" y="1813823"/>
                    </a:cubicBezTo>
                    <a:cubicBezTo>
                      <a:pt x="258635" y="1288584"/>
                      <a:pt x="488046" y="911620"/>
                      <a:pt x="870837" y="570445"/>
                    </a:cubicBezTo>
                    <a:cubicBezTo>
                      <a:pt x="674179" y="1284154"/>
                      <a:pt x="622718" y="1497188"/>
                      <a:pt x="741752" y="1669956"/>
                    </a:cubicBezTo>
                    <a:cubicBezTo>
                      <a:pt x="882751" y="1699943"/>
                      <a:pt x="788174" y="1674807"/>
                      <a:pt x="936601" y="1710419"/>
                    </a:cubicBezTo>
                    <a:cubicBezTo>
                      <a:pt x="1001384" y="1730870"/>
                      <a:pt x="1044642" y="1758791"/>
                      <a:pt x="1044642" y="1818460"/>
                    </a:cubicBezTo>
                    <a:lnTo>
                      <a:pt x="1044642" y="1970448"/>
                    </a:lnTo>
                    <a:lnTo>
                      <a:pt x="1621635" y="1957128"/>
                    </a:lnTo>
                    <a:lnTo>
                      <a:pt x="1601569" y="1217379"/>
                    </a:lnTo>
                    <a:cubicBezTo>
                      <a:pt x="1338692" y="1131438"/>
                      <a:pt x="1146783" y="887145"/>
                      <a:pt x="1138847" y="594588"/>
                    </a:cubicBezTo>
                    <a:cubicBezTo>
                      <a:pt x="1132425" y="357828"/>
                      <a:pt x="1248029" y="146099"/>
                      <a:pt x="1428910" y="20243"/>
                    </a:cubicBezTo>
                    <a:lnTo>
                      <a:pt x="1447318" y="698863"/>
                    </a:lnTo>
                    <a:lnTo>
                      <a:pt x="2193594" y="678620"/>
                    </a:lnTo>
                    <a:lnTo>
                      <a:pt x="2175185" y="0"/>
                    </a:lnTo>
                    <a:cubicBezTo>
                      <a:pt x="2362624" y="115865"/>
                      <a:pt x="2489536" y="321015"/>
                      <a:pt x="2495958" y="557775"/>
                    </a:cubicBezTo>
                    <a:cubicBezTo>
                      <a:pt x="2503894" y="850332"/>
                      <a:pt x="2325511" y="1104670"/>
                      <a:pt x="2067679" y="1204735"/>
                    </a:cubicBezTo>
                    <a:lnTo>
                      <a:pt x="2087796" y="1946367"/>
                    </a:lnTo>
                    <a:lnTo>
                      <a:pt x="4285801" y="1895627"/>
                    </a:lnTo>
                    <a:lnTo>
                      <a:pt x="4285801" y="2543859"/>
                    </a:lnTo>
                    <a:lnTo>
                      <a:pt x="2102637" y="2493462"/>
                    </a:lnTo>
                    <a:lnTo>
                      <a:pt x="2130160" y="3508110"/>
                    </a:lnTo>
                    <a:cubicBezTo>
                      <a:pt x="2393037" y="3594051"/>
                      <a:pt x="2584946" y="3838344"/>
                      <a:pt x="2592882" y="4130902"/>
                    </a:cubicBezTo>
                    <a:cubicBezTo>
                      <a:pt x="2599304" y="4367662"/>
                      <a:pt x="2483700" y="4579391"/>
                      <a:pt x="2302820" y="4705247"/>
                    </a:cubicBezTo>
                    <a:lnTo>
                      <a:pt x="2284411" y="4026626"/>
                    </a:lnTo>
                    <a:lnTo>
                      <a:pt x="1538135" y="4046869"/>
                    </a:lnTo>
                    <a:lnTo>
                      <a:pt x="1556544" y="4725490"/>
                    </a:lnTo>
                    <a:cubicBezTo>
                      <a:pt x="1509684" y="4696524"/>
                      <a:pt x="1466607" y="4661977"/>
                      <a:pt x="1428251" y="4622752"/>
                    </a:cubicBezTo>
                    <a:close/>
                    <a:moveTo>
                      <a:pt x="44807" y="3562389"/>
                    </a:moveTo>
                    <a:cubicBezTo>
                      <a:pt x="25255" y="3542837"/>
                      <a:pt x="13162" y="3515827"/>
                      <a:pt x="13162" y="3485992"/>
                    </a:cubicBezTo>
                    <a:lnTo>
                      <a:pt x="13162" y="3053842"/>
                    </a:lnTo>
                    <a:cubicBezTo>
                      <a:pt x="13162" y="2994173"/>
                      <a:pt x="61534" y="2945801"/>
                      <a:pt x="121203" y="2945801"/>
                    </a:cubicBezTo>
                    <a:lnTo>
                      <a:pt x="757287" y="2945801"/>
                    </a:lnTo>
                    <a:cubicBezTo>
                      <a:pt x="816956" y="2945801"/>
                      <a:pt x="865328" y="2994173"/>
                      <a:pt x="865328" y="3053842"/>
                    </a:cubicBezTo>
                    <a:lnTo>
                      <a:pt x="865328" y="3485992"/>
                    </a:lnTo>
                    <a:cubicBezTo>
                      <a:pt x="865328" y="3545662"/>
                      <a:pt x="816956" y="3594033"/>
                      <a:pt x="757287" y="3594033"/>
                    </a:cubicBezTo>
                    <a:lnTo>
                      <a:pt x="121203" y="3594033"/>
                    </a:lnTo>
                    <a:cubicBezTo>
                      <a:pt x="91368" y="3594033"/>
                      <a:pt x="64358" y="3581940"/>
                      <a:pt x="44807" y="356238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226" name="Google Shape;2226;p51"/>
              <p:cNvSpPr/>
              <p:nvPr/>
            </p:nvSpPr>
            <p:spPr>
              <a:xfrm rot="-900000">
                <a:off x="7608221" y="2961416"/>
                <a:ext cx="392828" cy="319096"/>
              </a:xfrm>
              <a:custGeom>
                <a:rect b="b" l="l" r="r" t="t"/>
                <a:pathLst>
                  <a:path extrusionOk="0" h="3321003" w="4088377">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227" name="Google Shape;2227;p51"/>
              <p:cNvSpPr/>
              <p:nvPr/>
            </p:nvSpPr>
            <p:spPr>
              <a:xfrm flipH="1" rot="5400000">
                <a:off x="10824557" y="2917080"/>
                <a:ext cx="392828" cy="392828"/>
              </a:xfrm>
              <a:custGeom>
                <a:rect b="b" l="l" r="r" t="t"/>
                <a:pathLst>
                  <a:path extrusionOk="0" h="3786923" w="3287892">
                    <a:moveTo>
                      <a:pt x="2574092" y="3411971"/>
                    </a:moveTo>
                    <a:cubicBezTo>
                      <a:pt x="2577477" y="3551838"/>
                      <a:pt x="2489596" y="3681234"/>
                      <a:pt x="2347458" y="3745664"/>
                    </a:cubicBezTo>
                    <a:cubicBezTo>
                      <a:pt x="2228355" y="3799653"/>
                      <a:pt x="2086904" y="3800713"/>
                      <a:pt x="1966757" y="3748519"/>
                    </a:cubicBezTo>
                    <a:cubicBezTo>
                      <a:pt x="1823914" y="3686464"/>
                      <a:pt x="1733597" y="3559106"/>
                      <a:pt x="1733597" y="3419734"/>
                    </a:cubicBezTo>
                    <a:cubicBezTo>
                      <a:pt x="2013762" y="3417146"/>
                      <a:pt x="2293927" y="3414559"/>
                      <a:pt x="2574092" y="3411971"/>
                    </a:cubicBezTo>
                    <a:close/>
                    <a:moveTo>
                      <a:pt x="2574187" y="367189"/>
                    </a:moveTo>
                    <a:cubicBezTo>
                      <a:pt x="2294022" y="369777"/>
                      <a:pt x="2013857" y="372364"/>
                      <a:pt x="1733692" y="374952"/>
                    </a:cubicBezTo>
                    <a:cubicBezTo>
                      <a:pt x="1730307" y="235085"/>
                      <a:pt x="1818188" y="105689"/>
                      <a:pt x="1960326" y="41259"/>
                    </a:cubicBezTo>
                    <a:cubicBezTo>
                      <a:pt x="2079429" y="-12730"/>
                      <a:pt x="2220880" y="-13790"/>
                      <a:pt x="2341027" y="38404"/>
                    </a:cubicBezTo>
                    <a:cubicBezTo>
                      <a:pt x="2483870" y="100459"/>
                      <a:pt x="2574187" y="227817"/>
                      <a:pt x="2574187" y="367189"/>
                    </a:cubicBezTo>
                    <a:close/>
                    <a:moveTo>
                      <a:pt x="2688290" y="635445"/>
                    </a:moveTo>
                    <a:lnTo>
                      <a:pt x="2688290" y="1612884"/>
                    </a:lnTo>
                    <a:lnTo>
                      <a:pt x="1619492" y="1612884"/>
                    </a:lnTo>
                    <a:lnTo>
                      <a:pt x="1619492" y="1396859"/>
                    </a:lnTo>
                    <a:lnTo>
                      <a:pt x="201708" y="1396859"/>
                    </a:lnTo>
                    <a:cubicBezTo>
                      <a:pt x="90308" y="1396859"/>
                      <a:pt x="0" y="1306551"/>
                      <a:pt x="0" y="1195151"/>
                    </a:cubicBezTo>
                    <a:lnTo>
                      <a:pt x="0" y="907003"/>
                    </a:lnTo>
                    <a:cubicBezTo>
                      <a:pt x="0" y="795603"/>
                      <a:pt x="90308" y="705295"/>
                      <a:pt x="201708" y="705295"/>
                    </a:cubicBezTo>
                    <a:lnTo>
                      <a:pt x="1619492" y="705295"/>
                    </a:lnTo>
                    <a:lnTo>
                      <a:pt x="1619492" y="635445"/>
                    </a:lnTo>
                    <a:cubicBezTo>
                      <a:pt x="1619492" y="537063"/>
                      <a:pt x="1699247" y="457308"/>
                      <a:pt x="1797629" y="457308"/>
                    </a:cubicBezTo>
                    <a:lnTo>
                      <a:pt x="2510153" y="457308"/>
                    </a:lnTo>
                    <a:cubicBezTo>
                      <a:pt x="2608535" y="457308"/>
                      <a:pt x="2688290" y="537063"/>
                      <a:pt x="2688290" y="635445"/>
                    </a:cubicBezTo>
                    <a:close/>
                    <a:moveTo>
                      <a:pt x="3177333" y="2901044"/>
                    </a:moveTo>
                    <a:lnTo>
                      <a:pt x="1130451" y="2901044"/>
                    </a:lnTo>
                    <a:cubicBezTo>
                      <a:pt x="1350134" y="2526253"/>
                      <a:pt x="1481437" y="2165059"/>
                      <a:pt x="1605942" y="1684892"/>
                    </a:cubicBezTo>
                    <a:lnTo>
                      <a:pt x="2701842" y="1684892"/>
                    </a:lnTo>
                    <a:cubicBezTo>
                      <a:pt x="2809350" y="2117470"/>
                      <a:pt x="2933855" y="2516056"/>
                      <a:pt x="3177333" y="2901044"/>
                    </a:cubicBezTo>
                    <a:close/>
                    <a:moveTo>
                      <a:pt x="3287892" y="3137537"/>
                    </a:moveTo>
                    <a:lnTo>
                      <a:pt x="3287892" y="3248909"/>
                    </a:lnTo>
                    <a:cubicBezTo>
                      <a:pt x="3287892" y="3295849"/>
                      <a:pt x="3249839" y="3333902"/>
                      <a:pt x="3202899" y="3333902"/>
                    </a:cubicBezTo>
                    <a:lnTo>
                      <a:pt x="1104885" y="3333902"/>
                    </a:lnTo>
                    <a:cubicBezTo>
                      <a:pt x="1057945" y="3333902"/>
                      <a:pt x="1019892" y="3295849"/>
                      <a:pt x="1019892" y="3248909"/>
                    </a:cubicBezTo>
                    <a:lnTo>
                      <a:pt x="1019892" y="3137537"/>
                    </a:lnTo>
                    <a:cubicBezTo>
                      <a:pt x="1019892" y="3090597"/>
                      <a:pt x="1057945" y="3052544"/>
                      <a:pt x="1104885" y="3052544"/>
                    </a:cubicBezTo>
                    <a:lnTo>
                      <a:pt x="3202899" y="3052544"/>
                    </a:lnTo>
                    <a:cubicBezTo>
                      <a:pt x="3249839" y="3052544"/>
                      <a:pt x="3287892" y="3090597"/>
                      <a:pt x="3287892" y="313753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228" name="Google Shape;2228;p51"/>
              <p:cNvSpPr/>
              <p:nvPr/>
            </p:nvSpPr>
            <p:spPr>
              <a:xfrm>
                <a:off x="11062223" y="3784811"/>
                <a:ext cx="285020" cy="285020"/>
              </a:xfrm>
              <a:custGeom>
                <a:rect b="b" l="l" r="r" t="t"/>
                <a:pathLst>
                  <a:path extrusionOk="0" h="2964099" w="2801488">
                    <a:moveTo>
                      <a:pt x="1393788" y="2251706"/>
                    </a:moveTo>
                    <a:cubicBezTo>
                      <a:pt x="1338380" y="2251706"/>
                      <a:pt x="1293463" y="2296623"/>
                      <a:pt x="1293463" y="2352031"/>
                    </a:cubicBezTo>
                    <a:cubicBezTo>
                      <a:pt x="1293463" y="2407439"/>
                      <a:pt x="1338380" y="2452356"/>
                      <a:pt x="1393788" y="2452356"/>
                    </a:cubicBezTo>
                    <a:cubicBezTo>
                      <a:pt x="1449196" y="2452356"/>
                      <a:pt x="1494113" y="2407439"/>
                      <a:pt x="1494113" y="2352031"/>
                    </a:cubicBezTo>
                    <a:cubicBezTo>
                      <a:pt x="1494113" y="2296623"/>
                      <a:pt x="1449196" y="2251706"/>
                      <a:pt x="1393788" y="2251706"/>
                    </a:cubicBezTo>
                    <a:close/>
                    <a:moveTo>
                      <a:pt x="2189420" y="1936547"/>
                    </a:moveTo>
                    <a:cubicBezTo>
                      <a:pt x="1959955" y="1936547"/>
                      <a:pt x="1773936" y="2122566"/>
                      <a:pt x="1773936" y="2352031"/>
                    </a:cubicBezTo>
                    <a:cubicBezTo>
                      <a:pt x="1773936" y="2581496"/>
                      <a:pt x="1959955" y="2767515"/>
                      <a:pt x="2189420" y="2767515"/>
                    </a:cubicBezTo>
                    <a:cubicBezTo>
                      <a:pt x="2418885" y="2767515"/>
                      <a:pt x="2604904" y="2581496"/>
                      <a:pt x="2604904" y="2352031"/>
                    </a:cubicBezTo>
                    <a:cubicBezTo>
                      <a:pt x="2604904" y="2122566"/>
                      <a:pt x="2418885" y="1936547"/>
                      <a:pt x="2189420" y="1936547"/>
                    </a:cubicBezTo>
                    <a:close/>
                    <a:moveTo>
                      <a:pt x="612068" y="1936547"/>
                    </a:moveTo>
                    <a:cubicBezTo>
                      <a:pt x="382603" y="1936547"/>
                      <a:pt x="196584" y="2122566"/>
                      <a:pt x="196584" y="2352031"/>
                    </a:cubicBezTo>
                    <a:cubicBezTo>
                      <a:pt x="196584" y="2581496"/>
                      <a:pt x="382603" y="2767515"/>
                      <a:pt x="612068" y="2767515"/>
                    </a:cubicBezTo>
                    <a:cubicBezTo>
                      <a:pt x="841533" y="2767515"/>
                      <a:pt x="1027552" y="2581496"/>
                      <a:pt x="1027552" y="2352031"/>
                    </a:cubicBezTo>
                    <a:cubicBezTo>
                      <a:pt x="1027552" y="2122566"/>
                      <a:pt x="841533" y="1936547"/>
                      <a:pt x="612068" y="1936547"/>
                    </a:cubicBezTo>
                    <a:close/>
                    <a:moveTo>
                      <a:pt x="845776" y="315"/>
                    </a:moveTo>
                    <a:cubicBezTo>
                      <a:pt x="1032101" y="7965"/>
                      <a:pt x="1181399" y="153129"/>
                      <a:pt x="1195696" y="335717"/>
                    </a:cubicBezTo>
                    <a:lnTo>
                      <a:pt x="1198885" y="335806"/>
                    </a:lnTo>
                    <a:lnTo>
                      <a:pt x="1198706" y="366401"/>
                    </a:lnTo>
                    <a:cubicBezTo>
                      <a:pt x="1198883" y="367005"/>
                      <a:pt x="1198884" y="367612"/>
                      <a:pt x="1198884" y="368218"/>
                    </a:cubicBezTo>
                    <a:lnTo>
                      <a:pt x="1198695" y="368210"/>
                    </a:lnTo>
                    <a:lnTo>
                      <a:pt x="1197421" y="585651"/>
                    </a:lnTo>
                    <a:cubicBezTo>
                      <a:pt x="1245519" y="531733"/>
                      <a:pt x="1316597" y="499778"/>
                      <a:pt x="1394104" y="502960"/>
                    </a:cubicBezTo>
                    <a:cubicBezTo>
                      <a:pt x="1472998" y="506199"/>
                      <a:pt x="1542269" y="545176"/>
                      <a:pt x="1585751" y="604519"/>
                    </a:cubicBezTo>
                    <a:cubicBezTo>
                      <a:pt x="1585226" y="514948"/>
                      <a:pt x="1584701" y="425377"/>
                      <a:pt x="1584176" y="335806"/>
                    </a:cubicBezTo>
                    <a:lnTo>
                      <a:pt x="1585829" y="335760"/>
                    </a:lnTo>
                    <a:cubicBezTo>
                      <a:pt x="1602915" y="140060"/>
                      <a:pt x="1770945" y="-7755"/>
                      <a:pt x="1967493" y="315"/>
                    </a:cubicBezTo>
                    <a:cubicBezTo>
                      <a:pt x="2146853" y="7679"/>
                      <a:pt x="2291902" y="142468"/>
                      <a:pt x="2315427" y="315465"/>
                    </a:cubicBezTo>
                    <a:lnTo>
                      <a:pt x="2320109" y="315335"/>
                    </a:lnTo>
                    <a:lnTo>
                      <a:pt x="2729306" y="2069418"/>
                    </a:lnTo>
                    <a:cubicBezTo>
                      <a:pt x="2776307" y="2152970"/>
                      <a:pt x="2801488" y="2249560"/>
                      <a:pt x="2801488" y="2352031"/>
                    </a:cubicBezTo>
                    <a:cubicBezTo>
                      <a:pt x="2801488" y="2690067"/>
                      <a:pt x="2527456" y="2964099"/>
                      <a:pt x="2189420" y="2964099"/>
                    </a:cubicBezTo>
                    <a:cubicBezTo>
                      <a:pt x="1922036" y="2964099"/>
                      <a:pt x="1694697" y="2792645"/>
                      <a:pt x="1613824" y="2552817"/>
                    </a:cubicBezTo>
                    <a:cubicBezTo>
                      <a:pt x="1559905" y="2613347"/>
                      <a:pt x="1481232" y="2650901"/>
                      <a:pt x="1393788" y="2650901"/>
                    </a:cubicBezTo>
                    <a:cubicBezTo>
                      <a:pt x="1311973" y="2650901"/>
                      <a:pt x="1237837" y="2618027"/>
                      <a:pt x="1183996" y="2564635"/>
                    </a:cubicBezTo>
                    <a:cubicBezTo>
                      <a:pt x="1099341" y="2798210"/>
                      <a:pt x="875077" y="2964099"/>
                      <a:pt x="612068" y="2964099"/>
                    </a:cubicBezTo>
                    <a:cubicBezTo>
                      <a:pt x="274032" y="2964099"/>
                      <a:pt x="0" y="2690067"/>
                      <a:pt x="0" y="2352031"/>
                    </a:cubicBezTo>
                    <a:cubicBezTo>
                      <a:pt x="0" y="2288533"/>
                      <a:pt x="9669" y="2227293"/>
                      <a:pt x="30466" y="2170591"/>
                    </a:cubicBezTo>
                    <a:lnTo>
                      <a:pt x="30153" y="2170591"/>
                    </a:lnTo>
                    <a:lnTo>
                      <a:pt x="462952" y="315335"/>
                    </a:lnTo>
                    <a:lnTo>
                      <a:pt x="467801" y="315470"/>
                    </a:lnTo>
                    <a:cubicBezTo>
                      <a:pt x="493068" y="129842"/>
                      <a:pt x="656149" y="-7470"/>
                      <a:pt x="845776" y="3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229" name="Google Shape;2229;p51"/>
              <p:cNvSpPr/>
              <p:nvPr/>
            </p:nvSpPr>
            <p:spPr>
              <a:xfrm>
                <a:off x="8077159" y="2346892"/>
                <a:ext cx="392828" cy="303948"/>
              </a:xfrm>
              <a:custGeom>
                <a:rect b="b" l="l" r="r" t="t"/>
                <a:pathLst>
                  <a:path extrusionOk="0" h="3064028" w="3960000">
                    <a:moveTo>
                      <a:pt x="1955333" y="1285185"/>
                    </a:moveTo>
                    <a:cubicBezTo>
                      <a:pt x="2192176" y="1285185"/>
                      <a:pt x="2384176" y="1477185"/>
                      <a:pt x="2384176" y="1714028"/>
                    </a:cubicBezTo>
                    <a:cubicBezTo>
                      <a:pt x="2384176" y="1950871"/>
                      <a:pt x="2192176" y="2142871"/>
                      <a:pt x="1955333" y="2142871"/>
                    </a:cubicBezTo>
                    <a:cubicBezTo>
                      <a:pt x="1718490" y="2142871"/>
                      <a:pt x="1526490" y="1950871"/>
                      <a:pt x="1526490" y="1714028"/>
                    </a:cubicBezTo>
                    <a:cubicBezTo>
                      <a:pt x="1526490" y="1477185"/>
                      <a:pt x="1718490" y="1285185"/>
                      <a:pt x="1955333" y="1285185"/>
                    </a:cubicBezTo>
                    <a:close/>
                    <a:moveTo>
                      <a:pt x="1955333" y="1074136"/>
                    </a:moveTo>
                    <a:cubicBezTo>
                      <a:pt x="1601930" y="1074136"/>
                      <a:pt x="1315441" y="1360625"/>
                      <a:pt x="1315441" y="1714028"/>
                    </a:cubicBezTo>
                    <a:cubicBezTo>
                      <a:pt x="1315441" y="2067431"/>
                      <a:pt x="1601930" y="2353920"/>
                      <a:pt x="1955333" y="2353920"/>
                    </a:cubicBezTo>
                    <a:cubicBezTo>
                      <a:pt x="2308736" y="2353920"/>
                      <a:pt x="2595225" y="2067431"/>
                      <a:pt x="2595225" y="1714028"/>
                    </a:cubicBezTo>
                    <a:cubicBezTo>
                      <a:pt x="2595225" y="1360625"/>
                      <a:pt x="2308736" y="1074136"/>
                      <a:pt x="1955333" y="1074136"/>
                    </a:cubicBezTo>
                    <a:close/>
                    <a:moveTo>
                      <a:pt x="1955333" y="849503"/>
                    </a:moveTo>
                    <a:cubicBezTo>
                      <a:pt x="2432797" y="849503"/>
                      <a:pt x="2819858" y="1236564"/>
                      <a:pt x="2819858" y="1714028"/>
                    </a:cubicBezTo>
                    <a:cubicBezTo>
                      <a:pt x="2819858" y="2191492"/>
                      <a:pt x="2432797" y="2578553"/>
                      <a:pt x="1955333" y="2578553"/>
                    </a:cubicBezTo>
                    <a:cubicBezTo>
                      <a:pt x="1477869" y="2578553"/>
                      <a:pt x="1090808" y="2191492"/>
                      <a:pt x="1090808" y="1714028"/>
                    </a:cubicBezTo>
                    <a:cubicBezTo>
                      <a:pt x="1090808" y="1236564"/>
                      <a:pt x="1477869" y="849503"/>
                      <a:pt x="1955333" y="849503"/>
                    </a:cubicBezTo>
                    <a:close/>
                    <a:moveTo>
                      <a:pt x="3253503" y="756254"/>
                    </a:moveTo>
                    <a:cubicBezTo>
                      <a:pt x="3162525" y="756254"/>
                      <a:pt x="3088773" y="830006"/>
                      <a:pt x="3088773" y="920984"/>
                    </a:cubicBezTo>
                    <a:cubicBezTo>
                      <a:pt x="3088773" y="1011962"/>
                      <a:pt x="3162525" y="1085714"/>
                      <a:pt x="3253503" y="1085714"/>
                    </a:cubicBezTo>
                    <a:cubicBezTo>
                      <a:pt x="3344481" y="1085714"/>
                      <a:pt x="3418233" y="1011962"/>
                      <a:pt x="3418233" y="920984"/>
                    </a:cubicBezTo>
                    <a:cubicBezTo>
                      <a:pt x="3418233" y="830006"/>
                      <a:pt x="3344481" y="756254"/>
                      <a:pt x="3253503" y="756254"/>
                    </a:cubicBezTo>
                    <a:close/>
                    <a:moveTo>
                      <a:pt x="1955333" y="744677"/>
                    </a:moveTo>
                    <a:cubicBezTo>
                      <a:pt x="1419975" y="744677"/>
                      <a:pt x="985982" y="1178670"/>
                      <a:pt x="985982" y="1714028"/>
                    </a:cubicBezTo>
                    <a:cubicBezTo>
                      <a:pt x="985982" y="2249386"/>
                      <a:pt x="1419975" y="2683379"/>
                      <a:pt x="1955333" y="2683379"/>
                    </a:cubicBezTo>
                    <a:cubicBezTo>
                      <a:pt x="2490691" y="2683379"/>
                      <a:pt x="2924684" y="2249386"/>
                      <a:pt x="2924684" y="1714028"/>
                    </a:cubicBezTo>
                    <a:cubicBezTo>
                      <a:pt x="2924684" y="1178670"/>
                      <a:pt x="2490691" y="744677"/>
                      <a:pt x="1955333" y="744677"/>
                    </a:cubicBezTo>
                    <a:close/>
                    <a:moveTo>
                      <a:pt x="1333922" y="0"/>
                    </a:moveTo>
                    <a:lnTo>
                      <a:pt x="2626078" y="0"/>
                    </a:lnTo>
                    <a:lnTo>
                      <a:pt x="2717085" y="364028"/>
                    </a:lnTo>
                    <a:lnTo>
                      <a:pt x="3699990" y="364028"/>
                    </a:lnTo>
                    <a:cubicBezTo>
                      <a:pt x="3843590" y="364028"/>
                      <a:pt x="3960000" y="480438"/>
                      <a:pt x="3960000" y="624038"/>
                    </a:cubicBezTo>
                    <a:lnTo>
                      <a:pt x="3960000" y="2804018"/>
                    </a:lnTo>
                    <a:cubicBezTo>
                      <a:pt x="3960000" y="2947618"/>
                      <a:pt x="3843590" y="3064028"/>
                      <a:pt x="3699990" y="3064028"/>
                    </a:cubicBezTo>
                    <a:lnTo>
                      <a:pt x="260010" y="3064028"/>
                    </a:lnTo>
                    <a:cubicBezTo>
                      <a:pt x="116410" y="3064028"/>
                      <a:pt x="0" y="2947618"/>
                      <a:pt x="0" y="2804018"/>
                    </a:cubicBezTo>
                    <a:lnTo>
                      <a:pt x="0" y="624038"/>
                    </a:lnTo>
                    <a:cubicBezTo>
                      <a:pt x="0" y="480438"/>
                      <a:pt x="116410" y="364028"/>
                      <a:pt x="260010" y="364028"/>
                    </a:cubicBezTo>
                    <a:lnTo>
                      <a:pt x="443165" y="364028"/>
                    </a:lnTo>
                    <a:lnTo>
                      <a:pt x="443165" y="237982"/>
                    </a:lnTo>
                    <a:cubicBezTo>
                      <a:pt x="443165" y="195266"/>
                      <a:pt x="477794" y="160637"/>
                      <a:pt x="520510" y="160637"/>
                    </a:cubicBezTo>
                    <a:lnTo>
                      <a:pt x="1049896" y="160637"/>
                    </a:lnTo>
                    <a:cubicBezTo>
                      <a:pt x="1092612" y="160637"/>
                      <a:pt x="1127241" y="195266"/>
                      <a:pt x="1127241" y="237982"/>
                    </a:cubicBezTo>
                    <a:lnTo>
                      <a:pt x="1127241" y="364028"/>
                    </a:lnTo>
                    <a:lnTo>
                      <a:pt x="1242915" y="364028"/>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230" name="Google Shape;2230;p51"/>
              <p:cNvSpPr/>
              <p:nvPr/>
            </p:nvSpPr>
            <p:spPr>
              <a:xfrm>
                <a:off x="8560619" y="5355763"/>
                <a:ext cx="372889" cy="259826"/>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231" name="Google Shape;2231;p51"/>
              <p:cNvSpPr/>
              <p:nvPr/>
            </p:nvSpPr>
            <p:spPr>
              <a:xfrm rot="2498363">
                <a:off x="8831623" y="1920263"/>
                <a:ext cx="392828" cy="392828"/>
              </a:xfrm>
              <a:custGeom>
                <a:rect b="b" l="l" r="r" t="t"/>
                <a:pathLst>
                  <a:path extrusionOk="0" h="3938940" w="3860438">
                    <a:moveTo>
                      <a:pt x="1862067" y="2433815"/>
                    </a:moveTo>
                    <a:lnTo>
                      <a:pt x="1970067" y="2433815"/>
                    </a:lnTo>
                    <a:lnTo>
                      <a:pt x="1970067" y="3362873"/>
                    </a:lnTo>
                    <a:lnTo>
                      <a:pt x="2004792" y="3362873"/>
                    </a:lnTo>
                    <a:lnTo>
                      <a:pt x="2004792" y="3650907"/>
                    </a:lnTo>
                    <a:cubicBezTo>
                      <a:pt x="2004792" y="3808349"/>
                      <a:pt x="1878374" y="3936619"/>
                      <a:pt x="1720949" y="3938909"/>
                    </a:cubicBezTo>
                    <a:cubicBezTo>
                      <a:pt x="1564029" y="3941192"/>
                      <a:pt x="1434265" y="3817458"/>
                      <a:pt x="1429045" y="3660794"/>
                    </a:cubicBezTo>
                    <a:lnTo>
                      <a:pt x="1428727" y="3660794"/>
                    </a:lnTo>
                    <a:lnTo>
                      <a:pt x="1428727" y="3588794"/>
                    </a:lnTo>
                    <a:cubicBezTo>
                      <a:pt x="1428727" y="3549029"/>
                      <a:pt x="1460962" y="3516794"/>
                      <a:pt x="1500727" y="3516794"/>
                    </a:cubicBezTo>
                    <a:lnTo>
                      <a:pt x="1536727" y="3516794"/>
                    </a:lnTo>
                    <a:cubicBezTo>
                      <a:pt x="1576492" y="3516794"/>
                      <a:pt x="1608727" y="3549029"/>
                      <a:pt x="1608727" y="3588794"/>
                    </a:cubicBezTo>
                    <a:lnTo>
                      <a:pt x="1608727" y="3654789"/>
                    </a:lnTo>
                    <a:cubicBezTo>
                      <a:pt x="1610687" y="3713589"/>
                      <a:pt x="1659418" y="3760001"/>
                      <a:pt x="1718334" y="3759144"/>
                    </a:cubicBezTo>
                    <a:cubicBezTo>
                      <a:pt x="1777498" y="3758284"/>
                      <a:pt x="1825008" y="3710077"/>
                      <a:pt x="1825008" y="3650907"/>
                    </a:cubicBezTo>
                    <a:lnTo>
                      <a:pt x="1824792" y="3650907"/>
                    </a:lnTo>
                    <a:lnTo>
                      <a:pt x="1824792" y="3362873"/>
                    </a:lnTo>
                    <a:lnTo>
                      <a:pt x="1862067" y="3362873"/>
                    </a:lnTo>
                    <a:close/>
                    <a:moveTo>
                      <a:pt x="1963773" y="341826"/>
                    </a:moveTo>
                    <a:cubicBezTo>
                      <a:pt x="2603866" y="1105515"/>
                      <a:pt x="2803203" y="1464631"/>
                      <a:pt x="2867684" y="2396069"/>
                    </a:cubicBezTo>
                    <a:cubicBezTo>
                      <a:pt x="2523234" y="2107144"/>
                      <a:pt x="2324834" y="2107144"/>
                      <a:pt x="1967684" y="2396069"/>
                    </a:cubicBezTo>
                    <a:cubicBezTo>
                      <a:pt x="1966380" y="1713514"/>
                      <a:pt x="1965077" y="1024381"/>
                      <a:pt x="1963773" y="341826"/>
                    </a:cubicBezTo>
                    <a:close/>
                    <a:moveTo>
                      <a:pt x="1882676" y="341826"/>
                    </a:moveTo>
                    <a:cubicBezTo>
                      <a:pt x="1881372" y="1024381"/>
                      <a:pt x="1880069" y="1713514"/>
                      <a:pt x="1878765" y="2396069"/>
                    </a:cubicBezTo>
                    <a:cubicBezTo>
                      <a:pt x="1521615" y="2107144"/>
                      <a:pt x="1323215" y="2107144"/>
                      <a:pt x="978765" y="2396069"/>
                    </a:cubicBezTo>
                    <a:cubicBezTo>
                      <a:pt x="1043246" y="1464631"/>
                      <a:pt x="1242583" y="1105515"/>
                      <a:pt x="1882676" y="341826"/>
                    </a:cubicBezTo>
                    <a:close/>
                    <a:moveTo>
                      <a:pt x="2058573" y="335248"/>
                    </a:moveTo>
                    <a:cubicBezTo>
                      <a:pt x="3026489" y="598978"/>
                      <a:pt x="3714825" y="1273857"/>
                      <a:pt x="3860438" y="2396070"/>
                    </a:cubicBezTo>
                    <a:cubicBezTo>
                      <a:pt x="3515988" y="2107145"/>
                      <a:pt x="3317588" y="2107145"/>
                      <a:pt x="2960438" y="2396070"/>
                    </a:cubicBezTo>
                    <a:cubicBezTo>
                      <a:pt x="2910892" y="1313327"/>
                      <a:pt x="2647549" y="1036442"/>
                      <a:pt x="2058573" y="335248"/>
                    </a:cubicBezTo>
                    <a:close/>
                    <a:moveTo>
                      <a:pt x="1801865" y="335248"/>
                    </a:moveTo>
                    <a:cubicBezTo>
                      <a:pt x="1212889" y="1036442"/>
                      <a:pt x="949546" y="1313327"/>
                      <a:pt x="900000" y="2396070"/>
                    </a:cubicBezTo>
                    <a:cubicBezTo>
                      <a:pt x="542850" y="2107145"/>
                      <a:pt x="344450" y="2107145"/>
                      <a:pt x="0" y="2396070"/>
                    </a:cubicBezTo>
                    <a:cubicBezTo>
                      <a:pt x="145613" y="1273857"/>
                      <a:pt x="833949" y="598978"/>
                      <a:pt x="1801865" y="335248"/>
                    </a:cubicBezTo>
                    <a:close/>
                    <a:moveTo>
                      <a:pt x="1902679" y="0"/>
                    </a:moveTo>
                    <a:lnTo>
                      <a:pt x="1929455" y="0"/>
                    </a:lnTo>
                    <a:lnTo>
                      <a:pt x="1970067" y="288000"/>
                    </a:lnTo>
                    <a:lnTo>
                      <a:pt x="1862067" y="288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232" name="Google Shape;2232;p51"/>
              <p:cNvSpPr/>
              <p:nvPr/>
            </p:nvSpPr>
            <p:spPr>
              <a:xfrm rot="-2129845">
                <a:off x="10110329" y="1972655"/>
                <a:ext cx="132806" cy="502999"/>
              </a:xfrm>
              <a:custGeom>
                <a:rect b="b" l="l" r="r" t="t"/>
                <a:pathLst>
                  <a:path extrusionOk="0" h="5014044" w="1323851">
                    <a:moveTo>
                      <a:pt x="797140" y="4503940"/>
                    </a:moveTo>
                    <a:cubicBezTo>
                      <a:pt x="732770" y="4439570"/>
                      <a:pt x="628407" y="4439570"/>
                      <a:pt x="564037" y="4503940"/>
                    </a:cubicBezTo>
                    <a:cubicBezTo>
                      <a:pt x="499667" y="4568310"/>
                      <a:pt x="499667" y="4672672"/>
                      <a:pt x="564037" y="4737042"/>
                    </a:cubicBezTo>
                    <a:cubicBezTo>
                      <a:pt x="628407" y="4801412"/>
                      <a:pt x="732770" y="4801413"/>
                      <a:pt x="797140" y="4737043"/>
                    </a:cubicBezTo>
                    <a:cubicBezTo>
                      <a:pt x="861510" y="4672673"/>
                      <a:pt x="861510" y="4568310"/>
                      <a:pt x="797140" y="4503940"/>
                    </a:cubicBezTo>
                    <a:close/>
                    <a:moveTo>
                      <a:pt x="1019859" y="4396571"/>
                    </a:moveTo>
                    <a:lnTo>
                      <a:pt x="1019859" y="4844408"/>
                    </a:lnTo>
                    <a:lnTo>
                      <a:pt x="680589" y="5014044"/>
                    </a:lnTo>
                    <a:lnTo>
                      <a:pt x="341319" y="4844409"/>
                    </a:lnTo>
                    <a:lnTo>
                      <a:pt x="341319" y="4396572"/>
                    </a:lnTo>
                    <a:lnTo>
                      <a:pt x="680589" y="4226937"/>
                    </a:lnTo>
                    <a:close/>
                    <a:moveTo>
                      <a:pt x="800624" y="237293"/>
                    </a:moveTo>
                    <a:cubicBezTo>
                      <a:pt x="730322" y="166991"/>
                      <a:pt x="616339" y="166991"/>
                      <a:pt x="546037" y="237293"/>
                    </a:cubicBezTo>
                    <a:cubicBezTo>
                      <a:pt x="475735" y="307595"/>
                      <a:pt x="475735" y="421577"/>
                      <a:pt x="546037" y="491879"/>
                    </a:cubicBezTo>
                    <a:cubicBezTo>
                      <a:pt x="616339" y="562181"/>
                      <a:pt x="730322" y="562181"/>
                      <a:pt x="800624" y="491879"/>
                    </a:cubicBezTo>
                    <a:cubicBezTo>
                      <a:pt x="870926" y="421577"/>
                      <a:pt x="870926" y="307595"/>
                      <a:pt x="800624" y="237293"/>
                    </a:cubicBezTo>
                    <a:close/>
                    <a:moveTo>
                      <a:pt x="1079384" y="68015"/>
                    </a:moveTo>
                    <a:cubicBezTo>
                      <a:pt x="1121407" y="110039"/>
                      <a:pt x="1147399" y="168093"/>
                      <a:pt x="1147399" y="232219"/>
                    </a:cubicBezTo>
                    <a:cubicBezTo>
                      <a:pt x="1147399" y="1159793"/>
                      <a:pt x="1034554" y="2087367"/>
                      <a:pt x="1023948" y="3014957"/>
                    </a:cubicBezTo>
                    <a:cubicBezTo>
                      <a:pt x="1133082" y="3060182"/>
                      <a:pt x="1235152" y="3127360"/>
                      <a:pt x="1323851" y="3216059"/>
                    </a:cubicBezTo>
                    <a:cubicBezTo>
                      <a:pt x="1689423" y="3581630"/>
                      <a:pt x="1689423" y="4174338"/>
                      <a:pt x="1323851" y="4539910"/>
                    </a:cubicBezTo>
                    <a:cubicBezTo>
                      <a:pt x="1261218" y="4602543"/>
                      <a:pt x="1191917" y="4654446"/>
                      <a:pt x="1117803" y="4694845"/>
                    </a:cubicBezTo>
                    <a:lnTo>
                      <a:pt x="1117303" y="3872699"/>
                    </a:lnTo>
                    <a:lnTo>
                      <a:pt x="684319" y="3565900"/>
                    </a:lnTo>
                    <a:lnTo>
                      <a:pt x="251709" y="3873225"/>
                    </a:lnTo>
                    <a:lnTo>
                      <a:pt x="252223" y="4718882"/>
                    </a:lnTo>
                    <a:cubicBezTo>
                      <a:pt x="160837" y="4675423"/>
                      <a:pt x="75567" y="4615476"/>
                      <a:pt x="0" y="4539910"/>
                    </a:cubicBezTo>
                    <a:cubicBezTo>
                      <a:pt x="-365571" y="4174338"/>
                      <a:pt x="-365571" y="3581630"/>
                      <a:pt x="0" y="3216059"/>
                    </a:cubicBezTo>
                    <a:cubicBezTo>
                      <a:pt x="100968" y="3115091"/>
                      <a:pt x="219261" y="3042010"/>
                      <a:pt x="345675" y="2997831"/>
                    </a:cubicBezTo>
                    <a:lnTo>
                      <a:pt x="211295" y="232219"/>
                    </a:lnTo>
                    <a:cubicBezTo>
                      <a:pt x="211295" y="103968"/>
                      <a:pt x="315263" y="0"/>
                      <a:pt x="443514" y="0"/>
                    </a:cubicBezTo>
                    <a:lnTo>
                      <a:pt x="915180" y="0"/>
                    </a:lnTo>
                    <a:cubicBezTo>
                      <a:pt x="979305" y="0"/>
                      <a:pt x="1037360" y="25992"/>
                      <a:pt x="1079384" y="680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233" name="Google Shape;2233;p51"/>
              <p:cNvSpPr/>
              <p:nvPr/>
            </p:nvSpPr>
            <p:spPr>
              <a:xfrm rot="-8100000">
                <a:off x="9503918" y="5364438"/>
                <a:ext cx="71616" cy="502304"/>
              </a:xfrm>
              <a:custGeom>
                <a:rect b="b" l="l" r="r" t="t"/>
                <a:pathLst>
                  <a:path extrusionOk="0" h="460327" w="65631">
                    <a:moveTo>
                      <a:pt x="42919" y="215685"/>
                    </a:moveTo>
                    <a:lnTo>
                      <a:pt x="22708" y="215685"/>
                    </a:lnTo>
                    <a:lnTo>
                      <a:pt x="0" y="185855"/>
                    </a:lnTo>
                    <a:lnTo>
                      <a:pt x="3" y="185856"/>
                    </a:lnTo>
                    <a:lnTo>
                      <a:pt x="3" y="32814"/>
                    </a:lnTo>
                    <a:cubicBezTo>
                      <a:pt x="3" y="14690"/>
                      <a:pt x="14694" y="0"/>
                      <a:pt x="32817" y="0"/>
                    </a:cubicBezTo>
                    <a:cubicBezTo>
                      <a:pt x="50940" y="0"/>
                      <a:pt x="65631" y="14690"/>
                      <a:pt x="65631" y="32814"/>
                    </a:cubicBezTo>
                    <a:lnTo>
                      <a:pt x="65631" y="185856"/>
                    </a:lnTo>
                    <a:lnTo>
                      <a:pt x="65626" y="185856"/>
                    </a:lnTo>
                    <a:close/>
                    <a:moveTo>
                      <a:pt x="57234" y="460327"/>
                    </a:moveTo>
                    <a:lnTo>
                      <a:pt x="11300" y="460327"/>
                    </a:lnTo>
                    <a:lnTo>
                      <a:pt x="11300" y="366559"/>
                    </a:lnTo>
                    <a:cubicBezTo>
                      <a:pt x="13577" y="349655"/>
                      <a:pt x="25635" y="358815"/>
                      <a:pt x="25452" y="346112"/>
                    </a:cubicBezTo>
                    <a:cubicBezTo>
                      <a:pt x="25288" y="302926"/>
                      <a:pt x="25124" y="259739"/>
                      <a:pt x="24960" y="216553"/>
                    </a:cubicBezTo>
                    <a:lnTo>
                      <a:pt x="42858" y="216553"/>
                    </a:lnTo>
                    <a:cubicBezTo>
                      <a:pt x="42694" y="259576"/>
                      <a:pt x="42530" y="302598"/>
                      <a:pt x="42366" y="345621"/>
                    </a:cubicBezTo>
                    <a:cubicBezTo>
                      <a:pt x="39843" y="359799"/>
                      <a:pt x="54756" y="347441"/>
                      <a:pt x="57234" y="36655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234" name="Google Shape;2234;p51"/>
              <p:cNvSpPr/>
              <p:nvPr/>
            </p:nvSpPr>
            <p:spPr>
              <a:xfrm>
                <a:off x="10146073" y="5282722"/>
                <a:ext cx="141778" cy="392828"/>
              </a:xfrm>
              <a:custGeom>
                <a:rect b="b" l="l" r="r" t="t"/>
                <a:pathLst>
                  <a:path extrusionOk="0" h="3871427" w="1397263">
                    <a:moveTo>
                      <a:pt x="698631" y="1778701"/>
                    </a:moveTo>
                    <a:cubicBezTo>
                      <a:pt x="609151" y="1778701"/>
                      <a:pt x="536613" y="1851239"/>
                      <a:pt x="536613" y="1940719"/>
                    </a:cubicBezTo>
                    <a:cubicBezTo>
                      <a:pt x="536613" y="2030199"/>
                      <a:pt x="609151" y="2102737"/>
                      <a:pt x="698631" y="2102737"/>
                    </a:cubicBezTo>
                    <a:cubicBezTo>
                      <a:pt x="788111" y="2102737"/>
                      <a:pt x="860649" y="2030199"/>
                      <a:pt x="860649" y="1940719"/>
                    </a:cubicBezTo>
                    <a:cubicBezTo>
                      <a:pt x="860649" y="1851239"/>
                      <a:pt x="788111" y="1778701"/>
                      <a:pt x="698631" y="1778701"/>
                    </a:cubicBezTo>
                    <a:close/>
                    <a:moveTo>
                      <a:pt x="999594" y="0"/>
                    </a:moveTo>
                    <a:lnTo>
                      <a:pt x="1321063" y="0"/>
                    </a:lnTo>
                    <a:lnTo>
                      <a:pt x="1390119" y="95250"/>
                    </a:lnTo>
                    <a:cubicBezTo>
                      <a:pt x="1392500" y="284956"/>
                      <a:pt x="1394882" y="474663"/>
                      <a:pt x="1397263" y="664369"/>
                    </a:cubicBezTo>
                    <a:lnTo>
                      <a:pt x="1256769" y="833438"/>
                    </a:lnTo>
                    <a:lnTo>
                      <a:pt x="921013" y="978694"/>
                    </a:lnTo>
                    <a:lnTo>
                      <a:pt x="913199" y="978651"/>
                    </a:lnTo>
                    <a:lnTo>
                      <a:pt x="913199" y="1700779"/>
                    </a:lnTo>
                    <a:cubicBezTo>
                      <a:pt x="979823" y="1759212"/>
                      <a:pt x="1021211" y="1845132"/>
                      <a:pt x="1021211" y="1940719"/>
                    </a:cubicBezTo>
                    <a:cubicBezTo>
                      <a:pt x="1021211" y="2036306"/>
                      <a:pt x="979823" y="2122226"/>
                      <a:pt x="913199" y="2180659"/>
                    </a:cubicBezTo>
                    <a:lnTo>
                      <a:pt x="913199" y="2896482"/>
                    </a:lnTo>
                    <a:lnTo>
                      <a:pt x="1238250" y="3021320"/>
                    </a:lnTo>
                    <a:lnTo>
                      <a:pt x="1390650" y="3199914"/>
                    </a:lnTo>
                    <a:lnTo>
                      <a:pt x="1393032" y="3764270"/>
                    </a:lnTo>
                    <a:lnTo>
                      <a:pt x="1316832" y="3869045"/>
                    </a:lnTo>
                    <a:lnTo>
                      <a:pt x="997744" y="3869045"/>
                    </a:lnTo>
                    <a:lnTo>
                      <a:pt x="995363" y="3276114"/>
                    </a:lnTo>
                    <a:lnTo>
                      <a:pt x="700088" y="3111808"/>
                    </a:lnTo>
                    <a:lnTo>
                      <a:pt x="409575" y="3288020"/>
                    </a:lnTo>
                    <a:lnTo>
                      <a:pt x="397669" y="3871427"/>
                    </a:lnTo>
                    <a:lnTo>
                      <a:pt x="76200" y="3871427"/>
                    </a:lnTo>
                    <a:lnTo>
                      <a:pt x="7144" y="3776177"/>
                    </a:lnTo>
                    <a:cubicBezTo>
                      <a:pt x="4763" y="3586471"/>
                      <a:pt x="2381" y="3396764"/>
                      <a:pt x="0" y="3207058"/>
                    </a:cubicBezTo>
                    <a:lnTo>
                      <a:pt x="140494" y="3037989"/>
                    </a:lnTo>
                    <a:lnTo>
                      <a:pt x="476250" y="2892733"/>
                    </a:lnTo>
                    <a:lnTo>
                      <a:pt x="481151" y="2892760"/>
                    </a:lnTo>
                    <a:lnTo>
                      <a:pt x="481151" y="2180659"/>
                    </a:lnTo>
                    <a:cubicBezTo>
                      <a:pt x="414527" y="2122226"/>
                      <a:pt x="373139" y="2036306"/>
                      <a:pt x="373139" y="1940719"/>
                    </a:cubicBezTo>
                    <a:cubicBezTo>
                      <a:pt x="373139" y="1845132"/>
                      <a:pt x="414527" y="1759212"/>
                      <a:pt x="481151" y="1700779"/>
                    </a:cubicBezTo>
                    <a:lnTo>
                      <a:pt x="481151" y="973827"/>
                    </a:lnTo>
                    <a:lnTo>
                      <a:pt x="159013" y="850107"/>
                    </a:lnTo>
                    <a:lnTo>
                      <a:pt x="6613" y="671513"/>
                    </a:lnTo>
                    <a:lnTo>
                      <a:pt x="4231" y="107157"/>
                    </a:lnTo>
                    <a:lnTo>
                      <a:pt x="80431" y="2382"/>
                    </a:lnTo>
                    <a:lnTo>
                      <a:pt x="399519" y="2382"/>
                    </a:lnTo>
                    <a:cubicBezTo>
                      <a:pt x="400313" y="198438"/>
                      <a:pt x="401106" y="396875"/>
                      <a:pt x="401900" y="595313"/>
                    </a:cubicBezTo>
                    <a:lnTo>
                      <a:pt x="697175" y="759619"/>
                    </a:lnTo>
                    <a:lnTo>
                      <a:pt x="987688" y="583407"/>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235" name="Google Shape;2235;p51"/>
              <p:cNvSpPr/>
              <p:nvPr/>
            </p:nvSpPr>
            <p:spPr>
              <a:xfrm rot="10800000">
                <a:off x="9233259" y="1922064"/>
                <a:ext cx="351266" cy="351266"/>
              </a:xfrm>
              <a:custGeom>
                <a:rect b="b" l="l" r="r" t="t"/>
                <a:pathLst>
                  <a:path extrusionOk="0" h="3915008" w="3982665">
                    <a:moveTo>
                      <a:pt x="0" y="2664000"/>
                    </a:moveTo>
                    <a:lnTo>
                      <a:pt x="1911318" y="72000"/>
                    </a:lnTo>
                    <a:lnTo>
                      <a:pt x="1142725" y="2655962"/>
                    </a:lnTo>
                    <a:close/>
                    <a:moveTo>
                      <a:pt x="3982665" y="2664000"/>
                    </a:moveTo>
                    <a:lnTo>
                      <a:pt x="2839940" y="2655962"/>
                    </a:lnTo>
                    <a:lnTo>
                      <a:pt x="2071347" y="72000"/>
                    </a:lnTo>
                    <a:close/>
                    <a:moveTo>
                      <a:pt x="2621333" y="2664000"/>
                    </a:moveTo>
                    <a:lnTo>
                      <a:pt x="1361333" y="2664000"/>
                    </a:lnTo>
                    <a:lnTo>
                      <a:pt x="1991333" y="0"/>
                    </a:lnTo>
                    <a:close/>
                    <a:moveTo>
                      <a:pt x="1806654" y="3915007"/>
                    </a:moveTo>
                    <a:lnTo>
                      <a:pt x="726654" y="3915007"/>
                    </a:lnTo>
                    <a:lnTo>
                      <a:pt x="1266654" y="2835007"/>
                    </a:lnTo>
                    <a:close/>
                    <a:moveTo>
                      <a:pt x="555902" y="3915008"/>
                    </a:moveTo>
                    <a:lnTo>
                      <a:pt x="15902" y="2835008"/>
                    </a:lnTo>
                    <a:lnTo>
                      <a:pt x="1095902" y="2835008"/>
                    </a:lnTo>
                    <a:close/>
                    <a:moveTo>
                      <a:pt x="1977406" y="3915008"/>
                    </a:moveTo>
                    <a:lnTo>
                      <a:pt x="1437406" y="2835008"/>
                    </a:lnTo>
                    <a:lnTo>
                      <a:pt x="2517406" y="2835008"/>
                    </a:lnTo>
                    <a:close/>
                    <a:moveTo>
                      <a:pt x="3228158" y="3915008"/>
                    </a:moveTo>
                    <a:lnTo>
                      <a:pt x="2148158" y="3915008"/>
                    </a:lnTo>
                    <a:lnTo>
                      <a:pt x="2688158" y="2835008"/>
                    </a:lnTo>
                    <a:close/>
                    <a:moveTo>
                      <a:pt x="3398910" y="3915008"/>
                    </a:moveTo>
                    <a:lnTo>
                      <a:pt x="2858910" y="2835008"/>
                    </a:lnTo>
                    <a:lnTo>
                      <a:pt x="3938910" y="2835008"/>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236" name="Google Shape;2236;p51"/>
              <p:cNvSpPr/>
              <p:nvPr/>
            </p:nvSpPr>
            <p:spPr>
              <a:xfrm>
                <a:off x="8136976" y="5049647"/>
                <a:ext cx="351266" cy="351266"/>
              </a:xfrm>
              <a:custGeom>
                <a:rect b="b" l="l" r="r" t="t"/>
                <a:pathLst>
                  <a:path extrusionOk="0" h="3954781" w="3928707">
                    <a:moveTo>
                      <a:pt x="2773336" y="2238726"/>
                    </a:moveTo>
                    <a:cubicBezTo>
                      <a:pt x="2746826" y="2238726"/>
                      <a:pt x="2725335" y="2260217"/>
                      <a:pt x="2725335" y="2286727"/>
                    </a:cubicBezTo>
                    <a:lnTo>
                      <a:pt x="2725335" y="2478725"/>
                    </a:lnTo>
                    <a:cubicBezTo>
                      <a:pt x="2725335" y="2505235"/>
                      <a:pt x="2746826" y="2526726"/>
                      <a:pt x="2773336" y="2526726"/>
                    </a:cubicBezTo>
                    <a:lnTo>
                      <a:pt x="2965334" y="2526726"/>
                    </a:lnTo>
                    <a:cubicBezTo>
                      <a:pt x="2991844" y="2526726"/>
                      <a:pt x="3013335" y="2505235"/>
                      <a:pt x="3013335" y="2478725"/>
                    </a:cubicBezTo>
                    <a:lnTo>
                      <a:pt x="3013335" y="2286727"/>
                    </a:lnTo>
                    <a:cubicBezTo>
                      <a:pt x="3013335" y="2260217"/>
                      <a:pt x="2991844" y="2238726"/>
                      <a:pt x="2965334" y="2238726"/>
                    </a:cubicBezTo>
                    <a:close/>
                    <a:moveTo>
                      <a:pt x="2313922" y="2238726"/>
                    </a:moveTo>
                    <a:cubicBezTo>
                      <a:pt x="2287412" y="2238726"/>
                      <a:pt x="2265921" y="2260217"/>
                      <a:pt x="2265921" y="2286727"/>
                    </a:cubicBezTo>
                    <a:lnTo>
                      <a:pt x="2265921" y="2478725"/>
                    </a:lnTo>
                    <a:cubicBezTo>
                      <a:pt x="2265921" y="2505235"/>
                      <a:pt x="2287412" y="2526726"/>
                      <a:pt x="2313922" y="2526726"/>
                    </a:cubicBezTo>
                    <a:lnTo>
                      <a:pt x="2505920" y="2526726"/>
                    </a:lnTo>
                    <a:cubicBezTo>
                      <a:pt x="2532430" y="2526726"/>
                      <a:pt x="2553921" y="2505235"/>
                      <a:pt x="2553921" y="2478725"/>
                    </a:cubicBezTo>
                    <a:lnTo>
                      <a:pt x="2553921" y="2286727"/>
                    </a:lnTo>
                    <a:cubicBezTo>
                      <a:pt x="2553921" y="2260217"/>
                      <a:pt x="2532430" y="2238726"/>
                      <a:pt x="2505920" y="2238726"/>
                    </a:cubicBezTo>
                    <a:close/>
                    <a:moveTo>
                      <a:pt x="1854508" y="2238726"/>
                    </a:moveTo>
                    <a:cubicBezTo>
                      <a:pt x="1827998" y="2238726"/>
                      <a:pt x="1806507" y="2260217"/>
                      <a:pt x="1806507" y="2286727"/>
                    </a:cubicBezTo>
                    <a:lnTo>
                      <a:pt x="1806507" y="2478725"/>
                    </a:lnTo>
                    <a:cubicBezTo>
                      <a:pt x="1806507" y="2505235"/>
                      <a:pt x="1827998" y="2526726"/>
                      <a:pt x="1854508" y="2526726"/>
                    </a:cubicBezTo>
                    <a:lnTo>
                      <a:pt x="2046506" y="2526726"/>
                    </a:lnTo>
                    <a:cubicBezTo>
                      <a:pt x="2073016" y="2526726"/>
                      <a:pt x="2094507" y="2505235"/>
                      <a:pt x="2094507" y="2478725"/>
                    </a:cubicBezTo>
                    <a:lnTo>
                      <a:pt x="2094507" y="2286727"/>
                    </a:lnTo>
                    <a:cubicBezTo>
                      <a:pt x="2094507" y="2260217"/>
                      <a:pt x="2073016" y="2238726"/>
                      <a:pt x="2046506" y="2238726"/>
                    </a:cubicBezTo>
                    <a:close/>
                    <a:moveTo>
                      <a:pt x="879732" y="2133675"/>
                    </a:moveTo>
                    <a:cubicBezTo>
                      <a:pt x="767330" y="2133675"/>
                      <a:pt x="676210" y="2224795"/>
                      <a:pt x="676210" y="2337197"/>
                    </a:cubicBezTo>
                    <a:cubicBezTo>
                      <a:pt x="676210" y="2449599"/>
                      <a:pt x="767330" y="2540719"/>
                      <a:pt x="879732" y="2540719"/>
                    </a:cubicBezTo>
                    <a:cubicBezTo>
                      <a:pt x="956121" y="2540719"/>
                      <a:pt x="1022681" y="2498634"/>
                      <a:pt x="1054808" y="2434886"/>
                    </a:cubicBezTo>
                    <a:lnTo>
                      <a:pt x="1469273" y="2434887"/>
                    </a:lnTo>
                    <a:cubicBezTo>
                      <a:pt x="1529381" y="2434887"/>
                      <a:pt x="1578108" y="2386160"/>
                      <a:pt x="1578108" y="2326052"/>
                    </a:cubicBezTo>
                    <a:cubicBezTo>
                      <a:pt x="1578108" y="2265944"/>
                      <a:pt x="1529381" y="2217217"/>
                      <a:pt x="1469273" y="2217217"/>
                    </a:cubicBezTo>
                    <a:lnTo>
                      <a:pt x="1039779" y="2217217"/>
                    </a:lnTo>
                    <a:cubicBezTo>
                      <a:pt x="1005455" y="2165662"/>
                      <a:pt x="946329" y="2133675"/>
                      <a:pt x="879732" y="2133675"/>
                    </a:cubicBezTo>
                    <a:close/>
                    <a:moveTo>
                      <a:pt x="2773336" y="1699178"/>
                    </a:moveTo>
                    <a:cubicBezTo>
                      <a:pt x="2746826" y="1699178"/>
                      <a:pt x="2725335" y="1720669"/>
                      <a:pt x="2725335" y="1747179"/>
                    </a:cubicBezTo>
                    <a:lnTo>
                      <a:pt x="2725335" y="1939177"/>
                    </a:lnTo>
                    <a:cubicBezTo>
                      <a:pt x="2725335" y="1965687"/>
                      <a:pt x="2746826" y="1987178"/>
                      <a:pt x="2773336" y="1987178"/>
                    </a:cubicBezTo>
                    <a:lnTo>
                      <a:pt x="2965334" y="1987178"/>
                    </a:lnTo>
                    <a:cubicBezTo>
                      <a:pt x="2991844" y="1987178"/>
                      <a:pt x="3013335" y="1965687"/>
                      <a:pt x="3013335" y="1939177"/>
                    </a:cubicBezTo>
                    <a:lnTo>
                      <a:pt x="3013335" y="1747179"/>
                    </a:lnTo>
                    <a:cubicBezTo>
                      <a:pt x="3013335" y="1720669"/>
                      <a:pt x="2991844" y="1699178"/>
                      <a:pt x="2965334" y="1699178"/>
                    </a:cubicBezTo>
                    <a:close/>
                    <a:moveTo>
                      <a:pt x="2313922" y="1699178"/>
                    </a:moveTo>
                    <a:cubicBezTo>
                      <a:pt x="2287412" y="1699178"/>
                      <a:pt x="2265921" y="1720669"/>
                      <a:pt x="2265921" y="1747179"/>
                    </a:cubicBezTo>
                    <a:lnTo>
                      <a:pt x="2265921" y="1939177"/>
                    </a:lnTo>
                    <a:cubicBezTo>
                      <a:pt x="2265921" y="1965687"/>
                      <a:pt x="2287412" y="1987178"/>
                      <a:pt x="2313922" y="1987178"/>
                    </a:cubicBezTo>
                    <a:lnTo>
                      <a:pt x="2505920" y="1987178"/>
                    </a:lnTo>
                    <a:cubicBezTo>
                      <a:pt x="2532430" y="1987178"/>
                      <a:pt x="2553921" y="1965687"/>
                      <a:pt x="2553921" y="1939177"/>
                    </a:cubicBezTo>
                    <a:lnTo>
                      <a:pt x="2553921" y="1747179"/>
                    </a:lnTo>
                    <a:cubicBezTo>
                      <a:pt x="2553921" y="1720669"/>
                      <a:pt x="2532430" y="1699178"/>
                      <a:pt x="2505920" y="1699178"/>
                    </a:cubicBezTo>
                    <a:close/>
                    <a:moveTo>
                      <a:pt x="1854508" y="1699178"/>
                    </a:moveTo>
                    <a:cubicBezTo>
                      <a:pt x="1827998" y="1699178"/>
                      <a:pt x="1806507" y="1720669"/>
                      <a:pt x="1806507" y="1747179"/>
                    </a:cubicBezTo>
                    <a:lnTo>
                      <a:pt x="1806507" y="1939177"/>
                    </a:lnTo>
                    <a:cubicBezTo>
                      <a:pt x="1806507" y="1965687"/>
                      <a:pt x="1827998" y="1987178"/>
                      <a:pt x="1854508" y="1987178"/>
                    </a:cubicBezTo>
                    <a:lnTo>
                      <a:pt x="2046506" y="1987178"/>
                    </a:lnTo>
                    <a:cubicBezTo>
                      <a:pt x="2073016" y="1987178"/>
                      <a:pt x="2094507" y="1965687"/>
                      <a:pt x="2094507" y="1939177"/>
                    </a:cubicBezTo>
                    <a:lnTo>
                      <a:pt x="2094507" y="1747179"/>
                    </a:lnTo>
                    <a:cubicBezTo>
                      <a:pt x="2094507" y="1720669"/>
                      <a:pt x="2073016" y="1699178"/>
                      <a:pt x="2046506" y="1699178"/>
                    </a:cubicBezTo>
                    <a:close/>
                    <a:moveTo>
                      <a:pt x="1035948" y="1186216"/>
                    </a:moveTo>
                    <a:cubicBezTo>
                      <a:pt x="1165960" y="1186216"/>
                      <a:pt x="1271356" y="1291612"/>
                      <a:pt x="1271356" y="1421624"/>
                    </a:cubicBezTo>
                    <a:cubicBezTo>
                      <a:pt x="1271356" y="1551636"/>
                      <a:pt x="1165960" y="1657032"/>
                      <a:pt x="1035948" y="1657032"/>
                    </a:cubicBezTo>
                    <a:cubicBezTo>
                      <a:pt x="905936" y="1657032"/>
                      <a:pt x="800540" y="1551636"/>
                      <a:pt x="800540" y="1421624"/>
                    </a:cubicBezTo>
                    <a:cubicBezTo>
                      <a:pt x="800540" y="1291612"/>
                      <a:pt x="905936" y="1186216"/>
                      <a:pt x="1035948" y="1186216"/>
                    </a:cubicBezTo>
                    <a:close/>
                    <a:moveTo>
                      <a:pt x="2773336" y="1159631"/>
                    </a:moveTo>
                    <a:cubicBezTo>
                      <a:pt x="2746826" y="1159631"/>
                      <a:pt x="2725335" y="1181122"/>
                      <a:pt x="2725335" y="1207632"/>
                    </a:cubicBezTo>
                    <a:lnTo>
                      <a:pt x="2725335" y="1399630"/>
                    </a:lnTo>
                    <a:cubicBezTo>
                      <a:pt x="2725335" y="1426140"/>
                      <a:pt x="2746826" y="1447631"/>
                      <a:pt x="2773336" y="1447631"/>
                    </a:cubicBezTo>
                    <a:lnTo>
                      <a:pt x="2965334" y="1447631"/>
                    </a:lnTo>
                    <a:cubicBezTo>
                      <a:pt x="2991844" y="1447631"/>
                      <a:pt x="3013335" y="1426140"/>
                      <a:pt x="3013335" y="1399630"/>
                    </a:cubicBezTo>
                    <a:lnTo>
                      <a:pt x="3013335" y="1207632"/>
                    </a:lnTo>
                    <a:cubicBezTo>
                      <a:pt x="3013335" y="1181122"/>
                      <a:pt x="2991844" y="1159631"/>
                      <a:pt x="2965334" y="1159631"/>
                    </a:cubicBezTo>
                    <a:close/>
                    <a:moveTo>
                      <a:pt x="2313922" y="1159631"/>
                    </a:moveTo>
                    <a:cubicBezTo>
                      <a:pt x="2287412" y="1159631"/>
                      <a:pt x="2265921" y="1181122"/>
                      <a:pt x="2265921" y="1207632"/>
                    </a:cubicBezTo>
                    <a:lnTo>
                      <a:pt x="2265921" y="1399630"/>
                    </a:lnTo>
                    <a:cubicBezTo>
                      <a:pt x="2265921" y="1426140"/>
                      <a:pt x="2287412" y="1447631"/>
                      <a:pt x="2313922" y="1447631"/>
                    </a:cubicBezTo>
                    <a:lnTo>
                      <a:pt x="2505920" y="1447631"/>
                    </a:lnTo>
                    <a:cubicBezTo>
                      <a:pt x="2532430" y="1447631"/>
                      <a:pt x="2553921" y="1426140"/>
                      <a:pt x="2553921" y="1399630"/>
                    </a:cubicBezTo>
                    <a:lnTo>
                      <a:pt x="2553921" y="1207632"/>
                    </a:lnTo>
                    <a:cubicBezTo>
                      <a:pt x="2553921" y="1181122"/>
                      <a:pt x="2532430" y="1159631"/>
                      <a:pt x="2505920" y="1159631"/>
                    </a:cubicBezTo>
                    <a:close/>
                    <a:moveTo>
                      <a:pt x="1854508" y="1159631"/>
                    </a:moveTo>
                    <a:cubicBezTo>
                      <a:pt x="1827998" y="1159631"/>
                      <a:pt x="1806507" y="1181122"/>
                      <a:pt x="1806507" y="1207632"/>
                    </a:cubicBezTo>
                    <a:lnTo>
                      <a:pt x="1806507" y="1399630"/>
                    </a:lnTo>
                    <a:cubicBezTo>
                      <a:pt x="1806507" y="1426140"/>
                      <a:pt x="1827998" y="1447631"/>
                      <a:pt x="1854508" y="1447631"/>
                    </a:cubicBezTo>
                    <a:lnTo>
                      <a:pt x="2046506" y="1447631"/>
                    </a:lnTo>
                    <a:cubicBezTo>
                      <a:pt x="2073016" y="1447631"/>
                      <a:pt x="2094507" y="1426140"/>
                      <a:pt x="2094507" y="1399630"/>
                    </a:cubicBezTo>
                    <a:lnTo>
                      <a:pt x="2094507" y="1207632"/>
                    </a:lnTo>
                    <a:cubicBezTo>
                      <a:pt x="2094507" y="1181122"/>
                      <a:pt x="2073016" y="1159631"/>
                      <a:pt x="2046506" y="1159631"/>
                    </a:cubicBezTo>
                    <a:close/>
                    <a:moveTo>
                      <a:pt x="1035947" y="1097587"/>
                    </a:moveTo>
                    <a:cubicBezTo>
                      <a:pt x="856987" y="1097587"/>
                      <a:pt x="711911" y="1242663"/>
                      <a:pt x="711911" y="1421623"/>
                    </a:cubicBezTo>
                    <a:cubicBezTo>
                      <a:pt x="711911" y="1600583"/>
                      <a:pt x="856987" y="1745659"/>
                      <a:pt x="1035947" y="1745659"/>
                    </a:cubicBezTo>
                    <a:cubicBezTo>
                      <a:pt x="1214907" y="1745659"/>
                      <a:pt x="1359983" y="1600583"/>
                      <a:pt x="1359983" y="1421623"/>
                    </a:cubicBezTo>
                    <a:cubicBezTo>
                      <a:pt x="1359983" y="1242663"/>
                      <a:pt x="1214907" y="1097587"/>
                      <a:pt x="1035947" y="1097587"/>
                    </a:cubicBezTo>
                    <a:close/>
                    <a:moveTo>
                      <a:pt x="593124" y="376367"/>
                    </a:moveTo>
                    <a:lnTo>
                      <a:pt x="3225543" y="376367"/>
                    </a:lnTo>
                    <a:cubicBezTo>
                      <a:pt x="3328637" y="376367"/>
                      <a:pt x="3412211" y="459941"/>
                      <a:pt x="3412211" y="563035"/>
                    </a:cubicBezTo>
                    <a:lnTo>
                      <a:pt x="3412211" y="3074837"/>
                    </a:lnTo>
                    <a:cubicBezTo>
                      <a:pt x="3412211" y="3177931"/>
                      <a:pt x="3328637" y="3261505"/>
                      <a:pt x="3225543" y="3261505"/>
                    </a:cubicBezTo>
                    <a:lnTo>
                      <a:pt x="593124" y="3261505"/>
                    </a:lnTo>
                    <a:cubicBezTo>
                      <a:pt x="490030" y="3261505"/>
                      <a:pt x="406456" y="3177931"/>
                      <a:pt x="406456" y="3074837"/>
                    </a:cubicBezTo>
                    <a:lnTo>
                      <a:pt x="406456" y="563035"/>
                    </a:lnTo>
                    <a:cubicBezTo>
                      <a:pt x="406456" y="459941"/>
                      <a:pt x="490030" y="376367"/>
                      <a:pt x="593124" y="376367"/>
                    </a:cubicBezTo>
                    <a:close/>
                    <a:moveTo>
                      <a:pt x="466365" y="263607"/>
                    </a:moveTo>
                    <a:cubicBezTo>
                      <a:pt x="353740" y="263607"/>
                      <a:pt x="262440" y="354907"/>
                      <a:pt x="262440" y="467532"/>
                    </a:cubicBezTo>
                    <a:lnTo>
                      <a:pt x="262440" y="3211530"/>
                    </a:lnTo>
                    <a:cubicBezTo>
                      <a:pt x="262440" y="3324155"/>
                      <a:pt x="353740" y="3415455"/>
                      <a:pt x="466365" y="3415455"/>
                    </a:cubicBezTo>
                    <a:lnTo>
                      <a:pt x="3352302" y="3415455"/>
                    </a:lnTo>
                    <a:cubicBezTo>
                      <a:pt x="3464927" y="3415455"/>
                      <a:pt x="3556227" y="3324155"/>
                      <a:pt x="3556227" y="3211530"/>
                    </a:cubicBezTo>
                    <a:lnTo>
                      <a:pt x="3556227" y="2945906"/>
                    </a:lnTo>
                    <a:lnTo>
                      <a:pt x="3604113" y="2945906"/>
                    </a:lnTo>
                    <a:cubicBezTo>
                      <a:pt x="3647262" y="2945906"/>
                      <a:pt x="3682241" y="2910927"/>
                      <a:pt x="3682241" y="2867778"/>
                    </a:cubicBezTo>
                    <a:lnTo>
                      <a:pt x="3682241" y="2555278"/>
                    </a:lnTo>
                    <a:cubicBezTo>
                      <a:pt x="3682241" y="2512129"/>
                      <a:pt x="3647262" y="2477150"/>
                      <a:pt x="3604113" y="2477150"/>
                    </a:cubicBezTo>
                    <a:lnTo>
                      <a:pt x="3556227" y="2477150"/>
                    </a:lnTo>
                    <a:lnTo>
                      <a:pt x="3556227" y="1181006"/>
                    </a:lnTo>
                    <a:lnTo>
                      <a:pt x="3604113" y="1181006"/>
                    </a:lnTo>
                    <a:cubicBezTo>
                      <a:pt x="3647262" y="1181006"/>
                      <a:pt x="3682241" y="1146027"/>
                      <a:pt x="3682241" y="1102878"/>
                    </a:cubicBezTo>
                    <a:lnTo>
                      <a:pt x="3682241" y="790378"/>
                    </a:lnTo>
                    <a:cubicBezTo>
                      <a:pt x="3682241" y="747229"/>
                      <a:pt x="3647262" y="712250"/>
                      <a:pt x="3604113" y="712250"/>
                    </a:cubicBezTo>
                    <a:lnTo>
                      <a:pt x="3556227" y="712250"/>
                    </a:lnTo>
                    <a:lnTo>
                      <a:pt x="3556227" y="467532"/>
                    </a:lnTo>
                    <a:cubicBezTo>
                      <a:pt x="3556227" y="354907"/>
                      <a:pt x="3464927" y="263607"/>
                      <a:pt x="3352302" y="263607"/>
                    </a:cubicBezTo>
                    <a:close/>
                    <a:moveTo>
                      <a:pt x="235370" y="0"/>
                    </a:moveTo>
                    <a:lnTo>
                      <a:pt x="3693337" y="0"/>
                    </a:lnTo>
                    <a:cubicBezTo>
                      <a:pt x="3823328" y="0"/>
                      <a:pt x="3928707" y="105379"/>
                      <a:pt x="3928707" y="235370"/>
                    </a:cubicBezTo>
                    <a:lnTo>
                      <a:pt x="3928707" y="3402502"/>
                    </a:lnTo>
                    <a:cubicBezTo>
                      <a:pt x="3928707" y="3485210"/>
                      <a:pt x="3886047" y="3557954"/>
                      <a:pt x="3821334" y="3599629"/>
                    </a:cubicBezTo>
                    <a:lnTo>
                      <a:pt x="3732546" y="3954781"/>
                    </a:lnTo>
                    <a:lnTo>
                      <a:pt x="2998166" y="3954781"/>
                    </a:lnTo>
                    <a:lnTo>
                      <a:pt x="2918939" y="3637872"/>
                    </a:lnTo>
                    <a:lnTo>
                      <a:pt x="1025164" y="3637872"/>
                    </a:lnTo>
                    <a:lnTo>
                      <a:pt x="945937" y="3954781"/>
                    </a:lnTo>
                    <a:lnTo>
                      <a:pt x="211557" y="3954781"/>
                    </a:lnTo>
                    <a:lnTo>
                      <a:pt x="125186" y="3609298"/>
                    </a:lnTo>
                    <a:cubicBezTo>
                      <a:pt x="50483" y="3570656"/>
                      <a:pt x="0" y="3492475"/>
                      <a:pt x="0" y="3402502"/>
                    </a:cubicBezTo>
                    <a:lnTo>
                      <a:pt x="0" y="235370"/>
                    </a:lnTo>
                    <a:cubicBezTo>
                      <a:pt x="0" y="105379"/>
                      <a:pt x="105379" y="0"/>
                      <a:pt x="23537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237" name="Google Shape;2237;p51"/>
              <p:cNvSpPr/>
              <p:nvPr/>
            </p:nvSpPr>
            <p:spPr>
              <a:xfrm>
                <a:off x="9626515" y="1969444"/>
                <a:ext cx="330976" cy="339180"/>
              </a:xfrm>
              <a:custGeom>
                <a:rect b="b" l="l" r="r" t="t"/>
                <a:pathLst>
                  <a:path extrusionOk="0" h="3984815" w="3888432">
                    <a:moveTo>
                      <a:pt x="3131805" y="2156163"/>
                    </a:moveTo>
                    <a:lnTo>
                      <a:pt x="3132791" y="2156712"/>
                    </a:lnTo>
                    <a:lnTo>
                      <a:pt x="3132791" y="3458037"/>
                    </a:lnTo>
                    <a:lnTo>
                      <a:pt x="2592791" y="3458037"/>
                    </a:lnTo>
                    <a:lnTo>
                      <a:pt x="2592791" y="2392416"/>
                    </a:lnTo>
                    <a:lnTo>
                      <a:pt x="3131805" y="2392416"/>
                    </a:lnTo>
                    <a:close/>
                    <a:moveTo>
                      <a:pt x="1894806" y="1447696"/>
                    </a:moveTo>
                    <a:lnTo>
                      <a:pt x="2434806" y="1447696"/>
                    </a:lnTo>
                    <a:lnTo>
                      <a:pt x="2434806" y="3067696"/>
                    </a:lnTo>
                    <a:lnTo>
                      <a:pt x="2425859" y="3067696"/>
                    </a:lnTo>
                    <a:lnTo>
                      <a:pt x="2425859" y="3458037"/>
                    </a:lnTo>
                    <a:lnTo>
                      <a:pt x="1885859" y="3458037"/>
                    </a:lnTo>
                    <a:lnTo>
                      <a:pt x="1885859" y="1462222"/>
                    </a:lnTo>
                    <a:lnTo>
                      <a:pt x="1894806" y="1467205"/>
                    </a:lnTo>
                    <a:close/>
                    <a:moveTo>
                      <a:pt x="1178927" y="1068489"/>
                    </a:moveTo>
                    <a:lnTo>
                      <a:pt x="1179306" y="1068700"/>
                    </a:lnTo>
                    <a:lnTo>
                      <a:pt x="1179306" y="1992407"/>
                    </a:lnTo>
                    <a:lnTo>
                      <a:pt x="1718927" y="1992407"/>
                    </a:lnTo>
                    <a:lnTo>
                      <a:pt x="1718927" y="3458037"/>
                    </a:lnTo>
                    <a:lnTo>
                      <a:pt x="1178927" y="3458037"/>
                    </a:lnTo>
                    <a:close/>
                    <a:moveTo>
                      <a:pt x="471995" y="674757"/>
                    </a:moveTo>
                    <a:lnTo>
                      <a:pt x="482407" y="680556"/>
                    </a:lnTo>
                    <a:lnTo>
                      <a:pt x="1022307" y="680556"/>
                    </a:lnTo>
                    <a:lnTo>
                      <a:pt x="1022307" y="2085638"/>
                    </a:lnTo>
                    <a:lnTo>
                      <a:pt x="1011995" y="2085638"/>
                    </a:lnTo>
                    <a:lnTo>
                      <a:pt x="1011995" y="3458037"/>
                    </a:lnTo>
                    <a:lnTo>
                      <a:pt x="471995" y="3458037"/>
                    </a:lnTo>
                    <a:close/>
                    <a:moveTo>
                      <a:pt x="3301860" y="259154"/>
                    </a:moveTo>
                    <a:lnTo>
                      <a:pt x="3841860" y="259154"/>
                    </a:lnTo>
                    <a:lnTo>
                      <a:pt x="3841860" y="2548347"/>
                    </a:lnTo>
                    <a:lnTo>
                      <a:pt x="3835956" y="2548347"/>
                    </a:lnTo>
                    <a:lnTo>
                      <a:pt x="3839723" y="2550445"/>
                    </a:lnTo>
                    <a:lnTo>
                      <a:pt x="3839723" y="3458037"/>
                    </a:lnTo>
                    <a:lnTo>
                      <a:pt x="3299723" y="3458037"/>
                    </a:lnTo>
                    <a:lnTo>
                      <a:pt x="3299723" y="2249687"/>
                    </a:lnTo>
                    <a:lnTo>
                      <a:pt x="3301860" y="2250877"/>
                    </a:lnTo>
                    <a:close/>
                    <a:moveTo>
                      <a:pt x="0" y="0"/>
                    </a:moveTo>
                    <a:lnTo>
                      <a:pt x="360000" y="0"/>
                    </a:lnTo>
                    <a:lnTo>
                      <a:pt x="360000" y="3624815"/>
                    </a:lnTo>
                    <a:lnTo>
                      <a:pt x="3888432" y="3624815"/>
                    </a:lnTo>
                    <a:lnTo>
                      <a:pt x="3888432" y="3984815"/>
                    </a:lnTo>
                    <a:lnTo>
                      <a:pt x="0" y="3984815"/>
                    </a:lnTo>
                    <a:lnTo>
                      <a:pt x="0" y="3888432"/>
                    </a:lnTo>
                    <a:lnTo>
                      <a:pt x="0" y="362481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238" name="Google Shape;2238;p51"/>
              <p:cNvSpPr/>
              <p:nvPr/>
            </p:nvSpPr>
            <p:spPr>
              <a:xfrm>
                <a:off x="10765361" y="4863776"/>
                <a:ext cx="330939" cy="234666"/>
              </a:xfrm>
              <a:custGeom>
                <a:rect b="b" l="l" r="r" t="t"/>
                <a:pathLst>
                  <a:path extrusionOk="0" h="2808000" w="3960000">
                    <a:moveTo>
                      <a:pt x="2137982" y="2165237"/>
                    </a:moveTo>
                    <a:lnTo>
                      <a:pt x="2111402" y="2204211"/>
                    </a:lnTo>
                    <a:lnTo>
                      <a:pt x="2137982" y="2204211"/>
                    </a:lnTo>
                    <a:close/>
                    <a:moveTo>
                      <a:pt x="2635730" y="2101964"/>
                    </a:moveTo>
                    <a:cubicBezTo>
                      <a:pt x="2615812" y="2101964"/>
                      <a:pt x="2599666" y="2142287"/>
                      <a:pt x="2599666" y="2192028"/>
                    </a:cubicBezTo>
                    <a:cubicBezTo>
                      <a:pt x="2599666" y="2241769"/>
                      <a:pt x="2615812" y="2282092"/>
                      <a:pt x="2635730" y="2282092"/>
                    </a:cubicBezTo>
                    <a:cubicBezTo>
                      <a:pt x="2655648" y="2282092"/>
                      <a:pt x="2671794" y="2241769"/>
                      <a:pt x="2671794" y="2192028"/>
                    </a:cubicBezTo>
                    <a:cubicBezTo>
                      <a:pt x="2671794" y="2142287"/>
                      <a:pt x="2655648" y="2101964"/>
                      <a:pt x="2635730" y="2101964"/>
                    </a:cubicBezTo>
                    <a:close/>
                    <a:moveTo>
                      <a:pt x="1280012" y="2101964"/>
                    </a:moveTo>
                    <a:cubicBezTo>
                      <a:pt x="1260094" y="2101964"/>
                      <a:pt x="1243948" y="2142287"/>
                      <a:pt x="1243948" y="2192028"/>
                    </a:cubicBezTo>
                    <a:cubicBezTo>
                      <a:pt x="1243948" y="2241769"/>
                      <a:pt x="1260094" y="2282092"/>
                      <a:pt x="1280012" y="2282092"/>
                    </a:cubicBezTo>
                    <a:cubicBezTo>
                      <a:pt x="1299930" y="2282092"/>
                      <a:pt x="1316076" y="2241769"/>
                      <a:pt x="1316076" y="2192028"/>
                    </a:cubicBezTo>
                    <a:cubicBezTo>
                      <a:pt x="1316076" y="2142287"/>
                      <a:pt x="1299930" y="2101964"/>
                      <a:pt x="1280012" y="2101964"/>
                    </a:cubicBezTo>
                    <a:close/>
                    <a:moveTo>
                      <a:pt x="2138296" y="2025749"/>
                    </a:moveTo>
                    <a:lnTo>
                      <a:pt x="2139137" y="2026323"/>
                    </a:lnTo>
                    <a:lnTo>
                      <a:pt x="2216315" y="2026323"/>
                    </a:lnTo>
                    <a:lnTo>
                      <a:pt x="2216315" y="2204211"/>
                    </a:lnTo>
                    <a:lnTo>
                      <a:pt x="2256063" y="2204211"/>
                    </a:lnTo>
                    <a:lnTo>
                      <a:pt x="2256063" y="2282544"/>
                    </a:lnTo>
                    <a:lnTo>
                      <a:pt x="2216315" y="2282544"/>
                    </a:lnTo>
                    <a:lnTo>
                      <a:pt x="2216315" y="2357732"/>
                    </a:lnTo>
                    <a:lnTo>
                      <a:pt x="2137982" y="2357732"/>
                    </a:lnTo>
                    <a:lnTo>
                      <a:pt x="2137982" y="2282544"/>
                    </a:lnTo>
                    <a:lnTo>
                      <a:pt x="2015039" y="2282544"/>
                    </a:lnTo>
                    <a:lnTo>
                      <a:pt x="2015039" y="2208059"/>
                    </a:lnTo>
                    <a:lnTo>
                      <a:pt x="2014304" y="2207558"/>
                    </a:lnTo>
                    <a:lnTo>
                      <a:pt x="2015039" y="2206481"/>
                    </a:lnTo>
                    <a:lnTo>
                      <a:pt x="2015039" y="2204211"/>
                    </a:lnTo>
                    <a:lnTo>
                      <a:pt x="2016587" y="2204211"/>
                    </a:lnTo>
                    <a:close/>
                    <a:moveTo>
                      <a:pt x="1855876" y="2017651"/>
                    </a:moveTo>
                    <a:cubicBezTo>
                      <a:pt x="1914135" y="2017257"/>
                      <a:pt x="1961791" y="2063958"/>
                      <a:pt x="1962577" y="2122214"/>
                    </a:cubicBezTo>
                    <a:cubicBezTo>
                      <a:pt x="1962954" y="2150145"/>
                      <a:pt x="1952489" y="2175712"/>
                      <a:pt x="1934995" y="2194820"/>
                    </a:cubicBezTo>
                    <a:cubicBezTo>
                      <a:pt x="1952694" y="2214184"/>
                      <a:pt x="1963194" y="2240138"/>
                      <a:pt x="1962560" y="2268406"/>
                    </a:cubicBezTo>
                    <a:cubicBezTo>
                      <a:pt x="1961260" y="2326468"/>
                      <a:pt x="1913477" y="2372672"/>
                      <a:pt x="1855404" y="2372021"/>
                    </a:cubicBezTo>
                    <a:cubicBezTo>
                      <a:pt x="1797331" y="2371371"/>
                      <a:pt x="1750595" y="2324109"/>
                      <a:pt x="1750595" y="2266032"/>
                    </a:cubicBezTo>
                    <a:lnTo>
                      <a:pt x="1826499" y="2266032"/>
                    </a:lnTo>
                    <a:cubicBezTo>
                      <a:pt x="1826499" y="2282520"/>
                      <a:pt x="1839767" y="2295938"/>
                      <a:pt x="1856254" y="2296122"/>
                    </a:cubicBezTo>
                    <a:cubicBezTo>
                      <a:pt x="1872741" y="2296307"/>
                      <a:pt x="1886306" y="2283190"/>
                      <a:pt x="1886676" y="2266706"/>
                    </a:cubicBezTo>
                    <a:cubicBezTo>
                      <a:pt x="1887039" y="2250493"/>
                      <a:pt x="1874503" y="2236962"/>
                      <a:pt x="1858407" y="2236065"/>
                    </a:cubicBezTo>
                    <a:lnTo>
                      <a:pt x="1814193" y="2236065"/>
                    </a:lnTo>
                    <a:lnTo>
                      <a:pt x="1814193" y="2152552"/>
                    </a:lnTo>
                    <a:lnTo>
                      <a:pt x="1857384" y="2152552"/>
                    </a:lnTo>
                    <a:cubicBezTo>
                      <a:pt x="1873190" y="2152141"/>
                      <a:pt x="1885741" y="2139089"/>
                      <a:pt x="1885527" y="2123254"/>
                    </a:cubicBezTo>
                    <a:cubicBezTo>
                      <a:pt x="1885313" y="2107349"/>
                      <a:pt x="1872302" y="2094598"/>
                      <a:pt x="1856396" y="2094706"/>
                    </a:cubicBezTo>
                    <a:cubicBezTo>
                      <a:pt x="1840490" y="2094813"/>
                      <a:pt x="1827652" y="2107738"/>
                      <a:pt x="1827652" y="2123644"/>
                    </a:cubicBezTo>
                    <a:lnTo>
                      <a:pt x="1750595" y="2123644"/>
                    </a:lnTo>
                    <a:cubicBezTo>
                      <a:pt x="1750595" y="2065383"/>
                      <a:pt x="1797616" y="2018044"/>
                      <a:pt x="1855876" y="2017651"/>
                    </a:cubicBezTo>
                    <a:close/>
                    <a:moveTo>
                      <a:pt x="2930344" y="2012028"/>
                    </a:moveTo>
                    <a:cubicBezTo>
                      <a:pt x="2996416" y="2014229"/>
                      <a:pt x="3045968" y="2074602"/>
                      <a:pt x="3038901" y="2136479"/>
                    </a:cubicBezTo>
                    <a:cubicBezTo>
                      <a:pt x="3029916" y="2202312"/>
                      <a:pt x="2982346" y="2231435"/>
                      <a:pt x="2939412" y="2275597"/>
                    </a:cubicBezTo>
                    <a:lnTo>
                      <a:pt x="3031192" y="2275597"/>
                    </a:lnTo>
                    <a:lnTo>
                      <a:pt x="3031192" y="2357732"/>
                    </a:lnTo>
                    <a:lnTo>
                      <a:pt x="2819358" y="2357732"/>
                    </a:lnTo>
                    <a:cubicBezTo>
                      <a:pt x="2819409" y="2335416"/>
                      <a:pt x="2820521" y="2314113"/>
                      <a:pt x="2820571" y="2291797"/>
                    </a:cubicBezTo>
                    <a:cubicBezTo>
                      <a:pt x="2870625" y="2240158"/>
                      <a:pt x="2905662" y="2213324"/>
                      <a:pt x="2965770" y="2143601"/>
                    </a:cubicBezTo>
                    <a:cubicBezTo>
                      <a:pt x="2980233" y="2116927"/>
                      <a:pt x="2957264" y="2092452"/>
                      <a:pt x="2931831" y="2093607"/>
                    </a:cubicBezTo>
                    <a:cubicBezTo>
                      <a:pt x="2910102" y="2094595"/>
                      <a:pt x="2891536" y="2110969"/>
                      <a:pt x="2889885" y="2139461"/>
                    </a:cubicBezTo>
                    <a:lnTo>
                      <a:pt x="2818945" y="2139461"/>
                    </a:lnTo>
                    <a:cubicBezTo>
                      <a:pt x="2821421" y="2064364"/>
                      <a:pt x="2869776" y="2012037"/>
                      <a:pt x="2930344" y="2012028"/>
                    </a:cubicBezTo>
                    <a:close/>
                    <a:moveTo>
                      <a:pt x="2635730" y="2012028"/>
                    </a:moveTo>
                    <a:cubicBezTo>
                      <a:pt x="2705318" y="2012028"/>
                      <a:pt x="2761730" y="2092617"/>
                      <a:pt x="2761730" y="2192028"/>
                    </a:cubicBezTo>
                    <a:cubicBezTo>
                      <a:pt x="2761730" y="2291439"/>
                      <a:pt x="2705318" y="2372028"/>
                      <a:pt x="2635730" y="2372028"/>
                    </a:cubicBezTo>
                    <a:cubicBezTo>
                      <a:pt x="2566142" y="2372028"/>
                      <a:pt x="2509730" y="2291439"/>
                      <a:pt x="2509730" y="2192028"/>
                    </a:cubicBezTo>
                    <a:cubicBezTo>
                      <a:pt x="2509730" y="2092617"/>
                      <a:pt x="2566142" y="2012028"/>
                      <a:pt x="2635730" y="2012028"/>
                    </a:cubicBezTo>
                    <a:close/>
                    <a:moveTo>
                      <a:pt x="2436237" y="2012028"/>
                    </a:moveTo>
                    <a:lnTo>
                      <a:pt x="2436206" y="2012510"/>
                    </a:lnTo>
                    <a:lnTo>
                      <a:pt x="2452515" y="2012510"/>
                    </a:lnTo>
                    <a:lnTo>
                      <a:pt x="2452515" y="2372028"/>
                    </a:lnTo>
                    <a:lnTo>
                      <a:pt x="2364870" y="2372028"/>
                    </a:lnTo>
                    <a:lnTo>
                      <a:pt x="2364870" y="2101874"/>
                    </a:lnTo>
                    <a:cubicBezTo>
                      <a:pt x="2347394" y="2108434"/>
                      <a:pt x="2328091" y="2111607"/>
                      <a:pt x="2308515" y="2111039"/>
                    </a:cubicBezTo>
                    <a:lnTo>
                      <a:pt x="2311564" y="2043892"/>
                    </a:lnTo>
                    <a:cubicBezTo>
                      <a:pt x="2321741" y="2044066"/>
                      <a:pt x="2331771" y="2042373"/>
                      <a:pt x="2340372" y="2039030"/>
                    </a:cubicBezTo>
                    <a:cubicBezTo>
                      <a:pt x="2355279" y="2033236"/>
                      <a:pt x="2364268" y="2023137"/>
                      <a:pt x="2364156" y="2012310"/>
                    </a:cubicBezTo>
                    <a:cubicBezTo>
                      <a:pt x="2388183" y="2012216"/>
                      <a:pt x="2412210" y="2012122"/>
                      <a:pt x="2436237" y="2012028"/>
                    </a:cubicBezTo>
                    <a:close/>
                    <a:moveTo>
                      <a:pt x="1574625" y="2012028"/>
                    </a:moveTo>
                    <a:cubicBezTo>
                      <a:pt x="1640698" y="2014229"/>
                      <a:pt x="1690250" y="2074602"/>
                      <a:pt x="1683183" y="2136479"/>
                    </a:cubicBezTo>
                    <a:cubicBezTo>
                      <a:pt x="1674198" y="2202312"/>
                      <a:pt x="1626628" y="2231435"/>
                      <a:pt x="1583694" y="2275597"/>
                    </a:cubicBezTo>
                    <a:lnTo>
                      <a:pt x="1675474" y="2275597"/>
                    </a:lnTo>
                    <a:lnTo>
                      <a:pt x="1675474" y="2357732"/>
                    </a:lnTo>
                    <a:lnTo>
                      <a:pt x="1463640" y="2357732"/>
                    </a:lnTo>
                    <a:cubicBezTo>
                      <a:pt x="1463691" y="2335416"/>
                      <a:pt x="1464802" y="2314113"/>
                      <a:pt x="1464853" y="2291797"/>
                    </a:cubicBezTo>
                    <a:cubicBezTo>
                      <a:pt x="1514907" y="2240158"/>
                      <a:pt x="1549943" y="2213324"/>
                      <a:pt x="1610052" y="2143601"/>
                    </a:cubicBezTo>
                    <a:cubicBezTo>
                      <a:pt x="1624515" y="2116927"/>
                      <a:pt x="1601546" y="2092452"/>
                      <a:pt x="1576112" y="2093607"/>
                    </a:cubicBezTo>
                    <a:cubicBezTo>
                      <a:pt x="1554383" y="2094595"/>
                      <a:pt x="1535817" y="2110969"/>
                      <a:pt x="1534167" y="2139461"/>
                    </a:cubicBezTo>
                    <a:lnTo>
                      <a:pt x="1463227" y="2139461"/>
                    </a:lnTo>
                    <a:cubicBezTo>
                      <a:pt x="1465703" y="2064364"/>
                      <a:pt x="1514058" y="2012037"/>
                      <a:pt x="1574625" y="2012028"/>
                    </a:cubicBezTo>
                    <a:close/>
                    <a:moveTo>
                      <a:pt x="1280012" y="2012028"/>
                    </a:moveTo>
                    <a:cubicBezTo>
                      <a:pt x="1349600" y="2012028"/>
                      <a:pt x="1406012" y="2092617"/>
                      <a:pt x="1406012" y="2192028"/>
                    </a:cubicBezTo>
                    <a:cubicBezTo>
                      <a:pt x="1406012" y="2291439"/>
                      <a:pt x="1349600" y="2372028"/>
                      <a:pt x="1280012" y="2372028"/>
                    </a:cubicBezTo>
                    <a:cubicBezTo>
                      <a:pt x="1210424" y="2372028"/>
                      <a:pt x="1154012" y="2291439"/>
                      <a:pt x="1154012" y="2192028"/>
                    </a:cubicBezTo>
                    <a:cubicBezTo>
                      <a:pt x="1154012" y="2092617"/>
                      <a:pt x="1210424" y="2012028"/>
                      <a:pt x="1280012" y="2012028"/>
                    </a:cubicBezTo>
                    <a:close/>
                    <a:moveTo>
                      <a:pt x="1080519" y="2012028"/>
                    </a:moveTo>
                    <a:lnTo>
                      <a:pt x="1080488" y="2012510"/>
                    </a:lnTo>
                    <a:lnTo>
                      <a:pt x="1096797" y="2012510"/>
                    </a:lnTo>
                    <a:lnTo>
                      <a:pt x="1096797" y="2372028"/>
                    </a:lnTo>
                    <a:lnTo>
                      <a:pt x="1009152" y="2372028"/>
                    </a:lnTo>
                    <a:lnTo>
                      <a:pt x="1009152" y="2101874"/>
                    </a:lnTo>
                    <a:cubicBezTo>
                      <a:pt x="991676" y="2108434"/>
                      <a:pt x="972373" y="2111607"/>
                      <a:pt x="952797" y="2111039"/>
                    </a:cubicBezTo>
                    <a:lnTo>
                      <a:pt x="955846" y="2043892"/>
                    </a:lnTo>
                    <a:cubicBezTo>
                      <a:pt x="966023" y="2044066"/>
                      <a:pt x="976053" y="2042373"/>
                      <a:pt x="984654" y="2039030"/>
                    </a:cubicBezTo>
                    <a:cubicBezTo>
                      <a:pt x="999561" y="2033236"/>
                      <a:pt x="1008550" y="2023137"/>
                      <a:pt x="1008438" y="2012310"/>
                    </a:cubicBezTo>
                    <a:cubicBezTo>
                      <a:pt x="1032465" y="2012216"/>
                      <a:pt x="1056492" y="2012122"/>
                      <a:pt x="1080519" y="2012028"/>
                    </a:cubicBezTo>
                    <a:close/>
                    <a:moveTo>
                      <a:pt x="3373743" y="362438"/>
                    </a:moveTo>
                    <a:lnTo>
                      <a:pt x="3553743" y="362438"/>
                    </a:lnTo>
                    <a:lnTo>
                      <a:pt x="3553743" y="2414438"/>
                    </a:lnTo>
                    <a:lnTo>
                      <a:pt x="3373743" y="2414438"/>
                    </a:lnTo>
                    <a:close/>
                    <a:moveTo>
                      <a:pt x="3129580" y="362438"/>
                    </a:moveTo>
                    <a:lnTo>
                      <a:pt x="3273580" y="362438"/>
                    </a:lnTo>
                    <a:lnTo>
                      <a:pt x="3273580" y="2414438"/>
                    </a:lnTo>
                    <a:lnTo>
                      <a:pt x="3129580" y="2414438"/>
                    </a:lnTo>
                    <a:close/>
                    <a:moveTo>
                      <a:pt x="2939411" y="362438"/>
                    </a:moveTo>
                    <a:lnTo>
                      <a:pt x="3029411" y="362438"/>
                    </a:lnTo>
                    <a:lnTo>
                      <a:pt x="3029411" y="1957238"/>
                    </a:lnTo>
                    <a:lnTo>
                      <a:pt x="2939411" y="1957238"/>
                    </a:lnTo>
                    <a:close/>
                    <a:moveTo>
                      <a:pt x="2731242" y="362438"/>
                    </a:moveTo>
                    <a:lnTo>
                      <a:pt x="2839242" y="362438"/>
                    </a:lnTo>
                    <a:lnTo>
                      <a:pt x="2839242" y="1957238"/>
                    </a:lnTo>
                    <a:lnTo>
                      <a:pt x="2731242" y="1957238"/>
                    </a:lnTo>
                    <a:close/>
                    <a:moveTo>
                      <a:pt x="2487073" y="362438"/>
                    </a:moveTo>
                    <a:lnTo>
                      <a:pt x="2631073" y="362438"/>
                    </a:lnTo>
                    <a:lnTo>
                      <a:pt x="2631073" y="1957238"/>
                    </a:lnTo>
                    <a:lnTo>
                      <a:pt x="2487073" y="1957238"/>
                    </a:lnTo>
                    <a:close/>
                    <a:moveTo>
                      <a:pt x="2296904" y="362438"/>
                    </a:moveTo>
                    <a:lnTo>
                      <a:pt x="2386904" y="362438"/>
                    </a:lnTo>
                    <a:lnTo>
                      <a:pt x="2386904" y="1957238"/>
                    </a:lnTo>
                    <a:lnTo>
                      <a:pt x="2296904" y="1957238"/>
                    </a:lnTo>
                    <a:close/>
                    <a:moveTo>
                      <a:pt x="2016735" y="362438"/>
                    </a:moveTo>
                    <a:lnTo>
                      <a:pt x="2196735" y="362438"/>
                    </a:lnTo>
                    <a:lnTo>
                      <a:pt x="2196735" y="1957238"/>
                    </a:lnTo>
                    <a:lnTo>
                      <a:pt x="2016735" y="1957238"/>
                    </a:lnTo>
                    <a:close/>
                    <a:moveTo>
                      <a:pt x="1826566" y="362438"/>
                    </a:moveTo>
                    <a:lnTo>
                      <a:pt x="1916566" y="362438"/>
                    </a:lnTo>
                    <a:lnTo>
                      <a:pt x="1916566" y="1957238"/>
                    </a:lnTo>
                    <a:lnTo>
                      <a:pt x="1826566" y="1957238"/>
                    </a:lnTo>
                    <a:close/>
                    <a:moveTo>
                      <a:pt x="1582397" y="362438"/>
                    </a:moveTo>
                    <a:lnTo>
                      <a:pt x="1726397" y="362438"/>
                    </a:lnTo>
                    <a:lnTo>
                      <a:pt x="1726397" y="1957238"/>
                    </a:lnTo>
                    <a:lnTo>
                      <a:pt x="1582397" y="1957238"/>
                    </a:lnTo>
                    <a:close/>
                    <a:moveTo>
                      <a:pt x="1302228" y="362438"/>
                    </a:moveTo>
                    <a:lnTo>
                      <a:pt x="1482228" y="362438"/>
                    </a:lnTo>
                    <a:lnTo>
                      <a:pt x="1482228" y="1957238"/>
                    </a:lnTo>
                    <a:lnTo>
                      <a:pt x="1302228" y="1957238"/>
                    </a:lnTo>
                    <a:close/>
                    <a:moveTo>
                      <a:pt x="1094059" y="362438"/>
                    </a:moveTo>
                    <a:lnTo>
                      <a:pt x="1202059" y="362438"/>
                    </a:lnTo>
                    <a:lnTo>
                      <a:pt x="1202059" y="1957238"/>
                    </a:lnTo>
                    <a:lnTo>
                      <a:pt x="1094059" y="1957238"/>
                    </a:lnTo>
                    <a:close/>
                    <a:moveTo>
                      <a:pt x="903890" y="362438"/>
                    </a:moveTo>
                    <a:lnTo>
                      <a:pt x="993890" y="362438"/>
                    </a:lnTo>
                    <a:lnTo>
                      <a:pt x="993890" y="1957238"/>
                    </a:lnTo>
                    <a:lnTo>
                      <a:pt x="903890" y="1957238"/>
                    </a:lnTo>
                    <a:close/>
                    <a:moveTo>
                      <a:pt x="623721" y="362438"/>
                    </a:moveTo>
                    <a:lnTo>
                      <a:pt x="803721" y="362438"/>
                    </a:lnTo>
                    <a:lnTo>
                      <a:pt x="803721" y="2414438"/>
                    </a:lnTo>
                    <a:lnTo>
                      <a:pt x="623721" y="2414438"/>
                    </a:lnTo>
                    <a:close/>
                    <a:moveTo>
                      <a:pt x="433552" y="362438"/>
                    </a:moveTo>
                    <a:lnTo>
                      <a:pt x="523552" y="362438"/>
                    </a:lnTo>
                    <a:lnTo>
                      <a:pt x="523552" y="2414438"/>
                    </a:lnTo>
                    <a:lnTo>
                      <a:pt x="433552" y="2414438"/>
                    </a:lnTo>
                    <a:close/>
                    <a:moveTo>
                      <a:pt x="303674" y="216000"/>
                    </a:moveTo>
                    <a:cubicBezTo>
                      <a:pt x="255253" y="216000"/>
                      <a:pt x="216000" y="255253"/>
                      <a:pt x="216000" y="303674"/>
                    </a:cubicBezTo>
                    <a:lnTo>
                      <a:pt x="216000" y="2504326"/>
                    </a:lnTo>
                    <a:cubicBezTo>
                      <a:pt x="216000" y="2552747"/>
                      <a:pt x="255253" y="2592000"/>
                      <a:pt x="303674" y="2592000"/>
                    </a:cubicBezTo>
                    <a:lnTo>
                      <a:pt x="3656326" y="2592000"/>
                    </a:lnTo>
                    <a:cubicBezTo>
                      <a:pt x="3704747" y="2592000"/>
                      <a:pt x="3744000" y="2552747"/>
                      <a:pt x="3744000" y="2504326"/>
                    </a:cubicBezTo>
                    <a:lnTo>
                      <a:pt x="3744000" y="303674"/>
                    </a:lnTo>
                    <a:cubicBezTo>
                      <a:pt x="3744000" y="255253"/>
                      <a:pt x="3704747" y="216000"/>
                      <a:pt x="3656326" y="216000"/>
                    </a:cubicBezTo>
                    <a:close/>
                    <a:moveTo>
                      <a:pt x="149021" y="0"/>
                    </a:moveTo>
                    <a:lnTo>
                      <a:pt x="3810979" y="0"/>
                    </a:lnTo>
                    <a:cubicBezTo>
                      <a:pt x="3893281" y="0"/>
                      <a:pt x="3960000" y="66719"/>
                      <a:pt x="3960000" y="149021"/>
                    </a:cubicBezTo>
                    <a:lnTo>
                      <a:pt x="3960000" y="2658979"/>
                    </a:lnTo>
                    <a:cubicBezTo>
                      <a:pt x="3960000" y="2741281"/>
                      <a:pt x="3893281" y="2808000"/>
                      <a:pt x="3810979" y="2808000"/>
                    </a:cubicBezTo>
                    <a:lnTo>
                      <a:pt x="149021" y="2808000"/>
                    </a:lnTo>
                    <a:cubicBezTo>
                      <a:pt x="66719" y="2808000"/>
                      <a:pt x="0" y="2741281"/>
                      <a:pt x="0" y="2658979"/>
                    </a:cubicBezTo>
                    <a:lnTo>
                      <a:pt x="0" y="149021"/>
                    </a:lnTo>
                    <a:cubicBezTo>
                      <a:pt x="0" y="66719"/>
                      <a:pt x="66719" y="0"/>
                      <a:pt x="14902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239" name="Google Shape;2239;p51"/>
              <p:cNvSpPr/>
              <p:nvPr/>
            </p:nvSpPr>
            <p:spPr>
              <a:xfrm>
                <a:off x="7818475" y="4673961"/>
                <a:ext cx="330939" cy="330692"/>
              </a:xfrm>
              <a:custGeom>
                <a:rect b="b" l="l" r="r" t="t"/>
                <a:pathLst>
                  <a:path extrusionOk="0" h="3968213" w="3971162">
                    <a:moveTo>
                      <a:pt x="808855" y="2815607"/>
                    </a:moveTo>
                    <a:lnTo>
                      <a:pt x="1168895" y="2815607"/>
                    </a:lnTo>
                    <a:lnTo>
                      <a:pt x="1168895" y="3175607"/>
                    </a:lnTo>
                    <a:lnTo>
                      <a:pt x="808855" y="3175607"/>
                    </a:lnTo>
                    <a:close/>
                    <a:moveTo>
                      <a:pt x="697665" y="2704397"/>
                    </a:moveTo>
                    <a:lnTo>
                      <a:pt x="697665" y="3286817"/>
                    </a:lnTo>
                    <a:lnTo>
                      <a:pt x="1280085" y="3286817"/>
                    </a:lnTo>
                    <a:lnTo>
                      <a:pt x="1280085" y="2704397"/>
                    </a:lnTo>
                    <a:close/>
                    <a:moveTo>
                      <a:pt x="537750" y="2544482"/>
                    </a:moveTo>
                    <a:lnTo>
                      <a:pt x="1440000" y="2544482"/>
                    </a:lnTo>
                    <a:lnTo>
                      <a:pt x="1440000" y="3446732"/>
                    </a:lnTo>
                    <a:lnTo>
                      <a:pt x="537750" y="3446732"/>
                    </a:lnTo>
                    <a:close/>
                    <a:moveTo>
                      <a:pt x="0" y="2528213"/>
                    </a:moveTo>
                    <a:lnTo>
                      <a:pt x="360000" y="2528213"/>
                    </a:lnTo>
                    <a:lnTo>
                      <a:pt x="360000" y="3608213"/>
                    </a:lnTo>
                    <a:lnTo>
                      <a:pt x="1440000" y="3608213"/>
                    </a:lnTo>
                    <a:lnTo>
                      <a:pt x="1440000" y="3968213"/>
                    </a:lnTo>
                    <a:lnTo>
                      <a:pt x="360000" y="3968213"/>
                    </a:lnTo>
                    <a:lnTo>
                      <a:pt x="0" y="3968213"/>
                    </a:lnTo>
                    <a:lnTo>
                      <a:pt x="0" y="3608213"/>
                    </a:lnTo>
                    <a:close/>
                    <a:moveTo>
                      <a:pt x="3605829" y="2524046"/>
                    </a:moveTo>
                    <a:lnTo>
                      <a:pt x="3965829" y="2524046"/>
                    </a:lnTo>
                    <a:lnTo>
                      <a:pt x="3965829" y="3604046"/>
                    </a:lnTo>
                    <a:lnTo>
                      <a:pt x="3965829" y="3964046"/>
                    </a:lnTo>
                    <a:lnTo>
                      <a:pt x="3605829" y="3964046"/>
                    </a:lnTo>
                    <a:lnTo>
                      <a:pt x="2525829" y="3964046"/>
                    </a:lnTo>
                    <a:lnTo>
                      <a:pt x="2525829" y="3604046"/>
                    </a:lnTo>
                    <a:lnTo>
                      <a:pt x="3605829" y="3604046"/>
                    </a:lnTo>
                    <a:close/>
                    <a:moveTo>
                      <a:pt x="1542677" y="2468095"/>
                    </a:moveTo>
                    <a:lnTo>
                      <a:pt x="1758701" y="2468095"/>
                    </a:lnTo>
                    <a:lnTo>
                      <a:pt x="1758701" y="2835684"/>
                    </a:lnTo>
                    <a:lnTo>
                      <a:pt x="1542677" y="2835684"/>
                    </a:lnTo>
                    <a:close/>
                    <a:moveTo>
                      <a:pt x="3174101" y="2437460"/>
                    </a:moveTo>
                    <a:lnTo>
                      <a:pt x="3390125" y="2437460"/>
                    </a:lnTo>
                    <a:lnTo>
                      <a:pt x="3390125" y="2663201"/>
                    </a:lnTo>
                    <a:lnTo>
                      <a:pt x="3174101" y="2663201"/>
                    </a:lnTo>
                    <a:close/>
                    <a:moveTo>
                      <a:pt x="2809842" y="2295613"/>
                    </a:moveTo>
                    <a:lnTo>
                      <a:pt x="3025866" y="2295613"/>
                    </a:lnTo>
                    <a:lnTo>
                      <a:pt x="3025866" y="2663202"/>
                    </a:lnTo>
                    <a:lnTo>
                      <a:pt x="3389097" y="2663202"/>
                    </a:lnTo>
                    <a:lnTo>
                      <a:pt x="3389097" y="2873898"/>
                    </a:lnTo>
                    <a:lnTo>
                      <a:pt x="3389097" y="2873898"/>
                    </a:lnTo>
                    <a:lnTo>
                      <a:pt x="3389097" y="3446732"/>
                    </a:lnTo>
                    <a:lnTo>
                      <a:pt x="3173073" y="3446732"/>
                    </a:lnTo>
                    <a:lnTo>
                      <a:pt x="3173073" y="2879226"/>
                    </a:lnTo>
                    <a:lnTo>
                      <a:pt x="3021508" y="2879226"/>
                    </a:lnTo>
                    <a:lnTo>
                      <a:pt x="3021508" y="2663202"/>
                    </a:lnTo>
                    <a:lnTo>
                      <a:pt x="2809842" y="2663202"/>
                    </a:lnTo>
                    <a:close/>
                    <a:moveTo>
                      <a:pt x="2093780" y="2089306"/>
                    </a:moveTo>
                    <a:lnTo>
                      <a:pt x="2309804" y="2089306"/>
                    </a:lnTo>
                    <a:lnTo>
                      <a:pt x="2309804" y="2315047"/>
                    </a:lnTo>
                    <a:lnTo>
                      <a:pt x="2093780" y="2315047"/>
                    </a:lnTo>
                    <a:close/>
                    <a:moveTo>
                      <a:pt x="2656492" y="1853849"/>
                    </a:moveTo>
                    <a:lnTo>
                      <a:pt x="2872516" y="1853849"/>
                    </a:lnTo>
                    <a:lnTo>
                      <a:pt x="2872516" y="2038657"/>
                    </a:lnTo>
                    <a:lnTo>
                      <a:pt x="2989835" y="2038657"/>
                    </a:lnTo>
                    <a:lnTo>
                      <a:pt x="2989835" y="1887092"/>
                    </a:lnTo>
                    <a:lnTo>
                      <a:pt x="3205859" y="1887092"/>
                    </a:lnTo>
                    <a:lnTo>
                      <a:pt x="3205859" y="2028940"/>
                    </a:lnTo>
                    <a:lnTo>
                      <a:pt x="3390125" y="2028940"/>
                    </a:lnTo>
                    <a:lnTo>
                      <a:pt x="3390125" y="2254681"/>
                    </a:lnTo>
                    <a:lnTo>
                      <a:pt x="3205859" y="2254681"/>
                    </a:lnTo>
                    <a:lnTo>
                      <a:pt x="3174101" y="2254681"/>
                    </a:lnTo>
                    <a:lnTo>
                      <a:pt x="3005149" y="2254681"/>
                    </a:lnTo>
                    <a:lnTo>
                      <a:pt x="2989835" y="2254681"/>
                    </a:lnTo>
                    <a:lnTo>
                      <a:pt x="2688721" y="2254681"/>
                    </a:lnTo>
                    <a:lnTo>
                      <a:pt x="2688721" y="2447179"/>
                    </a:lnTo>
                    <a:lnTo>
                      <a:pt x="2488606" y="2447179"/>
                    </a:lnTo>
                    <a:lnTo>
                      <a:pt x="2488606" y="2663841"/>
                    </a:lnTo>
                    <a:lnTo>
                      <a:pt x="2486018" y="2663841"/>
                    </a:lnTo>
                    <a:lnTo>
                      <a:pt x="2486018" y="2846997"/>
                    </a:lnTo>
                    <a:lnTo>
                      <a:pt x="2840287" y="2846997"/>
                    </a:lnTo>
                    <a:lnTo>
                      <a:pt x="2840287" y="3046907"/>
                    </a:lnTo>
                    <a:lnTo>
                      <a:pt x="3045880" y="3046907"/>
                    </a:lnTo>
                    <a:lnTo>
                      <a:pt x="3045880" y="3272648"/>
                    </a:lnTo>
                    <a:lnTo>
                      <a:pt x="2829856" y="3272648"/>
                    </a:lnTo>
                    <a:lnTo>
                      <a:pt x="2829856" y="3063021"/>
                    </a:lnTo>
                    <a:lnTo>
                      <a:pt x="2472698" y="3063021"/>
                    </a:lnTo>
                    <a:lnTo>
                      <a:pt x="2472698" y="2847499"/>
                    </a:lnTo>
                    <a:lnTo>
                      <a:pt x="2093780" y="2847499"/>
                    </a:lnTo>
                    <a:lnTo>
                      <a:pt x="2088510" y="2847499"/>
                    </a:lnTo>
                    <a:lnTo>
                      <a:pt x="1910267" y="2847499"/>
                    </a:lnTo>
                    <a:lnTo>
                      <a:pt x="1910267" y="3028023"/>
                    </a:lnTo>
                    <a:lnTo>
                      <a:pt x="2277575" y="3028023"/>
                    </a:lnTo>
                    <a:lnTo>
                      <a:pt x="2277575" y="3241488"/>
                    </a:lnTo>
                    <a:lnTo>
                      <a:pt x="2829855" y="3241488"/>
                    </a:lnTo>
                    <a:lnTo>
                      <a:pt x="2829855" y="3457512"/>
                    </a:lnTo>
                    <a:lnTo>
                      <a:pt x="2269993" y="3457512"/>
                    </a:lnTo>
                    <a:lnTo>
                      <a:pt x="2269993" y="3244047"/>
                    </a:lnTo>
                    <a:lnTo>
                      <a:pt x="2111604" y="3244047"/>
                    </a:lnTo>
                    <a:lnTo>
                      <a:pt x="2111604" y="3446733"/>
                    </a:lnTo>
                    <a:lnTo>
                      <a:pt x="1744015" y="3446733"/>
                    </a:lnTo>
                    <a:lnTo>
                      <a:pt x="1744015" y="3230709"/>
                    </a:lnTo>
                    <a:lnTo>
                      <a:pt x="1909986" y="3230709"/>
                    </a:lnTo>
                    <a:lnTo>
                      <a:pt x="1909986" y="3051709"/>
                    </a:lnTo>
                    <a:lnTo>
                      <a:pt x="1542678" y="3051709"/>
                    </a:lnTo>
                    <a:lnTo>
                      <a:pt x="1542678" y="2835685"/>
                    </a:lnTo>
                    <a:lnTo>
                      <a:pt x="1877756" y="2835685"/>
                    </a:lnTo>
                    <a:lnTo>
                      <a:pt x="1877756" y="2315047"/>
                    </a:lnTo>
                    <a:lnTo>
                      <a:pt x="2093780" y="2315047"/>
                    </a:lnTo>
                    <a:lnTo>
                      <a:pt x="2093780" y="2631475"/>
                    </a:lnTo>
                    <a:lnTo>
                      <a:pt x="2272582" y="2631475"/>
                    </a:lnTo>
                    <a:lnTo>
                      <a:pt x="2272582" y="2438100"/>
                    </a:lnTo>
                    <a:lnTo>
                      <a:pt x="2472697" y="2438100"/>
                    </a:lnTo>
                    <a:lnTo>
                      <a:pt x="2472697" y="2254681"/>
                    </a:lnTo>
                    <a:lnTo>
                      <a:pt x="2472697" y="2221438"/>
                    </a:lnTo>
                    <a:lnTo>
                      <a:pt x="2472697" y="2038657"/>
                    </a:lnTo>
                    <a:lnTo>
                      <a:pt x="2656492" y="2038657"/>
                    </a:lnTo>
                    <a:close/>
                    <a:moveTo>
                      <a:pt x="2989836" y="1667759"/>
                    </a:moveTo>
                    <a:lnTo>
                      <a:pt x="3357425" y="1667759"/>
                    </a:lnTo>
                    <a:lnTo>
                      <a:pt x="3357425" y="1883783"/>
                    </a:lnTo>
                    <a:lnTo>
                      <a:pt x="2989836" y="1883783"/>
                    </a:lnTo>
                    <a:close/>
                    <a:moveTo>
                      <a:pt x="2309586" y="1554888"/>
                    </a:moveTo>
                    <a:lnTo>
                      <a:pt x="2829824" y="1554888"/>
                    </a:lnTo>
                    <a:lnTo>
                      <a:pt x="2829824" y="1770912"/>
                    </a:lnTo>
                    <a:lnTo>
                      <a:pt x="2525643" y="1770912"/>
                    </a:lnTo>
                    <a:lnTo>
                      <a:pt x="2525643" y="1927296"/>
                    </a:lnTo>
                    <a:lnTo>
                      <a:pt x="2309619" y="1927296"/>
                    </a:lnTo>
                    <a:lnTo>
                      <a:pt x="2309619" y="1770912"/>
                    </a:lnTo>
                    <a:lnTo>
                      <a:pt x="2309586" y="1770912"/>
                    </a:lnTo>
                    <a:close/>
                    <a:moveTo>
                      <a:pt x="616397" y="1550030"/>
                    </a:moveTo>
                    <a:lnTo>
                      <a:pt x="808855" y="1550030"/>
                    </a:lnTo>
                    <a:lnTo>
                      <a:pt x="832421" y="1550030"/>
                    </a:lnTo>
                    <a:lnTo>
                      <a:pt x="1024879" y="1550030"/>
                    </a:lnTo>
                    <a:lnTo>
                      <a:pt x="1024879" y="1775771"/>
                    </a:lnTo>
                    <a:lnTo>
                      <a:pt x="832421" y="1775771"/>
                    </a:lnTo>
                    <a:lnTo>
                      <a:pt x="832421" y="2079590"/>
                    </a:lnTo>
                    <a:lnTo>
                      <a:pt x="1028931" y="2079590"/>
                    </a:lnTo>
                    <a:lnTo>
                      <a:pt x="1192537" y="2079590"/>
                    </a:lnTo>
                    <a:lnTo>
                      <a:pt x="1244955" y="2079590"/>
                    </a:lnTo>
                    <a:lnTo>
                      <a:pt x="1244955" y="2231155"/>
                    </a:lnTo>
                    <a:lnTo>
                      <a:pt x="1468668" y="2231155"/>
                    </a:lnTo>
                    <a:lnTo>
                      <a:pt x="1468668" y="2447179"/>
                    </a:lnTo>
                    <a:lnTo>
                      <a:pt x="1244955" y="2447179"/>
                    </a:lnTo>
                    <a:lnTo>
                      <a:pt x="1244955" y="2447179"/>
                    </a:lnTo>
                    <a:lnTo>
                      <a:pt x="1028931" y="2447179"/>
                    </a:lnTo>
                    <a:lnTo>
                      <a:pt x="1028931" y="2295614"/>
                    </a:lnTo>
                    <a:lnTo>
                      <a:pt x="619703" y="2295614"/>
                    </a:lnTo>
                    <a:lnTo>
                      <a:pt x="619703" y="2082482"/>
                    </a:lnTo>
                    <a:lnTo>
                      <a:pt x="616397" y="2082482"/>
                    </a:lnTo>
                    <a:close/>
                    <a:moveTo>
                      <a:pt x="1747452" y="1324289"/>
                    </a:moveTo>
                    <a:lnTo>
                      <a:pt x="1963476" y="1324289"/>
                    </a:lnTo>
                    <a:lnTo>
                      <a:pt x="1963476" y="1528779"/>
                    </a:lnTo>
                    <a:lnTo>
                      <a:pt x="2151955" y="1528779"/>
                    </a:lnTo>
                    <a:lnTo>
                      <a:pt x="2151955" y="1754520"/>
                    </a:lnTo>
                    <a:lnTo>
                      <a:pt x="1935931" y="1754520"/>
                    </a:lnTo>
                    <a:lnTo>
                      <a:pt x="1935931" y="1550030"/>
                    </a:lnTo>
                    <a:lnTo>
                      <a:pt x="1758702" y="1550030"/>
                    </a:lnTo>
                    <a:lnTo>
                      <a:pt x="1758702" y="1863566"/>
                    </a:lnTo>
                    <a:lnTo>
                      <a:pt x="2119726" y="1863566"/>
                    </a:lnTo>
                    <a:lnTo>
                      <a:pt x="2119726" y="2079590"/>
                    </a:lnTo>
                    <a:lnTo>
                      <a:pt x="1761543" y="2079590"/>
                    </a:lnTo>
                    <a:lnTo>
                      <a:pt x="1761543" y="2259540"/>
                    </a:lnTo>
                    <a:lnTo>
                      <a:pt x="1545519" y="2259540"/>
                    </a:lnTo>
                    <a:lnTo>
                      <a:pt x="1545519" y="2082482"/>
                    </a:lnTo>
                    <a:lnTo>
                      <a:pt x="1542678" y="2082482"/>
                    </a:lnTo>
                    <a:lnTo>
                      <a:pt x="1542678" y="2079589"/>
                    </a:lnTo>
                    <a:lnTo>
                      <a:pt x="1030691" y="2079589"/>
                    </a:lnTo>
                    <a:lnTo>
                      <a:pt x="1030691" y="1863565"/>
                    </a:lnTo>
                    <a:lnTo>
                      <a:pt x="1192537" y="1863565"/>
                    </a:lnTo>
                    <a:lnTo>
                      <a:pt x="1192537" y="1662900"/>
                    </a:lnTo>
                    <a:lnTo>
                      <a:pt x="1440000" y="1662900"/>
                    </a:lnTo>
                    <a:lnTo>
                      <a:pt x="1440000" y="1863565"/>
                    </a:lnTo>
                    <a:lnTo>
                      <a:pt x="1542678" y="1863565"/>
                    </a:lnTo>
                    <a:lnTo>
                      <a:pt x="1542678" y="1550030"/>
                    </a:lnTo>
                    <a:lnTo>
                      <a:pt x="1747452" y="1550030"/>
                    </a:lnTo>
                    <a:close/>
                    <a:moveTo>
                      <a:pt x="2802267" y="814725"/>
                    </a:moveTo>
                    <a:lnTo>
                      <a:pt x="3162307" y="814725"/>
                    </a:lnTo>
                    <a:lnTo>
                      <a:pt x="3162307" y="1174725"/>
                    </a:lnTo>
                    <a:lnTo>
                      <a:pt x="2802267" y="1174725"/>
                    </a:lnTo>
                    <a:close/>
                    <a:moveTo>
                      <a:pt x="884915" y="814725"/>
                    </a:moveTo>
                    <a:lnTo>
                      <a:pt x="1244955" y="814725"/>
                    </a:lnTo>
                    <a:lnTo>
                      <a:pt x="1244955" y="1174725"/>
                    </a:lnTo>
                    <a:lnTo>
                      <a:pt x="884915" y="1174725"/>
                    </a:lnTo>
                    <a:close/>
                    <a:moveTo>
                      <a:pt x="2691077" y="703515"/>
                    </a:moveTo>
                    <a:lnTo>
                      <a:pt x="2691077" y="1285935"/>
                    </a:lnTo>
                    <a:lnTo>
                      <a:pt x="3273497" y="1285935"/>
                    </a:lnTo>
                    <a:lnTo>
                      <a:pt x="3273497" y="703515"/>
                    </a:lnTo>
                    <a:close/>
                    <a:moveTo>
                      <a:pt x="773725" y="703515"/>
                    </a:moveTo>
                    <a:lnTo>
                      <a:pt x="773725" y="1285935"/>
                    </a:lnTo>
                    <a:lnTo>
                      <a:pt x="1356145" y="1285935"/>
                    </a:lnTo>
                    <a:lnTo>
                      <a:pt x="1356145" y="703515"/>
                    </a:lnTo>
                    <a:close/>
                    <a:moveTo>
                      <a:pt x="2531162" y="543600"/>
                    </a:moveTo>
                    <a:lnTo>
                      <a:pt x="3433412" y="543600"/>
                    </a:lnTo>
                    <a:lnTo>
                      <a:pt x="3433412" y="1445850"/>
                    </a:lnTo>
                    <a:lnTo>
                      <a:pt x="2531162" y="1445850"/>
                    </a:lnTo>
                    <a:close/>
                    <a:moveTo>
                      <a:pt x="613810" y="543600"/>
                    </a:moveTo>
                    <a:lnTo>
                      <a:pt x="1516060" y="543600"/>
                    </a:lnTo>
                    <a:lnTo>
                      <a:pt x="1516060" y="1445850"/>
                    </a:lnTo>
                    <a:lnTo>
                      <a:pt x="613810" y="1445850"/>
                    </a:lnTo>
                    <a:close/>
                    <a:moveTo>
                      <a:pt x="2088509" y="543244"/>
                    </a:moveTo>
                    <a:lnTo>
                      <a:pt x="2283187" y="543244"/>
                    </a:lnTo>
                    <a:lnTo>
                      <a:pt x="2283187" y="759268"/>
                    </a:lnTo>
                    <a:lnTo>
                      <a:pt x="2088509" y="759268"/>
                    </a:lnTo>
                    <a:close/>
                    <a:moveTo>
                      <a:pt x="1751276" y="543243"/>
                    </a:moveTo>
                    <a:lnTo>
                      <a:pt x="1967300" y="543243"/>
                    </a:lnTo>
                    <a:lnTo>
                      <a:pt x="1967300" y="986389"/>
                    </a:lnTo>
                    <a:lnTo>
                      <a:pt x="2119726" y="986389"/>
                    </a:lnTo>
                    <a:lnTo>
                      <a:pt x="2119726" y="986388"/>
                    </a:lnTo>
                    <a:lnTo>
                      <a:pt x="2335750" y="986388"/>
                    </a:lnTo>
                    <a:lnTo>
                      <a:pt x="2335750" y="1491348"/>
                    </a:lnTo>
                    <a:lnTo>
                      <a:pt x="2119726" y="1491348"/>
                    </a:lnTo>
                    <a:lnTo>
                      <a:pt x="2119726" y="1202413"/>
                    </a:lnTo>
                    <a:lnTo>
                      <a:pt x="1747396" y="1202413"/>
                    </a:lnTo>
                    <a:lnTo>
                      <a:pt x="1747396" y="986389"/>
                    </a:lnTo>
                    <a:lnTo>
                      <a:pt x="1751276" y="986389"/>
                    </a:lnTo>
                    <a:close/>
                    <a:moveTo>
                      <a:pt x="4409" y="5850"/>
                    </a:moveTo>
                    <a:lnTo>
                      <a:pt x="364409" y="5850"/>
                    </a:lnTo>
                    <a:lnTo>
                      <a:pt x="1444409" y="5850"/>
                    </a:lnTo>
                    <a:lnTo>
                      <a:pt x="1444409" y="365850"/>
                    </a:lnTo>
                    <a:lnTo>
                      <a:pt x="364409" y="365850"/>
                    </a:lnTo>
                    <a:lnTo>
                      <a:pt x="364409" y="1445850"/>
                    </a:lnTo>
                    <a:lnTo>
                      <a:pt x="4409" y="1445850"/>
                    </a:lnTo>
                    <a:lnTo>
                      <a:pt x="4409" y="365850"/>
                    </a:lnTo>
                    <a:close/>
                    <a:moveTo>
                      <a:pt x="2531162" y="0"/>
                    </a:moveTo>
                    <a:lnTo>
                      <a:pt x="3611162" y="0"/>
                    </a:lnTo>
                    <a:lnTo>
                      <a:pt x="3971162" y="0"/>
                    </a:lnTo>
                    <a:lnTo>
                      <a:pt x="3971162" y="360000"/>
                    </a:lnTo>
                    <a:lnTo>
                      <a:pt x="3971162" y="1440000"/>
                    </a:lnTo>
                    <a:lnTo>
                      <a:pt x="3611162" y="1440000"/>
                    </a:lnTo>
                    <a:lnTo>
                      <a:pt x="3611162" y="360000"/>
                    </a:lnTo>
                    <a:lnTo>
                      <a:pt x="2531162" y="36000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240" name="Google Shape;2240;p51"/>
              <p:cNvSpPr/>
              <p:nvPr/>
            </p:nvSpPr>
            <p:spPr>
              <a:xfrm>
                <a:off x="10999746" y="4139499"/>
                <a:ext cx="330940" cy="232884"/>
              </a:xfrm>
              <a:custGeom>
                <a:rect b="b" l="l" r="r" t="t"/>
                <a:pathLst>
                  <a:path extrusionOk="0" h="2736304" w="3888432">
                    <a:moveTo>
                      <a:pt x="1324542" y="1693069"/>
                    </a:moveTo>
                    <a:lnTo>
                      <a:pt x="1371242" y="1693069"/>
                    </a:lnTo>
                    <a:cubicBezTo>
                      <a:pt x="1385857" y="1693069"/>
                      <a:pt x="1397704" y="1704917"/>
                      <a:pt x="1397704" y="1719531"/>
                    </a:cubicBezTo>
                    <a:lnTo>
                      <a:pt x="1397704" y="1766231"/>
                    </a:lnTo>
                    <a:cubicBezTo>
                      <a:pt x="1397704" y="1780846"/>
                      <a:pt x="1385857" y="1792693"/>
                      <a:pt x="1371242" y="1792693"/>
                    </a:cubicBezTo>
                    <a:lnTo>
                      <a:pt x="1324542" y="1792693"/>
                    </a:lnTo>
                    <a:cubicBezTo>
                      <a:pt x="1309928" y="1792693"/>
                      <a:pt x="1298080" y="1780846"/>
                      <a:pt x="1298080" y="1766231"/>
                    </a:cubicBezTo>
                    <a:lnTo>
                      <a:pt x="1298080" y="1719531"/>
                    </a:lnTo>
                    <a:cubicBezTo>
                      <a:pt x="1298080" y="1704917"/>
                      <a:pt x="1309928" y="1693069"/>
                      <a:pt x="1324542" y="1693069"/>
                    </a:cubicBezTo>
                    <a:close/>
                    <a:moveTo>
                      <a:pt x="1174792" y="1693069"/>
                    </a:moveTo>
                    <a:lnTo>
                      <a:pt x="1221492" y="1693069"/>
                    </a:lnTo>
                    <a:cubicBezTo>
                      <a:pt x="1236107" y="1693069"/>
                      <a:pt x="1247954" y="1704917"/>
                      <a:pt x="1247954" y="1719531"/>
                    </a:cubicBezTo>
                    <a:lnTo>
                      <a:pt x="1247954" y="1766231"/>
                    </a:lnTo>
                    <a:cubicBezTo>
                      <a:pt x="1247954" y="1780846"/>
                      <a:pt x="1236107" y="1792693"/>
                      <a:pt x="1221492" y="1792693"/>
                    </a:cubicBezTo>
                    <a:lnTo>
                      <a:pt x="1174792" y="1792693"/>
                    </a:lnTo>
                    <a:cubicBezTo>
                      <a:pt x="1160178" y="1792693"/>
                      <a:pt x="1148330" y="1780846"/>
                      <a:pt x="1148330" y="1766231"/>
                    </a:cubicBezTo>
                    <a:lnTo>
                      <a:pt x="1148330" y="1719531"/>
                    </a:lnTo>
                    <a:cubicBezTo>
                      <a:pt x="1148330" y="1704917"/>
                      <a:pt x="1160178" y="1693069"/>
                      <a:pt x="1174792" y="1693069"/>
                    </a:cubicBezTo>
                    <a:close/>
                    <a:moveTo>
                      <a:pt x="1025670" y="1693069"/>
                    </a:moveTo>
                    <a:lnTo>
                      <a:pt x="1072369" y="1693069"/>
                    </a:lnTo>
                    <a:cubicBezTo>
                      <a:pt x="1086984" y="1693069"/>
                      <a:pt x="1098832" y="1704917"/>
                      <a:pt x="1098832" y="1719531"/>
                    </a:cubicBezTo>
                    <a:lnTo>
                      <a:pt x="1098832" y="1766231"/>
                    </a:lnTo>
                    <a:cubicBezTo>
                      <a:pt x="1098832" y="1780846"/>
                      <a:pt x="1086984" y="1792693"/>
                      <a:pt x="1072369" y="1792693"/>
                    </a:cubicBezTo>
                    <a:lnTo>
                      <a:pt x="1025670" y="1792693"/>
                    </a:lnTo>
                    <a:cubicBezTo>
                      <a:pt x="1011055" y="1792693"/>
                      <a:pt x="999207" y="1780846"/>
                      <a:pt x="999207" y="1766231"/>
                    </a:cubicBezTo>
                    <a:lnTo>
                      <a:pt x="999207" y="1719531"/>
                    </a:lnTo>
                    <a:cubicBezTo>
                      <a:pt x="999207" y="1704917"/>
                      <a:pt x="1011055" y="1693069"/>
                      <a:pt x="1025670" y="1693069"/>
                    </a:cubicBezTo>
                    <a:close/>
                    <a:moveTo>
                      <a:pt x="2538530" y="1609316"/>
                    </a:moveTo>
                    <a:lnTo>
                      <a:pt x="2133002" y="1939195"/>
                    </a:lnTo>
                    <a:lnTo>
                      <a:pt x="3272021" y="1939195"/>
                    </a:lnTo>
                    <a:lnTo>
                      <a:pt x="2866494" y="1609316"/>
                    </a:lnTo>
                    <a:close/>
                    <a:moveTo>
                      <a:pt x="1324542" y="1547147"/>
                    </a:moveTo>
                    <a:lnTo>
                      <a:pt x="1371242" y="1547147"/>
                    </a:lnTo>
                    <a:cubicBezTo>
                      <a:pt x="1385857" y="1547147"/>
                      <a:pt x="1397704" y="1558995"/>
                      <a:pt x="1397704" y="1573609"/>
                    </a:cubicBezTo>
                    <a:lnTo>
                      <a:pt x="1397704" y="1620309"/>
                    </a:lnTo>
                    <a:cubicBezTo>
                      <a:pt x="1397704" y="1634924"/>
                      <a:pt x="1385857" y="1646771"/>
                      <a:pt x="1371242" y="1646771"/>
                    </a:cubicBezTo>
                    <a:lnTo>
                      <a:pt x="1324542" y="1646771"/>
                    </a:lnTo>
                    <a:cubicBezTo>
                      <a:pt x="1309928" y="1646771"/>
                      <a:pt x="1298080" y="1634924"/>
                      <a:pt x="1298080" y="1620309"/>
                    </a:cubicBezTo>
                    <a:lnTo>
                      <a:pt x="1298080" y="1573609"/>
                    </a:lnTo>
                    <a:cubicBezTo>
                      <a:pt x="1298080" y="1558995"/>
                      <a:pt x="1309928" y="1547147"/>
                      <a:pt x="1324542" y="1547147"/>
                    </a:cubicBezTo>
                    <a:close/>
                    <a:moveTo>
                      <a:pt x="1174792" y="1547147"/>
                    </a:moveTo>
                    <a:lnTo>
                      <a:pt x="1221492" y="1547147"/>
                    </a:lnTo>
                    <a:cubicBezTo>
                      <a:pt x="1236107" y="1547147"/>
                      <a:pt x="1247954" y="1558995"/>
                      <a:pt x="1247954" y="1573609"/>
                    </a:cubicBezTo>
                    <a:lnTo>
                      <a:pt x="1247954" y="1620309"/>
                    </a:lnTo>
                    <a:cubicBezTo>
                      <a:pt x="1247954" y="1634924"/>
                      <a:pt x="1236107" y="1646771"/>
                      <a:pt x="1221492" y="1646771"/>
                    </a:cubicBezTo>
                    <a:lnTo>
                      <a:pt x="1174792" y="1646771"/>
                    </a:lnTo>
                    <a:cubicBezTo>
                      <a:pt x="1160178" y="1646771"/>
                      <a:pt x="1148330" y="1634924"/>
                      <a:pt x="1148330" y="1620309"/>
                    </a:cubicBezTo>
                    <a:lnTo>
                      <a:pt x="1148330" y="1573609"/>
                    </a:lnTo>
                    <a:cubicBezTo>
                      <a:pt x="1148330" y="1558995"/>
                      <a:pt x="1160178" y="1547147"/>
                      <a:pt x="1174792" y="1547147"/>
                    </a:cubicBezTo>
                    <a:close/>
                    <a:moveTo>
                      <a:pt x="1025670" y="1547147"/>
                    </a:moveTo>
                    <a:lnTo>
                      <a:pt x="1072369" y="1547147"/>
                    </a:lnTo>
                    <a:cubicBezTo>
                      <a:pt x="1086984" y="1547147"/>
                      <a:pt x="1098832" y="1558995"/>
                      <a:pt x="1098832" y="1573609"/>
                    </a:cubicBezTo>
                    <a:lnTo>
                      <a:pt x="1098832" y="1620309"/>
                    </a:lnTo>
                    <a:cubicBezTo>
                      <a:pt x="1098832" y="1634924"/>
                      <a:pt x="1086984" y="1646771"/>
                      <a:pt x="1072369" y="1646771"/>
                    </a:cubicBezTo>
                    <a:lnTo>
                      <a:pt x="1025670" y="1646771"/>
                    </a:lnTo>
                    <a:cubicBezTo>
                      <a:pt x="1011055" y="1646771"/>
                      <a:pt x="999207" y="1634924"/>
                      <a:pt x="999207" y="1620309"/>
                    </a:cubicBezTo>
                    <a:lnTo>
                      <a:pt x="999207" y="1573609"/>
                    </a:lnTo>
                    <a:cubicBezTo>
                      <a:pt x="999207" y="1558995"/>
                      <a:pt x="1011055" y="1547147"/>
                      <a:pt x="1025670" y="1547147"/>
                    </a:cubicBezTo>
                    <a:close/>
                    <a:moveTo>
                      <a:pt x="2504665" y="1505875"/>
                    </a:moveTo>
                    <a:cubicBezTo>
                      <a:pt x="2501347" y="1505875"/>
                      <a:pt x="2498657" y="1508565"/>
                      <a:pt x="2498657" y="1511883"/>
                    </a:cubicBezTo>
                    <a:lnTo>
                      <a:pt x="2498657" y="1535912"/>
                    </a:lnTo>
                    <a:cubicBezTo>
                      <a:pt x="2498657" y="1539230"/>
                      <a:pt x="2501347" y="1541920"/>
                      <a:pt x="2504665" y="1541920"/>
                    </a:cubicBezTo>
                    <a:lnTo>
                      <a:pt x="2893211" y="1541920"/>
                    </a:lnTo>
                    <a:cubicBezTo>
                      <a:pt x="2896529" y="1541920"/>
                      <a:pt x="2899219" y="1539230"/>
                      <a:pt x="2899219" y="1535912"/>
                    </a:cubicBezTo>
                    <a:lnTo>
                      <a:pt x="2899219" y="1511883"/>
                    </a:lnTo>
                    <a:cubicBezTo>
                      <a:pt x="2899219" y="1508565"/>
                      <a:pt x="2896529" y="1505875"/>
                      <a:pt x="2893211" y="1505875"/>
                    </a:cubicBezTo>
                    <a:close/>
                    <a:moveTo>
                      <a:pt x="2504665" y="1422733"/>
                    </a:moveTo>
                    <a:cubicBezTo>
                      <a:pt x="2501347" y="1422733"/>
                      <a:pt x="2498657" y="1425422"/>
                      <a:pt x="2498657" y="1428740"/>
                    </a:cubicBezTo>
                    <a:lnTo>
                      <a:pt x="2498657" y="1452770"/>
                    </a:lnTo>
                    <a:cubicBezTo>
                      <a:pt x="2498657" y="1456088"/>
                      <a:pt x="2501347" y="1458777"/>
                      <a:pt x="2504665" y="1458777"/>
                    </a:cubicBezTo>
                    <a:lnTo>
                      <a:pt x="2893211" y="1458777"/>
                    </a:lnTo>
                    <a:cubicBezTo>
                      <a:pt x="2896529" y="1458777"/>
                      <a:pt x="2899219" y="1456088"/>
                      <a:pt x="2899219" y="1452770"/>
                    </a:cubicBezTo>
                    <a:lnTo>
                      <a:pt x="2899219" y="1428740"/>
                    </a:lnTo>
                    <a:cubicBezTo>
                      <a:pt x="2899219" y="1425422"/>
                      <a:pt x="2896529" y="1422733"/>
                      <a:pt x="2893211" y="1422733"/>
                    </a:cubicBezTo>
                    <a:close/>
                    <a:moveTo>
                      <a:pt x="1324542" y="1401225"/>
                    </a:moveTo>
                    <a:lnTo>
                      <a:pt x="1371242" y="1401225"/>
                    </a:lnTo>
                    <a:cubicBezTo>
                      <a:pt x="1385857" y="1401225"/>
                      <a:pt x="1397704" y="1413073"/>
                      <a:pt x="1397704" y="1427687"/>
                    </a:cubicBezTo>
                    <a:lnTo>
                      <a:pt x="1397704" y="1474387"/>
                    </a:lnTo>
                    <a:cubicBezTo>
                      <a:pt x="1397704" y="1489001"/>
                      <a:pt x="1385857" y="1500849"/>
                      <a:pt x="1371242" y="1500849"/>
                    </a:cubicBezTo>
                    <a:lnTo>
                      <a:pt x="1324542" y="1500849"/>
                    </a:lnTo>
                    <a:cubicBezTo>
                      <a:pt x="1309928" y="1500849"/>
                      <a:pt x="1298080" y="1489001"/>
                      <a:pt x="1298080" y="1474387"/>
                    </a:cubicBezTo>
                    <a:lnTo>
                      <a:pt x="1298080" y="1427687"/>
                    </a:lnTo>
                    <a:cubicBezTo>
                      <a:pt x="1298080" y="1413073"/>
                      <a:pt x="1309928" y="1401225"/>
                      <a:pt x="1324542" y="1401225"/>
                    </a:cubicBezTo>
                    <a:close/>
                    <a:moveTo>
                      <a:pt x="1174792" y="1401225"/>
                    </a:moveTo>
                    <a:lnTo>
                      <a:pt x="1221492" y="1401225"/>
                    </a:lnTo>
                    <a:cubicBezTo>
                      <a:pt x="1236107" y="1401225"/>
                      <a:pt x="1247954" y="1413073"/>
                      <a:pt x="1247954" y="1427687"/>
                    </a:cubicBezTo>
                    <a:lnTo>
                      <a:pt x="1247954" y="1474387"/>
                    </a:lnTo>
                    <a:cubicBezTo>
                      <a:pt x="1247954" y="1489001"/>
                      <a:pt x="1236107" y="1500849"/>
                      <a:pt x="1221492" y="1500849"/>
                    </a:cubicBezTo>
                    <a:lnTo>
                      <a:pt x="1174792" y="1500849"/>
                    </a:lnTo>
                    <a:cubicBezTo>
                      <a:pt x="1160178" y="1500849"/>
                      <a:pt x="1148330" y="1489001"/>
                      <a:pt x="1148330" y="1474387"/>
                    </a:cubicBezTo>
                    <a:lnTo>
                      <a:pt x="1148330" y="1427687"/>
                    </a:lnTo>
                    <a:cubicBezTo>
                      <a:pt x="1148330" y="1413073"/>
                      <a:pt x="1160178" y="1401225"/>
                      <a:pt x="1174792" y="1401225"/>
                    </a:cubicBezTo>
                    <a:close/>
                    <a:moveTo>
                      <a:pt x="1025670" y="1401225"/>
                    </a:moveTo>
                    <a:lnTo>
                      <a:pt x="1072369" y="1401225"/>
                    </a:lnTo>
                    <a:cubicBezTo>
                      <a:pt x="1086984" y="1401225"/>
                      <a:pt x="1098832" y="1413073"/>
                      <a:pt x="1098832" y="1427687"/>
                    </a:cubicBezTo>
                    <a:lnTo>
                      <a:pt x="1098832" y="1474387"/>
                    </a:lnTo>
                    <a:cubicBezTo>
                      <a:pt x="1098832" y="1489001"/>
                      <a:pt x="1086984" y="1500849"/>
                      <a:pt x="1072369" y="1500849"/>
                    </a:cubicBezTo>
                    <a:lnTo>
                      <a:pt x="1025670" y="1500849"/>
                    </a:lnTo>
                    <a:cubicBezTo>
                      <a:pt x="1011055" y="1500849"/>
                      <a:pt x="999207" y="1489001"/>
                      <a:pt x="999207" y="1474387"/>
                    </a:cubicBezTo>
                    <a:lnTo>
                      <a:pt x="999207" y="1427687"/>
                    </a:lnTo>
                    <a:cubicBezTo>
                      <a:pt x="999207" y="1413073"/>
                      <a:pt x="1011055" y="1401225"/>
                      <a:pt x="1025670" y="1401225"/>
                    </a:cubicBezTo>
                    <a:close/>
                    <a:moveTo>
                      <a:pt x="2504665" y="1339590"/>
                    </a:moveTo>
                    <a:cubicBezTo>
                      <a:pt x="2501347" y="1339590"/>
                      <a:pt x="2498657" y="1342280"/>
                      <a:pt x="2498657" y="1345598"/>
                    </a:cubicBezTo>
                    <a:lnTo>
                      <a:pt x="2498657" y="1369628"/>
                    </a:lnTo>
                    <a:cubicBezTo>
                      <a:pt x="2498657" y="1372945"/>
                      <a:pt x="2501347" y="1375635"/>
                      <a:pt x="2504665" y="1375635"/>
                    </a:cubicBezTo>
                    <a:lnTo>
                      <a:pt x="2893211" y="1375635"/>
                    </a:lnTo>
                    <a:cubicBezTo>
                      <a:pt x="2896529" y="1375635"/>
                      <a:pt x="2899219" y="1372945"/>
                      <a:pt x="2899219" y="1369628"/>
                    </a:cubicBezTo>
                    <a:lnTo>
                      <a:pt x="2899219" y="1345598"/>
                    </a:lnTo>
                    <a:cubicBezTo>
                      <a:pt x="2899219" y="1342280"/>
                      <a:pt x="2896529" y="1339590"/>
                      <a:pt x="2893211" y="1339590"/>
                    </a:cubicBezTo>
                    <a:close/>
                    <a:moveTo>
                      <a:pt x="2088232" y="1285358"/>
                    </a:moveTo>
                    <a:lnTo>
                      <a:pt x="2088232" y="1938513"/>
                    </a:lnTo>
                    <a:lnTo>
                      <a:pt x="2504773" y="1611936"/>
                    </a:lnTo>
                    <a:close/>
                    <a:moveTo>
                      <a:pt x="3314199" y="1280118"/>
                    </a:moveTo>
                    <a:lnTo>
                      <a:pt x="2897658" y="1608841"/>
                    </a:lnTo>
                    <a:lnTo>
                      <a:pt x="3314199" y="1937564"/>
                    </a:lnTo>
                    <a:close/>
                    <a:moveTo>
                      <a:pt x="1527230" y="1221901"/>
                    </a:moveTo>
                    <a:cubicBezTo>
                      <a:pt x="1521727" y="1221901"/>
                      <a:pt x="1517267" y="1226362"/>
                      <a:pt x="1517267" y="1231864"/>
                    </a:cubicBezTo>
                    <a:lnTo>
                      <a:pt x="1517267" y="1271713"/>
                    </a:lnTo>
                    <a:cubicBezTo>
                      <a:pt x="1517267" y="1277215"/>
                      <a:pt x="1521727" y="1281676"/>
                      <a:pt x="1527230" y="1281676"/>
                    </a:cubicBezTo>
                    <a:lnTo>
                      <a:pt x="1732319" y="1281676"/>
                    </a:lnTo>
                    <a:cubicBezTo>
                      <a:pt x="1737821" y="1281676"/>
                      <a:pt x="1742281" y="1277215"/>
                      <a:pt x="1742281" y="1271713"/>
                    </a:cubicBezTo>
                    <a:lnTo>
                      <a:pt x="1742281" y="1231864"/>
                    </a:lnTo>
                    <a:cubicBezTo>
                      <a:pt x="1742281" y="1226362"/>
                      <a:pt x="1737821" y="1221901"/>
                      <a:pt x="1732319" y="1221901"/>
                    </a:cubicBezTo>
                    <a:close/>
                    <a:moveTo>
                      <a:pt x="666834" y="1221901"/>
                    </a:moveTo>
                    <a:cubicBezTo>
                      <a:pt x="661332" y="1221901"/>
                      <a:pt x="656871" y="1226362"/>
                      <a:pt x="656871" y="1231864"/>
                    </a:cubicBezTo>
                    <a:lnTo>
                      <a:pt x="656871" y="1271713"/>
                    </a:lnTo>
                    <a:cubicBezTo>
                      <a:pt x="656871" y="1277215"/>
                      <a:pt x="661332" y="1281676"/>
                      <a:pt x="666834" y="1281676"/>
                    </a:cubicBezTo>
                    <a:lnTo>
                      <a:pt x="871923" y="1281676"/>
                    </a:lnTo>
                    <a:cubicBezTo>
                      <a:pt x="877425" y="1281676"/>
                      <a:pt x="881885" y="1277215"/>
                      <a:pt x="881885" y="1271713"/>
                    </a:cubicBezTo>
                    <a:lnTo>
                      <a:pt x="881885" y="1231864"/>
                    </a:lnTo>
                    <a:cubicBezTo>
                      <a:pt x="881885" y="1226362"/>
                      <a:pt x="877425" y="1221901"/>
                      <a:pt x="871923" y="1221901"/>
                    </a:cubicBezTo>
                    <a:close/>
                    <a:moveTo>
                      <a:pt x="1052149" y="1111644"/>
                    </a:moveTo>
                    <a:cubicBezTo>
                      <a:pt x="1044919" y="1111644"/>
                      <a:pt x="1039057" y="1117506"/>
                      <a:pt x="1039057" y="1124736"/>
                    </a:cubicBezTo>
                    <a:lnTo>
                      <a:pt x="1039057" y="1168203"/>
                    </a:lnTo>
                    <a:lnTo>
                      <a:pt x="1009466" y="1168203"/>
                    </a:lnTo>
                    <a:cubicBezTo>
                      <a:pt x="969193" y="1174775"/>
                      <a:pt x="956437" y="1243393"/>
                      <a:pt x="940007" y="1277093"/>
                    </a:cubicBezTo>
                    <a:cubicBezTo>
                      <a:pt x="776268" y="1309492"/>
                      <a:pt x="775043" y="1328679"/>
                      <a:pt x="736793" y="1421744"/>
                    </a:cubicBezTo>
                    <a:lnTo>
                      <a:pt x="648072" y="1812480"/>
                    </a:lnTo>
                    <a:cubicBezTo>
                      <a:pt x="648072" y="1882463"/>
                      <a:pt x="704805" y="1939195"/>
                      <a:pt x="774788" y="1939195"/>
                    </a:cubicBezTo>
                    <a:lnTo>
                      <a:pt x="1183772" y="1939195"/>
                    </a:lnTo>
                    <a:lnTo>
                      <a:pt x="1198456" y="1939195"/>
                    </a:lnTo>
                    <a:lnTo>
                      <a:pt x="1607440" y="1939195"/>
                    </a:lnTo>
                    <a:cubicBezTo>
                      <a:pt x="1677423" y="1939195"/>
                      <a:pt x="1734156" y="1882463"/>
                      <a:pt x="1734156" y="1812480"/>
                    </a:cubicBezTo>
                    <a:lnTo>
                      <a:pt x="1645435" y="1421744"/>
                    </a:lnTo>
                    <a:cubicBezTo>
                      <a:pt x="1607185" y="1328679"/>
                      <a:pt x="1605960" y="1309492"/>
                      <a:pt x="1442221" y="1277093"/>
                    </a:cubicBezTo>
                    <a:cubicBezTo>
                      <a:pt x="1425791" y="1243393"/>
                      <a:pt x="1413035" y="1174775"/>
                      <a:pt x="1372762" y="1168203"/>
                    </a:cubicBezTo>
                    <a:lnTo>
                      <a:pt x="1357854" y="1168203"/>
                    </a:lnTo>
                    <a:lnTo>
                      <a:pt x="1357854" y="1124736"/>
                    </a:lnTo>
                    <a:cubicBezTo>
                      <a:pt x="1357854" y="1117506"/>
                      <a:pt x="1351993" y="1111644"/>
                      <a:pt x="1344762" y="1111644"/>
                    </a:cubicBezTo>
                    <a:lnTo>
                      <a:pt x="1268702" y="1111644"/>
                    </a:lnTo>
                    <a:cubicBezTo>
                      <a:pt x="1261471" y="1111644"/>
                      <a:pt x="1255610" y="1117506"/>
                      <a:pt x="1255610" y="1124736"/>
                    </a:cubicBezTo>
                    <a:lnTo>
                      <a:pt x="1255610" y="1168203"/>
                    </a:lnTo>
                    <a:lnTo>
                      <a:pt x="1198456" y="1168203"/>
                    </a:lnTo>
                    <a:lnTo>
                      <a:pt x="1183772" y="1168203"/>
                    </a:lnTo>
                    <a:lnTo>
                      <a:pt x="1141302" y="1168203"/>
                    </a:lnTo>
                    <a:lnTo>
                      <a:pt x="1141302" y="1124736"/>
                    </a:lnTo>
                    <a:cubicBezTo>
                      <a:pt x="1141302" y="1117506"/>
                      <a:pt x="1135440" y="1111644"/>
                      <a:pt x="1128210" y="1111644"/>
                    </a:cubicBezTo>
                    <a:close/>
                    <a:moveTo>
                      <a:pt x="2705133" y="840243"/>
                    </a:moveTo>
                    <a:lnTo>
                      <a:pt x="2088233" y="1255464"/>
                    </a:lnTo>
                    <a:lnTo>
                      <a:pt x="2299068" y="1414858"/>
                    </a:lnTo>
                    <a:lnTo>
                      <a:pt x="2299068" y="1228076"/>
                    </a:lnTo>
                    <a:lnTo>
                      <a:pt x="3108494" y="1228076"/>
                    </a:lnTo>
                    <a:lnTo>
                      <a:pt x="3108494" y="1416902"/>
                    </a:lnTo>
                    <a:lnTo>
                      <a:pt x="3322033" y="1255464"/>
                    </a:lnTo>
                    <a:lnTo>
                      <a:pt x="3322033" y="1255464"/>
                    </a:lnTo>
                    <a:close/>
                    <a:moveTo>
                      <a:pt x="1195706" y="835207"/>
                    </a:moveTo>
                    <a:lnTo>
                      <a:pt x="1195706" y="835221"/>
                    </a:lnTo>
                    <a:cubicBezTo>
                      <a:pt x="866618" y="834160"/>
                      <a:pt x="692194" y="969423"/>
                      <a:pt x="665970" y="1132153"/>
                    </a:cubicBezTo>
                    <a:cubicBezTo>
                      <a:pt x="665970" y="1145595"/>
                      <a:pt x="659622" y="1181725"/>
                      <a:pt x="663418" y="1194550"/>
                    </a:cubicBezTo>
                    <a:lnTo>
                      <a:pt x="878440" y="1194550"/>
                    </a:lnTo>
                    <a:cubicBezTo>
                      <a:pt x="887485" y="1007425"/>
                      <a:pt x="1085027" y="1006045"/>
                      <a:pt x="1195706" y="1007712"/>
                    </a:cubicBezTo>
                    <a:lnTo>
                      <a:pt x="1195706" y="1007714"/>
                    </a:lnTo>
                    <a:cubicBezTo>
                      <a:pt x="1195809" y="1007712"/>
                      <a:pt x="1195911" y="1007710"/>
                      <a:pt x="1196014" y="1007712"/>
                    </a:cubicBezTo>
                    <a:lnTo>
                      <a:pt x="1196322" y="1007714"/>
                    </a:lnTo>
                    <a:lnTo>
                      <a:pt x="1196322" y="1007712"/>
                    </a:lnTo>
                    <a:cubicBezTo>
                      <a:pt x="1307001" y="1006045"/>
                      <a:pt x="1504542" y="1007425"/>
                      <a:pt x="1513587" y="1194550"/>
                    </a:cubicBezTo>
                    <a:lnTo>
                      <a:pt x="1728609" y="1194550"/>
                    </a:lnTo>
                    <a:cubicBezTo>
                      <a:pt x="1732405" y="1181725"/>
                      <a:pt x="1726057" y="1145595"/>
                      <a:pt x="1726057" y="1132153"/>
                    </a:cubicBezTo>
                    <a:cubicBezTo>
                      <a:pt x="1699834" y="969423"/>
                      <a:pt x="1525410" y="834160"/>
                      <a:pt x="1196322" y="835221"/>
                    </a:cubicBezTo>
                    <a:lnTo>
                      <a:pt x="1196322" y="835207"/>
                    </a:lnTo>
                    <a:cubicBezTo>
                      <a:pt x="1196219" y="835207"/>
                      <a:pt x="1196117" y="835206"/>
                      <a:pt x="1196014" y="835214"/>
                    </a:cubicBezTo>
                    <a:close/>
                    <a:moveTo>
                      <a:pt x="713043" y="263029"/>
                    </a:moveTo>
                    <a:lnTo>
                      <a:pt x="3158596" y="263029"/>
                    </a:lnTo>
                    <a:cubicBezTo>
                      <a:pt x="3365555" y="263029"/>
                      <a:pt x="3533328" y="430802"/>
                      <a:pt x="3533328" y="637761"/>
                    </a:cubicBezTo>
                    <a:lnTo>
                      <a:pt x="3533328" y="2136642"/>
                    </a:lnTo>
                    <a:cubicBezTo>
                      <a:pt x="3533328" y="2343601"/>
                      <a:pt x="3365555" y="2511374"/>
                      <a:pt x="3158596" y="2511374"/>
                    </a:cubicBezTo>
                    <a:lnTo>
                      <a:pt x="713043" y="2511374"/>
                    </a:lnTo>
                    <a:cubicBezTo>
                      <a:pt x="506084" y="2511374"/>
                      <a:pt x="338311" y="2343601"/>
                      <a:pt x="338311" y="2136642"/>
                    </a:cubicBezTo>
                    <a:lnTo>
                      <a:pt x="338311" y="637761"/>
                    </a:lnTo>
                    <a:cubicBezTo>
                      <a:pt x="338311" y="430802"/>
                      <a:pt x="506084" y="263029"/>
                      <a:pt x="713043" y="263029"/>
                    </a:cubicBezTo>
                    <a:close/>
                    <a:moveTo>
                      <a:pt x="593824" y="142875"/>
                    </a:moveTo>
                    <a:cubicBezTo>
                      <a:pt x="365814" y="142875"/>
                      <a:pt x="180975" y="327714"/>
                      <a:pt x="180975" y="555724"/>
                    </a:cubicBezTo>
                    <a:lnTo>
                      <a:pt x="180975" y="2207068"/>
                    </a:lnTo>
                    <a:cubicBezTo>
                      <a:pt x="180975" y="2435078"/>
                      <a:pt x="365814" y="2619917"/>
                      <a:pt x="593824" y="2619917"/>
                    </a:cubicBezTo>
                    <a:lnTo>
                      <a:pt x="3288134" y="2619917"/>
                    </a:lnTo>
                    <a:cubicBezTo>
                      <a:pt x="3516144" y="2619917"/>
                      <a:pt x="3700983" y="2435078"/>
                      <a:pt x="3700983" y="2207068"/>
                    </a:cubicBezTo>
                    <a:lnTo>
                      <a:pt x="3700983" y="555724"/>
                    </a:lnTo>
                    <a:cubicBezTo>
                      <a:pt x="3700983" y="327714"/>
                      <a:pt x="3516144" y="142875"/>
                      <a:pt x="3288134" y="142875"/>
                    </a:cubicBezTo>
                    <a:close/>
                    <a:moveTo>
                      <a:pt x="456060" y="0"/>
                    </a:moveTo>
                    <a:lnTo>
                      <a:pt x="3432372" y="0"/>
                    </a:lnTo>
                    <a:cubicBezTo>
                      <a:pt x="3684247" y="0"/>
                      <a:pt x="3888432" y="204185"/>
                      <a:pt x="3888432" y="456060"/>
                    </a:cubicBezTo>
                    <a:lnTo>
                      <a:pt x="3888432" y="2280244"/>
                    </a:lnTo>
                    <a:cubicBezTo>
                      <a:pt x="3888432" y="2532119"/>
                      <a:pt x="3684247" y="2736304"/>
                      <a:pt x="3432372" y="2736304"/>
                    </a:cubicBezTo>
                    <a:lnTo>
                      <a:pt x="456060" y="2736304"/>
                    </a:lnTo>
                    <a:cubicBezTo>
                      <a:pt x="204185" y="2736304"/>
                      <a:pt x="0" y="2532119"/>
                      <a:pt x="0" y="2280244"/>
                    </a:cubicBezTo>
                    <a:lnTo>
                      <a:pt x="0" y="456060"/>
                    </a:lnTo>
                    <a:cubicBezTo>
                      <a:pt x="0" y="204185"/>
                      <a:pt x="204185" y="0"/>
                      <a:pt x="456060"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241" name="Google Shape;2241;p51"/>
              <p:cNvSpPr/>
              <p:nvPr/>
            </p:nvSpPr>
            <p:spPr>
              <a:xfrm>
                <a:off x="9698244" y="5398653"/>
                <a:ext cx="300703" cy="366439"/>
              </a:xfrm>
              <a:custGeom>
                <a:rect b="b" l="l" r="r" t="t"/>
                <a:pathLst>
                  <a:path extrusionOk="0" h="3949460" w="3240944">
                    <a:moveTo>
                      <a:pt x="2411668" y="919204"/>
                    </a:moveTo>
                    <a:cubicBezTo>
                      <a:pt x="2652037" y="921566"/>
                      <a:pt x="2997179" y="1088232"/>
                      <a:pt x="3147060" y="1333480"/>
                    </a:cubicBezTo>
                    <a:cubicBezTo>
                      <a:pt x="2837519" y="1559133"/>
                      <a:pt x="2713715" y="1818123"/>
                      <a:pt x="2716116" y="2148550"/>
                    </a:cubicBezTo>
                    <a:cubicBezTo>
                      <a:pt x="2724370" y="2506677"/>
                      <a:pt x="2937416" y="2788602"/>
                      <a:pt x="3240944" y="2908604"/>
                    </a:cubicBezTo>
                    <a:cubicBezTo>
                      <a:pt x="3111039" y="3296832"/>
                      <a:pt x="2835874" y="3920800"/>
                      <a:pt x="2360688" y="3949460"/>
                    </a:cubicBezTo>
                    <a:cubicBezTo>
                      <a:pt x="2104982" y="3948826"/>
                      <a:pt x="1887379" y="3871989"/>
                      <a:pt x="1655487" y="3790391"/>
                    </a:cubicBezTo>
                    <a:cubicBezTo>
                      <a:pt x="1465920" y="3881513"/>
                      <a:pt x="1178719" y="3984543"/>
                      <a:pt x="936764" y="3932790"/>
                    </a:cubicBezTo>
                    <a:cubicBezTo>
                      <a:pt x="634032" y="3867349"/>
                      <a:pt x="33306" y="3304229"/>
                      <a:pt x="0" y="2002921"/>
                    </a:cubicBezTo>
                    <a:cubicBezTo>
                      <a:pt x="5122" y="1625861"/>
                      <a:pt x="224231" y="988116"/>
                      <a:pt x="1004287" y="951010"/>
                    </a:cubicBezTo>
                    <a:cubicBezTo>
                      <a:pt x="1237754" y="955627"/>
                      <a:pt x="1430737" y="1013358"/>
                      <a:pt x="1654678" y="1150601"/>
                    </a:cubicBezTo>
                    <a:cubicBezTo>
                      <a:pt x="1907007" y="1025844"/>
                      <a:pt x="2042657" y="934423"/>
                      <a:pt x="2411668" y="919204"/>
                    </a:cubicBezTo>
                    <a:close/>
                    <a:moveTo>
                      <a:pt x="2423572" y="0"/>
                    </a:moveTo>
                    <a:cubicBezTo>
                      <a:pt x="2449670" y="236641"/>
                      <a:pt x="2449574" y="370890"/>
                      <a:pt x="2275646" y="605149"/>
                    </a:cubicBezTo>
                    <a:cubicBezTo>
                      <a:pt x="2098536" y="787863"/>
                      <a:pt x="1909519" y="903902"/>
                      <a:pt x="1627634" y="908022"/>
                    </a:cubicBezTo>
                    <a:cubicBezTo>
                      <a:pt x="1601565" y="662380"/>
                      <a:pt x="1689794" y="371496"/>
                      <a:pt x="1823269" y="256823"/>
                    </a:cubicBezTo>
                    <a:cubicBezTo>
                      <a:pt x="1945582" y="131527"/>
                      <a:pt x="2156003" y="39571"/>
                      <a:pt x="2423572" y="0"/>
                    </a:cubicBez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242" name="Google Shape;2242;p51"/>
              <p:cNvSpPr/>
              <p:nvPr/>
            </p:nvSpPr>
            <p:spPr>
              <a:xfrm>
                <a:off x="7800500" y="2582839"/>
                <a:ext cx="300170" cy="347427"/>
              </a:xfrm>
              <a:custGeom>
                <a:rect b="b" l="l" r="r" t="t"/>
                <a:pathLst>
                  <a:path extrusionOk="0" h="3842533" w="3319870">
                    <a:moveTo>
                      <a:pt x="579936" y="1296382"/>
                    </a:moveTo>
                    <a:lnTo>
                      <a:pt x="2739936" y="1296382"/>
                    </a:lnTo>
                    <a:lnTo>
                      <a:pt x="2739936" y="2796543"/>
                    </a:lnTo>
                    <a:cubicBezTo>
                      <a:pt x="2739936" y="2962250"/>
                      <a:pt x="2605604" y="3096582"/>
                      <a:pt x="2439897" y="3096582"/>
                    </a:cubicBezTo>
                    <a:lnTo>
                      <a:pt x="2272003" y="3096582"/>
                    </a:lnTo>
                    <a:lnTo>
                      <a:pt x="2272003" y="3590505"/>
                    </a:lnTo>
                    <a:cubicBezTo>
                      <a:pt x="2272003" y="3729696"/>
                      <a:pt x="2159166" y="3842533"/>
                      <a:pt x="2019975" y="3842533"/>
                    </a:cubicBezTo>
                    <a:cubicBezTo>
                      <a:pt x="1880784" y="3842533"/>
                      <a:pt x="1767947" y="3729696"/>
                      <a:pt x="1767947" y="3590505"/>
                    </a:cubicBezTo>
                    <a:lnTo>
                      <a:pt x="1767947" y="3096582"/>
                    </a:lnTo>
                    <a:lnTo>
                      <a:pt x="1492066" y="3096582"/>
                    </a:lnTo>
                    <a:lnTo>
                      <a:pt x="1492066" y="3590505"/>
                    </a:lnTo>
                    <a:cubicBezTo>
                      <a:pt x="1492066" y="3729696"/>
                      <a:pt x="1379229" y="3842533"/>
                      <a:pt x="1240038" y="3842533"/>
                    </a:cubicBezTo>
                    <a:cubicBezTo>
                      <a:pt x="1100847" y="3842533"/>
                      <a:pt x="988010" y="3729696"/>
                      <a:pt x="988010" y="3590505"/>
                    </a:cubicBezTo>
                    <a:lnTo>
                      <a:pt x="988010" y="3096582"/>
                    </a:lnTo>
                    <a:lnTo>
                      <a:pt x="879975" y="3096582"/>
                    </a:lnTo>
                    <a:cubicBezTo>
                      <a:pt x="714268" y="3096582"/>
                      <a:pt x="579936" y="2962250"/>
                      <a:pt x="579936" y="2796543"/>
                    </a:cubicBezTo>
                    <a:close/>
                    <a:moveTo>
                      <a:pt x="3067842" y="1281925"/>
                    </a:moveTo>
                    <a:cubicBezTo>
                      <a:pt x="3207033" y="1281925"/>
                      <a:pt x="3319870" y="1394762"/>
                      <a:pt x="3319870" y="1533953"/>
                    </a:cubicBezTo>
                    <a:lnTo>
                      <a:pt x="3319870" y="2505897"/>
                    </a:lnTo>
                    <a:cubicBezTo>
                      <a:pt x="3319870" y="2645088"/>
                      <a:pt x="3207033" y="2757925"/>
                      <a:pt x="3067842" y="2757925"/>
                    </a:cubicBezTo>
                    <a:cubicBezTo>
                      <a:pt x="2928651" y="2757925"/>
                      <a:pt x="2815814" y="2645088"/>
                      <a:pt x="2815814" y="2505897"/>
                    </a:cubicBezTo>
                    <a:lnTo>
                      <a:pt x="2815814" y="1533953"/>
                    </a:lnTo>
                    <a:cubicBezTo>
                      <a:pt x="2815814" y="1394762"/>
                      <a:pt x="2928651" y="1281925"/>
                      <a:pt x="3067842" y="1281925"/>
                    </a:cubicBezTo>
                    <a:close/>
                    <a:moveTo>
                      <a:pt x="252028" y="1281925"/>
                    </a:moveTo>
                    <a:cubicBezTo>
                      <a:pt x="391219" y="1281925"/>
                      <a:pt x="504056" y="1394762"/>
                      <a:pt x="504056" y="1533953"/>
                    </a:cubicBezTo>
                    <a:lnTo>
                      <a:pt x="504056" y="2505897"/>
                    </a:lnTo>
                    <a:cubicBezTo>
                      <a:pt x="504056" y="2645088"/>
                      <a:pt x="391219" y="2757925"/>
                      <a:pt x="252028" y="2757925"/>
                    </a:cubicBezTo>
                    <a:cubicBezTo>
                      <a:pt x="112837" y="2757925"/>
                      <a:pt x="0" y="2645088"/>
                      <a:pt x="0" y="2505897"/>
                    </a:cubicBezTo>
                    <a:lnTo>
                      <a:pt x="0" y="1533953"/>
                    </a:lnTo>
                    <a:cubicBezTo>
                      <a:pt x="0" y="1394762"/>
                      <a:pt x="112837" y="1281925"/>
                      <a:pt x="252028" y="1281925"/>
                    </a:cubicBezTo>
                    <a:close/>
                    <a:moveTo>
                      <a:pt x="2134062" y="558521"/>
                    </a:moveTo>
                    <a:cubicBezTo>
                      <a:pt x="2073373" y="558521"/>
                      <a:pt x="2024174" y="607720"/>
                      <a:pt x="2024174" y="668409"/>
                    </a:cubicBezTo>
                    <a:cubicBezTo>
                      <a:pt x="2024174" y="729098"/>
                      <a:pt x="2073373" y="778297"/>
                      <a:pt x="2134062" y="778297"/>
                    </a:cubicBezTo>
                    <a:cubicBezTo>
                      <a:pt x="2194751" y="778297"/>
                      <a:pt x="2243950" y="729098"/>
                      <a:pt x="2243950" y="668409"/>
                    </a:cubicBezTo>
                    <a:cubicBezTo>
                      <a:pt x="2243950" y="607720"/>
                      <a:pt x="2194751" y="558521"/>
                      <a:pt x="2134062" y="558521"/>
                    </a:cubicBezTo>
                    <a:close/>
                    <a:moveTo>
                      <a:pt x="1177409" y="558521"/>
                    </a:moveTo>
                    <a:cubicBezTo>
                      <a:pt x="1116720" y="558521"/>
                      <a:pt x="1067521" y="607720"/>
                      <a:pt x="1067521" y="668409"/>
                    </a:cubicBezTo>
                    <a:cubicBezTo>
                      <a:pt x="1067521" y="729098"/>
                      <a:pt x="1116720" y="778297"/>
                      <a:pt x="1177409" y="778297"/>
                    </a:cubicBezTo>
                    <a:cubicBezTo>
                      <a:pt x="1238098" y="778297"/>
                      <a:pt x="1287297" y="729098"/>
                      <a:pt x="1287297" y="668409"/>
                    </a:cubicBezTo>
                    <a:cubicBezTo>
                      <a:pt x="1287297" y="607720"/>
                      <a:pt x="1238098" y="558521"/>
                      <a:pt x="1177409" y="558521"/>
                    </a:cubicBezTo>
                    <a:close/>
                    <a:moveTo>
                      <a:pt x="1041854" y="0"/>
                    </a:moveTo>
                    <a:lnTo>
                      <a:pt x="1215617" y="300965"/>
                    </a:lnTo>
                    <a:cubicBezTo>
                      <a:pt x="1350827" y="238508"/>
                      <a:pt x="1501239" y="204386"/>
                      <a:pt x="1659158" y="204272"/>
                    </a:cubicBezTo>
                    <a:cubicBezTo>
                      <a:pt x="1823689" y="204153"/>
                      <a:pt x="1980124" y="240963"/>
                      <a:pt x="2119837" y="308065"/>
                    </a:cubicBezTo>
                    <a:lnTo>
                      <a:pt x="2297698" y="0"/>
                    </a:lnTo>
                    <a:lnTo>
                      <a:pt x="2391229" y="54000"/>
                    </a:lnTo>
                    <a:lnTo>
                      <a:pt x="2215205" y="358882"/>
                    </a:lnTo>
                    <a:cubicBezTo>
                      <a:pt x="2507692" y="533629"/>
                      <a:pt x="2710924" y="843756"/>
                      <a:pt x="2737127" y="1206450"/>
                    </a:cubicBezTo>
                    <a:cubicBezTo>
                      <a:pt x="2018962" y="1206967"/>
                      <a:pt x="1300797" y="1207483"/>
                      <a:pt x="582632" y="1208000"/>
                    </a:cubicBezTo>
                    <a:cubicBezTo>
                      <a:pt x="608780" y="838665"/>
                      <a:pt x="818541" y="523565"/>
                      <a:pt x="1119462" y="350420"/>
                    </a:cubicBezTo>
                    <a:lnTo>
                      <a:pt x="948323" y="5400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243" name="Google Shape;2243;p51"/>
              <p:cNvSpPr/>
              <p:nvPr/>
            </p:nvSpPr>
            <p:spPr>
              <a:xfrm>
                <a:off x="10645011" y="2518278"/>
                <a:ext cx="340001" cy="338281"/>
              </a:xfrm>
              <a:custGeom>
                <a:rect b="b" l="l" r="r" t="t"/>
                <a:pathLst>
                  <a:path extrusionOk="0" h="2941055" w="2956013">
                    <a:moveTo>
                      <a:pt x="2169165" y="2259549"/>
                    </a:moveTo>
                    <a:cubicBezTo>
                      <a:pt x="2305163" y="2320579"/>
                      <a:pt x="2430502" y="2400997"/>
                      <a:pt x="2542352" y="2496872"/>
                    </a:cubicBezTo>
                    <a:cubicBezTo>
                      <a:pt x="2303978" y="2744099"/>
                      <a:pt x="1979593" y="2907447"/>
                      <a:pt x="1617206" y="2939204"/>
                    </a:cubicBezTo>
                    <a:lnTo>
                      <a:pt x="1588575" y="2925411"/>
                    </a:lnTo>
                    <a:cubicBezTo>
                      <a:pt x="1835671" y="2758142"/>
                      <a:pt x="2037335" y="2529257"/>
                      <a:pt x="2169165" y="2259549"/>
                    </a:cubicBezTo>
                    <a:close/>
                    <a:moveTo>
                      <a:pt x="797309" y="2254509"/>
                    </a:moveTo>
                    <a:cubicBezTo>
                      <a:pt x="928512" y="2525684"/>
                      <a:pt x="1129977" y="2756161"/>
                      <a:pt x="1376879" y="2925229"/>
                    </a:cubicBezTo>
                    <a:cubicBezTo>
                      <a:pt x="1367940" y="2931748"/>
                      <a:pt x="1358086" y="2936536"/>
                      <a:pt x="1348086" y="2941055"/>
                    </a:cubicBezTo>
                    <a:cubicBezTo>
                      <a:pt x="981929" y="2910776"/>
                      <a:pt x="654006" y="2746454"/>
                      <a:pt x="413461" y="2497054"/>
                    </a:cubicBezTo>
                    <a:cubicBezTo>
                      <a:pt x="528278" y="2398621"/>
                      <a:pt x="657289" y="2316447"/>
                      <a:pt x="797309" y="2254509"/>
                    </a:cubicBezTo>
                    <a:close/>
                    <a:moveTo>
                      <a:pt x="1426305" y="2108791"/>
                    </a:moveTo>
                    <a:lnTo>
                      <a:pt x="1426305" y="2824067"/>
                    </a:lnTo>
                    <a:cubicBezTo>
                      <a:pt x="1203050" y="2668305"/>
                      <a:pt x="1020431" y="2458508"/>
                      <a:pt x="899682" y="2212532"/>
                    </a:cubicBezTo>
                    <a:cubicBezTo>
                      <a:pt x="1063835" y="2148883"/>
                      <a:pt x="1241204" y="2112683"/>
                      <a:pt x="1426305" y="2108791"/>
                    </a:cubicBezTo>
                    <a:close/>
                    <a:moveTo>
                      <a:pt x="1527809" y="2108695"/>
                    </a:moveTo>
                    <a:cubicBezTo>
                      <a:pt x="1717707" y="2112557"/>
                      <a:pt x="1899494" y="2150291"/>
                      <a:pt x="2067336" y="2216559"/>
                    </a:cubicBezTo>
                    <a:cubicBezTo>
                      <a:pt x="1943936" y="2466549"/>
                      <a:pt x="1756622" y="2679032"/>
                      <a:pt x="1527809" y="2835300"/>
                    </a:cubicBezTo>
                    <a:close/>
                    <a:moveTo>
                      <a:pt x="2354776" y="1530125"/>
                    </a:moveTo>
                    <a:lnTo>
                      <a:pt x="2955077" y="1530125"/>
                    </a:lnTo>
                    <a:cubicBezTo>
                      <a:pt x="2942393" y="1866074"/>
                      <a:pt x="2817414" y="2173186"/>
                      <a:pt x="2615767" y="2414127"/>
                    </a:cubicBezTo>
                    <a:cubicBezTo>
                      <a:pt x="2496453" y="2311434"/>
                      <a:pt x="2362630" y="2225327"/>
                      <a:pt x="2217376" y="2159975"/>
                    </a:cubicBezTo>
                    <a:cubicBezTo>
                      <a:pt x="2300477" y="1965771"/>
                      <a:pt x="2348521" y="1753185"/>
                      <a:pt x="2354776" y="1530125"/>
                    </a:cubicBezTo>
                    <a:close/>
                    <a:moveTo>
                      <a:pt x="1527809" y="1530125"/>
                    </a:moveTo>
                    <a:lnTo>
                      <a:pt x="2244039" y="1530125"/>
                    </a:lnTo>
                    <a:cubicBezTo>
                      <a:pt x="2237819" y="1737690"/>
                      <a:pt x="2192963" y="1935525"/>
                      <a:pt x="2115825" y="2116496"/>
                    </a:cubicBezTo>
                    <a:cubicBezTo>
                      <a:pt x="1933189" y="2043464"/>
                      <a:pt x="1735000" y="2001899"/>
                      <a:pt x="1527809" y="1997958"/>
                    </a:cubicBezTo>
                    <a:close/>
                    <a:moveTo>
                      <a:pt x="725097" y="1530125"/>
                    </a:moveTo>
                    <a:lnTo>
                      <a:pt x="1426305" y="1530125"/>
                    </a:lnTo>
                    <a:lnTo>
                      <a:pt x="1426305" y="1998054"/>
                    </a:lnTo>
                    <a:cubicBezTo>
                      <a:pt x="1224105" y="2002029"/>
                      <a:pt x="1030504" y="2041966"/>
                      <a:pt x="851699" y="2112283"/>
                    </a:cubicBezTo>
                    <a:cubicBezTo>
                      <a:pt x="775482" y="1932518"/>
                      <a:pt x="731260" y="1736112"/>
                      <a:pt x="725097" y="1530125"/>
                    </a:cubicBezTo>
                    <a:close/>
                    <a:moveTo>
                      <a:pt x="934" y="1530125"/>
                    </a:moveTo>
                    <a:lnTo>
                      <a:pt x="614360" y="1530125"/>
                    </a:lnTo>
                    <a:cubicBezTo>
                      <a:pt x="620543" y="1751166"/>
                      <a:pt x="667772" y="1961919"/>
                      <a:pt x="749235" y="2154869"/>
                    </a:cubicBezTo>
                    <a:cubicBezTo>
                      <a:pt x="599936" y="2221117"/>
                      <a:pt x="462426" y="2308980"/>
                      <a:pt x="340129" y="2414234"/>
                    </a:cubicBezTo>
                    <a:cubicBezTo>
                      <a:pt x="138582" y="2173144"/>
                      <a:pt x="13619" y="1866051"/>
                      <a:pt x="934" y="1530125"/>
                    </a:cubicBezTo>
                    <a:close/>
                    <a:moveTo>
                      <a:pt x="883886" y="768586"/>
                    </a:moveTo>
                    <a:cubicBezTo>
                      <a:pt x="1053566" y="831753"/>
                      <a:pt x="1236128" y="867407"/>
                      <a:pt x="1426305" y="871035"/>
                    </a:cubicBezTo>
                    <a:lnTo>
                      <a:pt x="1426305" y="1428622"/>
                    </a:lnTo>
                    <a:lnTo>
                      <a:pt x="724559" y="1428622"/>
                    </a:lnTo>
                    <a:cubicBezTo>
                      <a:pt x="730221" y="1192426"/>
                      <a:pt x="785872" y="968634"/>
                      <a:pt x="883886" y="768586"/>
                    </a:cubicBezTo>
                    <a:close/>
                    <a:moveTo>
                      <a:pt x="2083288" y="764501"/>
                    </a:moveTo>
                    <a:cubicBezTo>
                      <a:pt x="2182501" y="965616"/>
                      <a:pt x="2238869" y="1190833"/>
                      <a:pt x="2244577" y="1428622"/>
                    </a:cubicBezTo>
                    <a:lnTo>
                      <a:pt x="1527809" y="1428622"/>
                    </a:lnTo>
                    <a:lnTo>
                      <a:pt x="1527809" y="871130"/>
                    </a:lnTo>
                    <a:cubicBezTo>
                      <a:pt x="1722835" y="867528"/>
                      <a:pt x="1909881" y="830382"/>
                      <a:pt x="2083288" y="764501"/>
                    </a:cubicBezTo>
                    <a:close/>
                    <a:moveTo>
                      <a:pt x="375750" y="484510"/>
                    </a:moveTo>
                    <a:cubicBezTo>
                      <a:pt x="497688" y="583858"/>
                      <a:pt x="633678" y="666438"/>
                      <a:pt x="780212" y="729142"/>
                    </a:cubicBezTo>
                    <a:cubicBezTo>
                      <a:pt x="677519" y="941475"/>
                      <a:pt x="619429" y="1178562"/>
                      <a:pt x="613822" y="1428622"/>
                    </a:cubicBezTo>
                    <a:lnTo>
                      <a:pt x="0" y="1428622"/>
                    </a:lnTo>
                    <a:cubicBezTo>
                      <a:pt x="9263" y="1065848"/>
                      <a:pt x="149371" y="735691"/>
                      <a:pt x="375750" y="484510"/>
                    </a:cubicBezTo>
                    <a:close/>
                    <a:moveTo>
                      <a:pt x="2580304" y="484479"/>
                    </a:moveTo>
                    <a:cubicBezTo>
                      <a:pt x="2806628" y="735651"/>
                      <a:pt x="2946750" y="1065827"/>
                      <a:pt x="2956013" y="1428622"/>
                    </a:cubicBezTo>
                    <a:lnTo>
                      <a:pt x="2355314" y="1428622"/>
                    </a:lnTo>
                    <a:cubicBezTo>
                      <a:pt x="2349636" y="1176504"/>
                      <a:pt x="2290630" y="937573"/>
                      <a:pt x="2186241" y="724113"/>
                    </a:cubicBezTo>
                    <a:cubicBezTo>
                      <a:pt x="2328935" y="662418"/>
                      <a:pt x="2461323" y="581449"/>
                      <a:pt x="2580304" y="484479"/>
                    </a:cubicBezTo>
                    <a:close/>
                    <a:moveTo>
                      <a:pt x="1426305" y="124032"/>
                    </a:moveTo>
                    <a:lnTo>
                      <a:pt x="1426305" y="760298"/>
                    </a:lnTo>
                    <a:cubicBezTo>
                      <a:pt x="1253727" y="756791"/>
                      <a:pt x="1087879" y="724966"/>
                      <a:pt x="933247" y="668842"/>
                    </a:cubicBezTo>
                    <a:cubicBezTo>
                      <a:pt x="1054039" y="451822"/>
                      <a:pt x="1223389" y="265609"/>
                      <a:pt x="1426305" y="124032"/>
                    </a:cubicBezTo>
                    <a:close/>
                    <a:moveTo>
                      <a:pt x="1527809" y="112799"/>
                    </a:moveTo>
                    <a:cubicBezTo>
                      <a:pt x="1736145" y="255085"/>
                      <a:pt x="1910079" y="443973"/>
                      <a:pt x="2033951" y="664748"/>
                    </a:cubicBezTo>
                    <a:cubicBezTo>
                      <a:pt x="1875578" y="723616"/>
                      <a:pt x="1705238" y="756901"/>
                      <a:pt x="1527809" y="760394"/>
                    </a:cubicBezTo>
                    <a:close/>
                    <a:moveTo>
                      <a:pt x="1632157" y="1693"/>
                    </a:moveTo>
                    <a:cubicBezTo>
                      <a:pt x="1969090" y="34839"/>
                      <a:pt x="2272411" y="181752"/>
                      <a:pt x="2502559" y="404493"/>
                    </a:cubicBezTo>
                    <a:cubicBezTo>
                      <a:pt x="2392455" y="493535"/>
                      <a:pt x="2270018" y="567692"/>
                      <a:pt x="2138287" y="624414"/>
                    </a:cubicBezTo>
                    <a:cubicBezTo>
                      <a:pt x="2004803" y="382989"/>
                      <a:pt x="1815448" y="176841"/>
                      <a:pt x="1587368" y="23269"/>
                    </a:cubicBezTo>
                    <a:close/>
                    <a:moveTo>
                      <a:pt x="1333466" y="0"/>
                    </a:moveTo>
                    <a:lnTo>
                      <a:pt x="1376468" y="23177"/>
                    </a:lnTo>
                    <a:cubicBezTo>
                      <a:pt x="1149236" y="178863"/>
                      <a:pt x="960516" y="386575"/>
                      <a:pt x="827965" y="629347"/>
                    </a:cubicBezTo>
                    <a:cubicBezTo>
                      <a:pt x="692459" y="571593"/>
                      <a:pt x="566467" y="495851"/>
                      <a:pt x="453430" y="404475"/>
                    </a:cubicBezTo>
                    <a:cubicBezTo>
                      <a:pt x="685742" y="179438"/>
                      <a:pt x="992667" y="31629"/>
                      <a:pt x="1333466"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2244" name="Google Shape;2244;p51"/>
              <p:cNvSpPr/>
              <p:nvPr/>
            </p:nvSpPr>
            <p:spPr>
              <a:xfrm flipH="1">
                <a:off x="10345251" y="2251006"/>
                <a:ext cx="441966" cy="281210"/>
              </a:xfrm>
              <a:custGeom>
                <a:rect b="b" l="l" r="r" t="t"/>
                <a:pathLst>
                  <a:path extrusionOk="0" h="2532594" w="3980365">
                    <a:moveTo>
                      <a:pt x="1988360" y="58973"/>
                    </a:moveTo>
                    <a:cubicBezTo>
                      <a:pt x="1988306" y="58975"/>
                      <a:pt x="1988252" y="58977"/>
                      <a:pt x="1988199" y="58995"/>
                    </a:cubicBezTo>
                    <a:cubicBezTo>
                      <a:pt x="1988145" y="58977"/>
                      <a:pt x="1988091" y="58975"/>
                      <a:pt x="1988037" y="58973"/>
                    </a:cubicBezTo>
                    <a:lnTo>
                      <a:pt x="1988037" y="59017"/>
                    </a:lnTo>
                    <a:cubicBezTo>
                      <a:pt x="1574406" y="74019"/>
                      <a:pt x="1375335" y="406725"/>
                      <a:pt x="1370318" y="708381"/>
                    </a:cubicBezTo>
                    <a:cubicBezTo>
                      <a:pt x="1362506" y="1089140"/>
                      <a:pt x="1497435" y="1312904"/>
                      <a:pt x="1568575" y="1407072"/>
                    </a:cubicBezTo>
                    <a:cubicBezTo>
                      <a:pt x="1631785" y="1490670"/>
                      <a:pt x="1727890" y="1649476"/>
                      <a:pt x="1617443" y="1704159"/>
                    </a:cubicBezTo>
                    <a:cubicBezTo>
                      <a:pt x="1318592" y="1846636"/>
                      <a:pt x="1062028" y="1946829"/>
                      <a:pt x="927030" y="2049664"/>
                    </a:cubicBezTo>
                    <a:cubicBezTo>
                      <a:pt x="705669" y="2234426"/>
                      <a:pt x="740656" y="2445615"/>
                      <a:pt x="754501" y="2532594"/>
                    </a:cubicBezTo>
                    <a:lnTo>
                      <a:pt x="1988199" y="2531551"/>
                    </a:lnTo>
                    <a:lnTo>
                      <a:pt x="3221896" y="2532594"/>
                    </a:lnTo>
                    <a:cubicBezTo>
                      <a:pt x="3235741" y="2445615"/>
                      <a:pt x="3270728" y="2234426"/>
                      <a:pt x="3049367" y="2049664"/>
                    </a:cubicBezTo>
                    <a:cubicBezTo>
                      <a:pt x="2914369" y="1946829"/>
                      <a:pt x="2657805" y="1846636"/>
                      <a:pt x="2358954" y="1704159"/>
                    </a:cubicBezTo>
                    <a:cubicBezTo>
                      <a:pt x="2248507" y="1649476"/>
                      <a:pt x="2344612" y="1490670"/>
                      <a:pt x="2407822" y="1407072"/>
                    </a:cubicBezTo>
                    <a:cubicBezTo>
                      <a:pt x="2478962" y="1312904"/>
                      <a:pt x="2613891" y="1089140"/>
                      <a:pt x="2606079" y="708381"/>
                    </a:cubicBezTo>
                    <a:cubicBezTo>
                      <a:pt x="2601062" y="406725"/>
                      <a:pt x="2401991" y="74019"/>
                      <a:pt x="1988360" y="59017"/>
                    </a:cubicBezTo>
                    <a:close/>
                    <a:moveTo>
                      <a:pt x="1093515" y="0"/>
                    </a:moveTo>
                    <a:cubicBezTo>
                      <a:pt x="736613" y="12826"/>
                      <a:pt x="553627" y="327881"/>
                      <a:pt x="549299" y="588096"/>
                    </a:cubicBezTo>
                    <a:cubicBezTo>
                      <a:pt x="542562" y="916461"/>
                      <a:pt x="658924" y="1109434"/>
                      <a:pt x="720275" y="1190644"/>
                    </a:cubicBezTo>
                    <a:cubicBezTo>
                      <a:pt x="774787" y="1262738"/>
                      <a:pt x="857667" y="1399692"/>
                      <a:pt x="762418" y="1446850"/>
                    </a:cubicBezTo>
                    <a:cubicBezTo>
                      <a:pt x="504691" y="1569722"/>
                      <a:pt x="283431" y="1656128"/>
                      <a:pt x="167010" y="1744812"/>
                    </a:cubicBezTo>
                    <a:cubicBezTo>
                      <a:pt x="-23891" y="1904150"/>
                      <a:pt x="672" y="2013351"/>
                      <a:pt x="1392" y="2161289"/>
                    </a:cubicBezTo>
                    <a:cubicBezTo>
                      <a:pt x="356083" y="2160989"/>
                      <a:pt x="261990" y="2166300"/>
                      <a:pt x="616681" y="2166000"/>
                    </a:cubicBezTo>
                    <a:cubicBezTo>
                      <a:pt x="794788" y="1846239"/>
                      <a:pt x="1045824" y="1778915"/>
                      <a:pt x="1453932" y="1593789"/>
                    </a:cubicBezTo>
                    <a:cubicBezTo>
                      <a:pt x="1171572" y="1115084"/>
                      <a:pt x="1046285" y="714919"/>
                      <a:pt x="1414663" y="124017"/>
                    </a:cubicBezTo>
                    <a:cubicBezTo>
                      <a:pt x="1309485" y="41539"/>
                      <a:pt x="1305280" y="26381"/>
                      <a:pt x="1093515" y="0"/>
                    </a:cubicBezTo>
                    <a:close/>
                    <a:moveTo>
                      <a:pt x="2886850" y="0"/>
                    </a:moveTo>
                    <a:cubicBezTo>
                      <a:pt x="2675085" y="26381"/>
                      <a:pt x="2670880" y="41539"/>
                      <a:pt x="2565702" y="124017"/>
                    </a:cubicBezTo>
                    <a:cubicBezTo>
                      <a:pt x="2934080" y="714919"/>
                      <a:pt x="2808793" y="1115084"/>
                      <a:pt x="2526433" y="1593789"/>
                    </a:cubicBezTo>
                    <a:cubicBezTo>
                      <a:pt x="2934542" y="1778915"/>
                      <a:pt x="3185577" y="1846239"/>
                      <a:pt x="3363685" y="2166000"/>
                    </a:cubicBezTo>
                    <a:cubicBezTo>
                      <a:pt x="3718376" y="2166300"/>
                      <a:pt x="3624282" y="2160989"/>
                      <a:pt x="3978973" y="2161289"/>
                    </a:cubicBezTo>
                    <a:cubicBezTo>
                      <a:pt x="3979693" y="2013351"/>
                      <a:pt x="4004256" y="1904150"/>
                      <a:pt x="3813355" y="1744812"/>
                    </a:cubicBezTo>
                    <a:cubicBezTo>
                      <a:pt x="3696934" y="1656128"/>
                      <a:pt x="3475674" y="1569722"/>
                      <a:pt x="3217947" y="1446850"/>
                    </a:cubicBezTo>
                    <a:cubicBezTo>
                      <a:pt x="3122698" y="1399692"/>
                      <a:pt x="3205579" y="1262738"/>
                      <a:pt x="3260090" y="1190644"/>
                    </a:cubicBezTo>
                    <a:cubicBezTo>
                      <a:pt x="3321441" y="1109434"/>
                      <a:pt x="3437803" y="916461"/>
                      <a:pt x="3431066" y="588096"/>
                    </a:cubicBezTo>
                    <a:cubicBezTo>
                      <a:pt x="3426739" y="327881"/>
                      <a:pt x="3243752" y="12826"/>
                      <a:pt x="288685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245" name="Google Shape;2245;p51"/>
              <p:cNvSpPr/>
              <p:nvPr/>
            </p:nvSpPr>
            <p:spPr>
              <a:xfrm>
                <a:off x="11003273" y="3365017"/>
                <a:ext cx="357359" cy="364685"/>
              </a:xfrm>
              <a:custGeom>
                <a:rect b="b" l="l" r="r" t="t"/>
                <a:pathLst>
                  <a:path extrusionOk="0" h="3940019" w="3860876">
                    <a:moveTo>
                      <a:pt x="3248876" y="1942264"/>
                    </a:moveTo>
                    <a:lnTo>
                      <a:pt x="3860876" y="1942264"/>
                    </a:lnTo>
                    <a:lnTo>
                      <a:pt x="3860876" y="2090815"/>
                    </a:lnTo>
                    <a:lnTo>
                      <a:pt x="3859023" y="2090815"/>
                    </a:lnTo>
                    <a:cubicBezTo>
                      <a:pt x="3817225" y="2949620"/>
                      <a:pt x="3215273" y="3679864"/>
                      <a:pt x="2378197" y="3884304"/>
                    </a:cubicBezTo>
                    <a:cubicBezTo>
                      <a:pt x="2219818" y="3922985"/>
                      <a:pt x="2060231" y="3941082"/>
                      <a:pt x="1902626" y="3939971"/>
                    </a:cubicBezTo>
                    <a:cubicBezTo>
                      <a:pt x="1286982" y="3935631"/>
                      <a:pt x="701577" y="3638194"/>
                      <a:pt x="337583" y="3128887"/>
                    </a:cubicBezTo>
                    <a:lnTo>
                      <a:pt x="30667" y="3435803"/>
                    </a:lnTo>
                    <a:lnTo>
                      <a:pt x="30667" y="2342045"/>
                    </a:lnTo>
                    <a:lnTo>
                      <a:pt x="1124425" y="2342045"/>
                    </a:lnTo>
                    <a:lnTo>
                      <a:pt x="781340" y="2685130"/>
                    </a:lnTo>
                    <a:cubicBezTo>
                      <a:pt x="1079782" y="3180935"/>
                      <a:pt x="1667379" y="3425841"/>
                      <a:pt x="2232517" y="3287817"/>
                    </a:cubicBezTo>
                    <a:cubicBezTo>
                      <a:pt x="2810639" y="3146622"/>
                      <a:pt x="3224897" y="2638979"/>
                      <a:pt x="3247291" y="2044286"/>
                    </a:cubicBezTo>
                    <a:lnTo>
                      <a:pt x="3248876" y="2044345"/>
                    </a:lnTo>
                    <a:close/>
                    <a:moveTo>
                      <a:pt x="1958249" y="48"/>
                    </a:moveTo>
                    <a:cubicBezTo>
                      <a:pt x="2573893" y="4388"/>
                      <a:pt x="3159298" y="301825"/>
                      <a:pt x="3523293" y="811132"/>
                    </a:cubicBezTo>
                    <a:lnTo>
                      <a:pt x="3830209" y="504216"/>
                    </a:lnTo>
                    <a:lnTo>
                      <a:pt x="3830209" y="1597974"/>
                    </a:lnTo>
                    <a:lnTo>
                      <a:pt x="2736450" y="1597974"/>
                    </a:lnTo>
                    <a:lnTo>
                      <a:pt x="3079535" y="1254889"/>
                    </a:lnTo>
                    <a:cubicBezTo>
                      <a:pt x="2781093" y="759084"/>
                      <a:pt x="2193496" y="514178"/>
                      <a:pt x="1628358" y="652202"/>
                    </a:cubicBezTo>
                    <a:cubicBezTo>
                      <a:pt x="1050236" y="793397"/>
                      <a:pt x="635978" y="1301040"/>
                      <a:pt x="613584" y="1895733"/>
                    </a:cubicBezTo>
                    <a:lnTo>
                      <a:pt x="612000" y="1895674"/>
                    </a:lnTo>
                    <a:lnTo>
                      <a:pt x="612000" y="1985958"/>
                    </a:lnTo>
                    <a:lnTo>
                      <a:pt x="0" y="1985958"/>
                    </a:lnTo>
                    <a:lnTo>
                      <a:pt x="0" y="1837407"/>
                    </a:lnTo>
                    <a:lnTo>
                      <a:pt x="2787" y="1837407"/>
                    </a:lnTo>
                    <a:cubicBezTo>
                      <a:pt x="49183" y="983705"/>
                      <a:pt x="649445" y="259216"/>
                      <a:pt x="1482678" y="55715"/>
                    </a:cubicBezTo>
                    <a:cubicBezTo>
                      <a:pt x="1641057" y="17034"/>
                      <a:pt x="1800644" y="-1063"/>
                      <a:pt x="1958249" y="4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246" name="Google Shape;2246;p51"/>
              <p:cNvSpPr/>
              <p:nvPr/>
            </p:nvSpPr>
            <p:spPr>
              <a:xfrm>
                <a:off x="9028038" y="5418963"/>
                <a:ext cx="353455" cy="397548"/>
              </a:xfrm>
              <a:custGeom>
                <a:rect b="b" l="l" r="r" t="t"/>
                <a:pathLst>
                  <a:path extrusionOk="0" h="3110058" w="2765122">
                    <a:moveTo>
                      <a:pt x="1376433" y="2257187"/>
                    </a:moveTo>
                    <a:lnTo>
                      <a:pt x="1145400" y="2354829"/>
                    </a:lnTo>
                    <a:lnTo>
                      <a:pt x="1036105" y="2389775"/>
                    </a:lnTo>
                    <a:lnTo>
                      <a:pt x="1040146" y="2406930"/>
                    </a:lnTo>
                    <a:cubicBezTo>
                      <a:pt x="1121535" y="2704580"/>
                      <a:pt x="1244707" y="2894301"/>
                      <a:pt x="1382560" y="2894301"/>
                    </a:cubicBezTo>
                    <a:cubicBezTo>
                      <a:pt x="1520414" y="2894301"/>
                      <a:pt x="1643585" y="2704580"/>
                      <a:pt x="1724974" y="2406930"/>
                    </a:cubicBezTo>
                    <a:lnTo>
                      <a:pt x="1726723" y="2399874"/>
                    </a:lnTo>
                    <a:lnTo>
                      <a:pt x="1605728" y="2358846"/>
                    </a:lnTo>
                    <a:close/>
                    <a:moveTo>
                      <a:pt x="1795887" y="2033026"/>
                    </a:moveTo>
                    <a:lnTo>
                      <a:pt x="1694075" y="2094586"/>
                    </a:lnTo>
                    <a:lnTo>
                      <a:pt x="1578650" y="2155153"/>
                    </a:lnTo>
                    <a:lnTo>
                      <a:pt x="1618821" y="2173994"/>
                    </a:lnTo>
                    <a:lnTo>
                      <a:pt x="1763952" y="2229138"/>
                    </a:lnTo>
                    <a:lnTo>
                      <a:pt x="1791432" y="2076334"/>
                    </a:lnTo>
                    <a:close/>
                    <a:moveTo>
                      <a:pt x="969005" y="2030800"/>
                    </a:moveTo>
                    <a:lnTo>
                      <a:pt x="973688" y="2076334"/>
                    </a:lnTo>
                    <a:lnTo>
                      <a:pt x="997942" y="2219324"/>
                    </a:lnTo>
                    <a:lnTo>
                      <a:pt x="1135534" y="2169774"/>
                    </a:lnTo>
                    <a:lnTo>
                      <a:pt x="1176026" y="2151638"/>
                    </a:lnTo>
                    <a:lnTo>
                      <a:pt x="1061678" y="2089068"/>
                    </a:lnTo>
                    <a:close/>
                    <a:moveTo>
                      <a:pt x="2270995" y="1682607"/>
                    </a:moveTo>
                    <a:lnTo>
                      <a:pt x="2193789" y="1749541"/>
                    </a:lnTo>
                    <a:cubicBezTo>
                      <a:pt x="2157450" y="1779622"/>
                      <a:pt x="2119670" y="1809519"/>
                      <a:pt x="2080535" y="1839120"/>
                    </a:cubicBezTo>
                    <a:lnTo>
                      <a:pt x="1988274" y="1905861"/>
                    </a:lnTo>
                    <a:lnTo>
                      <a:pt x="1956628" y="2160317"/>
                    </a:lnTo>
                    <a:lnTo>
                      <a:pt x="1929983" y="2282840"/>
                    </a:lnTo>
                    <a:lnTo>
                      <a:pt x="2032699" y="2311732"/>
                    </a:lnTo>
                    <a:cubicBezTo>
                      <a:pt x="2281801" y="2367725"/>
                      <a:pt x="2467430" y="2349840"/>
                      <a:pt x="2530541" y="2244806"/>
                    </a:cubicBezTo>
                    <a:cubicBezTo>
                      <a:pt x="2601541" y="2126643"/>
                      <a:pt x="2502356" y="1923350"/>
                      <a:pt x="2289139" y="1700285"/>
                    </a:cubicBezTo>
                    <a:close/>
                    <a:moveTo>
                      <a:pt x="491768" y="1666932"/>
                    </a:moveTo>
                    <a:lnTo>
                      <a:pt x="473585" y="1684439"/>
                    </a:lnTo>
                    <a:cubicBezTo>
                      <a:pt x="256508" y="1903749"/>
                      <a:pt x="153790" y="2105280"/>
                      <a:pt x="222717" y="2224664"/>
                    </a:cubicBezTo>
                    <a:cubicBezTo>
                      <a:pt x="283985" y="2330784"/>
                      <a:pt x="469273" y="2351906"/>
                      <a:pt x="719315" y="2300269"/>
                    </a:cubicBezTo>
                    <a:lnTo>
                      <a:pt x="831176" y="2270901"/>
                    </a:lnTo>
                    <a:lnTo>
                      <a:pt x="808495" y="2160317"/>
                    </a:lnTo>
                    <a:lnTo>
                      <a:pt x="776012" y="1899134"/>
                    </a:lnTo>
                    <a:lnTo>
                      <a:pt x="679735" y="1826895"/>
                    </a:lnTo>
                    <a:cubicBezTo>
                      <a:pt x="616990" y="1777691"/>
                      <a:pt x="557836" y="1727770"/>
                      <a:pt x="502637" y="1677612"/>
                    </a:cubicBezTo>
                    <a:close/>
                    <a:moveTo>
                      <a:pt x="2001099" y="1443878"/>
                    </a:moveTo>
                    <a:lnTo>
                      <a:pt x="2005588" y="1555029"/>
                    </a:lnTo>
                    <a:lnTo>
                      <a:pt x="2000712" y="1675767"/>
                    </a:lnTo>
                    <a:lnTo>
                      <a:pt x="2038461" y="1648469"/>
                    </a:lnTo>
                    <a:cubicBezTo>
                      <a:pt x="2070345" y="1623579"/>
                      <a:pt x="2101053" y="1598643"/>
                      <a:pt x="2130505" y="1573751"/>
                    </a:cubicBezTo>
                    <a:lnTo>
                      <a:pt x="2143759" y="1562074"/>
                    </a:lnTo>
                    <a:lnTo>
                      <a:pt x="2039991" y="1473050"/>
                    </a:lnTo>
                    <a:close/>
                    <a:moveTo>
                      <a:pt x="764411" y="1434288"/>
                    </a:moveTo>
                    <a:lnTo>
                      <a:pt x="726661" y="1461587"/>
                    </a:lnTo>
                    <a:cubicBezTo>
                      <a:pt x="694778" y="1486477"/>
                      <a:pt x="664070" y="1511412"/>
                      <a:pt x="634617" y="1536305"/>
                    </a:cubicBezTo>
                    <a:lnTo>
                      <a:pt x="621360" y="1547985"/>
                    </a:lnTo>
                    <a:lnTo>
                      <a:pt x="725129" y="1637009"/>
                    </a:lnTo>
                    <a:lnTo>
                      <a:pt x="764024" y="1666183"/>
                    </a:lnTo>
                    <a:lnTo>
                      <a:pt x="759534" y="1555029"/>
                    </a:lnTo>
                    <a:close/>
                    <a:moveTo>
                      <a:pt x="1386966" y="1049980"/>
                    </a:moveTo>
                    <a:lnTo>
                      <a:pt x="1160689" y="1170734"/>
                    </a:lnTo>
                    <a:lnTo>
                      <a:pt x="947211" y="1303680"/>
                    </a:lnTo>
                    <a:lnTo>
                      <a:pt x="938816" y="1555028"/>
                    </a:lnTo>
                    <a:lnTo>
                      <a:pt x="947046" y="1801432"/>
                    </a:lnTo>
                    <a:lnTo>
                      <a:pt x="1154015" y="1935392"/>
                    </a:lnTo>
                    <a:lnTo>
                      <a:pt x="1378151" y="2060078"/>
                    </a:lnTo>
                    <a:lnTo>
                      <a:pt x="1604433" y="1939321"/>
                    </a:lnTo>
                    <a:lnTo>
                      <a:pt x="1817909" y="1806377"/>
                    </a:lnTo>
                    <a:lnTo>
                      <a:pt x="1826304" y="1555028"/>
                    </a:lnTo>
                    <a:lnTo>
                      <a:pt x="1818074" y="1308628"/>
                    </a:lnTo>
                    <a:lnTo>
                      <a:pt x="1611105" y="1174667"/>
                    </a:lnTo>
                    <a:close/>
                    <a:moveTo>
                      <a:pt x="1767179" y="890733"/>
                    </a:moveTo>
                    <a:lnTo>
                      <a:pt x="1629589" y="940281"/>
                    </a:lnTo>
                    <a:lnTo>
                      <a:pt x="1589093" y="958419"/>
                    </a:lnTo>
                    <a:lnTo>
                      <a:pt x="1703444" y="1020991"/>
                    </a:lnTo>
                    <a:lnTo>
                      <a:pt x="1796116" y="1079257"/>
                    </a:lnTo>
                    <a:lnTo>
                      <a:pt x="1791432" y="1033723"/>
                    </a:lnTo>
                    <a:close/>
                    <a:moveTo>
                      <a:pt x="1001168" y="880921"/>
                    </a:moveTo>
                    <a:lnTo>
                      <a:pt x="973688" y="1033723"/>
                    </a:lnTo>
                    <a:lnTo>
                      <a:pt x="969233" y="1077033"/>
                    </a:lnTo>
                    <a:lnTo>
                      <a:pt x="1071048" y="1015472"/>
                    </a:lnTo>
                    <a:lnTo>
                      <a:pt x="1186470" y="954907"/>
                    </a:lnTo>
                    <a:lnTo>
                      <a:pt x="1146299" y="936065"/>
                    </a:lnTo>
                    <a:close/>
                    <a:moveTo>
                      <a:pt x="2296662" y="783036"/>
                    </a:moveTo>
                    <a:cubicBezTo>
                      <a:pt x="2224233" y="781291"/>
                      <a:pt x="2139574" y="790423"/>
                      <a:pt x="2045808" y="809787"/>
                    </a:cubicBezTo>
                    <a:lnTo>
                      <a:pt x="1933945" y="839155"/>
                    </a:lnTo>
                    <a:lnTo>
                      <a:pt x="1956628" y="949742"/>
                    </a:lnTo>
                    <a:lnTo>
                      <a:pt x="1989111" y="1210925"/>
                    </a:lnTo>
                    <a:lnTo>
                      <a:pt x="2085387" y="1283163"/>
                    </a:lnTo>
                    <a:cubicBezTo>
                      <a:pt x="2148132" y="1332368"/>
                      <a:pt x="2207286" y="1382289"/>
                      <a:pt x="2262485" y="1432446"/>
                    </a:cubicBezTo>
                    <a:lnTo>
                      <a:pt x="2273353" y="1443125"/>
                    </a:lnTo>
                    <a:lnTo>
                      <a:pt x="2291537" y="1425616"/>
                    </a:lnTo>
                    <a:cubicBezTo>
                      <a:pt x="2508615" y="1206306"/>
                      <a:pt x="2611333" y="1004776"/>
                      <a:pt x="2542406" y="885391"/>
                    </a:cubicBezTo>
                    <a:cubicBezTo>
                      <a:pt x="2504113" y="819067"/>
                      <a:pt x="2417375" y="785944"/>
                      <a:pt x="2296662" y="783036"/>
                    </a:cubicBezTo>
                    <a:close/>
                    <a:moveTo>
                      <a:pt x="482072" y="767202"/>
                    </a:moveTo>
                    <a:cubicBezTo>
                      <a:pt x="361326" y="768003"/>
                      <a:pt x="274023" y="799606"/>
                      <a:pt x="234579" y="865253"/>
                    </a:cubicBezTo>
                    <a:cubicBezTo>
                      <a:pt x="163579" y="983417"/>
                      <a:pt x="262764" y="1186709"/>
                      <a:pt x="475981" y="1409774"/>
                    </a:cubicBezTo>
                    <a:lnTo>
                      <a:pt x="494126" y="1427453"/>
                    </a:lnTo>
                    <a:lnTo>
                      <a:pt x="571333" y="1360517"/>
                    </a:lnTo>
                    <a:cubicBezTo>
                      <a:pt x="607672" y="1330436"/>
                      <a:pt x="645452" y="1300540"/>
                      <a:pt x="684587" y="1270938"/>
                    </a:cubicBezTo>
                    <a:lnTo>
                      <a:pt x="776848" y="1204197"/>
                    </a:lnTo>
                    <a:lnTo>
                      <a:pt x="808495" y="949742"/>
                    </a:lnTo>
                    <a:lnTo>
                      <a:pt x="835139" y="827220"/>
                    </a:lnTo>
                    <a:lnTo>
                      <a:pt x="732420" y="798327"/>
                    </a:lnTo>
                    <a:cubicBezTo>
                      <a:pt x="639007" y="777329"/>
                      <a:pt x="554520" y="766721"/>
                      <a:pt x="482072" y="767202"/>
                    </a:cubicBezTo>
                    <a:close/>
                    <a:moveTo>
                      <a:pt x="1382560" y="215755"/>
                    </a:moveTo>
                    <a:cubicBezTo>
                      <a:pt x="1244707" y="215755"/>
                      <a:pt x="1121535" y="405476"/>
                      <a:pt x="1040146" y="703126"/>
                    </a:cubicBezTo>
                    <a:lnTo>
                      <a:pt x="1038397" y="710184"/>
                    </a:lnTo>
                    <a:lnTo>
                      <a:pt x="1159394" y="751212"/>
                    </a:lnTo>
                    <a:lnTo>
                      <a:pt x="1388689" y="852872"/>
                    </a:lnTo>
                    <a:lnTo>
                      <a:pt x="1619722" y="755229"/>
                    </a:lnTo>
                    <a:lnTo>
                      <a:pt x="1729016" y="720284"/>
                    </a:lnTo>
                    <a:lnTo>
                      <a:pt x="1724974" y="703126"/>
                    </a:lnTo>
                    <a:cubicBezTo>
                      <a:pt x="1643585" y="405476"/>
                      <a:pt x="1520414" y="215755"/>
                      <a:pt x="1382560" y="215755"/>
                    </a:cubicBezTo>
                    <a:close/>
                    <a:moveTo>
                      <a:pt x="1382561" y="0"/>
                    </a:moveTo>
                    <a:cubicBezTo>
                      <a:pt x="1576111" y="0"/>
                      <a:pt x="1749046" y="220285"/>
                      <a:pt x="1863319" y="565886"/>
                    </a:cubicBezTo>
                    <a:lnTo>
                      <a:pt x="1892754" y="669221"/>
                    </a:lnTo>
                    <a:lnTo>
                      <a:pt x="1998805" y="644109"/>
                    </a:lnTo>
                    <a:cubicBezTo>
                      <a:pt x="2355240" y="570272"/>
                      <a:pt x="2632481" y="609896"/>
                      <a:pt x="2729256" y="777515"/>
                    </a:cubicBezTo>
                    <a:cubicBezTo>
                      <a:pt x="2826030" y="945133"/>
                      <a:pt x="2721726" y="1205043"/>
                      <a:pt x="2479563" y="1476806"/>
                    </a:cubicBezTo>
                    <a:lnTo>
                      <a:pt x="2396868" y="1564493"/>
                    </a:lnTo>
                    <a:lnTo>
                      <a:pt x="2415853" y="1583149"/>
                    </a:lnTo>
                    <a:cubicBezTo>
                      <a:pt x="2697403" y="1884053"/>
                      <a:pt x="2823474" y="2176199"/>
                      <a:pt x="2715481" y="2355928"/>
                    </a:cubicBezTo>
                    <a:cubicBezTo>
                      <a:pt x="2615796" y="2521833"/>
                      <a:pt x="2337906" y="2556612"/>
                      <a:pt x="1982813" y="2476565"/>
                    </a:cubicBezTo>
                    <a:lnTo>
                      <a:pt x="1890625" y="2453030"/>
                    </a:lnTo>
                    <a:lnTo>
                      <a:pt x="1863319" y="2544172"/>
                    </a:lnTo>
                    <a:cubicBezTo>
                      <a:pt x="1749047" y="2889773"/>
                      <a:pt x="1576111" y="3110058"/>
                      <a:pt x="1382561" y="3110058"/>
                    </a:cubicBezTo>
                    <a:cubicBezTo>
                      <a:pt x="1189012" y="3110058"/>
                      <a:pt x="1016076" y="2889773"/>
                      <a:pt x="901803" y="2544172"/>
                    </a:cubicBezTo>
                    <a:lnTo>
                      <a:pt x="872368" y="2440837"/>
                    </a:lnTo>
                    <a:lnTo>
                      <a:pt x="766317" y="2465949"/>
                    </a:lnTo>
                    <a:cubicBezTo>
                      <a:pt x="409882" y="2539787"/>
                      <a:pt x="132641" y="2500163"/>
                      <a:pt x="35866" y="2332544"/>
                    </a:cubicBezTo>
                    <a:cubicBezTo>
                      <a:pt x="-60908" y="2164925"/>
                      <a:pt x="43396" y="1905015"/>
                      <a:pt x="285559" y="1633252"/>
                    </a:cubicBezTo>
                    <a:lnTo>
                      <a:pt x="368254" y="1545565"/>
                    </a:lnTo>
                    <a:lnTo>
                      <a:pt x="349269" y="1526910"/>
                    </a:lnTo>
                    <a:cubicBezTo>
                      <a:pt x="67719" y="1226005"/>
                      <a:pt x="-58351" y="933860"/>
                      <a:pt x="49641" y="754130"/>
                    </a:cubicBezTo>
                    <a:cubicBezTo>
                      <a:pt x="149326" y="588226"/>
                      <a:pt x="427216" y="553446"/>
                      <a:pt x="782309" y="633493"/>
                    </a:cubicBezTo>
                    <a:lnTo>
                      <a:pt x="874497" y="657029"/>
                    </a:lnTo>
                    <a:lnTo>
                      <a:pt x="901803" y="565886"/>
                    </a:lnTo>
                    <a:cubicBezTo>
                      <a:pt x="1016076" y="220285"/>
                      <a:pt x="1189012" y="0"/>
                      <a:pt x="138256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2247" name="Google Shape;2247;p51"/>
              <p:cNvSpPr/>
              <p:nvPr/>
            </p:nvSpPr>
            <p:spPr>
              <a:xfrm>
                <a:off x="7496004" y="3682990"/>
                <a:ext cx="320490" cy="269438"/>
              </a:xfrm>
              <a:custGeom>
                <a:rect b="b" l="l" r="r" t="t"/>
                <a:pathLst>
                  <a:path extrusionOk="0" h="3350285" w="3985089">
                    <a:moveTo>
                      <a:pt x="1489879" y="1687056"/>
                    </a:moveTo>
                    <a:cubicBezTo>
                      <a:pt x="1413602" y="1687056"/>
                      <a:pt x="1351768" y="1748890"/>
                      <a:pt x="1351768" y="1825167"/>
                    </a:cubicBezTo>
                    <a:lnTo>
                      <a:pt x="1351768" y="1828965"/>
                    </a:lnTo>
                    <a:cubicBezTo>
                      <a:pt x="1351768" y="1905242"/>
                      <a:pt x="1413602" y="1967076"/>
                      <a:pt x="1489879" y="1967076"/>
                    </a:cubicBezTo>
                    <a:lnTo>
                      <a:pt x="1717713" y="1967076"/>
                    </a:lnTo>
                    <a:cubicBezTo>
                      <a:pt x="1793990" y="1967076"/>
                      <a:pt x="1855824" y="1905242"/>
                      <a:pt x="1855824" y="1828965"/>
                    </a:cubicBezTo>
                    <a:lnTo>
                      <a:pt x="1855824" y="1825167"/>
                    </a:lnTo>
                    <a:cubicBezTo>
                      <a:pt x="1855824" y="1748890"/>
                      <a:pt x="1793990" y="1687056"/>
                      <a:pt x="1717713" y="1687056"/>
                    </a:cubicBezTo>
                    <a:close/>
                    <a:moveTo>
                      <a:pt x="2281462" y="1675141"/>
                    </a:moveTo>
                    <a:cubicBezTo>
                      <a:pt x="2205185" y="1675141"/>
                      <a:pt x="2143351" y="1736975"/>
                      <a:pt x="2143351" y="1813252"/>
                    </a:cubicBezTo>
                    <a:lnTo>
                      <a:pt x="2143351" y="1817050"/>
                    </a:lnTo>
                    <a:cubicBezTo>
                      <a:pt x="2143351" y="1893327"/>
                      <a:pt x="2205185" y="1955161"/>
                      <a:pt x="2281462" y="1955161"/>
                    </a:cubicBezTo>
                    <a:lnTo>
                      <a:pt x="2509296" y="1955161"/>
                    </a:lnTo>
                    <a:cubicBezTo>
                      <a:pt x="2585573" y="1955161"/>
                      <a:pt x="2647407" y="1893327"/>
                      <a:pt x="2647407" y="1817050"/>
                    </a:cubicBezTo>
                    <a:lnTo>
                      <a:pt x="2647407" y="1813252"/>
                    </a:lnTo>
                    <a:cubicBezTo>
                      <a:pt x="2647407" y="1736975"/>
                      <a:pt x="2585573" y="1675141"/>
                      <a:pt x="2509296" y="1675141"/>
                    </a:cubicBezTo>
                    <a:close/>
                    <a:moveTo>
                      <a:pt x="2837535" y="1159396"/>
                    </a:moveTo>
                    <a:cubicBezTo>
                      <a:pt x="2731595" y="1159396"/>
                      <a:pt x="2645713" y="1245278"/>
                      <a:pt x="2645713" y="1351218"/>
                    </a:cubicBezTo>
                    <a:cubicBezTo>
                      <a:pt x="2645713" y="1457158"/>
                      <a:pt x="2731595" y="1543040"/>
                      <a:pt x="2837535" y="1543040"/>
                    </a:cubicBezTo>
                    <a:cubicBezTo>
                      <a:pt x="2943475" y="1543040"/>
                      <a:pt x="3029357" y="1457158"/>
                      <a:pt x="3029357" y="1351218"/>
                    </a:cubicBezTo>
                    <a:cubicBezTo>
                      <a:pt x="3029357" y="1245278"/>
                      <a:pt x="2943475" y="1159396"/>
                      <a:pt x="2837535" y="1159396"/>
                    </a:cubicBezTo>
                    <a:close/>
                    <a:moveTo>
                      <a:pt x="3235655" y="750352"/>
                    </a:moveTo>
                    <a:cubicBezTo>
                      <a:pt x="3129715" y="750352"/>
                      <a:pt x="3043833" y="836234"/>
                      <a:pt x="3043833" y="942174"/>
                    </a:cubicBezTo>
                    <a:cubicBezTo>
                      <a:pt x="3043833" y="1048114"/>
                      <a:pt x="3129715" y="1133996"/>
                      <a:pt x="3235655" y="1133996"/>
                    </a:cubicBezTo>
                    <a:cubicBezTo>
                      <a:pt x="3341595" y="1133996"/>
                      <a:pt x="3427477" y="1048114"/>
                      <a:pt x="3427477" y="942174"/>
                    </a:cubicBezTo>
                    <a:cubicBezTo>
                      <a:pt x="3427477" y="836234"/>
                      <a:pt x="3341595" y="750352"/>
                      <a:pt x="3235655" y="750352"/>
                    </a:cubicBezTo>
                    <a:close/>
                    <a:moveTo>
                      <a:pt x="2455585" y="750352"/>
                    </a:moveTo>
                    <a:cubicBezTo>
                      <a:pt x="2349645" y="750352"/>
                      <a:pt x="2263763" y="836234"/>
                      <a:pt x="2263763" y="942174"/>
                    </a:cubicBezTo>
                    <a:cubicBezTo>
                      <a:pt x="2263763" y="1048114"/>
                      <a:pt x="2349645" y="1133996"/>
                      <a:pt x="2455585" y="1133996"/>
                    </a:cubicBezTo>
                    <a:cubicBezTo>
                      <a:pt x="2561525" y="1133996"/>
                      <a:pt x="2647407" y="1048114"/>
                      <a:pt x="2647407" y="942174"/>
                    </a:cubicBezTo>
                    <a:cubicBezTo>
                      <a:pt x="2647407" y="836234"/>
                      <a:pt x="2561525" y="750352"/>
                      <a:pt x="2455585" y="750352"/>
                    </a:cubicBezTo>
                    <a:close/>
                    <a:moveTo>
                      <a:pt x="941776" y="640989"/>
                    </a:moveTo>
                    <a:lnTo>
                      <a:pt x="1181794" y="640989"/>
                    </a:lnTo>
                    <a:lnTo>
                      <a:pt x="1181794" y="881020"/>
                    </a:lnTo>
                    <a:lnTo>
                      <a:pt x="1421825" y="881020"/>
                    </a:lnTo>
                    <a:lnTo>
                      <a:pt x="1421825" y="1121038"/>
                    </a:lnTo>
                    <a:lnTo>
                      <a:pt x="1181794" y="1121038"/>
                    </a:lnTo>
                    <a:lnTo>
                      <a:pt x="1181794" y="1361069"/>
                    </a:lnTo>
                    <a:lnTo>
                      <a:pt x="941776" y="1361069"/>
                    </a:lnTo>
                    <a:lnTo>
                      <a:pt x="941776" y="1121038"/>
                    </a:lnTo>
                    <a:lnTo>
                      <a:pt x="701745" y="1121038"/>
                    </a:lnTo>
                    <a:lnTo>
                      <a:pt x="701745" y="881020"/>
                    </a:lnTo>
                    <a:lnTo>
                      <a:pt x="941776" y="881020"/>
                    </a:lnTo>
                    <a:close/>
                    <a:moveTo>
                      <a:pt x="1061785" y="459017"/>
                    </a:moveTo>
                    <a:cubicBezTo>
                      <a:pt x="762440" y="459017"/>
                      <a:pt x="519773" y="701684"/>
                      <a:pt x="519773" y="1001029"/>
                    </a:cubicBezTo>
                    <a:cubicBezTo>
                      <a:pt x="519773" y="1300374"/>
                      <a:pt x="762440" y="1543041"/>
                      <a:pt x="1061785" y="1543041"/>
                    </a:cubicBezTo>
                    <a:cubicBezTo>
                      <a:pt x="1361130" y="1543041"/>
                      <a:pt x="1603797" y="1300374"/>
                      <a:pt x="1603797" y="1001029"/>
                    </a:cubicBezTo>
                    <a:cubicBezTo>
                      <a:pt x="1603797" y="701684"/>
                      <a:pt x="1361130" y="459017"/>
                      <a:pt x="1061785" y="459017"/>
                    </a:cubicBezTo>
                    <a:close/>
                    <a:moveTo>
                      <a:pt x="2837535" y="359296"/>
                    </a:moveTo>
                    <a:cubicBezTo>
                      <a:pt x="2731595" y="359296"/>
                      <a:pt x="2645713" y="445178"/>
                      <a:pt x="2645713" y="551118"/>
                    </a:cubicBezTo>
                    <a:cubicBezTo>
                      <a:pt x="2645713" y="657058"/>
                      <a:pt x="2731595" y="742940"/>
                      <a:pt x="2837535" y="742940"/>
                    </a:cubicBezTo>
                    <a:cubicBezTo>
                      <a:pt x="2943475" y="742940"/>
                      <a:pt x="3029357" y="657058"/>
                      <a:pt x="3029357" y="551118"/>
                    </a:cubicBezTo>
                    <a:cubicBezTo>
                      <a:pt x="3029357" y="445178"/>
                      <a:pt x="2943475" y="359296"/>
                      <a:pt x="2837535" y="359296"/>
                    </a:cubicBezTo>
                    <a:close/>
                    <a:moveTo>
                      <a:pt x="927799" y="0"/>
                    </a:moveTo>
                    <a:lnTo>
                      <a:pt x="2978398" y="0"/>
                    </a:lnTo>
                    <a:cubicBezTo>
                      <a:pt x="3447374" y="0"/>
                      <a:pt x="3902811" y="418280"/>
                      <a:pt x="3926614" y="887256"/>
                    </a:cubicBezTo>
                    <a:cubicBezTo>
                      <a:pt x="4011721" y="1784310"/>
                      <a:pt x="4065643" y="3326870"/>
                      <a:pt x="3630620" y="3349891"/>
                    </a:cubicBezTo>
                    <a:cubicBezTo>
                      <a:pt x="3101375" y="3362701"/>
                      <a:pt x="2778421" y="2566209"/>
                      <a:pt x="2352321" y="2174369"/>
                    </a:cubicBezTo>
                    <a:lnTo>
                      <a:pt x="1572952" y="2174369"/>
                    </a:lnTo>
                    <a:cubicBezTo>
                      <a:pt x="1161652" y="2566210"/>
                      <a:pt x="901104" y="3370635"/>
                      <a:pt x="339051" y="3349892"/>
                    </a:cubicBezTo>
                    <a:cubicBezTo>
                      <a:pt x="-171518" y="3349299"/>
                      <a:pt x="45251" y="1463012"/>
                      <a:pt x="48163" y="849156"/>
                    </a:cubicBezTo>
                    <a:cubicBezTo>
                      <a:pt x="48163" y="380180"/>
                      <a:pt x="458823" y="0"/>
                      <a:pt x="927799"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248" name="Google Shape;2248;p51"/>
              <p:cNvSpPr/>
              <p:nvPr/>
            </p:nvSpPr>
            <p:spPr>
              <a:xfrm>
                <a:off x="7501595" y="3961380"/>
                <a:ext cx="348693" cy="269437"/>
              </a:xfrm>
              <a:custGeom>
                <a:rect b="b" l="l" r="r" t="t"/>
                <a:pathLst>
                  <a:path extrusionOk="0" h="3051548" w="3949160">
                    <a:moveTo>
                      <a:pt x="2339911" y="638678"/>
                    </a:moveTo>
                    <a:cubicBezTo>
                      <a:pt x="3228675" y="638678"/>
                      <a:pt x="3949160" y="1138384"/>
                      <a:pt x="3949160" y="1754802"/>
                    </a:cubicBezTo>
                    <a:cubicBezTo>
                      <a:pt x="3949160" y="2075792"/>
                      <a:pt x="3753790" y="2365135"/>
                      <a:pt x="3440317" y="2567662"/>
                    </a:cubicBezTo>
                    <a:lnTo>
                      <a:pt x="3655878" y="3051548"/>
                    </a:lnTo>
                    <a:lnTo>
                      <a:pt x="2882697" y="2804439"/>
                    </a:lnTo>
                    <a:cubicBezTo>
                      <a:pt x="2713357" y="2847946"/>
                      <a:pt x="2530504" y="2870926"/>
                      <a:pt x="2339911" y="2870926"/>
                    </a:cubicBezTo>
                    <a:cubicBezTo>
                      <a:pt x="1451147" y="2870926"/>
                      <a:pt x="730662" y="2371220"/>
                      <a:pt x="730662" y="1754802"/>
                    </a:cubicBezTo>
                    <a:cubicBezTo>
                      <a:pt x="730662" y="1138384"/>
                      <a:pt x="1451147" y="638678"/>
                      <a:pt x="2339911" y="638678"/>
                    </a:cubicBezTo>
                    <a:close/>
                    <a:moveTo>
                      <a:pt x="1609249" y="0"/>
                    </a:moveTo>
                    <a:cubicBezTo>
                      <a:pt x="2214487" y="0"/>
                      <a:pt x="2741687" y="231736"/>
                      <a:pt x="3015976" y="574644"/>
                    </a:cubicBezTo>
                    <a:cubicBezTo>
                      <a:pt x="2789246" y="488504"/>
                      <a:pt x="2533611" y="440957"/>
                      <a:pt x="2263344" y="440957"/>
                    </a:cubicBezTo>
                    <a:cubicBezTo>
                      <a:pt x="1318096" y="440957"/>
                      <a:pt x="551821" y="1022559"/>
                      <a:pt x="551821" y="1740001"/>
                    </a:cubicBezTo>
                    <a:cubicBezTo>
                      <a:pt x="551821" y="1819940"/>
                      <a:pt x="561334" y="1898193"/>
                      <a:pt x="580963" y="1973803"/>
                    </a:cubicBezTo>
                    <a:cubicBezTo>
                      <a:pt x="578579" y="1972737"/>
                      <a:pt x="677277" y="2155498"/>
                      <a:pt x="675039" y="2154187"/>
                    </a:cubicBezTo>
                    <a:lnTo>
                      <a:pt x="502119" y="2089690"/>
                    </a:lnTo>
                    <a:lnTo>
                      <a:pt x="213774" y="2502637"/>
                    </a:lnTo>
                    <a:cubicBezTo>
                      <a:pt x="162937" y="2145510"/>
                      <a:pt x="82414" y="1758692"/>
                      <a:pt x="31577" y="1383752"/>
                    </a:cubicBezTo>
                    <a:cubicBezTo>
                      <a:pt x="6733" y="1307252"/>
                      <a:pt x="0" y="1197870"/>
                      <a:pt x="0" y="1116124"/>
                    </a:cubicBezTo>
                    <a:cubicBezTo>
                      <a:pt x="0" y="499706"/>
                      <a:pt x="720485" y="0"/>
                      <a:pt x="1609249"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249" name="Google Shape;2249;p51"/>
              <p:cNvSpPr/>
              <p:nvPr/>
            </p:nvSpPr>
            <p:spPr>
              <a:xfrm rot="10800000">
                <a:off x="7556822" y="3332187"/>
                <a:ext cx="299221" cy="322665"/>
              </a:xfrm>
              <a:custGeom>
                <a:rect b="b" l="l" r="r" t="t"/>
                <a:pathLst>
                  <a:path extrusionOk="0" h="3963955" w="3672275">
                    <a:moveTo>
                      <a:pt x="984766" y="3417555"/>
                    </a:moveTo>
                    <a:cubicBezTo>
                      <a:pt x="932254" y="3417555"/>
                      <a:pt x="882982" y="3403623"/>
                      <a:pt x="841068" y="3378104"/>
                    </a:cubicBezTo>
                    <a:lnTo>
                      <a:pt x="840676" y="3378710"/>
                    </a:lnTo>
                    <a:lnTo>
                      <a:pt x="835545" y="3375094"/>
                    </a:lnTo>
                    <a:cubicBezTo>
                      <a:pt x="823791" y="3369308"/>
                      <a:pt x="813094" y="3361844"/>
                      <a:pt x="803763" y="3352697"/>
                    </a:cubicBezTo>
                    <a:cubicBezTo>
                      <a:pt x="147868" y="2908007"/>
                      <a:pt x="-148746" y="2089941"/>
                      <a:pt x="72539" y="1325492"/>
                    </a:cubicBezTo>
                    <a:cubicBezTo>
                      <a:pt x="298018" y="546553"/>
                      <a:pt x="1007805" y="7791"/>
                      <a:pt x="1818686" y="83"/>
                    </a:cubicBezTo>
                    <a:cubicBezTo>
                      <a:pt x="2629567" y="-7624"/>
                      <a:pt x="3349467" y="517549"/>
                      <a:pt x="3589711" y="1292061"/>
                    </a:cubicBezTo>
                    <a:cubicBezTo>
                      <a:pt x="3828334" y="2061344"/>
                      <a:pt x="3537615" y="2895621"/>
                      <a:pt x="2873980" y="3349798"/>
                    </a:cubicBezTo>
                    <a:cubicBezTo>
                      <a:pt x="2824845" y="3391084"/>
                      <a:pt x="2761401" y="3415171"/>
                      <a:pt x="2692355" y="3415171"/>
                    </a:cubicBezTo>
                    <a:cubicBezTo>
                      <a:pt x="2531252" y="3415171"/>
                      <a:pt x="2400652" y="3284038"/>
                      <a:pt x="2400652" y="3122277"/>
                    </a:cubicBezTo>
                    <a:cubicBezTo>
                      <a:pt x="2400652" y="3018609"/>
                      <a:pt x="2454292" y="2927520"/>
                      <a:pt x="2535552" y="2875976"/>
                    </a:cubicBezTo>
                    <a:lnTo>
                      <a:pt x="2534959" y="2875094"/>
                    </a:lnTo>
                    <a:cubicBezTo>
                      <a:pt x="2993902" y="2566441"/>
                      <a:pt x="3196002" y="1993261"/>
                      <a:pt x="3032146" y="1465012"/>
                    </a:cubicBezTo>
                    <a:cubicBezTo>
                      <a:pt x="2868290" y="936764"/>
                      <a:pt x="2377289" y="578575"/>
                      <a:pt x="1824236" y="583831"/>
                    </a:cubicBezTo>
                    <a:cubicBezTo>
                      <a:pt x="1271183" y="589088"/>
                      <a:pt x="787080" y="956545"/>
                      <a:pt x="633294" y="1487812"/>
                    </a:cubicBezTo>
                    <a:cubicBezTo>
                      <a:pt x="479508" y="2019079"/>
                      <a:pt x="692467" y="2588315"/>
                      <a:pt x="1157194" y="2888188"/>
                    </a:cubicBezTo>
                    <a:lnTo>
                      <a:pt x="1156634" y="2889057"/>
                    </a:lnTo>
                    <a:cubicBezTo>
                      <a:pt x="1229500" y="2941659"/>
                      <a:pt x="1276469" y="3027652"/>
                      <a:pt x="1276469" y="3124661"/>
                    </a:cubicBezTo>
                    <a:cubicBezTo>
                      <a:pt x="1276469" y="3286422"/>
                      <a:pt x="1145869" y="3417555"/>
                      <a:pt x="984766" y="3417555"/>
                    </a:cubicBezTo>
                    <a:close/>
                    <a:moveTo>
                      <a:pt x="1836138" y="3963955"/>
                    </a:moveTo>
                    <a:cubicBezTo>
                      <a:pt x="1677062" y="3963955"/>
                      <a:pt x="1548106" y="3834999"/>
                      <a:pt x="1548106" y="3675923"/>
                    </a:cubicBezTo>
                    <a:lnTo>
                      <a:pt x="1548106" y="1958036"/>
                    </a:lnTo>
                    <a:cubicBezTo>
                      <a:pt x="1548106" y="1798960"/>
                      <a:pt x="1677062" y="1670004"/>
                      <a:pt x="1836138" y="1670004"/>
                    </a:cubicBezTo>
                    <a:cubicBezTo>
                      <a:pt x="1995214" y="1670004"/>
                      <a:pt x="2124170" y="1798960"/>
                      <a:pt x="2124170" y="1958036"/>
                    </a:cubicBezTo>
                    <a:lnTo>
                      <a:pt x="2124170" y="3675923"/>
                    </a:lnTo>
                    <a:cubicBezTo>
                      <a:pt x="2124170" y="3834999"/>
                      <a:pt x="1995214" y="3963955"/>
                      <a:pt x="1836138" y="396395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250" name="Google Shape;2250;p51"/>
              <p:cNvSpPr/>
              <p:nvPr/>
            </p:nvSpPr>
            <p:spPr>
              <a:xfrm>
                <a:off x="8516432" y="2099615"/>
                <a:ext cx="296548" cy="296548"/>
              </a:xfrm>
              <a:custGeom>
                <a:rect b="b" l="l" r="r" t="t"/>
                <a:pathLst>
                  <a:path extrusionOk="0" h="3960000" w="3960440">
                    <a:moveTo>
                      <a:pt x="1588743" y="1414211"/>
                    </a:moveTo>
                    <a:cubicBezTo>
                      <a:pt x="1540407" y="1411706"/>
                      <a:pt x="1506842" y="1440258"/>
                      <a:pt x="1506842" y="1478573"/>
                    </a:cubicBezTo>
                    <a:lnTo>
                      <a:pt x="1506842" y="2462752"/>
                    </a:lnTo>
                    <a:cubicBezTo>
                      <a:pt x="1506842" y="2484086"/>
                      <a:pt x="1516471" y="2503171"/>
                      <a:pt x="1532201" y="2515206"/>
                    </a:cubicBezTo>
                    <a:cubicBezTo>
                      <a:pt x="1552351" y="2541621"/>
                      <a:pt x="1589483" y="2548946"/>
                      <a:pt x="1619199" y="2531790"/>
                    </a:cubicBezTo>
                    <a:lnTo>
                      <a:pt x="2471524" y="2039700"/>
                    </a:lnTo>
                    <a:cubicBezTo>
                      <a:pt x="2509339" y="2017643"/>
                      <a:pt x="2509577" y="1945490"/>
                      <a:pt x="2464719" y="1913406"/>
                    </a:cubicBezTo>
                    <a:cubicBezTo>
                      <a:pt x="2315501" y="1808322"/>
                      <a:pt x="1748389" y="1486683"/>
                      <a:pt x="1588743" y="1414211"/>
                    </a:cubicBezTo>
                    <a:close/>
                    <a:moveTo>
                      <a:pt x="1982320" y="904379"/>
                    </a:moveTo>
                    <a:cubicBezTo>
                      <a:pt x="2575020" y="904379"/>
                      <a:pt x="3055498" y="1384857"/>
                      <a:pt x="3055498" y="1977557"/>
                    </a:cubicBezTo>
                    <a:cubicBezTo>
                      <a:pt x="3055498" y="2570257"/>
                      <a:pt x="2575020" y="3050735"/>
                      <a:pt x="1982320" y="3050735"/>
                    </a:cubicBezTo>
                    <a:cubicBezTo>
                      <a:pt x="1389620" y="3050735"/>
                      <a:pt x="909142" y="2570257"/>
                      <a:pt x="909142" y="1977557"/>
                    </a:cubicBezTo>
                    <a:cubicBezTo>
                      <a:pt x="909142" y="1384857"/>
                      <a:pt x="1389620" y="904379"/>
                      <a:pt x="1982320" y="904379"/>
                    </a:cubicBezTo>
                    <a:close/>
                    <a:moveTo>
                      <a:pt x="1982320" y="537397"/>
                    </a:moveTo>
                    <a:cubicBezTo>
                      <a:pt x="1186942" y="537397"/>
                      <a:pt x="542160" y="1182179"/>
                      <a:pt x="542160" y="1977557"/>
                    </a:cubicBezTo>
                    <a:cubicBezTo>
                      <a:pt x="542160" y="2772935"/>
                      <a:pt x="1186942" y="3417717"/>
                      <a:pt x="1982320" y="3417717"/>
                    </a:cubicBezTo>
                    <a:cubicBezTo>
                      <a:pt x="2777698" y="3417717"/>
                      <a:pt x="3422480" y="2772935"/>
                      <a:pt x="3422480" y="1977557"/>
                    </a:cubicBezTo>
                    <a:cubicBezTo>
                      <a:pt x="3422480" y="1182179"/>
                      <a:pt x="2777698" y="537397"/>
                      <a:pt x="1982320" y="537397"/>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251" name="Google Shape;2251;p51"/>
              <p:cNvSpPr/>
              <p:nvPr/>
            </p:nvSpPr>
            <p:spPr>
              <a:xfrm flipH="1">
                <a:off x="7608791" y="4297323"/>
                <a:ext cx="336694" cy="323742"/>
              </a:xfrm>
              <a:custGeom>
                <a:rect b="b" l="l" r="r" t="t"/>
                <a:pathLst>
                  <a:path extrusionOk="0" h="3817544" w="3948393">
                    <a:moveTo>
                      <a:pt x="1888045" y="2370407"/>
                    </a:moveTo>
                    <a:lnTo>
                      <a:pt x="1180379" y="2998560"/>
                    </a:lnTo>
                    <a:lnTo>
                      <a:pt x="695350" y="2712314"/>
                    </a:lnTo>
                    <a:lnTo>
                      <a:pt x="703301" y="3014463"/>
                    </a:lnTo>
                    <a:lnTo>
                      <a:pt x="1888044" y="3817544"/>
                    </a:lnTo>
                    <a:cubicBezTo>
                      <a:pt x="1885393" y="3356368"/>
                      <a:pt x="1874793" y="2911096"/>
                      <a:pt x="1888045" y="2370407"/>
                    </a:cubicBezTo>
                    <a:close/>
                    <a:moveTo>
                      <a:pt x="2059390" y="2370407"/>
                    </a:moveTo>
                    <a:cubicBezTo>
                      <a:pt x="2072642" y="2911096"/>
                      <a:pt x="2062042" y="3356368"/>
                      <a:pt x="2059391" y="3817544"/>
                    </a:cubicBezTo>
                    <a:lnTo>
                      <a:pt x="3244134" y="3014463"/>
                    </a:lnTo>
                    <a:lnTo>
                      <a:pt x="3252085" y="2712314"/>
                    </a:lnTo>
                    <a:lnTo>
                      <a:pt x="2767056" y="2998560"/>
                    </a:lnTo>
                    <a:close/>
                    <a:moveTo>
                      <a:pt x="733907" y="1451867"/>
                    </a:moveTo>
                    <a:lnTo>
                      <a:pt x="0" y="2113471"/>
                    </a:lnTo>
                    <a:lnTo>
                      <a:pt x="1170450" y="2848461"/>
                    </a:lnTo>
                    <a:lnTo>
                      <a:pt x="1919327" y="2170968"/>
                    </a:lnTo>
                    <a:close/>
                    <a:moveTo>
                      <a:pt x="3206900" y="1451867"/>
                    </a:moveTo>
                    <a:lnTo>
                      <a:pt x="2021479" y="2170968"/>
                    </a:lnTo>
                    <a:lnTo>
                      <a:pt x="2770356" y="2848461"/>
                    </a:lnTo>
                    <a:lnTo>
                      <a:pt x="3940806" y="2113471"/>
                    </a:lnTo>
                    <a:close/>
                    <a:moveTo>
                      <a:pt x="1195981" y="0"/>
                    </a:moveTo>
                    <a:lnTo>
                      <a:pt x="10560" y="719101"/>
                    </a:lnTo>
                    <a:lnTo>
                      <a:pt x="759438" y="1396594"/>
                    </a:lnTo>
                    <a:lnTo>
                      <a:pt x="1929887" y="661605"/>
                    </a:lnTo>
                    <a:close/>
                    <a:moveTo>
                      <a:pt x="2762973" y="0"/>
                    </a:moveTo>
                    <a:lnTo>
                      <a:pt x="2029067" y="661605"/>
                    </a:lnTo>
                    <a:lnTo>
                      <a:pt x="3199516" y="1396594"/>
                    </a:lnTo>
                    <a:lnTo>
                      <a:pt x="3948393" y="719101"/>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sp>
          <p:nvSpPr>
            <p:cNvPr id="2252" name="Google Shape;2252;p51"/>
            <p:cNvSpPr/>
            <p:nvPr/>
          </p:nvSpPr>
          <p:spPr>
            <a:xfrm>
              <a:off x="7350231" y="1734252"/>
              <a:ext cx="4243993" cy="4243993"/>
            </a:xfrm>
            <a:prstGeom prst="donut">
              <a:avLst>
                <a:gd fmla="val 14003" name="adj"/>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grpSp>
          <p:nvGrpSpPr>
            <p:cNvPr id="2253" name="Google Shape;2253;p51"/>
            <p:cNvGrpSpPr/>
            <p:nvPr/>
          </p:nvGrpSpPr>
          <p:grpSpPr>
            <a:xfrm>
              <a:off x="7907899" y="2308624"/>
              <a:ext cx="4313146" cy="4771421"/>
              <a:chOff x="7907899" y="2308624"/>
              <a:chExt cx="4313146" cy="4771421"/>
            </a:xfrm>
          </p:grpSpPr>
          <p:sp>
            <p:nvSpPr>
              <p:cNvPr id="2254" name="Google Shape;2254;p51"/>
              <p:cNvSpPr/>
              <p:nvPr/>
            </p:nvSpPr>
            <p:spPr>
              <a:xfrm rot="8348922">
                <a:off x="11198871" y="4958370"/>
                <a:ext cx="306777" cy="2301677"/>
              </a:xfrm>
              <a:custGeom>
                <a:rect b="b" l="l" r="r" t="t"/>
                <a:pathLst>
                  <a:path extrusionOk="0" h="2109330" w="281140">
                    <a:moveTo>
                      <a:pt x="0" y="2109328"/>
                    </a:moveTo>
                    <a:lnTo>
                      <a:pt x="0" y="0"/>
                    </a:lnTo>
                    <a:lnTo>
                      <a:pt x="281140" y="243113"/>
                    </a:lnTo>
                    <a:lnTo>
                      <a:pt x="281140" y="2109330"/>
                    </a:lnTo>
                    <a:close/>
                  </a:path>
                </a:pathLst>
              </a:custGeom>
              <a:solidFill>
                <a:srgbClr val="3F3F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255" name="Google Shape;2255;p51"/>
              <p:cNvSpPr/>
              <p:nvPr/>
            </p:nvSpPr>
            <p:spPr>
              <a:xfrm>
                <a:off x="7907899" y="2308624"/>
                <a:ext cx="3099805" cy="3099806"/>
              </a:xfrm>
              <a:prstGeom prst="donut">
                <a:avLst>
                  <a:gd fmla="val 3665" name="adj"/>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256" name="Google Shape;2256;p51"/>
              <p:cNvSpPr/>
              <p:nvPr/>
            </p:nvSpPr>
            <p:spPr>
              <a:xfrm rot="8399802">
                <a:off x="10257449" y="4979836"/>
                <a:ext cx="498891" cy="307559"/>
              </a:xfrm>
              <a:prstGeom prst="round2SameRect">
                <a:avLst>
                  <a:gd fmla="val 31004" name="adj1"/>
                  <a:gd fmla="val 0" name="adj2"/>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grpSp>
        <p:grpSp>
          <p:nvGrpSpPr>
            <p:cNvPr id="2257" name="Google Shape;2257;p51"/>
            <p:cNvGrpSpPr/>
            <p:nvPr/>
          </p:nvGrpSpPr>
          <p:grpSpPr>
            <a:xfrm>
              <a:off x="8045579" y="2409380"/>
              <a:ext cx="2811142" cy="2844985"/>
              <a:chOff x="8045579" y="2409380"/>
              <a:chExt cx="2811142" cy="2844985"/>
            </a:xfrm>
          </p:grpSpPr>
          <p:sp>
            <p:nvSpPr>
              <p:cNvPr id="2258" name="Google Shape;2258;p51"/>
              <p:cNvSpPr/>
              <p:nvPr/>
            </p:nvSpPr>
            <p:spPr>
              <a:xfrm>
                <a:off x="10509374" y="3444941"/>
                <a:ext cx="343339" cy="343339"/>
              </a:xfrm>
              <a:custGeom>
                <a:rect b="b" l="l" r="r" t="t"/>
                <a:pathLst>
                  <a:path extrusionOk="0" h="2700265" w="2376266">
                    <a:moveTo>
                      <a:pt x="1656387" y="1972892"/>
                    </a:moveTo>
                    <a:cubicBezTo>
                      <a:pt x="1611887" y="1973356"/>
                      <a:pt x="1563385" y="2005080"/>
                      <a:pt x="1534629" y="2057337"/>
                    </a:cubicBezTo>
                    <a:cubicBezTo>
                      <a:pt x="1496288" y="2127013"/>
                      <a:pt x="1507568" y="2206808"/>
                      <a:pt x="1559826" y="2235565"/>
                    </a:cubicBezTo>
                    <a:cubicBezTo>
                      <a:pt x="1612084" y="2264320"/>
                      <a:pt x="1685527" y="2231149"/>
                      <a:pt x="1723869" y="2161473"/>
                    </a:cubicBezTo>
                    <a:cubicBezTo>
                      <a:pt x="1762211" y="2091796"/>
                      <a:pt x="1750931" y="2012000"/>
                      <a:pt x="1698673" y="1983245"/>
                    </a:cubicBezTo>
                    <a:cubicBezTo>
                      <a:pt x="1685608" y="1976055"/>
                      <a:pt x="1671220" y="1972736"/>
                      <a:pt x="1656387" y="1972892"/>
                    </a:cubicBezTo>
                    <a:close/>
                    <a:moveTo>
                      <a:pt x="312688" y="1634792"/>
                    </a:moveTo>
                    <a:cubicBezTo>
                      <a:pt x="281116" y="1626772"/>
                      <a:pt x="249981" y="1631172"/>
                      <a:pt x="226763" y="1649891"/>
                    </a:cubicBezTo>
                    <a:cubicBezTo>
                      <a:pt x="180329" y="1687329"/>
                      <a:pt x="183153" y="1767868"/>
                      <a:pt x="233071" y="1829780"/>
                    </a:cubicBezTo>
                    <a:cubicBezTo>
                      <a:pt x="282989" y="1891692"/>
                      <a:pt x="361097" y="1911533"/>
                      <a:pt x="407532" y="1874094"/>
                    </a:cubicBezTo>
                    <a:cubicBezTo>
                      <a:pt x="453966" y="1836657"/>
                      <a:pt x="451142" y="1756118"/>
                      <a:pt x="401224" y="1694205"/>
                    </a:cubicBezTo>
                    <a:cubicBezTo>
                      <a:pt x="376265" y="1663249"/>
                      <a:pt x="344258" y="1642811"/>
                      <a:pt x="312688" y="1634792"/>
                    </a:cubicBezTo>
                    <a:close/>
                    <a:moveTo>
                      <a:pt x="1869299" y="1519920"/>
                    </a:moveTo>
                    <a:cubicBezTo>
                      <a:pt x="1824865" y="1522388"/>
                      <a:pt x="1777842" y="1556264"/>
                      <a:pt x="1751468" y="1609764"/>
                    </a:cubicBezTo>
                    <a:cubicBezTo>
                      <a:pt x="1716305" y="1681096"/>
                      <a:pt x="1731168" y="1760303"/>
                      <a:pt x="1784668" y="1786676"/>
                    </a:cubicBezTo>
                    <a:cubicBezTo>
                      <a:pt x="1838168" y="1813049"/>
                      <a:pt x="1910044" y="1776602"/>
                      <a:pt x="1945208" y="1705269"/>
                    </a:cubicBezTo>
                    <a:cubicBezTo>
                      <a:pt x="1980371" y="1633937"/>
                      <a:pt x="1965508" y="1554730"/>
                      <a:pt x="1912008" y="1528357"/>
                    </a:cubicBezTo>
                    <a:cubicBezTo>
                      <a:pt x="1898633" y="1521764"/>
                      <a:pt x="1884109" y="1519097"/>
                      <a:pt x="1869299" y="1519920"/>
                    </a:cubicBezTo>
                    <a:close/>
                    <a:moveTo>
                      <a:pt x="741251" y="1329992"/>
                    </a:moveTo>
                    <a:cubicBezTo>
                      <a:pt x="709680" y="1321974"/>
                      <a:pt x="678544" y="1326372"/>
                      <a:pt x="655326" y="1345092"/>
                    </a:cubicBezTo>
                    <a:cubicBezTo>
                      <a:pt x="608892" y="1382530"/>
                      <a:pt x="611716" y="1463069"/>
                      <a:pt x="661634" y="1524981"/>
                    </a:cubicBezTo>
                    <a:cubicBezTo>
                      <a:pt x="711552" y="1586893"/>
                      <a:pt x="789660" y="1606734"/>
                      <a:pt x="836094" y="1569294"/>
                    </a:cubicBezTo>
                    <a:cubicBezTo>
                      <a:pt x="882529" y="1531856"/>
                      <a:pt x="879704" y="1451317"/>
                      <a:pt x="829787" y="1389406"/>
                    </a:cubicBezTo>
                    <a:cubicBezTo>
                      <a:pt x="804828" y="1358450"/>
                      <a:pt x="772822" y="1338012"/>
                      <a:pt x="741251" y="1329992"/>
                    </a:cubicBezTo>
                    <a:close/>
                    <a:moveTo>
                      <a:pt x="2079316" y="1065457"/>
                    </a:moveTo>
                    <a:cubicBezTo>
                      <a:pt x="2035146" y="1070876"/>
                      <a:pt x="1990481" y="1107807"/>
                      <a:pt x="1967725" y="1162943"/>
                    </a:cubicBezTo>
                    <a:cubicBezTo>
                      <a:pt x="1937386" y="1236457"/>
                      <a:pt x="1957487" y="1314499"/>
                      <a:pt x="2012623" y="1337253"/>
                    </a:cubicBezTo>
                    <a:cubicBezTo>
                      <a:pt x="2067759" y="1360009"/>
                      <a:pt x="2137051" y="1318860"/>
                      <a:pt x="2167391" y="1245345"/>
                    </a:cubicBezTo>
                    <a:cubicBezTo>
                      <a:pt x="2197730" y="1171831"/>
                      <a:pt x="2177629" y="1093789"/>
                      <a:pt x="2122493" y="1071035"/>
                    </a:cubicBezTo>
                    <a:cubicBezTo>
                      <a:pt x="2108709" y="1065345"/>
                      <a:pt x="2094040" y="1063650"/>
                      <a:pt x="2079316" y="1065457"/>
                    </a:cubicBezTo>
                    <a:close/>
                    <a:moveTo>
                      <a:pt x="0" y="654162"/>
                    </a:moveTo>
                    <a:lnTo>
                      <a:pt x="1082073" y="1244384"/>
                    </a:lnTo>
                    <a:lnTo>
                      <a:pt x="1121421" y="2700265"/>
                    </a:lnTo>
                    <a:lnTo>
                      <a:pt x="4918" y="1923139"/>
                    </a:lnTo>
                    <a:cubicBezTo>
                      <a:pt x="3279" y="1498508"/>
                      <a:pt x="1639" y="1073875"/>
                      <a:pt x="0" y="654162"/>
                    </a:cubicBezTo>
                    <a:close/>
                    <a:moveTo>
                      <a:pt x="2375644" y="688592"/>
                    </a:moveTo>
                    <a:lnTo>
                      <a:pt x="2360889" y="1967406"/>
                    </a:lnTo>
                    <a:lnTo>
                      <a:pt x="1293570" y="2700265"/>
                    </a:lnTo>
                    <a:lnTo>
                      <a:pt x="1249303" y="1239466"/>
                    </a:lnTo>
                    <a:close/>
                    <a:moveTo>
                      <a:pt x="1214923" y="371219"/>
                    </a:moveTo>
                    <a:cubicBezTo>
                      <a:pt x="1197013" y="368793"/>
                      <a:pt x="1177834" y="369067"/>
                      <a:pt x="1158247" y="372480"/>
                    </a:cubicBezTo>
                    <a:cubicBezTo>
                      <a:pt x="1079899" y="386133"/>
                      <a:pt x="1024686" y="444836"/>
                      <a:pt x="1034926" y="503598"/>
                    </a:cubicBezTo>
                    <a:cubicBezTo>
                      <a:pt x="1045165" y="562359"/>
                      <a:pt x="1116980" y="598927"/>
                      <a:pt x="1195328" y="585274"/>
                    </a:cubicBezTo>
                    <a:cubicBezTo>
                      <a:pt x="1273676" y="571621"/>
                      <a:pt x="1328889" y="512918"/>
                      <a:pt x="1318650" y="454156"/>
                    </a:cubicBezTo>
                    <a:cubicBezTo>
                      <a:pt x="1310970" y="410086"/>
                      <a:pt x="1268654" y="378499"/>
                      <a:pt x="1214923" y="371219"/>
                    </a:cubicBezTo>
                    <a:close/>
                    <a:moveTo>
                      <a:pt x="1185985" y="0"/>
                    </a:moveTo>
                    <a:lnTo>
                      <a:pt x="2376266" y="506608"/>
                    </a:lnTo>
                    <a:lnTo>
                      <a:pt x="1161392" y="1101748"/>
                    </a:lnTo>
                    <a:lnTo>
                      <a:pt x="10460" y="491852"/>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259" name="Google Shape;2259;p51"/>
              <p:cNvSpPr/>
              <p:nvPr/>
            </p:nvSpPr>
            <p:spPr>
              <a:xfrm>
                <a:off x="8174482" y="4174830"/>
                <a:ext cx="392828" cy="392828"/>
              </a:xfrm>
              <a:custGeom>
                <a:rect b="b" l="l" r="r" t="t"/>
                <a:pathLst>
                  <a:path extrusionOk="0" h="4259405" w="4088964">
                    <a:moveTo>
                      <a:pt x="1480605" y="2231940"/>
                    </a:moveTo>
                    <a:lnTo>
                      <a:pt x="1199818" y="2044620"/>
                    </a:lnTo>
                    <a:lnTo>
                      <a:pt x="761621" y="2687221"/>
                    </a:lnTo>
                    <a:cubicBezTo>
                      <a:pt x="501536" y="2652619"/>
                      <a:pt x="265323" y="2467912"/>
                      <a:pt x="39127" y="2272940"/>
                    </a:cubicBezTo>
                    <a:cubicBezTo>
                      <a:pt x="-80639" y="2070133"/>
                      <a:pt x="269496" y="1743507"/>
                      <a:pt x="374515" y="1494038"/>
                    </a:cubicBezTo>
                    <a:lnTo>
                      <a:pt x="93728" y="1306717"/>
                    </a:lnTo>
                    <a:lnTo>
                      <a:pt x="1091841" y="1312633"/>
                    </a:lnTo>
                    <a:close/>
                    <a:moveTo>
                      <a:pt x="2759566" y="226796"/>
                    </a:moveTo>
                    <a:cubicBezTo>
                      <a:pt x="2331051" y="377379"/>
                      <a:pt x="2150002" y="492309"/>
                      <a:pt x="1991062" y="643648"/>
                    </a:cubicBezTo>
                    <a:lnTo>
                      <a:pt x="1463599" y="1446568"/>
                    </a:lnTo>
                    <a:lnTo>
                      <a:pt x="610317" y="909936"/>
                    </a:lnTo>
                    <a:cubicBezTo>
                      <a:pt x="810411" y="627556"/>
                      <a:pt x="1020899" y="239191"/>
                      <a:pt x="1244930" y="61882"/>
                    </a:cubicBezTo>
                    <a:cubicBezTo>
                      <a:pt x="1491876" y="-75367"/>
                      <a:pt x="1697752" y="31605"/>
                      <a:pt x="2759566" y="226796"/>
                    </a:cubicBezTo>
                    <a:close/>
                    <a:moveTo>
                      <a:pt x="1722488" y="3820535"/>
                    </a:moveTo>
                    <a:cubicBezTo>
                      <a:pt x="1376925" y="3801485"/>
                      <a:pt x="936112" y="3830060"/>
                      <a:pt x="666750" y="3734810"/>
                    </a:cubicBezTo>
                    <a:cubicBezTo>
                      <a:pt x="419100" y="3598835"/>
                      <a:pt x="400050" y="3367610"/>
                      <a:pt x="0" y="2364860"/>
                    </a:cubicBezTo>
                    <a:cubicBezTo>
                      <a:pt x="355600" y="2647435"/>
                      <a:pt x="549276" y="2739510"/>
                      <a:pt x="762000" y="2793485"/>
                    </a:cubicBezTo>
                    <a:lnTo>
                      <a:pt x="1722487" y="2812535"/>
                    </a:lnTo>
                    <a:close/>
                    <a:moveTo>
                      <a:pt x="3605396" y="869465"/>
                    </a:moveTo>
                    <a:lnTo>
                      <a:pt x="3069019" y="1711228"/>
                    </a:lnTo>
                    <a:lnTo>
                      <a:pt x="2083849" y="1550906"/>
                    </a:lnTo>
                    <a:lnTo>
                      <a:pt x="2391902" y="1412941"/>
                    </a:lnTo>
                    <a:lnTo>
                      <a:pt x="2081217" y="699900"/>
                    </a:lnTo>
                    <a:cubicBezTo>
                      <a:pt x="2248971" y="498156"/>
                      <a:pt x="2531081" y="396532"/>
                      <a:pt x="2816547" y="308854"/>
                    </a:cubicBezTo>
                    <a:cubicBezTo>
                      <a:pt x="3051986" y="315439"/>
                      <a:pt x="3142075" y="785719"/>
                      <a:pt x="3297344" y="1007430"/>
                    </a:cubicBezTo>
                    <a:close/>
                    <a:moveTo>
                      <a:pt x="3222215" y="3788662"/>
                    </a:moveTo>
                    <a:cubicBezTo>
                      <a:pt x="3089072" y="3954283"/>
                      <a:pt x="2662122" y="3869088"/>
                      <a:pt x="2413930" y="3921936"/>
                    </a:cubicBezTo>
                    <a:lnTo>
                      <a:pt x="2420658" y="4259405"/>
                    </a:lnTo>
                    <a:lnTo>
                      <a:pt x="1855155" y="3436926"/>
                    </a:lnTo>
                    <a:lnTo>
                      <a:pt x="2387428" y="2592563"/>
                    </a:lnTo>
                    <a:lnTo>
                      <a:pt x="2394156" y="2930032"/>
                    </a:lnTo>
                    <a:lnTo>
                      <a:pt x="3171906" y="2922431"/>
                    </a:lnTo>
                    <a:cubicBezTo>
                      <a:pt x="3292132" y="3155642"/>
                      <a:pt x="3275533" y="3455038"/>
                      <a:pt x="3244786" y="3752078"/>
                    </a:cubicBezTo>
                    <a:cubicBezTo>
                      <a:pt x="3238662" y="3765464"/>
                      <a:pt x="3231091" y="3777620"/>
                      <a:pt x="3222215" y="3788662"/>
                    </a:cubicBezTo>
                    <a:close/>
                    <a:moveTo>
                      <a:pt x="3948285" y="2834020"/>
                    </a:moveTo>
                    <a:cubicBezTo>
                      <a:pt x="3833022" y="3018741"/>
                      <a:pt x="3639730" y="3281008"/>
                      <a:pt x="3342579" y="3731662"/>
                    </a:cubicBezTo>
                    <a:cubicBezTo>
                      <a:pt x="3371271" y="3278367"/>
                      <a:pt x="3336159" y="3066813"/>
                      <a:pt x="3258895" y="2861397"/>
                    </a:cubicBezTo>
                    <a:lnTo>
                      <a:pt x="2725671" y="2062291"/>
                    </a:lnTo>
                    <a:lnTo>
                      <a:pt x="3552883" y="1486284"/>
                    </a:lnTo>
                    <a:cubicBezTo>
                      <a:pt x="3734716" y="1780754"/>
                      <a:pt x="4010062" y="2126176"/>
                      <a:pt x="4085819" y="2401657"/>
                    </a:cubicBezTo>
                    <a:cubicBezTo>
                      <a:pt x="4100783" y="2542124"/>
                      <a:pt x="4063549" y="2649298"/>
                      <a:pt x="3948285" y="283402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260" name="Google Shape;2260;p51"/>
              <p:cNvSpPr/>
              <p:nvPr/>
            </p:nvSpPr>
            <p:spPr>
              <a:xfrm>
                <a:off x="9225535" y="2409380"/>
                <a:ext cx="393582" cy="392828"/>
              </a:xfrm>
              <a:custGeom>
                <a:rect b="b" l="l" r="r" t="t"/>
                <a:pathLst>
                  <a:path extrusionOk="0" h="4012920" w="4020621">
                    <a:moveTo>
                      <a:pt x="780213" y="3724888"/>
                    </a:moveTo>
                    <a:lnTo>
                      <a:pt x="2868445" y="3724888"/>
                    </a:lnTo>
                    <a:lnTo>
                      <a:pt x="2868445" y="4012920"/>
                    </a:lnTo>
                    <a:lnTo>
                      <a:pt x="780213" y="4012920"/>
                    </a:lnTo>
                    <a:close/>
                    <a:moveTo>
                      <a:pt x="4020621" y="2152587"/>
                    </a:moveTo>
                    <a:lnTo>
                      <a:pt x="4020621" y="3448731"/>
                    </a:lnTo>
                    <a:lnTo>
                      <a:pt x="3903908" y="3386593"/>
                    </a:lnTo>
                    <a:lnTo>
                      <a:pt x="3903908" y="2214725"/>
                    </a:lnTo>
                    <a:close/>
                    <a:moveTo>
                      <a:pt x="1582587" y="1544569"/>
                    </a:moveTo>
                    <a:cubicBezTo>
                      <a:pt x="1525677" y="1652847"/>
                      <a:pt x="1434945" y="1739939"/>
                      <a:pt x="1324158" y="1792547"/>
                    </a:cubicBezTo>
                    <a:lnTo>
                      <a:pt x="1790243" y="1792547"/>
                    </a:lnTo>
                    <a:cubicBezTo>
                      <a:pt x="1708293" y="1721838"/>
                      <a:pt x="1638004" y="1638154"/>
                      <a:pt x="1582587" y="1544569"/>
                    </a:cubicBezTo>
                    <a:close/>
                    <a:moveTo>
                      <a:pt x="1238323" y="1312673"/>
                    </a:moveTo>
                    <a:cubicBezTo>
                      <a:pt x="1173622" y="1312673"/>
                      <a:pt x="1121172" y="1365123"/>
                      <a:pt x="1121172" y="1429824"/>
                    </a:cubicBezTo>
                    <a:cubicBezTo>
                      <a:pt x="1121172" y="1494525"/>
                      <a:pt x="1173622" y="1546975"/>
                      <a:pt x="1238323" y="1546975"/>
                    </a:cubicBezTo>
                    <a:cubicBezTo>
                      <a:pt x="1303024" y="1546975"/>
                      <a:pt x="1355474" y="1494525"/>
                      <a:pt x="1355474" y="1429824"/>
                    </a:cubicBezTo>
                    <a:cubicBezTo>
                      <a:pt x="1355474" y="1365123"/>
                      <a:pt x="1303024" y="1312673"/>
                      <a:pt x="1238323" y="1312673"/>
                    </a:cubicBezTo>
                    <a:close/>
                    <a:moveTo>
                      <a:pt x="870057" y="1312673"/>
                    </a:moveTo>
                    <a:cubicBezTo>
                      <a:pt x="805356" y="1312673"/>
                      <a:pt x="752906" y="1365123"/>
                      <a:pt x="752906" y="1429824"/>
                    </a:cubicBezTo>
                    <a:cubicBezTo>
                      <a:pt x="752906" y="1494525"/>
                      <a:pt x="805356" y="1546975"/>
                      <a:pt x="870057" y="1546975"/>
                    </a:cubicBezTo>
                    <a:cubicBezTo>
                      <a:pt x="934758" y="1546975"/>
                      <a:pt x="987208" y="1494525"/>
                      <a:pt x="987208" y="1429824"/>
                    </a:cubicBezTo>
                    <a:cubicBezTo>
                      <a:pt x="987208" y="1365123"/>
                      <a:pt x="934758" y="1312673"/>
                      <a:pt x="870057" y="1312673"/>
                    </a:cubicBezTo>
                    <a:close/>
                    <a:moveTo>
                      <a:pt x="2775838" y="1127627"/>
                    </a:moveTo>
                    <a:cubicBezTo>
                      <a:pt x="2666578" y="1127627"/>
                      <a:pt x="2578006" y="1216199"/>
                      <a:pt x="2578006" y="1325459"/>
                    </a:cubicBezTo>
                    <a:cubicBezTo>
                      <a:pt x="2578006" y="1434719"/>
                      <a:pt x="2666578" y="1523291"/>
                      <a:pt x="2775838" y="1523291"/>
                    </a:cubicBezTo>
                    <a:cubicBezTo>
                      <a:pt x="2885098" y="1523291"/>
                      <a:pt x="2973670" y="1434719"/>
                      <a:pt x="2973670" y="1325459"/>
                    </a:cubicBezTo>
                    <a:cubicBezTo>
                      <a:pt x="2973670" y="1216199"/>
                      <a:pt x="2885098" y="1127627"/>
                      <a:pt x="2775838" y="1127627"/>
                    </a:cubicBezTo>
                    <a:close/>
                    <a:moveTo>
                      <a:pt x="2153949" y="1127627"/>
                    </a:moveTo>
                    <a:cubicBezTo>
                      <a:pt x="2044689" y="1127627"/>
                      <a:pt x="1956117" y="1216199"/>
                      <a:pt x="1956117" y="1325459"/>
                    </a:cubicBezTo>
                    <a:cubicBezTo>
                      <a:pt x="1956117" y="1434719"/>
                      <a:pt x="2044689" y="1523291"/>
                      <a:pt x="2153949" y="1523291"/>
                    </a:cubicBezTo>
                    <a:cubicBezTo>
                      <a:pt x="2263209" y="1523291"/>
                      <a:pt x="2351781" y="1434719"/>
                      <a:pt x="2351781" y="1325459"/>
                    </a:cubicBezTo>
                    <a:cubicBezTo>
                      <a:pt x="2351781" y="1216199"/>
                      <a:pt x="2263209" y="1127627"/>
                      <a:pt x="2153949" y="1127627"/>
                    </a:cubicBezTo>
                    <a:close/>
                    <a:moveTo>
                      <a:pt x="1238323" y="956510"/>
                    </a:moveTo>
                    <a:cubicBezTo>
                      <a:pt x="1173622" y="956510"/>
                      <a:pt x="1121172" y="1008960"/>
                      <a:pt x="1121172" y="1073661"/>
                    </a:cubicBezTo>
                    <a:cubicBezTo>
                      <a:pt x="1121172" y="1138362"/>
                      <a:pt x="1173622" y="1190812"/>
                      <a:pt x="1238323" y="1190812"/>
                    </a:cubicBezTo>
                    <a:cubicBezTo>
                      <a:pt x="1303024" y="1190812"/>
                      <a:pt x="1355474" y="1138362"/>
                      <a:pt x="1355474" y="1073661"/>
                    </a:cubicBezTo>
                    <a:cubicBezTo>
                      <a:pt x="1355474" y="1008960"/>
                      <a:pt x="1303024" y="956510"/>
                      <a:pt x="1238323" y="956510"/>
                    </a:cubicBezTo>
                    <a:close/>
                    <a:moveTo>
                      <a:pt x="870057" y="956510"/>
                    </a:moveTo>
                    <a:cubicBezTo>
                      <a:pt x="805356" y="956510"/>
                      <a:pt x="752906" y="1008960"/>
                      <a:pt x="752906" y="1073661"/>
                    </a:cubicBezTo>
                    <a:cubicBezTo>
                      <a:pt x="752906" y="1138362"/>
                      <a:pt x="805356" y="1190812"/>
                      <a:pt x="870057" y="1190812"/>
                    </a:cubicBezTo>
                    <a:cubicBezTo>
                      <a:pt x="934758" y="1190812"/>
                      <a:pt x="987208" y="1138362"/>
                      <a:pt x="987208" y="1073661"/>
                    </a:cubicBezTo>
                    <a:cubicBezTo>
                      <a:pt x="987208" y="1008960"/>
                      <a:pt x="934758" y="956510"/>
                      <a:pt x="870057" y="956510"/>
                    </a:cubicBezTo>
                    <a:close/>
                    <a:moveTo>
                      <a:pt x="2775838" y="526176"/>
                    </a:moveTo>
                    <a:cubicBezTo>
                      <a:pt x="2666578" y="526176"/>
                      <a:pt x="2578006" y="614748"/>
                      <a:pt x="2578006" y="724008"/>
                    </a:cubicBezTo>
                    <a:cubicBezTo>
                      <a:pt x="2578006" y="833268"/>
                      <a:pt x="2666578" y="921840"/>
                      <a:pt x="2775838" y="921840"/>
                    </a:cubicBezTo>
                    <a:cubicBezTo>
                      <a:pt x="2885098" y="921840"/>
                      <a:pt x="2973670" y="833268"/>
                      <a:pt x="2973670" y="724008"/>
                    </a:cubicBezTo>
                    <a:cubicBezTo>
                      <a:pt x="2973670" y="614748"/>
                      <a:pt x="2885098" y="526176"/>
                      <a:pt x="2775838" y="526176"/>
                    </a:cubicBezTo>
                    <a:close/>
                    <a:moveTo>
                      <a:pt x="2153949" y="526176"/>
                    </a:moveTo>
                    <a:cubicBezTo>
                      <a:pt x="2044689" y="526176"/>
                      <a:pt x="1956117" y="614748"/>
                      <a:pt x="1956117" y="724008"/>
                    </a:cubicBezTo>
                    <a:cubicBezTo>
                      <a:pt x="1956117" y="833268"/>
                      <a:pt x="2044689" y="921840"/>
                      <a:pt x="2153949" y="921840"/>
                    </a:cubicBezTo>
                    <a:cubicBezTo>
                      <a:pt x="2263209" y="921840"/>
                      <a:pt x="2351781" y="833268"/>
                      <a:pt x="2351781" y="724008"/>
                    </a:cubicBezTo>
                    <a:cubicBezTo>
                      <a:pt x="2351781" y="614748"/>
                      <a:pt x="2263209" y="526176"/>
                      <a:pt x="2153949" y="526176"/>
                    </a:cubicBezTo>
                    <a:close/>
                    <a:moveTo>
                      <a:pt x="2464893" y="0"/>
                    </a:moveTo>
                    <a:cubicBezTo>
                      <a:pt x="3030837" y="0"/>
                      <a:pt x="3489626" y="458789"/>
                      <a:pt x="3489626" y="1024733"/>
                    </a:cubicBezTo>
                    <a:cubicBezTo>
                      <a:pt x="3489626" y="1442455"/>
                      <a:pt x="3239684" y="1801800"/>
                      <a:pt x="2880320" y="1959209"/>
                    </a:cubicBezTo>
                    <a:lnTo>
                      <a:pt x="2880320" y="2008571"/>
                    </a:lnTo>
                    <a:lnTo>
                      <a:pt x="3250857" y="2008571"/>
                    </a:lnTo>
                    <a:lnTo>
                      <a:pt x="3250857" y="2359970"/>
                    </a:lnTo>
                    <a:lnTo>
                      <a:pt x="3437294" y="2359970"/>
                    </a:lnTo>
                    <a:lnTo>
                      <a:pt x="3437294" y="2360694"/>
                    </a:lnTo>
                    <a:lnTo>
                      <a:pt x="3852060" y="2233461"/>
                    </a:lnTo>
                    <a:lnTo>
                      <a:pt x="3852060" y="3367858"/>
                    </a:lnTo>
                    <a:lnTo>
                      <a:pt x="3437294" y="3240624"/>
                    </a:lnTo>
                    <a:lnTo>
                      <a:pt x="3437294" y="3241349"/>
                    </a:lnTo>
                    <a:lnTo>
                      <a:pt x="3250857" y="3241349"/>
                    </a:lnTo>
                    <a:lnTo>
                      <a:pt x="3250857" y="3633063"/>
                    </a:lnTo>
                    <a:lnTo>
                      <a:pt x="298529" y="3633063"/>
                    </a:lnTo>
                    <a:lnTo>
                      <a:pt x="298529" y="2431730"/>
                    </a:lnTo>
                    <a:lnTo>
                      <a:pt x="0" y="2008571"/>
                    </a:lnTo>
                    <a:lnTo>
                      <a:pt x="298529" y="2008571"/>
                    </a:lnTo>
                    <a:lnTo>
                      <a:pt x="792088" y="2008571"/>
                    </a:lnTo>
                    <a:lnTo>
                      <a:pt x="792088" y="1796817"/>
                    </a:lnTo>
                    <a:cubicBezTo>
                      <a:pt x="587745" y="1700755"/>
                      <a:pt x="447370" y="1492642"/>
                      <a:pt x="447370" y="1251742"/>
                    </a:cubicBezTo>
                    <a:cubicBezTo>
                      <a:pt x="447370" y="916605"/>
                      <a:pt x="719053" y="644923"/>
                      <a:pt x="1054190" y="644923"/>
                    </a:cubicBezTo>
                    <a:cubicBezTo>
                      <a:pt x="1212753" y="644923"/>
                      <a:pt x="1357112" y="705740"/>
                      <a:pt x="1463939" y="806702"/>
                    </a:cubicBezTo>
                    <a:cubicBezTo>
                      <a:pt x="1563407" y="345444"/>
                      <a:pt x="1973809" y="0"/>
                      <a:pt x="2464893"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261" name="Google Shape;2261;p51"/>
              <p:cNvSpPr/>
              <p:nvPr/>
            </p:nvSpPr>
            <p:spPr>
              <a:xfrm rot="9900000">
                <a:off x="10073915" y="2714730"/>
                <a:ext cx="351357" cy="423598"/>
              </a:xfrm>
              <a:custGeom>
                <a:rect b="b" l="l" r="r" t="t"/>
                <a:pathLst>
                  <a:path extrusionOk="0" h="4064034" w="3370953">
                    <a:moveTo>
                      <a:pt x="307836" y="3226369"/>
                    </a:moveTo>
                    <a:lnTo>
                      <a:pt x="307836" y="2810144"/>
                    </a:lnTo>
                    <a:lnTo>
                      <a:pt x="1258549" y="2810144"/>
                    </a:lnTo>
                    <a:lnTo>
                      <a:pt x="1331954" y="2516524"/>
                    </a:lnTo>
                    <a:lnTo>
                      <a:pt x="1639161" y="2516524"/>
                    </a:lnTo>
                    <a:lnTo>
                      <a:pt x="1806826" y="1890788"/>
                    </a:lnTo>
                    <a:cubicBezTo>
                      <a:pt x="1709407" y="1836984"/>
                      <a:pt x="1651662" y="1730051"/>
                      <a:pt x="1660897" y="1618049"/>
                    </a:cubicBezTo>
                    <a:lnTo>
                      <a:pt x="497736" y="946498"/>
                    </a:lnTo>
                    <a:lnTo>
                      <a:pt x="415801" y="1252284"/>
                    </a:lnTo>
                    <a:cubicBezTo>
                      <a:pt x="388670" y="1353539"/>
                      <a:pt x="284592" y="1413628"/>
                      <a:pt x="183338" y="1386497"/>
                    </a:cubicBezTo>
                    <a:lnTo>
                      <a:pt x="0" y="1337372"/>
                    </a:lnTo>
                    <a:lnTo>
                      <a:pt x="358348" y="0"/>
                    </a:lnTo>
                    <a:lnTo>
                      <a:pt x="541685" y="49125"/>
                    </a:lnTo>
                    <a:cubicBezTo>
                      <a:pt x="642940" y="76256"/>
                      <a:pt x="703029" y="180334"/>
                      <a:pt x="675898" y="281588"/>
                    </a:cubicBezTo>
                    <a:lnTo>
                      <a:pt x="574914" y="658466"/>
                    </a:lnTo>
                    <a:lnTo>
                      <a:pt x="1826395" y="1381009"/>
                    </a:lnTo>
                    <a:cubicBezTo>
                      <a:pt x="1885142" y="1352063"/>
                      <a:pt x="1954182" y="1344264"/>
                      <a:pt x="2022379" y="1362537"/>
                    </a:cubicBezTo>
                    <a:cubicBezTo>
                      <a:pt x="2176035" y="1403709"/>
                      <a:pt x="2267221" y="1561647"/>
                      <a:pt x="2226049" y="1715303"/>
                    </a:cubicBezTo>
                    <a:cubicBezTo>
                      <a:pt x="2207347" y="1785100"/>
                      <a:pt x="2164552" y="1842007"/>
                      <a:pt x="2108323" y="1878457"/>
                    </a:cubicBezTo>
                    <a:lnTo>
                      <a:pt x="1937353" y="2516524"/>
                    </a:lnTo>
                    <a:lnTo>
                      <a:pt x="2236046" y="2516524"/>
                    </a:lnTo>
                    <a:lnTo>
                      <a:pt x="2309451" y="2810144"/>
                    </a:lnTo>
                    <a:lnTo>
                      <a:pt x="2828116" y="2810144"/>
                    </a:lnTo>
                    <a:lnTo>
                      <a:pt x="2828116" y="2930119"/>
                    </a:lnTo>
                    <a:lnTo>
                      <a:pt x="2945247" y="2930119"/>
                    </a:lnTo>
                    <a:lnTo>
                      <a:pt x="3109201" y="2856867"/>
                    </a:lnTo>
                    <a:cubicBezTo>
                      <a:pt x="3112004" y="2849082"/>
                      <a:pt x="3119624" y="2844415"/>
                      <a:pt x="3128335" y="2844415"/>
                    </a:cubicBezTo>
                    <a:lnTo>
                      <a:pt x="3223771" y="2844415"/>
                    </a:lnTo>
                    <a:cubicBezTo>
                      <a:pt x="3236949" y="2844415"/>
                      <a:pt x="3247631" y="2855097"/>
                      <a:pt x="3247631" y="2868275"/>
                    </a:cubicBezTo>
                    <a:lnTo>
                      <a:pt x="3247631" y="3606750"/>
                    </a:lnTo>
                    <a:cubicBezTo>
                      <a:pt x="3247631" y="3619928"/>
                      <a:pt x="3236949" y="3630610"/>
                      <a:pt x="3223771" y="3630610"/>
                    </a:cubicBezTo>
                    <a:lnTo>
                      <a:pt x="3128335" y="3630610"/>
                    </a:lnTo>
                    <a:cubicBezTo>
                      <a:pt x="3120852" y="3630610"/>
                      <a:pt x="3114174" y="3627166"/>
                      <a:pt x="3110472" y="3621230"/>
                    </a:cubicBezTo>
                    <a:lnTo>
                      <a:pt x="3110472" y="3624351"/>
                    </a:lnTo>
                    <a:lnTo>
                      <a:pt x="2954172" y="3554518"/>
                    </a:lnTo>
                    <a:lnTo>
                      <a:pt x="2954172" y="3558788"/>
                    </a:lnTo>
                    <a:lnTo>
                      <a:pt x="2828116" y="3558788"/>
                    </a:lnTo>
                    <a:lnTo>
                      <a:pt x="2828116" y="3630610"/>
                    </a:lnTo>
                    <a:lnTo>
                      <a:pt x="2038337" y="3226369"/>
                    </a:lnTo>
                    <a:close/>
                    <a:moveTo>
                      <a:pt x="77048" y="4064034"/>
                    </a:moveTo>
                    <a:lnTo>
                      <a:pt x="77048" y="3342578"/>
                    </a:lnTo>
                    <a:lnTo>
                      <a:pt x="2050947" y="3342578"/>
                    </a:lnTo>
                    <a:lnTo>
                      <a:pt x="3370953" y="4058524"/>
                    </a:lnTo>
                    <a:lnTo>
                      <a:pt x="3370953" y="4064034"/>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262" name="Google Shape;2262;p51"/>
              <p:cNvSpPr/>
              <p:nvPr/>
            </p:nvSpPr>
            <p:spPr>
              <a:xfrm rot="3600000">
                <a:off x="8507130" y="4424299"/>
                <a:ext cx="162074" cy="478539"/>
              </a:xfrm>
              <a:custGeom>
                <a:rect b="b" l="l" r="r" t="t"/>
                <a:pathLst>
                  <a:path extrusionOk="0" h="3920353" w="1327763">
                    <a:moveTo>
                      <a:pt x="483881" y="2840232"/>
                    </a:moveTo>
                    <a:lnTo>
                      <a:pt x="843881" y="2840232"/>
                    </a:lnTo>
                    <a:lnTo>
                      <a:pt x="843881" y="3920353"/>
                    </a:lnTo>
                    <a:lnTo>
                      <a:pt x="483881" y="3920353"/>
                    </a:lnTo>
                    <a:close/>
                    <a:moveTo>
                      <a:pt x="757697" y="168239"/>
                    </a:moveTo>
                    <a:lnTo>
                      <a:pt x="757697" y="384263"/>
                    </a:lnTo>
                    <a:lnTo>
                      <a:pt x="930062" y="384263"/>
                    </a:lnTo>
                    <a:lnTo>
                      <a:pt x="930062" y="168239"/>
                    </a:lnTo>
                    <a:close/>
                    <a:moveTo>
                      <a:pt x="432932" y="168239"/>
                    </a:moveTo>
                    <a:lnTo>
                      <a:pt x="432932" y="384263"/>
                    </a:lnTo>
                    <a:lnTo>
                      <a:pt x="605297" y="384263"/>
                    </a:lnTo>
                    <a:lnTo>
                      <a:pt x="605297" y="168239"/>
                    </a:lnTo>
                    <a:close/>
                    <a:moveTo>
                      <a:pt x="168643" y="0"/>
                    </a:moveTo>
                    <a:lnTo>
                      <a:pt x="1159119" y="0"/>
                    </a:lnTo>
                    <a:lnTo>
                      <a:pt x="1159119" y="539093"/>
                    </a:lnTo>
                    <a:lnTo>
                      <a:pt x="1327763" y="539093"/>
                    </a:lnTo>
                    <a:lnTo>
                      <a:pt x="1327763" y="2245406"/>
                    </a:lnTo>
                    <a:lnTo>
                      <a:pt x="1318300" y="2245406"/>
                    </a:lnTo>
                    <a:lnTo>
                      <a:pt x="1127664" y="2719000"/>
                    </a:lnTo>
                    <a:lnTo>
                      <a:pt x="200100" y="2719000"/>
                    </a:lnTo>
                    <a:lnTo>
                      <a:pt x="9464" y="2245406"/>
                    </a:lnTo>
                    <a:lnTo>
                      <a:pt x="0" y="2245406"/>
                    </a:lnTo>
                    <a:lnTo>
                      <a:pt x="0" y="539093"/>
                    </a:lnTo>
                    <a:lnTo>
                      <a:pt x="168643" y="539093"/>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263" name="Google Shape;2263;p51"/>
              <p:cNvSpPr/>
              <p:nvPr/>
            </p:nvSpPr>
            <p:spPr>
              <a:xfrm>
                <a:off x="8045579" y="3848133"/>
                <a:ext cx="330939" cy="260933"/>
              </a:xfrm>
              <a:custGeom>
                <a:rect b="b" l="l" r="r" t="t"/>
                <a:pathLst>
                  <a:path extrusionOk="0" h="2952328" w="3744416">
                    <a:moveTo>
                      <a:pt x="184806" y="576064"/>
                    </a:moveTo>
                    <a:lnTo>
                      <a:pt x="895314" y="576064"/>
                    </a:lnTo>
                    <a:cubicBezTo>
                      <a:pt x="997380" y="576064"/>
                      <a:pt x="1080120" y="658804"/>
                      <a:pt x="1080120" y="760870"/>
                    </a:cubicBezTo>
                    <a:lnTo>
                      <a:pt x="1080120" y="792088"/>
                    </a:lnTo>
                    <a:lnTo>
                      <a:pt x="3312368" y="792088"/>
                    </a:lnTo>
                    <a:lnTo>
                      <a:pt x="3312368" y="2952328"/>
                    </a:lnTo>
                    <a:lnTo>
                      <a:pt x="0" y="2952328"/>
                    </a:lnTo>
                    <a:lnTo>
                      <a:pt x="0" y="1072569"/>
                    </a:lnTo>
                    <a:lnTo>
                      <a:pt x="0" y="792088"/>
                    </a:lnTo>
                    <a:lnTo>
                      <a:pt x="0" y="760870"/>
                    </a:lnTo>
                    <a:cubicBezTo>
                      <a:pt x="0" y="658804"/>
                      <a:pt x="82740" y="576064"/>
                      <a:pt x="184806" y="576064"/>
                    </a:cubicBezTo>
                    <a:close/>
                    <a:moveTo>
                      <a:pt x="616854" y="0"/>
                    </a:moveTo>
                    <a:lnTo>
                      <a:pt x="1327362" y="0"/>
                    </a:lnTo>
                    <a:cubicBezTo>
                      <a:pt x="1429428" y="0"/>
                      <a:pt x="1512168" y="82740"/>
                      <a:pt x="1512168" y="184806"/>
                    </a:cubicBezTo>
                    <a:lnTo>
                      <a:pt x="1512168" y="216024"/>
                    </a:lnTo>
                    <a:lnTo>
                      <a:pt x="3744416" y="216024"/>
                    </a:lnTo>
                    <a:lnTo>
                      <a:pt x="3744416" y="2376264"/>
                    </a:lnTo>
                    <a:lnTo>
                      <a:pt x="3464768" y="2376264"/>
                    </a:lnTo>
                    <a:lnTo>
                      <a:pt x="3464768" y="648072"/>
                    </a:lnTo>
                    <a:lnTo>
                      <a:pt x="1232520" y="648072"/>
                    </a:lnTo>
                    <a:lnTo>
                      <a:pt x="1232520" y="616854"/>
                    </a:lnTo>
                    <a:cubicBezTo>
                      <a:pt x="1232520" y="514788"/>
                      <a:pt x="1149780" y="432048"/>
                      <a:pt x="1047714" y="432048"/>
                    </a:cubicBezTo>
                    <a:lnTo>
                      <a:pt x="432048" y="432048"/>
                    </a:lnTo>
                    <a:lnTo>
                      <a:pt x="432048" y="216024"/>
                    </a:lnTo>
                    <a:lnTo>
                      <a:pt x="432048" y="184806"/>
                    </a:lnTo>
                    <a:cubicBezTo>
                      <a:pt x="432048" y="82740"/>
                      <a:pt x="514788" y="0"/>
                      <a:pt x="61685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264" name="Google Shape;2264;p51"/>
              <p:cNvSpPr/>
              <p:nvPr/>
            </p:nvSpPr>
            <p:spPr>
              <a:xfrm>
                <a:off x="9003511" y="4923426"/>
                <a:ext cx="304410" cy="330939"/>
              </a:xfrm>
              <a:custGeom>
                <a:rect b="b" l="l" r="r" t="t"/>
                <a:pathLst>
                  <a:path extrusionOk="0" h="4031150" w="3708000">
                    <a:moveTo>
                      <a:pt x="2226025" y="2078010"/>
                    </a:moveTo>
                    <a:lnTo>
                      <a:pt x="1976753" y="2339372"/>
                    </a:lnTo>
                    <a:lnTo>
                      <a:pt x="1976910" y="2339581"/>
                    </a:lnTo>
                    <a:lnTo>
                      <a:pt x="1976204" y="2339948"/>
                    </a:lnTo>
                    <a:lnTo>
                      <a:pt x="1975656" y="2340523"/>
                    </a:lnTo>
                    <a:lnTo>
                      <a:pt x="1975499" y="2340314"/>
                    </a:lnTo>
                    <a:lnTo>
                      <a:pt x="1688579" y="2489240"/>
                    </a:lnTo>
                    <a:cubicBezTo>
                      <a:pt x="1740712" y="2519877"/>
                      <a:pt x="1801557" y="2536438"/>
                      <a:pt x="1866270" y="2536438"/>
                    </a:cubicBezTo>
                    <a:cubicBezTo>
                      <a:pt x="2071258" y="2536438"/>
                      <a:pt x="2237434" y="2370262"/>
                      <a:pt x="2237434" y="2165274"/>
                    </a:cubicBezTo>
                    <a:cubicBezTo>
                      <a:pt x="2237434" y="2135129"/>
                      <a:pt x="2233840" y="2105822"/>
                      <a:pt x="2226025" y="2078010"/>
                    </a:cubicBezTo>
                    <a:close/>
                    <a:moveTo>
                      <a:pt x="1866270" y="1794110"/>
                    </a:moveTo>
                    <a:cubicBezTo>
                      <a:pt x="1661282" y="1794110"/>
                      <a:pt x="1495106" y="1960286"/>
                      <a:pt x="1495106" y="2165274"/>
                    </a:cubicBezTo>
                    <a:cubicBezTo>
                      <a:pt x="1495106" y="2194876"/>
                      <a:pt x="1498572" y="2223668"/>
                      <a:pt x="1506052" y="2251046"/>
                    </a:cubicBezTo>
                    <a:lnTo>
                      <a:pt x="1731247" y="2014929"/>
                    </a:lnTo>
                    <a:lnTo>
                      <a:pt x="1731090" y="2014720"/>
                    </a:lnTo>
                    <a:lnTo>
                      <a:pt x="1731796" y="2014353"/>
                    </a:lnTo>
                    <a:lnTo>
                      <a:pt x="1732344" y="2013778"/>
                    </a:lnTo>
                    <a:lnTo>
                      <a:pt x="1732501" y="2013987"/>
                    </a:lnTo>
                    <a:lnTo>
                      <a:pt x="2054335" y="1846939"/>
                    </a:lnTo>
                    <a:cubicBezTo>
                      <a:pt x="1999773" y="1812909"/>
                      <a:pt x="1935217" y="1794110"/>
                      <a:pt x="1866270" y="1794110"/>
                    </a:cubicBezTo>
                    <a:close/>
                    <a:moveTo>
                      <a:pt x="1866270" y="1281021"/>
                    </a:moveTo>
                    <a:lnTo>
                      <a:pt x="1995916" y="1728077"/>
                    </a:lnTo>
                    <a:cubicBezTo>
                      <a:pt x="2049420" y="1742880"/>
                      <a:pt x="2098387" y="1768442"/>
                      <a:pt x="2141027" y="1801941"/>
                    </a:cubicBezTo>
                    <a:lnTo>
                      <a:pt x="2830781" y="1443923"/>
                    </a:lnTo>
                    <a:lnTo>
                      <a:pt x="2293677" y="2007077"/>
                    </a:lnTo>
                    <a:lnTo>
                      <a:pt x="2302169" y="2036187"/>
                    </a:lnTo>
                    <a:lnTo>
                      <a:pt x="2755181" y="2167560"/>
                    </a:lnTo>
                    <a:lnTo>
                      <a:pt x="2301207" y="2299213"/>
                    </a:lnTo>
                    <a:cubicBezTo>
                      <a:pt x="2288949" y="2340747"/>
                      <a:pt x="2270868" y="2379745"/>
                      <a:pt x="2246307" y="2414255"/>
                    </a:cubicBezTo>
                    <a:lnTo>
                      <a:pt x="2368615" y="2636476"/>
                    </a:lnTo>
                    <a:lnTo>
                      <a:pt x="2152396" y="2517472"/>
                    </a:lnTo>
                    <a:cubicBezTo>
                      <a:pt x="2112986" y="2553805"/>
                      <a:pt x="2065424" y="2580505"/>
                      <a:pt x="2013636" y="2598144"/>
                    </a:cubicBezTo>
                    <a:lnTo>
                      <a:pt x="1875846" y="3073280"/>
                    </a:lnTo>
                    <a:lnTo>
                      <a:pt x="1739624" y="2603548"/>
                    </a:lnTo>
                    <a:cubicBezTo>
                      <a:pt x="1688445" y="2589723"/>
                      <a:pt x="1641302" y="2566161"/>
                      <a:pt x="1599709" y="2535368"/>
                    </a:cubicBezTo>
                    <a:lnTo>
                      <a:pt x="877219" y="2910378"/>
                    </a:lnTo>
                    <a:lnTo>
                      <a:pt x="1438400" y="2321979"/>
                    </a:lnTo>
                    <a:lnTo>
                      <a:pt x="1437655" y="2319411"/>
                    </a:lnTo>
                    <a:lnTo>
                      <a:pt x="963153" y="2181805"/>
                    </a:lnTo>
                    <a:lnTo>
                      <a:pt x="1425898" y="2047609"/>
                    </a:lnTo>
                    <a:cubicBezTo>
                      <a:pt x="1440318" y="1991458"/>
                      <a:pt x="1465316" y="1939627"/>
                      <a:pt x="1501635" y="1896529"/>
                    </a:cubicBezTo>
                    <a:lnTo>
                      <a:pt x="1375628" y="1667588"/>
                    </a:lnTo>
                    <a:lnTo>
                      <a:pt x="1605635" y="1794181"/>
                    </a:lnTo>
                    <a:cubicBezTo>
                      <a:pt x="1643852" y="1764149"/>
                      <a:pt x="1688437" y="1742763"/>
                      <a:pt x="1736328" y="1729097"/>
                    </a:cubicBezTo>
                    <a:close/>
                    <a:moveTo>
                      <a:pt x="1801446" y="873772"/>
                    </a:moveTo>
                    <a:cubicBezTo>
                      <a:pt x="1122607" y="899096"/>
                      <a:pt x="577020" y="1443990"/>
                      <a:pt x="550657" y="2122563"/>
                    </a:cubicBezTo>
                    <a:lnTo>
                      <a:pt x="754935" y="2181804"/>
                    </a:lnTo>
                    <a:lnTo>
                      <a:pt x="551187" y="2240891"/>
                    </a:lnTo>
                    <a:cubicBezTo>
                      <a:pt x="582476" y="2925954"/>
                      <a:pt x="1143118" y="3472541"/>
                      <a:pt x="1833783" y="3482192"/>
                    </a:cubicBezTo>
                    <a:lnTo>
                      <a:pt x="1883029" y="3312376"/>
                    </a:lnTo>
                    <a:lnTo>
                      <a:pt x="1931451" y="3479348"/>
                    </a:lnTo>
                    <a:cubicBezTo>
                      <a:pt x="2602724" y="3441618"/>
                      <a:pt x="3137685" y="2895457"/>
                      <a:pt x="3157888" y="2219621"/>
                    </a:cubicBezTo>
                    <a:lnTo>
                      <a:pt x="2970483" y="2165273"/>
                    </a:lnTo>
                    <a:lnTo>
                      <a:pt x="3156785" y="2111246"/>
                    </a:lnTo>
                    <a:cubicBezTo>
                      <a:pt x="3124894" y="1437932"/>
                      <a:pt x="2581609" y="898954"/>
                      <a:pt x="1906553" y="873772"/>
                    </a:cubicBezTo>
                    <a:lnTo>
                      <a:pt x="1853999" y="1054992"/>
                    </a:lnTo>
                    <a:close/>
                    <a:moveTo>
                      <a:pt x="1842112" y="204015"/>
                    </a:moveTo>
                    <a:cubicBezTo>
                      <a:pt x="1750186" y="208331"/>
                      <a:pt x="1671595" y="261235"/>
                      <a:pt x="1631665" y="337724"/>
                    </a:cubicBezTo>
                    <a:cubicBezTo>
                      <a:pt x="1704451" y="327639"/>
                      <a:pt x="1778701" y="323150"/>
                      <a:pt x="1854000" y="323150"/>
                    </a:cubicBezTo>
                    <a:cubicBezTo>
                      <a:pt x="1929687" y="323150"/>
                      <a:pt x="2004315" y="327685"/>
                      <a:pt x="2077458" y="337895"/>
                    </a:cubicBezTo>
                    <a:cubicBezTo>
                      <a:pt x="2032849" y="253989"/>
                      <a:pt x="1942703" y="199292"/>
                      <a:pt x="1842112" y="204015"/>
                    </a:cubicBezTo>
                    <a:close/>
                    <a:moveTo>
                      <a:pt x="1832557" y="511"/>
                    </a:moveTo>
                    <a:cubicBezTo>
                      <a:pt x="2064724" y="-10390"/>
                      <a:pt x="2266043" y="154192"/>
                      <a:pt x="2302551" y="380077"/>
                    </a:cubicBezTo>
                    <a:cubicBezTo>
                      <a:pt x="3110034" y="578670"/>
                      <a:pt x="3708000" y="1308079"/>
                      <a:pt x="3708000" y="2177150"/>
                    </a:cubicBezTo>
                    <a:cubicBezTo>
                      <a:pt x="3708000" y="3201086"/>
                      <a:pt x="2877936" y="4031150"/>
                      <a:pt x="1854000" y="4031150"/>
                    </a:cubicBezTo>
                    <a:cubicBezTo>
                      <a:pt x="830064" y="4031150"/>
                      <a:pt x="0" y="3201086"/>
                      <a:pt x="0" y="2177150"/>
                    </a:cubicBezTo>
                    <a:cubicBezTo>
                      <a:pt x="0" y="1308490"/>
                      <a:pt x="597400" y="579361"/>
                      <a:pt x="1404307" y="380371"/>
                    </a:cubicBezTo>
                    <a:cubicBezTo>
                      <a:pt x="1438620" y="172028"/>
                      <a:pt x="1614858" y="10733"/>
                      <a:pt x="1832557" y="51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265" name="Google Shape;2265;p51"/>
              <p:cNvSpPr/>
              <p:nvPr/>
            </p:nvSpPr>
            <p:spPr>
              <a:xfrm>
                <a:off x="9848127" y="4821478"/>
                <a:ext cx="257012" cy="330939"/>
              </a:xfrm>
              <a:custGeom>
                <a:rect b="b" l="l" r="r" t="t"/>
                <a:pathLst>
                  <a:path extrusionOk="0" h="3913585" w="3039346">
                    <a:moveTo>
                      <a:pt x="1527178" y="2618567"/>
                    </a:moveTo>
                    <a:cubicBezTo>
                      <a:pt x="1429201" y="2618567"/>
                      <a:pt x="1349775" y="2697993"/>
                      <a:pt x="1349775" y="2795971"/>
                    </a:cubicBezTo>
                    <a:cubicBezTo>
                      <a:pt x="1349775" y="2861110"/>
                      <a:pt x="1384883" y="2918050"/>
                      <a:pt x="1437574" y="2948279"/>
                    </a:cubicBezTo>
                    <a:lnTo>
                      <a:pt x="1275150" y="3311239"/>
                    </a:lnTo>
                    <a:lnTo>
                      <a:pt x="1779206" y="3311239"/>
                    </a:lnTo>
                    <a:lnTo>
                      <a:pt x="1616782" y="2948279"/>
                    </a:lnTo>
                    <a:cubicBezTo>
                      <a:pt x="1669475" y="2918050"/>
                      <a:pt x="1704582" y="2861110"/>
                      <a:pt x="1704582" y="2795971"/>
                    </a:cubicBezTo>
                    <a:cubicBezTo>
                      <a:pt x="1704582" y="2697993"/>
                      <a:pt x="1625156" y="2618567"/>
                      <a:pt x="1527178" y="2618567"/>
                    </a:cubicBezTo>
                    <a:close/>
                    <a:moveTo>
                      <a:pt x="1527178" y="0"/>
                    </a:moveTo>
                    <a:cubicBezTo>
                      <a:pt x="2026975" y="0"/>
                      <a:pt x="2435288" y="391686"/>
                      <a:pt x="2460697" y="884907"/>
                    </a:cubicBezTo>
                    <a:lnTo>
                      <a:pt x="2463282" y="884907"/>
                    </a:lnTo>
                    <a:lnTo>
                      <a:pt x="2463282" y="936104"/>
                    </a:lnTo>
                    <a:lnTo>
                      <a:pt x="2463282" y="1656184"/>
                    </a:lnTo>
                    <a:lnTo>
                      <a:pt x="2067282" y="1656184"/>
                    </a:lnTo>
                    <a:lnTo>
                      <a:pt x="2067282" y="1427425"/>
                    </a:lnTo>
                    <a:lnTo>
                      <a:pt x="2310132" y="1427584"/>
                    </a:lnTo>
                    <a:cubicBezTo>
                      <a:pt x="2310132" y="1320268"/>
                      <a:pt x="2206785" y="1230216"/>
                      <a:pt x="2067282" y="1206340"/>
                    </a:cubicBezTo>
                    <a:lnTo>
                      <a:pt x="2067282" y="936104"/>
                    </a:lnTo>
                    <a:lnTo>
                      <a:pt x="2066786" y="936104"/>
                    </a:lnTo>
                    <a:cubicBezTo>
                      <a:pt x="2066786" y="638087"/>
                      <a:pt x="1825195" y="396496"/>
                      <a:pt x="1527178" y="396496"/>
                    </a:cubicBezTo>
                    <a:cubicBezTo>
                      <a:pt x="1229161" y="396496"/>
                      <a:pt x="987570" y="638087"/>
                      <a:pt x="987570" y="936104"/>
                    </a:cubicBezTo>
                    <a:lnTo>
                      <a:pt x="987074" y="936104"/>
                    </a:lnTo>
                    <a:lnTo>
                      <a:pt x="987074" y="1872209"/>
                    </a:lnTo>
                    <a:lnTo>
                      <a:pt x="2699110" y="1872209"/>
                    </a:lnTo>
                    <a:cubicBezTo>
                      <a:pt x="2887017" y="1872209"/>
                      <a:pt x="3039346" y="2024538"/>
                      <a:pt x="3039346" y="2212445"/>
                    </a:cubicBezTo>
                    <a:lnTo>
                      <a:pt x="3039346" y="3573349"/>
                    </a:lnTo>
                    <a:cubicBezTo>
                      <a:pt x="3039346" y="3761256"/>
                      <a:pt x="2887017" y="3913585"/>
                      <a:pt x="2699110" y="3913585"/>
                    </a:cubicBezTo>
                    <a:lnTo>
                      <a:pt x="340236" y="3913585"/>
                    </a:lnTo>
                    <a:cubicBezTo>
                      <a:pt x="152329" y="3913585"/>
                      <a:pt x="0" y="3761256"/>
                      <a:pt x="0" y="3573349"/>
                    </a:cubicBezTo>
                    <a:lnTo>
                      <a:pt x="0" y="2212445"/>
                    </a:lnTo>
                    <a:cubicBezTo>
                      <a:pt x="0" y="2024538"/>
                      <a:pt x="152329" y="1872209"/>
                      <a:pt x="340236" y="1872209"/>
                    </a:cubicBezTo>
                    <a:lnTo>
                      <a:pt x="591074" y="1872209"/>
                    </a:lnTo>
                    <a:lnTo>
                      <a:pt x="591074" y="936104"/>
                    </a:lnTo>
                    <a:cubicBezTo>
                      <a:pt x="591074" y="419108"/>
                      <a:pt x="1010182" y="0"/>
                      <a:pt x="1527178"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266" name="Google Shape;2266;p51"/>
              <p:cNvSpPr/>
              <p:nvPr/>
            </p:nvSpPr>
            <p:spPr>
              <a:xfrm>
                <a:off x="10547386" y="3842640"/>
                <a:ext cx="309335" cy="309300"/>
              </a:xfrm>
              <a:custGeom>
                <a:rect b="b" l="l" r="r" t="t"/>
                <a:pathLst>
                  <a:path extrusionOk="0" h="3960000" w="3960440">
                    <a:moveTo>
                      <a:pt x="2117745" y="2289258"/>
                    </a:moveTo>
                    <a:cubicBezTo>
                      <a:pt x="2253931" y="2373161"/>
                      <a:pt x="2290104" y="2397532"/>
                      <a:pt x="2392952" y="2510010"/>
                    </a:cubicBezTo>
                    <a:cubicBezTo>
                      <a:pt x="2551302" y="2699530"/>
                      <a:pt x="2456894" y="2911213"/>
                      <a:pt x="2285214" y="2987744"/>
                    </a:cubicBezTo>
                    <a:cubicBezTo>
                      <a:pt x="2046443" y="3084914"/>
                      <a:pt x="1864058" y="3073352"/>
                      <a:pt x="1634211" y="2962065"/>
                    </a:cubicBezTo>
                    <a:cubicBezTo>
                      <a:pt x="1390134" y="2803501"/>
                      <a:pt x="1391670" y="2463226"/>
                      <a:pt x="1703848" y="2355742"/>
                    </a:cubicBezTo>
                    <a:cubicBezTo>
                      <a:pt x="1867216" y="2309770"/>
                      <a:pt x="1932946" y="2304275"/>
                      <a:pt x="2117745" y="2289258"/>
                    </a:cubicBezTo>
                    <a:close/>
                    <a:moveTo>
                      <a:pt x="1895201" y="880902"/>
                    </a:moveTo>
                    <a:cubicBezTo>
                      <a:pt x="2049819" y="878570"/>
                      <a:pt x="2210983" y="1023567"/>
                      <a:pt x="2276065" y="1236504"/>
                    </a:cubicBezTo>
                    <a:cubicBezTo>
                      <a:pt x="2350446" y="1479859"/>
                      <a:pt x="2271166" y="1719799"/>
                      <a:pt x="2098990" y="1772423"/>
                    </a:cubicBezTo>
                    <a:cubicBezTo>
                      <a:pt x="1926813" y="1825048"/>
                      <a:pt x="1726940" y="1670429"/>
                      <a:pt x="1652559" y="1427074"/>
                    </a:cubicBezTo>
                    <a:cubicBezTo>
                      <a:pt x="1578180" y="1183717"/>
                      <a:pt x="1657458" y="943778"/>
                      <a:pt x="1829635" y="891153"/>
                    </a:cubicBezTo>
                    <a:close/>
                    <a:moveTo>
                      <a:pt x="2577034" y="759541"/>
                    </a:moveTo>
                    <a:lnTo>
                      <a:pt x="1972441" y="767241"/>
                    </a:lnTo>
                    <a:cubicBezTo>
                      <a:pt x="1929619" y="768623"/>
                      <a:pt x="1886068" y="773785"/>
                      <a:pt x="1842289" y="783004"/>
                    </a:cubicBezTo>
                    <a:cubicBezTo>
                      <a:pt x="1492048" y="856758"/>
                      <a:pt x="1259862" y="1162246"/>
                      <a:pt x="1323686" y="1465331"/>
                    </a:cubicBezTo>
                    <a:cubicBezTo>
                      <a:pt x="1380617" y="1735681"/>
                      <a:pt x="1653838" y="1912801"/>
                      <a:pt x="1960688" y="1894227"/>
                    </a:cubicBezTo>
                    <a:lnTo>
                      <a:pt x="1954787" y="1896039"/>
                    </a:lnTo>
                    <a:cubicBezTo>
                      <a:pt x="1858317" y="2000800"/>
                      <a:pt x="1978682" y="2148499"/>
                      <a:pt x="2028445" y="2210716"/>
                    </a:cubicBezTo>
                    <a:lnTo>
                      <a:pt x="1914361" y="2213518"/>
                    </a:lnTo>
                    <a:cubicBezTo>
                      <a:pt x="1373805" y="2249742"/>
                      <a:pt x="1143478" y="2466102"/>
                      <a:pt x="1177422" y="2809298"/>
                    </a:cubicBezTo>
                    <a:cubicBezTo>
                      <a:pt x="1211366" y="3152493"/>
                      <a:pt x="1741992" y="3244646"/>
                      <a:pt x="2060873" y="3229704"/>
                    </a:cubicBezTo>
                    <a:cubicBezTo>
                      <a:pt x="2379755" y="3214763"/>
                      <a:pt x="2698110" y="2930571"/>
                      <a:pt x="2719230" y="2648210"/>
                    </a:cubicBezTo>
                    <a:cubicBezTo>
                      <a:pt x="2699867" y="2070575"/>
                      <a:pt x="2052418" y="2112562"/>
                      <a:pt x="2282832" y="1799863"/>
                    </a:cubicBezTo>
                    <a:cubicBezTo>
                      <a:pt x="2510843" y="1673695"/>
                      <a:pt x="2641919" y="1435236"/>
                      <a:pt x="2592014" y="1198247"/>
                    </a:cubicBezTo>
                    <a:cubicBezTo>
                      <a:pt x="2566015" y="1074781"/>
                      <a:pt x="2494906" y="970760"/>
                      <a:pt x="2395028" y="897200"/>
                    </a:cubicBezTo>
                    <a:lnTo>
                      <a:pt x="2564389" y="891152"/>
                    </a:lnTo>
                    <a:cubicBezTo>
                      <a:pt x="2644558" y="859402"/>
                      <a:pt x="2739013" y="796695"/>
                      <a:pt x="2769176" y="767327"/>
                    </a:cubicBezTo>
                    <a:cubicBezTo>
                      <a:pt x="2755484" y="761968"/>
                      <a:pt x="2680847" y="759625"/>
                      <a:pt x="2577034" y="759541"/>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267" name="Google Shape;2267;p51"/>
              <p:cNvSpPr/>
              <p:nvPr/>
            </p:nvSpPr>
            <p:spPr>
              <a:xfrm>
                <a:off x="10401733" y="3025716"/>
                <a:ext cx="257188" cy="377708"/>
              </a:xfrm>
              <a:custGeom>
                <a:rect b="b" l="l" r="r" t="t"/>
                <a:pathLst>
                  <a:path extrusionOk="0" h="4032448" w="2745756">
                    <a:moveTo>
                      <a:pt x="1622229" y="1008112"/>
                    </a:moveTo>
                    <a:lnTo>
                      <a:pt x="2371247" y="1008112"/>
                    </a:lnTo>
                    <a:lnTo>
                      <a:pt x="2371247" y="3081405"/>
                    </a:lnTo>
                    <a:lnTo>
                      <a:pt x="2745756" y="3081405"/>
                    </a:lnTo>
                    <a:lnTo>
                      <a:pt x="1996738" y="4032448"/>
                    </a:lnTo>
                    <a:lnTo>
                      <a:pt x="1247720" y="3081405"/>
                    </a:lnTo>
                    <a:lnTo>
                      <a:pt x="1622229" y="3081405"/>
                    </a:lnTo>
                    <a:close/>
                    <a:moveTo>
                      <a:pt x="749018" y="0"/>
                    </a:moveTo>
                    <a:lnTo>
                      <a:pt x="1498036" y="951043"/>
                    </a:lnTo>
                    <a:lnTo>
                      <a:pt x="1123527" y="951043"/>
                    </a:lnTo>
                    <a:lnTo>
                      <a:pt x="1123527" y="3024336"/>
                    </a:lnTo>
                    <a:lnTo>
                      <a:pt x="374509" y="3024336"/>
                    </a:lnTo>
                    <a:lnTo>
                      <a:pt x="374509" y="951043"/>
                    </a:lnTo>
                    <a:lnTo>
                      <a:pt x="0" y="951043"/>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268" name="Google Shape;2268;p51"/>
              <p:cNvSpPr/>
              <p:nvPr/>
            </p:nvSpPr>
            <p:spPr>
              <a:xfrm>
                <a:off x="9438297" y="5013963"/>
                <a:ext cx="300437" cy="209342"/>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269" name="Google Shape;2269;p51"/>
              <p:cNvSpPr/>
              <p:nvPr/>
            </p:nvSpPr>
            <p:spPr>
              <a:xfrm rot="678773">
                <a:off x="10108027" y="4569149"/>
                <a:ext cx="338104" cy="343148"/>
              </a:xfrm>
              <a:custGeom>
                <a:rect b="b" l="l" r="r" t="t"/>
                <a:pathLst>
                  <a:path extrusionOk="0" h="3948462" w="3890413">
                    <a:moveTo>
                      <a:pt x="1853384" y="1371624"/>
                    </a:moveTo>
                    <a:lnTo>
                      <a:pt x="1768767" y="1390324"/>
                    </a:lnTo>
                    <a:cubicBezTo>
                      <a:pt x="1579409" y="1463487"/>
                      <a:pt x="1490873" y="1833773"/>
                      <a:pt x="1517577" y="2042010"/>
                    </a:cubicBezTo>
                    <a:cubicBezTo>
                      <a:pt x="1544281" y="2250247"/>
                      <a:pt x="1644086" y="2624290"/>
                      <a:pt x="1928990" y="2639747"/>
                    </a:cubicBezTo>
                    <a:cubicBezTo>
                      <a:pt x="2177093" y="2653207"/>
                      <a:pt x="2337423" y="2363017"/>
                      <a:pt x="2318674" y="2006358"/>
                    </a:cubicBezTo>
                    <a:cubicBezTo>
                      <a:pt x="2310210" y="1948950"/>
                      <a:pt x="2301678" y="1891436"/>
                      <a:pt x="2293344" y="1834228"/>
                    </a:cubicBezTo>
                    <a:cubicBezTo>
                      <a:pt x="2229725" y="1555945"/>
                      <a:pt x="2050691" y="1359067"/>
                      <a:pt x="1853384" y="1371624"/>
                    </a:cubicBezTo>
                    <a:close/>
                    <a:moveTo>
                      <a:pt x="1594841" y="45653"/>
                    </a:moveTo>
                    <a:cubicBezTo>
                      <a:pt x="2527821" y="-128041"/>
                      <a:pt x="3626282" y="158796"/>
                      <a:pt x="3869632" y="1517323"/>
                    </a:cubicBezTo>
                    <a:cubicBezTo>
                      <a:pt x="3939308" y="2058696"/>
                      <a:pt x="3820785" y="2251376"/>
                      <a:pt x="3706266" y="2457195"/>
                    </a:cubicBezTo>
                    <a:cubicBezTo>
                      <a:pt x="3132098" y="3124925"/>
                      <a:pt x="2589274" y="2611359"/>
                      <a:pt x="2548384" y="2446988"/>
                    </a:cubicBezTo>
                    <a:cubicBezTo>
                      <a:pt x="2411721" y="3024903"/>
                      <a:pt x="2005702" y="3164775"/>
                      <a:pt x="1746058" y="3093574"/>
                    </a:cubicBezTo>
                    <a:cubicBezTo>
                      <a:pt x="1486414" y="3022373"/>
                      <a:pt x="990519" y="2612821"/>
                      <a:pt x="990519" y="2019783"/>
                    </a:cubicBezTo>
                    <a:cubicBezTo>
                      <a:pt x="990519" y="1500875"/>
                      <a:pt x="1249504" y="1067935"/>
                      <a:pt x="1593790" y="967808"/>
                    </a:cubicBezTo>
                    <a:cubicBezTo>
                      <a:pt x="1642974" y="953504"/>
                      <a:pt x="1694009" y="949376"/>
                      <a:pt x="1746058" y="945992"/>
                    </a:cubicBezTo>
                    <a:cubicBezTo>
                      <a:pt x="2004670" y="929176"/>
                      <a:pt x="2081338" y="1030119"/>
                      <a:pt x="2206475" y="1173924"/>
                    </a:cubicBezTo>
                    <a:cubicBezTo>
                      <a:pt x="2194343" y="1061758"/>
                      <a:pt x="2187003" y="961165"/>
                      <a:pt x="2185910" y="877882"/>
                    </a:cubicBezTo>
                    <a:lnTo>
                      <a:pt x="2656644" y="803138"/>
                    </a:lnTo>
                    <a:lnTo>
                      <a:pt x="2828567" y="2099525"/>
                    </a:lnTo>
                    <a:cubicBezTo>
                      <a:pt x="2888366" y="2544108"/>
                      <a:pt x="3261961" y="2420799"/>
                      <a:pt x="3362812" y="2002360"/>
                    </a:cubicBezTo>
                    <a:cubicBezTo>
                      <a:pt x="3355320" y="1625023"/>
                      <a:pt x="3366534" y="1729632"/>
                      <a:pt x="3289926" y="1346695"/>
                    </a:cubicBezTo>
                    <a:lnTo>
                      <a:pt x="3290031" y="1346798"/>
                    </a:lnTo>
                    <a:cubicBezTo>
                      <a:pt x="3068547" y="637774"/>
                      <a:pt x="2419129" y="439933"/>
                      <a:pt x="1700745" y="575031"/>
                    </a:cubicBezTo>
                    <a:cubicBezTo>
                      <a:pt x="890947" y="727320"/>
                      <a:pt x="415476" y="1491783"/>
                      <a:pt x="571995" y="2274165"/>
                    </a:cubicBezTo>
                    <a:cubicBezTo>
                      <a:pt x="728513" y="3056546"/>
                      <a:pt x="1580131" y="3572543"/>
                      <a:pt x="2267548" y="3408286"/>
                    </a:cubicBezTo>
                    <a:cubicBezTo>
                      <a:pt x="2796517" y="3281890"/>
                      <a:pt x="2641988" y="3320887"/>
                      <a:pt x="3194376" y="3072653"/>
                    </a:cubicBezTo>
                    <a:cubicBezTo>
                      <a:pt x="3249441" y="3306078"/>
                      <a:pt x="3239115" y="3309742"/>
                      <a:pt x="3268026" y="3509545"/>
                    </a:cubicBezTo>
                    <a:cubicBezTo>
                      <a:pt x="3021841" y="3717756"/>
                      <a:pt x="2685602" y="3836362"/>
                      <a:pt x="2347298" y="3904041"/>
                    </a:cubicBezTo>
                    <a:cubicBezTo>
                      <a:pt x="1157336" y="4112956"/>
                      <a:pt x="289475" y="3581660"/>
                      <a:pt x="42617" y="2380068"/>
                    </a:cubicBezTo>
                    <a:cubicBezTo>
                      <a:pt x="-204242" y="1178477"/>
                      <a:pt x="661862" y="219348"/>
                      <a:pt x="1594841" y="45653"/>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270" name="Google Shape;2270;p51"/>
              <p:cNvSpPr/>
              <p:nvPr/>
            </p:nvSpPr>
            <p:spPr>
              <a:xfrm>
                <a:off x="8506880" y="2771935"/>
                <a:ext cx="315652" cy="359610"/>
              </a:xfrm>
              <a:custGeom>
                <a:rect b="b" l="l" r="r" t="t"/>
                <a:pathLst>
                  <a:path extrusionOk="0" h="3938119" w="3456727">
                    <a:moveTo>
                      <a:pt x="1728364" y="1961325"/>
                    </a:moveTo>
                    <a:cubicBezTo>
                      <a:pt x="1726089" y="2407152"/>
                      <a:pt x="1737463" y="2812034"/>
                      <a:pt x="1735188" y="3257861"/>
                    </a:cubicBezTo>
                    <a:cubicBezTo>
                      <a:pt x="2394830" y="3057694"/>
                      <a:pt x="2610919" y="2352560"/>
                      <a:pt x="2765594" y="1981796"/>
                    </a:cubicBezTo>
                    <a:close/>
                    <a:moveTo>
                      <a:pt x="1728362" y="682044"/>
                    </a:moveTo>
                    <a:cubicBezTo>
                      <a:pt x="1355324" y="868563"/>
                      <a:pt x="1166530" y="952725"/>
                      <a:pt x="609247" y="1002767"/>
                    </a:cubicBezTo>
                    <a:cubicBezTo>
                      <a:pt x="606972" y="1330312"/>
                      <a:pt x="631992" y="1623739"/>
                      <a:pt x="704780" y="1964933"/>
                    </a:cubicBezTo>
                    <a:lnTo>
                      <a:pt x="1728363" y="1971757"/>
                    </a:lnTo>
                    <a:cubicBezTo>
                      <a:pt x="1728363" y="1541853"/>
                      <a:pt x="1728362" y="1111948"/>
                      <a:pt x="1728362" y="682044"/>
                    </a:cubicBezTo>
                    <a:close/>
                    <a:moveTo>
                      <a:pt x="1723409" y="487996"/>
                    </a:moveTo>
                    <a:cubicBezTo>
                      <a:pt x="1725062" y="488690"/>
                      <a:pt x="1726712" y="489384"/>
                      <a:pt x="1728363" y="490064"/>
                    </a:cubicBezTo>
                    <a:cubicBezTo>
                      <a:pt x="1730015" y="489384"/>
                      <a:pt x="1731666" y="488690"/>
                      <a:pt x="1733319" y="487996"/>
                    </a:cubicBezTo>
                    <a:lnTo>
                      <a:pt x="1733319" y="492131"/>
                    </a:lnTo>
                    <a:cubicBezTo>
                      <a:pt x="2179467" y="679460"/>
                      <a:pt x="2405896" y="769409"/>
                      <a:pt x="2817789" y="813808"/>
                    </a:cubicBezTo>
                    <a:cubicBezTo>
                      <a:pt x="2971516" y="823489"/>
                      <a:pt x="3036247" y="875307"/>
                      <a:pt x="3033236" y="1061333"/>
                    </a:cubicBezTo>
                    <a:cubicBezTo>
                      <a:pt x="3015439" y="2441328"/>
                      <a:pt x="2363638" y="3359629"/>
                      <a:pt x="1733319" y="3448048"/>
                    </a:cubicBezTo>
                    <a:lnTo>
                      <a:pt x="1733319" y="3450123"/>
                    </a:lnTo>
                    <a:lnTo>
                      <a:pt x="1728363" y="3449086"/>
                    </a:lnTo>
                    <a:lnTo>
                      <a:pt x="1723409" y="3450123"/>
                    </a:lnTo>
                    <a:lnTo>
                      <a:pt x="1723409" y="3448048"/>
                    </a:lnTo>
                    <a:cubicBezTo>
                      <a:pt x="1093089" y="3359629"/>
                      <a:pt x="441289" y="2441328"/>
                      <a:pt x="423491" y="1061333"/>
                    </a:cubicBezTo>
                    <a:cubicBezTo>
                      <a:pt x="420479" y="875307"/>
                      <a:pt x="485211" y="823489"/>
                      <a:pt x="638937" y="813808"/>
                    </a:cubicBezTo>
                    <a:cubicBezTo>
                      <a:pt x="1050832" y="769409"/>
                      <a:pt x="1277261" y="679460"/>
                      <a:pt x="1723409" y="492131"/>
                    </a:cubicBezTo>
                    <a:close/>
                    <a:moveTo>
                      <a:pt x="1722802" y="306889"/>
                    </a:moveTo>
                    <a:lnTo>
                      <a:pt x="1722802" y="311530"/>
                    </a:lnTo>
                    <a:cubicBezTo>
                      <a:pt x="1222099" y="521767"/>
                      <a:pt x="967982" y="622713"/>
                      <a:pt x="505720" y="672542"/>
                    </a:cubicBezTo>
                    <a:cubicBezTo>
                      <a:pt x="333196" y="683408"/>
                      <a:pt x="260550" y="741561"/>
                      <a:pt x="263929" y="950334"/>
                    </a:cubicBezTo>
                    <a:cubicBezTo>
                      <a:pt x="283902" y="2499079"/>
                      <a:pt x="1015407" y="3529669"/>
                      <a:pt x="1722802" y="3628902"/>
                    </a:cubicBezTo>
                    <a:lnTo>
                      <a:pt x="1722802" y="3631230"/>
                    </a:lnTo>
                    <a:lnTo>
                      <a:pt x="1728365" y="3630065"/>
                    </a:lnTo>
                    <a:lnTo>
                      <a:pt x="1733925" y="3631230"/>
                    </a:lnTo>
                    <a:lnTo>
                      <a:pt x="1733925" y="3628902"/>
                    </a:lnTo>
                    <a:cubicBezTo>
                      <a:pt x="2441322" y="3529669"/>
                      <a:pt x="3172826" y="2499079"/>
                      <a:pt x="3192800" y="950334"/>
                    </a:cubicBezTo>
                    <a:cubicBezTo>
                      <a:pt x="3196179" y="741561"/>
                      <a:pt x="3123532" y="683408"/>
                      <a:pt x="2951007" y="672542"/>
                    </a:cubicBezTo>
                    <a:cubicBezTo>
                      <a:pt x="2488747" y="622713"/>
                      <a:pt x="2234630" y="521767"/>
                      <a:pt x="1733925" y="311530"/>
                    </a:cubicBezTo>
                    <a:lnTo>
                      <a:pt x="1733925" y="306889"/>
                    </a:lnTo>
                    <a:cubicBezTo>
                      <a:pt x="1732071" y="307669"/>
                      <a:pt x="1730218" y="308445"/>
                      <a:pt x="1728365" y="309209"/>
                    </a:cubicBezTo>
                    <a:cubicBezTo>
                      <a:pt x="1726510" y="308445"/>
                      <a:pt x="1724659" y="307669"/>
                      <a:pt x="1722802" y="306889"/>
                    </a:cubicBezTo>
                    <a:close/>
                    <a:moveTo>
                      <a:pt x="1721800" y="0"/>
                    </a:moveTo>
                    <a:cubicBezTo>
                      <a:pt x="1723991" y="923"/>
                      <a:pt x="1726176" y="1844"/>
                      <a:pt x="1728363" y="2749"/>
                    </a:cubicBezTo>
                    <a:cubicBezTo>
                      <a:pt x="1730551" y="1844"/>
                      <a:pt x="1732737" y="923"/>
                      <a:pt x="1734926" y="0"/>
                    </a:cubicBezTo>
                    <a:lnTo>
                      <a:pt x="1734926" y="5497"/>
                    </a:lnTo>
                    <a:cubicBezTo>
                      <a:pt x="2325825" y="254550"/>
                      <a:pt x="2625718" y="374136"/>
                      <a:pt x="3171248" y="433164"/>
                    </a:cubicBezTo>
                    <a:cubicBezTo>
                      <a:pt x="3374850" y="446035"/>
                      <a:pt x="3460584" y="514926"/>
                      <a:pt x="3456595" y="762245"/>
                    </a:cubicBezTo>
                    <a:cubicBezTo>
                      <a:pt x="3433024" y="2596936"/>
                      <a:pt x="2569749" y="3817807"/>
                      <a:pt x="1734926" y="3935360"/>
                    </a:cubicBezTo>
                    <a:lnTo>
                      <a:pt x="1734926" y="3938119"/>
                    </a:lnTo>
                    <a:lnTo>
                      <a:pt x="1728363" y="3936740"/>
                    </a:lnTo>
                    <a:lnTo>
                      <a:pt x="1721800" y="3938119"/>
                    </a:lnTo>
                    <a:lnTo>
                      <a:pt x="1721800" y="3935360"/>
                    </a:lnTo>
                    <a:cubicBezTo>
                      <a:pt x="886977" y="3817807"/>
                      <a:pt x="23703" y="2596936"/>
                      <a:pt x="132" y="762245"/>
                    </a:cubicBezTo>
                    <a:cubicBezTo>
                      <a:pt x="-3858" y="514926"/>
                      <a:pt x="81876" y="446035"/>
                      <a:pt x="285478" y="433164"/>
                    </a:cubicBezTo>
                    <a:cubicBezTo>
                      <a:pt x="831010" y="374136"/>
                      <a:pt x="1130903" y="254550"/>
                      <a:pt x="1721800" y="549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271" name="Google Shape;2271;p51"/>
              <p:cNvSpPr/>
              <p:nvPr/>
            </p:nvSpPr>
            <p:spPr>
              <a:xfrm>
                <a:off x="9655543" y="2519661"/>
                <a:ext cx="338578" cy="338540"/>
              </a:xfrm>
              <a:custGeom>
                <a:rect b="b" l="l" r="r" t="t"/>
                <a:pathLst>
                  <a:path extrusionOk="0" h="3960000" w="3960440">
                    <a:moveTo>
                      <a:pt x="2764687" y="782779"/>
                    </a:moveTo>
                    <a:cubicBezTo>
                      <a:pt x="2512183" y="782779"/>
                      <a:pt x="2307488" y="987475"/>
                      <a:pt x="2307487" y="1239980"/>
                    </a:cubicBezTo>
                    <a:cubicBezTo>
                      <a:pt x="2307487" y="1241985"/>
                      <a:pt x="2307500" y="1243987"/>
                      <a:pt x="2308092" y="1245978"/>
                    </a:cubicBezTo>
                    <a:lnTo>
                      <a:pt x="1570677" y="1632536"/>
                    </a:lnTo>
                    <a:cubicBezTo>
                      <a:pt x="1488749" y="1552118"/>
                      <a:pt x="1376387" y="1502860"/>
                      <a:pt x="1252520" y="1502859"/>
                    </a:cubicBezTo>
                    <a:cubicBezTo>
                      <a:pt x="1000014" y="1502859"/>
                      <a:pt x="795319" y="1707555"/>
                      <a:pt x="795319" y="1960060"/>
                    </a:cubicBezTo>
                    <a:cubicBezTo>
                      <a:pt x="795319" y="2212565"/>
                      <a:pt x="1000014" y="2417260"/>
                      <a:pt x="1252520" y="2417260"/>
                    </a:cubicBezTo>
                    <a:cubicBezTo>
                      <a:pt x="1361432" y="2417260"/>
                      <a:pt x="1461449" y="2379178"/>
                      <a:pt x="1538674" y="2313987"/>
                    </a:cubicBezTo>
                    <a:lnTo>
                      <a:pt x="2308734" y="2717656"/>
                    </a:lnTo>
                    <a:cubicBezTo>
                      <a:pt x="2314220" y="2964461"/>
                      <a:pt x="2516327" y="3162492"/>
                      <a:pt x="2764688" y="3162492"/>
                    </a:cubicBezTo>
                    <a:cubicBezTo>
                      <a:pt x="3017192" y="3162492"/>
                      <a:pt x="3221888" y="2957797"/>
                      <a:pt x="3221887" y="2705292"/>
                    </a:cubicBezTo>
                    <a:cubicBezTo>
                      <a:pt x="3221887" y="2452786"/>
                      <a:pt x="3017192" y="2248092"/>
                      <a:pt x="2764688" y="2248092"/>
                    </a:cubicBezTo>
                    <a:cubicBezTo>
                      <a:pt x="2638870" y="2248092"/>
                      <a:pt x="2524924" y="2298913"/>
                      <a:pt x="2442337" y="2381228"/>
                    </a:cubicBezTo>
                    <a:lnTo>
                      <a:pt x="1706164" y="1995322"/>
                    </a:lnTo>
                    <a:lnTo>
                      <a:pt x="1709074" y="1966451"/>
                    </a:lnTo>
                    <a:lnTo>
                      <a:pt x="2455698" y="1575067"/>
                    </a:lnTo>
                    <a:cubicBezTo>
                      <a:pt x="2536225" y="1651261"/>
                      <a:pt x="2645094" y="1697180"/>
                      <a:pt x="2764687" y="1697179"/>
                    </a:cubicBezTo>
                    <a:cubicBezTo>
                      <a:pt x="3017193" y="1697180"/>
                      <a:pt x="3221887" y="1492485"/>
                      <a:pt x="3221888" y="1239980"/>
                    </a:cubicBezTo>
                    <a:cubicBezTo>
                      <a:pt x="3221887" y="987475"/>
                      <a:pt x="3017193" y="782779"/>
                      <a:pt x="2764687" y="782779"/>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272" name="Google Shape;2272;p51"/>
              <p:cNvSpPr/>
              <p:nvPr/>
            </p:nvSpPr>
            <p:spPr>
              <a:xfrm rot="2648398">
                <a:off x="8942310" y="2514803"/>
                <a:ext cx="148930" cy="380894"/>
              </a:xfrm>
              <a:custGeom>
                <a:rect b="b" l="l" r="r" t="t"/>
                <a:pathLst>
                  <a:path extrusionOk="0" h="4764557" w="1862952">
                    <a:moveTo>
                      <a:pt x="289679" y="2004751"/>
                    </a:moveTo>
                    <a:cubicBezTo>
                      <a:pt x="458860" y="1838972"/>
                      <a:pt x="691283" y="1737733"/>
                      <a:pt x="946849" y="1740329"/>
                    </a:cubicBezTo>
                    <a:cubicBezTo>
                      <a:pt x="982916" y="1740695"/>
                      <a:pt x="1018481" y="1743119"/>
                      <a:pt x="1053366" y="1748014"/>
                    </a:cubicBezTo>
                    <a:cubicBezTo>
                      <a:pt x="1317748" y="1888655"/>
                      <a:pt x="1203170" y="2165630"/>
                      <a:pt x="978473" y="2204473"/>
                    </a:cubicBezTo>
                    <a:cubicBezTo>
                      <a:pt x="966642" y="2201190"/>
                      <a:pt x="954470" y="2200566"/>
                      <a:pt x="942176" y="2200441"/>
                    </a:cubicBezTo>
                    <a:cubicBezTo>
                      <a:pt x="697403" y="2197955"/>
                      <a:pt x="496962" y="2394367"/>
                      <a:pt x="494475" y="2639137"/>
                    </a:cubicBezTo>
                    <a:lnTo>
                      <a:pt x="482110" y="3856696"/>
                    </a:lnTo>
                    <a:cubicBezTo>
                      <a:pt x="479624" y="4101467"/>
                      <a:pt x="676035" y="4301910"/>
                      <a:pt x="920807" y="4304396"/>
                    </a:cubicBezTo>
                    <a:cubicBezTo>
                      <a:pt x="1043193" y="4305639"/>
                      <a:pt x="1154496" y="4257158"/>
                      <a:pt x="1235513" y="4177768"/>
                    </a:cubicBezTo>
                    <a:cubicBezTo>
                      <a:pt x="1316531" y="4098380"/>
                      <a:pt x="1367262" y="3988084"/>
                      <a:pt x="1368506" y="3865699"/>
                    </a:cubicBezTo>
                    <a:lnTo>
                      <a:pt x="1375662" y="3161156"/>
                    </a:lnTo>
                    <a:cubicBezTo>
                      <a:pt x="1504082" y="3167548"/>
                      <a:pt x="1792622" y="2981572"/>
                      <a:pt x="1861834" y="2783546"/>
                    </a:cubicBezTo>
                    <a:lnTo>
                      <a:pt x="1851019" y="3848423"/>
                    </a:lnTo>
                    <a:cubicBezTo>
                      <a:pt x="1848423" y="4103989"/>
                      <a:pt x="1742485" y="4334308"/>
                      <a:pt x="1573304" y="4500088"/>
                    </a:cubicBezTo>
                    <a:cubicBezTo>
                      <a:pt x="1404123" y="4665866"/>
                      <a:pt x="1171700" y="4767105"/>
                      <a:pt x="916134" y="4764509"/>
                    </a:cubicBezTo>
                    <a:cubicBezTo>
                      <a:pt x="405002" y="4759318"/>
                      <a:pt x="-5143" y="4340756"/>
                      <a:pt x="48" y="3829624"/>
                    </a:cubicBezTo>
                    <a:lnTo>
                      <a:pt x="11964" y="2656415"/>
                    </a:lnTo>
                    <a:cubicBezTo>
                      <a:pt x="14559" y="2400849"/>
                      <a:pt x="120498" y="2170529"/>
                      <a:pt x="289679" y="2004751"/>
                    </a:cubicBezTo>
                    <a:close/>
                    <a:moveTo>
                      <a:pt x="282968" y="271082"/>
                    </a:moveTo>
                    <a:cubicBezTo>
                      <a:pt x="450457" y="103594"/>
                      <a:pt x="681840" y="0"/>
                      <a:pt x="937419" y="0"/>
                    </a:cubicBezTo>
                    <a:cubicBezTo>
                      <a:pt x="1448577" y="0"/>
                      <a:pt x="1862952" y="414375"/>
                      <a:pt x="1862952" y="925533"/>
                    </a:cubicBezTo>
                    <a:lnTo>
                      <a:pt x="1862952" y="2098803"/>
                    </a:lnTo>
                    <a:cubicBezTo>
                      <a:pt x="1862952" y="2609961"/>
                      <a:pt x="1448577" y="3024336"/>
                      <a:pt x="937419" y="3024336"/>
                    </a:cubicBezTo>
                    <a:cubicBezTo>
                      <a:pt x="901350" y="3024336"/>
                      <a:pt x="865762" y="3022273"/>
                      <a:pt x="830829" y="3017733"/>
                    </a:cubicBezTo>
                    <a:cubicBezTo>
                      <a:pt x="565032" y="2879784"/>
                      <a:pt x="676792" y="2601660"/>
                      <a:pt x="901083" y="2560538"/>
                    </a:cubicBezTo>
                    <a:cubicBezTo>
                      <a:pt x="912947" y="2563700"/>
                      <a:pt x="925124" y="2564200"/>
                      <a:pt x="937419" y="2564200"/>
                    </a:cubicBezTo>
                    <a:cubicBezTo>
                      <a:pt x="1182204" y="2564200"/>
                      <a:pt x="1380640" y="2365763"/>
                      <a:pt x="1380641" y="2120980"/>
                    </a:cubicBezTo>
                    <a:lnTo>
                      <a:pt x="1380640" y="903358"/>
                    </a:lnTo>
                    <a:cubicBezTo>
                      <a:pt x="1380640" y="658574"/>
                      <a:pt x="1182204" y="460137"/>
                      <a:pt x="937419" y="460137"/>
                    </a:cubicBezTo>
                    <a:cubicBezTo>
                      <a:pt x="815027" y="460137"/>
                      <a:pt x="704222" y="509746"/>
                      <a:pt x="624015" y="589954"/>
                    </a:cubicBezTo>
                    <a:cubicBezTo>
                      <a:pt x="543808" y="670161"/>
                      <a:pt x="494199" y="780966"/>
                      <a:pt x="494199" y="903358"/>
                    </a:cubicBezTo>
                    <a:lnTo>
                      <a:pt x="494198" y="1607937"/>
                    </a:lnTo>
                    <a:cubicBezTo>
                      <a:pt x="365720" y="1602850"/>
                      <a:pt x="79084" y="1791747"/>
                      <a:pt x="11886" y="1990465"/>
                    </a:cubicBezTo>
                    <a:lnTo>
                      <a:pt x="11886" y="925533"/>
                    </a:lnTo>
                    <a:cubicBezTo>
                      <a:pt x="11886" y="669954"/>
                      <a:pt x="115480" y="438571"/>
                      <a:pt x="282968" y="271082"/>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273" name="Google Shape;2273;p51"/>
              <p:cNvSpPr/>
              <p:nvPr/>
            </p:nvSpPr>
            <p:spPr>
              <a:xfrm rot="8580000">
                <a:off x="8651645" y="4749636"/>
                <a:ext cx="318301" cy="317452"/>
              </a:xfrm>
              <a:custGeom>
                <a:rect b="b" l="l" r="r" t="t"/>
                <a:pathLst>
                  <a:path extrusionOk="0" h="3862045" w="3872365">
                    <a:moveTo>
                      <a:pt x="1786489" y="808318"/>
                    </a:moveTo>
                    <a:cubicBezTo>
                      <a:pt x="1525809" y="610106"/>
                      <a:pt x="1257124" y="397966"/>
                      <a:pt x="1040385" y="230829"/>
                    </a:cubicBezTo>
                    <a:cubicBezTo>
                      <a:pt x="1905215" y="-194386"/>
                      <a:pt x="2650439" y="24572"/>
                      <a:pt x="3162062" y="429660"/>
                    </a:cubicBezTo>
                    <a:cubicBezTo>
                      <a:pt x="3007351" y="875340"/>
                      <a:pt x="2905932" y="1443216"/>
                      <a:pt x="2745609" y="1410478"/>
                    </a:cubicBezTo>
                    <a:cubicBezTo>
                      <a:pt x="2633182" y="1430335"/>
                      <a:pt x="2220955" y="1138671"/>
                      <a:pt x="1786489" y="808318"/>
                    </a:cubicBezTo>
                    <a:close/>
                    <a:moveTo>
                      <a:pt x="2701004" y="2590217"/>
                    </a:moveTo>
                    <a:cubicBezTo>
                      <a:pt x="2682933" y="2576481"/>
                      <a:pt x="2672282" y="2559744"/>
                      <a:pt x="2670336" y="2539383"/>
                    </a:cubicBezTo>
                    <a:cubicBezTo>
                      <a:pt x="2587360" y="2376647"/>
                      <a:pt x="3042640" y="1246798"/>
                      <a:pt x="3299881" y="563773"/>
                    </a:cubicBezTo>
                    <a:cubicBezTo>
                      <a:pt x="3959368" y="1266493"/>
                      <a:pt x="3967860" y="2043171"/>
                      <a:pt x="3730056" y="2650875"/>
                    </a:cubicBezTo>
                    <a:cubicBezTo>
                      <a:pt x="3317547" y="2635434"/>
                      <a:pt x="2827499" y="2686366"/>
                      <a:pt x="2701004" y="2590217"/>
                    </a:cubicBezTo>
                    <a:close/>
                    <a:moveTo>
                      <a:pt x="19691" y="2248546"/>
                    </a:moveTo>
                    <a:cubicBezTo>
                      <a:pt x="-100797" y="1292396"/>
                      <a:pt x="348853" y="659059"/>
                      <a:pt x="898439" y="307194"/>
                    </a:cubicBezTo>
                    <a:cubicBezTo>
                      <a:pt x="1269469" y="598575"/>
                      <a:pt x="1773388" y="879352"/>
                      <a:pt x="1690237" y="1020281"/>
                    </a:cubicBezTo>
                    <a:cubicBezTo>
                      <a:pt x="1661713" y="1200709"/>
                      <a:pt x="629275" y="1847170"/>
                      <a:pt x="19691" y="2248546"/>
                    </a:cubicBezTo>
                    <a:close/>
                    <a:moveTo>
                      <a:pt x="1805382" y="3858278"/>
                    </a:moveTo>
                    <a:cubicBezTo>
                      <a:pt x="1676483" y="3404460"/>
                      <a:pt x="1433840" y="2881111"/>
                      <a:pt x="1583946" y="2815971"/>
                    </a:cubicBezTo>
                    <a:cubicBezTo>
                      <a:pt x="1713076" y="2686769"/>
                      <a:pt x="2928316" y="2770622"/>
                      <a:pt x="3657403" y="2804207"/>
                    </a:cubicBezTo>
                    <a:cubicBezTo>
                      <a:pt x="3192869" y="3648569"/>
                      <a:pt x="2456828" y="3896652"/>
                      <a:pt x="1805382" y="3858278"/>
                    </a:cubicBezTo>
                    <a:close/>
                    <a:moveTo>
                      <a:pt x="762284" y="3480575"/>
                    </a:moveTo>
                    <a:cubicBezTo>
                      <a:pt x="380940" y="3198297"/>
                      <a:pt x="161300" y="2806810"/>
                      <a:pt x="58293" y="2412172"/>
                    </a:cubicBezTo>
                    <a:cubicBezTo>
                      <a:pt x="450067" y="2149344"/>
                      <a:pt x="872820" y="1756853"/>
                      <a:pt x="981158" y="1879484"/>
                    </a:cubicBezTo>
                    <a:cubicBezTo>
                      <a:pt x="1143940" y="1962367"/>
                      <a:pt x="1439720" y="3144041"/>
                      <a:pt x="1633080" y="3847823"/>
                    </a:cubicBezTo>
                    <a:cubicBezTo>
                      <a:pt x="1278110" y="3779994"/>
                      <a:pt x="991090" y="3649942"/>
                      <a:pt x="762284" y="348057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274" name="Google Shape;2274;p51"/>
              <p:cNvSpPr/>
              <p:nvPr/>
            </p:nvSpPr>
            <p:spPr>
              <a:xfrm>
                <a:off x="8268788" y="3120081"/>
                <a:ext cx="291831" cy="251871"/>
              </a:xfrm>
              <a:custGeom>
                <a:rect b="b" l="l" r="r" t="t"/>
                <a:pathLst>
                  <a:path extrusionOk="0" h="316007" w="366142">
                    <a:moveTo>
                      <a:pt x="241139" y="0"/>
                    </a:moveTo>
                    <a:cubicBezTo>
                      <a:pt x="265040" y="0"/>
                      <a:pt x="292051" y="14516"/>
                      <a:pt x="306633" y="31202"/>
                    </a:cubicBezTo>
                    <a:cubicBezTo>
                      <a:pt x="327151" y="29858"/>
                      <a:pt x="335397" y="19692"/>
                      <a:pt x="349699" y="10558"/>
                    </a:cubicBezTo>
                    <a:cubicBezTo>
                      <a:pt x="343170" y="29574"/>
                      <a:pt x="336047" y="54091"/>
                      <a:pt x="325569" y="59830"/>
                    </a:cubicBezTo>
                    <a:cubicBezTo>
                      <a:pt x="340338" y="61437"/>
                      <a:pt x="353079" y="55334"/>
                      <a:pt x="366142" y="52395"/>
                    </a:cubicBezTo>
                    <a:cubicBezTo>
                      <a:pt x="361514" y="66282"/>
                      <a:pt x="342655" y="74263"/>
                      <a:pt x="334454" y="94697"/>
                    </a:cubicBezTo>
                    <a:cubicBezTo>
                      <a:pt x="326254" y="115131"/>
                      <a:pt x="329982" y="126199"/>
                      <a:pt x="316939" y="174999"/>
                    </a:cubicBezTo>
                    <a:cubicBezTo>
                      <a:pt x="296102" y="242622"/>
                      <a:pt x="276174" y="279635"/>
                      <a:pt x="184305" y="311458"/>
                    </a:cubicBezTo>
                    <a:cubicBezTo>
                      <a:pt x="152057" y="320905"/>
                      <a:pt x="83508" y="315693"/>
                      <a:pt x="27716" y="295316"/>
                    </a:cubicBezTo>
                    <a:lnTo>
                      <a:pt x="0" y="281129"/>
                    </a:lnTo>
                    <a:lnTo>
                      <a:pt x="0" y="268036"/>
                    </a:lnTo>
                    <a:lnTo>
                      <a:pt x="23178" y="266110"/>
                    </a:lnTo>
                    <a:cubicBezTo>
                      <a:pt x="63548" y="261698"/>
                      <a:pt x="90116" y="254801"/>
                      <a:pt x="108726" y="240807"/>
                    </a:cubicBezTo>
                    <a:cubicBezTo>
                      <a:pt x="87700" y="241375"/>
                      <a:pt x="35310" y="244403"/>
                      <a:pt x="20535" y="200079"/>
                    </a:cubicBezTo>
                    <a:cubicBezTo>
                      <a:pt x="37583" y="203299"/>
                      <a:pt x="59856" y="197334"/>
                      <a:pt x="70653" y="194871"/>
                    </a:cubicBezTo>
                    <a:cubicBezTo>
                      <a:pt x="57204" y="189662"/>
                      <a:pt x="37595" y="181773"/>
                      <a:pt x="20899" y="168840"/>
                    </a:cubicBezTo>
                    <a:lnTo>
                      <a:pt x="0" y="146258"/>
                    </a:lnTo>
                    <a:lnTo>
                      <a:pt x="0" y="116697"/>
                    </a:lnTo>
                    <a:lnTo>
                      <a:pt x="14104" y="121836"/>
                    </a:lnTo>
                    <a:cubicBezTo>
                      <a:pt x="23887" y="123910"/>
                      <a:pt x="33812" y="125203"/>
                      <a:pt x="40441" y="126434"/>
                    </a:cubicBezTo>
                    <a:cubicBezTo>
                      <a:pt x="9945" y="103325"/>
                      <a:pt x="-5039" y="60063"/>
                      <a:pt x="20722" y="8541"/>
                    </a:cubicBezTo>
                    <a:cubicBezTo>
                      <a:pt x="76047" y="73391"/>
                      <a:pt x="116697" y="97001"/>
                      <a:pt x="168525" y="104817"/>
                    </a:cubicBezTo>
                    <a:cubicBezTo>
                      <a:pt x="166649" y="98530"/>
                      <a:pt x="164888" y="89662"/>
                      <a:pt x="165796" y="68430"/>
                    </a:cubicBezTo>
                    <a:cubicBezTo>
                      <a:pt x="166838" y="44047"/>
                      <a:pt x="190944" y="0"/>
                      <a:pt x="241139"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2275" name="Google Shape;2275;p51"/>
              <p:cNvSpPr/>
              <p:nvPr/>
            </p:nvSpPr>
            <p:spPr>
              <a:xfrm>
                <a:off x="10509375" y="4197069"/>
                <a:ext cx="172150" cy="348350"/>
              </a:xfrm>
              <a:custGeom>
                <a:rect b="b" l="l" r="r" t="t"/>
                <a:pathLst>
                  <a:path extrusionOk="0" h="455920" w="225309">
                    <a:moveTo>
                      <a:pt x="139383" y="455355"/>
                    </a:moveTo>
                    <a:lnTo>
                      <a:pt x="139383" y="455920"/>
                    </a:lnTo>
                    <a:lnTo>
                      <a:pt x="139383" y="455355"/>
                    </a:lnTo>
                    <a:close/>
                    <a:moveTo>
                      <a:pt x="54403" y="455920"/>
                    </a:moveTo>
                    <a:lnTo>
                      <a:pt x="54403" y="455355"/>
                    </a:lnTo>
                    <a:lnTo>
                      <a:pt x="54403" y="455920"/>
                    </a:lnTo>
                    <a:close/>
                    <a:moveTo>
                      <a:pt x="193296" y="6"/>
                    </a:moveTo>
                    <a:cubicBezTo>
                      <a:pt x="204595" y="73"/>
                      <a:pt x="214144" y="770"/>
                      <a:pt x="225309" y="2823"/>
                    </a:cubicBezTo>
                    <a:cubicBezTo>
                      <a:pt x="225271" y="27274"/>
                      <a:pt x="222913" y="50194"/>
                      <a:pt x="219909" y="69600"/>
                    </a:cubicBezTo>
                    <a:cubicBezTo>
                      <a:pt x="188141" y="67117"/>
                      <a:pt x="138250" y="66776"/>
                      <a:pt x="139383" y="96177"/>
                    </a:cubicBezTo>
                    <a:lnTo>
                      <a:pt x="139383" y="140898"/>
                    </a:lnTo>
                    <a:lnTo>
                      <a:pt x="217171" y="140898"/>
                    </a:lnTo>
                    <a:lnTo>
                      <a:pt x="211626" y="215050"/>
                    </a:lnTo>
                    <a:lnTo>
                      <a:pt x="139383" y="216436"/>
                    </a:lnTo>
                    <a:lnTo>
                      <a:pt x="139383" y="455355"/>
                    </a:lnTo>
                    <a:lnTo>
                      <a:pt x="54403" y="455355"/>
                    </a:lnTo>
                    <a:lnTo>
                      <a:pt x="54403" y="216436"/>
                    </a:lnTo>
                    <a:lnTo>
                      <a:pt x="0" y="216436"/>
                    </a:lnTo>
                    <a:lnTo>
                      <a:pt x="0" y="140898"/>
                    </a:lnTo>
                    <a:lnTo>
                      <a:pt x="54403" y="140898"/>
                    </a:lnTo>
                    <a:lnTo>
                      <a:pt x="54403" y="90429"/>
                    </a:lnTo>
                    <a:cubicBezTo>
                      <a:pt x="54356" y="90266"/>
                      <a:pt x="54310" y="90103"/>
                      <a:pt x="54263" y="89940"/>
                    </a:cubicBezTo>
                    <a:cubicBezTo>
                      <a:pt x="54393" y="21715"/>
                      <a:pt x="104084" y="2174"/>
                      <a:pt x="150786" y="971"/>
                    </a:cubicBezTo>
                    <a:cubicBezTo>
                      <a:pt x="168948" y="503"/>
                      <a:pt x="181997" y="-60"/>
                      <a:pt x="193296" y="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2276" name="Google Shape;2276;p51"/>
              <p:cNvSpPr/>
              <p:nvPr/>
            </p:nvSpPr>
            <p:spPr>
              <a:xfrm>
                <a:off x="8105957" y="3478924"/>
                <a:ext cx="284621" cy="282605"/>
              </a:xfrm>
              <a:custGeom>
                <a:rect b="b" l="l" r="r" t="t"/>
                <a:pathLst>
                  <a:path extrusionOk="0" h="297454" w="299575">
                    <a:moveTo>
                      <a:pt x="249204" y="123541"/>
                    </a:moveTo>
                    <a:cubicBezTo>
                      <a:pt x="240190" y="123011"/>
                      <a:pt x="239659" y="128843"/>
                      <a:pt x="241250" y="136266"/>
                    </a:cubicBezTo>
                    <a:cubicBezTo>
                      <a:pt x="245492" y="158536"/>
                      <a:pt x="240720" y="179214"/>
                      <a:pt x="229055" y="198302"/>
                    </a:cubicBezTo>
                    <a:cubicBezTo>
                      <a:pt x="206255" y="234888"/>
                      <a:pt x="158536" y="250264"/>
                      <a:pt x="116648" y="234888"/>
                    </a:cubicBezTo>
                    <a:cubicBezTo>
                      <a:pt x="83774" y="222692"/>
                      <a:pt x="50901" y="185577"/>
                      <a:pt x="59914" y="135736"/>
                    </a:cubicBezTo>
                    <a:cubicBezTo>
                      <a:pt x="60444" y="132555"/>
                      <a:pt x="62565" y="127252"/>
                      <a:pt x="58324" y="125662"/>
                    </a:cubicBezTo>
                    <a:cubicBezTo>
                      <a:pt x="51431" y="122481"/>
                      <a:pt x="43477" y="123541"/>
                      <a:pt x="36585" y="125131"/>
                    </a:cubicBezTo>
                    <a:cubicBezTo>
                      <a:pt x="30222" y="126722"/>
                      <a:pt x="31813" y="133085"/>
                      <a:pt x="31813" y="137857"/>
                    </a:cubicBezTo>
                    <a:cubicBezTo>
                      <a:pt x="31813" y="174442"/>
                      <a:pt x="31813" y="210497"/>
                      <a:pt x="31813" y="247082"/>
                    </a:cubicBezTo>
                    <a:cubicBezTo>
                      <a:pt x="31813" y="262989"/>
                      <a:pt x="35524" y="266701"/>
                      <a:pt x="51961" y="266701"/>
                    </a:cubicBezTo>
                    <a:cubicBezTo>
                      <a:pt x="84835" y="266701"/>
                      <a:pt x="117178" y="266701"/>
                      <a:pt x="150052" y="266701"/>
                    </a:cubicBezTo>
                    <a:cubicBezTo>
                      <a:pt x="183456" y="266701"/>
                      <a:pt x="217390" y="266701"/>
                      <a:pt x="250794" y="266701"/>
                    </a:cubicBezTo>
                    <a:cubicBezTo>
                      <a:pt x="262459" y="266701"/>
                      <a:pt x="269352" y="261929"/>
                      <a:pt x="269352" y="250264"/>
                    </a:cubicBezTo>
                    <a:cubicBezTo>
                      <a:pt x="269352" y="211558"/>
                      <a:pt x="269352" y="173382"/>
                      <a:pt x="269352" y="134675"/>
                    </a:cubicBezTo>
                    <a:cubicBezTo>
                      <a:pt x="268822" y="126987"/>
                      <a:pt x="265773" y="124337"/>
                      <a:pt x="261863" y="123541"/>
                    </a:cubicBezTo>
                    <a:cubicBezTo>
                      <a:pt x="257952" y="122746"/>
                      <a:pt x="253180" y="123806"/>
                      <a:pt x="249204" y="123541"/>
                    </a:cubicBezTo>
                    <a:close/>
                    <a:moveTo>
                      <a:pt x="151642" y="88016"/>
                    </a:moveTo>
                    <a:cubicBezTo>
                      <a:pt x="116648" y="87486"/>
                      <a:pt x="89076" y="113997"/>
                      <a:pt x="89076" y="147931"/>
                    </a:cubicBezTo>
                    <a:cubicBezTo>
                      <a:pt x="89076" y="180805"/>
                      <a:pt x="117178" y="208377"/>
                      <a:pt x="150582" y="208377"/>
                    </a:cubicBezTo>
                    <a:cubicBezTo>
                      <a:pt x="183986" y="208377"/>
                      <a:pt x="212088" y="181335"/>
                      <a:pt x="212088" y="148461"/>
                    </a:cubicBezTo>
                    <a:cubicBezTo>
                      <a:pt x="212088" y="115058"/>
                      <a:pt x="185577" y="88546"/>
                      <a:pt x="151642" y="88016"/>
                    </a:cubicBezTo>
                    <a:close/>
                    <a:moveTo>
                      <a:pt x="234357" y="29162"/>
                    </a:moveTo>
                    <a:cubicBezTo>
                      <a:pt x="207846" y="29162"/>
                      <a:pt x="204135" y="32873"/>
                      <a:pt x="203605" y="60444"/>
                    </a:cubicBezTo>
                    <a:cubicBezTo>
                      <a:pt x="203605" y="90137"/>
                      <a:pt x="205195" y="92258"/>
                      <a:pt x="235948" y="92258"/>
                    </a:cubicBezTo>
                    <a:cubicBezTo>
                      <a:pt x="267762" y="92258"/>
                      <a:pt x="268822" y="91197"/>
                      <a:pt x="268822" y="59914"/>
                    </a:cubicBezTo>
                    <a:cubicBezTo>
                      <a:pt x="268822" y="57794"/>
                      <a:pt x="268822" y="55673"/>
                      <a:pt x="268822" y="53552"/>
                    </a:cubicBezTo>
                    <a:cubicBezTo>
                      <a:pt x="268822" y="35524"/>
                      <a:pt x="263519" y="29692"/>
                      <a:pt x="245492" y="29162"/>
                    </a:cubicBezTo>
                    <a:cubicBezTo>
                      <a:pt x="241781" y="29162"/>
                      <a:pt x="238069" y="29162"/>
                      <a:pt x="234357" y="29162"/>
                    </a:cubicBezTo>
                    <a:close/>
                    <a:moveTo>
                      <a:pt x="41887" y="0"/>
                    </a:moveTo>
                    <a:cubicBezTo>
                      <a:pt x="113998" y="0"/>
                      <a:pt x="186108" y="0"/>
                      <a:pt x="258217" y="0"/>
                    </a:cubicBezTo>
                    <a:cubicBezTo>
                      <a:pt x="284728" y="0"/>
                      <a:pt x="299575" y="14846"/>
                      <a:pt x="299575" y="41887"/>
                    </a:cubicBezTo>
                    <a:cubicBezTo>
                      <a:pt x="299575" y="112937"/>
                      <a:pt x="299575" y="184517"/>
                      <a:pt x="299575" y="255567"/>
                    </a:cubicBezTo>
                    <a:cubicBezTo>
                      <a:pt x="299575" y="283138"/>
                      <a:pt x="285789" y="297454"/>
                      <a:pt x="257687" y="297454"/>
                    </a:cubicBezTo>
                    <a:cubicBezTo>
                      <a:pt x="221632" y="297454"/>
                      <a:pt x="185577" y="297454"/>
                      <a:pt x="149522" y="297454"/>
                    </a:cubicBezTo>
                    <a:cubicBezTo>
                      <a:pt x="113467" y="297454"/>
                      <a:pt x="77412" y="297454"/>
                      <a:pt x="41357" y="297454"/>
                    </a:cubicBezTo>
                    <a:cubicBezTo>
                      <a:pt x="14315" y="297454"/>
                      <a:pt x="0" y="283138"/>
                      <a:pt x="0" y="256096"/>
                    </a:cubicBezTo>
                    <a:cubicBezTo>
                      <a:pt x="0" y="184517"/>
                      <a:pt x="0" y="112937"/>
                      <a:pt x="0" y="41357"/>
                    </a:cubicBezTo>
                    <a:cubicBezTo>
                      <a:pt x="0" y="14315"/>
                      <a:pt x="14846" y="0"/>
                      <a:pt x="41887"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grpSp>
        <p:grpSp>
          <p:nvGrpSpPr>
            <p:cNvPr id="2277" name="Google Shape;2277;p51"/>
            <p:cNvGrpSpPr/>
            <p:nvPr/>
          </p:nvGrpSpPr>
          <p:grpSpPr>
            <a:xfrm>
              <a:off x="8955547" y="3191206"/>
              <a:ext cx="1044109" cy="1340343"/>
              <a:chOff x="3425013" y="0"/>
              <a:chExt cx="5341478" cy="6856954"/>
            </a:xfrm>
          </p:grpSpPr>
          <p:sp>
            <p:nvSpPr>
              <p:cNvPr id="2278" name="Google Shape;2278;p51"/>
              <p:cNvSpPr/>
              <p:nvPr/>
            </p:nvSpPr>
            <p:spPr>
              <a:xfrm>
                <a:off x="3425013" y="0"/>
                <a:ext cx="5341478" cy="6856954"/>
              </a:xfrm>
              <a:custGeom>
                <a:rect b="b" l="l" r="r" t="t"/>
                <a:pathLst>
                  <a:path extrusionOk="0" h="6856954" w="5341478">
                    <a:moveTo>
                      <a:pt x="2688415" y="0"/>
                    </a:moveTo>
                    <a:cubicBezTo>
                      <a:pt x="2688415" y="0"/>
                      <a:pt x="956487" y="1166644"/>
                      <a:pt x="25123" y="1019550"/>
                    </a:cubicBezTo>
                    <a:cubicBezTo>
                      <a:pt x="-26116" y="2058707"/>
                      <a:pt x="15276" y="3058651"/>
                      <a:pt x="25123" y="3846231"/>
                    </a:cubicBezTo>
                    <a:cubicBezTo>
                      <a:pt x="54577" y="5744861"/>
                      <a:pt x="2642056" y="6856955"/>
                      <a:pt x="2642056" y="6856955"/>
                    </a:cubicBezTo>
                    <a:cubicBezTo>
                      <a:pt x="2642056" y="6856955"/>
                      <a:pt x="5064141" y="5921234"/>
                      <a:pt x="5338636" y="3952543"/>
                    </a:cubicBezTo>
                    <a:cubicBezTo>
                      <a:pt x="5328789" y="2980224"/>
                      <a:pt x="5348483" y="1950827"/>
                      <a:pt x="5338636" y="1048917"/>
                    </a:cubicBezTo>
                    <a:cubicBezTo>
                      <a:pt x="3593636" y="764663"/>
                      <a:pt x="2688415" y="0"/>
                      <a:pt x="2688415" y="0"/>
                    </a:cubicBezTo>
                    <a:close/>
                  </a:path>
                </a:pathLst>
              </a:custGeom>
              <a:noFill/>
              <a:ln cap="flat" cmpd="sng" w="3175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279" name="Google Shape;2279;p51"/>
              <p:cNvSpPr/>
              <p:nvPr/>
            </p:nvSpPr>
            <p:spPr>
              <a:xfrm>
                <a:off x="3692070" y="321376"/>
                <a:ext cx="4817313" cy="6184138"/>
              </a:xfrm>
              <a:custGeom>
                <a:rect b="b" l="l" r="r" t="t"/>
                <a:pathLst>
                  <a:path extrusionOk="0" h="6184138" w="4817313">
                    <a:moveTo>
                      <a:pt x="2424582" y="0"/>
                    </a:moveTo>
                    <a:cubicBezTo>
                      <a:pt x="2424582" y="0"/>
                      <a:pt x="862578" y="1052141"/>
                      <a:pt x="22626" y="919512"/>
                    </a:cubicBezTo>
                    <a:cubicBezTo>
                      <a:pt x="-23559" y="1856714"/>
                      <a:pt x="13825" y="2758537"/>
                      <a:pt x="22626" y="3468824"/>
                    </a:cubicBezTo>
                    <a:cubicBezTo>
                      <a:pt x="49117" y="5181145"/>
                      <a:pt x="2382841" y="6184138"/>
                      <a:pt x="2382841" y="6184138"/>
                    </a:cubicBezTo>
                    <a:cubicBezTo>
                      <a:pt x="2382841" y="6184138"/>
                      <a:pt x="4567206" y="5340265"/>
                      <a:pt x="4814773" y="3564766"/>
                    </a:cubicBezTo>
                    <a:cubicBezTo>
                      <a:pt x="4805973" y="2687778"/>
                      <a:pt x="4823575" y="1759465"/>
                      <a:pt x="4814773" y="946003"/>
                    </a:cubicBezTo>
                    <a:cubicBezTo>
                      <a:pt x="3240919" y="689634"/>
                      <a:pt x="2424582" y="0"/>
                      <a:pt x="2424582"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280" name="Google Shape;2280;p51"/>
              <p:cNvSpPr/>
              <p:nvPr/>
            </p:nvSpPr>
            <p:spPr>
              <a:xfrm>
                <a:off x="5077582" y="3107623"/>
                <a:ext cx="1971904" cy="1813799"/>
              </a:xfrm>
              <a:custGeom>
                <a:rect b="b" l="l" r="r" t="t"/>
                <a:pathLst>
                  <a:path extrusionOk="0" h="1813799" w="1971904">
                    <a:moveTo>
                      <a:pt x="1970433" y="1441139"/>
                    </a:moveTo>
                    <a:cubicBezTo>
                      <a:pt x="1467194" y="1954225"/>
                      <a:pt x="555524" y="1921547"/>
                      <a:pt x="0" y="1441139"/>
                    </a:cubicBezTo>
                    <a:cubicBezTo>
                      <a:pt x="0" y="1079329"/>
                      <a:pt x="0" y="0"/>
                      <a:pt x="0" y="0"/>
                    </a:cubicBezTo>
                    <a:lnTo>
                      <a:pt x="1970433" y="0"/>
                    </a:lnTo>
                    <a:cubicBezTo>
                      <a:pt x="1970433" y="87"/>
                      <a:pt x="1973745" y="1079329"/>
                      <a:pt x="1970433" y="144113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281" name="Google Shape;2281;p51"/>
              <p:cNvSpPr/>
              <p:nvPr/>
            </p:nvSpPr>
            <p:spPr>
              <a:xfrm>
                <a:off x="5332382" y="1718072"/>
                <a:ext cx="1483576" cy="1261366"/>
              </a:xfrm>
              <a:custGeom>
                <a:rect b="b" l="l" r="r" t="t"/>
                <a:pathLst>
                  <a:path extrusionOk="0" h="1261366" w="1483576">
                    <a:moveTo>
                      <a:pt x="741832" y="0"/>
                    </a:moveTo>
                    <a:lnTo>
                      <a:pt x="741832" y="0"/>
                    </a:lnTo>
                    <a:cubicBezTo>
                      <a:pt x="332182" y="0"/>
                      <a:pt x="0" y="332095"/>
                      <a:pt x="0" y="741745"/>
                    </a:cubicBezTo>
                    <a:lnTo>
                      <a:pt x="0" y="1261367"/>
                    </a:lnTo>
                    <a:lnTo>
                      <a:pt x="292445" y="1261367"/>
                    </a:lnTo>
                    <a:lnTo>
                      <a:pt x="292445" y="735209"/>
                    </a:lnTo>
                    <a:cubicBezTo>
                      <a:pt x="292445" y="499231"/>
                      <a:pt x="483720" y="307956"/>
                      <a:pt x="719698" y="307956"/>
                    </a:cubicBezTo>
                    <a:lnTo>
                      <a:pt x="719698" y="307956"/>
                    </a:lnTo>
                    <a:cubicBezTo>
                      <a:pt x="955676" y="307956"/>
                      <a:pt x="1146950" y="499231"/>
                      <a:pt x="1146950" y="735209"/>
                    </a:cubicBezTo>
                    <a:lnTo>
                      <a:pt x="1146950" y="1261367"/>
                    </a:lnTo>
                    <a:lnTo>
                      <a:pt x="1483576" y="1261367"/>
                    </a:lnTo>
                    <a:lnTo>
                      <a:pt x="1483576" y="741745"/>
                    </a:lnTo>
                    <a:cubicBezTo>
                      <a:pt x="1483664" y="332095"/>
                      <a:pt x="1151569" y="0"/>
                      <a:pt x="741832"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282" name="Google Shape;2282;p51"/>
              <p:cNvSpPr/>
              <p:nvPr/>
            </p:nvSpPr>
            <p:spPr>
              <a:xfrm>
                <a:off x="5864640" y="3547424"/>
                <a:ext cx="405205" cy="796469"/>
              </a:xfrm>
              <a:custGeom>
                <a:rect b="b" l="l" r="r" t="t"/>
                <a:pathLst>
                  <a:path extrusionOk="0" h="796469" w="405205">
                    <a:moveTo>
                      <a:pt x="353618" y="639528"/>
                    </a:moveTo>
                    <a:lnTo>
                      <a:pt x="310135" y="639528"/>
                    </a:lnTo>
                    <a:cubicBezTo>
                      <a:pt x="311006" y="635781"/>
                      <a:pt x="311529" y="631947"/>
                      <a:pt x="311529" y="628026"/>
                    </a:cubicBezTo>
                    <a:lnTo>
                      <a:pt x="311529" y="570861"/>
                    </a:lnTo>
                    <a:cubicBezTo>
                      <a:pt x="311529" y="543324"/>
                      <a:pt x="289221" y="521016"/>
                      <a:pt x="261685" y="521016"/>
                    </a:cubicBezTo>
                    <a:lnTo>
                      <a:pt x="261423" y="521016"/>
                    </a:lnTo>
                    <a:lnTo>
                      <a:pt x="261423" y="396492"/>
                    </a:lnTo>
                    <a:cubicBezTo>
                      <a:pt x="344643" y="371308"/>
                      <a:pt x="405206" y="294014"/>
                      <a:pt x="405206" y="202603"/>
                    </a:cubicBezTo>
                    <a:cubicBezTo>
                      <a:pt x="405206" y="90714"/>
                      <a:pt x="314492" y="0"/>
                      <a:pt x="202603" y="0"/>
                    </a:cubicBezTo>
                    <a:cubicBezTo>
                      <a:pt x="90714" y="0"/>
                      <a:pt x="0" y="90714"/>
                      <a:pt x="0" y="202603"/>
                    </a:cubicBezTo>
                    <a:cubicBezTo>
                      <a:pt x="0" y="294014"/>
                      <a:pt x="60563" y="371308"/>
                      <a:pt x="143783" y="396492"/>
                    </a:cubicBezTo>
                    <a:lnTo>
                      <a:pt x="143783" y="521016"/>
                    </a:lnTo>
                    <a:lnTo>
                      <a:pt x="143521" y="521016"/>
                    </a:lnTo>
                    <a:cubicBezTo>
                      <a:pt x="115985" y="521016"/>
                      <a:pt x="93677" y="543324"/>
                      <a:pt x="93677" y="570861"/>
                    </a:cubicBezTo>
                    <a:lnTo>
                      <a:pt x="93677" y="628026"/>
                    </a:lnTo>
                    <a:cubicBezTo>
                      <a:pt x="93677" y="632034"/>
                      <a:pt x="94199" y="635868"/>
                      <a:pt x="95071" y="639528"/>
                    </a:cubicBezTo>
                    <a:lnTo>
                      <a:pt x="51587" y="639528"/>
                    </a:lnTo>
                    <a:cubicBezTo>
                      <a:pt x="35118" y="639528"/>
                      <a:pt x="21785" y="652861"/>
                      <a:pt x="21785" y="669330"/>
                    </a:cubicBezTo>
                    <a:lnTo>
                      <a:pt x="21785" y="766667"/>
                    </a:lnTo>
                    <a:cubicBezTo>
                      <a:pt x="21785" y="783137"/>
                      <a:pt x="35118" y="796469"/>
                      <a:pt x="51587" y="796469"/>
                    </a:cubicBezTo>
                    <a:lnTo>
                      <a:pt x="353705" y="796469"/>
                    </a:lnTo>
                    <a:cubicBezTo>
                      <a:pt x="370175" y="796469"/>
                      <a:pt x="383508" y="783137"/>
                      <a:pt x="383508" y="766667"/>
                    </a:cubicBezTo>
                    <a:lnTo>
                      <a:pt x="383508" y="669330"/>
                    </a:lnTo>
                    <a:cubicBezTo>
                      <a:pt x="383333" y="652861"/>
                      <a:pt x="370001" y="639528"/>
                      <a:pt x="353618" y="63952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grpSp>
      <p:sp>
        <p:nvSpPr>
          <p:cNvPr id="2283" name="Google Shape;2283;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ransition spd="slow">
    <p:push/>
  </p:transition>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7" name="Shape 2287"/>
        <p:cNvGrpSpPr/>
        <p:nvPr/>
      </p:nvGrpSpPr>
      <p:grpSpPr>
        <a:xfrm>
          <a:off x="0" y="0"/>
          <a:ext cx="0" cy="0"/>
          <a:chOff x="0" y="0"/>
          <a:chExt cx="0" cy="0"/>
        </a:xfrm>
      </p:grpSpPr>
      <p:grpSp>
        <p:nvGrpSpPr>
          <p:cNvPr id="2288" name="Google Shape;2288;p52"/>
          <p:cNvGrpSpPr/>
          <p:nvPr/>
        </p:nvGrpSpPr>
        <p:grpSpPr>
          <a:xfrm>
            <a:off x="155100" y="20496"/>
            <a:ext cx="768029" cy="1252175"/>
            <a:chOff x="169229" y="2084489"/>
            <a:chExt cx="1306245" cy="1903654"/>
          </a:xfrm>
        </p:grpSpPr>
        <p:sp>
          <p:nvSpPr>
            <p:cNvPr id="2289" name="Google Shape;2289;p52"/>
            <p:cNvSpPr/>
            <p:nvPr/>
          </p:nvSpPr>
          <p:spPr>
            <a:xfrm>
              <a:off x="1162276" y="2834478"/>
              <a:ext cx="313198" cy="613622"/>
            </a:xfrm>
            <a:custGeom>
              <a:rect b="b" l="l" r="r" t="t"/>
              <a:pathLst>
                <a:path extrusionOk="0" h="613622" w="313198">
                  <a:moveTo>
                    <a:pt x="297384" y="307094"/>
                  </a:moveTo>
                  <a:cubicBezTo>
                    <a:pt x="292364" y="293707"/>
                    <a:pt x="287509" y="280038"/>
                    <a:pt x="294721" y="265708"/>
                  </a:cubicBezTo>
                  <a:cubicBezTo>
                    <a:pt x="294815" y="265520"/>
                    <a:pt x="294203" y="264954"/>
                    <a:pt x="293543" y="264011"/>
                  </a:cubicBezTo>
                  <a:cubicBezTo>
                    <a:pt x="278907" y="272732"/>
                    <a:pt x="270799" y="262338"/>
                    <a:pt x="263140" y="252463"/>
                  </a:cubicBezTo>
                  <a:cubicBezTo>
                    <a:pt x="257860" y="245675"/>
                    <a:pt x="254396" y="237474"/>
                    <a:pt x="249187" y="230639"/>
                  </a:cubicBezTo>
                  <a:cubicBezTo>
                    <a:pt x="243413" y="223050"/>
                    <a:pt x="236790" y="216027"/>
                    <a:pt x="230050" y="209262"/>
                  </a:cubicBezTo>
                  <a:cubicBezTo>
                    <a:pt x="225972" y="205162"/>
                    <a:pt x="219798" y="202828"/>
                    <a:pt x="216592" y="198280"/>
                  </a:cubicBezTo>
                  <a:cubicBezTo>
                    <a:pt x="205209" y="182135"/>
                    <a:pt x="194980" y="165190"/>
                    <a:pt x="183785" y="148904"/>
                  </a:cubicBezTo>
                  <a:cubicBezTo>
                    <a:pt x="175701" y="137120"/>
                    <a:pt x="167075" y="125642"/>
                    <a:pt x="158049" y="114565"/>
                  </a:cubicBezTo>
                  <a:cubicBezTo>
                    <a:pt x="155527" y="111478"/>
                    <a:pt x="150672" y="108697"/>
                    <a:pt x="146830" y="108626"/>
                  </a:cubicBezTo>
                  <a:cubicBezTo>
                    <a:pt x="138110" y="108461"/>
                    <a:pt x="135494" y="107259"/>
                    <a:pt x="134905" y="98445"/>
                  </a:cubicBezTo>
                  <a:cubicBezTo>
                    <a:pt x="133538" y="78011"/>
                    <a:pt x="121895" y="64318"/>
                    <a:pt x="105633" y="53806"/>
                  </a:cubicBezTo>
                  <a:cubicBezTo>
                    <a:pt x="103276" y="52274"/>
                    <a:pt x="98044" y="51284"/>
                    <a:pt x="97030" y="52510"/>
                  </a:cubicBezTo>
                  <a:cubicBezTo>
                    <a:pt x="95192" y="54678"/>
                    <a:pt x="94014" y="59581"/>
                    <a:pt x="95286" y="61749"/>
                  </a:cubicBezTo>
                  <a:cubicBezTo>
                    <a:pt x="99293" y="68607"/>
                    <a:pt x="104007" y="75277"/>
                    <a:pt x="109474" y="81028"/>
                  </a:cubicBezTo>
                  <a:cubicBezTo>
                    <a:pt x="116309" y="88192"/>
                    <a:pt x="121094" y="95711"/>
                    <a:pt x="121023" y="108202"/>
                  </a:cubicBezTo>
                  <a:cubicBezTo>
                    <a:pt x="115744" y="104879"/>
                    <a:pt x="111619" y="103135"/>
                    <a:pt x="108602" y="100212"/>
                  </a:cubicBezTo>
                  <a:cubicBezTo>
                    <a:pt x="92930" y="85105"/>
                    <a:pt x="77540" y="69715"/>
                    <a:pt x="62032" y="54419"/>
                  </a:cubicBezTo>
                  <a:cubicBezTo>
                    <a:pt x="45652" y="38275"/>
                    <a:pt x="29390" y="21989"/>
                    <a:pt x="12798" y="6081"/>
                  </a:cubicBezTo>
                  <a:cubicBezTo>
                    <a:pt x="9922" y="3323"/>
                    <a:pt x="5656" y="1980"/>
                    <a:pt x="2027" y="0"/>
                  </a:cubicBezTo>
                  <a:cubicBezTo>
                    <a:pt x="1343" y="683"/>
                    <a:pt x="660" y="1367"/>
                    <a:pt x="0" y="2050"/>
                  </a:cubicBezTo>
                  <a:cubicBezTo>
                    <a:pt x="2098" y="6623"/>
                    <a:pt x="3465" y="11713"/>
                    <a:pt x="6387" y="15649"/>
                  </a:cubicBezTo>
                  <a:cubicBezTo>
                    <a:pt x="23686" y="38840"/>
                    <a:pt x="40537" y="62409"/>
                    <a:pt x="59062" y="84586"/>
                  </a:cubicBezTo>
                  <a:cubicBezTo>
                    <a:pt x="92623" y="124747"/>
                    <a:pt x="125077" y="165755"/>
                    <a:pt x="149328" y="212185"/>
                  </a:cubicBezTo>
                  <a:cubicBezTo>
                    <a:pt x="181735" y="274240"/>
                    <a:pt x="204949" y="340137"/>
                    <a:pt x="225713" y="406929"/>
                  </a:cubicBezTo>
                  <a:cubicBezTo>
                    <a:pt x="236932" y="443012"/>
                    <a:pt x="237969" y="480863"/>
                    <a:pt x="246312" y="517417"/>
                  </a:cubicBezTo>
                  <a:cubicBezTo>
                    <a:pt x="252722" y="545534"/>
                    <a:pt x="259062" y="573651"/>
                    <a:pt x="265756" y="601697"/>
                  </a:cubicBezTo>
                  <a:cubicBezTo>
                    <a:pt x="266769" y="605892"/>
                    <a:pt x="269621" y="609663"/>
                    <a:pt x="271600" y="613623"/>
                  </a:cubicBezTo>
                  <a:cubicBezTo>
                    <a:pt x="272308" y="613481"/>
                    <a:pt x="272991" y="613316"/>
                    <a:pt x="273698" y="613175"/>
                  </a:cubicBezTo>
                  <a:cubicBezTo>
                    <a:pt x="274452" y="610417"/>
                    <a:pt x="275914" y="607660"/>
                    <a:pt x="275843" y="604926"/>
                  </a:cubicBezTo>
                  <a:cubicBezTo>
                    <a:pt x="275442" y="587391"/>
                    <a:pt x="276927" y="569432"/>
                    <a:pt x="273698" y="552392"/>
                  </a:cubicBezTo>
                  <a:cubicBezTo>
                    <a:pt x="263776" y="500071"/>
                    <a:pt x="251945" y="448103"/>
                    <a:pt x="240985" y="395970"/>
                  </a:cubicBezTo>
                  <a:cubicBezTo>
                    <a:pt x="234457" y="364836"/>
                    <a:pt x="228070" y="333656"/>
                    <a:pt x="221895" y="302451"/>
                  </a:cubicBezTo>
                  <a:cubicBezTo>
                    <a:pt x="221188" y="298845"/>
                    <a:pt x="222154" y="294909"/>
                    <a:pt x="222366" y="291139"/>
                  </a:cubicBezTo>
                  <a:cubicBezTo>
                    <a:pt x="223521" y="290879"/>
                    <a:pt x="224676" y="290620"/>
                    <a:pt x="225831" y="290361"/>
                  </a:cubicBezTo>
                  <a:cubicBezTo>
                    <a:pt x="228730" y="295286"/>
                    <a:pt x="232336" y="299953"/>
                    <a:pt x="234363" y="305209"/>
                  </a:cubicBezTo>
                  <a:cubicBezTo>
                    <a:pt x="240090" y="319915"/>
                    <a:pt x="244332" y="335235"/>
                    <a:pt x="250719" y="349635"/>
                  </a:cubicBezTo>
                  <a:cubicBezTo>
                    <a:pt x="256847" y="363517"/>
                    <a:pt x="264082" y="377092"/>
                    <a:pt x="272402" y="389748"/>
                  </a:cubicBezTo>
                  <a:cubicBezTo>
                    <a:pt x="277917" y="398138"/>
                    <a:pt x="285789" y="398728"/>
                    <a:pt x="295805" y="394650"/>
                  </a:cubicBezTo>
                  <a:cubicBezTo>
                    <a:pt x="294792" y="393236"/>
                    <a:pt x="294132" y="391468"/>
                    <a:pt x="292883" y="390691"/>
                  </a:cubicBezTo>
                  <a:cubicBezTo>
                    <a:pt x="283644" y="384869"/>
                    <a:pt x="278011" y="376055"/>
                    <a:pt x="274075" y="366415"/>
                  </a:cubicBezTo>
                  <a:cubicBezTo>
                    <a:pt x="266439" y="347726"/>
                    <a:pt x="259793" y="328612"/>
                    <a:pt x="252227" y="309875"/>
                  </a:cubicBezTo>
                  <a:cubicBezTo>
                    <a:pt x="247632" y="298468"/>
                    <a:pt x="242376" y="287297"/>
                    <a:pt x="236743" y="276361"/>
                  </a:cubicBezTo>
                  <a:cubicBezTo>
                    <a:pt x="235305" y="273557"/>
                    <a:pt x="231417" y="271742"/>
                    <a:pt x="228306" y="270139"/>
                  </a:cubicBezTo>
                  <a:cubicBezTo>
                    <a:pt x="223686" y="267782"/>
                    <a:pt x="217653" y="267170"/>
                    <a:pt x="214188" y="263776"/>
                  </a:cubicBezTo>
                  <a:cubicBezTo>
                    <a:pt x="207330" y="257106"/>
                    <a:pt x="201202" y="249493"/>
                    <a:pt x="195899" y="241504"/>
                  </a:cubicBezTo>
                  <a:cubicBezTo>
                    <a:pt x="178930" y="215979"/>
                    <a:pt x="162267" y="190219"/>
                    <a:pt x="145887" y="164294"/>
                  </a:cubicBezTo>
                  <a:cubicBezTo>
                    <a:pt x="138911" y="153241"/>
                    <a:pt x="132760" y="141669"/>
                    <a:pt x="126609" y="130120"/>
                  </a:cubicBezTo>
                  <a:cubicBezTo>
                    <a:pt x="125030" y="127174"/>
                    <a:pt x="124888" y="123498"/>
                    <a:pt x="124063" y="120151"/>
                  </a:cubicBezTo>
                  <a:cubicBezTo>
                    <a:pt x="124912" y="119632"/>
                    <a:pt x="125760" y="119114"/>
                    <a:pt x="126609" y="118595"/>
                  </a:cubicBezTo>
                  <a:cubicBezTo>
                    <a:pt x="133066" y="125171"/>
                    <a:pt x="140207" y="131228"/>
                    <a:pt x="145887" y="138440"/>
                  </a:cubicBezTo>
                  <a:cubicBezTo>
                    <a:pt x="176998" y="177893"/>
                    <a:pt x="208296" y="217181"/>
                    <a:pt x="238393" y="257389"/>
                  </a:cubicBezTo>
                  <a:cubicBezTo>
                    <a:pt x="258049" y="283667"/>
                    <a:pt x="277610" y="310205"/>
                    <a:pt x="291115" y="340538"/>
                  </a:cubicBezTo>
                  <a:cubicBezTo>
                    <a:pt x="293330" y="345510"/>
                    <a:pt x="297526" y="350130"/>
                    <a:pt x="301909" y="353406"/>
                  </a:cubicBezTo>
                  <a:cubicBezTo>
                    <a:pt x="304549" y="355362"/>
                    <a:pt x="309357" y="354443"/>
                    <a:pt x="313199" y="354796"/>
                  </a:cubicBezTo>
                  <a:cubicBezTo>
                    <a:pt x="313199" y="351332"/>
                    <a:pt x="313199" y="347867"/>
                    <a:pt x="313199" y="344379"/>
                  </a:cubicBezTo>
                  <a:cubicBezTo>
                    <a:pt x="307848" y="331959"/>
                    <a:pt x="302121" y="319727"/>
                    <a:pt x="297384" y="3070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290" name="Google Shape;2290;p52"/>
            <p:cNvSpPr/>
            <p:nvPr/>
          </p:nvSpPr>
          <p:spPr>
            <a:xfrm>
              <a:off x="720533" y="2084489"/>
              <a:ext cx="230932" cy="61420"/>
            </a:xfrm>
            <a:custGeom>
              <a:rect b="b" l="l" r="r" t="t"/>
              <a:pathLst>
                <a:path extrusionOk="0" h="61420" w="230932">
                  <a:moveTo>
                    <a:pt x="21640" y="61089"/>
                  </a:moveTo>
                  <a:cubicBezTo>
                    <a:pt x="44878" y="58190"/>
                    <a:pt x="68163" y="54938"/>
                    <a:pt x="91543" y="53830"/>
                  </a:cubicBezTo>
                  <a:cubicBezTo>
                    <a:pt x="124421" y="52251"/>
                    <a:pt x="157369" y="52628"/>
                    <a:pt x="190294" y="51803"/>
                  </a:cubicBezTo>
                  <a:cubicBezTo>
                    <a:pt x="200145" y="51544"/>
                    <a:pt x="210044" y="50554"/>
                    <a:pt x="219754" y="48975"/>
                  </a:cubicBezTo>
                  <a:cubicBezTo>
                    <a:pt x="230855" y="47160"/>
                    <a:pt x="233730" y="42022"/>
                    <a:pt x="228192" y="32359"/>
                  </a:cubicBezTo>
                  <a:cubicBezTo>
                    <a:pt x="221758" y="21117"/>
                    <a:pt x="213768" y="10747"/>
                    <a:pt x="206438" y="0"/>
                  </a:cubicBezTo>
                  <a:cubicBezTo>
                    <a:pt x="204953" y="0"/>
                    <a:pt x="203469" y="0"/>
                    <a:pt x="201984" y="0"/>
                  </a:cubicBezTo>
                  <a:cubicBezTo>
                    <a:pt x="202926" y="3983"/>
                    <a:pt x="203398" y="8178"/>
                    <a:pt x="204883" y="11949"/>
                  </a:cubicBezTo>
                  <a:cubicBezTo>
                    <a:pt x="208159" y="20222"/>
                    <a:pt x="207075" y="24935"/>
                    <a:pt x="198637" y="27787"/>
                  </a:cubicBezTo>
                  <a:cubicBezTo>
                    <a:pt x="191025" y="30356"/>
                    <a:pt x="182870" y="32171"/>
                    <a:pt x="174880" y="32548"/>
                  </a:cubicBezTo>
                  <a:cubicBezTo>
                    <a:pt x="131633" y="34622"/>
                    <a:pt x="89210" y="27622"/>
                    <a:pt x="46834" y="20057"/>
                  </a:cubicBezTo>
                  <a:cubicBezTo>
                    <a:pt x="36158" y="18148"/>
                    <a:pt x="25387" y="16356"/>
                    <a:pt x="14593" y="15696"/>
                  </a:cubicBezTo>
                  <a:cubicBezTo>
                    <a:pt x="4293" y="15060"/>
                    <a:pt x="287" y="19067"/>
                    <a:pt x="27" y="29036"/>
                  </a:cubicBezTo>
                  <a:cubicBezTo>
                    <a:pt x="-138" y="35164"/>
                    <a:pt x="452" y="41409"/>
                    <a:pt x="1512" y="47466"/>
                  </a:cubicBezTo>
                  <a:cubicBezTo>
                    <a:pt x="3539" y="59251"/>
                    <a:pt x="9643" y="62574"/>
                    <a:pt x="21640" y="6108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291" name="Google Shape;2291;p52"/>
            <p:cNvSpPr/>
            <p:nvPr/>
          </p:nvSpPr>
          <p:spPr>
            <a:xfrm>
              <a:off x="517440" y="2721140"/>
              <a:ext cx="900505" cy="1154323"/>
            </a:xfrm>
            <a:custGeom>
              <a:rect b="b" l="l" r="r" t="t"/>
              <a:pathLst>
                <a:path extrusionOk="0" h="1154323" w="900505">
                  <a:moveTo>
                    <a:pt x="894354" y="849656"/>
                  </a:moveTo>
                  <a:cubicBezTo>
                    <a:pt x="889475" y="846993"/>
                    <a:pt x="887283" y="843835"/>
                    <a:pt x="886671" y="839027"/>
                  </a:cubicBezTo>
                  <a:cubicBezTo>
                    <a:pt x="884573" y="822859"/>
                    <a:pt x="881981" y="806715"/>
                    <a:pt x="880896" y="790477"/>
                  </a:cubicBezTo>
                  <a:cubicBezTo>
                    <a:pt x="878869" y="760592"/>
                    <a:pt x="878115" y="730637"/>
                    <a:pt x="876253" y="700752"/>
                  </a:cubicBezTo>
                  <a:cubicBezTo>
                    <a:pt x="873590" y="658023"/>
                    <a:pt x="867439" y="615695"/>
                    <a:pt x="858059" y="573955"/>
                  </a:cubicBezTo>
                  <a:cubicBezTo>
                    <a:pt x="854170" y="556727"/>
                    <a:pt x="848019" y="539993"/>
                    <a:pt x="842433" y="523213"/>
                  </a:cubicBezTo>
                  <a:cubicBezTo>
                    <a:pt x="841608" y="520714"/>
                    <a:pt x="838191" y="519065"/>
                    <a:pt x="835952" y="517014"/>
                  </a:cubicBezTo>
                  <a:cubicBezTo>
                    <a:pt x="834019" y="519630"/>
                    <a:pt x="830814" y="522034"/>
                    <a:pt x="830390" y="524862"/>
                  </a:cubicBezTo>
                  <a:cubicBezTo>
                    <a:pt x="829070" y="533583"/>
                    <a:pt x="828245" y="542492"/>
                    <a:pt x="828268" y="551306"/>
                  </a:cubicBezTo>
                  <a:cubicBezTo>
                    <a:pt x="828292" y="560356"/>
                    <a:pt x="829565" y="569406"/>
                    <a:pt x="830272" y="578433"/>
                  </a:cubicBezTo>
                  <a:cubicBezTo>
                    <a:pt x="829565" y="578551"/>
                    <a:pt x="828858" y="578645"/>
                    <a:pt x="828174" y="578763"/>
                  </a:cubicBezTo>
                  <a:cubicBezTo>
                    <a:pt x="824380" y="566602"/>
                    <a:pt x="820609" y="554441"/>
                    <a:pt x="816791" y="542279"/>
                  </a:cubicBezTo>
                  <a:cubicBezTo>
                    <a:pt x="802744" y="497570"/>
                    <a:pt x="790159" y="452414"/>
                    <a:pt x="770833" y="409496"/>
                  </a:cubicBezTo>
                  <a:cubicBezTo>
                    <a:pt x="757564" y="380036"/>
                    <a:pt x="745497" y="350010"/>
                    <a:pt x="733100" y="320149"/>
                  </a:cubicBezTo>
                  <a:cubicBezTo>
                    <a:pt x="730625" y="314186"/>
                    <a:pt x="729070" y="307823"/>
                    <a:pt x="727090" y="301648"/>
                  </a:cubicBezTo>
                  <a:cubicBezTo>
                    <a:pt x="727797" y="301318"/>
                    <a:pt x="728480" y="300964"/>
                    <a:pt x="729188" y="300634"/>
                  </a:cubicBezTo>
                  <a:cubicBezTo>
                    <a:pt x="731851" y="304664"/>
                    <a:pt x="734867" y="308482"/>
                    <a:pt x="737106" y="312725"/>
                  </a:cubicBezTo>
                  <a:cubicBezTo>
                    <a:pt x="753321" y="343269"/>
                    <a:pt x="768994" y="374120"/>
                    <a:pt x="785633" y="404452"/>
                  </a:cubicBezTo>
                  <a:cubicBezTo>
                    <a:pt x="799162" y="429128"/>
                    <a:pt x="813680" y="453262"/>
                    <a:pt x="828009" y="477490"/>
                  </a:cubicBezTo>
                  <a:cubicBezTo>
                    <a:pt x="829848" y="480578"/>
                    <a:pt x="833123" y="482817"/>
                    <a:pt x="837107" y="486800"/>
                  </a:cubicBezTo>
                  <a:cubicBezTo>
                    <a:pt x="838827" y="473861"/>
                    <a:pt x="834632" y="464481"/>
                    <a:pt x="831262" y="455171"/>
                  </a:cubicBezTo>
                  <a:cubicBezTo>
                    <a:pt x="815518" y="411664"/>
                    <a:pt x="795839" y="369854"/>
                    <a:pt x="773449" y="329458"/>
                  </a:cubicBezTo>
                  <a:cubicBezTo>
                    <a:pt x="758624" y="302708"/>
                    <a:pt x="741844" y="277019"/>
                    <a:pt x="725676" y="251023"/>
                  </a:cubicBezTo>
                  <a:cubicBezTo>
                    <a:pt x="723413" y="247370"/>
                    <a:pt x="719619" y="244660"/>
                    <a:pt x="716531" y="241525"/>
                  </a:cubicBezTo>
                  <a:cubicBezTo>
                    <a:pt x="715824" y="241973"/>
                    <a:pt x="715141" y="242421"/>
                    <a:pt x="714434" y="242868"/>
                  </a:cubicBezTo>
                  <a:cubicBezTo>
                    <a:pt x="715212" y="246639"/>
                    <a:pt x="716154" y="250363"/>
                    <a:pt x="716696" y="254181"/>
                  </a:cubicBezTo>
                  <a:cubicBezTo>
                    <a:pt x="717545" y="260003"/>
                    <a:pt x="719006" y="265942"/>
                    <a:pt x="718535" y="271716"/>
                  </a:cubicBezTo>
                  <a:cubicBezTo>
                    <a:pt x="718275" y="274898"/>
                    <a:pt x="715235" y="279234"/>
                    <a:pt x="712336" y="280554"/>
                  </a:cubicBezTo>
                  <a:cubicBezTo>
                    <a:pt x="702320" y="285079"/>
                    <a:pt x="700364" y="287742"/>
                    <a:pt x="703522" y="298490"/>
                  </a:cubicBezTo>
                  <a:cubicBezTo>
                    <a:pt x="709814" y="319772"/>
                    <a:pt x="715871" y="341124"/>
                    <a:pt x="722942" y="362147"/>
                  </a:cubicBezTo>
                  <a:cubicBezTo>
                    <a:pt x="737083" y="404240"/>
                    <a:pt x="752190" y="446097"/>
                    <a:pt x="756503" y="490689"/>
                  </a:cubicBezTo>
                  <a:cubicBezTo>
                    <a:pt x="758789" y="514280"/>
                    <a:pt x="760251" y="537990"/>
                    <a:pt x="761547" y="561653"/>
                  </a:cubicBezTo>
                  <a:cubicBezTo>
                    <a:pt x="761853" y="567450"/>
                    <a:pt x="761476" y="573908"/>
                    <a:pt x="755914" y="578457"/>
                  </a:cubicBezTo>
                  <a:cubicBezTo>
                    <a:pt x="748584" y="574167"/>
                    <a:pt x="746746" y="566838"/>
                    <a:pt x="745803" y="560026"/>
                  </a:cubicBezTo>
                  <a:cubicBezTo>
                    <a:pt x="742834" y="538744"/>
                    <a:pt x="741160" y="517273"/>
                    <a:pt x="738214" y="495991"/>
                  </a:cubicBezTo>
                  <a:cubicBezTo>
                    <a:pt x="730484" y="440158"/>
                    <a:pt x="715754" y="386328"/>
                    <a:pt x="691997" y="335067"/>
                  </a:cubicBezTo>
                  <a:cubicBezTo>
                    <a:pt x="687660" y="325711"/>
                    <a:pt x="684102" y="315930"/>
                    <a:pt x="680943" y="306126"/>
                  </a:cubicBezTo>
                  <a:cubicBezTo>
                    <a:pt x="678469" y="298466"/>
                    <a:pt x="680637" y="292008"/>
                    <a:pt x="687048" y="286258"/>
                  </a:cubicBezTo>
                  <a:cubicBezTo>
                    <a:pt x="691219" y="282534"/>
                    <a:pt x="694637" y="277019"/>
                    <a:pt x="696333" y="271669"/>
                  </a:cubicBezTo>
                  <a:cubicBezTo>
                    <a:pt x="700316" y="259178"/>
                    <a:pt x="697630" y="246757"/>
                    <a:pt x="693411" y="234667"/>
                  </a:cubicBezTo>
                  <a:cubicBezTo>
                    <a:pt x="686883" y="215930"/>
                    <a:pt x="674344" y="201483"/>
                    <a:pt x="660345" y="187884"/>
                  </a:cubicBezTo>
                  <a:cubicBezTo>
                    <a:pt x="664658" y="203957"/>
                    <a:pt x="670078" y="219512"/>
                    <a:pt x="674745" y="235279"/>
                  </a:cubicBezTo>
                  <a:cubicBezTo>
                    <a:pt x="678092" y="246592"/>
                    <a:pt x="681226" y="258070"/>
                    <a:pt x="683017" y="269689"/>
                  </a:cubicBezTo>
                  <a:cubicBezTo>
                    <a:pt x="684573" y="279753"/>
                    <a:pt x="682640" y="280837"/>
                    <a:pt x="672671" y="279588"/>
                  </a:cubicBezTo>
                  <a:cubicBezTo>
                    <a:pt x="670220" y="279281"/>
                    <a:pt x="667722" y="279234"/>
                    <a:pt x="665247" y="279281"/>
                  </a:cubicBezTo>
                  <a:cubicBezTo>
                    <a:pt x="657422" y="279423"/>
                    <a:pt x="653722" y="282463"/>
                    <a:pt x="654971" y="290146"/>
                  </a:cubicBezTo>
                  <a:cubicBezTo>
                    <a:pt x="656597" y="300021"/>
                    <a:pt x="659402" y="309826"/>
                    <a:pt x="662796" y="319277"/>
                  </a:cubicBezTo>
                  <a:cubicBezTo>
                    <a:pt x="671375" y="343175"/>
                    <a:pt x="680660" y="366814"/>
                    <a:pt x="689357" y="390665"/>
                  </a:cubicBezTo>
                  <a:cubicBezTo>
                    <a:pt x="690583" y="393988"/>
                    <a:pt x="691832" y="399314"/>
                    <a:pt x="690182" y="401294"/>
                  </a:cubicBezTo>
                  <a:cubicBezTo>
                    <a:pt x="686058" y="406244"/>
                    <a:pt x="689169" y="409519"/>
                    <a:pt x="691101" y="413173"/>
                  </a:cubicBezTo>
                  <a:cubicBezTo>
                    <a:pt x="692704" y="416213"/>
                    <a:pt x="695061" y="418852"/>
                    <a:pt x="696852" y="421822"/>
                  </a:cubicBezTo>
                  <a:cubicBezTo>
                    <a:pt x="706161" y="437165"/>
                    <a:pt x="709956" y="453710"/>
                    <a:pt x="706751" y="471480"/>
                  </a:cubicBezTo>
                  <a:cubicBezTo>
                    <a:pt x="705737" y="477066"/>
                    <a:pt x="703899" y="483406"/>
                    <a:pt x="696758" y="483477"/>
                  </a:cubicBezTo>
                  <a:cubicBezTo>
                    <a:pt x="689451" y="483524"/>
                    <a:pt x="687165" y="477608"/>
                    <a:pt x="685963" y="471457"/>
                  </a:cubicBezTo>
                  <a:cubicBezTo>
                    <a:pt x="685115" y="467097"/>
                    <a:pt x="684832" y="462595"/>
                    <a:pt x="683630" y="458353"/>
                  </a:cubicBezTo>
                  <a:cubicBezTo>
                    <a:pt x="669866" y="410227"/>
                    <a:pt x="656480" y="362006"/>
                    <a:pt x="641985" y="314092"/>
                  </a:cubicBezTo>
                  <a:cubicBezTo>
                    <a:pt x="624120" y="254982"/>
                    <a:pt x="595131" y="202166"/>
                    <a:pt x="551389" y="157811"/>
                  </a:cubicBezTo>
                  <a:cubicBezTo>
                    <a:pt x="538568" y="144825"/>
                    <a:pt x="526948" y="130495"/>
                    <a:pt x="515966" y="115859"/>
                  </a:cubicBezTo>
                  <a:cubicBezTo>
                    <a:pt x="505525" y="101907"/>
                    <a:pt x="506727" y="94506"/>
                    <a:pt x="518629" y="81897"/>
                  </a:cubicBezTo>
                  <a:cubicBezTo>
                    <a:pt x="521858" y="78480"/>
                    <a:pt x="525275" y="75204"/>
                    <a:pt x="528952" y="72305"/>
                  </a:cubicBezTo>
                  <a:cubicBezTo>
                    <a:pt x="538803" y="64480"/>
                    <a:pt x="542928" y="65541"/>
                    <a:pt x="547712" y="76854"/>
                  </a:cubicBezTo>
                  <a:cubicBezTo>
                    <a:pt x="550658" y="83783"/>
                    <a:pt x="555136" y="89651"/>
                    <a:pt x="562678" y="90971"/>
                  </a:cubicBezTo>
                  <a:cubicBezTo>
                    <a:pt x="566402" y="91631"/>
                    <a:pt x="572341" y="90311"/>
                    <a:pt x="574250" y="87672"/>
                  </a:cubicBezTo>
                  <a:cubicBezTo>
                    <a:pt x="576489" y="84631"/>
                    <a:pt x="576725" y="78716"/>
                    <a:pt x="575428" y="74874"/>
                  </a:cubicBezTo>
                  <a:cubicBezTo>
                    <a:pt x="574108" y="71032"/>
                    <a:pt x="570196" y="67733"/>
                    <a:pt x="566779" y="64999"/>
                  </a:cubicBezTo>
                  <a:cubicBezTo>
                    <a:pt x="549668" y="51282"/>
                    <a:pt x="530790" y="40606"/>
                    <a:pt x="509814" y="34054"/>
                  </a:cubicBezTo>
                  <a:cubicBezTo>
                    <a:pt x="505030" y="32569"/>
                    <a:pt x="499656" y="32852"/>
                    <a:pt x="494542" y="32475"/>
                  </a:cubicBezTo>
                  <a:cubicBezTo>
                    <a:pt x="488839" y="32050"/>
                    <a:pt x="482734" y="32993"/>
                    <a:pt x="477502" y="31249"/>
                  </a:cubicBezTo>
                  <a:cubicBezTo>
                    <a:pt x="469866" y="28680"/>
                    <a:pt x="462748" y="24414"/>
                    <a:pt x="455607" y="20549"/>
                  </a:cubicBezTo>
                  <a:cubicBezTo>
                    <a:pt x="443894" y="14233"/>
                    <a:pt x="432393" y="7540"/>
                    <a:pt x="420656" y="1270"/>
                  </a:cubicBezTo>
                  <a:cubicBezTo>
                    <a:pt x="415164" y="-1652"/>
                    <a:pt x="410545" y="823"/>
                    <a:pt x="406868" y="5088"/>
                  </a:cubicBezTo>
                  <a:cubicBezTo>
                    <a:pt x="404936" y="7304"/>
                    <a:pt x="403357" y="9873"/>
                    <a:pt x="401895" y="12442"/>
                  </a:cubicBezTo>
                  <a:cubicBezTo>
                    <a:pt x="396121" y="22670"/>
                    <a:pt x="387448" y="29340"/>
                    <a:pt x="375805" y="29529"/>
                  </a:cubicBezTo>
                  <a:cubicBezTo>
                    <a:pt x="354099" y="29906"/>
                    <a:pt x="332345" y="29387"/>
                    <a:pt x="310639" y="28657"/>
                  </a:cubicBezTo>
                  <a:cubicBezTo>
                    <a:pt x="292845" y="28067"/>
                    <a:pt x="275098" y="26182"/>
                    <a:pt x="257328" y="25711"/>
                  </a:cubicBezTo>
                  <a:cubicBezTo>
                    <a:pt x="231685" y="25051"/>
                    <a:pt x="209060" y="34619"/>
                    <a:pt x="187683" y="47841"/>
                  </a:cubicBezTo>
                  <a:cubicBezTo>
                    <a:pt x="154381" y="68440"/>
                    <a:pt x="121409" y="89510"/>
                    <a:pt x="93905" y="117792"/>
                  </a:cubicBezTo>
                  <a:cubicBezTo>
                    <a:pt x="88296" y="123542"/>
                    <a:pt x="83818" y="130519"/>
                    <a:pt x="79529" y="137377"/>
                  </a:cubicBezTo>
                  <a:cubicBezTo>
                    <a:pt x="78350" y="139262"/>
                    <a:pt x="78940" y="143410"/>
                    <a:pt x="80330" y="145319"/>
                  </a:cubicBezTo>
                  <a:cubicBezTo>
                    <a:pt x="81273" y="146592"/>
                    <a:pt x="85562" y="146710"/>
                    <a:pt x="87518" y="145720"/>
                  </a:cubicBezTo>
                  <a:cubicBezTo>
                    <a:pt x="94518" y="142138"/>
                    <a:pt x="101754" y="138603"/>
                    <a:pt x="107858" y="133724"/>
                  </a:cubicBezTo>
                  <a:cubicBezTo>
                    <a:pt x="129328" y="116566"/>
                    <a:pt x="150163" y="98654"/>
                    <a:pt x="171610" y="81450"/>
                  </a:cubicBezTo>
                  <a:cubicBezTo>
                    <a:pt x="185939" y="69972"/>
                    <a:pt x="201306" y="60097"/>
                    <a:pt x="219713" y="56161"/>
                  </a:cubicBezTo>
                  <a:cubicBezTo>
                    <a:pt x="248631" y="49962"/>
                    <a:pt x="277808" y="50528"/>
                    <a:pt x="306868" y="53898"/>
                  </a:cubicBezTo>
                  <a:cubicBezTo>
                    <a:pt x="350846" y="58989"/>
                    <a:pt x="389027" y="79352"/>
                    <a:pt x="426312" y="101577"/>
                  </a:cubicBezTo>
                  <a:cubicBezTo>
                    <a:pt x="428009" y="102590"/>
                    <a:pt x="429612" y="106385"/>
                    <a:pt x="428999" y="108035"/>
                  </a:cubicBezTo>
                  <a:cubicBezTo>
                    <a:pt x="428174" y="110250"/>
                    <a:pt x="425322" y="112819"/>
                    <a:pt x="423036" y="113149"/>
                  </a:cubicBezTo>
                  <a:cubicBezTo>
                    <a:pt x="419524" y="113667"/>
                    <a:pt x="415518" y="113031"/>
                    <a:pt x="412124" y="111805"/>
                  </a:cubicBezTo>
                  <a:cubicBezTo>
                    <a:pt x="389875" y="103769"/>
                    <a:pt x="367556" y="95873"/>
                    <a:pt x="345614" y="87035"/>
                  </a:cubicBezTo>
                  <a:cubicBezTo>
                    <a:pt x="323319" y="78056"/>
                    <a:pt x="300646" y="71268"/>
                    <a:pt x="276418" y="74520"/>
                  </a:cubicBezTo>
                  <a:cubicBezTo>
                    <a:pt x="212336" y="83123"/>
                    <a:pt x="159402" y="112560"/>
                    <a:pt x="118110" y="162218"/>
                  </a:cubicBezTo>
                  <a:cubicBezTo>
                    <a:pt x="67815" y="222694"/>
                    <a:pt x="45638" y="293517"/>
                    <a:pt x="44388" y="371245"/>
                  </a:cubicBezTo>
                  <a:cubicBezTo>
                    <a:pt x="44011" y="394931"/>
                    <a:pt x="46934" y="418664"/>
                    <a:pt x="48301" y="442397"/>
                  </a:cubicBezTo>
                  <a:cubicBezTo>
                    <a:pt x="50775" y="485810"/>
                    <a:pt x="60179" y="527219"/>
                    <a:pt x="80660" y="566107"/>
                  </a:cubicBezTo>
                  <a:cubicBezTo>
                    <a:pt x="91242" y="586211"/>
                    <a:pt x="103427" y="606904"/>
                    <a:pt x="92609" y="633583"/>
                  </a:cubicBezTo>
                  <a:cubicBezTo>
                    <a:pt x="100245" y="626041"/>
                    <a:pt x="105972" y="628987"/>
                    <a:pt x="111487" y="632687"/>
                  </a:cubicBezTo>
                  <a:cubicBezTo>
                    <a:pt x="132227" y="646640"/>
                    <a:pt x="149786" y="664127"/>
                    <a:pt x="165246" y="683547"/>
                  </a:cubicBezTo>
                  <a:cubicBezTo>
                    <a:pt x="172718" y="692928"/>
                    <a:pt x="179717" y="703109"/>
                    <a:pt x="184620" y="713974"/>
                  </a:cubicBezTo>
                  <a:cubicBezTo>
                    <a:pt x="187566" y="720479"/>
                    <a:pt x="190724" y="723967"/>
                    <a:pt x="197205" y="723873"/>
                  </a:cubicBezTo>
                  <a:cubicBezTo>
                    <a:pt x="211747" y="723684"/>
                    <a:pt x="226383" y="723826"/>
                    <a:pt x="240806" y="722270"/>
                  </a:cubicBezTo>
                  <a:cubicBezTo>
                    <a:pt x="264398" y="719748"/>
                    <a:pt x="287613" y="715082"/>
                    <a:pt x="309767" y="706102"/>
                  </a:cubicBezTo>
                  <a:cubicBezTo>
                    <a:pt x="317804" y="702850"/>
                    <a:pt x="324356" y="698160"/>
                    <a:pt x="328409" y="690123"/>
                  </a:cubicBezTo>
                  <a:cubicBezTo>
                    <a:pt x="340429" y="666319"/>
                    <a:pt x="352638" y="642633"/>
                    <a:pt x="364846" y="618947"/>
                  </a:cubicBezTo>
                  <a:cubicBezTo>
                    <a:pt x="366779" y="615200"/>
                    <a:pt x="369112" y="611641"/>
                    <a:pt x="371257" y="607988"/>
                  </a:cubicBezTo>
                  <a:cubicBezTo>
                    <a:pt x="372058" y="608176"/>
                    <a:pt x="372836" y="608365"/>
                    <a:pt x="373637" y="608553"/>
                  </a:cubicBezTo>
                  <a:cubicBezTo>
                    <a:pt x="374910" y="624085"/>
                    <a:pt x="376206" y="639616"/>
                    <a:pt x="377479" y="655124"/>
                  </a:cubicBezTo>
                  <a:cubicBezTo>
                    <a:pt x="378327" y="655148"/>
                    <a:pt x="379199" y="655171"/>
                    <a:pt x="380047" y="655195"/>
                  </a:cubicBezTo>
                  <a:cubicBezTo>
                    <a:pt x="381132" y="653050"/>
                    <a:pt x="382192" y="650929"/>
                    <a:pt x="383276" y="648784"/>
                  </a:cubicBezTo>
                  <a:cubicBezTo>
                    <a:pt x="390842" y="633818"/>
                    <a:pt x="393316" y="617627"/>
                    <a:pt x="392633" y="601247"/>
                  </a:cubicBezTo>
                  <a:cubicBezTo>
                    <a:pt x="392138" y="589534"/>
                    <a:pt x="389734" y="577773"/>
                    <a:pt x="386812" y="566366"/>
                  </a:cubicBezTo>
                  <a:cubicBezTo>
                    <a:pt x="384808" y="558612"/>
                    <a:pt x="380142" y="557505"/>
                    <a:pt x="373213" y="561723"/>
                  </a:cubicBezTo>
                  <a:cubicBezTo>
                    <a:pt x="367933" y="564905"/>
                    <a:pt x="363243" y="569053"/>
                    <a:pt x="357988" y="572235"/>
                  </a:cubicBezTo>
                  <a:cubicBezTo>
                    <a:pt x="349786" y="577208"/>
                    <a:pt x="342833" y="576595"/>
                    <a:pt x="335504" y="570396"/>
                  </a:cubicBezTo>
                  <a:cubicBezTo>
                    <a:pt x="332110" y="567545"/>
                    <a:pt x="328952" y="564316"/>
                    <a:pt x="326218" y="560828"/>
                  </a:cubicBezTo>
                  <a:cubicBezTo>
                    <a:pt x="324709" y="558895"/>
                    <a:pt x="324261" y="556114"/>
                    <a:pt x="323342" y="553710"/>
                  </a:cubicBezTo>
                  <a:cubicBezTo>
                    <a:pt x="325558" y="552909"/>
                    <a:pt x="327773" y="551495"/>
                    <a:pt x="330012" y="551471"/>
                  </a:cubicBezTo>
                  <a:cubicBezTo>
                    <a:pt x="335574" y="551400"/>
                    <a:pt x="339157" y="548761"/>
                    <a:pt x="340429" y="543741"/>
                  </a:cubicBezTo>
                  <a:cubicBezTo>
                    <a:pt x="342079" y="537307"/>
                    <a:pt x="344106" y="530684"/>
                    <a:pt x="343988" y="524179"/>
                  </a:cubicBezTo>
                  <a:cubicBezTo>
                    <a:pt x="343540" y="498937"/>
                    <a:pt x="342786" y="473696"/>
                    <a:pt x="341231" y="448525"/>
                  </a:cubicBezTo>
                  <a:cubicBezTo>
                    <a:pt x="339062" y="413620"/>
                    <a:pt x="332369" y="379494"/>
                    <a:pt x="320255" y="346616"/>
                  </a:cubicBezTo>
                  <a:cubicBezTo>
                    <a:pt x="309885" y="318452"/>
                    <a:pt x="294990" y="293092"/>
                    <a:pt x="273660" y="271598"/>
                  </a:cubicBezTo>
                  <a:cubicBezTo>
                    <a:pt x="264422" y="262289"/>
                    <a:pt x="254287" y="260498"/>
                    <a:pt x="242574" y="265070"/>
                  </a:cubicBezTo>
                  <a:cubicBezTo>
                    <a:pt x="237766" y="266955"/>
                    <a:pt x="233099" y="269288"/>
                    <a:pt x="228409" y="271480"/>
                  </a:cubicBezTo>
                  <a:cubicBezTo>
                    <a:pt x="214103" y="278197"/>
                    <a:pt x="199868" y="285056"/>
                    <a:pt x="185468" y="291584"/>
                  </a:cubicBezTo>
                  <a:cubicBezTo>
                    <a:pt x="182475" y="292951"/>
                    <a:pt x="178916" y="293045"/>
                    <a:pt x="175593" y="293729"/>
                  </a:cubicBezTo>
                  <a:cubicBezTo>
                    <a:pt x="175122" y="292904"/>
                    <a:pt x="174650" y="292102"/>
                    <a:pt x="174179" y="291278"/>
                  </a:cubicBezTo>
                  <a:cubicBezTo>
                    <a:pt x="178256" y="285574"/>
                    <a:pt x="182404" y="279894"/>
                    <a:pt x="186434" y="274120"/>
                  </a:cubicBezTo>
                  <a:cubicBezTo>
                    <a:pt x="191996" y="266154"/>
                    <a:pt x="197888" y="257740"/>
                    <a:pt x="195532" y="247653"/>
                  </a:cubicBezTo>
                  <a:cubicBezTo>
                    <a:pt x="193693" y="239805"/>
                    <a:pt x="197323" y="236576"/>
                    <a:pt x="203144" y="235279"/>
                  </a:cubicBezTo>
                  <a:cubicBezTo>
                    <a:pt x="214669" y="232687"/>
                    <a:pt x="226335" y="230283"/>
                    <a:pt x="238072" y="229317"/>
                  </a:cubicBezTo>
                  <a:cubicBezTo>
                    <a:pt x="256856" y="227761"/>
                    <a:pt x="274768" y="230849"/>
                    <a:pt x="288721" y="245131"/>
                  </a:cubicBezTo>
                  <a:cubicBezTo>
                    <a:pt x="307575" y="264457"/>
                    <a:pt x="321881" y="286894"/>
                    <a:pt x="332251" y="311782"/>
                  </a:cubicBezTo>
                  <a:cubicBezTo>
                    <a:pt x="333241" y="314162"/>
                    <a:pt x="333217" y="317038"/>
                    <a:pt x="333264" y="319701"/>
                  </a:cubicBezTo>
                  <a:cubicBezTo>
                    <a:pt x="333359" y="327596"/>
                    <a:pt x="332958" y="335492"/>
                    <a:pt x="333288" y="343387"/>
                  </a:cubicBezTo>
                  <a:cubicBezTo>
                    <a:pt x="333547" y="349326"/>
                    <a:pt x="334631" y="355218"/>
                    <a:pt x="335339" y="361110"/>
                  </a:cubicBezTo>
                  <a:cubicBezTo>
                    <a:pt x="336211" y="361322"/>
                    <a:pt x="337083" y="361535"/>
                    <a:pt x="337955" y="361747"/>
                  </a:cubicBezTo>
                  <a:cubicBezTo>
                    <a:pt x="341490" y="357222"/>
                    <a:pt x="344907" y="352602"/>
                    <a:pt x="348607" y="348219"/>
                  </a:cubicBezTo>
                  <a:cubicBezTo>
                    <a:pt x="353250" y="342727"/>
                    <a:pt x="356668" y="342491"/>
                    <a:pt x="361429" y="347841"/>
                  </a:cubicBezTo>
                  <a:cubicBezTo>
                    <a:pt x="364516" y="351306"/>
                    <a:pt x="367132" y="355313"/>
                    <a:pt x="369324" y="359413"/>
                  </a:cubicBezTo>
                  <a:cubicBezTo>
                    <a:pt x="376913" y="373531"/>
                    <a:pt x="384007" y="387931"/>
                    <a:pt x="391761" y="401978"/>
                  </a:cubicBezTo>
                  <a:cubicBezTo>
                    <a:pt x="394236" y="406432"/>
                    <a:pt x="397653" y="410698"/>
                    <a:pt x="401589" y="413856"/>
                  </a:cubicBezTo>
                  <a:cubicBezTo>
                    <a:pt x="403734" y="415577"/>
                    <a:pt x="408212" y="415789"/>
                    <a:pt x="410969" y="414822"/>
                  </a:cubicBezTo>
                  <a:cubicBezTo>
                    <a:pt x="412619" y="414233"/>
                    <a:pt x="414009" y="409967"/>
                    <a:pt x="413774" y="407516"/>
                  </a:cubicBezTo>
                  <a:cubicBezTo>
                    <a:pt x="413349" y="403180"/>
                    <a:pt x="412100" y="398749"/>
                    <a:pt x="410309" y="394766"/>
                  </a:cubicBezTo>
                  <a:cubicBezTo>
                    <a:pt x="390347" y="350269"/>
                    <a:pt x="368829" y="306621"/>
                    <a:pt x="336918" y="269100"/>
                  </a:cubicBezTo>
                  <a:cubicBezTo>
                    <a:pt x="319619" y="248761"/>
                    <a:pt x="300175" y="231061"/>
                    <a:pt x="275687" y="219465"/>
                  </a:cubicBezTo>
                  <a:cubicBezTo>
                    <a:pt x="258058" y="211122"/>
                    <a:pt x="239510" y="210439"/>
                    <a:pt x="220608" y="210839"/>
                  </a:cubicBezTo>
                  <a:cubicBezTo>
                    <a:pt x="215682" y="210934"/>
                    <a:pt x="210757" y="209896"/>
                    <a:pt x="205831" y="209354"/>
                  </a:cubicBezTo>
                  <a:cubicBezTo>
                    <a:pt x="205666" y="208600"/>
                    <a:pt x="205501" y="207846"/>
                    <a:pt x="205312" y="207092"/>
                  </a:cubicBezTo>
                  <a:cubicBezTo>
                    <a:pt x="207245" y="205395"/>
                    <a:pt x="209036" y="203486"/>
                    <a:pt x="211134" y="202025"/>
                  </a:cubicBezTo>
                  <a:cubicBezTo>
                    <a:pt x="220396" y="195543"/>
                    <a:pt x="231143" y="192904"/>
                    <a:pt x="242008" y="193304"/>
                  </a:cubicBezTo>
                  <a:cubicBezTo>
                    <a:pt x="263950" y="194106"/>
                    <a:pt x="286010" y="194954"/>
                    <a:pt x="307669" y="198089"/>
                  </a:cubicBezTo>
                  <a:cubicBezTo>
                    <a:pt x="321598" y="200116"/>
                    <a:pt x="335079" y="205796"/>
                    <a:pt x="348442" y="210721"/>
                  </a:cubicBezTo>
                  <a:cubicBezTo>
                    <a:pt x="354311" y="212890"/>
                    <a:pt x="359237" y="217344"/>
                    <a:pt x="358836" y="226536"/>
                  </a:cubicBezTo>
                  <a:cubicBezTo>
                    <a:pt x="349385" y="224556"/>
                    <a:pt x="340806" y="222765"/>
                    <a:pt x="332251" y="220974"/>
                  </a:cubicBezTo>
                  <a:cubicBezTo>
                    <a:pt x="331685" y="221704"/>
                    <a:pt x="331096" y="222411"/>
                    <a:pt x="330531" y="223142"/>
                  </a:cubicBezTo>
                  <a:cubicBezTo>
                    <a:pt x="333547" y="228633"/>
                    <a:pt x="336211" y="234337"/>
                    <a:pt x="339604" y="239569"/>
                  </a:cubicBezTo>
                  <a:cubicBezTo>
                    <a:pt x="356574" y="265682"/>
                    <a:pt x="374839" y="291018"/>
                    <a:pt x="390559" y="317863"/>
                  </a:cubicBezTo>
                  <a:cubicBezTo>
                    <a:pt x="411653" y="353875"/>
                    <a:pt x="430861" y="390971"/>
                    <a:pt x="438591" y="432758"/>
                  </a:cubicBezTo>
                  <a:cubicBezTo>
                    <a:pt x="445379" y="469524"/>
                    <a:pt x="450587" y="506456"/>
                    <a:pt x="450847" y="543906"/>
                  </a:cubicBezTo>
                  <a:cubicBezTo>
                    <a:pt x="450894" y="551754"/>
                    <a:pt x="449456" y="559626"/>
                    <a:pt x="448325" y="567427"/>
                  </a:cubicBezTo>
                  <a:cubicBezTo>
                    <a:pt x="448089" y="569077"/>
                    <a:pt x="446204" y="570491"/>
                    <a:pt x="445096" y="572022"/>
                  </a:cubicBezTo>
                  <a:cubicBezTo>
                    <a:pt x="443423" y="570797"/>
                    <a:pt x="440971" y="569901"/>
                    <a:pt x="440194" y="568252"/>
                  </a:cubicBezTo>
                  <a:cubicBezTo>
                    <a:pt x="438025" y="563609"/>
                    <a:pt x="436046" y="558730"/>
                    <a:pt x="434844" y="553757"/>
                  </a:cubicBezTo>
                  <a:cubicBezTo>
                    <a:pt x="429187" y="530236"/>
                    <a:pt x="429093" y="506220"/>
                    <a:pt x="428598" y="482180"/>
                  </a:cubicBezTo>
                  <a:cubicBezTo>
                    <a:pt x="428339" y="469406"/>
                    <a:pt x="426359" y="456609"/>
                    <a:pt x="424167" y="443976"/>
                  </a:cubicBezTo>
                  <a:cubicBezTo>
                    <a:pt x="422824" y="436222"/>
                    <a:pt x="417827" y="431367"/>
                    <a:pt x="409296" y="429482"/>
                  </a:cubicBezTo>
                  <a:cubicBezTo>
                    <a:pt x="403121" y="428115"/>
                    <a:pt x="396168" y="425357"/>
                    <a:pt x="391997" y="420926"/>
                  </a:cubicBezTo>
                  <a:cubicBezTo>
                    <a:pt x="385374" y="413880"/>
                    <a:pt x="380260" y="405207"/>
                    <a:pt x="375452" y="396698"/>
                  </a:cubicBezTo>
                  <a:cubicBezTo>
                    <a:pt x="370384" y="387695"/>
                    <a:pt x="366590" y="377985"/>
                    <a:pt x="361806" y="368794"/>
                  </a:cubicBezTo>
                  <a:cubicBezTo>
                    <a:pt x="360721" y="366720"/>
                    <a:pt x="357846" y="365588"/>
                    <a:pt x="355819" y="364009"/>
                  </a:cubicBezTo>
                  <a:cubicBezTo>
                    <a:pt x="354759" y="366272"/>
                    <a:pt x="352685" y="368558"/>
                    <a:pt x="352779" y="370750"/>
                  </a:cubicBezTo>
                  <a:cubicBezTo>
                    <a:pt x="353321" y="382298"/>
                    <a:pt x="354170" y="393870"/>
                    <a:pt x="355395" y="405372"/>
                  </a:cubicBezTo>
                  <a:cubicBezTo>
                    <a:pt x="358954" y="438532"/>
                    <a:pt x="362678" y="471645"/>
                    <a:pt x="366496" y="504782"/>
                  </a:cubicBezTo>
                  <a:cubicBezTo>
                    <a:pt x="367179" y="510651"/>
                    <a:pt x="368028" y="516614"/>
                    <a:pt x="369890" y="522152"/>
                  </a:cubicBezTo>
                  <a:cubicBezTo>
                    <a:pt x="370809" y="524886"/>
                    <a:pt x="374250" y="526795"/>
                    <a:pt x="376536" y="529081"/>
                  </a:cubicBezTo>
                  <a:cubicBezTo>
                    <a:pt x="378657" y="526889"/>
                    <a:pt x="382192" y="524980"/>
                    <a:pt x="382664" y="522482"/>
                  </a:cubicBezTo>
                  <a:cubicBezTo>
                    <a:pt x="384408" y="513361"/>
                    <a:pt x="385916" y="504052"/>
                    <a:pt x="386034" y="494789"/>
                  </a:cubicBezTo>
                  <a:cubicBezTo>
                    <a:pt x="386199" y="483689"/>
                    <a:pt x="384643" y="472565"/>
                    <a:pt x="384290" y="461464"/>
                  </a:cubicBezTo>
                  <a:cubicBezTo>
                    <a:pt x="384196" y="458400"/>
                    <a:pt x="385704" y="455265"/>
                    <a:pt x="386482" y="452178"/>
                  </a:cubicBezTo>
                  <a:cubicBezTo>
                    <a:pt x="387354" y="452060"/>
                    <a:pt x="388226" y="451942"/>
                    <a:pt x="389121" y="451824"/>
                  </a:cubicBezTo>
                  <a:cubicBezTo>
                    <a:pt x="390983" y="454771"/>
                    <a:pt x="393741" y="457504"/>
                    <a:pt x="394518" y="460733"/>
                  </a:cubicBezTo>
                  <a:cubicBezTo>
                    <a:pt x="396969" y="470797"/>
                    <a:pt x="399798" y="480955"/>
                    <a:pt x="400434" y="491207"/>
                  </a:cubicBezTo>
                  <a:cubicBezTo>
                    <a:pt x="402720" y="528256"/>
                    <a:pt x="405336" y="565353"/>
                    <a:pt x="405572" y="602426"/>
                  </a:cubicBezTo>
                  <a:cubicBezTo>
                    <a:pt x="405737" y="629553"/>
                    <a:pt x="402979" y="656750"/>
                    <a:pt x="400340" y="683783"/>
                  </a:cubicBezTo>
                  <a:cubicBezTo>
                    <a:pt x="399326" y="694177"/>
                    <a:pt x="394872" y="704217"/>
                    <a:pt x="392374" y="714516"/>
                  </a:cubicBezTo>
                  <a:cubicBezTo>
                    <a:pt x="391808" y="716849"/>
                    <a:pt x="392845" y="719560"/>
                    <a:pt x="393128" y="722105"/>
                  </a:cubicBezTo>
                  <a:cubicBezTo>
                    <a:pt x="395461" y="721704"/>
                    <a:pt x="397936" y="721657"/>
                    <a:pt x="400104" y="720809"/>
                  </a:cubicBezTo>
                  <a:cubicBezTo>
                    <a:pt x="404252" y="719159"/>
                    <a:pt x="408212" y="717062"/>
                    <a:pt x="412242" y="715129"/>
                  </a:cubicBezTo>
                  <a:cubicBezTo>
                    <a:pt x="411488" y="721516"/>
                    <a:pt x="408919" y="726277"/>
                    <a:pt x="407811" y="731367"/>
                  </a:cubicBezTo>
                  <a:cubicBezTo>
                    <a:pt x="407316" y="733724"/>
                    <a:pt x="409036" y="738108"/>
                    <a:pt x="410945" y="739004"/>
                  </a:cubicBezTo>
                  <a:cubicBezTo>
                    <a:pt x="412878" y="739899"/>
                    <a:pt x="417380" y="738438"/>
                    <a:pt x="418794" y="736529"/>
                  </a:cubicBezTo>
                  <a:cubicBezTo>
                    <a:pt x="421386" y="733112"/>
                    <a:pt x="423602" y="728704"/>
                    <a:pt x="424097" y="724485"/>
                  </a:cubicBezTo>
                  <a:cubicBezTo>
                    <a:pt x="425699" y="711028"/>
                    <a:pt x="426336" y="697453"/>
                    <a:pt x="427537" y="683925"/>
                  </a:cubicBezTo>
                  <a:cubicBezTo>
                    <a:pt x="429399" y="662784"/>
                    <a:pt x="430743" y="641572"/>
                    <a:pt x="433571" y="620550"/>
                  </a:cubicBezTo>
                  <a:cubicBezTo>
                    <a:pt x="435174" y="608600"/>
                    <a:pt x="442503" y="599857"/>
                    <a:pt x="454712" y="596180"/>
                  </a:cubicBezTo>
                  <a:cubicBezTo>
                    <a:pt x="457776" y="595261"/>
                    <a:pt x="460792" y="594177"/>
                    <a:pt x="463809" y="593069"/>
                  </a:cubicBezTo>
                  <a:cubicBezTo>
                    <a:pt x="472317" y="589958"/>
                    <a:pt x="477526" y="583877"/>
                    <a:pt x="477761" y="574851"/>
                  </a:cubicBezTo>
                  <a:cubicBezTo>
                    <a:pt x="478068" y="563019"/>
                    <a:pt x="478139" y="551094"/>
                    <a:pt x="476960" y="539333"/>
                  </a:cubicBezTo>
                  <a:cubicBezTo>
                    <a:pt x="474839" y="518193"/>
                    <a:pt x="471940" y="497123"/>
                    <a:pt x="468923" y="476076"/>
                  </a:cubicBezTo>
                  <a:cubicBezTo>
                    <a:pt x="464186" y="443081"/>
                    <a:pt x="459802" y="409802"/>
                    <a:pt x="447759" y="378574"/>
                  </a:cubicBezTo>
                  <a:cubicBezTo>
                    <a:pt x="438992" y="355831"/>
                    <a:pt x="427090" y="334313"/>
                    <a:pt x="416720" y="312183"/>
                  </a:cubicBezTo>
                  <a:cubicBezTo>
                    <a:pt x="407339" y="292150"/>
                    <a:pt x="398101" y="272046"/>
                    <a:pt x="388815" y="251966"/>
                  </a:cubicBezTo>
                  <a:cubicBezTo>
                    <a:pt x="389357" y="251636"/>
                    <a:pt x="389875" y="251282"/>
                    <a:pt x="390418" y="250952"/>
                  </a:cubicBezTo>
                  <a:cubicBezTo>
                    <a:pt x="401188" y="265305"/>
                    <a:pt x="412925" y="279022"/>
                    <a:pt x="422494" y="294129"/>
                  </a:cubicBezTo>
                  <a:cubicBezTo>
                    <a:pt x="440005" y="321775"/>
                    <a:pt x="452096" y="352131"/>
                    <a:pt x="462984" y="382887"/>
                  </a:cubicBezTo>
                  <a:cubicBezTo>
                    <a:pt x="480707" y="433017"/>
                    <a:pt x="497252" y="483453"/>
                    <a:pt x="497488" y="537542"/>
                  </a:cubicBezTo>
                  <a:cubicBezTo>
                    <a:pt x="497512" y="543010"/>
                    <a:pt x="499609" y="548714"/>
                    <a:pt x="501825" y="553828"/>
                  </a:cubicBezTo>
                  <a:cubicBezTo>
                    <a:pt x="502744" y="555925"/>
                    <a:pt x="506868" y="558400"/>
                    <a:pt x="508942" y="557952"/>
                  </a:cubicBezTo>
                  <a:cubicBezTo>
                    <a:pt x="522305" y="555030"/>
                    <a:pt x="526147" y="556538"/>
                    <a:pt x="529824" y="569666"/>
                  </a:cubicBezTo>
                  <a:cubicBezTo>
                    <a:pt x="532652" y="579824"/>
                    <a:pt x="534679" y="590288"/>
                    <a:pt x="536187" y="600752"/>
                  </a:cubicBezTo>
                  <a:cubicBezTo>
                    <a:pt x="542951" y="647370"/>
                    <a:pt x="540901" y="693493"/>
                    <a:pt x="526901" y="738674"/>
                  </a:cubicBezTo>
                  <a:cubicBezTo>
                    <a:pt x="524238" y="747229"/>
                    <a:pt x="519477" y="755242"/>
                    <a:pt x="514881" y="763020"/>
                  </a:cubicBezTo>
                  <a:cubicBezTo>
                    <a:pt x="513609" y="765164"/>
                    <a:pt x="509154" y="767050"/>
                    <a:pt x="506774" y="766460"/>
                  </a:cubicBezTo>
                  <a:cubicBezTo>
                    <a:pt x="504511" y="765918"/>
                    <a:pt x="501707" y="762077"/>
                    <a:pt x="501542" y="759531"/>
                  </a:cubicBezTo>
                  <a:cubicBezTo>
                    <a:pt x="501165" y="753757"/>
                    <a:pt x="502084" y="747865"/>
                    <a:pt x="502791" y="742067"/>
                  </a:cubicBezTo>
                  <a:cubicBezTo>
                    <a:pt x="503545" y="735963"/>
                    <a:pt x="505666" y="729859"/>
                    <a:pt x="505266" y="723873"/>
                  </a:cubicBezTo>
                  <a:cubicBezTo>
                    <a:pt x="505030" y="720290"/>
                    <a:pt x="501306" y="714351"/>
                    <a:pt x="498714" y="714092"/>
                  </a:cubicBezTo>
                  <a:cubicBezTo>
                    <a:pt x="494566" y="713691"/>
                    <a:pt x="489711" y="716637"/>
                    <a:pt x="485845" y="719206"/>
                  </a:cubicBezTo>
                  <a:cubicBezTo>
                    <a:pt x="484031" y="720408"/>
                    <a:pt x="483583" y="723967"/>
                    <a:pt x="482970" y="726583"/>
                  </a:cubicBezTo>
                  <a:cubicBezTo>
                    <a:pt x="481037" y="734785"/>
                    <a:pt x="476724" y="738249"/>
                    <a:pt x="468546" y="740300"/>
                  </a:cubicBezTo>
                  <a:cubicBezTo>
                    <a:pt x="462772" y="741761"/>
                    <a:pt x="455914" y="743576"/>
                    <a:pt x="452237" y="747653"/>
                  </a:cubicBezTo>
                  <a:cubicBezTo>
                    <a:pt x="440854" y="760239"/>
                    <a:pt x="430814" y="774026"/>
                    <a:pt x="420161" y="787271"/>
                  </a:cubicBezTo>
                  <a:cubicBezTo>
                    <a:pt x="413208" y="795897"/>
                    <a:pt x="406232" y="804523"/>
                    <a:pt x="398855" y="812796"/>
                  </a:cubicBezTo>
                  <a:cubicBezTo>
                    <a:pt x="397394" y="814446"/>
                    <a:pt x="394141" y="814493"/>
                    <a:pt x="391737" y="815270"/>
                  </a:cubicBezTo>
                  <a:cubicBezTo>
                    <a:pt x="391266" y="812725"/>
                    <a:pt x="389781" y="809873"/>
                    <a:pt x="390488" y="807728"/>
                  </a:cubicBezTo>
                  <a:cubicBezTo>
                    <a:pt x="392869" y="800493"/>
                    <a:pt x="395768" y="793399"/>
                    <a:pt x="398973" y="786470"/>
                  </a:cubicBezTo>
                  <a:cubicBezTo>
                    <a:pt x="406138" y="771056"/>
                    <a:pt x="403757" y="756562"/>
                    <a:pt x="394848" y="742869"/>
                  </a:cubicBezTo>
                  <a:cubicBezTo>
                    <a:pt x="390865" y="736717"/>
                    <a:pt x="385657" y="731415"/>
                    <a:pt x="377266" y="732805"/>
                  </a:cubicBezTo>
                  <a:cubicBezTo>
                    <a:pt x="369112" y="734172"/>
                    <a:pt x="365200" y="740606"/>
                    <a:pt x="363243" y="747512"/>
                  </a:cubicBezTo>
                  <a:cubicBezTo>
                    <a:pt x="362088" y="751565"/>
                    <a:pt x="362819" y="756845"/>
                    <a:pt x="364681" y="760639"/>
                  </a:cubicBezTo>
                  <a:cubicBezTo>
                    <a:pt x="365294" y="761912"/>
                    <a:pt x="371964" y="760286"/>
                    <a:pt x="375829" y="759885"/>
                  </a:cubicBezTo>
                  <a:cubicBezTo>
                    <a:pt x="376536" y="759814"/>
                    <a:pt x="377196" y="759037"/>
                    <a:pt x="377856" y="759037"/>
                  </a:cubicBezTo>
                  <a:cubicBezTo>
                    <a:pt x="380637" y="759107"/>
                    <a:pt x="384290" y="758377"/>
                    <a:pt x="385987" y="759814"/>
                  </a:cubicBezTo>
                  <a:cubicBezTo>
                    <a:pt x="387731" y="761299"/>
                    <a:pt x="388579" y="765164"/>
                    <a:pt x="388155" y="767710"/>
                  </a:cubicBezTo>
                  <a:cubicBezTo>
                    <a:pt x="386717" y="776430"/>
                    <a:pt x="381744" y="783170"/>
                    <a:pt x="374203" y="787743"/>
                  </a:cubicBezTo>
                  <a:cubicBezTo>
                    <a:pt x="368358" y="791278"/>
                    <a:pt x="363408" y="788945"/>
                    <a:pt x="361994" y="782416"/>
                  </a:cubicBezTo>
                  <a:cubicBezTo>
                    <a:pt x="359661" y="771551"/>
                    <a:pt x="357446" y="770632"/>
                    <a:pt x="347995" y="776760"/>
                  </a:cubicBezTo>
                  <a:cubicBezTo>
                    <a:pt x="345709" y="778245"/>
                    <a:pt x="343517" y="779894"/>
                    <a:pt x="341537" y="781733"/>
                  </a:cubicBezTo>
                  <a:cubicBezTo>
                    <a:pt x="316484" y="805136"/>
                    <a:pt x="286599" y="807493"/>
                    <a:pt x="254806" y="801789"/>
                  </a:cubicBezTo>
                  <a:cubicBezTo>
                    <a:pt x="230389" y="797406"/>
                    <a:pt x="208471" y="786706"/>
                    <a:pt x="186788" y="775322"/>
                  </a:cubicBezTo>
                  <a:cubicBezTo>
                    <a:pt x="183017" y="773343"/>
                    <a:pt x="179057" y="771763"/>
                    <a:pt x="174603" y="769713"/>
                  </a:cubicBezTo>
                  <a:cubicBezTo>
                    <a:pt x="174886" y="771433"/>
                    <a:pt x="174815" y="772023"/>
                    <a:pt x="175074" y="772353"/>
                  </a:cubicBezTo>
                  <a:cubicBezTo>
                    <a:pt x="176253" y="773932"/>
                    <a:pt x="177549" y="775440"/>
                    <a:pt x="178775" y="776996"/>
                  </a:cubicBezTo>
                  <a:cubicBezTo>
                    <a:pt x="193599" y="795567"/>
                    <a:pt x="213726" y="806574"/>
                    <a:pt x="234820" y="816072"/>
                  </a:cubicBezTo>
                  <a:cubicBezTo>
                    <a:pt x="256927" y="826017"/>
                    <a:pt x="279435" y="834832"/>
                    <a:pt x="303828" y="837448"/>
                  </a:cubicBezTo>
                  <a:cubicBezTo>
                    <a:pt x="310710" y="838179"/>
                    <a:pt x="316767" y="837684"/>
                    <a:pt x="321009" y="830448"/>
                  </a:cubicBezTo>
                  <a:cubicBezTo>
                    <a:pt x="322871" y="827267"/>
                    <a:pt x="327396" y="824721"/>
                    <a:pt x="331190" y="823708"/>
                  </a:cubicBezTo>
                  <a:cubicBezTo>
                    <a:pt x="346345" y="819678"/>
                    <a:pt x="361240" y="820927"/>
                    <a:pt x="374792" y="829199"/>
                  </a:cubicBezTo>
                  <a:cubicBezTo>
                    <a:pt x="378798" y="831627"/>
                    <a:pt x="381792" y="835987"/>
                    <a:pt x="384667" y="839876"/>
                  </a:cubicBezTo>
                  <a:cubicBezTo>
                    <a:pt x="385680" y="841266"/>
                    <a:pt x="385657" y="844283"/>
                    <a:pt x="384808" y="845862"/>
                  </a:cubicBezTo>
                  <a:cubicBezTo>
                    <a:pt x="384266" y="846852"/>
                    <a:pt x="381202" y="847040"/>
                    <a:pt x="379458" y="846663"/>
                  </a:cubicBezTo>
                  <a:cubicBezTo>
                    <a:pt x="375852" y="845909"/>
                    <a:pt x="372388" y="844495"/>
                    <a:pt x="368829" y="843458"/>
                  </a:cubicBezTo>
                  <a:cubicBezTo>
                    <a:pt x="353792" y="839051"/>
                    <a:pt x="339699" y="840536"/>
                    <a:pt x="326288" y="849279"/>
                  </a:cubicBezTo>
                  <a:cubicBezTo>
                    <a:pt x="321645" y="852320"/>
                    <a:pt x="316154" y="854912"/>
                    <a:pt x="310733" y="855808"/>
                  </a:cubicBezTo>
                  <a:cubicBezTo>
                    <a:pt x="282546" y="860498"/>
                    <a:pt x="255042" y="857340"/>
                    <a:pt x="228551" y="846640"/>
                  </a:cubicBezTo>
                  <a:cubicBezTo>
                    <a:pt x="220420" y="843364"/>
                    <a:pt x="213114" y="838815"/>
                    <a:pt x="212548" y="828280"/>
                  </a:cubicBezTo>
                  <a:cubicBezTo>
                    <a:pt x="212336" y="824226"/>
                    <a:pt x="209955" y="822152"/>
                    <a:pt x="205265" y="824603"/>
                  </a:cubicBezTo>
                  <a:cubicBezTo>
                    <a:pt x="203286" y="825640"/>
                    <a:pt x="199986" y="825711"/>
                    <a:pt x="197936" y="824792"/>
                  </a:cubicBezTo>
                  <a:cubicBezTo>
                    <a:pt x="193717" y="822859"/>
                    <a:pt x="189475" y="820479"/>
                    <a:pt x="186010" y="817415"/>
                  </a:cubicBezTo>
                  <a:cubicBezTo>
                    <a:pt x="153722" y="788780"/>
                    <a:pt x="120467" y="761535"/>
                    <a:pt x="101871" y="720290"/>
                  </a:cubicBezTo>
                  <a:cubicBezTo>
                    <a:pt x="90794" y="695732"/>
                    <a:pt x="71138" y="676124"/>
                    <a:pt x="51530" y="657410"/>
                  </a:cubicBezTo>
                  <a:cubicBezTo>
                    <a:pt x="48489" y="654511"/>
                    <a:pt x="44483" y="652626"/>
                    <a:pt x="40924" y="650269"/>
                  </a:cubicBezTo>
                  <a:cubicBezTo>
                    <a:pt x="40358" y="650693"/>
                    <a:pt x="39793" y="651141"/>
                    <a:pt x="39203" y="651565"/>
                  </a:cubicBezTo>
                  <a:cubicBezTo>
                    <a:pt x="39604" y="654629"/>
                    <a:pt x="39368" y="657952"/>
                    <a:pt x="40523" y="660710"/>
                  </a:cubicBezTo>
                  <a:cubicBezTo>
                    <a:pt x="43564" y="667992"/>
                    <a:pt x="46722" y="675275"/>
                    <a:pt x="50658" y="682110"/>
                  </a:cubicBezTo>
                  <a:cubicBezTo>
                    <a:pt x="75286" y="724957"/>
                    <a:pt x="106891" y="762289"/>
                    <a:pt x="142244" y="796534"/>
                  </a:cubicBezTo>
                  <a:cubicBezTo>
                    <a:pt x="164681" y="818264"/>
                    <a:pt x="188249" y="838697"/>
                    <a:pt x="214999" y="855077"/>
                  </a:cubicBezTo>
                  <a:cubicBezTo>
                    <a:pt x="228362" y="863255"/>
                    <a:pt x="242268" y="870467"/>
                    <a:pt x="258294" y="871033"/>
                  </a:cubicBezTo>
                  <a:cubicBezTo>
                    <a:pt x="282004" y="871881"/>
                    <a:pt x="305737" y="872918"/>
                    <a:pt x="329423" y="872235"/>
                  </a:cubicBezTo>
                  <a:cubicBezTo>
                    <a:pt x="355442" y="871504"/>
                    <a:pt x="379105" y="863208"/>
                    <a:pt x="396852" y="842987"/>
                  </a:cubicBezTo>
                  <a:cubicBezTo>
                    <a:pt x="410380" y="827549"/>
                    <a:pt x="422989" y="811287"/>
                    <a:pt x="436258" y="795638"/>
                  </a:cubicBezTo>
                  <a:cubicBezTo>
                    <a:pt x="443611" y="786965"/>
                    <a:pt x="451365" y="778622"/>
                    <a:pt x="459284" y="770467"/>
                  </a:cubicBezTo>
                  <a:cubicBezTo>
                    <a:pt x="460839" y="768864"/>
                    <a:pt x="464328" y="767969"/>
                    <a:pt x="466449" y="768534"/>
                  </a:cubicBezTo>
                  <a:cubicBezTo>
                    <a:pt x="467816" y="768912"/>
                    <a:pt x="469277" y="772730"/>
                    <a:pt x="468947" y="774733"/>
                  </a:cubicBezTo>
                  <a:cubicBezTo>
                    <a:pt x="467792" y="781921"/>
                    <a:pt x="467179" y="789652"/>
                    <a:pt x="464045" y="796039"/>
                  </a:cubicBezTo>
                  <a:cubicBezTo>
                    <a:pt x="446557" y="831627"/>
                    <a:pt x="419807" y="859649"/>
                    <a:pt x="389239" y="884160"/>
                  </a:cubicBezTo>
                  <a:cubicBezTo>
                    <a:pt x="378987" y="892386"/>
                    <a:pt x="366425" y="896439"/>
                    <a:pt x="353321" y="896227"/>
                  </a:cubicBezTo>
                  <a:cubicBezTo>
                    <a:pt x="327632" y="895779"/>
                    <a:pt x="301872" y="895426"/>
                    <a:pt x="276300" y="893211"/>
                  </a:cubicBezTo>
                  <a:cubicBezTo>
                    <a:pt x="239392" y="890005"/>
                    <a:pt x="204912" y="878363"/>
                    <a:pt x="173448" y="858447"/>
                  </a:cubicBezTo>
                  <a:cubicBezTo>
                    <a:pt x="138049" y="836034"/>
                    <a:pt x="110592" y="805725"/>
                    <a:pt x="87990" y="770891"/>
                  </a:cubicBezTo>
                  <a:cubicBezTo>
                    <a:pt x="71704" y="745815"/>
                    <a:pt x="56620" y="719960"/>
                    <a:pt x="40382" y="694860"/>
                  </a:cubicBezTo>
                  <a:cubicBezTo>
                    <a:pt x="35338" y="687083"/>
                    <a:pt x="29423" y="678716"/>
                    <a:pt x="21787" y="674120"/>
                  </a:cubicBezTo>
                  <a:cubicBezTo>
                    <a:pt x="14716" y="669854"/>
                    <a:pt x="13443" y="666720"/>
                    <a:pt x="17026" y="660521"/>
                  </a:cubicBezTo>
                  <a:cubicBezTo>
                    <a:pt x="25227" y="646286"/>
                    <a:pt x="12383" y="617934"/>
                    <a:pt x="599" y="608954"/>
                  </a:cubicBezTo>
                  <a:cubicBezTo>
                    <a:pt x="363" y="611216"/>
                    <a:pt x="-132" y="613102"/>
                    <a:pt x="33" y="614917"/>
                  </a:cubicBezTo>
                  <a:cubicBezTo>
                    <a:pt x="2013" y="636647"/>
                    <a:pt x="5831" y="658023"/>
                    <a:pt x="13703" y="678433"/>
                  </a:cubicBezTo>
                  <a:cubicBezTo>
                    <a:pt x="49738" y="771669"/>
                    <a:pt x="111794" y="842916"/>
                    <a:pt x="197276" y="893918"/>
                  </a:cubicBezTo>
                  <a:cubicBezTo>
                    <a:pt x="248277" y="924344"/>
                    <a:pt x="303286" y="929859"/>
                    <a:pt x="360439" y="916991"/>
                  </a:cubicBezTo>
                  <a:cubicBezTo>
                    <a:pt x="395249" y="909143"/>
                    <a:pt x="425346" y="893423"/>
                    <a:pt x="444954" y="861794"/>
                  </a:cubicBezTo>
                  <a:cubicBezTo>
                    <a:pt x="457493" y="841572"/>
                    <a:pt x="472411" y="825499"/>
                    <a:pt x="499044" y="824556"/>
                  </a:cubicBezTo>
                  <a:cubicBezTo>
                    <a:pt x="513727" y="824038"/>
                    <a:pt x="524262" y="808907"/>
                    <a:pt x="522588" y="794083"/>
                  </a:cubicBezTo>
                  <a:cubicBezTo>
                    <a:pt x="519595" y="795850"/>
                    <a:pt x="516790" y="797194"/>
                    <a:pt x="514339" y="799008"/>
                  </a:cubicBezTo>
                  <a:cubicBezTo>
                    <a:pt x="507575" y="804005"/>
                    <a:pt x="501094" y="809425"/>
                    <a:pt x="494188" y="814210"/>
                  </a:cubicBezTo>
                  <a:cubicBezTo>
                    <a:pt x="487236" y="819041"/>
                    <a:pt x="484596" y="817863"/>
                    <a:pt x="483559" y="809661"/>
                  </a:cubicBezTo>
                  <a:cubicBezTo>
                    <a:pt x="483017" y="805277"/>
                    <a:pt x="482829" y="800729"/>
                    <a:pt x="483371" y="796369"/>
                  </a:cubicBezTo>
                  <a:cubicBezTo>
                    <a:pt x="484690" y="785621"/>
                    <a:pt x="489663" y="781827"/>
                    <a:pt x="500411" y="783005"/>
                  </a:cubicBezTo>
                  <a:cubicBezTo>
                    <a:pt x="505053" y="783524"/>
                    <a:pt x="509696" y="784278"/>
                    <a:pt x="514292" y="785244"/>
                  </a:cubicBezTo>
                  <a:cubicBezTo>
                    <a:pt x="529894" y="788520"/>
                    <a:pt x="535622" y="784867"/>
                    <a:pt x="536706" y="768864"/>
                  </a:cubicBezTo>
                  <a:cubicBezTo>
                    <a:pt x="537955" y="750175"/>
                    <a:pt x="545426" y="734526"/>
                    <a:pt x="557823" y="721045"/>
                  </a:cubicBezTo>
                  <a:cubicBezTo>
                    <a:pt x="570173" y="707611"/>
                    <a:pt x="575381" y="691608"/>
                    <a:pt x="576135" y="673743"/>
                  </a:cubicBezTo>
                  <a:cubicBezTo>
                    <a:pt x="577314" y="645225"/>
                    <a:pt x="568806" y="619112"/>
                    <a:pt x="555961" y="594247"/>
                  </a:cubicBezTo>
                  <a:cubicBezTo>
                    <a:pt x="544365" y="571763"/>
                    <a:pt x="534160" y="548784"/>
                    <a:pt x="529447" y="523825"/>
                  </a:cubicBezTo>
                  <a:cubicBezTo>
                    <a:pt x="527679" y="514445"/>
                    <a:pt x="527443" y="504735"/>
                    <a:pt x="527137" y="495143"/>
                  </a:cubicBezTo>
                  <a:cubicBezTo>
                    <a:pt x="527066" y="493092"/>
                    <a:pt x="529447" y="489651"/>
                    <a:pt x="531309" y="489180"/>
                  </a:cubicBezTo>
                  <a:cubicBezTo>
                    <a:pt x="533241" y="488685"/>
                    <a:pt x="536329" y="490524"/>
                    <a:pt x="538073" y="492220"/>
                  </a:cubicBezTo>
                  <a:cubicBezTo>
                    <a:pt x="539934" y="494035"/>
                    <a:pt x="541254" y="496722"/>
                    <a:pt x="541985" y="499267"/>
                  </a:cubicBezTo>
                  <a:cubicBezTo>
                    <a:pt x="546039" y="513220"/>
                    <a:pt x="550470" y="527078"/>
                    <a:pt x="553604" y="541242"/>
                  </a:cubicBezTo>
                  <a:cubicBezTo>
                    <a:pt x="558223" y="562195"/>
                    <a:pt x="561429" y="583524"/>
                    <a:pt x="571705" y="602756"/>
                  </a:cubicBezTo>
                  <a:cubicBezTo>
                    <a:pt x="573637" y="606385"/>
                    <a:pt x="576300" y="609850"/>
                    <a:pt x="579341" y="612583"/>
                  </a:cubicBezTo>
                  <a:cubicBezTo>
                    <a:pt x="581038" y="614115"/>
                    <a:pt x="584997" y="615270"/>
                    <a:pt x="586458" y="614328"/>
                  </a:cubicBezTo>
                  <a:cubicBezTo>
                    <a:pt x="588155" y="613243"/>
                    <a:pt x="588933" y="609637"/>
                    <a:pt x="588886" y="607116"/>
                  </a:cubicBezTo>
                  <a:cubicBezTo>
                    <a:pt x="588839" y="603463"/>
                    <a:pt x="587825" y="599810"/>
                    <a:pt x="587047" y="596204"/>
                  </a:cubicBezTo>
                  <a:cubicBezTo>
                    <a:pt x="580778" y="567026"/>
                    <a:pt x="574533" y="537825"/>
                    <a:pt x="568169" y="508671"/>
                  </a:cubicBezTo>
                  <a:cubicBezTo>
                    <a:pt x="562890" y="484561"/>
                    <a:pt x="557752" y="460356"/>
                    <a:pt x="544695" y="438885"/>
                  </a:cubicBezTo>
                  <a:cubicBezTo>
                    <a:pt x="541796" y="434125"/>
                    <a:pt x="538568" y="427973"/>
                    <a:pt x="531709" y="430448"/>
                  </a:cubicBezTo>
                  <a:cubicBezTo>
                    <a:pt x="524238" y="433135"/>
                    <a:pt x="526948" y="440323"/>
                    <a:pt x="527184" y="446003"/>
                  </a:cubicBezTo>
                  <a:cubicBezTo>
                    <a:pt x="527278" y="448148"/>
                    <a:pt x="528339" y="450269"/>
                    <a:pt x="528928" y="452414"/>
                  </a:cubicBezTo>
                  <a:cubicBezTo>
                    <a:pt x="529329" y="453828"/>
                    <a:pt x="530177" y="455407"/>
                    <a:pt x="529894" y="456703"/>
                  </a:cubicBezTo>
                  <a:cubicBezTo>
                    <a:pt x="528952" y="460969"/>
                    <a:pt x="528857" y="466979"/>
                    <a:pt x="526076" y="468935"/>
                  </a:cubicBezTo>
                  <a:cubicBezTo>
                    <a:pt x="521410" y="472211"/>
                    <a:pt x="517262" y="467403"/>
                    <a:pt x="514716" y="463514"/>
                  </a:cubicBezTo>
                  <a:cubicBezTo>
                    <a:pt x="511346" y="458400"/>
                    <a:pt x="508117" y="452979"/>
                    <a:pt x="506091" y="447229"/>
                  </a:cubicBezTo>
                  <a:cubicBezTo>
                    <a:pt x="499326" y="428162"/>
                    <a:pt x="493623" y="408742"/>
                    <a:pt x="486647" y="389769"/>
                  </a:cubicBezTo>
                  <a:cubicBezTo>
                    <a:pt x="470950" y="347017"/>
                    <a:pt x="452591" y="305489"/>
                    <a:pt x="426406" y="267922"/>
                  </a:cubicBezTo>
                  <a:cubicBezTo>
                    <a:pt x="418864" y="257104"/>
                    <a:pt x="410309" y="247653"/>
                    <a:pt x="397276" y="242515"/>
                  </a:cubicBezTo>
                  <a:cubicBezTo>
                    <a:pt x="384950" y="237683"/>
                    <a:pt x="380448" y="220314"/>
                    <a:pt x="387212" y="208836"/>
                  </a:cubicBezTo>
                  <a:cubicBezTo>
                    <a:pt x="392986" y="199031"/>
                    <a:pt x="402555" y="197759"/>
                    <a:pt x="410262" y="205866"/>
                  </a:cubicBezTo>
                  <a:cubicBezTo>
                    <a:pt x="412972" y="208742"/>
                    <a:pt x="415565" y="211758"/>
                    <a:pt x="417874" y="214964"/>
                  </a:cubicBezTo>
                  <a:cubicBezTo>
                    <a:pt x="444530" y="252013"/>
                    <a:pt x="466755" y="291631"/>
                    <a:pt x="485539" y="333158"/>
                  </a:cubicBezTo>
                  <a:cubicBezTo>
                    <a:pt x="490064" y="343175"/>
                    <a:pt x="494212" y="353804"/>
                    <a:pt x="495956" y="364575"/>
                  </a:cubicBezTo>
                  <a:cubicBezTo>
                    <a:pt x="499185" y="384443"/>
                    <a:pt x="509932" y="398466"/>
                    <a:pt x="525746" y="409496"/>
                  </a:cubicBezTo>
                  <a:cubicBezTo>
                    <a:pt x="527514" y="410745"/>
                    <a:pt x="529800" y="411264"/>
                    <a:pt x="533548" y="412866"/>
                  </a:cubicBezTo>
                  <a:cubicBezTo>
                    <a:pt x="532181" y="407634"/>
                    <a:pt x="531521" y="404311"/>
                    <a:pt x="530436" y="401153"/>
                  </a:cubicBezTo>
                  <a:cubicBezTo>
                    <a:pt x="513043" y="350033"/>
                    <a:pt x="490606" y="301176"/>
                    <a:pt x="463927" y="254323"/>
                  </a:cubicBezTo>
                  <a:cubicBezTo>
                    <a:pt x="456008" y="240394"/>
                    <a:pt x="448089" y="225781"/>
                    <a:pt x="437177" y="214398"/>
                  </a:cubicBezTo>
                  <a:cubicBezTo>
                    <a:pt x="407528" y="183476"/>
                    <a:pt x="376324" y="154016"/>
                    <a:pt x="341513" y="128798"/>
                  </a:cubicBezTo>
                  <a:cubicBezTo>
                    <a:pt x="328080" y="119064"/>
                    <a:pt x="313444" y="111876"/>
                    <a:pt x="296192" y="113149"/>
                  </a:cubicBezTo>
                  <a:cubicBezTo>
                    <a:pt x="283371" y="114092"/>
                    <a:pt x="270620" y="116637"/>
                    <a:pt x="257799" y="116755"/>
                  </a:cubicBezTo>
                  <a:cubicBezTo>
                    <a:pt x="242268" y="116896"/>
                    <a:pt x="229682" y="123071"/>
                    <a:pt x="217709" y="131886"/>
                  </a:cubicBezTo>
                  <a:cubicBezTo>
                    <a:pt x="188909" y="153073"/>
                    <a:pt x="162135" y="176571"/>
                    <a:pt x="137837" y="202802"/>
                  </a:cubicBezTo>
                  <a:cubicBezTo>
                    <a:pt x="133830" y="207139"/>
                    <a:pt x="130200" y="211923"/>
                    <a:pt x="127042" y="216920"/>
                  </a:cubicBezTo>
                  <a:cubicBezTo>
                    <a:pt x="125675" y="219088"/>
                    <a:pt x="125746" y="222270"/>
                    <a:pt x="125463" y="225027"/>
                  </a:cubicBezTo>
                  <a:cubicBezTo>
                    <a:pt x="125086" y="228822"/>
                    <a:pt x="126005" y="233088"/>
                    <a:pt x="124568" y="236340"/>
                  </a:cubicBezTo>
                  <a:cubicBezTo>
                    <a:pt x="121999" y="242138"/>
                    <a:pt x="117992" y="247323"/>
                    <a:pt x="114740" y="252838"/>
                  </a:cubicBezTo>
                  <a:cubicBezTo>
                    <a:pt x="112218" y="257104"/>
                    <a:pt x="107363" y="261629"/>
                    <a:pt x="111699" y="266272"/>
                  </a:cubicBezTo>
                  <a:cubicBezTo>
                    <a:pt x="112713" y="267356"/>
                    <a:pt x="121409" y="263679"/>
                    <a:pt x="124143" y="260238"/>
                  </a:cubicBezTo>
                  <a:cubicBezTo>
                    <a:pt x="133641" y="248266"/>
                    <a:pt x="142503" y="235727"/>
                    <a:pt x="150846" y="222906"/>
                  </a:cubicBezTo>
                  <a:cubicBezTo>
                    <a:pt x="161169" y="206998"/>
                    <a:pt x="172859" y="192432"/>
                    <a:pt x="187542" y="180365"/>
                  </a:cubicBezTo>
                  <a:cubicBezTo>
                    <a:pt x="215093" y="157716"/>
                    <a:pt x="247240" y="145767"/>
                    <a:pt x="282098" y="141171"/>
                  </a:cubicBezTo>
                  <a:cubicBezTo>
                    <a:pt x="295414" y="139404"/>
                    <a:pt x="309366" y="138697"/>
                    <a:pt x="322565" y="140606"/>
                  </a:cubicBezTo>
                  <a:cubicBezTo>
                    <a:pt x="341537" y="143340"/>
                    <a:pt x="353840" y="157716"/>
                    <a:pt x="365742" y="171410"/>
                  </a:cubicBezTo>
                  <a:cubicBezTo>
                    <a:pt x="370714" y="177113"/>
                    <a:pt x="374957" y="183641"/>
                    <a:pt x="378445" y="190382"/>
                  </a:cubicBezTo>
                  <a:cubicBezTo>
                    <a:pt x="381579" y="196415"/>
                    <a:pt x="378728" y="200163"/>
                    <a:pt x="371964" y="199361"/>
                  </a:cubicBezTo>
                  <a:cubicBezTo>
                    <a:pt x="366920" y="198749"/>
                    <a:pt x="361688" y="197405"/>
                    <a:pt x="357163" y="195119"/>
                  </a:cubicBezTo>
                  <a:cubicBezTo>
                    <a:pt x="346368" y="189698"/>
                    <a:pt x="335881" y="183594"/>
                    <a:pt x="325346" y="177679"/>
                  </a:cubicBezTo>
                  <a:cubicBezTo>
                    <a:pt x="304417" y="165895"/>
                    <a:pt x="281980" y="162548"/>
                    <a:pt x="258695" y="167049"/>
                  </a:cubicBezTo>
                  <a:cubicBezTo>
                    <a:pt x="214127" y="175699"/>
                    <a:pt x="186953" y="205230"/>
                    <a:pt x="168711" y="244589"/>
                  </a:cubicBezTo>
                  <a:cubicBezTo>
                    <a:pt x="167014" y="248242"/>
                    <a:pt x="168334" y="253191"/>
                    <a:pt x="167415" y="257339"/>
                  </a:cubicBezTo>
                  <a:cubicBezTo>
                    <a:pt x="166543" y="261252"/>
                    <a:pt x="165671" y="266696"/>
                    <a:pt x="162913" y="268393"/>
                  </a:cubicBezTo>
                  <a:cubicBezTo>
                    <a:pt x="155348" y="273012"/>
                    <a:pt x="150611" y="279564"/>
                    <a:pt x="148372" y="287389"/>
                  </a:cubicBezTo>
                  <a:cubicBezTo>
                    <a:pt x="144153" y="302048"/>
                    <a:pt x="140406" y="316920"/>
                    <a:pt x="137954" y="331956"/>
                  </a:cubicBezTo>
                  <a:cubicBezTo>
                    <a:pt x="136658" y="339781"/>
                    <a:pt x="137695" y="348289"/>
                    <a:pt x="139180" y="356185"/>
                  </a:cubicBezTo>
                  <a:cubicBezTo>
                    <a:pt x="140476" y="363043"/>
                    <a:pt x="146203" y="364575"/>
                    <a:pt x="150469" y="359131"/>
                  </a:cubicBezTo>
                  <a:cubicBezTo>
                    <a:pt x="154217" y="354323"/>
                    <a:pt x="156668" y="348077"/>
                    <a:pt x="158247" y="342091"/>
                  </a:cubicBezTo>
                  <a:cubicBezTo>
                    <a:pt x="160368" y="334054"/>
                    <a:pt x="160627" y="325522"/>
                    <a:pt x="162583" y="317415"/>
                  </a:cubicBezTo>
                  <a:cubicBezTo>
                    <a:pt x="163809" y="312277"/>
                    <a:pt x="166849" y="307328"/>
                    <a:pt x="173472" y="308695"/>
                  </a:cubicBezTo>
                  <a:cubicBezTo>
                    <a:pt x="179835" y="310014"/>
                    <a:pt x="180542" y="315482"/>
                    <a:pt x="180754" y="320903"/>
                  </a:cubicBezTo>
                  <a:cubicBezTo>
                    <a:pt x="181202" y="333535"/>
                    <a:pt x="176159" y="344471"/>
                    <a:pt x="170267" y="355171"/>
                  </a:cubicBezTo>
                  <a:cubicBezTo>
                    <a:pt x="162866" y="368605"/>
                    <a:pt x="163667" y="373696"/>
                    <a:pt x="174957" y="384184"/>
                  </a:cubicBezTo>
                  <a:cubicBezTo>
                    <a:pt x="180377" y="389227"/>
                    <a:pt x="182286" y="395072"/>
                    <a:pt x="179552" y="402237"/>
                  </a:cubicBezTo>
                  <a:cubicBezTo>
                    <a:pt x="177879" y="406621"/>
                    <a:pt x="173684" y="411923"/>
                    <a:pt x="180142" y="415152"/>
                  </a:cubicBezTo>
                  <a:cubicBezTo>
                    <a:pt x="186835" y="418499"/>
                    <a:pt x="188815" y="411782"/>
                    <a:pt x="191596" y="407705"/>
                  </a:cubicBezTo>
                  <a:cubicBezTo>
                    <a:pt x="192680" y="406102"/>
                    <a:pt x="193505" y="404217"/>
                    <a:pt x="194023" y="402331"/>
                  </a:cubicBezTo>
                  <a:cubicBezTo>
                    <a:pt x="197559" y="389510"/>
                    <a:pt x="200929" y="376665"/>
                    <a:pt x="204464" y="363844"/>
                  </a:cubicBezTo>
                  <a:cubicBezTo>
                    <a:pt x="208306" y="349845"/>
                    <a:pt x="211864" y="335751"/>
                    <a:pt x="216319" y="321963"/>
                  </a:cubicBezTo>
                  <a:cubicBezTo>
                    <a:pt x="218581" y="314940"/>
                    <a:pt x="222235" y="308459"/>
                    <a:pt x="231190" y="307045"/>
                  </a:cubicBezTo>
                  <a:cubicBezTo>
                    <a:pt x="232934" y="306762"/>
                    <a:pt x="234679" y="301883"/>
                    <a:pt x="235056" y="298937"/>
                  </a:cubicBezTo>
                  <a:cubicBezTo>
                    <a:pt x="235315" y="296840"/>
                    <a:pt x="233264" y="294459"/>
                    <a:pt x="232322" y="292173"/>
                  </a:cubicBezTo>
                  <a:cubicBezTo>
                    <a:pt x="228999" y="283971"/>
                    <a:pt x="231261" y="280837"/>
                    <a:pt x="239769" y="281897"/>
                  </a:cubicBezTo>
                  <a:cubicBezTo>
                    <a:pt x="255489" y="283877"/>
                    <a:pt x="266048" y="293988"/>
                    <a:pt x="275357" y="305442"/>
                  </a:cubicBezTo>
                  <a:cubicBezTo>
                    <a:pt x="292963" y="327078"/>
                    <a:pt x="303498" y="352343"/>
                    <a:pt x="310851" y="378951"/>
                  </a:cubicBezTo>
                  <a:cubicBezTo>
                    <a:pt x="321528" y="417533"/>
                    <a:pt x="324921" y="456515"/>
                    <a:pt x="317639" y="496321"/>
                  </a:cubicBezTo>
                  <a:cubicBezTo>
                    <a:pt x="312831" y="522529"/>
                    <a:pt x="308966" y="548949"/>
                    <a:pt x="305831" y="575416"/>
                  </a:cubicBezTo>
                  <a:cubicBezTo>
                    <a:pt x="304016" y="590783"/>
                    <a:pt x="300740" y="597948"/>
                    <a:pt x="285751" y="601719"/>
                  </a:cubicBezTo>
                  <a:cubicBezTo>
                    <a:pt x="252850" y="610038"/>
                    <a:pt x="222140" y="607233"/>
                    <a:pt x="196474" y="581662"/>
                  </a:cubicBezTo>
                  <a:cubicBezTo>
                    <a:pt x="186458" y="571693"/>
                    <a:pt x="174391" y="567167"/>
                    <a:pt x="159920" y="571669"/>
                  </a:cubicBezTo>
                  <a:cubicBezTo>
                    <a:pt x="156785" y="572659"/>
                    <a:pt x="151553" y="572847"/>
                    <a:pt x="149880" y="571009"/>
                  </a:cubicBezTo>
                  <a:cubicBezTo>
                    <a:pt x="148136" y="569100"/>
                    <a:pt x="149385" y="564316"/>
                    <a:pt x="149550" y="560804"/>
                  </a:cubicBezTo>
                  <a:cubicBezTo>
                    <a:pt x="149880" y="553569"/>
                    <a:pt x="151553" y="546168"/>
                    <a:pt x="150446" y="539192"/>
                  </a:cubicBezTo>
                  <a:cubicBezTo>
                    <a:pt x="149456" y="532970"/>
                    <a:pt x="144648" y="528068"/>
                    <a:pt x="137177" y="528681"/>
                  </a:cubicBezTo>
                  <a:cubicBezTo>
                    <a:pt x="129894" y="529270"/>
                    <a:pt x="125652" y="534360"/>
                    <a:pt x="125322" y="540865"/>
                  </a:cubicBezTo>
                  <a:cubicBezTo>
                    <a:pt x="124968" y="547582"/>
                    <a:pt x="125840" y="554794"/>
                    <a:pt x="128079" y="561110"/>
                  </a:cubicBezTo>
                  <a:cubicBezTo>
                    <a:pt x="138402" y="590052"/>
                    <a:pt x="155018" y="615082"/>
                    <a:pt x="178185" y="635280"/>
                  </a:cubicBezTo>
                  <a:cubicBezTo>
                    <a:pt x="185327" y="641502"/>
                    <a:pt x="194212" y="645838"/>
                    <a:pt x="202649" y="650387"/>
                  </a:cubicBezTo>
                  <a:cubicBezTo>
                    <a:pt x="205242" y="651777"/>
                    <a:pt x="209036" y="650976"/>
                    <a:pt x="212289" y="651188"/>
                  </a:cubicBezTo>
                  <a:cubicBezTo>
                    <a:pt x="211181" y="647959"/>
                    <a:pt x="210992" y="643717"/>
                    <a:pt x="208777" y="641643"/>
                  </a:cubicBezTo>
                  <a:cubicBezTo>
                    <a:pt x="200717" y="634054"/>
                    <a:pt x="191666" y="627502"/>
                    <a:pt x="183606" y="619913"/>
                  </a:cubicBezTo>
                  <a:cubicBezTo>
                    <a:pt x="175781" y="612536"/>
                    <a:pt x="168287" y="604665"/>
                    <a:pt x="161570" y="596274"/>
                  </a:cubicBezTo>
                  <a:cubicBezTo>
                    <a:pt x="159684" y="593941"/>
                    <a:pt x="161028" y="589039"/>
                    <a:pt x="160886" y="585291"/>
                  </a:cubicBezTo>
                  <a:cubicBezTo>
                    <a:pt x="164304" y="585786"/>
                    <a:pt x="168357" y="585268"/>
                    <a:pt x="170997" y="586965"/>
                  </a:cubicBezTo>
                  <a:cubicBezTo>
                    <a:pt x="178233" y="591631"/>
                    <a:pt x="184455" y="597995"/>
                    <a:pt x="191879" y="602308"/>
                  </a:cubicBezTo>
                  <a:cubicBezTo>
                    <a:pt x="202225" y="608294"/>
                    <a:pt x="212854" y="614445"/>
                    <a:pt x="224167" y="617863"/>
                  </a:cubicBezTo>
                  <a:cubicBezTo>
                    <a:pt x="234891" y="621115"/>
                    <a:pt x="238968" y="625075"/>
                    <a:pt x="236163" y="636081"/>
                  </a:cubicBezTo>
                  <a:cubicBezTo>
                    <a:pt x="234702" y="641785"/>
                    <a:pt x="233052" y="647535"/>
                    <a:pt x="232605" y="653357"/>
                  </a:cubicBezTo>
                  <a:cubicBezTo>
                    <a:pt x="231827" y="663302"/>
                    <a:pt x="237530" y="668275"/>
                    <a:pt x="246887" y="664716"/>
                  </a:cubicBezTo>
                  <a:cubicBezTo>
                    <a:pt x="256432" y="661063"/>
                    <a:pt x="266095" y="656468"/>
                    <a:pt x="274014" y="650128"/>
                  </a:cubicBezTo>
                  <a:cubicBezTo>
                    <a:pt x="285963" y="640583"/>
                    <a:pt x="296215" y="628963"/>
                    <a:pt x="307575" y="618641"/>
                  </a:cubicBezTo>
                  <a:cubicBezTo>
                    <a:pt x="315282" y="611641"/>
                    <a:pt x="322470" y="603675"/>
                    <a:pt x="334113" y="600116"/>
                  </a:cubicBezTo>
                  <a:cubicBezTo>
                    <a:pt x="334113" y="603486"/>
                    <a:pt x="334467" y="605867"/>
                    <a:pt x="334066" y="608105"/>
                  </a:cubicBezTo>
                  <a:cubicBezTo>
                    <a:pt x="329140" y="635515"/>
                    <a:pt x="317026" y="659555"/>
                    <a:pt x="298761" y="680366"/>
                  </a:cubicBezTo>
                  <a:cubicBezTo>
                    <a:pt x="295815" y="683736"/>
                    <a:pt x="290582" y="686305"/>
                    <a:pt x="286104" y="686894"/>
                  </a:cubicBezTo>
                  <a:cubicBezTo>
                    <a:pt x="265034" y="689699"/>
                    <a:pt x="243894" y="692103"/>
                    <a:pt x="222706" y="693823"/>
                  </a:cubicBezTo>
                  <a:cubicBezTo>
                    <a:pt x="209767" y="694860"/>
                    <a:pt x="197111" y="692008"/>
                    <a:pt x="187778" y="682393"/>
                  </a:cubicBezTo>
                  <a:cubicBezTo>
                    <a:pt x="175404" y="669642"/>
                    <a:pt x="162913" y="656750"/>
                    <a:pt x="152472" y="642468"/>
                  </a:cubicBezTo>
                  <a:cubicBezTo>
                    <a:pt x="129800" y="611476"/>
                    <a:pt x="105006" y="581615"/>
                    <a:pt x="94777" y="543128"/>
                  </a:cubicBezTo>
                  <a:cubicBezTo>
                    <a:pt x="92303" y="533748"/>
                    <a:pt x="85986" y="525475"/>
                    <a:pt x="82357" y="516307"/>
                  </a:cubicBezTo>
                  <a:cubicBezTo>
                    <a:pt x="69559" y="484160"/>
                    <a:pt x="65953" y="450128"/>
                    <a:pt x="65105" y="416071"/>
                  </a:cubicBezTo>
                  <a:cubicBezTo>
                    <a:pt x="64351" y="386187"/>
                    <a:pt x="65906" y="356185"/>
                    <a:pt x="67792" y="326324"/>
                  </a:cubicBezTo>
                  <a:cubicBezTo>
                    <a:pt x="70149" y="288897"/>
                    <a:pt x="79882" y="253356"/>
                    <a:pt x="99043" y="220761"/>
                  </a:cubicBezTo>
                  <a:cubicBezTo>
                    <a:pt x="136870" y="156420"/>
                    <a:pt x="188697" y="110438"/>
                    <a:pt x="264304" y="96957"/>
                  </a:cubicBezTo>
                  <a:cubicBezTo>
                    <a:pt x="303168" y="90028"/>
                    <a:pt x="339840" y="95001"/>
                    <a:pt x="372364" y="120502"/>
                  </a:cubicBezTo>
                  <a:cubicBezTo>
                    <a:pt x="419666" y="157575"/>
                    <a:pt x="458223" y="202143"/>
                    <a:pt x="485586" y="255407"/>
                  </a:cubicBezTo>
                  <a:cubicBezTo>
                    <a:pt x="521716" y="325711"/>
                    <a:pt x="551577" y="398867"/>
                    <a:pt x="576866" y="473790"/>
                  </a:cubicBezTo>
                  <a:cubicBezTo>
                    <a:pt x="583795" y="494318"/>
                    <a:pt x="590300" y="514964"/>
                    <a:pt x="591502" y="537047"/>
                  </a:cubicBezTo>
                  <a:cubicBezTo>
                    <a:pt x="592162" y="549303"/>
                    <a:pt x="596145" y="561110"/>
                    <a:pt x="603498" y="571622"/>
                  </a:cubicBezTo>
                  <a:cubicBezTo>
                    <a:pt x="607952" y="578009"/>
                    <a:pt x="612218" y="584985"/>
                    <a:pt x="614528" y="592338"/>
                  </a:cubicBezTo>
                  <a:cubicBezTo>
                    <a:pt x="626265" y="629741"/>
                    <a:pt x="629659" y="668346"/>
                    <a:pt x="628858" y="707328"/>
                  </a:cubicBezTo>
                  <a:cubicBezTo>
                    <a:pt x="628693" y="715883"/>
                    <a:pt x="626925" y="724509"/>
                    <a:pt x="624851" y="732852"/>
                  </a:cubicBezTo>
                  <a:cubicBezTo>
                    <a:pt x="624144" y="735657"/>
                    <a:pt x="619053" y="740088"/>
                    <a:pt x="617945" y="739569"/>
                  </a:cubicBezTo>
                  <a:cubicBezTo>
                    <a:pt x="614387" y="737872"/>
                    <a:pt x="610380" y="734738"/>
                    <a:pt x="609178" y="731226"/>
                  </a:cubicBezTo>
                  <a:cubicBezTo>
                    <a:pt x="607858" y="727384"/>
                    <a:pt x="609272" y="722506"/>
                    <a:pt x="609862" y="718122"/>
                  </a:cubicBezTo>
                  <a:cubicBezTo>
                    <a:pt x="610828" y="711052"/>
                    <a:pt x="612996" y="704028"/>
                    <a:pt x="612925" y="697005"/>
                  </a:cubicBezTo>
                  <a:cubicBezTo>
                    <a:pt x="612878" y="693493"/>
                    <a:pt x="609461" y="687648"/>
                    <a:pt x="606798" y="687153"/>
                  </a:cubicBezTo>
                  <a:cubicBezTo>
                    <a:pt x="603757" y="686588"/>
                    <a:pt x="598077" y="690052"/>
                    <a:pt x="596640" y="693163"/>
                  </a:cubicBezTo>
                  <a:cubicBezTo>
                    <a:pt x="593647" y="699739"/>
                    <a:pt x="591903" y="707139"/>
                    <a:pt x="591054" y="714375"/>
                  </a:cubicBezTo>
                  <a:cubicBezTo>
                    <a:pt x="587896" y="741360"/>
                    <a:pt x="585256" y="768417"/>
                    <a:pt x="582522" y="795473"/>
                  </a:cubicBezTo>
                  <a:cubicBezTo>
                    <a:pt x="581132" y="809213"/>
                    <a:pt x="579458" y="822977"/>
                    <a:pt x="579011" y="836741"/>
                  </a:cubicBezTo>
                  <a:cubicBezTo>
                    <a:pt x="578775" y="844189"/>
                    <a:pt x="581910" y="845508"/>
                    <a:pt x="588414" y="842586"/>
                  </a:cubicBezTo>
                  <a:cubicBezTo>
                    <a:pt x="599232" y="837731"/>
                    <a:pt x="601353" y="839051"/>
                    <a:pt x="601542" y="850788"/>
                  </a:cubicBezTo>
                  <a:cubicBezTo>
                    <a:pt x="601565" y="852273"/>
                    <a:pt x="601542" y="853757"/>
                    <a:pt x="601448" y="855242"/>
                  </a:cubicBezTo>
                  <a:cubicBezTo>
                    <a:pt x="599091" y="895025"/>
                    <a:pt x="587542" y="932357"/>
                    <a:pt x="570668" y="968134"/>
                  </a:cubicBezTo>
                  <a:cubicBezTo>
                    <a:pt x="561594" y="987366"/>
                    <a:pt x="551931" y="1006385"/>
                    <a:pt x="533877" y="1019395"/>
                  </a:cubicBezTo>
                  <a:cubicBezTo>
                    <a:pt x="529211" y="1022742"/>
                    <a:pt x="527420" y="1027927"/>
                    <a:pt x="529517" y="1033960"/>
                  </a:cubicBezTo>
                  <a:cubicBezTo>
                    <a:pt x="531803" y="1040536"/>
                    <a:pt x="536446" y="1044307"/>
                    <a:pt x="543140" y="1044754"/>
                  </a:cubicBezTo>
                  <a:cubicBezTo>
                    <a:pt x="547523" y="1045061"/>
                    <a:pt x="551978" y="1043977"/>
                    <a:pt x="557281" y="1043435"/>
                  </a:cubicBezTo>
                  <a:cubicBezTo>
                    <a:pt x="555230" y="1045956"/>
                    <a:pt x="553934" y="1048078"/>
                    <a:pt x="552143" y="1049680"/>
                  </a:cubicBezTo>
                  <a:cubicBezTo>
                    <a:pt x="535409" y="1064764"/>
                    <a:pt x="519029" y="1080248"/>
                    <a:pt x="501683" y="1094578"/>
                  </a:cubicBezTo>
                  <a:cubicBezTo>
                    <a:pt x="492044" y="1102544"/>
                    <a:pt x="480825" y="1108648"/>
                    <a:pt x="470125" y="1115271"/>
                  </a:cubicBezTo>
                  <a:cubicBezTo>
                    <a:pt x="467745" y="1116732"/>
                    <a:pt x="464563" y="1116897"/>
                    <a:pt x="459590" y="1118264"/>
                  </a:cubicBezTo>
                  <a:cubicBezTo>
                    <a:pt x="461546" y="1114139"/>
                    <a:pt x="462018" y="1111830"/>
                    <a:pt x="463408" y="1110463"/>
                  </a:cubicBezTo>
                  <a:cubicBezTo>
                    <a:pt x="469183" y="1104712"/>
                    <a:pt x="475240" y="1099244"/>
                    <a:pt x="481155" y="1093635"/>
                  </a:cubicBezTo>
                  <a:cubicBezTo>
                    <a:pt x="493340" y="1082087"/>
                    <a:pt x="505878" y="1070868"/>
                    <a:pt x="517474" y="1058777"/>
                  </a:cubicBezTo>
                  <a:cubicBezTo>
                    <a:pt x="520538" y="1055596"/>
                    <a:pt x="520797" y="1049704"/>
                    <a:pt x="522353" y="1045061"/>
                  </a:cubicBezTo>
                  <a:cubicBezTo>
                    <a:pt x="517875" y="1046451"/>
                    <a:pt x="512595" y="1046758"/>
                    <a:pt x="509060" y="1049397"/>
                  </a:cubicBezTo>
                  <a:cubicBezTo>
                    <a:pt x="498596" y="1057269"/>
                    <a:pt x="488768" y="1065989"/>
                    <a:pt x="478775" y="1074497"/>
                  </a:cubicBezTo>
                  <a:cubicBezTo>
                    <a:pt x="465011" y="1086235"/>
                    <a:pt x="451153" y="1097830"/>
                    <a:pt x="433430" y="1103298"/>
                  </a:cubicBezTo>
                  <a:cubicBezTo>
                    <a:pt x="424851" y="1105938"/>
                    <a:pt x="419524" y="1104311"/>
                    <a:pt x="416743" y="1098514"/>
                  </a:cubicBezTo>
                  <a:cubicBezTo>
                    <a:pt x="413868" y="1092551"/>
                    <a:pt x="415824" y="1087908"/>
                    <a:pt x="423554" y="1082699"/>
                  </a:cubicBezTo>
                  <a:cubicBezTo>
                    <a:pt x="425393" y="1081474"/>
                    <a:pt x="427325" y="1080248"/>
                    <a:pt x="429376" y="1079470"/>
                  </a:cubicBezTo>
                  <a:cubicBezTo>
                    <a:pt x="437908" y="1076265"/>
                    <a:pt x="446722" y="1073743"/>
                    <a:pt x="455018" y="1070043"/>
                  </a:cubicBezTo>
                  <a:cubicBezTo>
                    <a:pt x="463291" y="1066366"/>
                    <a:pt x="471374" y="1062101"/>
                    <a:pt x="478916" y="1057104"/>
                  </a:cubicBezTo>
                  <a:cubicBezTo>
                    <a:pt x="483465" y="1054087"/>
                    <a:pt x="484101" y="1044896"/>
                    <a:pt x="480990" y="1040866"/>
                  </a:cubicBezTo>
                  <a:cubicBezTo>
                    <a:pt x="477361" y="1036199"/>
                    <a:pt x="473024" y="1039004"/>
                    <a:pt x="468947" y="1040276"/>
                  </a:cubicBezTo>
                  <a:cubicBezTo>
                    <a:pt x="467533" y="1040724"/>
                    <a:pt x="466072" y="1041125"/>
                    <a:pt x="464822" y="1041879"/>
                  </a:cubicBezTo>
                  <a:cubicBezTo>
                    <a:pt x="447217" y="1052367"/>
                    <a:pt x="429093" y="1062124"/>
                    <a:pt x="412195" y="1073649"/>
                  </a:cubicBezTo>
                  <a:cubicBezTo>
                    <a:pt x="394212" y="1085905"/>
                    <a:pt x="395414" y="1097759"/>
                    <a:pt x="414316" y="1109025"/>
                  </a:cubicBezTo>
                  <a:cubicBezTo>
                    <a:pt x="423130" y="1114281"/>
                    <a:pt x="432345" y="1118052"/>
                    <a:pt x="442928" y="1118028"/>
                  </a:cubicBezTo>
                  <a:cubicBezTo>
                    <a:pt x="445826" y="1118028"/>
                    <a:pt x="450092" y="1119136"/>
                    <a:pt x="451271" y="1121186"/>
                  </a:cubicBezTo>
                  <a:cubicBezTo>
                    <a:pt x="452308" y="1122977"/>
                    <a:pt x="450517" y="1127149"/>
                    <a:pt x="448914" y="1129576"/>
                  </a:cubicBezTo>
                  <a:cubicBezTo>
                    <a:pt x="445096" y="1135351"/>
                    <a:pt x="440594" y="1140654"/>
                    <a:pt x="436517" y="1146263"/>
                  </a:cubicBezTo>
                  <a:cubicBezTo>
                    <a:pt x="435079" y="1148243"/>
                    <a:pt x="434160" y="1150576"/>
                    <a:pt x="432157" y="1154323"/>
                  </a:cubicBezTo>
                  <a:cubicBezTo>
                    <a:pt x="436682" y="1153498"/>
                    <a:pt x="439487" y="1153522"/>
                    <a:pt x="441820" y="1152485"/>
                  </a:cubicBezTo>
                  <a:cubicBezTo>
                    <a:pt x="453321" y="1147465"/>
                    <a:pt x="465223" y="1143058"/>
                    <a:pt x="476065" y="1136835"/>
                  </a:cubicBezTo>
                  <a:cubicBezTo>
                    <a:pt x="513727" y="1115247"/>
                    <a:pt x="548867" y="1090076"/>
                    <a:pt x="581415" y="1061229"/>
                  </a:cubicBezTo>
                  <a:cubicBezTo>
                    <a:pt x="591313" y="1052438"/>
                    <a:pt x="592327" y="1042727"/>
                    <a:pt x="588721" y="1031179"/>
                  </a:cubicBezTo>
                  <a:cubicBezTo>
                    <a:pt x="586364" y="1023684"/>
                    <a:pt x="580637" y="1017722"/>
                    <a:pt x="572152" y="1020903"/>
                  </a:cubicBezTo>
                  <a:cubicBezTo>
                    <a:pt x="570809" y="1021422"/>
                    <a:pt x="568994" y="1020715"/>
                    <a:pt x="566048" y="1020432"/>
                  </a:cubicBezTo>
                  <a:cubicBezTo>
                    <a:pt x="568216" y="1016378"/>
                    <a:pt x="569913" y="1013173"/>
                    <a:pt x="571634" y="1010015"/>
                  </a:cubicBezTo>
                  <a:cubicBezTo>
                    <a:pt x="575523" y="1002874"/>
                    <a:pt x="580142" y="996015"/>
                    <a:pt x="583206" y="988544"/>
                  </a:cubicBezTo>
                  <a:cubicBezTo>
                    <a:pt x="603310" y="939546"/>
                    <a:pt x="617498" y="888756"/>
                    <a:pt x="627821" y="836859"/>
                  </a:cubicBezTo>
                  <a:cubicBezTo>
                    <a:pt x="630625" y="822812"/>
                    <a:pt x="633359" y="808553"/>
                    <a:pt x="629329" y="794271"/>
                  </a:cubicBezTo>
                  <a:cubicBezTo>
                    <a:pt x="627326" y="787177"/>
                    <a:pt x="624191" y="781096"/>
                    <a:pt x="615306" y="780059"/>
                  </a:cubicBezTo>
                  <a:cubicBezTo>
                    <a:pt x="608518" y="779258"/>
                    <a:pt x="603687" y="772400"/>
                    <a:pt x="604323" y="766296"/>
                  </a:cubicBezTo>
                  <a:cubicBezTo>
                    <a:pt x="604936" y="760356"/>
                    <a:pt x="610168" y="756043"/>
                    <a:pt x="617922" y="756633"/>
                  </a:cubicBezTo>
                  <a:cubicBezTo>
                    <a:pt x="625134" y="757175"/>
                    <a:pt x="628386" y="753687"/>
                    <a:pt x="630319" y="747700"/>
                  </a:cubicBezTo>
                  <a:cubicBezTo>
                    <a:pt x="631144" y="745131"/>
                    <a:pt x="632086" y="742539"/>
                    <a:pt x="632558" y="739899"/>
                  </a:cubicBezTo>
                  <a:cubicBezTo>
                    <a:pt x="641679" y="688285"/>
                    <a:pt x="639463" y="636977"/>
                    <a:pt x="628127" y="585951"/>
                  </a:cubicBezTo>
                  <a:cubicBezTo>
                    <a:pt x="625770" y="575322"/>
                    <a:pt x="621457" y="565871"/>
                    <a:pt x="611629" y="559744"/>
                  </a:cubicBezTo>
                  <a:cubicBezTo>
                    <a:pt x="609249" y="558259"/>
                    <a:pt x="607175" y="555548"/>
                    <a:pt x="606114" y="552956"/>
                  </a:cubicBezTo>
                  <a:cubicBezTo>
                    <a:pt x="605219" y="550740"/>
                    <a:pt x="605030" y="547134"/>
                    <a:pt x="606303" y="545485"/>
                  </a:cubicBezTo>
                  <a:cubicBezTo>
                    <a:pt x="607505" y="543906"/>
                    <a:pt x="611441" y="542916"/>
                    <a:pt x="613350" y="543693"/>
                  </a:cubicBezTo>
                  <a:cubicBezTo>
                    <a:pt x="618982" y="545980"/>
                    <a:pt x="624709" y="548596"/>
                    <a:pt x="629541" y="552249"/>
                  </a:cubicBezTo>
                  <a:cubicBezTo>
                    <a:pt x="649857" y="567615"/>
                    <a:pt x="657045" y="589793"/>
                    <a:pt x="659096" y="613785"/>
                  </a:cubicBezTo>
                  <a:cubicBezTo>
                    <a:pt x="660910" y="634973"/>
                    <a:pt x="660816" y="656326"/>
                    <a:pt x="662466" y="677538"/>
                  </a:cubicBezTo>
                  <a:cubicBezTo>
                    <a:pt x="662961" y="683830"/>
                    <a:pt x="665341" y="690618"/>
                    <a:pt x="668806" y="695897"/>
                  </a:cubicBezTo>
                  <a:cubicBezTo>
                    <a:pt x="672765" y="701931"/>
                    <a:pt x="678634" y="700469"/>
                    <a:pt x="680778" y="693493"/>
                  </a:cubicBezTo>
                  <a:cubicBezTo>
                    <a:pt x="682145" y="689062"/>
                    <a:pt x="683229" y="684207"/>
                    <a:pt x="682876" y="679659"/>
                  </a:cubicBezTo>
                  <a:cubicBezTo>
                    <a:pt x="681203" y="658000"/>
                    <a:pt x="680142" y="636199"/>
                    <a:pt x="676654" y="614799"/>
                  </a:cubicBezTo>
                  <a:cubicBezTo>
                    <a:pt x="671870" y="585456"/>
                    <a:pt x="659143" y="559861"/>
                    <a:pt x="635009" y="540983"/>
                  </a:cubicBezTo>
                  <a:cubicBezTo>
                    <a:pt x="630743" y="537660"/>
                    <a:pt x="626925" y="533630"/>
                    <a:pt x="623460" y="529435"/>
                  </a:cubicBezTo>
                  <a:cubicBezTo>
                    <a:pt x="614457" y="518523"/>
                    <a:pt x="606421" y="507281"/>
                    <a:pt x="604040" y="492574"/>
                  </a:cubicBezTo>
                  <a:cubicBezTo>
                    <a:pt x="601778" y="478527"/>
                    <a:pt x="599350" y="464174"/>
                    <a:pt x="594330" y="451000"/>
                  </a:cubicBezTo>
                  <a:cubicBezTo>
                    <a:pt x="587212" y="432357"/>
                    <a:pt x="577455" y="414752"/>
                    <a:pt x="569112" y="396581"/>
                  </a:cubicBezTo>
                  <a:cubicBezTo>
                    <a:pt x="556055" y="368087"/>
                    <a:pt x="542833" y="339593"/>
                    <a:pt x="535268" y="309001"/>
                  </a:cubicBezTo>
                  <a:cubicBezTo>
                    <a:pt x="532086" y="296156"/>
                    <a:pt x="529989" y="282864"/>
                    <a:pt x="536399" y="270561"/>
                  </a:cubicBezTo>
                  <a:cubicBezTo>
                    <a:pt x="539298" y="264999"/>
                    <a:pt x="544436" y="258188"/>
                    <a:pt x="549645" y="257104"/>
                  </a:cubicBezTo>
                  <a:cubicBezTo>
                    <a:pt x="553345" y="256326"/>
                    <a:pt x="560085" y="263373"/>
                    <a:pt x="563338" y="268322"/>
                  </a:cubicBezTo>
                  <a:cubicBezTo>
                    <a:pt x="579341" y="292668"/>
                    <a:pt x="589993" y="319442"/>
                    <a:pt x="596899" y="347700"/>
                  </a:cubicBezTo>
                  <a:cubicBezTo>
                    <a:pt x="597653" y="350787"/>
                    <a:pt x="597936" y="353993"/>
                    <a:pt x="598431" y="357151"/>
                  </a:cubicBezTo>
                  <a:cubicBezTo>
                    <a:pt x="597512" y="357575"/>
                    <a:pt x="596593" y="357999"/>
                    <a:pt x="595673" y="358447"/>
                  </a:cubicBezTo>
                  <a:cubicBezTo>
                    <a:pt x="577879" y="333535"/>
                    <a:pt x="560062" y="308647"/>
                    <a:pt x="542268" y="283736"/>
                  </a:cubicBezTo>
                  <a:cubicBezTo>
                    <a:pt x="542126" y="286753"/>
                    <a:pt x="542881" y="289274"/>
                    <a:pt x="543941" y="291655"/>
                  </a:cubicBezTo>
                  <a:cubicBezTo>
                    <a:pt x="561641" y="330802"/>
                    <a:pt x="579694" y="369783"/>
                    <a:pt x="596993" y="409095"/>
                  </a:cubicBezTo>
                  <a:cubicBezTo>
                    <a:pt x="606515" y="430731"/>
                    <a:pt x="615188" y="452649"/>
                    <a:pt x="618440" y="476524"/>
                  </a:cubicBezTo>
                  <a:cubicBezTo>
                    <a:pt x="620891" y="494389"/>
                    <a:pt x="631733" y="507658"/>
                    <a:pt x="647194" y="516779"/>
                  </a:cubicBezTo>
                  <a:cubicBezTo>
                    <a:pt x="649621" y="518216"/>
                    <a:pt x="653675" y="518782"/>
                    <a:pt x="656055" y="517674"/>
                  </a:cubicBezTo>
                  <a:cubicBezTo>
                    <a:pt x="657540" y="516991"/>
                    <a:pt x="658059" y="512324"/>
                    <a:pt x="657611" y="509708"/>
                  </a:cubicBezTo>
                  <a:cubicBezTo>
                    <a:pt x="656126" y="500917"/>
                    <a:pt x="650493" y="494766"/>
                    <a:pt x="643588" y="489534"/>
                  </a:cubicBezTo>
                  <a:cubicBezTo>
                    <a:pt x="635810" y="483618"/>
                    <a:pt x="632605" y="475982"/>
                    <a:pt x="634679" y="466107"/>
                  </a:cubicBezTo>
                  <a:cubicBezTo>
                    <a:pt x="635480" y="462289"/>
                    <a:pt x="635763" y="458117"/>
                    <a:pt x="635103" y="454323"/>
                  </a:cubicBezTo>
                  <a:cubicBezTo>
                    <a:pt x="632133" y="437047"/>
                    <a:pt x="629682" y="419607"/>
                    <a:pt x="625346" y="402661"/>
                  </a:cubicBezTo>
                  <a:cubicBezTo>
                    <a:pt x="614481" y="360120"/>
                    <a:pt x="602932" y="317768"/>
                    <a:pt x="591101" y="275487"/>
                  </a:cubicBezTo>
                  <a:cubicBezTo>
                    <a:pt x="588744" y="267097"/>
                    <a:pt x="585351" y="258353"/>
                    <a:pt x="580118" y="251518"/>
                  </a:cubicBezTo>
                  <a:cubicBezTo>
                    <a:pt x="562560" y="228539"/>
                    <a:pt x="543588" y="206620"/>
                    <a:pt x="525864" y="183759"/>
                  </a:cubicBezTo>
                  <a:cubicBezTo>
                    <a:pt x="515188" y="169972"/>
                    <a:pt x="505902" y="155124"/>
                    <a:pt x="495720" y="140936"/>
                  </a:cubicBezTo>
                  <a:cubicBezTo>
                    <a:pt x="493976" y="138485"/>
                    <a:pt x="491195" y="136010"/>
                    <a:pt x="488414" y="135256"/>
                  </a:cubicBezTo>
                  <a:cubicBezTo>
                    <a:pt x="482263" y="133583"/>
                    <a:pt x="475805" y="133205"/>
                    <a:pt x="469536" y="131933"/>
                  </a:cubicBezTo>
                  <a:cubicBezTo>
                    <a:pt x="464681" y="130966"/>
                    <a:pt x="458671" y="129859"/>
                    <a:pt x="460698" y="122953"/>
                  </a:cubicBezTo>
                  <a:cubicBezTo>
                    <a:pt x="462324" y="117344"/>
                    <a:pt x="460250" y="113385"/>
                    <a:pt x="456833" y="110344"/>
                  </a:cubicBezTo>
                  <a:cubicBezTo>
                    <a:pt x="448160" y="102661"/>
                    <a:pt x="439133" y="95402"/>
                    <a:pt x="429942" y="88355"/>
                  </a:cubicBezTo>
                  <a:cubicBezTo>
                    <a:pt x="420726" y="81308"/>
                    <a:pt x="410804" y="75133"/>
                    <a:pt x="401942" y="67709"/>
                  </a:cubicBezTo>
                  <a:cubicBezTo>
                    <a:pt x="398596" y="64905"/>
                    <a:pt x="397370" y="59602"/>
                    <a:pt x="395178" y="55430"/>
                  </a:cubicBezTo>
                  <a:cubicBezTo>
                    <a:pt x="400057" y="55077"/>
                    <a:pt x="405289" y="53427"/>
                    <a:pt x="409767" y="54582"/>
                  </a:cubicBezTo>
                  <a:cubicBezTo>
                    <a:pt x="428032" y="59272"/>
                    <a:pt x="443941" y="68652"/>
                    <a:pt x="457941" y="81261"/>
                  </a:cubicBezTo>
                  <a:cubicBezTo>
                    <a:pt x="501801" y="120785"/>
                    <a:pt x="538167" y="166790"/>
                    <a:pt x="572223" y="214681"/>
                  </a:cubicBezTo>
                  <a:cubicBezTo>
                    <a:pt x="591030" y="241101"/>
                    <a:pt x="608117" y="268416"/>
                    <a:pt x="616649" y="300422"/>
                  </a:cubicBezTo>
                  <a:cubicBezTo>
                    <a:pt x="619124" y="309684"/>
                    <a:pt x="624238" y="318947"/>
                    <a:pt x="630366" y="326347"/>
                  </a:cubicBezTo>
                  <a:cubicBezTo>
                    <a:pt x="636187" y="333370"/>
                    <a:pt x="640100" y="340582"/>
                    <a:pt x="641349" y="349232"/>
                  </a:cubicBezTo>
                  <a:cubicBezTo>
                    <a:pt x="642833" y="359484"/>
                    <a:pt x="643305" y="369878"/>
                    <a:pt x="644601" y="380153"/>
                  </a:cubicBezTo>
                  <a:cubicBezTo>
                    <a:pt x="646251" y="393092"/>
                    <a:pt x="647901" y="406055"/>
                    <a:pt x="650375" y="418829"/>
                  </a:cubicBezTo>
                  <a:cubicBezTo>
                    <a:pt x="651436" y="424368"/>
                    <a:pt x="654405" y="429058"/>
                    <a:pt x="661594" y="429906"/>
                  </a:cubicBezTo>
                  <a:cubicBezTo>
                    <a:pt x="666520" y="430472"/>
                    <a:pt x="669041" y="434148"/>
                    <a:pt x="666920" y="439852"/>
                  </a:cubicBezTo>
                  <a:cubicBezTo>
                    <a:pt x="665765" y="443010"/>
                    <a:pt x="664846" y="446687"/>
                    <a:pt x="665294" y="449915"/>
                  </a:cubicBezTo>
                  <a:cubicBezTo>
                    <a:pt x="668971" y="476524"/>
                    <a:pt x="671799" y="503368"/>
                    <a:pt x="677243" y="529623"/>
                  </a:cubicBezTo>
                  <a:cubicBezTo>
                    <a:pt x="683371" y="559272"/>
                    <a:pt x="691879" y="588450"/>
                    <a:pt x="699609" y="617769"/>
                  </a:cubicBezTo>
                  <a:cubicBezTo>
                    <a:pt x="700529" y="621233"/>
                    <a:pt x="702980" y="624273"/>
                    <a:pt x="704724" y="627526"/>
                  </a:cubicBezTo>
                  <a:cubicBezTo>
                    <a:pt x="707151" y="624792"/>
                    <a:pt x="708000" y="622765"/>
                    <a:pt x="708353" y="620644"/>
                  </a:cubicBezTo>
                  <a:cubicBezTo>
                    <a:pt x="711676" y="600092"/>
                    <a:pt x="710097" y="579635"/>
                    <a:pt x="705973" y="559437"/>
                  </a:cubicBezTo>
                  <a:cubicBezTo>
                    <a:pt x="702673" y="543269"/>
                    <a:pt x="697960" y="527408"/>
                    <a:pt x="694731" y="511216"/>
                  </a:cubicBezTo>
                  <a:cubicBezTo>
                    <a:pt x="693906" y="507021"/>
                    <a:pt x="696239" y="502213"/>
                    <a:pt x="697135" y="497665"/>
                  </a:cubicBezTo>
                  <a:cubicBezTo>
                    <a:pt x="700387" y="500658"/>
                    <a:pt x="705172" y="503038"/>
                    <a:pt x="706586" y="506738"/>
                  </a:cubicBezTo>
                  <a:cubicBezTo>
                    <a:pt x="712006" y="520714"/>
                    <a:pt x="717168" y="534903"/>
                    <a:pt x="720939" y="549373"/>
                  </a:cubicBezTo>
                  <a:cubicBezTo>
                    <a:pt x="731002" y="588143"/>
                    <a:pt x="738662" y="627266"/>
                    <a:pt x="740029" y="667592"/>
                  </a:cubicBezTo>
                  <a:cubicBezTo>
                    <a:pt x="740760" y="689487"/>
                    <a:pt x="743871" y="711382"/>
                    <a:pt x="747288" y="733064"/>
                  </a:cubicBezTo>
                  <a:cubicBezTo>
                    <a:pt x="748584" y="741243"/>
                    <a:pt x="751907" y="750717"/>
                    <a:pt x="757587" y="756208"/>
                  </a:cubicBezTo>
                  <a:cubicBezTo>
                    <a:pt x="765129" y="763491"/>
                    <a:pt x="767604" y="771598"/>
                    <a:pt x="767510" y="780578"/>
                  </a:cubicBezTo>
                  <a:cubicBezTo>
                    <a:pt x="767297" y="800587"/>
                    <a:pt x="766732" y="820667"/>
                    <a:pt x="764728" y="840559"/>
                  </a:cubicBezTo>
                  <a:cubicBezTo>
                    <a:pt x="760580" y="881733"/>
                    <a:pt x="751153" y="921775"/>
                    <a:pt x="735622" y="960262"/>
                  </a:cubicBezTo>
                  <a:cubicBezTo>
                    <a:pt x="732181" y="968794"/>
                    <a:pt x="729117" y="977491"/>
                    <a:pt x="725888" y="986117"/>
                  </a:cubicBezTo>
                  <a:cubicBezTo>
                    <a:pt x="735645" y="978221"/>
                    <a:pt x="744248" y="969713"/>
                    <a:pt x="752732" y="961087"/>
                  </a:cubicBezTo>
                  <a:cubicBezTo>
                    <a:pt x="761971" y="951707"/>
                    <a:pt x="768806" y="940701"/>
                    <a:pt x="771021" y="927738"/>
                  </a:cubicBezTo>
                  <a:cubicBezTo>
                    <a:pt x="774910" y="904900"/>
                    <a:pt x="778445" y="881968"/>
                    <a:pt x="780943" y="858942"/>
                  </a:cubicBezTo>
                  <a:cubicBezTo>
                    <a:pt x="783112" y="839027"/>
                    <a:pt x="784102" y="818947"/>
                    <a:pt x="784761" y="798914"/>
                  </a:cubicBezTo>
                  <a:cubicBezTo>
                    <a:pt x="785846" y="766484"/>
                    <a:pt x="786317" y="734031"/>
                    <a:pt x="786883" y="701577"/>
                  </a:cubicBezTo>
                  <a:cubicBezTo>
                    <a:pt x="786953" y="697901"/>
                    <a:pt x="785893" y="694224"/>
                    <a:pt x="785351" y="690547"/>
                  </a:cubicBezTo>
                  <a:cubicBezTo>
                    <a:pt x="777880" y="704193"/>
                    <a:pt x="778210" y="720149"/>
                    <a:pt x="769701" y="733583"/>
                  </a:cubicBezTo>
                  <a:cubicBezTo>
                    <a:pt x="762183" y="721775"/>
                    <a:pt x="753180" y="607233"/>
                    <a:pt x="759378" y="596298"/>
                  </a:cubicBezTo>
                  <a:cubicBezTo>
                    <a:pt x="769254" y="611429"/>
                    <a:pt x="778728" y="625923"/>
                    <a:pt x="788202" y="640418"/>
                  </a:cubicBezTo>
                  <a:cubicBezTo>
                    <a:pt x="789381" y="639970"/>
                    <a:pt x="790559" y="639546"/>
                    <a:pt x="791738" y="639098"/>
                  </a:cubicBezTo>
                  <a:cubicBezTo>
                    <a:pt x="788603" y="607941"/>
                    <a:pt x="785445" y="576807"/>
                    <a:pt x="782310" y="545650"/>
                  </a:cubicBezTo>
                  <a:cubicBezTo>
                    <a:pt x="783135" y="545438"/>
                    <a:pt x="783937" y="545225"/>
                    <a:pt x="784761" y="545013"/>
                  </a:cubicBezTo>
                  <a:cubicBezTo>
                    <a:pt x="785987" y="547512"/>
                    <a:pt x="787354" y="549939"/>
                    <a:pt x="788438" y="552508"/>
                  </a:cubicBezTo>
                  <a:cubicBezTo>
                    <a:pt x="792115" y="561134"/>
                    <a:pt x="795037" y="570161"/>
                    <a:pt x="799492" y="578362"/>
                  </a:cubicBezTo>
                  <a:cubicBezTo>
                    <a:pt x="804040" y="586753"/>
                    <a:pt x="809579" y="594742"/>
                    <a:pt x="815589" y="602190"/>
                  </a:cubicBezTo>
                  <a:cubicBezTo>
                    <a:pt x="819666" y="607233"/>
                    <a:pt x="825228" y="609897"/>
                    <a:pt x="832723" y="608270"/>
                  </a:cubicBezTo>
                  <a:cubicBezTo>
                    <a:pt x="835928" y="607587"/>
                    <a:pt x="841113" y="610038"/>
                    <a:pt x="843494" y="612748"/>
                  </a:cubicBezTo>
                  <a:cubicBezTo>
                    <a:pt x="852261" y="622694"/>
                    <a:pt x="845473" y="642350"/>
                    <a:pt x="832487" y="644896"/>
                  </a:cubicBezTo>
                  <a:cubicBezTo>
                    <a:pt x="826336" y="646121"/>
                    <a:pt x="822518" y="649232"/>
                    <a:pt x="820915" y="654888"/>
                  </a:cubicBezTo>
                  <a:cubicBezTo>
                    <a:pt x="817851" y="665801"/>
                    <a:pt x="814222" y="676642"/>
                    <a:pt x="812525" y="687790"/>
                  </a:cubicBezTo>
                  <a:cubicBezTo>
                    <a:pt x="807034" y="723896"/>
                    <a:pt x="805808" y="760333"/>
                    <a:pt x="809697" y="796628"/>
                  </a:cubicBezTo>
                  <a:cubicBezTo>
                    <a:pt x="811394" y="812466"/>
                    <a:pt x="809932" y="830495"/>
                    <a:pt x="828009" y="841549"/>
                  </a:cubicBezTo>
                  <a:cubicBezTo>
                    <a:pt x="822659" y="841148"/>
                    <a:pt x="818723" y="840606"/>
                    <a:pt x="814787" y="840630"/>
                  </a:cubicBezTo>
                  <a:cubicBezTo>
                    <a:pt x="810144" y="840653"/>
                    <a:pt x="805289" y="840418"/>
                    <a:pt x="800953" y="841690"/>
                  </a:cubicBezTo>
                  <a:cubicBezTo>
                    <a:pt x="798054" y="842539"/>
                    <a:pt x="794236" y="845626"/>
                    <a:pt x="793835" y="848172"/>
                  </a:cubicBezTo>
                  <a:cubicBezTo>
                    <a:pt x="793364" y="851165"/>
                    <a:pt x="795626" y="855101"/>
                    <a:pt x="797724" y="857811"/>
                  </a:cubicBezTo>
                  <a:cubicBezTo>
                    <a:pt x="799185" y="859696"/>
                    <a:pt x="802320" y="860592"/>
                    <a:pt x="804889" y="861252"/>
                  </a:cubicBezTo>
                  <a:cubicBezTo>
                    <a:pt x="818935" y="864881"/>
                    <a:pt x="826194" y="889251"/>
                    <a:pt x="815777" y="901436"/>
                  </a:cubicBezTo>
                  <a:cubicBezTo>
                    <a:pt x="809084" y="893211"/>
                    <a:pt x="802461" y="885127"/>
                    <a:pt x="795862" y="877043"/>
                  </a:cubicBezTo>
                  <a:cubicBezTo>
                    <a:pt x="795367" y="881049"/>
                    <a:pt x="796121" y="884349"/>
                    <a:pt x="797300" y="887483"/>
                  </a:cubicBezTo>
                  <a:cubicBezTo>
                    <a:pt x="802414" y="901059"/>
                    <a:pt x="801354" y="914587"/>
                    <a:pt x="794660" y="926913"/>
                  </a:cubicBezTo>
                  <a:cubicBezTo>
                    <a:pt x="786317" y="942256"/>
                    <a:pt x="776395" y="956751"/>
                    <a:pt x="767392" y="971764"/>
                  </a:cubicBezTo>
                  <a:cubicBezTo>
                    <a:pt x="761830" y="981049"/>
                    <a:pt x="755961" y="990241"/>
                    <a:pt x="751554" y="1000092"/>
                  </a:cubicBezTo>
                  <a:cubicBezTo>
                    <a:pt x="747854" y="1008341"/>
                    <a:pt x="750045" y="1011924"/>
                    <a:pt x="757776" y="1016567"/>
                  </a:cubicBezTo>
                  <a:cubicBezTo>
                    <a:pt x="760958" y="1018476"/>
                    <a:pt x="763856" y="1020833"/>
                    <a:pt x="767910" y="1023708"/>
                  </a:cubicBezTo>
                  <a:cubicBezTo>
                    <a:pt x="764021" y="1026395"/>
                    <a:pt x="761806" y="1028351"/>
                    <a:pt x="759261" y="1029624"/>
                  </a:cubicBezTo>
                  <a:cubicBezTo>
                    <a:pt x="746934" y="1035775"/>
                    <a:pt x="740312" y="1045414"/>
                    <a:pt x="739228" y="1059343"/>
                  </a:cubicBezTo>
                  <a:cubicBezTo>
                    <a:pt x="738379" y="1070420"/>
                    <a:pt x="729235" y="1077962"/>
                    <a:pt x="717757" y="1077514"/>
                  </a:cubicBezTo>
                  <a:cubicBezTo>
                    <a:pt x="711276" y="1077255"/>
                    <a:pt x="702343" y="1078151"/>
                    <a:pt x="700694" y="1070585"/>
                  </a:cubicBezTo>
                  <a:cubicBezTo>
                    <a:pt x="699727" y="1066107"/>
                    <a:pt x="704370" y="1059225"/>
                    <a:pt x="708306" y="1055171"/>
                  </a:cubicBezTo>
                  <a:cubicBezTo>
                    <a:pt x="715494" y="1047771"/>
                    <a:pt x="724168" y="1041785"/>
                    <a:pt x="731992" y="1034974"/>
                  </a:cubicBezTo>
                  <a:cubicBezTo>
                    <a:pt x="740712" y="1027408"/>
                    <a:pt x="741137" y="1022482"/>
                    <a:pt x="733713" y="1013597"/>
                  </a:cubicBezTo>
                  <a:cubicBezTo>
                    <a:pt x="728952" y="1007894"/>
                    <a:pt x="723908" y="1002402"/>
                    <a:pt x="718558" y="997241"/>
                  </a:cubicBezTo>
                  <a:cubicBezTo>
                    <a:pt x="706185" y="985315"/>
                    <a:pt x="704394" y="972023"/>
                    <a:pt x="712148" y="956915"/>
                  </a:cubicBezTo>
                  <a:cubicBezTo>
                    <a:pt x="724144" y="933559"/>
                    <a:pt x="733359" y="909213"/>
                    <a:pt x="738898" y="883430"/>
                  </a:cubicBezTo>
                  <a:cubicBezTo>
                    <a:pt x="745662" y="851966"/>
                    <a:pt x="751460" y="820385"/>
                    <a:pt x="751200" y="788049"/>
                  </a:cubicBezTo>
                  <a:cubicBezTo>
                    <a:pt x="751153" y="782463"/>
                    <a:pt x="750163" y="776689"/>
                    <a:pt x="748490" y="771339"/>
                  </a:cubicBezTo>
                  <a:cubicBezTo>
                    <a:pt x="746817" y="765966"/>
                    <a:pt x="743140" y="765612"/>
                    <a:pt x="740053" y="770349"/>
                  </a:cubicBezTo>
                  <a:cubicBezTo>
                    <a:pt x="737813" y="773790"/>
                    <a:pt x="735810" y="777820"/>
                    <a:pt x="735150" y="781827"/>
                  </a:cubicBezTo>
                  <a:cubicBezTo>
                    <a:pt x="733218" y="793493"/>
                    <a:pt x="731332" y="805230"/>
                    <a:pt x="730649" y="817014"/>
                  </a:cubicBezTo>
                  <a:cubicBezTo>
                    <a:pt x="728952" y="846757"/>
                    <a:pt x="725487" y="876289"/>
                    <a:pt x="714552" y="904099"/>
                  </a:cubicBezTo>
                  <a:cubicBezTo>
                    <a:pt x="701000" y="938532"/>
                    <a:pt x="685846" y="972329"/>
                    <a:pt x="671492" y="1006432"/>
                  </a:cubicBezTo>
                  <a:cubicBezTo>
                    <a:pt x="667910" y="1014941"/>
                    <a:pt x="664776" y="1023614"/>
                    <a:pt x="661452" y="1032216"/>
                  </a:cubicBezTo>
                  <a:cubicBezTo>
                    <a:pt x="662136" y="1032640"/>
                    <a:pt x="662819" y="1033064"/>
                    <a:pt x="663526" y="1033489"/>
                  </a:cubicBezTo>
                  <a:cubicBezTo>
                    <a:pt x="666449" y="1030283"/>
                    <a:pt x="669206" y="1026937"/>
                    <a:pt x="672341" y="1023944"/>
                  </a:cubicBezTo>
                  <a:cubicBezTo>
                    <a:pt x="680331" y="1016307"/>
                    <a:pt x="688179" y="1008483"/>
                    <a:pt x="696734" y="1001507"/>
                  </a:cubicBezTo>
                  <a:cubicBezTo>
                    <a:pt x="698926" y="999715"/>
                    <a:pt x="704606" y="999362"/>
                    <a:pt x="706656" y="1000964"/>
                  </a:cubicBezTo>
                  <a:cubicBezTo>
                    <a:pt x="708683" y="1002567"/>
                    <a:pt x="709037" y="1007564"/>
                    <a:pt x="708518" y="1010816"/>
                  </a:cubicBezTo>
                  <a:cubicBezTo>
                    <a:pt x="707882" y="1014823"/>
                    <a:pt x="706232" y="1019018"/>
                    <a:pt x="703922" y="1022388"/>
                  </a:cubicBezTo>
                  <a:cubicBezTo>
                    <a:pt x="698596" y="1030118"/>
                    <a:pt x="692374" y="1037212"/>
                    <a:pt x="686953" y="1044849"/>
                  </a:cubicBezTo>
                  <a:cubicBezTo>
                    <a:pt x="678964" y="1056114"/>
                    <a:pt x="671186" y="1067545"/>
                    <a:pt x="663762" y="1079188"/>
                  </a:cubicBezTo>
                  <a:cubicBezTo>
                    <a:pt x="662419" y="1081309"/>
                    <a:pt x="663149" y="1084773"/>
                    <a:pt x="662914" y="1087601"/>
                  </a:cubicBezTo>
                  <a:cubicBezTo>
                    <a:pt x="665671" y="1087814"/>
                    <a:pt x="668546" y="1088662"/>
                    <a:pt x="671162" y="1088120"/>
                  </a:cubicBezTo>
                  <a:cubicBezTo>
                    <a:pt x="676465" y="1087036"/>
                    <a:pt x="681509" y="1084726"/>
                    <a:pt x="686835" y="1083831"/>
                  </a:cubicBezTo>
                  <a:cubicBezTo>
                    <a:pt x="689970" y="1083312"/>
                    <a:pt x="695367" y="1083501"/>
                    <a:pt x="696263" y="1085198"/>
                  </a:cubicBezTo>
                  <a:cubicBezTo>
                    <a:pt x="697583" y="1087743"/>
                    <a:pt x="696899" y="1092574"/>
                    <a:pt x="695202" y="1095214"/>
                  </a:cubicBezTo>
                  <a:cubicBezTo>
                    <a:pt x="688744" y="1105136"/>
                    <a:pt x="681674" y="1114681"/>
                    <a:pt x="674533" y="1124132"/>
                  </a:cubicBezTo>
                  <a:cubicBezTo>
                    <a:pt x="669607" y="1130684"/>
                    <a:pt x="664186" y="1136859"/>
                    <a:pt x="659001" y="1143223"/>
                  </a:cubicBezTo>
                  <a:cubicBezTo>
                    <a:pt x="662089" y="1142963"/>
                    <a:pt x="664139" y="1141785"/>
                    <a:pt x="666072" y="1140394"/>
                  </a:cubicBezTo>
                  <a:cubicBezTo>
                    <a:pt x="724662" y="1098160"/>
                    <a:pt x="775994" y="1048078"/>
                    <a:pt x="823319" y="993800"/>
                  </a:cubicBezTo>
                  <a:cubicBezTo>
                    <a:pt x="832369" y="983430"/>
                    <a:pt x="839888" y="971646"/>
                    <a:pt x="847571" y="960168"/>
                  </a:cubicBezTo>
                  <a:cubicBezTo>
                    <a:pt x="849173" y="957764"/>
                    <a:pt x="848396" y="953781"/>
                    <a:pt x="848702" y="950529"/>
                  </a:cubicBezTo>
                  <a:cubicBezTo>
                    <a:pt x="844955" y="950269"/>
                    <a:pt x="839817" y="948313"/>
                    <a:pt x="837743" y="950034"/>
                  </a:cubicBezTo>
                  <a:cubicBezTo>
                    <a:pt x="832511" y="954441"/>
                    <a:pt x="827349" y="959909"/>
                    <a:pt x="824498" y="966036"/>
                  </a:cubicBezTo>
                  <a:cubicBezTo>
                    <a:pt x="818299" y="979258"/>
                    <a:pt x="811040" y="991443"/>
                    <a:pt x="799303" y="1000352"/>
                  </a:cubicBezTo>
                  <a:cubicBezTo>
                    <a:pt x="792044" y="1005867"/>
                    <a:pt x="784149" y="1010415"/>
                    <a:pt x="773001" y="1008954"/>
                  </a:cubicBezTo>
                  <a:cubicBezTo>
                    <a:pt x="775028" y="1004170"/>
                    <a:pt x="776230" y="999833"/>
                    <a:pt x="778539" y="996227"/>
                  </a:cubicBezTo>
                  <a:cubicBezTo>
                    <a:pt x="786128" y="984349"/>
                    <a:pt x="794094" y="972730"/>
                    <a:pt x="801966" y="961040"/>
                  </a:cubicBezTo>
                  <a:cubicBezTo>
                    <a:pt x="817922" y="937354"/>
                    <a:pt x="832888" y="913456"/>
                    <a:pt x="834302" y="883500"/>
                  </a:cubicBezTo>
                  <a:cubicBezTo>
                    <a:pt x="834891" y="871056"/>
                    <a:pt x="840194" y="867592"/>
                    <a:pt x="852968" y="867922"/>
                  </a:cubicBezTo>
                  <a:cubicBezTo>
                    <a:pt x="856904" y="868016"/>
                    <a:pt x="860816" y="868935"/>
                    <a:pt x="864752" y="869030"/>
                  </a:cubicBezTo>
                  <a:cubicBezTo>
                    <a:pt x="873826" y="869289"/>
                    <a:pt x="882970" y="869949"/>
                    <a:pt x="891950" y="869030"/>
                  </a:cubicBezTo>
                  <a:cubicBezTo>
                    <a:pt x="895202" y="868700"/>
                    <a:pt x="900576" y="864222"/>
                    <a:pt x="900505" y="861794"/>
                  </a:cubicBezTo>
                  <a:cubicBezTo>
                    <a:pt x="900317" y="857623"/>
                    <a:pt x="897771" y="851542"/>
                    <a:pt x="894354" y="849656"/>
                  </a:cubicBezTo>
                  <a:close/>
                  <a:moveTo>
                    <a:pt x="443917" y="128492"/>
                  </a:moveTo>
                  <a:cubicBezTo>
                    <a:pt x="470644" y="147676"/>
                    <a:pt x="494566" y="169595"/>
                    <a:pt x="510403" y="199055"/>
                  </a:cubicBezTo>
                  <a:cubicBezTo>
                    <a:pt x="515023" y="207634"/>
                    <a:pt x="516578" y="216448"/>
                    <a:pt x="513255" y="226111"/>
                  </a:cubicBezTo>
                  <a:cubicBezTo>
                    <a:pt x="510710" y="233441"/>
                    <a:pt x="512878" y="235892"/>
                    <a:pt x="520750" y="234714"/>
                  </a:cubicBezTo>
                  <a:cubicBezTo>
                    <a:pt x="526783" y="233818"/>
                    <a:pt x="532605" y="231556"/>
                    <a:pt x="538544" y="230047"/>
                  </a:cubicBezTo>
                  <a:cubicBezTo>
                    <a:pt x="541325" y="229340"/>
                    <a:pt x="544177" y="228963"/>
                    <a:pt x="547005" y="228445"/>
                  </a:cubicBezTo>
                  <a:cubicBezTo>
                    <a:pt x="547264" y="229057"/>
                    <a:pt x="547547" y="229670"/>
                    <a:pt x="547806" y="230259"/>
                  </a:cubicBezTo>
                  <a:cubicBezTo>
                    <a:pt x="538332" y="240865"/>
                    <a:pt x="528999" y="251636"/>
                    <a:pt x="519171" y="261888"/>
                  </a:cubicBezTo>
                  <a:cubicBezTo>
                    <a:pt x="517898" y="263208"/>
                    <a:pt x="513255" y="263019"/>
                    <a:pt x="511440" y="261723"/>
                  </a:cubicBezTo>
                  <a:cubicBezTo>
                    <a:pt x="508589" y="259673"/>
                    <a:pt x="506043" y="256444"/>
                    <a:pt x="504700" y="253168"/>
                  </a:cubicBezTo>
                  <a:cubicBezTo>
                    <a:pt x="490653" y="219041"/>
                    <a:pt x="468806" y="189675"/>
                    <a:pt x="448207" y="159531"/>
                  </a:cubicBezTo>
                  <a:cubicBezTo>
                    <a:pt x="443093" y="152036"/>
                    <a:pt x="438945" y="143835"/>
                    <a:pt x="434797" y="135727"/>
                  </a:cubicBezTo>
                  <a:cubicBezTo>
                    <a:pt x="433430" y="133088"/>
                    <a:pt x="433453" y="129741"/>
                    <a:pt x="432345" y="124320"/>
                  </a:cubicBezTo>
                  <a:cubicBezTo>
                    <a:pt x="437554" y="126111"/>
                    <a:pt x="441254" y="126559"/>
                    <a:pt x="443917" y="128492"/>
                  </a:cubicBezTo>
                  <a:close/>
                  <a:moveTo>
                    <a:pt x="457634" y="61511"/>
                  </a:moveTo>
                  <a:cubicBezTo>
                    <a:pt x="445921" y="53993"/>
                    <a:pt x="435598" y="44235"/>
                    <a:pt x="425086" y="34997"/>
                  </a:cubicBezTo>
                  <a:cubicBezTo>
                    <a:pt x="423107" y="33252"/>
                    <a:pt x="422918" y="29458"/>
                    <a:pt x="421928" y="26606"/>
                  </a:cubicBezTo>
                  <a:cubicBezTo>
                    <a:pt x="425157" y="26465"/>
                    <a:pt x="428904" y="25216"/>
                    <a:pt x="431497" y="26441"/>
                  </a:cubicBezTo>
                  <a:cubicBezTo>
                    <a:pt x="437200" y="29081"/>
                    <a:pt x="443658" y="31909"/>
                    <a:pt x="447382" y="36576"/>
                  </a:cubicBezTo>
                  <a:cubicBezTo>
                    <a:pt x="456691" y="48336"/>
                    <a:pt x="468240" y="49703"/>
                    <a:pt x="481815" y="47959"/>
                  </a:cubicBezTo>
                  <a:cubicBezTo>
                    <a:pt x="490700" y="46828"/>
                    <a:pt x="499845" y="46969"/>
                    <a:pt x="508801" y="47653"/>
                  </a:cubicBezTo>
                  <a:cubicBezTo>
                    <a:pt x="511912" y="47888"/>
                    <a:pt x="515494" y="50929"/>
                    <a:pt x="517568" y="53686"/>
                  </a:cubicBezTo>
                  <a:cubicBezTo>
                    <a:pt x="523319" y="61299"/>
                    <a:pt x="521975" y="64080"/>
                    <a:pt x="512855" y="66389"/>
                  </a:cubicBezTo>
                  <a:cubicBezTo>
                    <a:pt x="504771" y="68440"/>
                    <a:pt x="496781" y="70844"/>
                    <a:pt x="486552" y="73719"/>
                  </a:cubicBezTo>
                  <a:cubicBezTo>
                    <a:pt x="477738" y="70137"/>
                    <a:pt x="466708" y="67332"/>
                    <a:pt x="457634" y="61511"/>
                  </a:cubicBezTo>
                  <a:close/>
                  <a:moveTo>
                    <a:pt x="867415" y="745720"/>
                  </a:moveTo>
                  <a:cubicBezTo>
                    <a:pt x="866991" y="749821"/>
                    <a:pt x="866261" y="754158"/>
                    <a:pt x="864469" y="757787"/>
                  </a:cubicBezTo>
                  <a:cubicBezTo>
                    <a:pt x="857493" y="771952"/>
                    <a:pt x="857587" y="786800"/>
                    <a:pt x="858954" y="801954"/>
                  </a:cubicBezTo>
                  <a:cubicBezTo>
                    <a:pt x="859520" y="808082"/>
                    <a:pt x="859049" y="814281"/>
                    <a:pt x="859049" y="820455"/>
                  </a:cubicBezTo>
                  <a:cubicBezTo>
                    <a:pt x="857540" y="820785"/>
                    <a:pt x="856032" y="821092"/>
                    <a:pt x="854500" y="821422"/>
                  </a:cubicBezTo>
                  <a:cubicBezTo>
                    <a:pt x="838945" y="797901"/>
                    <a:pt x="832959" y="770255"/>
                    <a:pt x="821269" y="745061"/>
                  </a:cubicBezTo>
                  <a:cubicBezTo>
                    <a:pt x="822023" y="744377"/>
                    <a:pt x="822801" y="743694"/>
                    <a:pt x="823555" y="742987"/>
                  </a:cubicBezTo>
                  <a:cubicBezTo>
                    <a:pt x="826124" y="743788"/>
                    <a:pt x="828811" y="744330"/>
                    <a:pt x="831238" y="745438"/>
                  </a:cubicBezTo>
                  <a:cubicBezTo>
                    <a:pt x="840359" y="749538"/>
                    <a:pt x="848961" y="748007"/>
                    <a:pt x="853039" y="741313"/>
                  </a:cubicBezTo>
                  <a:cubicBezTo>
                    <a:pt x="857399" y="734172"/>
                    <a:pt x="855749" y="725782"/>
                    <a:pt x="847241" y="720149"/>
                  </a:cubicBezTo>
                  <a:cubicBezTo>
                    <a:pt x="831804" y="709897"/>
                    <a:pt x="830979" y="675888"/>
                    <a:pt x="839723" y="665141"/>
                  </a:cubicBezTo>
                  <a:cubicBezTo>
                    <a:pt x="841962" y="662407"/>
                    <a:pt x="846015" y="660074"/>
                    <a:pt x="849480" y="659626"/>
                  </a:cubicBezTo>
                  <a:cubicBezTo>
                    <a:pt x="857517" y="658589"/>
                    <a:pt x="857470" y="661252"/>
                    <a:pt x="856527" y="669077"/>
                  </a:cubicBezTo>
                  <a:cubicBezTo>
                    <a:pt x="855396" y="678551"/>
                    <a:pt x="856315" y="688732"/>
                    <a:pt x="858577" y="698066"/>
                  </a:cubicBezTo>
                  <a:cubicBezTo>
                    <a:pt x="862490" y="713809"/>
                    <a:pt x="869159" y="728987"/>
                    <a:pt x="867415" y="74572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292" name="Google Shape;2292;p52"/>
            <p:cNvSpPr/>
            <p:nvPr/>
          </p:nvSpPr>
          <p:spPr>
            <a:xfrm>
              <a:off x="342903" y="2442120"/>
              <a:ext cx="1122602" cy="585900"/>
            </a:xfrm>
            <a:custGeom>
              <a:rect b="b" l="l" r="r" t="t"/>
              <a:pathLst>
                <a:path extrusionOk="0" h="585900" w="1122602">
                  <a:moveTo>
                    <a:pt x="1037851" y="440319"/>
                  </a:moveTo>
                  <a:cubicBezTo>
                    <a:pt x="1032172" y="434356"/>
                    <a:pt x="1025313" y="429313"/>
                    <a:pt x="1020600" y="422690"/>
                  </a:cubicBezTo>
                  <a:cubicBezTo>
                    <a:pt x="1014896" y="414701"/>
                    <a:pt x="1010984" y="405462"/>
                    <a:pt x="1006105" y="396883"/>
                  </a:cubicBezTo>
                  <a:cubicBezTo>
                    <a:pt x="1003300" y="391957"/>
                    <a:pt x="1000543" y="386890"/>
                    <a:pt x="996913" y="382577"/>
                  </a:cubicBezTo>
                  <a:cubicBezTo>
                    <a:pt x="994981" y="380291"/>
                    <a:pt x="991304" y="379466"/>
                    <a:pt x="988405" y="378005"/>
                  </a:cubicBezTo>
                  <a:cubicBezTo>
                    <a:pt x="986897" y="380951"/>
                    <a:pt x="984422" y="383779"/>
                    <a:pt x="984069" y="386843"/>
                  </a:cubicBezTo>
                  <a:cubicBezTo>
                    <a:pt x="982867" y="397637"/>
                    <a:pt x="986755" y="407088"/>
                    <a:pt x="992600" y="416091"/>
                  </a:cubicBezTo>
                  <a:cubicBezTo>
                    <a:pt x="996183" y="421583"/>
                    <a:pt x="999129" y="427616"/>
                    <a:pt x="1001439" y="433744"/>
                  </a:cubicBezTo>
                  <a:cubicBezTo>
                    <a:pt x="1002287" y="436006"/>
                    <a:pt x="1001439" y="440366"/>
                    <a:pt x="999718" y="441710"/>
                  </a:cubicBezTo>
                  <a:cubicBezTo>
                    <a:pt x="998233" y="442888"/>
                    <a:pt x="994227" y="441663"/>
                    <a:pt x="991752" y="440579"/>
                  </a:cubicBezTo>
                  <a:cubicBezTo>
                    <a:pt x="988641" y="439212"/>
                    <a:pt x="985601" y="437232"/>
                    <a:pt x="983079" y="434922"/>
                  </a:cubicBezTo>
                  <a:cubicBezTo>
                    <a:pt x="965544" y="418896"/>
                    <a:pt x="948316" y="402563"/>
                    <a:pt x="930687" y="386631"/>
                  </a:cubicBezTo>
                  <a:cubicBezTo>
                    <a:pt x="919515" y="376544"/>
                    <a:pt x="908273" y="366409"/>
                    <a:pt x="896277" y="357359"/>
                  </a:cubicBezTo>
                  <a:cubicBezTo>
                    <a:pt x="885318" y="349110"/>
                    <a:pt x="872756" y="346824"/>
                    <a:pt x="859086" y="351090"/>
                  </a:cubicBezTo>
                  <a:cubicBezTo>
                    <a:pt x="853571" y="352810"/>
                    <a:pt x="847279" y="353447"/>
                    <a:pt x="841575" y="352693"/>
                  </a:cubicBezTo>
                  <a:cubicBezTo>
                    <a:pt x="838346" y="352268"/>
                    <a:pt x="834905" y="348497"/>
                    <a:pt x="832808" y="345410"/>
                  </a:cubicBezTo>
                  <a:cubicBezTo>
                    <a:pt x="829697" y="340791"/>
                    <a:pt x="828660" y="334592"/>
                    <a:pt x="825077" y="330538"/>
                  </a:cubicBezTo>
                  <a:cubicBezTo>
                    <a:pt x="812633" y="316468"/>
                    <a:pt x="799341" y="303129"/>
                    <a:pt x="786614" y="289318"/>
                  </a:cubicBezTo>
                  <a:cubicBezTo>
                    <a:pt x="776574" y="278429"/>
                    <a:pt x="766628" y="267399"/>
                    <a:pt x="757106" y="256039"/>
                  </a:cubicBezTo>
                  <a:cubicBezTo>
                    <a:pt x="754349" y="252763"/>
                    <a:pt x="753194" y="248120"/>
                    <a:pt x="751309" y="244114"/>
                  </a:cubicBezTo>
                  <a:cubicBezTo>
                    <a:pt x="752063" y="243407"/>
                    <a:pt x="752841" y="242676"/>
                    <a:pt x="753595" y="241969"/>
                  </a:cubicBezTo>
                  <a:cubicBezTo>
                    <a:pt x="758780" y="244891"/>
                    <a:pt x="764507" y="247154"/>
                    <a:pt x="769032" y="250901"/>
                  </a:cubicBezTo>
                  <a:cubicBezTo>
                    <a:pt x="781995" y="261625"/>
                    <a:pt x="794062" y="273456"/>
                    <a:pt x="807236" y="283897"/>
                  </a:cubicBezTo>
                  <a:cubicBezTo>
                    <a:pt x="818808" y="293065"/>
                    <a:pt x="831087" y="301432"/>
                    <a:pt x="843626" y="309256"/>
                  </a:cubicBezTo>
                  <a:cubicBezTo>
                    <a:pt x="850861" y="313781"/>
                    <a:pt x="859228" y="314088"/>
                    <a:pt x="867948" y="312132"/>
                  </a:cubicBezTo>
                  <a:cubicBezTo>
                    <a:pt x="881759" y="309021"/>
                    <a:pt x="893614" y="312603"/>
                    <a:pt x="903041" y="324057"/>
                  </a:cubicBezTo>
                  <a:cubicBezTo>
                    <a:pt x="919562" y="344137"/>
                    <a:pt x="936343" y="363982"/>
                    <a:pt x="953524" y="383496"/>
                  </a:cubicBezTo>
                  <a:cubicBezTo>
                    <a:pt x="956258" y="386607"/>
                    <a:pt x="961608" y="387409"/>
                    <a:pt x="965733" y="389270"/>
                  </a:cubicBezTo>
                  <a:cubicBezTo>
                    <a:pt x="965591" y="384368"/>
                    <a:pt x="965615" y="379443"/>
                    <a:pt x="965167" y="374540"/>
                  </a:cubicBezTo>
                  <a:cubicBezTo>
                    <a:pt x="965026" y="372985"/>
                    <a:pt x="963682" y="371429"/>
                    <a:pt x="962645" y="370062"/>
                  </a:cubicBezTo>
                  <a:cubicBezTo>
                    <a:pt x="955575" y="360847"/>
                    <a:pt x="948976" y="351208"/>
                    <a:pt x="941245" y="342558"/>
                  </a:cubicBezTo>
                  <a:cubicBezTo>
                    <a:pt x="896371" y="292429"/>
                    <a:pt x="846949" y="247036"/>
                    <a:pt x="795075" y="204330"/>
                  </a:cubicBezTo>
                  <a:cubicBezTo>
                    <a:pt x="770635" y="184203"/>
                    <a:pt x="745817" y="164477"/>
                    <a:pt x="717135" y="150430"/>
                  </a:cubicBezTo>
                  <a:cubicBezTo>
                    <a:pt x="670328" y="127522"/>
                    <a:pt x="620906" y="112249"/>
                    <a:pt x="570352" y="100418"/>
                  </a:cubicBezTo>
                  <a:cubicBezTo>
                    <a:pt x="546548" y="94856"/>
                    <a:pt x="522579" y="89482"/>
                    <a:pt x="497856" y="91415"/>
                  </a:cubicBezTo>
                  <a:cubicBezTo>
                    <a:pt x="494273" y="91698"/>
                    <a:pt x="490927" y="94880"/>
                    <a:pt x="487486" y="96741"/>
                  </a:cubicBezTo>
                  <a:cubicBezTo>
                    <a:pt x="489748" y="99758"/>
                    <a:pt x="491422" y="104425"/>
                    <a:pt x="494415" y="105509"/>
                  </a:cubicBezTo>
                  <a:cubicBezTo>
                    <a:pt x="503818" y="108973"/>
                    <a:pt x="513623" y="112815"/>
                    <a:pt x="523451" y="113404"/>
                  </a:cubicBezTo>
                  <a:cubicBezTo>
                    <a:pt x="557601" y="115455"/>
                    <a:pt x="591327" y="119603"/>
                    <a:pt x="623969" y="130208"/>
                  </a:cubicBezTo>
                  <a:cubicBezTo>
                    <a:pt x="653830" y="139895"/>
                    <a:pt x="683574" y="149746"/>
                    <a:pt x="707566" y="171641"/>
                  </a:cubicBezTo>
                  <a:cubicBezTo>
                    <a:pt x="712822" y="176426"/>
                    <a:pt x="720411" y="178782"/>
                    <a:pt x="727128" y="181823"/>
                  </a:cubicBezTo>
                  <a:cubicBezTo>
                    <a:pt x="733774" y="184840"/>
                    <a:pt x="741363" y="186301"/>
                    <a:pt x="747373" y="190213"/>
                  </a:cubicBezTo>
                  <a:cubicBezTo>
                    <a:pt x="779614" y="211236"/>
                    <a:pt x="808768" y="236195"/>
                    <a:pt x="836626" y="262638"/>
                  </a:cubicBezTo>
                  <a:cubicBezTo>
                    <a:pt x="846289" y="271830"/>
                    <a:pt x="855197" y="281823"/>
                    <a:pt x="864177" y="291722"/>
                  </a:cubicBezTo>
                  <a:cubicBezTo>
                    <a:pt x="866180" y="293937"/>
                    <a:pt x="867029" y="297213"/>
                    <a:pt x="868419" y="299994"/>
                  </a:cubicBezTo>
                  <a:cubicBezTo>
                    <a:pt x="867618" y="300701"/>
                    <a:pt x="866817" y="301432"/>
                    <a:pt x="866015" y="302139"/>
                  </a:cubicBezTo>
                  <a:cubicBezTo>
                    <a:pt x="856847" y="296553"/>
                    <a:pt x="847137" y="291651"/>
                    <a:pt x="838582" y="285217"/>
                  </a:cubicBezTo>
                  <a:cubicBezTo>
                    <a:pt x="807542" y="261837"/>
                    <a:pt x="777139" y="237656"/>
                    <a:pt x="745982" y="214441"/>
                  </a:cubicBezTo>
                  <a:cubicBezTo>
                    <a:pt x="736178" y="207135"/>
                    <a:pt x="724912" y="201762"/>
                    <a:pt x="714118" y="195869"/>
                  </a:cubicBezTo>
                  <a:cubicBezTo>
                    <a:pt x="705162" y="190967"/>
                    <a:pt x="695711" y="186961"/>
                    <a:pt x="686849" y="181870"/>
                  </a:cubicBezTo>
                  <a:cubicBezTo>
                    <a:pt x="680038" y="177958"/>
                    <a:pt x="674240" y="172207"/>
                    <a:pt x="667288" y="168648"/>
                  </a:cubicBezTo>
                  <a:cubicBezTo>
                    <a:pt x="645935" y="157783"/>
                    <a:pt x="622862" y="152551"/>
                    <a:pt x="599270" y="149393"/>
                  </a:cubicBezTo>
                  <a:cubicBezTo>
                    <a:pt x="590502" y="148214"/>
                    <a:pt x="581735" y="147130"/>
                    <a:pt x="572944" y="145999"/>
                  </a:cubicBezTo>
                  <a:cubicBezTo>
                    <a:pt x="572756" y="146848"/>
                    <a:pt x="572543" y="147672"/>
                    <a:pt x="572355" y="148521"/>
                  </a:cubicBezTo>
                  <a:cubicBezTo>
                    <a:pt x="583974" y="153729"/>
                    <a:pt x="595570" y="158962"/>
                    <a:pt x="607189" y="164147"/>
                  </a:cubicBezTo>
                  <a:cubicBezTo>
                    <a:pt x="647349" y="182082"/>
                    <a:pt x="687651" y="199711"/>
                    <a:pt x="724158" y="224670"/>
                  </a:cubicBezTo>
                  <a:cubicBezTo>
                    <a:pt x="728612" y="227710"/>
                    <a:pt x="732690" y="231481"/>
                    <a:pt x="736249" y="235535"/>
                  </a:cubicBezTo>
                  <a:cubicBezTo>
                    <a:pt x="737663" y="237137"/>
                    <a:pt x="737168" y="240390"/>
                    <a:pt x="737568" y="242888"/>
                  </a:cubicBezTo>
                  <a:cubicBezTo>
                    <a:pt x="734882" y="243242"/>
                    <a:pt x="732030" y="244326"/>
                    <a:pt x="729532" y="243784"/>
                  </a:cubicBezTo>
                  <a:cubicBezTo>
                    <a:pt x="727033" y="243242"/>
                    <a:pt x="724889" y="241097"/>
                    <a:pt x="722555" y="239683"/>
                  </a:cubicBezTo>
                  <a:cubicBezTo>
                    <a:pt x="717088" y="236313"/>
                    <a:pt x="711879" y="232400"/>
                    <a:pt x="706105" y="229713"/>
                  </a:cubicBezTo>
                  <a:cubicBezTo>
                    <a:pt x="652770" y="204778"/>
                    <a:pt x="597573" y="185052"/>
                    <a:pt x="540396" y="170981"/>
                  </a:cubicBezTo>
                  <a:cubicBezTo>
                    <a:pt x="533915" y="169379"/>
                    <a:pt x="526727" y="169497"/>
                    <a:pt x="520033" y="170251"/>
                  </a:cubicBezTo>
                  <a:cubicBezTo>
                    <a:pt x="514872" y="170840"/>
                    <a:pt x="512444" y="175318"/>
                    <a:pt x="515037" y="180338"/>
                  </a:cubicBezTo>
                  <a:cubicBezTo>
                    <a:pt x="518831" y="187644"/>
                    <a:pt x="515296" y="191014"/>
                    <a:pt x="508980" y="192947"/>
                  </a:cubicBezTo>
                  <a:cubicBezTo>
                    <a:pt x="495357" y="197142"/>
                    <a:pt x="481641" y="197024"/>
                    <a:pt x="468230" y="192216"/>
                  </a:cubicBezTo>
                  <a:cubicBezTo>
                    <a:pt x="462032" y="190001"/>
                    <a:pt x="458355" y="185806"/>
                    <a:pt x="458025" y="178311"/>
                  </a:cubicBezTo>
                  <a:cubicBezTo>
                    <a:pt x="457884" y="175059"/>
                    <a:pt x="454396" y="170722"/>
                    <a:pt x="451285" y="169143"/>
                  </a:cubicBezTo>
                  <a:cubicBezTo>
                    <a:pt x="446830" y="166904"/>
                    <a:pt x="441363" y="166008"/>
                    <a:pt x="436272" y="165867"/>
                  </a:cubicBezTo>
                  <a:cubicBezTo>
                    <a:pt x="422154" y="165466"/>
                    <a:pt x="408037" y="165844"/>
                    <a:pt x="393920" y="165679"/>
                  </a:cubicBezTo>
                  <a:cubicBezTo>
                    <a:pt x="389937" y="165631"/>
                    <a:pt x="385954" y="164712"/>
                    <a:pt x="381146" y="164076"/>
                  </a:cubicBezTo>
                  <a:cubicBezTo>
                    <a:pt x="396701" y="148662"/>
                    <a:pt x="396041" y="148969"/>
                    <a:pt x="387509" y="129431"/>
                  </a:cubicBezTo>
                  <a:cubicBezTo>
                    <a:pt x="383173" y="119485"/>
                    <a:pt x="381004" y="108384"/>
                    <a:pt x="379213" y="97566"/>
                  </a:cubicBezTo>
                  <a:cubicBezTo>
                    <a:pt x="378270" y="91910"/>
                    <a:pt x="380816" y="86395"/>
                    <a:pt x="388263" y="85429"/>
                  </a:cubicBezTo>
                  <a:cubicBezTo>
                    <a:pt x="406859" y="83001"/>
                    <a:pt x="425383" y="79796"/>
                    <a:pt x="444026" y="77887"/>
                  </a:cubicBezTo>
                  <a:cubicBezTo>
                    <a:pt x="489442" y="73244"/>
                    <a:pt x="534740" y="71783"/>
                    <a:pt x="579638" y="83425"/>
                  </a:cubicBezTo>
                  <a:cubicBezTo>
                    <a:pt x="595193" y="87456"/>
                    <a:pt x="610135" y="86206"/>
                    <a:pt x="620246" y="70369"/>
                  </a:cubicBezTo>
                  <a:cubicBezTo>
                    <a:pt x="623993" y="64500"/>
                    <a:pt x="631087" y="62945"/>
                    <a:pt x="637568" y="64288"/>
                  </a:cubicBezTo>
                  <a:cubicBezTo>
                    <a:pt x="650554" y="66998"/>
                    <a:pt x="663328" y="70675"/>
                    <a:pt x="676197" y="73951"/>
                  </a:cubicBezTo>
                  <a:cubicBezTo>
                    <a:pt x="683574" y="75836"/>
                    <a:pt x="690903" y="78028"/>
                    <a:pt x="698351" y="79560"/>
                  </a:cubicBezTo>
                  <a:cubicBezTo>
                    <a:pt x="702876" y="80503"/>
                    <a:pt x="704973" y="77651"/>
                    <a:pt x="704031" y="73385"/>
                  </a:cubicBezTo>
                  <a:cubicBezTo>
                    <a:pt x="701344" y="61177"/>
                    <a:pt x="697361" y="49676"/>
                    <a:pt x="687156" y="41262"/>
                  </a:cubicBezTo>
                  <a:cubicBezTo>
                    <a:pt x="672968" y="29548"/>
                    <a:pt x="656659" y="22030"/>
                    <a:pt x="639194" y="17151"/>
                  </a:cubicBezTo>
                  <a:cubicBezTo>
                    <a:pt x="619727" y="11707"/>
                    <a:pt x="600048" y="8243"/>
                    <a:pt x="580792" y="18424"/>
                  </a:cubicBezTo>
                  <a:cubicBezTo>
                    <a:pt x="580156" y="18754"/>
                    <a:pt x="579048" y="18165"/>
                    <a:pt x="577894" y="17953"/>
                  </a:cubicBezTo>
                  <a:cubicBezTo>
                    <a:pt x="578223" y="16609"/>
                    <a:pt x="578365" y="15643"/>
                    <a:pt x="578718" y="14747"/>
                  </a:cubicBezTo>
                  <a:cubicBezTo>
                    <a:pt x="582419" y="5650"/>
                    <a:pt x="581287" y="2115"/>
                    <a:pt x="571813" y="677"/>
                  </a:cubicBezTo>
                  <a:cubicBezTo>
                    <a:pt x="563682" y="-548"/>
                    <a:pt x="555150" y="112"/>
                    <a:pt x="546901" y="913"/>
                  </a:cubicBezTo>
                  <a:cubicBezTo>
                    <a:pt x="543743" y="1219"/>
                    <a:pt x="538629" y="3977"/>
                    <a:pt x="538393" y="6098"/>
                  </a:cubicBezTo>
                  <a:cubicBezTo>
                    <a:pt x="538016" y="9185"/>
                    <a:pt x="540373" y="13923"/>
                    <a:pt x="543060" y="15808"/>
                  </a:cubicBezTo>
                  <a:cubicBezTo>
                    <a:pt x="551544" y="21724"/>
                    <a:pt x="560736" y="26555"/>
                    <a:pt x="569597" y="31929"/>
                  </a:cubicBezTo>
                  <a:cubicBezTo>
                    <a:pt x="572261" y="33555"/>
                    <a:pt x="574688" y="35582"/>
                    <a:pt x="577210" y="37420"/>
                  </a:cubicBezTo>
                  <a:cubicBezTo>
                    <a:pt x="576904" y="38104"/>
                    <a:pt x="576597" y="38764"/>
                    <a:pt x="576291" y="39447"/>
                  </a:cubicBezTo>
                  <a:cubicBezTo>
                    <a:pt x="571153" y="39801"/>
                    <a:pt x="565992" y="40720"/>
                    <a:pt x="560901" y="40413"/>
                  </a:cubicBezTo>
                  <a:cubicBezTo>
                    <a:pt x="537945" y="39070"/>
                    <a:pt x="515013" y="36855"/>
                    <a:pt x="492034" y="35959"/>
                  </a:cubicBezTo>
                  <a:cubicBezTo>
                    <a:pt x="475277" y="35299"/>
                    <a:pt x="458450" y="35770"/>
                    <a:pt x="441693" y="36595"/>
                  </a:cubicBezTo>
                  <a:cubicBezTo>
                    <a:pt x="434669" y="36949"/>
                    <a:pt x="428188" y="39636"/>
                    <a:pt x="427740" y="48921"/>
                  </a:cubicBezTo>
                  <a:cubicBezTo>
                    <a:pt x="427481" y="54342"/>
                    <a:pt x="423569" y="57524"/>
                    <a:pt x="418148" y="57123"/>
                  </a:cubicBezTo>
                  <a:cubicBezTo>
                    <a:pt x="413057" y="56723"/>
                    <a:pt x="408037" y="55285"/>
                    <a:pt x="403017" y="54177"/>
                  </a:cubicBezTo>
                  <a:cubicBezTo>
                    <a:pt x="398893" y="53258"/>
                    <a:pt x="394839" y="52174"/>
                    <a:pt x="390738" y="51160"/>
                  </a:cubicBezTo>
                  <a:cubicBezTo>
                    <a:pt x="395805" y="60022"/>
                    <a:pt x="391751" y="65608"/>
                    <a:pt x="385836" y="69308"/>
                  </a:cubicBezTo>
                  <a:cubicBezTo>
                    <a:pt x="374782" y="76213"/>
                    <a:pt x="363116" y="82106"/>
                    <a:pt x="351709" y="88493"/>
                  </a:cubicBezTo>
                  <a:cubicBezTo>
                    <a:pt x="347372" y="90920"/>
                    <a:pt x="343130" y="93489"/>
                    <a:pt x="338864" y="95987"/>
                  </a:cubicBezTo>
                  <a:cubicBezTo>
                    <a:pt x="339053" y="96789"/>
                    <a:pt x="339241" y="97590"/>
                    <a:pt x="339430" y="98391"/>
                  </a:cubicBezTo>
                  <a:cubicBezTo>
                    <a:pt x="350248" y="99829"/>
                    <a:pt x="361042" y="101267"/>
                    <a:pt x="371860" y="102704"/>
                  </a:cubicBezTo>
                  <a:cubicBezTo>
                    <a:pt x="372001" y="103671"/>
                    <a:pt x="372166" y="104660"/>
                    <a:pt x="372308" y="105627"/>
                  </a:cubicBezTo>
                  <a:cubicBezTo>
                    <a:pt x="363870" y="112179"/>
                    <a:pt x="355433" y="118731"/>
                    <a:pt x="345699" y="126272"/>
                  </a:cubicBezTo>
                  <a:cubicBezTo>
                    <a:pt x="352982" y="127309"/>
                    <a:pt x="357719" y="127993"/>
                    <a:pt x="364954" y="129030"/>
                  </a:cubicBezTo>
                  <a:cubicBezTo>
                    <a:pt x="358591" y="134804"/>
                    <a:pt x="354419" y="139824"/>
                    <a:pt x="349187" y="143100"/>
                  </a:cubicBezTo>
                  <a:cubicBezTo>
                    <a:pt x="317818" y="162827"/>
                    <a:pt x="286566" y="182789"/>
                    <a:pt x="254537" y="201384"/>
                  </a:cubicBezTo>
                  <a:cubicBezTo>
                    <a:pt x="239053" y="210388"/>
                    <a:pt x="222013" y="216704"/>
                    <a:pt x="205539" y="223963"/>
                  </a:cubicBezTo>
                  <a:cubicBezTo>
                    <a:pt x="203300" y="224953"/>
                    <a:pt x="200377" y="224387"/>
                    <a:pt x="197761" y="224528"/>
                  </a:cubicBezTo>
                  <a:cubicBezTo>
                    <a:pt x="197525" y="223798"/>
                    <a:pt x="197266" y="223067"/>
                    <a:pt x="197031" y="222360"/>
                  </a:cubicBezTo>
                  <a:cubicBezTo>
                    <a:pt x="209592" y="203859"/>
                    <a:pt x="229131" y="192405"/>
                    <a:pt x="244426" y="176473"/>
                  </a:cubicBezTo>
                  <a:cubicBezTo>
                    <a:pt x="241221" y="177604"/>
                    <a:pt x="238251" y="179183"/>
                    <a:pt x="235400" y="180904"/>
                  </a:cubicBezTo>
                  <a:cubicBezTo>
                    <a:pt x="219279" y="190567"/>
                    <a:pt x="203323" y="200489"/>
                    <a:pt x="187038" y="209893"/>
                  </a:cubicBezTo>
                  <a:cubicBezTo>
                    <a:pt x="168419" y="220640"/>
                    <a:pt x="149446" y="230774"/>
                    <a:pt x="130780" y="241403"/>
                  </a:cubicBezTo>
                  <a:cubicBezTo>
                    <a:pt x="119915" y="247602"/>
                    <a:pt x="108485" y="254696"/>
                    <a:pt x="105586" y="267328"/>
                  </a:cubicBezTo>
                  <a:cubicBezTo>
                    <a:pt x="101202" y="286395"/>
                    <a:pt x="91233" y="302068"/>
                    <a:pt x="79496" y="316633"/>
                  </a:cubicBezTo>
                  <a:cubicBezTo>
                    <a:pt x="57672" y="343689"/>
                    <a:pt x="37615" y="371429"/>
                    <a:pt x="26090" y="404849"/>
                  </a:cubicBezTo>
                  <a:cubicBezTo>
                    <a:pt x="19679" y="423421"/>
                    <a:pt x="10181" y="440932"/>
                    <a:pt x="2616" y="459150"/>
                  </a:cubicBezTo>
                  <a:cubicBezTo>
                    <a:pt x="683" y="463817"/>
                    <a:pt x="825" y="469332"/>
                    <a:pt x="0" y="474470"/>
                  </a:cubicBezTo>
                  <a:cubicBezTo>
                    <a:pt x="1084" y="474965"/>
                    <a:pt x="2145" y="475460"/>
                    <a:pt x="3229" y="475954"/>
                  </a:cubicBezTo>
                  <a:cubicBezTo>
                    <a:pt x="5586" y="473668"/>
                    <a:pt x="8485" y="471712"/>
                    <a:pt x="10229" y="469025"/>
                  </a:cubicBezTo>
                  <a:cubicBezTo>
                    <a:pt x="14942" y="461790"/>
                    <a:pt x="19844" y="454578"/>
                    <a:pt x="23450" y="446777"/>
                  </a:cubicBezTo>
                  <a:cubicBezTo>
                    <a:pt x="45510" y="398981"/>
                    <a:pt x="73038" y="354460"/>
                    <a:pt x="104572" y="312438"/>
                  </a:cubicBezTo>
                  <a:cubicBezTo>
                    <a:pt x="122249" y="288870"/>
                    <a:pt x="140231" y="265467"/>
                    <a:pt x="163281" y="246635"/>
                  </a:cubicBezTo>
                  <a:cubicBezTo>
                    <a:pt x="169927" y="241215"/>
                    <a:pt x="177163" y="237114"/>
                    <a:pt x="186071" y="237161"/>
                  </a:cubicBezTo>
                  <a:cubicBezTo>
                    <a:pt x="191233" y="237185"/>
                    <a:pt x="193236" y="239589"/>
                    <a:pt x="190054" y="244114"/>
                  </a:cubicBezTo>
                  <a:cubicBezTo>
                    <a:pt x="186071" y="249770"/>
                    <a:pt x="181947" y="255356"/>
                    <a:pt x="177280" y="260446"/>
                  </a:cubicBezTo>
                  <a:cubicBezTo>
                    <a:pt x="160900" y="278358"/>
                    <a:pt x="143578" y="295469"/>
                    <a:pt x="127952" y="313994"/>
                  </a:cubicBezTo>
                  <a:cubicBezTo>
                    <a:pt x="117346" y="326555"/>
                    <a:pt x="108579" y="340743"/>
                    <a:pt x="99906" y="354790"/>
                  </a:cubicBezTo>
                  <a:cubicBezTo>
                    <a:pt x="97950" y="357972"/>
                    <a:pt x="98185" y="365961"/>
                    <a:pt x="100330" y="367423"/>
                  </a:cubicBezTo>
                  <a:cubicBezTo>
                    <a:pt x="104148" y="370015"/>
                    <a:pt x="110464" y="370557"/>
                    <a:pt x="115272" y="369638"/>
                  </a:cubicBezTo>
                  <a:cubicBezTo>
                    <a:pt x="119491" y="368837"/>
                    <a:pt x="123993" y="365584"/>
                    <a:pt x="126774" y="362120"/>
                  </a:cubicBezTo>
                  <a:cubicBezTo>
                    <a:pt x="131204" y="356652"/>
                    <a:pt x="134410" y="350171"/>
                    <a:pt x="137992" y="344019"/>
                  </a:cubicBezTo>
                  <a:cubicBezTo>
                    <a:pt x="145652" y="330868"/>
                    <a:pt x="152298" y="316963"/>
                    <a:pt x="161136" y="304660"/>
                  </a:cubicBezTo>
                  <a:cubicBezTo>
                    <a:pt x="169644" y="292782"/>
                    <a:pt x="180910" y="283096"/>
                    <a:pt x="195074" y="277887"/>
                  </a:cubicBezTo>
                  <a:cubicBezTo>
                    <a:pt x="203040" y="274965"/>
                    <a:pt x="208202" y="276756"/>
                    <a:pt x="210818" y="282671"/>
                  </a:cubicBezTo>
                  <a:cubicBezTo>
                    <a:pt x="214165" y="290190"/>
                    <a:pt x="211973" y="297213"/>
                    <a:pt x="204337" y="300654"/>
                  </a:cubicBezTo>
                  <a:cubicBezTo>
                    <a:pt x="200165" y="302539"/>
                    <a:pt x="195263" y="302657"/>
                    <a:pt x="190832" y="304048"/>
                  </a:cubicBezTo>
                  <a:cubicBezTo>
                    <a:pt x="185553" y="305721"/>
                    <a:pt x="179944" y="307135"/>
                    <a:pt x="175395" y="310058"/>
                  </a:cubicBezTo>
                  <a:cubicBezTo>
                    <a:pt x="171035" y="312862"/>
                    <a:pt x="170634" y="323185"/>
                    <a:pt x="173981" y="327050"/>
                  </a:cubicBezTo>
                  <a:cubicBezTo>
                    <a:pt x="178176" y="331858"/>
                    <a:pt x="183125" y="329666"/>
                    <a:pt x="187485" y="327380"/>
                  </a:cubicBezTo>
                  <a:cubicBezTo>
                    <a:pt x="191610" y="325212"/>
                    <a:pt x="195711" y="322667"/>
                    <a:pt x="199175" y="319556"/>
                  </a:cubicBezTo>
                  <a:cubicBezTo>
                    <a:pt x="210370" y="309445"/>
                    <a:pt x="221117" y="298792"/>
                    <a:pt x="232336" y="288705"/>
                  </a:cubicBezTo>
                  <a:cubicBezTo>
                    <a:pt x="244285" y="277958"/>
                    <a:pt x="256022" y="266881"/>
                    <a:pt x="268867" y="257265"/>
                  </a:cubicBezTo>
                  <a:cubicBezTo>
                    <a:pt x="295923" y="236972"/>
                    <a:pt x="326467" y="226037"/>
                    <a:pt x="360641" y="226602"/>
                  </a:cubicBezTo>
                  <a:cubicBezTo>
                    <a:pt x="363305" y="226650"/>
                    <a:pt x="365944" y="227451"/>
                    <a:pt x="368607" y="227899"/>
                  </a:cubicBezTo>
                  <a:cubicBezTo>
                    <a:pt x="368796" y="228676"/>
                    <a:pt x="369008" y="229431"/>
                    <a:pt x="369197" y="230208"/>
                  </a:cubicBezTo>
                  <a:cubicBezTo>
                    <a:pt x="366133" y="232400"/>
                    <a:pt x="363328" y="235087"/>
                    <a:pt x="359958" y="236666"/>
                  </a:cubicBezTo>
                  <a:cubicBezTo>
                    <a:pt x="352581" y="240083"/>
                    <a:pt x="345110" y="243454"/>
                    <a:pt x="337403" y="245928"/>
                  </a:cubicBezTo>
                  <a:cubicBezTo>
                    <a:pt x="314448" y="253258"/>
                    <a:pt x="294155" y="265184"/>
                    <a:pt x="275466" y="280149"/>
                  </a:cubicBezTo>
                  <a:cubicBezTo>
                    <a:pt x="239618" y="308856"/>
                    <a:pt x="209640" y="343053"/>
                    <a:pt x="183149" y="380338"/>
                  </a:cubicBezTo>
                  <a:cubicBezTo>
                    <a:pt x="145840" y="432848"/>
                    <a:pt x="114919" y="488540"/>
                    <a:pt x="100283" y="552033"/>
                  </a:cubicBezTo>
                  <a:cubicBezTo>
                    <a:pt x="98256" y="560824"/>
                    <a:pt x="97101" y="569827"/>
                    <a:pt x="95546" y="578736"/>
                  </a:cubicBezTo>
                  <a:cubicBezTo>
                    <a:pt x="96253" y="578901"/>
                    <a:pt x="96960" y="579042"/>
                    <a:pt x="97667" y="579207"/>
                  </a:cubicBezTo>
                  <a:cubicBezTo>
                    <a:pt x="99104" y="576685"/>
                    <a:pt x="100778" y="574258"/>
                    <a:pt x="101909" y="571618"/>
                  </a:cubicBezTo>
                  <a:cubicBezTo>
                    <a:pt x="110040" y="552551"/>
                    <a:pt x="118030" y="533437"/>
                    <a:pt x="126137" y="514371"/>
                  </a:cubicBezTo>
                  <a:cubicBezTo>
                    <a:pt x="129885" y="505533"/>
                    <a:pt x="133161" y="496412"/>
                    <a:pt x="137709" y="487998"/>
                  </a:cubicBezTo>
                  <a:cubicBezTo>
                    <a:pt x="144756" y="474941"/>
                    <a:pt x="153476" y="471382"/>
                    <a:pt x="167994" y="474399"/>
                  </a:cubicBezTo>
                  <a:cubicBezTo>
                    <a:pt x="179614" y="476827"/>
                    <a:pt x="189724" y="474069"/>
                    <a:pt x="197573" y="465160"/>
                  </a:cubicBezTo>
                  <a:cubicBezTo>
                    <a:pt x="201956" y="460187"/>
                    <a:pt x="205798" y="454649"/>
                    <a:pt x="209310" y="449016"/>
                  </a:cubicBezTo>
                  <a:cubicBezTo>
                    <a:pt x="217417" y="436006"/>
                    <a:pt x="224511" y="422360"/>
                    <a:pt x="233161" y="409728"/>
                  </a:cubicBezTo>
                  <a:cubicBezTo>
                    <a:pt x="266675" y="360847"/>
                    <a:pt x="309828" y="323256"/>
                    <a:pt x="364907" y="300371"/>
                  </a:cubicBezTo>
                  <a:cubicBezTo>
                    <a:pt x="407636" y="282601"/>
                    <a:pt x="451261" y="277581"/>
                    <a:pt x="496701" y="290095"/>
                  </a:cubicBezTo>
                  <a:cubicBezTo>
                    <a:pt x="509734" y="293701"/>
                    <a:pt x="524087" y="293136"/>
                    <a:pt x="537828" y="293348"/>
                  </a:cubicBezTo>
                  <a:cubicBezTo>
                    <a:pt x="542565" y="293418"/>
                    <a:pt x="547844" y="290732"/>
                    <a:pt x="551992" y="287974"/>
                  </a:cubicBezTo>
                  <a:cubicBezTo>
                    <a:pt x="558120" y="283873"/>
                    <a:pt x="557507" y="278995"/>
                    <a:pt x="551191" y="275318"/>
                  </a:cubicBezTo>
                  <a:cubicBezTo>
                    <a:pt x="549305" y="274210"/>
                    <a:pt x="547184" y="273150"/>
                    <a:pt x="545063" y="272820"/>
                  </a:cubicBezTo>
                  <a:cubicBezTo>
                    <a:pt x="527505" y="270251"/>
                    <a:pt x="509946" y="265914"/>
                    <a:pt x="492364" y="265844"/>
                  </a:cubicBezTo>
                  <a:cubicBezTo>
                    <a:pt x="463234" y="265749"/>
                    <a:pt x="433986" y="267258"/>
                    <a:pt x="404997" y="270274"/>
                  </a:cubicBezTo>
                  <a:cubicBezTo>
                    <a:pt x="376079" y="273268"/>
                    <a:pt x="348504" y="281469"/>
                    <a:pt x="324158" y="298792"/>
                  </a:cubicBezTo>
                  <a:cubicBezTo>
                    <a:pt x="282324" y="328535"/>
                    <a:pt x="244992" y="363110"/>
                    <a:pt x="212232" y="402539"/>
                  </a:cubicBezTo>
                  <a:cubicBezTo>
                    <a:pt x="199505" y="417859"/>
                    <a:pt x="186189" y="433225"/>
                    <a:pt x="184209" y="454531"/>
                  </a:cubicBezTo>
                  <a:cubicBezTo>
                    <a:pt x="184092" y="455709"/>
                    <a:pt x="183408" y="456864"/>
                    <a:pt x="182842" y="457948"/>
                  </a:cubicBezTo>
                  <a:cubicBezTo>
                    <a:pt x="178883" y="465490"/>
                    <a:pt x="171247" y="468012"/>
                    <a:pt x="163234" y="464170"/>
                  </a:cubicBezTo>
                  <a:cubicBezTo>
                    <a:pt x="155056" y="460234"/>
                    <a:pt x="158921" y="454319"/>
                    <a:pt x="161325" y="449087"/>
                  </a:cubicBezTo>
                  <a:cubicBezTo>
                    <a:pt x="174688" y="419886"/>
                    <a:pt x="192883" y="393890"/>
                    <a:pt x="212892" y="368813"/>
                  </a:cubicBezTo>
                  <a:cubicBezTo>
                    <a:pt x="235023" y="341073"/>
                    <a:pt x="256635" y="313381"/>
                    <a:pt x="287839" y="294715"/>
                  </a:cubicBezTo>
                  <a:cubicBezTo>
                    <a:pt x="318690" y="276261"/>
                    <a:pt x="349564" y="258349"/>
                    <a:pt x="385577" y="251868"/>
                  </a:cubicBezTo>
                  <a:cubicBezTo>
                    <a:pt x="389418" y="251184"/>
                    <a:pt x="393236" y="249864"/>
                    <a:pt x="396842" y="248332"/>
                  </a:cubicBezTo>
                  <a:cubicBezTo>
                    <a:pt x="404620" y="245009"/>
                    <a:pt x="405892" y="241238"/>
                    <a:pt x="400519" y="234804"/>
                  </a:cubicBezTo>
                  <a:cubicBezTo>
                    <a:pt x="388570" y="220522"/>
                    <a:pt x="374099" y="210340"/>
                    <a:pt x="354773" y="208832"/>
                  </a:cubicBezTo>
                  <a:cubicBezTo>
                    <a:pt x="352817" y="208691"/>
                    <a:pt x="350884" y="207913"/>
                    <a:pt x="348645" y="207371"/>
                  </a:cubicBezTo>
                  <a:cubicBezTo>
                    <a:pt x="357035" y="193301"/>
                    <a:pt x="374735" y="187338"/>
                    <a:pt x="388475" y="194974"/>
                  </a:cubicBezTo>
                  <a:cubicBezTo>
                    <a:pt x="398963" y="200795"/>
                    <a:pt x="408037" y="209091"/>
                    <a:pt x="417794" y="216256"/>
                  </a:cubicBezTo>
                  <a:cubicBezTo>
                    <a:pt x="420788" y="218448"/>
                    <a:pt x="423875" y="220522"/>
                    <a:pt x="426915" y="222643"/>
                  </a:cubicBezTo>
                  <a:cubicBezTo>
                    <a:pt x="427457" y="222195"/>
                    <a:pt x="427999" y="221771"/>
                    <a:pt x="428518" y="221323"/>
                  </a:cubicBezTo>
                  <a:cubicBezTo>
                    <a:pt x="427339" y="217411"/>
                    <a:pt x="425878" y="213546"/>
                    <a:pt x="425077" y="209539"/>
                  </a:cubicBezTo>
                  <a:cubicBezTo>
                    <a:pt x="423757" y="203058"/>
                    <a:pt x="421990" y="196506"/>
                    <a:pt x="421990" y="190001"/>
                  </a:cubicBezTo>
                  <a:cubicBezTo>
                    <a:pt x="421990" y="182860"/>
                    <a:pt x="427882" y="179961"/>
                    <a:pt x="433915" y="183850"/>
                  </a:cubicBezTo>
                  <a:cubicBezTo>
                    <a:pt x="436838" y="185735"/>
                    <a:pt x="440302" y="189058"/>
                    <a:pt x="440679" y="192099"/>
                  </a:cubicBezTo>
                  <a:cubicBezTo>
                    <a:pt x="441645" y="199852"/>
                    <a:pt x="446713" y="202963"/>
                    <a:pt x="452840" y="204213"/>
                  </a:cubicBezTo>
                  <a:cubicBezTo>
                    <a:pt x="463187" y="206334"/>
                    <a:pt x="473745" y="207441"/>
                    <a:pt x="484210" y="208903"/>
                  </a:cubicBezTo>
                  <a:cubicBezTo>
                    <a:pt x="505680" y="211896"/>
                    <a:pt x="527363" y="213852"/>
                    <a:pt x="548551" y="218212"/>
                  </a:cubicBezTo>
                  <a:cubicBezTo>
                    <a:pt x="560170" y="220593"/>
                    <a:pt x="570823" y="227357"/>
                    <a:pt x="582183" y="231481"/>
                  </a:cubicBezTo>
                  <a:cubicBezTo>
                    <a:pt x="592718" y="235299"/>
                    <a:pt x="596088" y="233579"/>
                    <a:pt x="600873" y="223609"/>
                  </a:cubicBezTo>
                  <a:cubicBezTo>
                    <a:pt x="604431" y="216209"/>
                    <a:pt x="610158" y="211401"/>
                    <a:pt x="618077" y="209704"/>
                  </a:cubicBezTo>
                  <a:cubicBezTo>
                    <a:pt x="620387" y="209209"/>
                    <a:pt x="624040" y="209845"/>
                    <a:pt x="625336" y="211401"/>
                  </a:cubicBezTo>
                  <a:cubicBezTo>
                    <a:pt x="626444" y="212697"/>
                    <a:pt x="625713" y="216492"/>
                    <a:pt x="624606" y="218542"/>
                  </a:cubicBezTo>
                  <a:cubicBezTo>
                    <a:pt x="615155" y="236100"/>
                    <a:pt x="594674" y="245999"/>
                    <a:pt x="575136" y="242558"/>
                  </a:cubicBezTo>
                  <a:cubicBezTo>
                    <a:pt x="569550" y="241568"/>
                    <a:pt x="564059" y="240178"/>
                    <a:pt x="558544" y="238834"/>
                  </a:cubicBezTo>
                  <a:cubicBezTo>
                    <a:pt x="538747" y="233979"/>
                    <a:pt x="518808" y="230821"/>
                    <a:pt x="498374" y="234144"/>
                  </a:cubicBezTo>
                  <a:cubicBezTo>
                    <a:pt x="491681" y="235228"/>
                    <a:pt x="484846" y="236195"/>
                    <a:pt x="479284" y="243053"/>
                  </a:cubicBezTo>
                  <a:cubicBezTo>
                    <a:pt x="483715" y="244774"/>
                    <a:pt x="487179" y="246730"/>
                    <a:pt x="490903" y="247460"/>
                  </a:cubicBezTo>
                  <a:cubicBezTo>
                    <a:pt x="504950" y="250194"/>
                    <a:pt x="519067" y="252551"/>
                    <a:pt x="533161" y="254979"/>
                  </a:cubicBezTo>
                  <a:cubicBezTo>
                    <a:pt x="568560" y="261036"/>
                    <a:pt x="603465" y="268507"/>
                    <a:pt x="634222" y="288610"/>
                  </a:cubicBezTo>
                  <a:cubicBezTo>
                    <a:pt x="637686" y="290873"/>
                    <a:pt x="641669" y="292523"/>
                    <a:pt x="645582" y="293937"/>
                  </a:cubicBezTo>
                  <a:cubicBezTo>
                    <a:pt x="654113" y="296977"/>
                    <a:pt x="655739" y="295964"/>
                    <a:pt x="657507" y="287267"/>
                  </a:cubicBezTo>
                  <a:cubicBezTo>
                    <a:pt x="659228" y="278783"/>
                    <a:pt x="662833" y="276119"/>
                    <a:pt x="671130" y="278688"/>
                  </a:cubicBezTo>
                  <a:cubicBezTo>
                    <a:pt x="677422" y="280644"/>
                    <a:pt x="683951" y="283119"/>
                    <a:pt x="689183" y="286961"/>
                  </a:cubicBezTo>
                  <a:cubicBezTo>
                    <a:pt x="712115" y="303788"/>
                    <a:pt x="735047" y="320640"/>
                    <a:pt x="757059" y="338599"/>
                  </a:cubicBezTo>
                  <a:cubicBezTo>
                    <a:pt x="768466" y="347908"/>
                    <a:pt x="778082" y="359457"/>
                    <a:pt x="788146" y="370345"/>
                  </a:cubicBezTo>
                  <a:cubicBezTo>
                    <a:pt x="789819" y="372136"/>
                    <a:pt x="789583" y="375695"/>
                    <a:pt x="790220" y="378429"/>
                  </a:cubicBezTo>
                  <a:cubicBezTo>
                    <a:pt x="787439" y="378759"/>
                    <a:pt x="784516" y="379772"/>
                    <a:pt x="781900" y="379254"/>
                  </a:cubicBezTo>
                  <a:cubicBezTo>
                    <a:pt x="777092" y="378288"/>
                    <a:pt x="772497" y="376355"/>
                    <a:pt x="767759" y="374941"/>
                  </a:cubicBezTo>
                  <a:cubicBezTo>
                    <a:pt x="758898" y="372278"/>
                    <a:pt x="755905" y="374729"/>
                    <a:pt x="757931" y="383779"/>
                  </a:cubicBezTo>
                  <a:cubicBezTo>
                    <a:pt x="759416" y="390496"/>
                    <a:pt x="762126" y="396930"/>
                    <a:pt x="764083" y="403553"/>
                  </a:cubicBezTo>
                  <a:cubicBezTo>
                    <a:pt x="764766" y="405886"/>
                    <a:pt x="764837" y="408384"/>
                    <a:pt x="765473" y="412839"/>
                  </a:cubicBezTo>
                  <a:cubicBezTo>
                    <a:pt x="760406" y="409421"/>
                    <a:pt x="757130" y="407324"/>
                    <a:pt x="753972" y="405061"/>
                  </a:cubicBezTo>
                  <a:cubicBezTo>
                    <a:pt x="746124" y="399476"/>
                    <a:pt x="738488" y="393513"/>
                    <a:pt x="730404" y="388304"/>
                  </a:cubicBezTo>
                  <a:cubicBezTo>
                    <a:pt x="727458" y="386419"/>
                    <a:pt x="723427" y="386230"/>
                    <a:pt x="717653" y="384628"/>
                  </a:cubicBezTo>
                  <a:cubicBezTo>
                    <a:pt x="719515" y="390732"/>
                    <a:pt x="720034" y="394715"/>
                    <a:pt x="721872" y="397967"/>
                  </a:cubicBezTo>
                  <a:cubicBezTo>
                    <a:pt x="726114" y="405485"/>
                    <a:pt x="730498" y="413004"/>
                    <a:pt x="735659" y="419909"/>
                  </a:cubicBezTo>
                  <a:cubicBezTo>
                    <a:pt x="748457" y="436973"/>
                    <a:pt x="761844" y="453659"/>
                    <a:pt x="781028" y="464147"/>
                  </a:cubicBezTo>
                  <a:cubicBezTo>
                    <a:pt x="789819" y="468955"/>
                    <a:pt x="799529" y="473221"/>
                    <a:pt x="808839" y="466244"/>
                  </a:cubicBezTo>
                  <a:cubicBezTo>
                    <a:pt x="818125" y="459268"/>
                    <a:pt x="816711" y="448615"/>
                    <a:pt x="814778" y="438882"/>
                  </a:cubicBezTo>
                  <a:cubicBezTo>
                    <a:pt x="811172" y="420522"/>
                    <a:pt x="804620" y="402445"/>
                    <a:pt x="803536" y="383991"/>
                  </a:cubicBezTo>
                  <a:cubicBezTo>
                    <a:pt x="802711" y="369850"/>
                    <a:pt x="796913" y="360069"/>
                    <a:pt x="788523" y="350689"/>
                  </a:cubicBezTo>
                  <a:cubicBezTo>
                    <a:pt x="761961" y="320993"/>
                    <a:pt x="731629" y="295681"/>
                    <a:pt x="698445" y="273715"/>
                  </a:cubicBezTo>
                  <a:cubicBezTo>
                    <a:pt x="685718" y="265278"/>
                    <a:pt x="672143" y="260164"/>
                    <a:pt x="656635" y="261201"/>
                  </a:cubicBezTo>
                  <a:cubicBezTo>
                    <a:pt x="648975" y="261719"/>
                    <a:pt x="641316" y="262238"/>
                    <a:pt x="633656" y="262379"/>
                  </a:cubicBezTo>
                  <a:cubicBezTo>
                    <a:pt x="625855" y="262520"/>
                    <a:pt x="622909" y="259174"/>
                    <a:pt x="623427" y="251420"/>
                  </a:cubicBezTo>
                  <a:cubicBezTo>
                    <a:pt x="624394" y="236454"/>
                    <a:pt x="635306" y="226650"/>
                    <a:pt x="650130" y="227781"/>
                  </a:cubicBezTo>
                  <a:cubicBezTo>
                    <a:pt x="655009" y="228158"/>
                    <a:pt x="660312" y="228488"/>
                    <a:pt x="664554" y="230585"/>
                  </a:cubicBezTo>
                  <a:cubicBezTo>
                    <a:pt x="680604" y="238622"/>
                    <a:pt x="697290" y="245976"/>
                    <a:pt x="711973" y="256133"/>
                  </a:cubicBezTo>
                  <a:cubicBezTo>
                    <a:pt x="758521" y="288351"/>
                    <a:pt x="796560" y="329855"/>
                    <a:pt x="835235" y="370746"/>
                  </a:cubicBezTo>
                  <a:cubicBezTo>
                    <a:pt x="854585" y="391203"/>
                    <a:pt x="875890" y="409798"/>
                    <a:pt x="896513" y="428983"/>
                  </a:cubicBezTo>
                  <a:cubicBezTo>
                    <a:pt x="899600" y="431835"/>
                    <a:pt x="903913" y="433367"/>
                    <a:pt x="907660" y="435511"/>
                  </a:cubicBezTo>
                  <a:cubicBezTo>
                    <a:pt x="908462" y="435087"/>
                    <a:pt x="909263" y="434663"/>
                    <a:pt x="910064" y="434215"/>
                  </a:cubicBezTo>
                  <a:cubicBezTo>
                    <a:pt x="909381" y="430114"/>
                    <a:pt x="909805" y="425330"/>
                    <a:pt x="907778" y="422077"/>
                  </a:cubicBezTo>
                  <a:cubicBezTo>
                    <a:pt x="900260" y="409940"/>
                    <a:pt x="892482" y="397920"/>
                    <a:pt x="883786" y="386631"/>
                  </a:cubicBezTo>
                  <a:cubicBezTo>
                    <a:pt x="875608" y="376002"/>
                    <a:pt x="866157" y="366339"/>
                    <a:pt x="857248" y="356228"/>
                  </a:cubicBezTo>
                  <a:cubicBezTo>
                    <a:pt x="861255" y="358019"/>
                    <a:pt x="864366" y="360682"/>
                    <a:pt x="867594" y="363204"/>
                  </a:cubicBezTo>
                  <a:cubicBezTo>
                    <a:pt x="915037" y="400277"/>
                    <a:pt x="957602" y="442252"/>
                    <a:pt x="994769" y="489671"/>
                  </a:cubicBezTo>
                  <a:cubicBezTo>
                    <a:pt x="1015367" y="515973"/>
                    <a:pt x="1035872" y="542346"/>
                    <a:pt x="1056777" y="568413"/>
                  </a:cubicBezTo>
                  <a:cubicBezTo>
                    <a:pt x="1061538" y="574328"/>
                    <a:pt x="1067453" y="579490"/>
                    <a:pt x="1073534" y="584086"/>
                  </a:cubicBezTo>
                  <a:cubicBezTo>
                    <a:pt x="1075985" y="585947"/>
                    <a:pt x="1080251" y="585382"/>
                    <a:pt x="1083692" y="585900"/>
                  </a:cubicBezTo>
                  <a:cubicBezTo>
                    <a:pt x="1083220" y="582954"/>
                    <a:pt x="1083645" y="579466"/>
                    <a:pt x="1082160" y="577157"/>
                  </a:cubicBezTo>
                  <a:cubicBezTo>
                    <a:pt x="1073817" y="564029"/>
                    <a:pt x="1065214" y="551019"/>
                    <a:pt x="1056353" y="538245"/>
                  </a:cubicBezTo>
                  <a:cubicBezTo>
                    <a:pt x="1041434" y="516704"/>
                    <a:pt x="1025949" y="495563"/>
                    <a:pt x="1011361" y="473810"/>
                  </a:cubicBezTo>
                  <a:cubicBezTo>
                    <a:pt x="1007778" y="468483"/>
                    <a:pt x="1005775" y="461672"/>
                    <a:pt x="1004597" y="455238"/>
                  </a:cubicBezTo>
                  <a:cubicBezTo>
                    <a:pt x="1002994" y="446447"/>
                    <a:pt x="1007802" y="442700"/>
                    <a:pt x="1015132" y="447248"/>
                  </a:cubicBezTo>
                  <a:cubicBezTo>
                    <a:pt x="1022344" y="451703"/>
                    <a:pt x="1029155" y="457501"/>
                    <a:pt x="1034528" y="464052"/>
                  </a:cubicBezTo>
                  <a:cubicBezTo>
                    <a:pt x="1044262" y="475884"/>
                    <a:pt x="1051969" y="489388"/>
                    <a:pt x="1061985" y="500937"/>
                  </a:cubicBezTo>
                  <a:cubicBezTo>
                    <a:pt x="1078153" y="519603"/>
                    <a:pt x="1095429" y="537326"/>
                    <a:pt x="1112445" y="555214"/>
                  </a:cubicBezTo>
                  <a:cubicBezTo>
                    <a:pt x="1114708" y="557595"/>
                    <a:pt x="1118290" y="558726"/>
                    <a:pt x="1122603" y="561201"/>
                  </a:cubicBezTo>
                  <a:cubicBezTo>
                    <a:pt x="1122037" y="557595"/>
                    <a:pt x="1122108" y="556016"/>
                    <a:pt x="1121542" y="554743"/>
                  </a:cubicBezTo>
                  <a:cubicBezTo>
                    <a:pt x="1119586" y="550477"/>
                    <a:pt x="1117866" y="545999"/>
                    <a:pt x="1115226" y="542205"/>
                  </a:cubicBezTo>
                  <a:cubicBezTo>
                    <a:pt x="1097738" y="517034"/>
                    <a:pt x="1080416" y="491745"/>
                    <a:pt x="1062245" y="467069"/>
                  </a:cubicBezTo>
                  <a:cubicBezTo>
                    <a:pt x="1055316" y="457312"/>
                    <a:pt x="1046218" y="449063"/>
                    <a:pt x="1037851" y="440319"/>
                  </a:cubicBezTo>
                  <a:close/>
                  <a:moveTo>
                    <a:pt x="503418" y="55780"/>
                  </a:moveTo>
                  <a:cubicBezTo>
                    <a:pt x="488617" y="59999"/>
                    <a:pt x="475254" y="59598"/>
                    <a:pt x="460736" y="55945"/>
                  </a:cubicBezTo>
                  <a:cubicBezTo>
                    <a:pt x="470187" y="47390"/>
                    <a:pt x="493331" y="47272"/>
                    <a:pt x="503418" y="55780"/>
                  </a:cubicBezTo>
                  <a:close/>
                  <a:moveTo>
                    <a:pt x="341999" y="187126"/>
                  </a:moveTo>
                  <a:cubicBezTo>
                    <a:pt x="311926" y="208266"/>
                    <a:pt x="281782" y="229313"/>
                    <a:pt x="251214" y="249699"/>
                  </a:cubicBezTo>
                  <a:cubicBezTo>
                    <a:pt x="243342" y="254955"/>
                    <a:pt x="234056" y="258372"/>
                    <a:pt x="225006" y="261436"/>
                  </a:cubicBezTo>
                  <a:cubicBezTo>
                    <a:pt x="214801" y="264877"/>
                    <a:pt x="210040" y="259951"/>
                    <a:pt x="212986" y="249676"/>
                  </a:cubicBezTo>
                  <a:cubicBezTo>
                    <a:pt x="214636" y="243949"/>
                    <a:pt x="217417" y="239235"/>
                    <a:pt x="223757" y="236572"/>
                  </a:cubicBezTo>
                  <a:cubicBezTo>
                    <a:pt x="240703" y="229454"/>
                    <a:pt x="257766" y="222337"/>
                    <a:pt x="273981" y="213711"/>
                  </a:cubicBezTo>
                  <a:cubicBezTo>
                    <a:pt x="296842" y="201573"/>
                    <a:pt x="318878" y="187927"/>
                    <a:pt x="341457" y="175247"/>
                  </a:cubicBezTo>
                  <a:cubicBezTo>
                    <a:pt x="346642" y="172325"/>
                    <a:pt x="352581" y="170699"/>
                    <a:pt x="358167" y="168483"/>
                  </a:cubicBezTo>
                  <a:cubicBezTo>
                    <a:pt x="358756" y="169402"/>
                    <a:pt x="359369" y="170321"/>
                    <a:pt x="359958" y="171241"/>
                  </a:cubicBezTo>
                  <a:cubicBezTo>
                    <a:pt x="353972" y="176567"/>
                    <a:pt x="348480" y="182553"/>
                    <a:pt x="341999" y="18712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293" name="Google Shape;2293;p52"/>
            <p:cNvSpPr/>
            <p:nvPr/>
          </p:nvSpPr>
          <p:spPr>
            <a:xfrm>
              <a:off x="190581" y="2180046"/>
              <a:ext cx="1006655" cy="452263"/>
            </a:xfrm>
            <a:custGeom>
              <a:rect b="b" l="l" r="r" t="t"/>
              <a:pathLst>
                <a:path extrusionOk="0" h="452263" w="1006655">
                  <a:moveTo>
                    <a:pt x="12020" y="446890"/>
                  </a:moveTo>
                  <a:cubicBezTo>
                    <a:pt x="21777" y="438900"/>
                    <a:pt x="31794" y="431099"/>
                    <a:pt x="40726" y="422238"/>
                  </a:cubicBezTo>
                  <a:cubicBezTo>
                    <a:pt x="69031" y="394144"/>
                    <a:pt x="96465" y="365155"/>
                    <a:pt x="125077" y="337368"/>
                  </a:cubicBezTo>
                  <a:cubicBezTo>
                    <a:pt x="141362" y="321554"/>
                    <a:pt x="158709" y="306659"/>
                    <a:pt x="176668" y="292777"/>
                  </a:cubicBezTo>
                  <a:cubicBezTo>
                    <a:pt x="188900" y="283326"/>
                    <a:pt x="195334" y="285518"/>
                    <a:pt x="204313" y="297986"/>
                  </a:cubicBezTo>
                  <a:cubicBezTo>
                    <a:pt x="211172" y="307507"/>
                    <a:pt x="216734" y="309039"/>
                    <a:pt x="226114" y="302252"/>
                  </a:cubicBezTo>
                  <a:cubicBezTo>
                    <a:pt x="235305" y="295605"/>
                    <a:pt x="243649" y="287781"/>
                    <a:pt x="252416" y="280545"/>
                  </a:cubicBezTo>
                  <a:cubicBezTo>
                    <a:pt x="264719" y="270364"/>
                    <a:pt x="278223" y="262303"/>
                    <a:pt x="293590" y="257661"/>
                  </a:cubicBezTo>
                  <a:cubicBezTo>
                    <a:pt x="303677" y="254620"/>
                    <a:pt x="313717" y="254997"/>
                    <a:pt x="324888" y="258061"/>
                  </a:cubicBezTo>
                  <a:cubicBezTo>
                    <a:pt x="314330" y="272344"/>
                    <a:pt x="296088" y="277811"/>
                    <a:pt x="288499" y="294828"/>
                  </a:cubicBezTo>
                  <a:cubicBezTo>
                    <a:pt x="291280" y="295228"/>
                    <a:pt x="292223" y="295440"/>
                    <a:pt x="293165" y="295488"/>
                  </a:cubicBezTo>
                  <a:cubicBezTo>
                    <a:pt x="294155" y="295535"/>
                    <a:pt x="295239" y="295676"/>
                    <a:pt x="296111" y="295346"/>
                  </a:cubicBezTo>
                  <a:cubicBezTo>
                    <a:pt x="313246" y="289077"/>
                    <a:pt x="325407" y="277387"/>
                    <a:pt x="332972" y="260937"/>
                  </a:cubicBezTo>
                  <a:cubicBezTo>
                    <a:pt x="333561" y="259664"/>
                    <a:pt x="332666" y="256317"/>
                    <a:pt x="331700" y="255940"/>
                  </a:cubicBezTo>
                  <a:cubicBezTo>
                    <a:pt x="325878" y="253725"/>
                    <a:pt x="328259" y="249977"/>
                    <a:pt x="330050" y="247031"/>
                  </a:cubicBezTo>
                  <a:cubicBezTo>
                    <a:pt x="334033" y="240503"/>
                    <a:pt x="338676" y="234399"/>
                    <a:pt x="342753" y="227917"/>
                  </a:cubicBezTo>
                  <a:cubicBezTo>
                    <a:pt x="344709" y="224806"/>
                    <a:pt x="346005" y="221248"/>
                    <a:pt x="348598" y="215827"/>
                  </a:cubicBezTo>
                  <a:cubicBezTo>
                    <a:pt x="342659" y="216746"/>
                    <a:pt x="338746" y="216487"/>
                    <a:pt x="335659" y="217948"/>
                  </a:cubicBezTo>
                  <a:cubicBezTo>
                    <a:pt x="320293" y="225231"/>
                    <a:pt x="304950" y="232584"/>
                    <a:pt x="289984" y="240668"/>
                  </a:cubicBezTo>
                  <a:cubicBezTo>
                    <a:pt x="268914" y="252028"/>
                    <a:pt x="248315" y="264307"/>
                    <a:pt x="227198" y="275620"/>
                  </a:cubicBezTo>
                  <a:cubicBezTo>
                    <a:pt x="221424" y="278707"/>
                    <a:pt x="214542" y="279744"/>
                    <a:pt x="208178" y="281724"/>
                  </a:cubicBezTo>
                  <a:cubicBezTo>
                    <a:pt x="207707" y="281017"/>
                    <a:pt x="207236" y="280333"/>
                    <a:pt x="206764" y="279626"/>
                  </a:cubicBezTo>
                  <a:cubicBezTo>
                    <a:pt x="207471" y="277151"/>
                    <a:pt x="207636" y="274347"/>
                    <a:pt x="208980" y="272273"/>
                  </a:cubicBezTo>
                  <a:cubicBezTo>
                    <a:pt x="219303" y="256459"/>
                    <a:pt x="232029" y="243920"/>
                    <a:pt x="252062" y="241563"/>
                  </a:cubicBezTo>
                  <a:cubicBezTo>
                    <a:pt x="255409" y="241163"/>
                    <a:pt x="258897" y="239961"/>
                    <a:pt x="261820" y="238264"/>
                  </a:cubicBezTo>
                  <a:cubicBezTo>
                    <a:pt x="274405" y="230981"/>
                    <a:pt x="286826" y="223392"/>
                    <a:pt x="299270" y="215874"/>
                  </a:cubicBezTo>
                  <a:cubicBezTo>
                    <a:pt x="309404" y="209746"/>
                    <a:pt x="319208" y="203006"/>
                    <a:pt x="329673" y="197561"/>
                  </a:cubicBezTo>
                  <a:cubicBezTo>
                    <a:pt x="337050" y="193720"/>
                    <a:pt x="344992" y="191410"/>
                    <a:pt x="353759" y="195582"/>
                  </a:cubicBezTo>
                  <a:cubicBezTo>
                    <a:pt x="359864" y="198504"/>
                    <a:pt x="363446" y="195700"/>
                    <a:pt x="364672" y="188888"/>
                  </a:cubicBezTo>
                  <a:cubicBezTo>
                    <a:pt x="366086" y="181087"/>
                    <a:pt x="370870" y="176350"/>
                    <a:pt x="378836" y="175054"/>
                  </a:cubicBezTo>
                  <a:cubicBezTo>
                    <a:pt x="382489" y="174465"/>
                    <a:pt x="386260" y="174323"/>
                    <a:pt x="389866" y="173545"/>
                  </a:cubicBezTo>
                  <a:cubicBezTo>
                    <a:pt x="398751" y="171636"/>
                    <a:pt x="406953" y="168195"/>
                    <a:pt x="411949" y="160064"/>
                  </a:cubicBezTo>
                  <a:cubicBezTo>
                    <a:pt x="413151" y="158108"/>
                    <a:pt x="413693" y="154337"/>
                    <a:pt x="412586" y="152711"/>
                  </a:cubicBezTo>
                  <a:cubicBezTo>
                    <a:pt x="411431" y="150991"/>
                    <a:pt x="407896" y="150001"/>
                    <a:pt x="405492" y="150142"/>
                  </a:cubicBezTo>
                  <a:cubicBezTo>
                    <a:pt x="390290" y="151038"/>
                    <a:pt x="388334" y="149317"/>
                    <a:pt x="388570" y="134069"/>
                  </a:cubicBezTo>
                  <a:cubicBezTo>
                    <a:pt x="388711" y="125231"/>
                    <a:pt x="386378" y="123581"/>
                    <a:pt x="378553" y="127045"/>
                  </a:cubicBezTo>
                  <a:cubicBezTo>
                    <a:pt x="373887" y="129096"/>
                    <a:pt x="368749" y="131618"/>
                    <a:pt x="365614" y="125584"/>
                  </a:cubicBezTo>
                  <a:cubicBezTo>
                    <a:pt x="362503" y="119598"/>
                    <a:pt x="365897" y="115026"/>
                    <a:pt x="371200" y="112150"/>
                  </a:cubicBezTo>
                  <a:cubicBezTo>
                    <a:pt x="382913" y="105787"/>
                    <a:pt x="395263" y="104844"/>
                    <a:pt x="407660" y="109628"/>
                  </a:cubicBezTo>
                  <a:cubicBezTo>
                    <a:pt x="410182" y="110618"/>
                    <a:pt x="413741" y="114955"/>
                    <a:pt x="413246" y="116722"/>
                  </a:cubicBezTo>
                  <a:cubicBezTo>
                    <a:pt x="411195" y="123958"/>
                    <a:pt x="415603" y="124712"/>
                    <a:pt x="420269" y="124524"/>
                  </a:cubicBezTo>
                  <a:cubicBezTo>
                    <a:pt x="430356" y="124123"/>
                    <a:pt x="440443" y="123180"/>
                    <a:pt x="450531" y="122261"/>
                  </a:cubicBezTo>
                  <a:cubicBezTo>
                    <a:pt x="456918" y="121672"/>
                    <a:pt x="463281" y="120729"/>
                    <a:pt x="469645" y="119928"/>
                  </a:cubicBezTo>
                  <a:cubicBezTo>
                    <a:pt x="470375" y="121177"/>
                    <a:pt x="471106" y="122450"/>
                    <a:pt x="471836" y="123699"/>
                  </a:cubicBezTo>
                  <a:cubicBezTo>
                    <a:pt x="469173" y="125396"/>
                    <a:pt x="466345" y="126880"/>
                    <a:pt x="463870" y="128837"/>
                  </a:cubicBezTo>
                  <a:cubicBezTo>
                    <a:pt x="458049" y="133432"/>
                    <a:pt x="452228" y="138099"/>
                    <a:pt x="446736" y="143072"/>
                  </a:cubicBezTo>
                  <a:cubicBezTo>
                    <a:pt x="445134" y="144533"/>
                    <a:pt x="443389" y="147620"/>
                    <a:pt x="443955" y="149152"/>
                  </a:cubicBezTo>
                  <a:cubicBezTo>
                    <a:pt x="444544" y="150802"/>
                    <a:pt x="447679" y="152263"/>
                    <a:pt x="449847" y="152523"/>
                  </a:cubicBezTo>
                  <a:cubicBezTo>
                    <a:pt x="456965" y="153347"/>
                    <a:pt x="464177" y="154196"/>
                    <a:pt x="471294" y="153960"/>
                  </a:cubicBezTo>
                  <a:cubicBezTo>
                    <a:pt x="506175" y="152758"/>
                    <a:pt x="541033" y="150708"/>
                    <a:pt x="575937" y="149907"/>
                  </a:cubicBezTo>
                  <a:cubicBezTo>
                    <a:pt x="634410" y="148563"/>
                    <a:pt x="692647" y="152051"/>
                    <a:pt x="750649" y="159923"/>
                  </a:cubicBezTo>
                  <a:cubicBezTo>
                    <a:pt x="804267" y="167206"/>
                    <a:pt x="857177" y="177576"/>
                    <a:pt x="909169" y="192683"/>
                  </a:cubicBezTo>
                  <a:cubicBezTo>
                    <a:pt x="916027" y="194686"/>
                    <a:pt x="922909" y="196784"/>
                    <a:pt x="929909" y="198056"/>
                  </a:cubicBezTo>
                  <a:cubicBezTo>
                    <a:pt x="933208" y="198669"/>
                    <a:pt x="936838" y="197420"/>
                    <a:pt x="940326" y="197019"/>
                  </a:cubicBezTo>
                  <a:cubicBezTo>
                    <a:pt x="939053" y="193531"/>
                    <a:pt x="938676" y="189218"/>
                    <a:pt x="936343" y="186767"/>
                  </a:cubicBezTo>
                  <a:cubicBezTo>
                    <a:pt x="932855" y="183138"/>
                    <a:pt x="928330" y="179791"/>
                    <a:pt x="923616" y="178283"/>
                  </a:cubicBezTo>
                  <a:cubicBezTo>
                    <a:pt x="916428" y="175973"/>
                    <a:pt x="908721" y="175360"/>
                    <a:pt x="901226" y="173993"/>
                  </a:cubicBezTo>
                  <a:cubicBezTo>
                    <a:pt x="892577" y="172438"/>
                    <a:pt x="891563" y="169704"/>
                    <a:pt x="897055" y="162893"/>
                  </a:cubicBezTo>
                  <a:cubicBezTo>
                    <a:pt x="905799" y="151981"/>
                    <a:pt x="917253" y="150849"/>
                    <a:pt x="929178" y="155327"/>
                  </a:cubicBezTo>
                  <a:cubicBezTo>
                    <a:pt x="943225" y="160630"/>
                    <a:pt x="956565" y="167818"/>
                    <a:pt x="970682" y="172956"/>
                  </a:cubicBezTo>
                  <a:cubicBezTo>
                    <a:pt x="979049" y="175997"/>
                    <a:pt x="988240" y="177175"/>
                    <a:pt x="997173" y="178236"/>
                  </a:cubicBezTo>
                  <a:cubicBezTo>
                    <a:pt x="1002405" y="178848"/>
                    <a:pt x="1006435" y="175384"/>
                    <a:pt x="1006647" y="169892"/>
                  </a:cubicBezTo>
                  <a:cubicBezTo>
                    <a:pt x="1006883" y="163906"/>
                    <a:pt x="1002051" y="162068"/>
                    <a:pt x="997149" y="161596"/>
                  </a:cubicBezTo>
                  <a:cubicBezTo>
                    <a:pt x="974618" y="159428"/>
                    <a:pt x="953972" y="151108"/>
                    <a:pt x="934010" y="141375"/>
                  </a:cubicBezTo>
                  <a:cubicBezTo>
                    <a:pt x="898398" y="123981"/>
                    <a:pt x="861632" y="109958"/>
                    <a:pt x="823380" y="99800"/>
                  </a:cubicBezTo>
                  <a:cubicBezTo>
                    <a:pt x="770941" y="85872"/>
                    <a:pt x="718101" y="74842"/>
                    <a:pt x="663305" y="78306"/>
                  </a:cubicBezTo>
                  <a:cubicBezTo>
                    <a:pt x="661584" y="78424"/>
                    <a:pt x="659840" y="78047"/>
                    <a:pt x="656046" y="77741"/>
                  </a:cubicBezTo>
                  <a:cubicBezTo>
                    <a:pt x="664035" y="74465"/>
                    <a:pt x="670045" y="72296"/>
                    <a:pt x="675796" y="69586"/>
                  </a:cubicBezTo>
                  <a:cubicBezTo>
                    <a:pt x="704644" y="55963"/>
                    <a:pt x="734599" y="54219"/>
                    <a:pt x="765544" y="60300"/>
                  </a:cubicBezTo>
                  <a:cubicBezTo>
                    <a:pt x="799812" y="67041"/>
                    <a:pt x="832548" y="78613"/>
                    <a:pt x="865025" y="91080"/>
                  </a:cubicBezTo>
                  <a:cubicBezTo>
                    <a:pt x="899529" y="104326"/>
                    <a:pt x="933585" y="118938"/>
                    <a:pt x="969951" y="126668"/>
                  </a:cubicBezTo>
                  <a:cubicBezTo>
                    <a:pt x="977635" y="128294"/>
                    <a:pt x="985601" y="130793"/>
                    <a:pt x="994934" y="126975"/>
                  </a:cubicBezTo>
                  <a:cubicBezTo>
                    <a:pt x="992270" y="124076"/>
                    <a:pt x="990691" y="121577"/>
                    <a:pt x="988429" y="120022"/>
                  </a:cubicBezTo>
                  <a:cubicBezTo>
                    <a:pt x="983126" y="116416"/>
                    <a:pt x="977729" y="112857"/>
                    <a:pt x="972025" y="109982"/>
                  </a:cubicBezTo>
                  <a:cubicBezTo>
                    <a:pt x="924559" y="85919"/>
                    <a:pt x="875466" y="65980"/>
                    <a:pt x="823687" y="53371"/>
                  </a:cubicBezTo>
                  <a:cubicBezTo>
                    <a:pt x="775325" y="41587"/>
                    <a:pt x="726727" y="30698"/>
                    <a:pt x="678153" y="19810"/>
                  </a:cubicBezTo>
                  <a:cubicBezTo>
                    <a:pt x="671059" y="18207"/>
                    <a:pt x="663470" y="18796"/>
                    <a:pt x="656117" y="18372"/>
                  </a:cubicBezTo>
                  <a:cubicBezTo>
                    <a:pt x="655975" y="19173"/>
                    <a:pt x="655834" y="19998"/>
                    <a:pt x="655692" y="20800"/>
                  </a:cubicBezTo>
                  <a:cubicBezTo>
                    <a:pt x="658850" y="23463"/>
                    <a:pt x="662244" y="25914"/>
                    <a:pt x="665120" y="28860"/>
                  </a:cubicBezTo>
                  <a:cubicBezTo>
                    <a:pt x="668254" y="32065"/>
                    <a:pt x="671365" y="35742"/>
                    <a:pt x="667971" y="40573"/>
                  </a:cubicBezTo>
                  <a:cubicBezTo>
                    <a:pt x="664389" y="45688"/>
                    <a:pt x="658945" y="47856"/>
                    <a:pt x="653783" y="44627"/>
                  </a:cubicBezTo>
                  <a:cubicBezTo>
                    <a:pt x="649447" y="41917"/>
                    <a:pt x="646359" y="37085"/>
                    <a:pt x="643060" y="32914"/>
                  </a:cubicBezTo>
                  <a:cubicBezTo>
                    <a:pt x="639289" y="28106"/>
                    <a:pt x="636390" y="22544"/>
                    <a:pt x="632218" y="18136"/>
                  </a:cubicBezTo>
                  <a:cubicBezTo>
                    <a:pt x="627575" y="13234"/>
                    <a:pt x="621118" y="10359"/>
                    <a:pt x="614778" y="14153"/>
                  </a:cubicBezTo>
                  <a:cubicBezTo>
                    <a:pt x="608297" y="18042"/>
                    <a:pt x="609970" y="24759"/>
                    <a:pt x="611596" y="30934"/>
                  </a:cubicBezTo>
                  <a:cubicBezTo>
                    <a:pt x="612350" y="33786"/>
                    <a:pt x="613269" y="36755"/>
                    <a:pt x="613128" y="39607"/>
                  </a:cubicBezTo>
                  <a:cubicBezTo>
                    <a:pt x="613010" y="41823"/>
                    <a:pt x="611902" y="44556"/>
                    <a:pt x="610300" y="46065"/>
                  </a:cubicBezTo>
                  <a:cubicBezTo>
                    <a:pt x="603041" y="52923"/>
                    <a:pt x="581523" y="49176"/>
                    <a:pt x="577139" y="40243"/>
                  </a:cubicBezTo>
                  <a:cubicBezTo>
                    <a:pt x="575937" y="37792"/>
                    <a:pt x="575631" y="34469"/>
                    <a:pt x="576032" y="31688"/>
                  </a:cubicBezTo>
                  <a:cubicBezTo>
                    <a:pt x="577493" y="21625"/>
                    <a:pt x="575160" y="17807"/>
                    <a:pt x="565025" y="17524"/>
                  </a:cubicBezTo>
                  <a:cubicBezTo>
                    <a:pt x="556446" y="17288"/>
                    <a:pt x="547679" y="17665"/>
                    <a:pt x="539242" y="19173"/>
                  </a:cubicBezTo>
                  <a:cubicBezTo>
                    <a:pt x="522791" y="22096"/>
                    <a:pt x="507189" y="27587"/>
                    <a:pt x="494674" y="39348"/>
                  </a:cubicBezTo>
                  <a:cubicBezTo>
                    <a:pt x="492058" y="41799"/>
                    <a:pt x="490361" y="45264"/>
                    <a:pt x="488263" y="48280"/>
                  </a:cubicBezTo>
                  <a:cubicBezTo>
                    <a:pt x="488735" y="49176"/>
                    <a:pt x="489230" y="50071"/>
                    <a:pt x="489701" y="50967"/>
                  </a:cubicBezTo>
                  <a:cubicBezTo>
                    <a:pt x="503559" y="49647"/>
                    <a:pt x="517441" y="48351"/>
                    <a:pt x="531299" y="47031"/>
                  </a:cubicBezTo>
                  <a:cubicBezTo>
                    <a:pt x="526114" y="50519"/>
                    <a:pt x="520646" y="52711"/>
                    <a:pt x="515697" y="55799"/>
                  </a:cubicBezTo>
                  <a:cubicBezTo>
                    <a:pt x="509734" y="59522"/>
                    <a:pt x="510017" y="64118"/>
                    <a:pt x="516592" y="66475"/>
                  </a:cubicBezTo>
                  <a:cubicBezTo>
                    <a:pt x="522791" y="68690"/>
                    <a:pt x="529508" y="70647"/>
                    <a:pt x="535989" y="70694"/>
                  </a:cubicBezTo>
                  <a:cubicBezTo>
                    <a:pt x="559699" y="70835"/>
                    <a:pt x="583432" y="70317"/>
                    <a:pt x="607165" y="69680"/>
                  </a:cubicBezTo>
                  <a:cubicBezTo>
                    <a:pt x="620411" y="69327"/>
                    <a:pt x="633632" y="68313"/>
                    <a:pt x="646854" y="67583"/>
                  </a:cubicBezTo>
                  <a:cubicBezTo>
                    <a:pt x="635494" y="71872"/>
                    <a:pt x="623946" y="74959"/>
                    <a:pt x="612350" y="77835"/>
                  </a:cubicBezTo>
                  <a:cubicBezTo>
                    <a:pt x="578648" y="86154"/>
                    <a:pt x="544851" y="92942"/>
                    <a:pt x="509875" y="85895"/>
                  </a:cubicBezTo>
                  <a:cubicBezTo>
                    <a:pt x="505115" y="84929"/>
                    <a:pt x="499812" y="84952"/>
                    <a:pt x="495145" y="86060"/>
                  </a:cubicBezTo>
                  <a:cubicBezTo>
                    <a:pt x="491869" y="86838"/>
                    <a:pt x="487580" y="89690"/>
                    <a:pt x="486614" y="92589"/>
                  </a:cubicBezTo>
                  <a:cubicBezTo>
                    <a:pt x="484233" y="99683"/>
                    <a:pt x="479331" y="103430"/>
                    <a:pt x="472921" y="104773"/>
                  </a:cubicBezTo>
                  <a:cubicBezTo>
                    <a:pt x="466227" y="106187"/>
                    <a:pt x="459227" y="106541"/>
                    <a:pt x="452345" y="106494"/>
                  </a:cubicBezTo>
                  <a:cubicBezTo>
                    <a:pt x="440656" y="106447"/>
                    <a:pt x="437050" y="101686"/>
                    <a:pt x="440019" y="90467"/>
                  </a:cubicBezTo>
                  <a:cubicBezTo>
                    <a:pt x="448150" y="59829"/>
                    <a:pt x="463022" y="33338"/>
                    <a:pt x="487981" y="13022"/>
                  </a:cubicBezTo>
                  <a:cubicBezTo>
                    <a:pt x="491327" y="10288"/>
                    <a:pt x="493731" y="6399"/>
                    <a:pt x="497431" y="2039"/>
                  </a:cubicBezTo>
                  <a:cubicBezTo>
                    <a:pt x="493401" y="955"/>
                    <a:pt x="491469" y="-129"/>
                    <a:pt x="489654" y="12"/>
                  </a:cubicBezTo>
                  <a:cubicBezTo>
                    <a:pt x="470658" y="1544"/>
                    <a:pt x="451780" y="4090"/>
                    <a:pt x="434999" y="13941"/>
                  </a:cubicBezTo>
                  <a:cubicBezTo>
                    <a:pt x="427316" y="18466"/>
                    <a:pt x="425454" y="25136"/>
                    <a:pt x="427599" y="33856"/>
                  </a:cubicBezTo>
                  <a:cubicBezTo>
                    <a:pt x="428353" y="36944"/>
                    <a:pt x="429366" y="40149"/>
                    <a:pt x="429296" y="43260"/>
                  </a:cubicBezTo>
                  <a:cubicBezTo>
                    <a:pt x="429107" y="51179"/>
                    <a:pt x="422862" y="55469"/>
                    <a:pt x="416192" y="51462"/>
                  </a:cubicBezTo>
                  <a:cubicBezTo>
                    <a:pt x="410960" y="48351"/>
                    <a:pt x="406293" y="43519"/>
                    <a:pt x="402852" y="38429"/>
                  </a:cubicBezTo>
                  <a:cubicBezTo>
                    <a:pt x="399623" y="33644"/>
                    <a:pt x="396677" y="29520"/>
                    <a:pt x="390667" y="28789"/>
                  </a:cubicBezTo>
                  <a:cubicBezTo>
                    <a:pt x="370257" y="26291"/>
                    <a:pt x="351355" y="30510"/>
                    <a:pt x="334834" y="42860"/>
                  </a:cubicBezTo>
                  <a:cubicBezTo>
                    <a:pt x="332359" y="44721"/>
                    <a:pt x="330969" y="50307"/>
                    <a:pt x="331652" y="53654"/>
                  </a:cubicBezTo>
                  <a:cubicBezTo>
                    <a:pt x="332878" y="59734"/>
                    <a:pt x="330545" y="62775"/>
                    <a:pt x="325619" y="64519"/>
                  </a:cubicBezTo>
                  <a:cubicBezTo>
                    <a:pt x="322414" y="65650"/>
                    <a:pt x="318878" y="65886"/>
                    <a:pt x="315461" y="66357"/>
                  </a:cubicBezTo>
                  <a:cubicBezTo>
                    <a:pt x="308862" y="67253"/>
                    <a:pt x="302145" y="67535"/>
                    <a:pt x="295687" y="68973"/>
                  </a:cubicBezTo>
                  <a:cubicBezTo>
                    <a:pt x="253264" y="78495"/>
                    <a:pt x="213411" y="94851"/>
                    <a:pt x="175018" y="115026"/>
                  </a:cubicBezTo>
                  <a:cubicBezTo>
                    <a:pt x="162668" y="121507"/>
                    <a:pt x="151473" y="129284"/>
                    <a:pt x="143154" y="141021"/>
                  </a:cubicBezTo>
                  <a:cubicBezTo>
                    <a:pt x="138534" y="147526"/>
                    <a:pt x="132100" y="151863"/>
                    <a:pt x="122885" y="150873"/>
                  </a:cubicBezTo>
                  <a:cubicBezTo>
                    <a:pt x="116074" y="150142"/>
                    <a:pt x="112633" y="155233"/>
                    <a:pt x="109804" y="163505"/>
                  </a:cubicBezTo>
                  <a:cubicBezTo>
                    <a:pt x="117276" y="161832"/>
                    <a:pt x="123380" y="161337"/>
                    <a:pt x="128824" y="159122"/>
                  </a:cubicBezTo>
                  <a:cubicBezTo>
                    <a:pt x="159651" y="146560"/>
                    <a:pt x="190290" y="133527"/>
                    <a:pt x="221070" y="120776"/>
                  </a:cubicBezTo>
                  <a:cubicBezTo>
                    <a:pt x="251355" y="108238"/>
                    <a:pt x="281381" y="95040"/>
                    <a:pt x="313717" y="88040"/>
                  </a:cubicBezTo>
                  <a:cubicBezTo>
                    <a:pt x="331016" y="84293"/>
                    <a:pt x="346053" y="75855"/>
                    <a:pt x="355739" y="59970"/>
                  </a:cubicBezTo>
                  <a:cubicBezTo>
                    <a:pt x="357035" y="57825"/>
                    <a:pt x="359133" y="56176"/>
                    <a:pt x="361113" y="53984"/>
                  </a:cubicBezTo>
                  <a:cubicBezTo>
                    <a:pt x="370328" y="73098"/>
                    <a:pt x="359793" y="94922"/>
                    <a:pt x="339053" y="102110"/>
                  </a:cubicBezTo>
                  <a:cubicBezTo>
                    <a:pt x="310630" y="111962"/>
                    <a:pt x="281853" y="120988"/>
                    <a:pt x="253995" y="132254"/>
                  </a:cubicBezTo>
                  <a:cubicBezTo>
                    <a:pt x="218784" y="146466"/>
                    <a:pt x="184280" y="162421"/>
                    <a:pt x="149635" y="178000"/>
                  </a:cubicBezTo>
                  <a:cubicBezTo>
                    <a:pt x="143012" y="180969"/>
                    <a:pt x="136625" y="184623"/>
                    <a:pt x="133561" y="192471"/>
                  </a:cubicBezTo>
                  <a:cubicBezTo>
                    <a:pt x="132477" y="195275"/>
                    <a:pt x="128093" y="197609"/>
                    <a:pt x="124747" y="198528"/>
                  </a:cubicBezTo>
                  <a:cubicBezTo>
                    <a:pt x="118619" y="200225"/>
                    <a:pt x="111973" y="200060"/>
                    <a:pt x="105869" y="201827"/>
                  </a:cubicBezTo>
                  <a:cubicBezTo>
                    <a:pt x="96536" y="204514"/>
                    <a:pt x="87203" y="207578"/>
                    <a:pt x="78412" y="211679"/>
                  </a:cubicBezTo>
                  <a:cubicBezTo>
                    <a:pt x="73392" y="214012"/>
                    <a:pt x="70846" y="219409"/>
                    <a:pt x="70493" y="226598"/>
                  </a:cubicBezTo>
                  <a:cubicBezTo>
                    <a:pt x="74617" y="224759"/>
                    <a:pt x="77587" y="222803"/>
                    <a:pt x="80816" y="222120"/>
                  </a:cubicBezTo>
                  <a:cubicBezTo>
                    <a:pt x="84586" y="221342"/>
                    <a:pt x="88569" y="221719"/>
                    <a:pt x="92458" y="221578"/>
                  </a:cubicBezTo>
                  <a:cubicBezTo>
                    <a:pt x="92364" y="225961"/>
                    <a:pt x="93000" y="230510"/>
                    <a:pt x="91916" y="234634"/>
                  </a:cubicBezTo>
                  <a:cubicBezTo>
                    <a:pt x="91186" y="237439"/>
                    <a:pt x="88475" y="240220"/>
                    <a:pt x="85930" y="241964"/>
                  </a:cubicBezTo>
                  <a:cubicBezTo>
                    <a:pt x="77822" y="247526"/>
                    <a:pt x="69762" y="253418"/>
                    <a:pt x="60947" y="257590"/>
                  </a:cubicBezTo>
                  <a:cubicBezTo>
                    <a:pt x="51756" y="261950"/>
                    <a:pt x="41692" y="264425"/>
                    <a:pt x="30827" y="255964"/>
                  </a:cubicBezTo>
                  <a:cubicBezTo>
                    <a:pt x="33231" y="271754"/>
                    <a:pt x="38605" y="284246"/>
                    <a:pt x="47372" y="296100"/>
                  </a:cubicBezTo>
                  <a:cubicBezTo>
                    <a:pt x="50931" y="293437"/>
                    <a:pt x="54042" y="291410"/>
                    <a:pt x="56776" y="288983"/>
                  </a:cubicBezTo>
                  <a:cubicBezTo>
                    <a:pt x="76008" y="271849"/>
                    <a:pt x="94980" y="254432"/>
                    <a:pt x="114353" y="237463"/>
                  </a:cubicBezTo>
                  <a:cubicBezTo>
                    <a:pt x="174193" y="185070"/>
                    <a:pt x="241740" y="146772"/>
                    <a:pt x="318973" y="126433"/>
                  </a:cubicBezTo>
                  <a:cubicBezTo>
                    <a:pt x="323026" y="125372"/>
                    <a:pt x="327269" y="124948"/>
                    <a:pt x="331440" y="124241"/>
                  </a:cubicBezTo>
                  <a:cubicBezTo>
                    <a:pt x="331770" y="124995"/>
                    <a:pt x="332124" y="125749"/>
                    <a:pt x="332454" y="126527"/>
                  </a:cubicBezTo>
                  <a:cubicBezTo>
                    <a:pt x="329178" y="129261"/>
                    <a:pt x="326232" y="132607"/>
                    <a:pt x="322555" y="134658"/>
                  </a:cubicBezTo>
                  <a:cubicBezTo>
                    <a:pt x="303135" y="145452"/>
                    <a:pt x="283903" y="156671"/>
                    <a:pt x="263894" y="166286"/>
                  </a:cubicBezTo>
                  <a:cubicBezTo>
                    <a:pt x="243743" y="175973"/>
                    <a:pt x="223568" y="185966"/>
                    <a:pt x="200778" y="189053"/>
                  </a:cubicBezTo>
                  <a:cubicBezTo>
                    <a:pt x="196583" y="189619"/>
                    <a:pt x="192741" y="195275"/>
                    <a:pt x="189394" y="199164"/>
                  </a:cubicBezTo>
                  <a:cubicBezTo>
                    <a:pt x="185836" y="203265"/>
                    <a:pt x="183903" y="209228"/>
                    <a:pt x="179731" y="212268"/>
                  </a:cubicBezTo>
                  <a:cubicBezTo>
                    <a:pt x="173674" y="216699"/>
                    <a:pt x="166085" y="218985"/>
                    <a:pt x="159416" y="222638"/>
                  </a:cubicBezTo>
                  <a:cubicBezTo>
                    <a:pt x="154278" y="225443"/>
                    <a:pt x="148975" y="228365"/>
                    <a:pt x="144827" y="232372"/>
                  </a:cubicBezTo>
                  <a:cubicBezTo>
                    <a:pt x="142753" y="234399"/>
                    <a:pt x="141928" y="239207"/>
                    <a:pt x="142611" y="242294"/>
                  </a:cubicBezTo>
                  <a:cubicBezTo>
                    <a:pt x="144379" y="250519"/>
                    <a:pt x="142682" y="253371"/>
                    <a:pt x="134693" y="255304"/>
                  </a:cubicBezTo>
                  <a:cubicBezTo>
                    <a:pt x="129083" y="256671"/>
                    <a:pt x="123026" y="258344"/>
                    <a:pt x="118501" y="261714"/>
                  </a:cubicBezTo>
                  <a:cubicBezTo>
                    <a:pt x="82347" y="288676"/>
                    <a:pt x="51143" y="320706"/>
                    <a:pt x="23757" y="356482"/>
                  </a:cubicBezTo>
                  <a:cubicBezTo>
                    <a:pt x="20646" y="360536"/>
                    <a:pt x="18784" y="365556"/>
                    <a:pt x="16333" y="370128"/>
                  </a:cubicBezTo>
                  <a:cubicBezTo>
                    <a:pt x="17040" y="370741"/>
                    <a:pt x="17770" y="371377"/>
                    <a:pt x="18478" y="371990"/>
                  </a:cubicBezTo>
                  <a:cubicBezTo>
                    <a:pt x="22225" y="369515"/>
                    <a:pt x="26302" y="367418"/>
                    <a:pt x="29696" y="364542"/>
                  </a:cubicBezTo>
                  <a:cubicBezTo>
                    <a:pt x="58308" y="340126"/>
                    <a:pt x="86731" y="315450"/>
                    <a:pt x="115367" y="291057"/>
                  </a:cubicBezTo>
                  <a:cubicBezTo>
                    <a:pt x="138346" y="271495"/>
                    <a:pt x="161537" y="252122"/>
                    <a:pt x="184775" y="232843"/>
                  </a:cubicBezTo>
                  <a:cubicBezTo>
                    <a:pt x="189701" y="228742"/>
                    <a:pt x="196041" y="225348"/>
                    <a:pt x="201273" y="231288"/>
                  </a:cubicBezTo>
                  <a:cubicBezTo>
                    <a:pt x="205892" y="236520"/>
                    <a:pt x="201815" y="242506"/>
                    <a:pt x="198185" y="246560"/>
                  </a:cubicBezTo>
                  <a:cubicBezTo>
                    <a:pt x="188452" y="257378"/>
                    <a:pt x="178977" y="268761"/>
                    <a:pt x="167688" y="277788"/>
                  </a:cubicBezTo>
                  <a:cubicBezTo>
                    <a:pt x="128188" y="309416"/>
                    <a:pt x="89984" y="342459"/>
                    <a:pt x="55503" y="379508"/>
                  </a:cubicBezTo>
                  <a:cubicBezTo>
                    <a:pt x="38346" y="397962"/>
                    <a:pt x="22626" y="417760"/>
                    <a:pt x="6599" y="437251"/>
                  </a:cubicBezTo>
                  <a:cubicBezTo>
                    <a:pt x="3559" y="440951"/>
                    <a:pt x="2168" y="446018"/>
                    <a:pt x="0" y="450472"/>
                  </a:cubicBezTo>
                  <a:cubicBezTo>
                    <a:pt x="660" y="451062"/>
                    <a:pt x="1343" y="451674"/>
                    <a:pt x="2003" y="452263"/>
                  </a:cubicBezTo>
                  <a:cubicBezTo>
                    <a:pt x="5468" y="450590"/>
                    <a:pt x="9144" y="449247"/>
                    <a:pt x="12020" y="446890"/>
                  </a:cubicBezTo>
                  <a:close/>
                  <a:moveTo>
                    <a:pt x="522508" y="114248"/>
                  </a:moveTo>
                  <a:cubicBezTo>
                    <a:pt x="571342" y="111042"/>
                    <a:pt x="620198" y="107366"/>
                    <a:pt x="669103" y="105905"/>
                  </a:cubicBezTo>
                  <a:cubicBezTo>
                    <a:pt x="702428" y="104915"/>
                    <a:pt x="735966" y="106022"/>
                    <a:pt x="769197" y="108662"/>
                  </a:cubicBezTo>
                  <a:cubicBezTo>
                    <a:pt x="788429" y="110194"/>
                    <a:pt x="807354" y="116204"/>
                    <a:pt x="826232" y="120988"/>
                  </a:cubicBezTo>
                  <a:cubicBezTo>
                    <a:pt x="842447" y="125089"/>
                    <a:pt x="858403" y="130180"/>
                    <a:pt x="874406" y="135035"/>
                  </a:cubicBezTo>
                  <a:cubicBezTo>
                    <a:pt x="877187" y="135883"/>
                    <a:pt x="879803" y="137486"/>
                    <a:pt x="882325" y="138994"/>
                  </a:cubicBezTo>
                  <a:cubicBezTo>
                    <a:pt x="892435" y="145004"/>
                    <a:pt x="893449" y="150944"/>
                    <a:pt x="886166" y="160088"/>
                  </a:cubicBezTo>
                  <a:cubicBezTo>
                    <a:pt x="879190" y="168879"/>
                    <a:pt x="865733" y="172343"/>
                    <a:pt x="856918" y="161879"/>
                  </a:cubicBezTo>
                  <a:cubicBezTo>
                    <a:pt x="848622" y="152051"/>
                    <a:pt x="835165" y="150236"/>
                    <a:pt x="823145" y="148540"/>
                  </a:cubicBezTo>
                  <a:cubicBezTo>
                    <a:pt x="786520" y="143355"/>
                    <a:pt x="749824" y="137392"/>
                    <a:pt x="712963" y="135294"/>
                  </a:cubicBezTo>
                  <a:cubicBezTo>
                    <a:pt x="656659" y="132089"/>
                    <a:pt x="600189" y="131971"/>
                    <a:pt x="543790" y="130251"/>
                  </a:cubicBezTo>
                  <a:cubicBezTo>
                    <a:pt x="531959" y="129897"/>
                    <a:pt x="520128" y="128530"/>
                    <a:pt x="508344" y="127281"/>
                  </a:cubicBezTo>
                  <a:cubicBezTo>
                    <a:pt x="505091" y="126927"/>
                    <a:pt x="501980" y="125348"/>
                    <a:pt x="497243" y="123840"/>
                  </a:cubicBezTo>
                  <a:cubicBezTo>
                    <a:pt x="505233" y="115450"/>
                    <a:pt x="514212" y="114790"/>
                    <a:pt x="522508" y="114248"/>
                  </a:cubicBezTo>
                  <a:close/>
                  <a:moveTo>
                    <a:pt x="214188" y="222379"/>
                  </a:moveTo>
                  <a:cubicBezTo>
                    <a:pt x="222956" y="215615"/>
                    <a:pt x="231652" y="208544"/>
                    <a:pt x="241150" y="202959"/>
                  </a:cubicBezTo>
                  <a:cubicBezTo>
                    <a:pt x="275631" y="182690"/>
                    <a:pt x="311242" y="164707"/>
                    <a:pt x="349847" y="153489"/>
                  </a:cubicBezTo>
                  <a:cubicBezTo>
                    <a:pt x="356281" y="151627"/>
                    <a:pt x="363210" y="151415"/>
                    <a:pt x="369927" y="150449"/>
                  </a:cubicBezTo>
                  <a:cubicBezTo>
                    <a:pt x="370399" y="151344"/>
                    <a:pt x="370870" y="152216"/>
                    <a:pt x="371365" y="153112"/>
                  </a:cubicBezTo>
                  <a:cubicBezTo>
                    <a:pt x="367806" y="156435"/>
                    <a:pt x="364648" y="160465"/>
                    <a:pt x="360571" y="162963"/>
                  </a:cubicBezTo>
                  <a:cubicBezTo>
                    <a:pt x="344803" y="172626"/>
                    <a:pt x="329083" y="182431"/>
                    <a:pt x="312751" y="191033"/>
                  </a:cubicBezTo>
                  <a:cubicBezTo>
                    <a:pt x="283550" y="206447"/>
                    <a:pt x="253854" y="220894"/>
                    <a:pt x="222036" y="230345"/>
                  </a:cubicBezTo>
                  <a:cubicBezTo>
                    <a:pt x="218407" y="231429"/>
                    <a:pt x="214518" y="231618"/>
                    <a:pt x="210747" y="232207"/>
                  </a:cubicBezTo>
                  <a:cubicBezTo>
                    <a:pt x="210205" y="231382"/>
                    <a:pt x="209640" y="230581"/>
                    <a:pt x="209098" y="229756"/>
                  </a:cubicBezTo>
                  <a:cubicBezTo>
                    <a:pt x="210771" y="227234"/>
                    <a:pt x="211949" y="224123"/>
                    <a:pt x="214188" y="22237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294" name="Google Shape;2294;p52"/>
            <p:cNvSpPr/>
            <p:nvPr/>
          </p:nvSpPr>
          <p:spPr>
            <a:xfrm>
              <a:off x="169229" y="2355877"/>
              <a:ext cx="1154991" cy="545553"/>
            </a:xfrm>
            <a:custGeom>
              <a:rect b="b" l="l" r="r" t="t"/>
              <a:pathLst>
                <a:path extrusionOk="0" h="545553" w="1154991">
                  <a:moveTo>
                    <a:pt x="21541" y="418383"/>
                  </a:moveTo>
                  <a:cubicBezTo>
                    <a:pt x="22083" y="410606"/>
                    <a:pt x="27032" y="407024"/>
                    <a:pt x="33584" y="405138"/>
                  </a:cubicBezTo>
                  <a:cubicBezTo>
                    <a:pt x="37331" y="404077"/>
                    <a:pt x="41338" y="403960"/>
                    <a:pt x="45227" y="403488"/>
                  </a:cubicBezTo>
                  <a:cubicBezTo>
                    <a:pt x="55832" y="402192"/>
                    <a:pt x="58778" y="397950"/>
                    <a:pt x="59415" y="387627"/>
                  </a:cubicBezTo>
                  <a:cubicBezTo>
                    <a:pt x="59792" y="381263"/>
                    <a:pt x="61748" y="374429"/>
                    <a:pt x="64906" y="368890"/>
                  </a:cubicBezTo>
                  <a:cubicBezTo>
                    <a:pt x="75818" y="349729"/>
                    <a:pt x="90831" y="333986"/>
                    <a:pt x="108625" y="320999"/>
                  </a:cubicBezTo>
                  <a:cubicBezTo>
                    <a:pt x="111760" y="318713"/>
                    <a:pt x="115389" y="316686"/>
                    <a:pt x="119090" y="315697"/>
                  </a:cubicBezTo>
                  <a:cubicBezTo>
                    <a:pt x="121729" y="314990"/>
                    <a:pt x="126207" y="315202"/>
                    <a:pt x="127456" y="316851"/>
                  </a:cubicBezTo>
                  <a:cubicBezTo>
                    <a:pt x="128776" y="318619"/>
                    <a:pt x="128399" y="323545"/>
                    <a:pt x="126796" y="325289"/>
                  </a:cubicBezTo>
                  <a:cubicBezTo>
                    <a:pt x="122342" y="330120"/>
                    <a:pt x="117133" y="334433"/>
                    <a:pt x="111713" y="338204"/>
                  </a:cubicBezTo>
                  <a:cubicBezTo>
                    <a:pt x="100824" y="345793"/>
                    <a:pt x="91043" y="354513"/>
                    <a:pt x="89441" y="368254"/>
                  </a:cubicBezTo>
                  <a:cubicBezTo>
                    <a:pt x="87673" y="383502"/>
                    <a:pt x="80791" y="395781"/>
                    <a:pt x="71387" y="407259"/>
                  </a:cubicBezTo>
                  <a:cubicBezTo>
                    <a:pt x="44496" y="440090"/>
                    <a:pt x="23921" y="476456"/>
                    <a:pt x="11147" y="516993"/>
                  </a:cubicBezTo>
                  <a:cubicBezTo>
                    <a:pt x="9403" y="522532"/>
                    <a:pt x="8366" y="528706"/>
                    <a:pt x="8884" y="534410"/>
                  </a:cubicBezTo>
                  <a:cubicBezTo>
                    <a:pt x="9262" y="538487"/>
                    <a:pt x="12373" y="545086"/>
                    <a:pt x="15036" y="545487"/>
                  </a:cubicBezTo>
                  <a:cubicBezTo>
                    <a:pt x="18760" y="546053"/>
                    <a:pt x="24581" y="542918"/>
                    <a:pt x="27008" y="539548"/>
                  </a:cubicBezTo>
                  <a:cubicBezTo>
                    <a:pt x="30779" y="534316"/>
                    <a:pt x="34150" y="527717"/>
                    <a:pt x="34668" y="521447"/>
                  </a:cubicBezTo>
                  <a:cubicBezTo>
                    <a:pt x="35823" y="507424"/>
                    <a:pt x="41149" y="495098"/>
                    <a:pt x="47395" y="483055"/>
                  </a:cubicBezTo>
                  <a:cubicBezTo>
                    <a:pt x="70586" y="438275"/>
                    <a:pt x="99881" y="397526"/>
                    <a:pt x="130827" y="357931"/>
                  </a:cubicBezTo>
                  <a:cubicBezTo>
                    <a:pt x="155102" y="326868"/>
                    <a:pt x="180037" y="296253"/>
                    <a:pt x="210723" y="271223"/>
                  </a:cubicBezTo>
                  <a:cubicBezTo>
                    <a:pt x="269596" y="223215"/>
                    <a:pt x="333773" y="183267"/>
                    <a:pt x="401296" y="148668"/>
                  </a:cubicBezTo>
                  <a:cubicBezTo>
                    <a:pt x="413716" y="142305"/>
                    <a:pt x="427268" y="138039"/>
                    <a:pt x="440631" y="133797"/>
                  </a:cubicBezTo>
                  <a:cubicBezTo>
                    <a:pt x="443766" y="132807"/>
                    <a:pt x="449634" y="134740"/>
                    <a:pt x="451614" y="137332"/>
                  </a:cubicBezTo>
                  <a:cubicBezTo>
                    <a:pt x="453523" y="139830"/>
                    <a:pt x="453122" y="145322"/>
                    <a:pt x="451850" y="148810"/>
                  </a:cubicBezTo>
                  <a:cubicBezTo>
                    <a:pt x="449516" y="155173"/>
                    <a:pt x="444049" y="158308"/>
                    <a:pt x="437355" y="160170"/>
                  </a:cubicBezTo>
                  <a:cubicBezTo>
                    <a:pt x="426726" y="163116"/>
                    <a:pt x="416120" y="166439"/>
                    <a:pt x="405986" y="170752"/>
                  </a:cubicBezTo>
                  <a:cubicBezTo>
                    <a:pt x="396252" y="174900"/>
                    <a:pt x="386684" y="179826"/>
                    <a:pt x="377893" y="185671"/>
                  </a:cubicBezTo>
                  <a:cubicBezTo>
                    <a:pt x="349469" y="204502"/>
                    <a:pt x="321447" y="223969"/>
                    <a:pt x="293188" y="243059"/>
                  </a:cubicBezTo>
                  <a:cubicBezTo>
                    <a:pt x="289370" y="245652"/>
                    <a:pt x="284115" y="250177"/>
                    <a:pt x="281145" y="249140"/>
                  </a:cubicBezTo>
                  <a:cubicBezTo>
                    <a:pt x="274758" y="246948"/>
                    <a:pt x="272024" y="250554"/>
                    <a:pt x="268654" y="253618"/>
                  </a:cubicBezTo>
                  <a:cubicBezTo>
                    <a:pt x="213410" y="303488"/>
                    <a:pt x="161913" y="357035"/>
                    <a:pt x="112679" y="412751"/>
                  </a:cubicBezTo>
                  <a:cubicBezTo>
                    <a:pt x="102898" y="423828"/>
                    <a:pt x="94531" y="436177"/>
                    <a:pt x="85882" y="448197"/>
                  </a:cubicBezTo>
                  <a:cubicBezTo>
                    <a:pt x="84232" y="450483"/>
                    <a:pt x="84044" y="453971"/>
                    <a:pt x="83714" y="456965"/>
                  </a:cubicBezTo>
                  <a:cubicBezTo>
                    <a:pt x="83360" y="459934"/>
                    <a:pt x="84704" y="463493"/>
                    <a:pt x="83478" y="465873"/>
                  </a:cubicBezTo>
                  <a:cubicBezTo>
                    <a:pt x="80768" y="471106"/>
                    <a:pt x="76525" y="475513"/>
                    <a:pt x="73674" y="480674"/>
                  </a:cubicBezTo>
                  <a:cubicBezTo>
                    <a:pt x="70492" y="486449"/>
                    <a:pt x="67452" y="492482"/>
                    <a:pt x="65778" y="498798"/>
                  </a:cubicBezTo>
                  <a:cubicBezTo>
                    <a:pt x="65024" y="501650"/>
                    <a:pt x="66815" y="506529"/>
                    <a:pt x="69125" y="508438"/>
                  </a:cubicBezTo>
                  <a:cubicBezTo>
                    <a:pt x="71034" y="509993"/>
                    <a:pt x="76266" y="509734"/>
                    <a:pt x="78576" y="508155"/>
                  </a:cubicBezTo>
                  <a:cubicBezTo>
                    <a:pt x="83124" y="505020"/>
                    <a:pt x="87225" y="500825"/>
                    <a:pt x="90548" y="496347"/>
                  </a:cubicBezTo>
                  <a:cubicBezTo>
                    <a:pt x="101296" y="481876"/>
                    <a:pt x="103393" y="481711"/>
                    <a:pt x="114635" y="496017"/>
                  </a:cubicBezTo>
                  <a:cubicBezTo>
                    <a:pt x="114942" y="496418"/>
                    <a:pt x="115224" y="496819"/>
                    <a:pt x="115554" y="497196"/>
                  </a:cubicBezTo>
                  <a:cubicBezTo>
                    <a:pt x="120386" y="502781"/>
                    <a:pt x="124227" y="502993"/>
                    <a:pt x="129035" y="497573"/>
                  </a:cubicBezTo>
                  <a:cubicBezTo>
                    <a:pt x="131157" y="495192"/>
                    <a:pt x="133231" y="492553"/>
                    <a:pt x="134503" y="489677"/>
                  </a:cubicBezTo>
                  <a:cubicBezTo>
                    <a:pt x="141126" y="474547"/>
                    <a:pt x="147607" y="459345"/>
                    <a:pt x="153829" y="444049"/>
                  </a:cubicBezTo>
                  <a:cubicBezTo>
                    <a:pt x="155102" y="440938"/>
                    <a:pt x="155055" y="437262"/>
                    <a:pt x="155620" y="433844"/>
                  </a:cubicBezTo>
                  <a:cubicBezTo>
                    <a:pt x="139570" y="445652"/>
                    <a:pt x="135658" y="466651"/>
                    <a:pt x="118335" y="477398"/>
                  </a:cubicBezTo>
                  <a:cubicBezTo>
                    <a:pt x="117133" y="473533"/>
                    <a:pt x="116285" y="469762"/>
                    <a:pt x="117275" y="466533"/>
                  </a:cubicBezTo>
                  <a:cubicBezTo>
                    <a:pt x="122177" y="450295"/>
                    <a:pt x="125830" y="433373"/>
                    <a:pt x="133160" y="418266"/>
                  </a:cubicBezTo>
                  <a:cubicBezTo>
                    <a:pt x="144496" y="394909"/>
                    <a:pt x="163092" y="376479"/>
                    <a:pt x="181357" y="358355"/>
                  </a:cubicBezTo>
                  <a:cubicBezTo>
                    <a:pt x="239288" y="300943"/>
                    <a:pt x="303464" y="251402"/>
                    <a:pt x="372920" y="208815"/>
                  </a:cubicBezTo>
                  <a:cubicBezTo>
                    <a:pt x="400518" y="191893"/>
                    <a:pt x="428989" y="176479"/>
                    <a:pt x="460523" y="167759"/>
                  </a:cubicBezTo>
                  <a:cubicBezTo>
                    <a:pt x="467876" y="165732"/>
                    <a:pt x="475300" y="163729"/>
                    <a:pt x="482300" y="160759"/>
                  </a:cubicBezTo>
                  <a:cubicBezTo>
                    <a:pt x="489182" y="157860"/>
                    <a:pt x="489253" y="153971"/>
                    <a:pt x="483290" y="149234"/>
                  </a:cubicBezTo>
                  <a:cubicBezTo>
                    <a:pt x="479613" y="146312"/>
                    <a:pt x="475607" y="143766"/>
                    <a:pt x="472166" y="140608"/>
                  </a:cubicBezTo>
                  <a:cubicBezTo>
                    <a:pt x="467923" y="136696"/>
                    <a:pt x="466509" y="131652"/>
                    <a:pt x="469927" y="126585"/>
                  </a:cubicBezTo>
                  <a:cubicBezTo>
                    <a:pt x="478411" y="114000"/>
                    <a:pt x="488828" y="107306"/>
                    <a:pt x="502451" y="121306"/>
                  </a:cubicBezTo>
                  <a:cubicBezTo>
                    <a:pt x="506080" y="125030"/>
                    <a:pt x="509191" y="129295"/>
                    <a:pt x="513104" y="132689"/>
                  </a:cubicBezTo>
                  <a:cubicBezTo>
                    <a:pt x="517912" y="136884"/>
                    <a:pt x="522908" y="141150"/>
                    <a:pt x="528494" y="144096"/>
                  </a:cubicBezTo>
                  <a:cubicBezTo>
                    <a:pt x="538180" y="149234"/>
                    <a:pt x="546052" y="145063"/>
                    <a:pt x="546641" y="133962"/>
                  </a:cubicBezTo>
                  <a:cubicBezTo>
                    <a:pt x="547348" y="120222"/>
                    <a:pt x="554914" y="113128"/>
                    <a:pt x="567146" y="110582"/>
                  </a:cubicBezTo>
                  <a:cubicBezTo>
                    <a:pt x="581357" y="107636"/>
                    <a:pt x="595757" y="104478"/>
                    <a:pt x="610181" y="103912"/>
                  </a:cubicBezTo>
                  <a:cubicBezTo>
                    <a:pt x="629908" y="103135"/>
                    <a:pt x="649729" y="104502"/>
                    <a:pt x="669503" y="105374"/>
                  </a:cubicBezTo>
                  <a:cubicBezTo>
                    <a:pt x="680038" y="105845"/>
                    <a:pt x="689583" y="103465"/>
                    <a:pt x="695970" y="95051"/>
                  </a:cubicBezTo>
                  <a:cubicBezTo>
                    <a:pt x="699057" y="90950"/>
                    <a:pt x="699363" y="84751"/>
                    <a:pt x="700919" y="79496"/>
                  </a:cubicBezTo>
                  <a:cubicBezTo>
                    <a:pt x="696323" y="78341"/>
                    <a:pt x="691586" y="75795"/>
                    <a:pt x="687179" y="76290"/>
                  </a:cubicBezTo>
                  <a:cubicBezTo>
                    <a:pt x="671247" y="78058"/>
                    <a:pt x="655432" y="80792"/>
                    <a:pt x="639594" y="83219"/>
                  </a:cubicBezTo>
                  <a:cubicBezTo>
                    <a:pt x="622036" y="85906"/>
                    <a:pt x="604525" y="88805"/>
                    <a:pt x="586943" y="91327"/>
                  </a:cubicBezTo>
                  <a:cubicBezTo>
                    <a:pt x="582182" y="92010"/>
                    <a:pt x="577115" y="91657"/>
                    <a:pt x="575489" y="85741"/>
                  </a:cubicBezTo>
                  <a:cubicBezTo>
                    <a:pt x="573768" y="79496"/>
                    <a:pt x="574758" y="73486"/>
                    <a:pt x="580886" y="70280"/>
                  </a:cubicBezTo>
                  <a:cubicBezTo>
                    <a:pt x="585128" y="68089"/>
                    <a:pt x="590078" y="66627"/>
                    <a:pt x="594838" y="66227"/>
                  </a:cubicBezTo>
                  <a:cubicBezTo>
                    <a:pt x="607565" y="65119"/>
                    <a:pt x="611713" y="62055"/>
                    <a:pt x="615413" y="49540"/>
                  </a:cubicBezTo>
                  <a:cubicBezTo>
                    <a:pt x="617134" y="43719"/>
                    <a:pt x="621093" y="43059"/>
                    <a:pt x="626490" y="44497"/>
                  </a:cubicBezTo>
                  <a:cubicBezTo>
                    <a:pt x="641456" y="48433"/>
                    <a:pt x="656328" y="53029"/>
                    <a:pt x="671553" y="55527"/>
                  </a:cubicBezTo>
                  <a:cubicBezTo>
                    <a:pt x="695663" y="59510"/>
                    <a:pt x="720127" y="61348"/>
                    <a:pt x="744261" y="65284"/>
                  </a:cubicBezTo>
                  <a:cubicBezTo>
                    <a:pt x="798680" y="74146"/>
                    <a:pt x="851614" y="88970"/>
                    <a:pt x="903417" y="107801"/>
                  </a:cubicBezTo>
                  <a:cubicBezTo>
                    <a:pt x="969597" y="131841"/>
                    <a:pt x="1033161" y="161018"/>
                    <a:pt x="1090361" y="202875"/>
                  </a:cubicBezTo>
                  <a:cubicBezTo>
                    <a:pt x="1098044" y="208485"/>
                    <a:pt x="1106859" y="212774"/>
                    <a:pt x="1115626" y="216592"/>
                  </a:cubicBezTo>
                  <a:cubicBezTo>
                    <a:pt x="1124323" y="220363"/>
                    <a:pt x="1132996" y="218501"/>
                    <a:pt x="1139171" y="211124"/>
                  </a:cubicBezTo>
                  <a:cubicBezTo>
                    <a:pt x="1144356" y="204926"/>
                    <a:pt x="1148645" y="197926"/>
                    <a:pt x="1152793" y="190950"/>
                  </a:cubicBezTo>
                  <a:cubicBezTo>
                    <a:pt x="1156116" y="185341"/>
                    <a:pt x="1155692" y="179142"/>
                    <a:pt x="1151379" y="174287"/>
                  </a:cubicBezTo>
                  <a:cubicBezTo>
                    <a:pt x="1141575" y="163210"/>
                    <a:pt x="1131817" y="151992"/>
                    <a:pt x="1121070" y="141881"/>
                  </a:cubicBezTo>
                  <a:cubicBezTo>
                    <a:pt x="1110818" y="132241"/>
                    <a:pt x="1099529" y="123615"/>
                    <a:pt x="1085341" y="120151"/>
                  </a:cubicBezTo>
                  <a:cubicBezTo>
                    <a:pt x="1078459" y="118454"/>
                    <a:pt x="1077021" y="115673"/>
                    <a:pt x="1079732" y="109074"/>
                  </a:cubicBezTo>
                  <a:cubicBezTo>
                    <a:pt x="1083691" y="99505"/>
                    <a:pt x="1091893" y="96701"/>
                    <a:pt x="1102357" y="100306"/>
                  </a:cubicBezTo>
                  <a:cubicBezTo>
                    <a:pt x="1105444" y="101367"/>
                    <a:pt x="1110629" y="101202"/>
                    <a:pt x="1112751" y="99269"/>
                  </a:cubicBezTo>
                  <a:cubicBezTo>
                    <a:pt x="1116498" y="95852"/>
                    <a:pt x="1114188" y="91539"/>
                    <a:pt x="1110771" y="88381"/>
                  </a:cubicBezTo>
                  <a:cubicBezTo>
                    <a:pt x="1107872" y="85694"/>
                    <a:pt x="1105067" y="82842"/>
                    <a:pt x="1101862" y="80556"/>
                  </a:cubicBezTo>
                  <a:cubicBezTo>
                    <a:pt x="1068489" y="56469"/>
                    <a:pt x="1031582" y="39524"/>
                    <a:pt x="992670" y="26774"/>
                  </a:cubicBezTo>
                  <a:cubicBezTo>
                    <a:pt x="988876" y="25524"/>
                    <a:pt x="984634" y="25666"/>
                    <a:pt x="980603" y="25171"/>
                  </a:cubicBezTo>
                  <a:cubicBezTo>
                    <a:pt x="980179" y="25925"/>
                    <a:pt x="979731" y="26679"/>
                    <a:pt x="979307" y="27433"/>
                  </a:cubicBezTo>
                  <a:cubicBezTo>
                    <a:pt x="982560" y="30474"/>
                    <a:pt x="985388" y="34292"/>
                    <a:pt x="989159" y="36413"/>
                  </a:cubicBezTo>
                  <a:cubicBezTo>
                    <a:pt x="1006387" y="46076"/>
                    <a:pt x="1024040" y="54938"/>
                    <a:pt x="1041197" y="64695"/>
                  </a:cubicBezTo>
                  <a:cubicBezTo>
                    <a:pt x="1051874" y="70775"/>
                    <a:pt x="1062197" y="77610"/>
                    <a:pt x="1072143" y="84822"/>
                  </a:cubicBezTo>
                  <a:cubicBezTo>
                    <a:pt x="1074829" y="86778"/>
                    <a:pt x="1075536" y="91421"/>
                    <a:pt x="1077163" y="94839"/>
                  </a:cubicBezTo>
                  <a:cubicBezTo>
                    <a:pt x="1073627" y="96182"/>
                    <a:pt x="1069715" y="99246"/>
                    <a:pt x="1066604" y="98562"/>
                  </a:cubicBezTo>
                  <a:cubicBezTo>
                    <a:pt x="1054184" y="95899"/>
                    <a:pt x="1041504" y="93283"/>
                    <a:pt x="1029837" y="88428"/>
                  </a:cubicBezTo>
                  <a:cubicBezTo>
                    <a:pt x="1008461" y="79566"/>
                    <a:pt x="988216" y="67947"/>
                    <a:pt x="964577" y="65402"/>
                  </a:cubicBezTo>
                  <a:cubicBezTo>
                    <a:pt x="959086" y="64813"/>
                    <a:pt x="953665" y="62008"/>
                    <a:pt x="952793" y="55715"/>
                  </a:cubicBezTo>
                  <a:cubicBezTo>
                    <a:pt x="951614" y="47207"/>
                    <a:pt x="945652" y="44285"/>
                    <a:pt x="938746" y="42517"/>
                  </a:cubicBezTo>
                  <a:cubicBezTo>
                    <a:pt x="932548" y="40938"/>
                    <a:pt x="926114" y="40302"/>
                    <a:pt x="919821" y="39005"/>
                  </a:cubicBezTo>
                  <a:cubicBezTo>
                    <a:pt x="858944" y="26467"/>
                    <a:pt x="798822" y="10181"/>
                    <a:pt x="736955" y="2852"/>
                  </a:cubicBezTo>
                  <a:cubicBezTo>
                    <a:pt x="723898" y="1320"/>
                    <a:pt x="710700" y="919"/>
                    <a:pt x="697572" y="0"/>
                  </a:cubicBezTo>
                  <a:cubicBezTo>
                    <a:pt x="697337" y="1013"/>
                    <a:pt x="697101" y="2027"/>
                    <a:pt x="696865" y="3040"/>
                  </a:cubicBezTo>
                  <a:cubicBezTo>
                    <a:pt x="702357" y="5209"/>
                    <a:pt x="707683" y="7990"/>
                    <a:pt x="713339" y="9427"/>
                  </a:cubicBezTo>
                  <a:cubicBezTo>
                    <a:pt x="744402" y="17323"/>
                    <a:pt x="775725" y="24205"/>
                    <a:pt x="806599" y="32736"/>
                  </a:cubicBezTo>
                  <a:cubicBezTo>
                    <a:pt x="897007" y="57719"/>
                    <a:pt x="983927" y="92010"/>
                    <a:pt x="1068112" y="133161"/>
                  </a:cubicBezTo>
                  <a:cubicBezTo>
                    <a:pt x="1088240" y="142989"/>
                    <a:pt x="1107471" y="154891"/>
                    <a:pt x="1126232" y="167170"/>
                  </a:cubicBezTo>
                  <a:cubicBezTo>
                    <a:pt x="1132571" y="171318"/>
                    <a:pt x="1137144" y="179095"/>
                    <a:pt x="1140820" y="186095"/>
                  </a:cubicBezTo>
                  <a:cubicBezTo>
                    <a:pt x="1144143" y="192411"/>
                    <a:pt x="1140891" y="196111"/>
                    <a:pt x="1133773" y="195569"/>
                  </a:cubicBezTo>
                  <a:cubicBezTo>
                    <a:pt x="1129908" y="195263"/>
                    <a:pt x="1125737" y="194650"/>
                    <a:pt x="1122343" y="192906"/>
                  </a:cubicBezTo>
                  <a:cubicBezTo>
                    <a:pt x="1103512" y="183172"/>
                    <a:pt x="1084351" y="173886"/>
                    <a:pt x="1066250" y="162880"/>
                  </a:cubicBezTo>
                  <a:cubicBezTo>
                    <a:pt x="1029696" y="140702"/>
                    <a:pt x="993967" y="116804"/>
                    <a:pt x="954348" y="100495"/>
                  </a:cubicBezTo>
                  <a:cubicBezTo>
                    <a:pt x="906316" y="80698"/>
                    <a:pt x="855739" y="68843"/>
                    <a:pt x="804902" y="58873"/>
                  </a:cubicBezTo>
                  <a:cubicBezTo>
                    <a:pt x="760853" y="50224"/>
                    <a:pt x="716498" y="43153"/>
                    <a:pt x="672142" y="36248"/>
                  </a:cubicBezTo>
                  <a:cubicBezTo>
                    <a:pt x="634457" y="30379"/>
                    <a:pt x="596465" y="27292"/>
                    <a:pt x="558237" y="29060"/>
                  </a:cubicBezTo>
                  <a:cubicBezTo>
                    <a:pt x="550671" y="29413"/>
                    <a:pt x="542917" y="30639"/>
                    <a:pt x="535753" y="33019"/>
                  </a:cubicBezTo>
                  <a:cubicBezTo>
                    <a:pt x="532359" y="34150"/>
                    <a:pt x="530167" y="38935"/>
                    <a:pt x="527433" y="42069"/>
                  </a:cubicBezTo>
                  <a:cubicBezTo>
                    <a:pt x="530921" y="43625"/>
                    <a:pt x="534527" y="46759"/>
                    <a:pt x="537874" y="46477"/>
                  </a:cubicBezTo>
                  <a:cubicBezTo>
                    <a:pt x="550884" y="45416"/>
                    <a:pt x="563775" y="42941"/>
                    <a:pt x="576785" y="41716"/>
                  </a:cubicBezTo>
                  <a:cubicBezTo>
                    <a:pt x="584563" y="40985"/>
                    <a:pt x="592481" y="41574"/>
                    <a:pt x="600330" y="41574"/>
                  </a:cubicBezTo>
                  <a:cubicBezTo>
                    <a:pt x="599269" y="44709"/>
                    <a:pt x="597879" y="46594"/>
                    <a:pt x="596040" y="47301"/>
                  </a:cubicBezTo>
                  <a:cubicBezTo>
                    <a:pt x="587108" y="50766"/>
                    <a:pt x="578246" y="54773"/>
                    <a:pt x="568984" y="57059"/>
                  </a:cubicBezTo>
                  <a:cubicBezTo>
                    <a:pt x="543153" y="63469"/>
                    <a:pt x="516875" y="68207"/>
                    <a:pt x="491256" y="75348"/>
                  </a:cubicBezTo>
                  <a:cubicBezTo>
                    <a:pt x="470681" y="81098"/>
                    <a:pt x="450718" y="89182"/>
                    <a:pt x="430662" y="96701"/>
                  </a:cubicBezTo>
                  <a:cubicBezTo>
                    <a:pt x="424676" y="98939"/>
                    <a:pt x="419231" y="102215"/>
                    <a:pt x="420150" y="110724"/>
                  </a:cubicBezTo>
                  <a:cubicBezTo>
                    <a:pt x="420433" y="113340"/>
                    <a:pt x="417322" y="117016"/>
                    <a:pt x="414824" y="119090"/>
                  </a:cubicBezTo>
                  <a:cubicBezTo>
                    <a:pt x="409333" y="123639"/>
                    <a:pt x="403535" y="128023"/>
                    <a:pt x="397336" y="131511"/>
                  </a:cubicBezTo>
                  <a:cubicBezTo>
                    <a:pt x="367499" y="148244"/>
                    <a:pt x="336130" y="159911"/>
                    <a:pt x="301414" y="161513"/>
                  </a:cubicBezTo>
                  <a:cubicBezTo>
                    <a:pt x="291774" y="161961"/>
                    <a:pt x="282465" y="165261"/>
                    <a:pt x="277845" y="175536"/>
                  </a:cubicBezTo>
                  <a:cubicBezTo>
                    <a:pt x="275159" y="181523"/>
                    <a:pt x="272825" y="187980"/>
                    <a:pt x="268842" y="193047"/>
                  </a:cubicBezTo>
                  <a:cubicBezTo>
                    <a:pt x="242870" y="225949"/>
                    <a:pt x="210912" y="252628"/>
                    <a:pt x="178081" y="278270"/>
                  </a:cubicBezTo>
                  <a:cubicBezTo>
                    <a:pt x="167405" y="286613"/>
                    <a:pt x="155668" y="293637"/>
                    <a:pt x="144001" y="300589"/>
                  </a:cubicBezTo>
                  <a:cubicBezTo>
                    <a:pt x="140914" y="302428"/>
                    <a:pt x="136342" y="301744"/>
                    <a:pt x="132429" y="302239"/>
                  </a:cubicBezTo>
                  <a:cubicBezTo>
                    <a:pt x="133160" y="298162"/>
                    <a:pt x="132688" y="293165"/>
                    <a:pt x="134904" y="290172"/>
                  </a:cubicBezTo>
                  <a:cubicBezTo>
                    <a:pt x="140277" y="282866"/>
                    <a:pt x="146335" y="275843"/>
                    <a:pt x="153099" y="269833"/>
                  </a:cubicBezTo>
                  <a:cubicBezTo>
                    <a:pt x="175465" y="249894"/>
                    <a:pt x="199057" y="231299"/>
                    <a:pt x="220645" y="210559"/>
                  </a:cubicBezTo>
                  <a:cubicBezTo>
                    <a:pt x="243271" y="188805"/>
                    <a:pt x="264223" y="165284"/>
                    <a:pt x="285599" y="142258"/>
                  </a:cubicBezTo>
                  <a:cubicBezTo>
                    <a:pt x="288404" y="139241"/>
                    <a:pt x="290148" y="134645"/>
                    <a:pt x="290949" y="130521"/>
                  </a:cubicBezTo>
                  <a:cubicBezTo>
                    <a:pt x="291468" y="127834"/>
                    <a:pt x="290266" y="123285"/>
                    <a:pt x="288263" y="122060"/>
                  </a:cubicBezTo>
                  <a:cubicBezTo>
                    <a:pt x="286377" y="120882"/>
                    <a:pt x="281899" y="122107"/>
                    <a:pt x="279613" y="123757"/>
                  </a:cubicBezTo>
                  <a:cubicBezTo>
                    <a:pt x="273415" y="128211"/>
                    <a:pt x="267782" y="133491"/>
                    <a:pt x="261913" y="138393"/>
                  </a:cubicBezTo>
                  <a:cubicBezTo>
                    <a:pt x="256045" y="143295"/>
                    <a:pt x="250435" y="148598"/>
                    <a:pt x="244166" y="152934"/>
                  </a:cubicBezTo>
                  <a:cubicBezTo>
                    <a:pt x="238557" y="156823"/>
                    <a:pt x="231439" y="157978"/>
                    <a:pt x="226160" y="153194"/>
                  </a:cubicBezTo>
                  <a:cubicBezTo>
                    <a:pt x="216214" y="144190"/>
                    <a:pt x="206740" y="146736"/>
                    <a:pt x="198161" y="153759"/>
                  </a:cubicBezTo>
                  <a:cubicBezTo>
                    <a:pt x="177727" y="170516"/>
                    <a:pt x="157317" y="187415"/>
                    <a:pt x="137921" y="205350"/>
                  </a:cubicBezTo>
                  <a:cubicBezTo>
                    <a:pt x="101555" y="238982"/>
                    <a:pt x="66108" y="273580"/>
                    <a:pt x="29860" y="307353"/>
                  </a:cubicBezTo>
                  <a:cubicBezTo>
                    <a:pt x="22342" y="314377"/>
                    <a:pt x="13056" y="319491"/>
                    <a:pt x="4642" y="325548"/>
                  </a:cubicBezTo>
                  <a:cubicBezTo>
                    <a:pt x="-1768" y="330168"/>
                    <a:pt x="-1509" y="332901"/>
                    <a:pt x="5231" y="336790"/>
                  </a:cubicBezTo>
                  <a:cubicBezTo>
                    <a:pt x="11595" y="340443"/>
                    <a:pt x="17982" y="340962"/>
                    <a:pt x="24157" y="336932"/>
                  </a:cubicBezTo>
                  <a:cubicBezTo>
                    <a:pt x="32641" y="331417"/>
                    <a:pt x="41833" y="326514"/>
                    <a:pt x="49021" y="319585"/>
                  </a:cubicBezTo>
                  <a:cubicBezTo>
                    <a:pt x="73249" y="296206"/>
                    <a:pt x="96323" y="271648"/>
                    <a:pt x="120598" y="248339"/>
                  </a:cubicBezTo>
                  <a:cubicBezTo>
                    <a:pt x="141809" y="227976"/>
                    <a:pt x="163893" y="208508"/>
                    <a:pt x="185929" y="189017"/>
                  </a:cubicBezTo>
                  <a:cubicBezTo>
                    <a:pt x="191727" y="183879"/>
                    <a:pt x="198727" y="180226"/>
                    <a:pt x="207070" y="185765"/>
                  </a:cubicBezTo>
                  <a:cubicBezTo>
                    <a:pt x="207565" y="185176"/>
                    <a:pt x="208036" y="184610"/>
                    <a:pt x="208531" y="184021"/>
                  </a:cubicBezTo>
                  <a:cubicBezTo>
                    <a:pt x="206740" y="179849"/>
                    <a:pt x="204949" y="175678"/>
                    <a:pt x="203134" y="171530"/>
                  </a:cubicBezTo>
                  <a:cubicBezTo>
                    <a:pt x="201249" y="167287"/>
                    <a:pt x="201696" y="162597"/>
                    <a:pt x="206151" y="161702"/>
                  </a:cubicBezTo>
                  <a:cubicBezTo>
                    <a:pt x="210794" y="160783"/>
                    <a:pt x="216238" y="161914"/>
                    <a:pt x="220739" y="163705"/>
                  </a:cubicBezTo>
                  <a:cubicBezTo>
                    <a:pt x="221753" y="164106"/>
                    <a:pt x="220787" y="171035"/>
                    <a:pt x="219726" y="174664"/>
                  </a:cubicBezTo>
                  <a:cubicBezTo>
                    <a:pt x="218925" y="177351"/>
                    <a:pt x="216780" y="179826"/>
                    <a:pt x="214777" y="181970"/>
                  </a:cubicBezTo>
                  <a:cubicBezTo>
                    <a:pt x="199269" y="198633"/>
                    <a:pt x="184232" y="215814"/>
                    <a:pt x="167923" y="231699"/>
                  </a:cubicBezTo>
                  <a:cubicBezTo>
                    <a:pt x="123002" y="275442"/>
                    <a:pt x="77916" y="318996"/>
                    <a:pt x="39028" y="368372"/>
                  </a:cubicBezTo>
                  <a:cubicBezTo>
                    <a:pt x="26702" y="384021"/>
                    <a:pt x="16143" y="401131"/>
                    <a:pt x="5420" y="417983"/>
                  </a:cubicBezTo>
                  <a:cubicBezTo>
                    <a:pt x="3558" y="420929"/>
                    <a:pt x="4878" y="425902"/>
                    <a:pt x="4736" y="429932"/>
                  </a:cubicBezTo>
                  <a:cubicBezTo>
                    <a:pt x="9379" y="428306"/>
                    <a:pt x="14258" y="427127"/>
                    <a:pt x="18571" y="424841"/>
                  </a:cubicBezTo>
                  <a:cubicBezTo>
                    <a:pt x="20197" y="423946"/>
                    <a:pt x="21376" y="420670"/>
                    <a:pt x="21541" y="418383"/>
                  </a:cubicBezTo>
                  <a:close/>
                  <a:moveTo>
                    <a:pt x="498161" y="87203"/>
                  </a:moveTo>
                  <a:cubicBezTo>
                    <a:pt x="508319" y="78694"/>
                    <a:pt x="545015" y="76691"/>
                    <a:pt x="557954" y="84304"/>
                  </a:cubicBezTo>
                  <a:cubicBezTo>
                    <a:pt x="546712" y="95828"/>
                    <a:pt x="533632" y="102192"/>
                    <a:pt x="518831" y="104784"/>
                  </a:cubicBezTo>
                  <a:cubicBezTo>
                    <a:pt x="513410" y="105727"/>
                    <a:pt x="507329" y="105680"/>
                    <a:pt x="502144" y="104101"/>
                  </a:cubicBezTo>
                  <a:cubicBezTo>
                    <a:pt x="498916" y="103111"/>
                    <a:pt x="495922" y="98704"/>
                    <a:pt x="494650" y="95192"/>
                  </a:cubicBezTo>
                  <a:cubicBezTo>
                    <a:pt x="493895" y="93142"/>
                    <a:pt x="496064" y="88947"/>
                    <a:pt x="498161" y="8720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295" name="Google Shape;2295;p52"/>
            <p:cNvSpPr/>
            <p:nvPr/>
          </p:nvSpPr>
          <p:spPr>
            <a:xfrm>
              <a:off x="437812" y="2880888"/>
              <a:ext cx="459214" cy="631201"/>
            </a:xfrm>
            <a:custGeom>
              <a:rect b="b" l="l" r="r" t="t"/>
              <a:pathLst>
                <a:path extrusionOk="0" h="631201" w="459214">
                  <a:moveTo>
                    <a:pt x="119444" y="78172"/>
                  </a:moveTo>
                  <a:cubicBezTo>
                    <a:pt x="124488" y="60284"/>
                    <a:pt x="132595" y="43762"/>
                    <a:pt x="147066" y="30776"/>
                  </a:cubicBezTo>
                  <a:cubicBezTo>
                    <a:pt x="151874" y="26463"/>
                    <a:pt x="154844" y="19298"/>
                    <a:pt x="156706" y="12888"/>
                  </a:cubicBezTo>
                  <a:cubicBezTo>
                    <a:pt x="157625" y="9753"/>
                    <a:pt x="155103" y="4144"/>
                    <a:pt x="152322" y="1787"/>
                  </a:cubicBezTo>
                  <a:cubicBezTo>
                    <a:pt x="148339" y="-1583"/>
                    <a:pt x="143460" y="67"/>
                    <a:pt x="140231" y="4615"/>
                  </a:cubicBezTo>
                  <a:cubicBezTo>
                    <a:pt x="137804" y="8033"/>
                    <a:pt x="134811" y="11191"/>
                    <a:pt x="132972" y="14915"/>
                  </a:cubicBezTo>
                  <a:cubicBezTo>
                    <a:pt x="119256" y="42513"/>
                    <a:pt x="105068" y="69947"/>
                    <a:pt x="92388" y="98016"/>
                  </a:cubicBezTo>
                  <a:cubicBezTo>
                    <a:pt x="83267" y="118191"/>
                    <a:pt x="75183" y="138907"/>
                    <a:pt x="72190" y="161274"/>
                  </a:cubicBezTo>
                  <a:cubicBezTo>
                    <a:pt x="71695" y="165044"/>
                    <a:pt x="66793" y="169499"/>
                    <a:pt x="62880" y="171196"/>
                  </a:cubicBezTo>
                  <a:cubicBezTo>
                    <a:pt x="58992" y="172893"/>
                    <a:pt x="53689" y="172068"/>
                    <a:pt x="49164" y="171408"/>
                  </a:cubicBezTo>
                  <a:cubicBezTo>
                    <a:pt x="33255" y="169004"/>
                    <a:pt x="28282" y="171266"/>
                    <a:pt x="23639" y="187081"/>
                  </a:cubicBezTo>
                  <a:cubicBezTo>
                    <a:pt x="18077" y="205982"/>
                    <a:pt x="13434" y="225167"/>
                    <a:pt x="9192" y="244422"/>
                  </a:cubicBezTo>
                  <a:cubicBezTo>
                    <a:pt x="5586" y="260779"/>
                    <a:pt x="2758" y="277347"/>
                    <a:pt x="283" y="293939"/>
                  </a:cubicBezTo>
                  <a:cubicBezTo>
                    <a:pt x="-660" y="300350"/>
                    <a:pt x="472" y="307279"/>
                    <a:pt x="7990" y="309777"/>
                  </a:cubicBezTo>
                  <a:cubicBezTo>
                    <a:pt x="13151" y="311497"/>
                    <a:pt x="18737" y="306383"/>
                    <a:pt x="20505" y="296862"/>
                  </a:cubicBezTo>
                  <a:cubicBezTo>
                    <a:pt x="22461" y="286232"/>
                    <a:pt x="22249" y="275202"/>
                    <a:pt x="23969" y="264502"/>
                  </a:cubicBezTo>
                  <a:cubicBezTo>
                    <a:pt x="26585" y="248240"/>
                    <a:pt x="29084" y="231860"/>
                    <a:pt x="33538" y="216046"/>
                  </a:cubicBezTo>
                  <a:cubicBezTo>
                    <a:pt x="35777" y="208104"/>
                    <a:pt x="41245" y="200538"/>
                    <a:pt x="46878" y="194222"/>
                  </a:cubicBezTo>
                  <a:cubicBezTo>
                    <a:pt x="53948" y="186303"/>
                    <a:pt x="67830" y="187741"/>
                    <a:pt x="73816" y="195660"/>
                  </a:cubicBezTo>
                  <a:cubicBezTo>
                    <a:pt x="79590" y="203319"/>
                    <a:pt x="76809" y="211332"/>
                    <a:pt x="66204" y="218002"/>
                  </a:cubicBezTo>
                  <a:cubicBezTo>
                    <a:pt x="64153" y="219299"/>
                    <a:pt x="61985" y="220854"/>
                    <a:pt x="60712" y="222834"/>
                  </a:cubicBezTo>
                  <a:cubicBezTo>
                    <a:pt x="48692" y="241806"/>
                    <a:pt x="42235" y="262570"/>
                    <a:pt x="41858" y="285054"/>
                  </a:cubicBezTo>
                  <a:cubicBezTo>
                    <a:pt x="41740" y="291653"/>
                    <a:pt x="45628" y="296107"/>
                    <a:pt x="52251" y="296320"/>
                  </a:cubicBezTo>
                  <a:cubicBezTo>
                    <a:pt x="64624" y="296744"/>
                    <a:pt x="73840" y="302919"/>
                    <a:pt x="79779" y="312700"/>
                  </a:cubicBezTo>
                  <a:cubicBezTo>
                    <a:pt x="86119" y="323117"/>
                    <a:pt x="91280" y="334477"/>
                    <a:pt x="95546" y="345931"/>
                  </a:cubicBezTo>
                  <a:cubicBezTo>
                    <a:pt x="100990" y="360543"/>
                    <a:pt x="104384" y="375815"/>
                    <a:pt x="102664" y="391677"/>
                  </a:cubicBezTo>
                  <a:cubicBezTo>
                    <a:pt x="101980" y="398064"/>
                    <a:pt x="99270" y="403437"/>
                    <a:pt x="92529" y="404733"/>
                  </a:cubicBezTo>
                  <a:cubicBezTo>
                    <a:pt x="85412" y="406100"/>
                    <a:pt x="81664" y="401128"/>
                    <a:pt x="79095" y="395424"/>
                  </a:cubicBezTo>
                  <a:cubicBezTo>
                    <a:pt x="78011" y="393020"/>
                    <a:pt x="77799" y="390192"/>
                    <a:pt x="77210" y="387576"/>
                  </a:cubicBezTo>
                  <a:cubicBezTo>
                    <a:pt x="75890" y="381849"/>
                    <a:pt x="75207" y="375862"/>
                    <a:pt x="72968" y="370536"/>
                  </a:cubicBezTo>
                  <a:cubicBezTo>
                    <a:pt x="71907" y="368014"/>
                    <a:pt x="67735" y="365139"/>
                    <a:pt x="65237" y="365375"/>
                  </a:cubicBezTo>
                  <a:cubicBezTo>
                    <a:pt x="63116" y="365563"/>
                    <a:pt x="60288" y="369782"/>
                    <a:pt x="59722" y="372610"/>
                  </a:cubicBezTo>
                  <a:cubicBezTo>
                    <a:pt x="56753" y="387387"/>
                    <a:pt x="60170" y="401528"/>
                    <a:pt x="65237" y="415339"/>
                  </a:cubicBezTo>
                  <a:cubicBezTo>
                    <a:pt x="72614" y="435396"/>
                    <a:pt x="85624" y="436268"/>
                    <a:pt x="95617" y="420218"/>
                  </a:cubicBezTo>
                  <a:cubicBezTo>
                    <a:pt x="98963" y="414868"/>
                    <a:pt x="103064" y="414467"/>
                    <a:pt x="107047" y="418615"/>
                  </a:cubicBezTo>
                  <a:cubicBezTo>
                    <a:pt x="113364" y="425167"/>
                    <a:pt x="120081" y="431648"/>
                    <a:pt x="124936" y="439237"/>
                  </a:cubicBezTo>
                  <a:cubicBezTo>
                    <a:pt x="136649" y="457550"/>
                    <a:pt x="147160" y="476617"/>
                    <a:pt x="158520" y="495165"/>
                  </a:cubicBezTo>
                  <a:cubicBezTo>
                    <a:pt x="182041" y="533581"/>
                    <a:pt x="210795" y="567331"/>
                    <a:pt x="252558" y="586280"/>
                  </a:cubicBezTo>
                  <a:cubicBezTo>
                    <a:pt x="287533" y="602141"/>
                    <a:pt x="323616" y="615716"/>
                    <a:pt x="359746" y="628867"/>
                  </a:cubicBezTo>
                  <a:cubicBezTo>
                    <a:pt x="379237" y="635962"/>
                    <a:pt x="402263" y="626181"/>
                    <a:pt x="412704" y="609070"/>
                  </a:cubicBezTo>
                  <a:cubicBezTo>
                    <a:pt x="406741" y="606548"/>
                    <a:pt x="408650" y="602612"/>
                    <a:pt x="411384" y="599101"/>
                  </a:cubicBezTo>
                  <a:cubicBezTo>
                    <a:pt x="420175" y="587788"/>
                    <a:pt x="429720" y="577017"/>
                    <a:pt x="437969" y="565327"/>
                  </a:cubicBezTo>
                  <a:cubicBezTo>
                    <a:pt x="445605" y="554510"/>
                    <a:pt x="452228" y="542938"/>
                    <a:pt x="458709" y="531366"/>
                  </a:cubicBezTo>
                  <a:cubicBezTo>
                    <a:pt x="459982" y="529103"/>
                    <a:pt x="458473" y="525309"/>
                    <a:pt x="458261" y="522245"/>
                  </a:cubicBezTo>
                  <a:cubicBezTo>
                    <a:pt x="455315" y="522763"/>
                    <a:pt x="451639" y="522363"/>
                    <a:pt x="449518" y="523965"/>
                  </a:cubicBezTo>
                  <a:cubicBezTo>
                    <a:pt x="440467" y="530824"/>
                    <a:pt x="431299" y="537682"/>
                    <a:pt x="423263" y="545624"/>
                  </a:cubicBezTo>
                  <a:cubicBezTo>
                    <a:pt x="409734" y="559011"/>
                    <a:pt x="396277" y="572846"/>
                    <a:pt x="389159" y="590946"/>
                  </a:cubicBezTo>
                  <a:cubicBezTo>
                    <a:pt x="386873" y="596791"/>
                    <a:pt x="383998" y="598464"/>
                    <a:pt x="378436" y="598417"/>
                  </a:cubicBezTo>
                  <a:cubicBezTo>
                    <a:pt x="340491" y="598111"/>
                    <a:pt x="304502" y="589956"/>
                    <a:pt x="271082" y="571597"/>
                  </a:cubicBezTo>
                  <a:cubicBezTo>
                    <a:pt x="223592" y="545530"/>
                    <a:pt x="187934" y="507373"/>
                    <a:pt x="159982" y="461651"/>
                  </a:cubicBezTo>
                  <a:cubicBezTo>
                    <a:pt x="124818" y="404121"/>
                    <a:pt x="105280" y="341500"/>
                    <a:pt x="101108" y="274213"/>
                  </a:cubicBezTo>
                  <a:cubicBezTo>
                    <a:pt x="99953" y="255452"/>
                    <a:pt x="100802" y="236574"/>
                    <a:pt x="99435" y="217837"/>
                  </a:cubicBezTo>
                  <a:cubicBezTo>
                    <a:pt x="98492" y="204828"/>
                    <a:pt x="98327" y="190145"/>
                    <a:pt x="78412" y="186986"/>
                  </a:cubicBezTo>
                  <a:cubicBezTo>
                    <a:pt x="81829" y="183428"/>
                    <a:pt x="83880" y="180835"/>
                    <a:pt x="86378" y="178785"/>
                  </a:cubicBezTo>
                  <a:cubicBezTo>
                    <a:pt x="91539" y="174542"/>
                    <a:pt x="97243" y="170937"/>
                    <a:pt x="102074" y="166388"/>
                  </a:cubicBezTo>
                  <a:cubicBezTo>
                    <a:pt x="104031" y="164549"/>
                    <a:pt x="105044" y="160944"/>
                    <a:pt x="105138" y="158115"/>
                  </a:cubicBezTo>
                  <a:cubicBezTo>
                    <a:pt x="105280" y="153520"/>
                    <a:pt x="103111" y="148641"/>
                    <a:pt x="104031" y="144304"/>
                  </a:cubicBezTo>
                  <a:cubicBezTo>
                    <a:pt x="108744" y="122150"/>
                    <a:pt x="113293" y="99949"/>
                    <a:pt x="119444" y="78172"/>
                  </a:cubicBezTo>
                  <a:close/>
                  <a:moveTo>
                    <a:pt x="68631" y="277583"/>
                  </a:moveTo>
                  <a:cubicBezTo>
                    <a:pt x="63917" y="263253"/>
                    <a:pt x="64719" y="249678"/>
                    <a:pt x="68230" y="235113"/>
                  </a:cubicBezTo>
                  <a:cubicBezTo>
                    <a:pt x="77116" y="244422"/>
                    <a:pt x="77210" y="267873"/>
                    <a:pt x="68631" y="27758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296" name="Google Shape;2296;p52"/>
            <p:cNvSpPr/>
            <p:nvPr/>
          </p:nvSpPr>
          <p:spPr>
            <a:xfrm>
              <a:off x="406776" y="3394388"/>
              <a:ext cx="471525" cy="358476"/>
            </a:xfrm>
            <a:custGeom>
              <a:rect b="b" l="l" r="r" t="t"/>
              <a:pathLst>
                <a:path extrusionOk="0" h="358476" w="471525">
                  <a:moveTo>
                    <a:pt x="200798" y="236672"/>
                  </a:moveTo>
                  <a:cubicBezTo>
                    <a:pt x="196296" y="236272"/>
                    <a:pt x="190781" y="237497"/>
                    <a:pt x="187458" y="235329"/>
                  </a:cubicBezTo>
                  <a:cubicBezTo>
                    <a:pt x="177206" y="228659"/>
                    <a:pt x="167355" y="221164"/>
                    <a:pt x="158234" y="213010"/>
                  </a:cubicBezTo>
                  <a:cubicBezTo>
                    <a:pt x="154015" y="209239"/>
                    <a:pt x="151399" y="203418"/>
                    <a:pt x="148877" y="198138"/>
                  </a:cubicBezTo>
                  <a:cubicBezTo>
                    <a:pt x="146143" y="192435"/>
                    <a:pt x="145106" y="185836"/>
                    <a:pt x="141995" y="180415"/>
                  </a:cubicBezTo>
                  <a:cubicBezTo>
                    <a:pt x="135467" y="169079"/>
                    <a:pt x="127736" y="158449"/>
                    <a:pt x="121067" y="147184"/>
                  </a:cubicBezTo>
                  <a:cubicBezTo>
                    <a:pt x="111404" y="130875"/>
                    <a:pt x="101316" y="114707"/>
                    <a:pt x="93138" y="97667"/>
                  </a:cubicBezTo>
                  <a:cubicBezTo>
                    <a:pt x="85714" y="82159"/>
                    <a:pt x="81236" y="65284"/>
                    <a:pt x="74284" y="49517"/>
                  </a:cubicBezTo>
                  <a:cubicBezTo>
                    <a:pt x="67425" y="33985"/>
                    <a:pt x="59200" y="19020"/>
                    <a:pt x="51281" y="3959"/>
                  </a:cubicBezTo>
                  <a:cubicBezTo>
                    <a:pt x="50338" y="2168"/>
                    <a:pt x="47628" y="1296"/>
                    <a:pt x="45742" y="0"/>
                  </a:cubicBezTo>
                  <a:cubicBezTo>
                    <a:pt x="44375" y="2121"/>
                    <a:pt x="42136" y="4148"/>
                    <a:pt x="41830" y="6411"/>
                  </a:cubicBezTo>
                  <a:cubicBezTo>
                    <a:pt x="41359" y="9993"/>
                    <a:pt x="41806" y="13835"/>
                    <a:pt x="42514" y="17417"/>
                  </a:cubicBezTo>
                  <a:cubicBezTo>
                    <a:pt x="47604" y="43625"/>
                    <a:pt x="58116" y="68018"/>
                    <a:pt x="70819" y="91115"/>
                  </a:cubicBezTo>
                  <a:cubicBezTo>
                    <a:pt x="91394" y="128541"/>
                    <a:pt x="114114" y="164766"/>
                    <a:pt x="135349" y="201838"/>
                  </a:cubicBezTo>
                  <a:cubicBezTo>
                    <a:pt x="143291" y="215697"/>
                    <a:pt x="149608" y="230497"/>
                    <a:pt x="156584" y="244898"/>
                  </a:cubicBezTo>
                  <a:cubicBezTo>
                    <a:pt x="159035" y="249965"/>
                    <a:pt x="156702" y="254136"/>
                    <a:pt x="152247" y="255810"/>
                  </a:cubicBezTo>
                  <a:cubicBezTo>
                    <a:pt x="150032" y="256635"/>
                    <a:pt x="146355" y="254443"/>
                    <a:pt x="143716" y="252934"/>
                  </a:cubicBezTo>
                  <a:cubicBezTo>
                    <a:pt x="141901" y="251897"/>
                    <a:pt x="140581" y="249800"/>
                    <a:pt x="139308" y="248009"/>
                  </a:cubicBezTo>
                  <a:cubicBezTo>
                    <a:pt x="125780" y="228801"/>
                    <a:pt x="111946" y="209781"/>
                    <a:pt x="98912" y="190243"/>
                  </a:cubicBezTo>
                  <a:cubicBezTo>
                    <a:pt x="72186" y="150153"/>
                    <a:pt x="45625" y="109970"/>
                    <a:pt x="31154" y="63257"/>
                  </a:cubicBezTo>
                  <a:cubicBezTo>
                    <a:pt x="28962" y="56187"/>
                    <a:pt x="24295" y="49611"/>
                    <a:pt x="19699" y="43625"/>
                  </a:cubicBezTo>
                  <a:cubicBezTo>
                    <a:pt x="15410" y="38039"/>
                    <a:pt x="8952" y="39453"/>
                    <a:pt x="3343" y="41975"/>
                  </a:cubicBezTo>
                  <a:cubicBezTo>
                    <a:pt x="-2973" y="44803"/>
                    <a:pt x="1552" y="49682"/>
                    <a:pt x="1811" y="53641"/>
                  </a:cubicBezTo>
                  <a:cubicBezTo>
                    <a:pt x="1929" y="55527"/>
                    <a:pt x="3060" y="57365"/>
                    <a:pt x="3744" y="59227"/>
                  </a:cubicBezTo>
                  <a:cubicBezTo>
                    <a:pt x="16848" y="94579"/>
                    <a:pt x="34430" y="127716"/>
                    <a:pt x="54486" y="159510"/>
                  </a:cubicBezTo>
                  <a:cubicBezTo>
                    <a:pt x="63843" y="174334"/>
                    <a:pt x="74307" y="188475"/>
                    <a:pt x="84041" y="203088"/>
                  </a:cubicBezTo>
                  <a:cubicBezTo>
                    <a:pt x="85903" y="205869"/>
                    <a:pt x="88566" y="210182"/>
                    <a:pt x="87623" y="212397"/>
                  </a:cubicBezTo>
                  <a:cubicBezTo>
                    <a:pt x="84182" y="220410"/>
                    <a:pt x="89791" y="224299"/>
                    <a:pt x="93845" y="228659"/>
                  </a:cubicBezTo>
                  <a:cubicBezTo>
                    <a:pt x="102448" y="237898"/>
                    <a:pt x="111663" y="246547"/>
                    <a:pt x="120289" y="255763"/>
                  </a:cubicBezTo>
                  <a:cubicBezTo>
                    <a:pt x="126369" y="262244"/>
                    <a:pt x="132497" y="268819"/>
                    <a:pt x="137541" y="276078"/>
                  </a:cubicBezTo>
                  <a:cubicBezTo>
                    <a:pt x="144093" y="285459"/>
                    <a:pt x="142867" y="290125"/>
                    <a:pt x="133911" y="297290"/>
                  </a:cubicBezTo>
                  <a:cubicBezTo>
                    <a:pt x="127289" y="302593"/>
                    <a:pt x="126228" y="307448"/>
                    <a:pt x="131932" y="313599"/>
                  </a:cubicBezTo>
                  <a:cubicBezTo>
                    <a:pt x="137423" y="319538"/>
                    <a:pt x="143763" y="324865"/>
                    <a:pt x="150315" y="329625"/>
                  </a:cubicBezTo>
                  <a:cubicBezTo>
                    <a:pt x="156937" y="334433"/>
                    <a:pt x="161415" y="332760"/>
                    <a:pt x="161934" y="324676"/>
                  </a:cubicBezTo>
                  <a:cubicBezTo>
                    <a:pt x="162994" y="308178"/>
                    <a:pt x="162664" y="291586"/>
                    <a:pt x="162994" y="275041"/>
                  </a:cubicBezTo>
                  <a:cubicBezTo>
                    <a:pt x="163042" y="272213"/>
                    <a:pt x="163489" y="269385"/>
                    <a:pt x="163725" y="266557"/>
                  </a:cubicBezTo>
                  <a:cubicBezTo>
                    <a:pt x="167025" y="266958"/>
                    <a:pt x="170937" y="266345"/>
                    <a:pt x="173506" y="267924"/>
                  </a:cubicBezTo>
                  <a:cubicBezTo>
                    <a:pt x="182745" y="273604"/>
                    <a:pt x="191960" y="279496"/>
                    <a:pt x="200421" y="286236"/>
                  </a:cubicBezTo>
                  <a:cubicBezTo>
                    <a:pt x="225403" y="306199"/>
                    <a:pt x="251281" y="324818"/>
                    <a:pt x="279752" y="339501"/>
                  </a:cubicBezTo>
                  <a:cubicBezTo>
                    <a:pt x="296579" y="348174"/>
                    <a:pt x="314326" y="354325"/>
                    <a:pt x="333487" y="354301"/>
                  </a:cubicBezTo>
                  <a:cubicBezTo>
                    <a:pt x="338083" y="354301"/>
                    <a:pt x="342679" y="351167"/>
                    <a:pt x="347275" y="349446"/>
                  </a:cubicBezTo>
                  <a:cubicBezTo>
                    <a:pt x="344517" y="345628"/>
                    <a:pt x="342184" y="341386"/>
                    <a:pt x="338884" y="338086"/>
                  </a:cubicBezTo>
                  <a:cubicBezTo>
                    <a:pt x="335208" y="334410"/>
                    <a:pt x="330706" y="331582"/>
                    <a:pt x="326535" y="328376"/>
                  </a:cubicBezTo>
                  <a:cubicBezTo>
                    <a:pt x="326794" y="327434"/>
                    <a:pt x="327053" y="326491"/>
                    <a:pt x="327312" y="325548"/>
                  </a:cubicBezTo>
                  <a:cubicBezTo>
                    <a:pt x="332992" y="324959"/>
                    <a:pt x="338672" y="323781"/>
                    <a:pt x="344352" y="323898"/>
                  </a:cubicBezTo>
                  <a:cubicBezTo>
                    <a:pt x="358941" y="324181"/>
                    <a:pt x="373742" y="324087"/>
                    <a:pt x="382957" y="338935"/>
                  </a:cubicBezTo>
                  <a:cubicBezTo>
                    <a:pt x="384748" y="341810"/>
                    <a:pt x="388684" y="343625"/>
                    <a:pt x="391960" y="345204"/>
                  </a:cubicBezTo>
                  <a:cubicBezTo>
                    <a:pt x="408151" y="353052"/>
                    <a:pt x="425474" y="356941"/>
                    <a:pt x="443268" y="358284"/>
                  </a:cubicBezTo>
                  <a:cubicBezTo>
                    <a:pt x="450574" y="358827"/>
                    <a:pt x="458069" y="358143"/>
                    <a:pt x="465351" y="357177"/>
                  </a:cubicBezTo>
                  <a:cubicBezTo>
                    <a:pt x="467732" y="356870"/>
                    <a:pt x="471244" y="354066"/>
                    <a:pt x="471503" y="352039"/>
                  </a:cubicBezTo>
                  <a:cubicBezTo>
                    <a:pt x="471786" y="349894"/>
                    <a:pt x="469358" y="346406"/>
                    <a:pt x="467166" y="345133"/>
                  </a:cubicBezTo>
                  <a:cubicBezTo>
                    <a:pt x="462783" y="342541"/>
                    <a:pt x="457880" y="339948"/>
                    <a:pt x="452931" y="339312"/>
                  </a:cubicBezTo>
                  <a:cubicBezTo>
                    <a:pt x="437282" y="337285"/>
                    <a:pt x="421491" y="336225"/>
                    <a:pt x="405771" y="334645"/>
                  </a:cubicBezTo>
                  <a:cubicBezTo>
                    <a:pt x="402872" y="334363"/>
                    <a:pt x="400044" y="333467"/>
                    <a:pt x="397192" y="332854"/>
                  </a:cubicBezTo>
                  <a:cubicBezTo>
                    <a:pt x="397145" y="332147"/>
                    <a:pt x="397098" y="331440"/>
                    <a:pt x="397027" y="330733"/>
                  </a:cubicBezTo>
                  <a:cubicBezTo>
                    <a:pt x="407020" y="325595"/>
                    <a:pt x="417037" y="320457"/>
                    <a:pt x="427030" y="315320"/>
                  </a:cubicBezTo>
                  <a:cubicBezTo>
                    <a:pt x="426817" y="314565"/>
                    <a:pt x="426629" y="313835"/>
                    <a:pt x="426417" y="313081"/>
                  </a:cubicBezTo>
                  <a:cubicBezTo>
                    <a:pt x="423636" y="312350"/>
                    <a:pt x="420878" y="311195"/>
                    <a:pt x="418074" y="310959"/>
                  </a:cubicBezTo>
                  <a:cubicBezTo>
                    <a:pt x="403791" y="309757"/>
                    <a:pt x="389462" y="308980"/>
                    <a:pt x="375179" y="307707"/>
                  </a:cubicBezTo>
                  <a:cubicBezTo>
                    <a:pt x="364621" y="306764"/>
                    <a:pt x="353992" y="305751"/>
                    <a:pt x="343574" y="303889"/>
                  </a:cubicBezTo>
                  <a:cubicBezTo>
                    <a:pt x="333959" y="302169"/>
                    <a:pt x="329976" y="297549"/>
                    <a:pt x="330188" y="290691"/>
                  </a:cubicBezTo>
                  <a:cubicBezTo>
                    <a:pt x="330353" y="285199"/>
                    <a:pt x="335349" y="281381"/>
                    <a:pt x="344729" y="280839"/>
                  </a:cubicBezTo>
                  <a:cubicBezTo>
                    <a:pt x="351611" y="280439"/>
                    <a:pt x="358540" y="281381"/>
                    <a:pt x="365446" y="281405"/>
                  </a:cubicBezTo>
                  <a:cubicBezTo>
                    <a:pt x="368887" y="281428"/>
                    <a:pt x="372328" y="280721"/>
                    <a:pt x="376476" y="280250"/>
                  </a:cubicBezTo>
                  <a:cubicBezTo>
                    <a:pt x="375533" y="277634"/>
                    <a:pt x="375486" y="277092"/>
                    <a:pt x="375203" y="276738"/>
                  </a:cubicBezTo>
                  <a:cubicBezTo>
                    <a:pt x="364857" y="263823"/>
                    <a:pt x="330989" y="255503"/>
                    <a:pt x="316141" y="262645"/>
                  </a:cubicBezTo>
                  <a:cubicBezTo>
                    <a:pt x="313713" y="263823"/>
                    <a:pt x="311286" y="267028"/>
                    <a:pt x="310697" y="269691"/>
                  </a:cubicBezTo>
                  <a:cubicBezTo>
                    <a:pt x="308175" y="281098"/>
                    <a:pt x="303603" y="284280"/>
                    <a:pt x="292337" y="281476"/>
                  </a:cubicBezTo>
                  <a:cubicBezTo>
                    <a:pt x="276334" y="277516"/>
                    <a:pt x="263513" y="267830"/>
                    <a:pt x="250197" y="258803"/>
                  </a:cubicBezTo>
                  <a:cubicBezTo>
                    <a:pt x="239214" y="251355"/>
                    <a:pt x="227736" y="244521"/>
                    <a:pt x="215929" y="238440"/>
                  </a:cubicBezTo>
                  <a:cubicBezTo>
                    <a:pt x="211710" y="236295"/>
                    <a:pt x="205912" y="237144"/>
                    <a:pt x="200798" y="236672"/>
                  </a:cubicBezTo>
                  <a:close/>
                  <a:moveTo>
                    <a:pt x="306831" y="306717"/>
                  </a:moveTo>
                  <a:cubicBezTo>
                    <a:pt x="307868" y="307401"/>
                    <a:pt x="308811" y="308202"/>
                    <a:pt x="309777" y="308980"/>
                  </a:cubicBezTo>
                  <a:cubicBezTo>
                    <a:pt x="320454" y="317488"/>
                    <a:pt x="319676" y="328070"/>
                    <a:pt x="307374" y="334551"/>
                  </a:cubicBezTo>
                  <a:cubicBezTo>
                    <a:pt x="305111" y="335753"/>
                    <a:pt x="300421" y="334975"/>
                    <a:pt x="298347" y="333279"/>
                  </a:cubicBezTo>
                  <a:cubicBezTo>
                    <a:pt x="294623" y="330238"/>
                    <a:pt x="292031" y="325807"/>
                    <a:pt x="289014" y="321919"/>
                  </a:cubicBezTo>
                  <a:cubicBezTo>
                    <a:pt x="285314" y="317134"/>
                    <a:pt x="280529" y="313269"/>
                    <a:pt x="274496" y="315272"/>
                  </a:cubicBezTo>
                  <a:cubicBezTo>
                    <a:pt x="266200" y="318030"/>
                    <a:pt x="259436" y="315107"/>
                    <a:pt x="254109" y="310158"/>
                  </a:cubicBezTo>
                  <a:cubicBezTo>
                    <a:pt x="240039" y="297125"/>
                    <a:pt x="226629" y="283361"/>
                    <a:pt x="213218" y="269621"/>
                  </a:cubicBezTo>
                  <a:cubicBezTo>
                    <a:pt x="210272" y="266604"/>
                    <a:pt x="208387" y="262550"/>
                    <a:pt x="206030" y="258991"/>
                  </a:cubicBezTo>
                  <a:cubicBezTo>
                    <a:pt x="206643" y="258449"/>
                    <a:pt x="207232" y="257907"/>
                    <a:pt x="207845" y="257389"/>
                  </a:cubicBezTo>
                  <a:cubicBezTo>
                    <a:pt x="241241" y="272991"/>
                    <a:pt x="275721" y="286425"/>
                    <a:pt x="306831" y="30671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297" name="Google Shape;2297;p52"/>
            <p:cNvSpPr/>
            <p:nvPr/>
          </p:nvSpPr>
          <p:spPr>
            <a:xfrm>
              <a:off x="425960" y="3624014"/>
              <a:ext cx="499682" cy="282108"/>
            </a:xfrm>
            <a:custGeom>
              <a:rect b="b" l="l" r="r" t="t"/>
              <a:pathLst>
                <a:path extrusionOk="0" h="282108" w="499682">
                  <a:moveTo>
                    <a:pt x="481968" y="218619"/>
                  </a:moveTo>
                  <a:cubicBezTo>
                    <a:pt x="483618" y="222602"/>
                    <a:pt x="485362" y="226302"/>
                    <a:pt x="486658" y="230168"/>
                  </a:cubicBezTo>
                  <a:cubicBezTo>
                    <a:pt x="488921" y="236932"/>
                    <a:pt x="484843" y="245558"/>
                    <a:pt x="477466" y="250201"/>
                  </a:cubicBezTo>
                  <a:cubicBezTo>
                    <a:pt x="469571" y="255173"/>
                    <a:pt x="461888" y="255221"/>
                    <a:pt x="456561" y="248975"/>
                  </a:cubicBezTo>
                  <a:cubicBezTo>
                    <a:pt x="437259" y="226350"/>
                    <a:pt x="411051" y="215579"/>
                    <a:pt x="384113" y="206128"/>
                  </a:cubicBezTo>
                  <a:cubicBezTo>
                    <a:pt x="348407" y="193613"/>
                    <a:pt x="310839" y="190620"/>
                    <a:pt x="273743" y="185411"/>
                  </a:cubicBezTo>
                  <a:cubicBezTo>
                    <a:pt x="256868" y="183055"/>
                    <a:pt x="240983" y="178907"/>
                    <a:pt x="226441" y="169668"/>
                  </a:cubicBezTo>
                  <a:cubicBezTo>
                    <a:pt x="200775" y="153382"/>
                    <a:pt x="175133" y="137026"/>
                    <a:pt x="149019" y="121494"/>
                  </a:cubicBezTo>
                  <a:cubicBezTo>
                    <a:pt x="107351" y="96724"/>
                    <a:pt x="70325" y="66910"/>
                    <a:pt x="40511" y="28235"/>
                  </a:cubicBezTo>
                  <a:cubicBezTo>
                    <a:pt x="32521" y="17865"/>
                    <a:pt x="21209" y="9969"/>
                    <a:pt x="10909" y="1556"/>
                  </a:cubicBezTo>
                  <a:cubicBezTo>
                    <a:pt x="8576" y="-330"/>
                    <a:pt x="4075" y="448"/>
                    <a:pt x="563" y="0"/>
                  </a:cubicBezTo>
                  <a:cubicBezTo>
                    <a:pt x="516" y="3370"/>
                    <a:pt x="-710" y="7283"/>
                    <a:pt x="610" y="9969"/>
                  </a:cubicBezTo>
                  <a:cubicBezTo>
                    <a:pt x="5371" y="19680"/>
                    <a:pt x="10132" y="29602"/>
                    <a:pt x="16448" y="38322"/>
                  </a:cubicBezTo>
                  <a:cubicBezTo>
                    <a:pt x="37400" y="67311"/>
                    <a:pt x="63914" y="90644"/>
                    <a:pt x="92738" y="111549"/>
                  </a:cubicBezTo>
                  <a:cubicBezTo>
                    <a:pt x="99102" y="116168"/>
                    <a:pt x="105230" y="121400"/>
                    <a:pt x="110297" y="127363"/>
                  </a:cubicBezTo>
                  <a:cubicBezTo>
                    <a:pt x="112913" y="130450"/>
                    <a:pt x="112960" y="135730"/>
                    <a:pt x="114162" y="140019"/>
                  </a:cubicBezTo>
                  <a:cubicBezTo>
                    <a:pt x="110014" y="139571"/>
                    <a:pt x="105017" y="140467"/>
                    <a:pt x="101836" y="138463"/>
                  </a:cubicBezTo>
                  <a:cubicBezTo>
                    <a:pt x="88472" y="130073"/>
                    <a:pt x="75463" y="121094"/>
                    <a:pt x="62689" y="111831"/>
                  </a:cubicBezTo>
                  <a:cubicBezTo>
                    <a:pt x="48289" y="101391"/>
                    <a:pt x="34407" y="90243"/>
                    <a:pt x="20030" y="79802"/>
                  </a:cubicBezTo>
                  <a:cubicBezTo>
                    <a:pt x="16943" y="77563"/>
                    <a:pt x="12630" y="77068"/>
                    <a:pt x="8859" y="75772"/>
                  </a:cubicBezTo>
                  <a:cubicBezTo>
                    <a:pt x="8340" y="76432"/>
                    <a:pt x="7846" y="77068"/>
                    <a:pt x="7327" y="77728"/>
                  </a:cubicBezTo>
                  <a:cubicBezTo>
                    <a:pt x="9425" y="81452"/>
                    <a:pt x="10980" y="85671"/>
                    <a:pt x="13738" y="88805"/>
                  </a:cubicBezTo>
                  <a:cubicBezTo>
                    <a:pt x="19936" y="95876"/>
                    <a:pt x="26134" y="103111"/>
                    <a:pt x="33370" y="109027"/>
                  </a:cubicBezTo>
                  <a:cubicBezTo>
                    <a:pt x="70349" y="139241"/>
                    <a:pt x="107421" y="169362"/>
                    <a:pt x="144966" y="198845"/>
                  </a:cubicBezTo>
                  <a:cubicBezTo>
                    <a:pt x="157480" y="208673"/>
                    <a:pt x="172046" y="214447"/>
                    <a:pt x="188590" y="215390"/>
                  </a:cubicBezTo>
                  <a:cubicBezTo>
                    <a:pt x="200304" y="216050"/>
                    <a:pt x="211145" y="220269"/>
                    <a:pt x="218711" y="230568"/>
                  </a:cubicBezTo>
                  <a:cubicBezTo>
                    <a:pt x="223354" y="236884"/>
                    <a:pt x="229646" y="241598"/>
                    <a:pt x="237942" y="241645"/>
                  </a:cubicBezTo>
                  <a:cubicBezTo>
                    <a:pt x="241077" y="241669"/>
                    <a:pt x="244211" y="239878"/>
                    <a:pt x="247346" y="238911"/>
                  </a:cubicBezTo>
                  <a:cubicBezTo>
                    <a:pt x="246215" y="235871"/>
                    <a:pt x="245979" y="231817"/>
                    <a:pt x="243811" y="229979"/>
                  </a:cubicBezTo>
                  <a:cubicBezTo>
                    <a:pt x="233511" y="221188"/>
                    <a:pt x="223306" y="212020"/>
                    <a:pt x="211923" y="204832"/>
                  </a:cubicBezTo>
                  <a:cubicBezTo>
                    <a:pt x="191065" y="191633"/>
                    <a:pt x="169241" y="179991"/>
                    <a:pt x="148147" y="167146"/>
                  </a:cubicBezTo>
                  <a:cubicBezTo>
                    <a:pt x="141925" y="163351"/>
                    <a:pt x="136717" y="157789"/>
                    <a:pt x="131320" y="152722"/>
                  </a:cubicBezTo>
                  <a:cubicBezTo>
                    <a:pt x="130188" y="151662"/>
                    <a:pt x="129411" y="148692"/>
                    <a:pt x="130070" y="147584"/>
                  </a:cubicBezTo>
                  <a:cubicBezTo>
                    <a:pt x="130825" y="146359"/>
                    <a:pt x="133535" y="145557"/>
                    <a:pt x="135185" y="145817"/>
                  </a:cubicBezTo>
                  <a:cubicBezTo>
                    <a:pt x="139545" y="146524"/>
                    <a:pt x="143929" y="147490"/>
                    <a:pt x="148029" y="149069"/>
                  </a:cubicBezTo>
                  <a:cubicBezTo>
                    <a:pt x="184065" y="162833"/>
                    <a:pt x="216802" y="182583"/>
                    <a:pt x="247982" y="205020"/>
                  </a:cubicBezTo>
                  <a:cubicBezTo>
                    <a:pt x="258447" y="212538"/>
                    <a:pt x="267898" y="221023"/>
                    <a:pt x="273672" y="233208"/>
                  </a:cubicBezTo>
                  <a:cubicBezTo>
                    <a:pt x="275722" y="237521"/>
                    <a:pt x="280530" y="241056"/>
                    <a:pt x="284843" y="243696"/>
                  </a:cubicBezTo>
                  <a:cubicBezTo>
                    <a:pt x="298206" y="251921"/>
                    <a:pt x="313007" y="254113"/>
                    <a:pt x="328374" y="251921"/>
                  </a:cubicBezTo>
                  <a:cubicBezTo>
                    <a:pt x="339168" y="250389"/>
                    <a:pt x="343245" y="245723"/>
                    <a:pt x="345084" y="234528"/>
                  </a:cubicBezTo>
                  <a:cubicBezTo>
                    <a:pt x="345956" y="229296"/>
                    <a:pt x="348147" y="224794"/>
                    <a:pt x="353898" y="223969"/>
                  </a:cubicBezTo>
                  <a:cubicBezTo>
                    <a:pt x="369194" y="221706"/>
                    <a:pt x="382722" y="227669"/>
                    <a:pt x="396510" y="232359"/>
                  </a:cubicBezTo>
                  <a:cubicBezTo>
                    <a:pt x="396674" y="233231"/>
                    <a:pt x="396839" y="234080"/>
                    <a:pt x="397004" y="234952"/>
                  </a:cubicBezTo>
                  <a:cubicBezTo>
                    <a:pt x="387082" y="240066"/>
                    <a:pt x="377160" y="245204"/>
                    <a:pt x="367238" y="250318"/>
                  </a:cubicBezTo>
                  <a:cubicBezTo>
                    <a:pt x="367450" y="251049"/>
                    <a:pt x="367686" y="251780"/>
                    <a:pt x="367898" y="252487"/>
                  </a:cubicBezTo>
                  <a:cubicBezTo>
                    <a:pt x="371244" y="252487"/>
                    <a:pt x="374591" y="252628"/>
                    <a:pt x="377914" y="252463"/>
                  </a:cubicBezTo>
                  <a:cubicBezTo>
                    <a:pt x="389274" y="251874"/>
                    <a:pt x="400610" y="250978"/>
                    <a:pt x="411970" y="250601"/>
                  </a:cubicBezTo>
                  <a:cubicBezTo>
                    <a:pt x="429976" y="249988"/>
                    <a:pt x="445696" y="252958"/>
                    <a:pt x="453450" y="272826"/>
                  </a:cubicBezTo>
                  <a:cubicBezTo>
                    <a:pt x="456986" y="281900"/>
                    <a:pt x="466177" y="284587"/>
                    <a:pt x="473059" y="279708"/>
                  </a:cubicBezTo>
                  <a:cubicBezTo>
                    <a:pt x="488473" y="268796"/>
                    <a:pt x="497877" y="253618"/>
                    <a:pt x="499621" y="234645"/>
                  </a:cubicBezTo>
                  <a:cubicBezTo>
                    <a:pt x="500493" y="225548"/>
                    <a:pt x="492079" y="218430"/>
                    <a:pt x="481968" y="218619"/>
                  </a:cubicBezTo>
                  <a:close/>
                  <a:moveTo>
                    <a:pt x="327879" y="234645"/>
                  </a:moveTo>
                  <a:cubicBezTo>
                    <a:pt x="325711" y="234363"/>
                    <a:pt x="324414" y="234433"/>
                    <a:pt x="323283" y="234033"/>
                  </a:cubicBezTo>
                  <a:cubicBezTo>
                    <a:pt x="308953" y="228730"/>
                    <a:pt x="296274" y="220905"/>
                    <a:pt x="286163" y="209333"/>
                  </a:cubicBezTo>
                  <a:cubicBezTo>
                    <a:pt x="284937" y="207943"/>
                    <a:pt x="284985" y="205444"/>
                    <a:pt x="284442" y="203465"/>
                  </a:cubicBezTo>
                  <a:cubicBezTo>
                    <a:pt x="286257" y="203040"/>
                    <a:pt x="288284" y="201886"/>
                    <a:pt x="289863" y="202310"/>
                  </a:cubicBezTo>
                  <a:cubicBezTo>
                    <a:pt x="305135" y="206364"/>
                    <a:pt x="318946" y="213151"/>
                    <a:pt x="329458" y="225312"/>
                  </a:cubicBezTo>
                  <a:cubicBezTo>
                    <a:pt x="330966" y="227033"/>
                    <a:pt x="331155" y="230191"/>
                    <a:pt x="331202" y="232689"/>
                  </a:cubicBezTo>
                  <a:cubicBezTo>
                    <a:pt x="331225" y="233444"/>
                    <a:pt x="328633" y="234245"/>
                    <a:pt x="327879" y="23464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298" name="Google Shape;2298;p52"/>
            <p:cNvSpPr/>
            <p:nvPr/>
          </p:nvSpPr>
          <p:spPr>
            <a:xfrm>
              <a:off x="1023012" y="2543575"/>
              <a:ext cx="418240" cy="362550"/>
            </a:xfrm>
            <a:custGeom>
              <a:rect b="b" l="l" r="r" t="t"/>
              <a:pathLst>
                <a:path extrusionOk="0" h="362550" w="418240">
                  <a:moveTo>
                    <a:pt x="272001" y="124794"/>
                  </a:moveTo>
                  <a:cubicBezTo>
                    <a:pt x="255103" y="112043"/>
                    <a:pt x="237427" y="100047"/>
                    <a:pt x="216757" y="93613"/>
                  </a:cubicBezTo>
                  <a:cubicBezTo>
                    <a:pt x="209569" y="91374"/>
                    <a:pt x="203865" y="92647"/>
                    <a:pt x="197502" y="97101"/>
                  </a:cubicBezTo>
                  <a:cubicBezTo>
                    <a:pt x="190856" y="101744"/>
                    <a:pt x="182772" y="104431"/>
                    <a:pt x="175088" y="107377"/>
                  </a:cubicBezTo>
                  <a:cubicBezTo>
                    <a:pt x="173415" y="108013"/>
                    <a:pt x="170186" y="106599"/>
                    <a:pt x="168819" y="105091"/>
                  </a:cubicBezTo>
                  <a:cubicBezTo>
                    <a:pt x="168089" y="104289"/>
                    <a:pt x="169173" y="100778"/>
                    <a:pt x="170422" y="99364"/>
                  </a:cubicBezTo>
                  <a:cubicBezTo>
                    <a:pt x="174240" y="95074"/>
                    <a:pt x="172402" y="91610"/>
                    <a:pt x="169385" y="88310"/>
                  </a:cubicBezTo>
                  <a:cubicBezTo>
                    <a:pt x="167570" y="86307"/>
                    <a:pt x="165473" y="84469"/>
                    <a:pt x="163187" y="83007"/>
                  </a:cubicBezTo>
                  <a:cubicBezTo>
                    <a:pt x="115343" y="52156"/>
                    <a:pt x="65072" y="25807"/>
                    <a:pt x="12915" y="3064"/>
                  </a:cubicBezTo>
                  <a:cubicBezTo>
                    <a:pt x="9262" y="1461"/>
                    <a:pt x="5114" y="990"/>
                    <a:pt x="1202" y="0"/>
                  </a:cubicBezTo>
                  <a:cubicBezTo>
                    <a:pt x="801" y="660"/>
                    <a:pt x="401" y="1296"/>
                    <a:pt x="0" y="1956"/>
                  </a:cubicBezTo>
                  <a:cubicBezTo>
                    <a:pt x="2687" y="4643"/>
                    <a:pt x="5020" y="7778"/>
                    <a:pt x="8084" y="9922"/>
                  </a:cubicBezTo>
                  <a:cubicBezTo>
                    <a:pt x="26326" y="22649"/>
                    <a:pt x="44332" y="35777"/>
                    <a:pt x="63163" y="47608"/>
                  </a:cubicBezTo>
                  <a:cubicBezTo>
                    <a:pt x="116026" y="80839"/>
                    <a:pt x="167570" y="115885"/>
                    <a:pt x="214282" y="157459"/>
                  </a:cubicBezTo>
                  <a:cubicBezTo>
                    <a:pt x="251662" y="190714"/>
                    <a:pt x="288593" y="224487"/>
                    <a:pt x="324888" y="258921"/>
                  </a:cubicBezTo>
                  <a:cubicBezTo>
                    <a:pt x="344638" y="277634"/>
                    <a:pt x="366698" y="293849"/>
                    <a:pt x="379779" y="319656"/>
                  </a:cubicBezTo>
                  <a:cubicBezTo>
                    <a:pt x="388004" y="335895"/>
                    <a:pt x="403630" y="348386"/>
                    <a:pt x="415933" y="362550"/>
                  </a:cubicBezTo>
                  <a:cubicBezTo>
                    <a:pt x="416687" y="362197"/>
                    <a:pt x="417417" y="361867"/>
                    <a:pt x="418171" y="361513"/>
                  </a:cubicBezTo>
                  <a:cubicBezTo>
                    <a:pt x="418195" y="344591"/>
                    <a:pt x="419067" y="327599"/>
                    <a:pt x="413858" y="311101"/>
                  </a:cubicBezTo>
                  <a:cubicBezTo>
                    <a:pt x="413057" y="308532"/>
                    <a:pt x="411242" y="305680"/>
                    <a:pt x="409050" y="304313"/>
                  </a:cubicBezTo>
                  <a:cubicBezTo>
                    <a:pt x="404195" y="301296"/>
                    <a:pt x="398091" y="300047"/>
                    <a:pt x="393802" y="296489"/>
                  </a:cubicBezTo>
                  <a:cubicBezTo>
                    <a:pt x="383526" y="287980"/>
                    <a:pt x="373839" y="278718"/>
                    <a:pt x="364200" y="269456"/>
                  </a:cubicBezTo>
                  <a:cubicBezTo>
                    <a:pt x="337427" y="243672"/>
                    <a:pt x="314235" y="214636"/>
                    <a:pt x="282630" y="193330"/>
                  </a:cubicBezTo>
                  <a:cubicBezTo>
                    <a:pt x="253500" y="173698"/>
                    <a:pt x="231157" y="145628"/>
                    <a:pt x="210370" y="117087"/>
                  </a:cubicBezTo>
                  <a:cubicBezTo>
                    <a:pt x="207471" y="113104"/>
                    <a:pt x="206694" y="107565"/>
                    <a:pt x="204949" y="102758"/>
                  </a:cubicBezTo>
                  <a:cubicBezTo>
                    <a:pt x="209946" y="104242"/>
                    <a:pt x="215720" y="104619"/>
                    <a:pt x="219797" y="107424"/>
                  </a:cubicBezTo>
                  <a:cubicBezTo>
                    <a:pt x="233632" y="116946"/>
                    <a:pt x="247679" y="126396"/>
                    <a:pt x="260170" y="137544"/>
                  </a:cubicBezTo>
                  <a:cubicBezTo>
                    <a:pt x="296182" y="169715"/>
                    <a:pt x="331464" y="202710"/>
                    <a:pt x="367075" y="235329"/>
                  </a:cubicBezTo>
                  <a:cubicBezTo>
                    <a:pt x="376102" y="243601"/>
                    <a:pt x="385317" y="251685"/>
                    <a:pt x="395711" y="260995"/>
                  </a:cubicBezTo>
                  <a:cubicBezTo>
                    <a:pt x="395711" y="254843"/>
                    <a:pt x="395947" y="250460"/>
                    <a:pt x="395664" y="246123"/>
                  </a:cubicBezTo>
                  <a:cubicBezTo>
                    <a:pt x="395027" y="236036"/>
                    <a:pt x="394910" y="225831"/>
                    <a:pt x="393118" y="215956"/>
                  </a:cubicBezTo>
                  <a:cubicBezTo>
                    <a:pt x="391657" y="207872"/>
                    <a:pt x="388758" y="207047"/>
                    <a:pt x="381122" y="209451"/>
                  </a:cubicBezTo>
                  <a:cubicBezTo>
                    <a:pt x="375772" y="211124"/>
                    <a:pt x="371223" y="210724"/>
                    <a:pt x="367264" y="205751"/>
                  </a:cubicBezTo>
                  <a:cubicBezTo>
                    <a:pt x="362220" y="199411"/>
                    <a:pt x="357106" y="192835"/>
                    <a:pt x="350884" y="187745"/>
                  </a:cubicBezTo>
                  <a:cubicBezTo>
                    <a:pt x="324888" y="166368"/>
                    <a:pt x="298845" y="145015"/>
                    <a:pt x="272001" y="1247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299" name="Google Shape;2299;p52"/>
            <p:cNvSpPr/>
            <p:nvPr/>
          </p:nvSpPr>
          <p:spPr>
            <a:xfrm>
              <a:off x="700050" y="3045042"/>
              <a:ext cx="117417" cy="253593"/>
            </a:xfrm>
            <a:custGeom>
              <a:rect b="b" l="l" r="r" t="t"/>
              <a:pathLst>
                <a:path extrusionOk="0" h="253593" w="117417">
                  <a:moveTo>
                    <a:pt x="2858" y="188210"/>
                  </a:moveTo>
                  <a:cubicBezTo>
                    <a:pt x="76" y="190920"/>
                    <a:pt x="-324" y="197308"/>
                    <a:pt x="194" y="201785"/>
                  </a:cubicBezTo>
                  <a:cubicBezTo>
                    <a:pt x="736" y="206476"/>
                    <a:pt x="3187" y="211213"/>
                    <a:pt x="5686" y="215384"/>
                  </a:cubicBezTo>
                  <a:cubicBezTo>
                    <a:pt x="14924" y="230822"/>
                    <a:pt x="25412" y="245292"/>
                    <a:pt x="42641" y="252599"/>
                  </a:cubicBezTo>
                  <a:cubicBezTo>
                    <a:pt x="45846" y="253966"/>
                    <a:pt x="52492" y="253612"/>
                    <a:pt x="53859" y="251562"/>
                  </a:cubicBezTo>
                  <a:cubicBezTo>
                    <a:pt x="56193" y="248074"/>
                    <a:pt x="56546" y="242488"/>
                    <a:pt x="55933" y="238033"/>
                  </a:cubicBezTo>
                  <a:cubicBezTo>
                    <a:pt x="55533" y="235135"/>
                    <a:pt x="52374" y="232094"/>
                    <a:pt x="49688" y="230138"/>
                  </a:cubicBezTo>
                  <a:cubicBezTo>
                    <a:pt x="45139" y="226815"/>
                    <a:pt x="40072" y="224199"/>
                    <a:pt x="35099" y="221512"/>
                  </a:cubicBezTo>
                  <a:cubicBezTo>
                    <a:pt x="27227" y="217246"/>
                    <a:pt x="20934" y="211613"/>
                    <a:pt x="18083" y="202822"/>
                  </a:cubicBezTo>
                  <a:cubicBezTo>
                    <a:pt x="15066" y="193489"/>
                    <a:pt x="19803" y="186537"/>
                    <a:pt x="29419" y="187173"/>
                  </a:cubicBezTo>
                  <a:cubicBezTo>
                    <a:pt x="33920" y="187456"/>
                    <a:pt x="38776" y="188894"/>
                    <a:pt x="42641" y="191203"/>
                  </a:cubicBezTo>
                  <a:cubicBezTo>
                    <a:pt x="57206" y="199900"/>
                    <a:pt x="68637" y="211920"/>
                    <a:pt x="75589" y="227404"/>
                  </a:cubicBezTo>
                  <a:cubicBezTo>
                    <a:pt x="77592" y="231835"/>
                    <a:pt x="76343" y="237727"/>
                    <a:pt x="76626" y="242936"/>
                  </a:cubicBezTo>
                  <a:cubicBezTo>
                    <a:pt x="76791" y="246094"/>
                    <a:pt x="75943" y="250972"/>
                    <a:pt x="77545" y="252033"/>
                  </a:cubicBezTo>
                  <a:cubicBezTo>
                    <a:pt x="80067" y="253683"/>
                    <a:pt x="85488" y="254248"/>
                    <a:pt x="87538" y="252622"/>
                  </a:cubicBezTo>
                  <a:cubicBezTo>
                    <a:pt x="92558" y="248592"/>
                    <a:pt x="97555" y="243666"/>
                    <a:pt x="100430" y="238010"/>
                  </a:cubicBezTo>
                  <a:cubicBezTo>
                    <a:pt x="109999" y="219273"/>
                    <a:pt x="113157" y="198651"/>
                    <a:pt x="115255" y="177982"/>
                  </a:cubicBezTo>
                  <a:cubicBezTo>
                    <a:pt x="118413" y="146872"/>
                    <a:pt x="118248" y="115738"/>
                    <a:pt x="113864" y="84698"/>
                  </a:cubicBezTo>
                  <a:cubicBezTo>
                    <a:pt x="109975" y="57053"/>
                    <a:pt x="100006" y="31764"/>
                    <a:pt x="83791" y="9068"/>
                  </a:cubicBezTo>
                  <a:cubicBezTo>
                    <a:pt x="75141" y="-3046"/>
                    <a:pt x="66657" y="-3046"/>
                    <a:pt x="58054" y="9209"/>
                  </a:cubicBezTo>
                  <a:cubicBezTo>
                    <a:pt x="52115" y="17670"/>
                    <a:pt x="46577" y="26579"/>
                    <a:pt x="42217" y="35912"/>
                  </a:cubicBezTo>
                  <a:cubicBezTo>
                    <a:pt x="34392" y="52646"/>
                    <a:pt x="31304" y="70322"/>
                    <a:pt x="37008" y="88469"/>
                  </a:cubicBezTo>
                  <a:cubicBezTo>
                    <a:pt x="40685" y="100183"/>
                    <a:pt x="48415" y="103035"/>
                    <a:pt x="59445" y="97802"/>
                  </a:cubicBezTo>
                  <a:cubicBezTo>
                    <a:pt x="62155" y="96506"/>
                    <a:pt x="65031" y="95563"/>
                    <a:pt x="69344" y="93866"/>
                  </a:cubicBezTo>
                  <a:cubicBezTo>
                    <a:pt x="64983" y="106546"/>
                    <a:pt x="60482" y="111943"/>
                    <a:pt x="50159" y="114371"/>
                  </a:cubicBezTo>
                  <a:cubicBezTo>
                    <a:pt x="43112" y="116044"/>
                    <a:pt x="35547" y="115691"/>
                    <a:pt x="28193" y="115856"/>
                  </a:cubicBezTo>
                  <a:cubicBezTo>
                    <a:pt x="19214" y="116044"/>
                    <a:pt x="15042" y="118613"/>
                    <a:pt x="14335" y="127569"/>
                  </a:cubicBezTo>
                  <a:cubicBezTo>
                    <a:pt x="13510" y="137586"/>
                    <a:pt x="14618" y="147744"/>
                    <a:pt x="14241" y="157831"/>
                  </a:cubicBezTo>
                  <a:cubicBezTo>
                    <a:pt x="13817" y="169096"/>
                    <a:pt x="11648" y="179608"/>
                    <a:pt x="2858" y="188210"/>
                  </a:cubicBezTo>
                  <a:close/>
                  <a:moveTo>
                    <a:pt x="28688" y="124552"/>
                  </a:moveTo>
                  <a:cubicBezTo>
                    <a:pt x="34203" y="127711"/>
                    <a:pt x="39341" y="131599"/>
                    <a:pt x="44455" y="135417"/>
                  </a:cubicBezTo>
                  <a:cubicBezTo>
                    <a:pt x="50560" y="139990"/>
                    <a:pt x="56051" y="145552"/>
                    <a:pt x="62579" y="149393"/>
                  </a:cubicBezTo>
                  <a:cubicBezTo>
                    <a:pt x="69862" y="153683"/>
                    <a:pt x="76414" y="151279"/>
                    <a:pt x="79337" y="143265"/>
                  </a:cubicBezTo>
                  <a:cubicBezTo>
                    <a:pt x="85700" y="125896"/>
                    <a:pt x="86030" y="107890"/>
                    <a:pt x="82118" y="89954"/>
                  </a:cubicBezTo>
                  <a:cubicBezTo>
                    <a:pt x="80751" y="83685"/>
                    <a:pt x="75801" y="80668"/>
                    <a:pt x="68990" y="82530"/>
                  </a:cubicBezTo>
                  <a:cubicBezTo>
                    <a:pt x="64724" y="83685"/>
                    <a:pt x="60529" y="85311"/>
                    <a:pt x="56193" y="86113"/>
                  </a:cubicBezTo>
                  <a:cubicBezTo>
                    <a:pt x="49829" y="87267"/>
                    <a:pt x="46883" y="84793"/>
                    <a:pt x="47873" y="78547"/>
                  </a:cubicBezTo>
                  <a:cubicBezTo>
                    <a:pt x="50583" y="61342"/>
                    <a:pt x="55768" y="44868"/>
                    <a:pt x="64913" y="29973"/>
                  </a:cubicBezTo>
                  <a:cubicBezTo>
                    <a:pt x="70333" y="21158"/>
                    <a:pt x="76791" y="21323"/>
                    <a:pt x="80373" y="30869"/>
                  </a:cubicBezTo>
                  <a:cubicBezTo>
                    <a:pt x="84498" y="41851"/>
                    <a:pt x="87845" y="53400"/>
                    <a:pt x="89518" y="65019"/>
                  </a:cubicBezTo>
                  <a:cubicBezTo>
                    <a:pt x="93289" y="90920"/>
                    <a:pt x="95811" y="116987"/>
                    <a:pt x="98521" y="140319"/>
                  </a:cubicBezTo>
                  <a:cubicBezTo>
                    <a:pt x="97531" y="149558"/>
                    <a:pt x="97932" y="156299"/>
                    <a:pt x="95811" y="162144"/>
                  </a:cubicBezTo>
                  <a:cubicBezTo>
                    <a:pt x="94373" y="166127"/>
                    <a:pt x="89801" y="170958"/>
                    <a:pt x="85936" y="171689"/>
                  </a:cubicBezTo>
                  <a:cubicBezTo>
                    <a:pt x="69414" y="174753"/>
                    <a:pt x="52940" y="174376"/>
                    <a:pt x="37856" y="165184"/>
                  </a:cubicBezTo>
                  <a:cubicBezTo>
                    <a:pt x="24493" y="157029"/>
                    <a:pt x="20769" y="144043"/>
                    <a:pt x="20322" y="129667"/>
                  </a:cubicBezTo>
                  <a:cubicBezTo>
                    <a:pt x="20157" y="124269"/>
                    <a:pt x="23645" y="121653"/>
                    <a:pt x="28688" y="12455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00" name="Google Shape;2300;p52"/>
            <p:cNvSpPr/>
            <p:nvPr/>
          </p:nvSpPr>
          <p:spPr>
            <a:xfrm>
              <a:off x="858634" y="3448973"/>
              <a:ext cx="234682" cy="295687"/>
            </a:xfrm>
            <a:custGeom>
              <a:rect b="b" l="l" r="r" t="t"/>
              <a:pathLst>
                <a:path extrusionOk="0" h="295687" w="234682">
                  <a:moveTo>
                    <a:pt x="136921" y="122248"/>
                  </a:moveTo>
                  <a:cubicBezTo>
                    <a:pt x="124524" y="118336"/>
                    <a:pt x="116864" y="124346"/>
                    <a:pt x="115686" y="137497"/>
                  </a:cubicBezTo>
                  <a:cubicBezTo>
                    <a:pt x="114673" y="148692"/>
                    <a:pt x="111373" y="158567"/>
                    <a:pt x="104090" y="167287"/>
                  </a:cubicBezTo>
                  <a:cubicBezTo>
                    <a:pt x="82361" y="193307"/>
                    <a:pt x="55563" y="209545"/>
                    <a:pt x="21060" y="211737"/>
                  </a:cubicBezTo>
                  <a:cubicBezTo>
                    <a:pt x="7555" y="212585"/>
                    <a:pt x="2087" y="217111"/>
                    <a:pt x="437" y="229484"/>
                  </a:cubicBezTo>
                  <a:cubicBezTo>
                    <a:pt x="-482" y="236437"/>
                    <a:pt x="178" y="243790"/>
                    <a:pt x="1215" y="250790"/>
                  </a:cubicBezTo>
                  <a:cubicBezTo>
                    <a:pt x="2771" y="261254"/>
                    <a:pt x="8121" y="268042"/>
                    <a:pt x="19810" y="269385"/>
                  </a:cubicBezTo>
                  <a:cubicBezTo>
                    <a:pt x="29803" y="270540"/>
                    <a:pt x="32891" y="275230"/>
                    <a:pt x="34258" y="285129"/>
                  </a:cubicBezTo>
                  <a:cubicBezTo>
                    <a:pt x="34753" y="288758"/>
                    <a:pt x="36850" y="292175"/>
                    <a:pt x="38217" y="295687"/>
                  </a:cubicBezTo>
                  <a:cubicBezTo>
                    <a:pt x="38948" y="295522"/>
                    <a:pt x="39702" y="295334"/>
                    <a:pt x="40433" y="295169"/>
                  </a:cubicBezTo>
                  <a:cubicBezTo>
                    <a:pt x="40951" y="294155"/>
                    <a:pt x="41705" y="293189"/>
                    <a:pt x="41941" y="292105"/>
                  </a:cubicBezTo>
                  <a:cubicBezTo>
                    <a:pt x="45193" y="276950"/>
                    <a:pt x="44557" y="262079"/>
                    <a:pt x="37628" y="248032"/>
                  </a:cubicBezTo>
                  <a:cubicBezTo>
                    <a:pt x="36261" y="245298"/>
                    <a:pt x="32891" y="242588"/>
                    <a:pt x="29945" y="241787"/>
                  </a:cubicBezTo>
                  <a:cubicBezTo>
                    <a:pt x="24807" y="240443"/>
                    <a:pt x="23676" y="236814"/>
                    <a:pt x="25420" y="233538"/>
                  </a:cubicBezTo>
                  <a:cubicBezTo>
                    <a:pt x="28154" y="228353"/>
                    <a:pt x="32419" y="223969"/>
                    <a:pt x="36049" y="219232"/>
                  </a:cubicBezTo>
                  <a:cubicBezTo>
                    <a:pt x="39749" y="222131"/>
                    <a:pt x="43473" y="224982"/>
                    <a:pt x="47150" y="227928"/>
                  </a:cubicBezTo>
                  <a:cubicBezTo>
                    <a:pt x="47715" y="228376"/>
                    <a:pt x="48045" y="229107"/>
                    <a:pt x="48493" y="229696"/>
                  </a:cubicBezTo>
                  <a:cubicBezTo>
                    <a:pt x="53607" y="236224"/>
                    <a:pt x="58533" y="237851"/>
                    <a:pt x="65910" y="233797"/>
                  </a:cubicBezTo>
                  <a:cubicBezTo>
                    <a:pt x="72108" y="230380"/>
                    <a:pt x="77529" y="225525"/>
                    <a:pt x="83398" y="221447"/>
                  </a:cubicBezTo>
                  <a:cubicBezTo>
                    <a:pt x="94074" y="213976"/>
                    <a:pt x="104468" y="206010"/>
                    <a:pt x="115686" y="199458"/>
                  </a:cubicBezTo>
                  <a:cubicBezTo>
                    <a:pt x="120447" y="196653"/>
                    <a:pt x="127399" y="194886"/>
                    <a:pt x="132608" y="196041"/>
                  </a:cubicBezTo>
                  <a:cubicBezTo>
                    <a:pt x="146773" y="199175"/>
                    <a:pt x="157166" y="195923"/>
                    <a:pt x="165038" y="183432"/>
                  </a:cubicBezTo>
                  <a:cubicBezTo>
                    <a:pt x="169398" y="176502"/>
                    <a:pt x="173805" y="176785"/>
                    <a:pt x="179132" y="183149"/>
                  </a:cubicBezTo>
                  <a:cubicBezTo>
                    <a:pt x="184882" y="190031"/>
                    <a:pt x="186839" y="190172"/>
                    <a:pt x="190185" y="181381"/>
                  </a:cubicBezTo>
                  <a:cubicBezTo>
                    <a:pt x="195347" y="167829"/>
                    <a:pt x="200108" y="154018"/>
                    <a:pt x="203525" y="139948"/>
                  </a:cubicBezTo>
                  <a:cubicBezTo>
                    <a:pt x="214201" y="95876"/>
                    <a:pt x="224171" y="51638"/>
                    <a:pt x="234352" y="7448"/>
                  </a:cubicBezTo>
                  <a:cubicBezTo>
                    <a:pt x="234800" y="5468"/>
                    <a:pt x="234588" y="3323"/>
                    <a:pt x="234682" y="1249"/>
                  </a:cubicBezTo>
                  <a:cubicBezTo>
                    <a:pt x="233904" y="825"/>
                    <a:pt x="233150" y="424"/>
                    <a:pt x="232373" y="0"/>
                  </a:cubicBezTo>
                  <a:cubicBezTo>
                    <a:pt x="227871" y="5916"/>
                    <a:pt x="222545" y="11407"/>
                    <a:pt x="219009" y="17865"/>
                  </a:cubicBezTo>
                  <a:cubicBezTo>
                    <a:pt x="205740" y="42022"/>
                    <a:pt x="197044" y="67994"/>
                    <a:pt x="191835" y="94980"/>
                  </a:cubicBezTo>
                  <a:cubicBezTo>
                    <a:pt x="189573" y="106693"/>
                    <a:pt x="189243" y="118831"/>
                    <a:pt x="188842" y="130827"/>
                  </a:cubicBezTo>
                  <a:cubicBezTo>
                    <a:pt x="188724" y="134575"/>
                    <a:pt x="191222" y="138416"/>
                    <a:pt x="193343" y="144615"/>
                  </a:cubicBezTo>
                  <a:cubicBezTo>
                    <a:pt x="187286" y="142258"/>
                    <a:pt x="183303" y="140773"/>
                    <a:pt x="179391" y="139170"/>
                  </a:cubicBezTo>
                  <a:cubicBezTo>
                    <a:pt x="165227" y="133443"/>
                    <a:pt x="151416" y="126797"/>
                    <a:pt x="136921" y="122248"/>
                  </a:cubicBezTo>
                  <a:close/>
                  <a:moveTo>
                    <a:pt x="135248" y="182041"/>
                  </a:moveTo>
                  <a:cubicBezTo>
                    <a:pt x="131170" y="182677"/>
                    <a:pt x="128601" y="181169"/>
                    <a:pt x="129120" y="177021"/>
                  </a:cubicBezTo>
                  <a:cubicBezTo>
                    <a:pt x="130840" y="163045"/>
                    <a:pt x="137251" y="151237"/>
                    <a:pt x="147362" y="141669"/>
                  </a:cubicBezTo>
                  <a:cubicBezTo>
                    <a:pt x="149129" y="139995"/>
                    <a:pt x="154149" y="139406"/>
                    <a:pt x="156011" y="140702"/>
                  </a:cubicBezTo>
                  <a:cubicBezTo>
                    <a:pt x="159099" y="142847"/>
                    <a:pt x="160819" y="146948"/>
                    <a:pt x="161880" y="148433"/>
                  </a:cubicBezTo>
                  <a:cubicBezTo>
                    <a:pt x="161903" y="162079"/>
                    <a:pt x="146207" y="180297"/>
                    <a:pt x="135248" y="1820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01" name="Google Shape;2301;p52"/>
            <p:cNvSpPr/>
            <p:nvPr/>
          </p:nvSpPr>
          <p:spPr>
            <a:xfrm>
              <a:off x="719618" y="2154563"/>
              <a:ext cx="409209" cy="90285"/>
            </a:xfrm>
            <a:custGeom>
              <a:rect b="b" l="l" r="r" t="t"/>
              <a:pathLst>
                <a:path extrusionOk="0" h="90285" w="409209">
                  <a:moveTo>
                    <a:pt x="20080" y="18990"/>
                  </a:moveTo>
                  <a:cubicBezTo>
                    <a:pt x="45086" y="19108"/>
                    <a:pt x="70116" y="18000"/>
                    <a:pt x="95098" y="18731"/>
                  </a:cubicBezTo>
                  <a:cubicBezTo>
                    <a:pt x="121188" y="19485"/>
                    <a:pt x="147749" y="15502"/>
                    <a:pt x="172944" y="27687"/>
                  </a:cubicBezTo>
                  <a:cubicBezTo>
                    <a:pt x="179779" y="30986"/>
                    <a:pt x="189394" y="28936"/>
                    <a:pt x="197714" y="28653"/>
                  </a:cubicBezTo>
                  <a:cubicBezTo>
                    <a:pt x="207071" y="28347"/>
                    <a:pt x="216404" y="26791"/>
                    <a:pt x="225737" y="26673"/>
                  </a:cubicBezTo>
                  <a:cubicBezTo>
                    <a:pt x="231652" y="26603"/>
                    <a:pt x="238228" y="27899"/>
                    <a:pt x="239878" y="34993"/>
                  </a:cubicBezTo>
                  <a:cubicBezTo>
                    <a:pt x="241362" y="41427"/>
                    <a:pt x="245463" y="45080"/>
                    <a:pt x="250978" y="46754"/>
                  </a:cubicBezTo>
                  <a:cubicBezTo>
                    <a:pt x="258473" y="49016"/>
                    <a:pt x="266274" y="51255"/>
                    <a:pt x="274028" y="51585"/>
                  </a:cubicBezTo>
                  <a:cubicBezTo>
                    <a:pt x="299647" y="52646"/>
                    <a:pt x="323616" y="59292"/>
                    <a:pt x="346430" y="70722"/>
                  </a:cubicBezTo>
                  <a:cubicBezTo>
                    <a:pt x="356140" y="75577"/>
                    <a:pt x="365709" y="80857"/>
                    <a:pt x="375796" y="84769"/>
                  </a:cubicBezTo>
                  <a:cubicBezTo>
                    <a:pt x="383267" y="87668"/>
                    <a:pt x="391374" y="89553"/>
                    <a:pt x="399340" y="90237"/>
                  </a:cubicBezTo>
                  <a:cubicBezTo>
                    <a:pt x="406859" y="90873"/>
                    <a:pt x="410936" y="85240"/>
                    <a:pt x="408509" y="77981"/>
                  </a:cubicBezTo>
                  <a:cubicBezTo>
                    <a:pt x="406293" y="71312"/>
                    <a:pt x="402805" y="64948"/>
                    <a:pt x="399034" y="58985"/>
                  </a:cubicBezTo>
                  <a:cubicBezTo>
                    <a:pt x="397596" y="56699"/>
                    <a:pt x="393920" y="55073"/>
                    <a:pt x="391021" y="54602"/>
                  </a:cubicBezTo>
                  <a:cubicBezTo>
                    <a:pt x="382748" y="53282"/>
                    <a:pt x="374217" y="53376"/>
                    <a:pt x="366015" y="51703"/>
                  </a:cubicBezTo>
                  <a:cubicBezTo>
                    <a:pt x="344309" y="47248"/>
                    <a:pt x="322532" y="42912"/>
                    <a:pt x="301202" y="37043"/>
                  </a:cubicBezTo>
                  <a:cubicBezTo>
                    <a:pt x="288145" y="33461"/>
                    <a:pt x="287179" y="28017"/>
                    <a:pt x="294815" y="17010"/>
                  </a:cubicBezTo>
                  <a:cubicBezTo>
                    <a:pt x="300377" y="8997"/>
                    <a:pt x="299458" y="5344"/>
                    <a:pt x="289795" y="4001"/>
                  </a:cubicBezTo>
                  <a:cubicBezTo>
                    <a:pt x="274664" y="1880"/>
                    <a:pt x="259345" y="65"/>
                    <a:pt x="244120" y="18"/>
                  </a:cubicBezTo>
                  <a:cubicBezTo>
                    <a:pt x="200307" y="-53"/>
                    <a:pt x="156446" y="18"/>
                    <a:pt x="112656" y="1597"/>
                  </a:cubicBezTo>
                  <a:cubicBezTo>
                    <a:pt x="81310" y="2704"/>
                    <a:pt x="50035" y="6145"/>
                    <a:pt x="18784" y="8950"/>
                  </a:cubicBezTo>
                  <a:cubicBezTo>
                    <a:pt x="12444" y="9516"/>
                    <a:pt x="6246" y="11849"/>
                    <a:pt x="0" y="13357"/>
                  </a:cubicBezTo>
                  <a:cubicBezTo>
                    <a:pt x="71" y="14441"/>
                    <a:pt x="118" y="15526"/>
                    <a:pt x="189" y="16586"/>
                  </a:cubicBezTo>
                  <a:cubicBezTo>
                    <a:pt x="6835" y="17411"/>
                    <a:pt x="13457" y="18943"/>
                    <a:pt x="20080" y="1899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02" name="Google Shape;2302;p52"/>
            <p:cNvSpPr/>
            <p:nvPr/>
          </p:nvSpPr>
          <p:spPr>
            <a:xfrm>
              <a:off x="288460" y="2544271"/>
              <a:ext cx="355244" cy="424215"/>
            </a:xfrm>
            <a:custGeom>
              <a:rect b="b" l="l" r="r" t="t"/>
              <a:pathLst>
                <a:path extrusionOk="0" h="424215" w="355244">
                  <a:moveTo>
                    <a:pt x="64978" y="294991"/>
                  </a:moveTo>
                  <a:cubicBezTo>
                    <a:pt x="80226" y="264517"/>
                    <a:pt x="96536" y="234562"/>
                    <a:pt x="113151" y="204795"/>
                  </a:cubicBezTo>
                  <a:cubicBezTo>
                    <a:pt x="137474" y="161265"/>
                    <a:pt x="172496" y="127209"/>
                    <a:pt x="210747" y="96004"/>
                  </a:cubicBezTo>
                  <a:cubicBezTo>
                    <a:pt x="239995" y="72153"/>
                    <a:pt x="270705" y="50918"/>
                    <a:pt x="305115" y="34986"/>
                  </a:cubicBezTo>
                  <a:cubicBezTo>
                    <a:pt x="319138" y="28505"/>
                    <a:pt x="331935" y="19266"/>
                    <a:pt x="345039" y="10876"/>
                  </a:cubicBezTo>
                  <a:cubicBezTo>
                    <a:pt x="348480" y="8684"/>
                    <a:pt x="350978" y="5031"/>
                    <a:pt x="355244" y="694"/>
                  </a:cubicBezTo>
                  <a:cubicBezTo>
                    <a:pt x="344144" y="-1710"/>
                    <a:pt x="336955" y="2627"/>
                    <a:pt x="329932" y="6092"/>
                  </a:cubicBezTo>
                  <a:cubicBezTo>
                    <a:pt x="284563" y="28387"/>
                    <a:pt x="242588" y="56292"/>
                    <a:pt x="200377" y="83937"/>
                  </a:cubicBezTo>
                  <a:cubicBezTo>
                    <a:pt x="132171" y="128623"/>
                    <a:pt x="89253" y="191550"/>
                    <a:pt x="62692" y="267251"/>
                  </a:cubicBezTo>
                  <a:cubicBezTo>
                    <a:pt x="60641" y="273073"/>
                    <a:pt x="56116" y="278116"/>
                    <a:pt x="52345" y="283231"/>
                  </a:cubicBezTo>
                  <a:cubicBezTo>
                    <a:pt x="47655" y="289570"/>
                    <a:pt x="41810" y="295133"/>
                    <a:pt x="37780" y="301826"/>
                  </a:cubicBezTo>
                  <a:cubicBezTo>
                    <a:pt x="22272" y="327445"/>
                    <a:pt x="12915" y="355491"/>
                    <a:pt x="6882" y="384668"/>
                  </a:cubicBezTo>
                  <a:cubicBezTo>
                    <a:pt x="4219" y="397607"/>
                    <a:pt x="2263" y="410688"/>
                    <a:pt x="0" y="423697"/>
                  </a:cubicBezTo>
                  <a:cubicBezTo>
                    <a:pt x="848" y="423862"/>
                    <a:pt x="1673" y="424051"/>
                    <a:pt x="2522" y="424216"/>
                  </a:cubicBezTo>
                  <a:cubicBezTo>
                    <a:pt x="3983" y="421411"/>
                    <a:pt x="5515" y="418630"/>
                    <a:pt x="6882" y="415778"/>
                  </a:cubicBezTo>
                  <a:cubicBezTo>
                    <a:pt x="26184" y="375500"/>
                    <a:pt x="44992" y="334939"/>
                    <a:pt x="64978" y="2949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03" name="Google Shape;2303;p52"/>
            <p:cNvSpPr/>
            <p:nvPr/>
          </p:nvSpPr>
          <p:spPr>
            <a:xfrm>
              <a:off x="1133971" y="2516189"/>
              <a:ext cx="242198" cy="173723"/>
            </a:xfrm>
            <a:custGeom>
              <a:rect b="b" l="l" r="r" t="t"/>
              <a:pathLst>
                <a:path extrusionOk="0" h="173723" w="242198">
                  <a:moveTo>
                    <a:pt x="186142" y="76927"/>
                  </a:moveTo>
                  <a:cubicBezTo>
                    <a:pt x="190832" y="81310"/>
                    <a:pt x="196324" y="84869"/>
                    <a:pt x="200778" y="89465"/>
                  </a:cubicBezTo>
                  <a:cubicBezTo>
                    <a:pt x="204832" y="93637"/>
                    <a:pt x="208791" y="98280"/>
                    <a:pt x="211337" y="103441"/>
                  </a:cubicBezTo>
                  <a:cubicBezTo>
                    <a:pt x="213976" y="108791"/>
                    <a:pt x="209569" y="113293"/>
                    <a:pt x="203700" y="111973"/>
                  </a:cubicBezTo>
                  <a:cubicBezTo>
                    <a:pt x="200354" y="111219"/>
                    <a:pt x="196842" y="110394"/>
                    <a:pt x="193896" y="108744"/>
                  </a:cubicBezTo>
                  <a:cubicBezTo>
                    <a:pt x="166981" y="93684"/>
                    <a:pt x="139995" y="78765"/>
                    <a:pt x="113410" y="63139"/>
                  </a:cubicBezTo>
                  <a:cubicBezTo>
                    <a:pt x="82300" y="44874"/>
                    <a:pt x="51685" y="25831"/>
                    <a:pt x="20622" y="7495"/>
                  </a:cubicBezTo>
                  <a:cubicBezTo>
                    <a:pt x="14872" y="4101"/>
                    <a:pt x="8084" y="2451"/>
                    <a:pt x="1791" y="0"/>
                  </a:cubicBezTo>
                  <a:cubicBezTo>
                    <a:pt x="1202" y="943"/>
                    <a:pt x="589" y="1862"/>
                    <a:pt x="0" y="2805"/>
                  </a:cubicBezTo>
                  <a:cubicBezTo>
                    <a:pt x="3111" y="6151"/>
                    <a:pt x="5868" y="9922"/>
                    <a:pt x="9404" y="12750"/>
                  </a:cubicBezTo>
                  <a:cubicBezTo>
                    <a:pt x="22508" y="23285"/>
                    <a:pt x="35517" y="34033"/>
                    <a:pt x="49211" y="43743"/>
                  </a:cubicBezTo>
                  <a:cubicBezTo>
                    <a:pt x="104902" y="83196"/>
                    <a:pt x="160830" y="122343"/>
                    <a:pt x="216710" y="161513"/>
                  </a:cubicBezTo>
                  <a:cubicBezTo>
                    <a:pt x="222555" y="165614"/>
                    <a:pt x="228706" y="169361"/>
                    <a:pt x="234952" y="172849"/>
                  </a:cubicBezTo>
                  <a:cubicBezTo>
                    <a:pt x="236649" y="173792"/>
                    <a:pt x="239760" y="174099"/>
                    <a:pt x="241103" y="173132"/>
                  </a:cubicBezTo>
                  <a:cubicBezTo>
                    <a:pt x="242258" y="172307"/>
                    <a:pt x="242376" y="169149"/>
                    <a:pt x="242022" y="167193"/>
                  </a:cubicBezTo>
                  <a:cubicBezTo>
                    <a:pt x="241245" y="163092"/>
                    <a:pt x="240160" y="158991"/>
                    <a:pt x="238629" y="155126"/>
                  </a:cubicBezTo>
                  <a:cubicBezTo>
                    <a:pt x="228494" y="129272"/>
                    <a:pt x="221306" y="102710"/>
                    <a:pt x="218289" y="75041"/>
                  </a:cubicBezTo>
                  <a:cubicBezTo>
                    <a:pt x="216993" y="63257"/>
                    <a:pt x="211784" y="59510"/>
                    <a:pt x="200377" y="62055"/>
                  </a:cubicBezTo>
                  <a:cubicBezTo>
                    <a:pt x="195899" y="63045"/>
                    <a:pt x="191610" y="65308"/>
                    <a:pt x="187438" y="67382"/>
                  </a:cubicBezTo>
                  <a:cubicBezTo>
                    <a:pt x="182630" y="69786"/>
                    <a:pt x="182489" y="73509"/>
                    <a:pt x="186142" y="7692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04" name="Google Shape;2304;p52"/>
            <p:cNvSpPr/>
            <p:nvPr/>
          </p:nvSpPr>
          <p:spPr>
            <a:xfrm>
              <a:off x="434135" y="2112369"/>
              <a:ext cx="278034" cy="117825"/>
            </a:xfrm>
            <a:custGeom>
              <a:rect b="b" l="l" r="r" t="t"/>
              <a:pathLst>
                <a:path extrusionOk="0" h="117825" w="278034">
                  <a:moveTo>
                    <a:pt x="19397" y="115391"/>
                  </a:moveTo>
                  <a:cubicBezTo>
                    <a:pt x="83785" y="94251"/>
                    <a:pt x="148197" y="73157"/>
                    <a:pt x="212421" y="51474"/>
                  </a:cubicBezTo>
                  <a:cubicBezTo>
                    <a:pt x="232006" y="44875"/>
                    <a:pt x="251238" y="37051"/>
                    <a:pt x="270116" y="28684"/>
                  </a:cubicBezTo>
                  <a:cubicBezTo>
                    <a:pt x="279991" y="24300"/>
                    <a:pt x="280179" y="19516"/>
                    <a:pt x="273180" y="11479"/>
                  </a:cubicBezTo>
                  <a:cubicBezTo>
                    <a:pt x="270917" y="8887"/>
                    <a:pt x="268466" y="6388"/>
                    <a:pt x="265779" y="4244"/>
                  </a:cubicBezTo>
                  <a:cubicBezTo>
                    <a:pt x="257719" y="-2214"/>
                    <a:pt x="253217" y="-1177"/>
                    <a:pt x="246288" y="6506"/>
                  </a:cubicBezTo>
                  <a:cubicBezTo>
                    <a:pt x="241763" y="11526"/>
                    <a:pt x="236555" y="16923"/>
                    <a:pt x="230521" y="19351"/>
                  </a:cubicBezTo>
                  <a:cubicBezTo>
                    <a:pt x="210417" y="27411"/>
                    <a:pt x="190078" y="35071"/>
                    <a:pt x="169361" y="41269"/>
                  </a:cubicBezTo>
                  <a:cubicBezTo>
                    <a:pt x="140750" y="49825"/>
                    <a:pt x="111643" y="56777"/>
                    <a:pt x="81664" y="58309"/>
                  </a:cubicBezTo>
                  <a:cubicBezTo>
                    <a:pt x="73297" y="58733"/>
                    <a:pt x="64836" y="57154"/>
                    <a:pt x="56022" y="56471"/>
                  </a:cubicBezTo>
                  <a:cubicBezTo>
                    <a:pt x="56257" y="57390"/>
                    <a:pt x="56422" y="58781"/>
                    <a:pt x="56941" y="60030"/>
                  </a:cubicBezTo>
                  <a:cubicBezTo>
                    <a:pt x="62385" y="72945"/>
                    <a:pt x="61065" y="78436"/>
                    <a:pt x="48951" y="85790"/>
                  </a:cubicBezTo>
                  <a:cubicBezTo>
                    <a:pt x="41622" y="90244"/>
                    <a:pt x="33278" y="92978"/>
                    <a:pt x="25689" y="97079"/>
                  </a:cubicBezTo>
                  <a:cubicBezTo>
                    <a:pt x="17676" y="101392"/>
                    <a:pt x="9993" y="106271"/>
                    <a:pt x="2310" y="111173"/>
                  </a:cubicBezTo>
                  <a:cubicBezTo>
                    <a:pt x="1108" y="111950"/>
                    <a:pt x="754" y="114048"/>
                    <a:pt x="0" y="115509"/>
                  </a:cubicBezTo>
                  <a:cubicBezTo>
                    <a:pt x="1626" y="116334"/>
                    <a:pt x="3323" y="117937"/>
                    <a:pt x="4879" y="117819"/>
                  </a:cubicBezTo>
                  <a:cubicBezTo>
                    <a:pt x="9781" y="117371"/>
                    <a:pt x="14777" y="116900"/>
                    <a:pt x="19397" y="1153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05" name="Google Shape;2305;p52"/>
            <p:cNvSpPr/>
            <p:nvPr/>
          </p:nvSpPr>
          <p:spPr>
            <a:xfrm>
              <a:off x="1170871" y="3380907"/>
              <a:ext cx="64372" cy="255206"/>
            </a:xfrm>
            <a:custGeom>
              <a:rect b="b" l="l" r="r" t="t"/>
              <a:pathLst>
                <a:path extrusionOk="0" h="255206" w="64372">
                  <a:moveTo>
                    <a:pt x="38730" y="250413"/>
                  </a:moveTo>
                  <a:cubicBezTo>
                    <a:pt x="42030" y="243696"/>
                    <a:pt x="44693" y="236319"/>
                    <a:pt x="45753" y="228942"/>
                  </a:cubicBezTo>
                  <a:cubicBezTo>
                    <a:pt x="48110" y="212821"/>
                    <a:pt x="48110" y="196300"/>
                    <a:pt x="51221" y="180344"/>
                  </a:cubicBezTo>
                  <a:cubicBezTo>
                    <a:pt x="59282" y="138935"/>
                    <a:pt x="62605" y="97148"/>
                    <a:pt x="64372" y="55008"/>
                  </a:cubicBezTo>
                  <a:cubicBezTo>
                    <a:pt x="63170" y="39500"/>
                    <a:pt x="62181" y="23945"/>
                    <a:pt x="60601" y="8485"/>
                  </a:cubicBezTo>
                  <a:cubicBezTo>
                    <a:pt x="60295" y="5538"/>
                    <a:pt x="57655" y="2828"/>
                    <a:pt x="56076" y="0"/>
                  </a:cubicBezTo>
                  <a:cubicBezTo>
                    <a:pt x="53649" y="2498"/>
                    <a:pt x="51103" y="4879"/>
                    <a:pt x="48888" y="7542"/>
                  </a:cubicBezTo>
                  <a:cubicBezTo>
                    <a:pt x="48016" y="8602"/>
                    <a:pt x="47710" y="10276"/>
                    <a:pt x="47521" y="11713"/>
                  </a:cubicBezTo>
                  <a:cubicBezTo>
                    <a:pt x="46461" y="19279"/>
                    <a:pt x="45895" y="26915"/>
                    <a:pt x="44410" y="34386"/>
                  </a:cubicBezTo>
                  <a:cubicBezTo>
                    <a:pt x="42619" y="43318"/>
                    <a:pt x="38377" y="51308"/>
                    <a:pt x="28690" y="53029"/>
                  </a:cubicBezTo>
                  <a:cubicBezTo>
                    <a:pt x="21596" y="54278"/>
                    <a:pt x="17448" y="58143"/>
                    <a:pt x="14738" y="63799"/>
                  </a:cubicBezTo>
                  <a:cubicBezTo>
                    <a:pt x="2529" y="89300"/>
                    <a:pt x="-2726" y="116121"/>
                    <a:pt x="1374" y="144332"/>
                  </a:cubicBezTo>
                  <a:cubicBezTo>
                    <a:pt x="2105" y="149352"/>
                    <a:pt x="3307" y="155951"/>
                    <a:pt x="9529" y="155645"/>
                  </a:cubicBezTo>
                  <a:cubicBezTo>
                    <a:pt x="11933" y="155527"/>
                    <a:pt x="15374" y="148786"/>
                    <a:pt x="15987" y="144709"/>
                  </a:cubicBezTo>
                  <a:cubicBezTo>
                    <a:pt x="17707" y="132996"/>
                    <a:pt x="17377" y="120952"/>
                    <a:pt x="19451" y="109333"/>
                  </a:cubicBezTo>
                  <a:cubicBezTo>
                    <a:pt x="21313" y="98798"/>
                    <a:pt x="24966" y="88522"/>
                    <a:pt x="28549" y="78364"/>
                  </a:cubicBezTo>
                  <a:cubicBezTo>
                    <a:pt x="29397" y="75937"/>
                    <a:pt x="33121" y="74546"/>
                    <a:pt x="35525" y="72661"/>
                  </a:cubicBezTo>
                  <a:cubicBezTo>
                    <a:pt x="36986" y="75371"/>
                    <a:pt x="39319" y="77964"/>
                    <a:pt x="39720" y="80815"/>
                  </a:cubicBezTo>
                  <a:cubicBezTo>
                    <a:pt x="40757" y="88145"/>
                    <a:pt x="41629" y="95616"/>
                    <a:pt x="41370" y="102993"/>
                  </a:cubicBezTo>
                  <a:cubicBezTo>
                    <a:pt x="39956" y="143318"/>
                    <a:pt x="35572" y="183267"/>
                    <a:pt x="25673" y="222508"/>
                  </a:cubicBezTo>
                  <a:cubicBezTo>
                    <a:pt x="23764" y="230073"/>
                    <a:pt x="22515" y="238039"/>
                    <a:pt x="22562" y="245793"/>
                  </a:cubicBezTo>
                  <a:cubicBezTo>
                    <a:pt x="22586" y="249046"/>
                    <a:pt x="26192" y="253853"/>
                    <a:pt x="29279" y="255032"/>
                  </a:cubicBezTo>
                  <a:cubicBezTo>
                    <a:pt x="31613" y="255951"/>
                    <a:pt x="37410" y="253076"/>
                    <a:pt x="38730" y="25041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06" name="Google Shape;2306;p52"/>
            <p:cNvSpPr/>
            <p:nvPr/>
          </p:nvSpPr>
          <p:spPr>
            <a:xfrm>
              <a:off x="383276" y="2786340"/>
              <a:ext cx="130642" cy="246511"/>
            </a:xfrm>
            <a:custGeom>
              <a:rect b="b" l="l" r="r" t="t"/>
              <a:pathLst>
                <a:path extrusionOk="0" h="246511" w="130642">
                  <a:moveTo>
                    <a:pt x="14611" y="120233"/>
                  </a:moveTo>
                  <a:cubicBezTo>
                    <a:pt x="20291" y="111913"/>
                    <a:pt x="24250" y="102438"/>
                    <a:pt x="29742" y="93954"/>
                  </a:cubicBezTo>
                  <a:cubicBezTo>
                    <a:pt x="35068" y="85705"/>
                    <a:pt x="40866" y="77598"/>
                    <a:pt x="47630" y="70527"/>
                  </a:cubicBezTo>
                  <a:cubicBezTo>
                    <a:pt x="49869" y="68194"/>
                    <a:pt x="55997" y="68288"/>
                    <a:pt x="59768" y="69349"/>
                  </a:cubicBezTo>
                  <a:cubicBezTo>
                    <a:pt x="61394" y="69797"/>
                    <a:pt x="62266" y="75547"/>
                    <a:pt x="62148" y="78847"/>
                  </a:cubicBezTo>
                  <a:cubicBezTo>
                    <a:pt x="62030" y="82170"/>
                    <a:pt x="60569" y="85564"/>
                    <a:pt x="59131" y="88675"/>
                  </a:cubicBezTo>
                  <a:cubicBezTo>
                    <a:pt x="53616" y="100529"/>
                    <a:pt x="48219" y="112479"/>
                    <a:pt x="42115" y="124027"/>
                  </a:cubicBezTo>
                  <a:cubicBezTo>
                    <a:pt x="25782" y="154925"/>
                    <a:pt x="17958" y="187614"/>
                    <a:pt x="20574" y="222542"/>
                  </a:cubicBezTo>
                  <a:cubicBezTo>
                    <a:pt x="21139" y="230178"/>
                    <a:pt x="22648" y="237744"/>
                    <a:pt x="23897" y="246511"/>
                  </a:cubicBezTo>
                  <a:cubicBezTo>
                    <a:pt x="26536" y="244720"/>
                    <a:pt x="27762" y="244343"/>
                    <a:pt x="28045" y="243612"/>
                  </a:cubicBezTo>
                  <a:cubicBezTo>
                    <a:pt x="31556" y="234727"/>
                    <a:pt x="35846" y="226030"/>
                    <a:pt x="38203" y="216815"/>
                  </a:cubicBezTo>
                  <a:cubicBezTo>
                    <a:pt x="44637" y="191527"/>
                    <a:pt x="48313" y="165366"/>
                    <a:pt x="56610" y="140760"/>
                  </a:cubicBezTo>
                  <a:cubicBezTo>
                    <a:pt x="70138" y="100624"/>
                    <a:pt x="87036" y="61854"/>
                    <a:pt x="119584" y="32347"/>
                  </a:cubicBezTo>
                  <a:cubicBezTo>
                    <a:pt x="125971" y="26572"/>
                    <a:pt x="130826" y="19078"/>
                    <a:pt x="130637" y="9627"/>
                  </a:cubicBezTo>
                  <a:cubicBezTo>
                    <a:pt x="130496" y="1849"/>
                    <a:pt x="123402" y="-2487"/>
                    <a:pt x="116779" y="1519"/>
                  </a:cubicBezTo>
                  <a:cubicBezTo>
                    <a:pt x="113456" y="3523"/>
                    <a:pt x="110157" y="6162"/>
                    <a:pt x="107918" y="9273"/>
                  </a:cubicBezTo>
                  <a:cubicBezTo>
                    <a:pt x="101295" y="18488"/>
                    <a:pt x="95426" y="28246"/>
                    <a:pt x="88851" y="37484"/>
                  </a:cubicBezTo>
                  <a:cubicBezTo>
                    <a:pt x="84444" y="43683"/>
                    <a:pt x="80013" y="50141"/>
                    <a:pt x="74309" y="54972"/>
                  </a:cubicBezTo>
                  <a:cubicBezTo>
                    <a:pt x="71599" y="57282"/>
                    <a:pt x="64623" y="57989"/>
                    <a:pt x="61842" y="56103"/>
                  </a:cubicBezTo>
                  <a:cubicBezTo>
                    <a:pt x="53993" y="50824"/>
                    <a:pt x="46829" y="52002"/>
                    <a:pt x="40701" y="57093"/>
                  </a:cubicBezTo>
                  <a:cubicBezTo>
                    <a:pt x="31816" y="64447"/>
                    <a:pt x="22695" y="72177"/>
                    <a:pt x="16096" y="81463"/>
                  </a:cubicBezTo>
                  <a:cubicBezTo>
                    <a:pt x="9214" y="91102"/>
                    <a:pt x="4477" y="102533"/>
                    <a:pt x="352" y="113728"/>
                  </a:cubicBezTo>
                  <a:cubicBezTo>
                    <a:pt x="-1062" y="117593"/>
                    <a:pt x="2167" y="123155"/>
                    <a:pt x="3275" y="127939"/>
                  </a:cubicBezTo>
                  <a:cubicBezTo>
                    <a:pt x="7093" y="125441"/>
                    <a:pt x="12207" y="123744"/>
                    <a:pt x="14611" y="12023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07" name="Google Shape;2307;p52"/>
            <p:cNvSpPr/>
            <p:nvPr/>
          </p:nvSpPr>
          <p:spPr>
            <a:xfrm>
              <a:off x="395541" y="3043174"/>
              <a:ext cx="61705" cy="337316"/>
            </a:xfrm>
            <a:custGeom>
              <a:rect b="b" l="l" r="r" t="t"/>
              <a:pathLst>
                <a:path extrusionOk="0" h="337316" w="61705">
                  <a:moveTo>
                    <a:pt x="11044" y="214848"/>
                  </a:moveTo>
                  <a:cubicBezTo>
                    <a:pt x="17784" y="221824"/>
                    <a:pt x="18491" y="230733"/>
                    <a:pt x="20047" y="239359"/>
                  </a:cubicBezTo>
                  <a:cubicBezTo>
                    <a:pt x="25326" y="268725"/>
                    <a:pt x="30275" y="298138"/>
                    <a:pt x="35719" y="327481"/>
                  </a:cubicBezTo>
                  <a:cubicBezTo>
                    <a:pt x="37251" y="335800"/>
                    <a:pt x="52217" y="340443"/>
                    <a:pt x="58722" y="334905"/>
                  </a:cubicBezTo>
                  <a:cubicBezTo>
                    <a:pt x="60254" y="333609"/>
                    <a:pt x="61597" y="331205"/>
                    <a:pt x="61668" y="329296"/>
                  </a:cubicBezTo>
                  <a:cubicBezTo>
                    <a:pt x="61786" y="325430"/>
                    <a:pt x="61692" y="321259"/>
                    <a:pt x="60419" y="317676"/>
                  </a:cubicBezTo>
                  <a:cubicBezTo>
                    <a:pt x="47032" y="280698"/>
                    <a:pt x="36945" y="242847"/>
                    <a:pt x="31336" y="203960"/>
                  </a:cubicBezTo>
                  <a:cubicBezTo>
                    <a:pt x="27282" y="175866"/>
                    <a:pt x="24218" y="147608"/>
                    <a:pt x="21767" y="119350"/>
                  </a:cubicBezTo>
                  <a:cubicBezTo>
                    <a:pt x="19080" y="88569"/>
                    <a:pt x="17902" y="57671"/>
                    <a:pt x="15357" y="26868"/>
                  </a:cubicBezTo>
                  <a:cubicBezTo>
                    <a:pt x="14602" y="17818"/>
                    <a:pt x="11491" y="8956"/>
                    <a:pt x="9464" y="0"/>
                  </a:cubicBezTo>
                  <a:cubicBezTo>
                    <a:pt x="7933" y="71"/>
                    <a:pt x="6424" y="141"/>
                    <a:pt x="4892" y="189"/>
                  </a:cubicBezTo>
                  <a:cubicBezTo>
                    <a:pt x="3549" y="9993"/>
                    <a:pt x="1381" y="19750"/>
                    <a:pt x="956" y="29602"/>
                  </a:cubicBezTo>
                  <a:cubicBezTo>
                    <a:pt x="-1542" y="88546"/>
                    <a:pt x="838" y="147302"/>
                    <a:pt x="8286" y="205845"/>
                  </a:cubicBezTo>
                  <a:cubicBezTo>
                    <a:pt x="8663" y="208956"/>
                    <a:pt x="9087" y="212821"/>
                    <a:pt x="11044" y="21484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08" name="Google Shape;2308;p52"/>
            <p:cNvSpPr/>
            <p:nvPr/>
          </p:nvSpPr>
          <p:spPr>
            <a:xfrm>
              <a:off x="946077" y="3590547"/>
              <a:ext cx="147414" cy="163626"/>
            </a:xfrm>
            <a:custGeom>
              <a:rect b="b" l="l" r="r" t="t"/>
              <a:pathLst>
                <a:path extrusionOk="0" h="163626" w="147414">
                  <a:moveTo>
                    <a:pt x="6230" y="163516"/>
                  </a:moveTo>
                  <a:cubicBezTo>
                    <a:pt x="9836" y="163022"/>
                    <a:pt x="13489" y="161890"/>
                    <a:pt x="16788" y="160335"/>
                  </a:cubicBezTo>
                  <a:cubicBezTo>
                    <a:pt x="25697" y="156116"/>
                    <a:pt x="34252" y="151190"/>
                    <a:pt x="43255" y="147184"/>
                  </a:cubicBezTo>
                  <a:cubicBezTo>
                    <a:pt x="49265" y="144520"/>
                    <a:pt x="52565" y="146712"/>
                    <a:pt x="53908" y="153005"/>
                  </a:cubicBezTo>
                  <a:cubicBezTo>
                    <a:pt x="55817" y="161937"/>
                    <a:pt x="58386" y="163069"/>
                    <a:pt x="66494" y="158426"/>
                  </a:cubicBezTo>
                  <a:cubicBezTo>
                    <a:pt x="68850" y="157082"/>
                    <a:pt x="71184" y="155621"/>
                    <a:pt x="73211" y="153830"/>
                  </a:cubicBezTo>
                  <a:cubicBezTo>
                    <a:pt x="105334" y="125902"/>
                    <a:pt x="130670" y="93377"/>
                    <a:pt x="141983" y="51473"/>
                  </a:cubicBezTo>
                  <a:cubicBezTo>
                    <a:pt x="146484" y="34763"/>
                    <a:pt x="149784" y="17935"/>
                    <a:pt x="145235" y="707"/>
                  </a:cubicBezTo>
                  <a:cubicBezTo>
                    <a:pt x="144504" y="471"/>
                    <a:pt x="143774" y="236"/>
                    <a:pt x="143067" y="0"/>
                  </a:cubicBezTo>
                  <a:cubicBezTo>
                    <a:pt x="141040" y="4902"/>
                    <a:pt x="138895" y="9781"/>
                    <a:pt x="136963" y="14754"/>
                  </a:cubicBezTo>
                  <a:cubicBezTo>
                    <a:pt x="131801" y="28046"/>
                    <a:pt x="127488" y="41763"/>
                    <a:pt x="121361" y="54608"/>
                  </a:cubicBezTo>
                  <a:cubicBezTo>
                    <a:pt x="115539" y="66816"/>
                    <a:pt x="107549" y="69338"/>
                    <a:pt x="94304" y="66227"/>
                  </a:cubicBezTo>
                  <a:cubicBezTo>
                    <a:pt x="89543" y="65119"/>
                    <a:pt x="84618" y="64294"/>
                    <a:pt x="79739" y="64082"/>
                  </a:cubicBezTo>
                  <a:cubicBezTo>
                    <a:pt x="73046" y="63799"/>
                    <a:pt x="70005" y="67594"/>
                    <a:pt x="68238" y="74098"/>
                  </a:cubicBezTo>
                  <a:cubicBezTo>
                    <a:pt x="66140" y="81805"/>
                    <a:pt x="64113" y="90549"/>
                    <a:pt x="59070" y="96182"/>
                  </a:cubicBezTo>
                  <a:cubicBezTo>
                    <a:pt x="45471" y="111431"/>
                    <a:pt x="30222" y="125194"/>
                    <a:pt x="15822" y="139760"/>
                  </a:cubicBezTo>
                  <a:cubicBezTo>
                    <a:pt x="10637" y="144992"/>
                    <a:pt x="5523" y="150460"/>
                    <a:pt x="1375" y="156493"/>
                  </a:cubicBezTo>
                  <a:cubicBezTo>
                    <a:pt x="-1736" y="161065"/>
                    <a:pt x="667" y="164271"/>
                    <a:pt x="6230" y="163516"/>
                  </a:cubicBezTo>
                  <a:close/>
                  <a:moveTo>
                    <a:pt x="69935" y="124440"/>
                  </a:moveTo>
                  <a:cubicBezTo>
                    <a:pt x="77688" y="107730"/>
                    <a:pt x="92112" y="97337"/>
                    <a:pt x="106654" y="87250"/>
                  </a:cubicBezTo>
                  <a:cubicBezTo>
                    <a:pt x="107220" y="87721"/>
                    <a:pt x="107809" y="88192"/>
                    <a:pt x="108374" y="88664"/>
                  </a:cubicBezTo>
                  <a:cubicBezTo>
                    <a:pt x="95907" y="105963"/>
                    <a:pt x="83439" y="123238"/>
                    <a:pt x="70972" y="140537"/>
                  </a:cubicBezTo>
                  <a:cubicBezTo>
                    <a:pt x="69982" y="140207"/>
                    <a:pt x="68992" y="139901"/>
                    <a:pt x="68002" y="139571"/>
                  </a:cubicBezTo>
                  <a:cubicBezTo>
                    <a:pt x="68568" y="134504"/>
                    <a:pt x="67884" y="128848"/>
                    <a:pt x="69935" y="12444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09" name="Google Shape;2309;p52"/>
            <p:cNvSpPr/>
            <p:nvPr/>
          </p:nvSpPr>
          <p:spPr>
            <a:xfrm>
              <a:off x="910894" y="3764127"/>
              <a:ext cx="266277" cy="168717"/>
            </a:xfrm>
            <a:custGeom>
              <a:rect b="b" l="l" r="r" t="t"/>
              <a:pathLst>
                <a:path extrusionOk="0" h="168717" w="266277">
                  <a:moveTo>
                    <a:pt x="181950" y="80651"/>
                  </a:moveTo>
                  <a:cubicBezTo>
                    <a:pt x="188950" y="76668"/>
                    <a:pt x="197458" y="74994"/>
                    <a:pt x="203774" y="70257"/>
                  </a:cubicBezTo>
                  <a:cubicBezTo>
                    <a:pt x="224279" y="54867"/>
                    <a:pt x="241295" y="35824"/>
                    <a:pt x="256803" y="15484"/>
                  </a:cubicBezTo>
                  <a:cubicBezTo>
                    <a:pt x="260008" y="11289"/>
                    <a:pt x="262365" y="6458"/>
                    <a:pt x="266277" y="0"/>
                  </a:cubicBezTo>
                  <a:cubicBezTo>
                    <a:pt x="260927" y="448"/>
                    <a:pt x="258146" y="212"/>
                    <a:pt x="255648" y="966"/>
                  </a:cubicBezTo>
                  <a:cubicBezTo>
                    <a:pt x="238325" y="6269"/>
                    <a:pt x="221780" y="13316"/>
                    <a:pt x="207050" y="24016"/>
                  </a:cubicBezTo>
                  <a:cubicBezTo>
                    <a:pt x="203704" y="26444"/>
                    <a:pt x="200875" y="29649"/>
                    <a:pt x="198118" y="32760"/>
                  </a:cubicBezTo>
                  <a:cubicBezTo>
                    <a:pt x="194913" y="36413"/>
                    <a:pt x="192579" y="40985"/>
                    <a:pt x="188926" y="44073"/>
                  </a:cubicBezTo>
                  <a:cubicBezTo>
                    <a:pt x="155695" y="72048"/>
                    <a:pt x="119023" y="94956"/>
                    <a:pt x="81455" y="116498"/>
                  </a:cubicBezTo>
                  <a:cubicBezTo>
                    <a:pt x="73560" y="121023"/>
                    <a:pt x="65405" y="126043"/>
                    <a:pt x="56732" y="128023"/>
                  </a:cubicBezTo>
                  <a:cubicBezTo>
                    <a:pt x="37147" y="132454"/>
                    <a:pt x="21521" y="143083"/>
                    <a:pt x="6767" y="155715"/>
                  </a:cubicBezTo>
                  <a:cubicBezTo>
                    <a:pt x="4740" y="157459"/>
                    <a:pt x="2996" y="159675"/>
                    <a:pt x="1511" y="161914"/>
                  </a:cubicBezTo>
                  <a:cubicBezTo>
                    <a:pt x="-1482" y="166486"/>
                    <a:pt x="50" y="168937"/>
                    <a:pt x="5400" y="168702"/>
                  </a:cubicBezTo>
                  <a:cubicBezTo>
                    <a:pt x="15134" y="168277"/>
                    <a:pt x="22864" y="163870"/>
                    <a:pt x="28615" y="156069"/>
                  </a:cubicBezTo>
                  <a:cubicBezTo>
                    <a:pt x="32645" y="150601"/>
                    <a:pt x="37618" y="145652"/>
                    <a:pt x="44641" y="147820"/>
                  </a:cubicBezTo>
                  <a:cubicBezTo>
                    <a:pt x="52089" y="150130"/>
                    <a:pt x="58405" y="147914"/>
                    <a:pt x="64557" y="145204"/>
                  </a:cubicBezTo>
                  <a:cubicBezTo>
                    <a:pt x="76506" y="139925"/>
                    <a:pt x="88408" y="134386"/>
                    <a:pt x="99768" y="127976"/>
                  </a:cubicBezTo>
                  <a:cubicBezTo>
                    <a:pt x="127319" y="112515"/>
                    <a:pt x="154470" y="96300"/>
                    <a:pt x="181950" y="8065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10" name="Google Shape;2310;p52"/>
            <p:cNvSpPr/>
            <p:nvPr/>
          </p:nvSpPr>
          <p:spPr>
            <a:xfrm>
              <a:off x="537211" y="2345150"/>
              <a:ext cx="282335" cy="124380"/>
            </a:xfrm>
            <a:custGeom>
              <a:rect b="b" l="l" r="r" t="t"/>
              <a:pathLst>
                <a:path extrusionOk="0" h="124380" w="282335">
                  <a:moveTo>
                    <a:pt x="40950" y="87206"/>
                  </a:moveTo>
                  <a:cubicBezTo>
                    <a:pt x="60794" y="84614"/>
                    <a:pt x="80356" y="80536"/>
                    <a:pt x="98668" y="72122"/>
                  </a:cubicBezTo>
                  <a:cubicBezTo>
                    <a:pt x="109486" y="67150"/>
                    <a:pt x="122072" y="61776"/>
                    <a:pt x="124263" y="49238"/>
                  </a:cubicBezTo>
                  <a:cubicBezTo>
                    <a:pt x="126880" y="34272"/>
                    <a:pt x="136330" y="28498"/>
                    <a:pt x="148327" y="24373"/>
                  </a:cubicBezTo>
                  <a:cubicBezTo>
                    <a:pt x="178965" y="13791"/>
                    <a:pt x="210523" y="11529"/>
                    <a:pt x="242600" y="15299"/>
                  </a:cubicBezTo>
                  <a:cubicBezTo>
                    <a:pt x="252875" y="16501"/>
                    <a:pt x="263151" y="18033"/>
                    <a:pt x="273474" y="18623"/>
                  </a:cubicBezTo>
                  <a:cubicBezTo>
                    <a:pt x="276349" y="18788"/>
                    <a:pt x="279390" y="16148"/>
                    <a:pt x="282336" y="14804"/>
                  </a:cubicBezTo>
                  <a:cubicBezTo>
                    <a:pt x="280639" y="11693"/>
                    <a:pt x="279696" y="7522"/>
                    <a:pt x="277080" y="5754"/>
                  </a:cubicBezTo>
                  <a:cubicBezTo>
                    <a:pt x="273356" y="3232"/>
                    <a:pt x="268501" y="1276"/>
                    <a:pt x="264047" y="1135"/>
                  </a:cubicBezTo>
                  <a:cubicBezTo>
                    <a:pt x="243613" y="428"/>
                    <a:pt x="223085" y="-586"/>
                    <a:pt x="202699" y="428"/>
                  </a:cubicBezTo>
                  <a:cubicBezTo>
                    <a:pt x="180026" y="1536"/>
                    <a:pt x="157495" y="5047"/>
                    <a:pt x="134846" y="6862"/>
                  </a:cubicBezTo>
                  <a:cubicBezTo>
                    <a:pt x="116745" y="8300"/>
                    <a:pt x="116910" y="7923"/>
                    <a:pt x="111678" y="25269"/>
                  </a:cubicBezTo>
                  <a:cubicBezTo>
                    <a:pt x="108921" y="34437"/>
                    <a:pt x="105833" y="43581"/>
                    <a:pt x="101897" y="52302"/>
                  </a:cubicBezTo>
                  <a:cubicBezTo>
                    <a:pt x="99069" y="58547"/>
                    <a:pt x="94143" y="62459"/>
                    <a:pt x="86342" y="58359"/>
                  </a:cubicBezTo>
                  <a:cubicBezTo>
                    <a:pt x="83891" y="57062"/>
                    <a:pt x="80568" y="57416"/>
                    <a:pt x="77669" y="57015"/>
                  </a:cubicBezTo>
                  <a:cubicBezTo>
                    <a:pt x="46748" y="62766"/>
                    <a:pt x="20492" y="75540"/>
                    <a:pt x="4584" y="104222"/>
                  </a:cubicBezTo>
                  <a:cubicBezTo>
                    <a:pt x="2463" y="108040"/>
                    <a:pt x="931" y="112353"/>
                    <a:pt x="82" y="116619"/>
                  </a:cubicBezTo>
                  <a:cubicBezTo>
                    <a:pt x="-365" y="118882"/>
                    <a:pt x="1119" y="123619"/>
                    <a:pt x="1968" y="123690"/>
                  </a:cubicBezTo>
                  <a:cubicBezTo>
                    <a:pt x="8567" y="124161"/>
                    <a:pt x="15708" y="125198"/>
                    <a:pt x="21718" y="123195"/>
                  </a:cubicBezTo>
                  <a:cubicBezTo>
                    <a:pt x="27233" y="121357"/>
                    <a:pt x="27657" y="115158"/>
                    <a:pt x="25890" y="109148"/>
                  </a:cubicBezTo>
                  <a:cubicBezTo>
                    <a:pt x="21742" y="94960"/>
                    <a:pt x="26172" y="89139"/>
                    <a:pt x="40950" y="8720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11" name="Google Shape;2311;p52"/>
            <p:cNvSpPr/>
            <p:nvPr/>
          </p:nvSpPr>
          <p:spPr>
            <a:xfrm>
              <a:off x="313772" y="2934986"/>
              <a:ext cx="76125" cy="241349"/>
            </a:xfrm>
            <a:custGeom>
              <a:rect b="b" l="l" r="r" t="t"/>
              <a:pathLst>
                <a:path extrusionOk="0" h="241349" w="76125">
                  <a:moveTo>
                    <a:pt x="73745" y="94778"/>
                  </a:moveTo>
                  <a:cubicBezTo>
                    <a:pt x="66038" y="97182"/>
                    <a:pt x="58379" y="99775"/>
                    <a:pt x="50577" y="101919"/>
                  </a:cubicBezTo>
                  <a:cubicBezTo>
                    <a:pt x="44073" y="103711"/>
                    <a:pt x="41150" y="101425"/>
                    <a:pt x="40962" y="94755"/>
                  </a:cubicBezTo>
                  <a:cubicBezTo>
                    <a:pt x="40891" y="92327"/>
                    <a:pt x="41103" y="89758"/>
                    <a:pt x="41763" y="87425"/>
                  </a:cubicBezTo>
                  <a:cubicBezTo>
                    <a:pt x="47514" y="66779"/>
                    <a:pt x="53382" y="46181"/>
                    <a:pt x="59203" y="25535"/>
                  </a:cubicBezTo>
                  <a:cubicBezTo>
                    <a:pt x="60476" y="21033"/>
                    <a:pt x="62173" y="16555"/>
                    <a:pt x="62715" y="11960"/>
                  </a:cubicBezTo>
                  <a:cubicBezTo>
                    <a:pt x="63540" y="4983"/>
                    <a:pt x="59533" y="199"/>
                    <a:pt x="53641" y="10"/>
                  </a:cubicBezTo>
                  <a:cubicBezTo>
                    <a:pt x="45722" y="-249"/>
                    <a:pt x="40655" y="4347"/>
                    <a:pt x="40938" y="11724"/>
                  </a:cubicBezTo>
                  <a:cubicBezTo>
                    <a:pt x="41127" y="16414"/>
                    <a:pt x="42022" y="21104"/>
                    <a:pt x="41857" y="25747"/>
                  </a:cubicBezTo>
                  <a:cubicBezTo>
                    <a:pt x="41197" y="44177"/>
                    <a:pt x="33726" y="52026"/>
                    <a:pt x="15531" y="53935"/>
                  </a:cubicBezTo>
                  <a:cubicBezTo>
                    <a:pt x="10535" y="54453"/>
                    <a:pt x="5562" y="55089"/>
                    <a:pt x="589" y="55655"/>
                  </a:cubicBezTo>
                  <a:cubicBezTo>
                    <a:pt x="401" y="56315"/>
                    <a:pt x="189" y="56975"/>
                    <a:pt x="0" y="57635"/>
                  </a:cubicBezTo>
                  <a:cubicBezTo>
                    <a:pt x="2522" y="59732"/>
                    <a:pt x="5350" y="61547"/>
                    <a:pt x="7495" y="63975"/>
                  </a:cubicBezTo>
                  <a:cubicBezTo>
                    <a:pt x="12774" y="69985"/>
                    <a:pt x="19420" y="75570"/>
                    <a:pt x="22437" y="82664"/>
                  </a:cubicBezTo>
                  <a:cubicBezTo>
                    <a:pt x="26609" y="92492"/>
                    <a:pt x="29083" y="103381"/>
                    <a:pt x="30332" y="114057"/>
                  </a:cubicBezTo>
                  <a:cubicBezTo>
                    <a:pt x="33019" y="137130"/>
                    <a:pt x="34127" y="160369"/>
                    <a:pt x="36554" y="183466"/>
                  </a:cubicBezTo>
                  <a:cubicBezTo>
                    <a:pt x="38487" y="201731"/>
                    <a:pt x="42564" y="219549"/>
                    <a:pt x="53029" y="235174"/>
                  </a:cubicBezTo>
                  <a:cubicBezTo>
                    <a:pt x="54537" y="237413"/>
                    <a:pt x="56587" y="239299"/>
                    <a:pt x="58402" y="241349"/>
                  </a:cubicBezTo>
                  <a:cubicBezTo>
                    <a:pt x="59109" y="241114"/>
                    <a:pt x="59793" y="240878"/>
                    <a:pt x="60500" y="240619"/>
                  </a:cubicBezTo>
                  <a:cubicBezTo>
                    <a:pt x="60500" y="236306"/>
                    <a:pt x="60877" y="231946"/>
                    <a:pt x="60429" y="227680"/>
                  </a:cubicBezTo>
                  <a:cubicBezTo>
                    <a:pt x="59038" y="214175"/>
                    <a:pt x="56799" y="200718"/>
                    <a:pt x="55904" y="187189"/>
                  </a:cubicBezTo>
                  <a:cubicBezTo>
                    <a:pt x="54042" y="159544"/>
                    <a:pt x="58143" y="132982"/>
                    <a:pt x="72284" y="108519"/>
                  </a:cubicBezTo>
                  <a:cubicBezTo>
                    <a:pt x="74334" y="104960"/>
                    <a:pt x="74876" y="100529"/>
                    <a:pt x="76125" y="96499"/>
                  </a:cubicBezTo>
                  <a:cubicBezTo>
                    <a:pt x="75301" y="95957"/>
                    <a:pt x="74523" y="95368"/>
                    <a:pt x="73745" y="947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12" name="Google Shape;2312;p52"/>
            <p:cNvSpPr/>
            <p:nvPr/>
          </p:nvSpPr>
          <p:spPr>
            <a:xfrm>
              <a:off x="609188" y="3002390"/>
              <a:ext cx="50132" cy="228685"/>
            </a:xfrm>
            <a:custGeom>
              <a:rect b="b" l="l" r="r" t="t"/>
              <a:pathLst>
                <a:path extrusionOk="0" h="228685" w="50132">
                  <a:moveTo>
                    <a:pt x="23251" y="28104"/>
                  </a:moveTo>
                  <a:cubicBezTo>
                    <a:pt x="23062" y="20798"/>
                    <a:pt x="21483" y="13374"/>
                    <a:pt x="19409" y="6351"/>
                  </a:cubicBezTo>
                  <a:cubicBezTo>
                    <a:pt x="17170" y="-1285"/>
                    <a:pt x="11349" y="-2251"/>
                    <a:pt x="7437" y="4631"/>
                  </a:cubicBezTo>
                  <a:cubicBezTo>
                    <a:pt x="4137" y="10405"/>
                    <a:pt x="1497" y="17452"/>
                    <a:pt x="1356" y="23980"/>
                  </a:cubicBezTo>
                  <a:cubicBezTo>
                    <a:pt x="413" y="61854"/>
                    <a:pt x="-459" y="99776"/>
                    <a:pt x="272" y="137650"/>
                  </a:cubicBezTo>
                  <a:cubicBezTo>
                    <a:pt x="625" y="155279"/>
                    <a:pt x="4349" y="172884"/>
                    <a:pt x="7272" y="190372"/>
                  </a:cubicBezTo>
                  <a:cubicBezTo>
                    <a:pt x="7884" y="193978"/>
                    <a:pt x="11019" y="197937"/>
                    <a:pt x="14083" y="200200"/>
                  </a:cubicBezTo>
                  <a:cubicBezTo>
                    <a:pt x="21365" y="205550"/>
                    <a:pt x="22732" y="207977"/>
                    <a:pt x="19621" y="216768"/>
                  </a:cubicBezTo>
                  <a:cubicBezTo>
                    <a:pt x="17500" y="222802"/>
                    <a:pt x="19621" y="227044"/>
                    <a:pt x="25419" y="227963"/>
                  </a:cubicBezTo>
                  <a:cubicBezTo>
                    <a:pt x="31900" y="228977"/>
                    <a:pt x="38664" y="228765"/>
                    <a:pt x="45240" y="228293"/>
                  </a:cubicBezTo>
                  <a:cubicBezTo>
                    <a:pt x="49341" y="227987"/>
                    <a:pt x="51273" y="224923"/>
                    <a:pt x="49435" y="220775"/>
                  </a:cubicBezTo>
                  <a:cubicBezTo>
                    <a:pt x="47620" y="216721"/>
                    <a:pt x="45735" y="212667"/>
                    <a:pt x="43425" y="208920"/>
                  </a:cubicBezTo>
                  <a:cubicBezTo>
                    <a:pt x="35483" y="196028"/>
                    <a:pt x="28954" y="182641"/>
                    <a:pt x="26338" y="167487"/>
                  </a:cubicBezTo>
                  <a:cubicBezTo>
                    <a:pt x="21742" y="140973"/>
                    <a:pt x="21248" y="114317"/>
                    <a:pt x="23439" y="85917"/>
                  </a:cubicBezTo>
                  <a:cubicBezTo>
                    <a:pt x="23439" y="67723"/>
                    <a:pt x="23769" y="47902"/>
                    <a:pt x="23251" y="2810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13" name="Google Shape;2313;p52"/>
            <p:cNvSpPr/>
            <p:nvPr/>
          </p:nvSpPr>
          <p:spPr>
            <a:xfrm>
              <a:off x="357150" y="3447786"/>
              <a:ext cx="154218" cy="225815"/>
            </a:xfrm>
            <a:custGeom>
              <a:rect b="b" l="l" r="r" t="t"/>
              <a:pathLst>
                <a:path extrusionOk="0" h="225815" w="154218">
                  <a:moveTo>
                    <a:pt x="139111" y="216223"/>
                  </a:moveTo>
                  <a:cubicBezTo>
                    <a:pt x="142363" y="220159"/>
                    <a:pt x="147384" y="222657"/>
                    <a:pt x="151579" y="225815"/>
                  </a:cubicBezTo>
                  <a:cubicBezTo>
                    <a:pt x="152451" y="225108"/>
                    <a:pt x="153346" y="224401"/>
                    <a:pt x="154218" y="223694"/>
                  </a:cubicBezTo>
                  <a:cubicBezTo>
                    <a:pt x="153111" y="220607"/>
                    <a:pt x="152333" y="217354"/>
                    <a:pt x="150824" y="214456"/>
                  </a:cubicBezTo>
                  <a:cubicBezTo>
                    <a:pt x="132724" y="179622"/>
                    <a:pt x="110570" y="147427"/>
                    <a:pt x="84857" y="117873"/>
                  </a:cubicBezTo>
                  <a:cubicBezTo>
                    <a:pt x="74298" y="105759"/>
                    <a:pt x="65767" y="92749"/>
                    <a:pt x="58602" y="78585"/>
                  </a:cubicBezTo>
                  <a:cubicBezTo>
                    <a:pt x="53935" y="69322"/>
                    <a:pt x="49976" y="59659"/>
                    <a:pt x="44791" y="50703"/>
                  </a:cubicBezTo>
                  <a:cubicBezTo>
                    <a:pt x="35882" y="35360"/>
                    <a:pt x="26431" y="20324"/>
                    <a:pt x="16745" y="5452"/>
                  </a:cubicBezTo>
                  <a:cubicBezTo>
                    <a:pt x="14011" y="1281"/>
                    <a:pt x="9415" y="-1830"/>
                    <a:pt x="3947" y="1234"/>
                  </a:cubicBezTo>
                  <a:cubicBezTo>
                    <a:pt x="-1379" y="4227"/>
                    <a:pt x="-342" y="9553"/>
                    <a:pt x="1449" y="13772"/>
                  </a:cubicBezTo>
                  <a:cubicBezTo>
                    <a:pt x="5998" y="24401"/>
                    <a:pt x="10051" y="35525"/>
                    <a:pt x="16438" y="45023"/>
                  </a:cubicBezTo>
                  <a:cubicBezTo>
                    <a:pt x="44296" y="86480"/>
                    <a:pt x="72601" y="127630"/>
                    <a:pt x="101402" y="168450"/>
                  </a:cubicBezTo>
                  <a:cubicBezTo>
                    <a:pt x="113092" y="185042"/>
                    <a:pt x="126196" y="200597"/>
                    <a:pt x="139111" y="216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14" name="Google Shape;2314;p52"/>
            <p:cNvSpPr/>
            <p:nvPr/>
          </p:nvSpPr>
          <p:spPr>
            <a:xfrm>
              <a:off x="478628" y="3355901"/>
              <a:ext cx="122887" cy="213703"/>
            </a:xfrm>
            <a:custGeom>
              <a:rect b="b" l="l" r="r" t="t"/>
              <a:pathLst>
                <a:path extrusionOk="0" h="213703" w="122887">
                  <a:moveTo>
                    <a:pt x="115489" y="197950"/>
                  </a:moveTo>
                  <a:cubicBezTo>
                    <a:pt x="107664" y="188405"/>
                    <a:pt x="97931" y="180085"/>
                    <a:pt x="91709" y="169644"/>
                  </a:cubicBezTo>
                  <a:cubicBezTo>
                    <a:pt x="77308" y="145534"/>
                    <a:pt x="63969" y="120740"/>
                    <a:pt x="51218" y="95711"/>
                  </a:cubicBezTo>
                  <a:cubicBezTo>
                    <a:pt x="37455" y="68701"/>
                    <a:pt x="24916" y="41056"/>
                    <a:pt x="11577" y="13811"/>
                  </a:cubicBezTo>
                  <a:cubicBezTo>
                    <a:pt x="9385" y="9333"/>
                    <a:pt x="5802" y="5539"/>
                    <a:pt x="1819" y="0"/>
                  </a:cubicBezTo>
                  <a:cubicBezTo>
                    <a:pt x="688" y="3606"/>
                    <a:pt x="-66" y="4808"/>
                    <a:pt x="5" y="5916"/>
                  </a:cubicBezTo>
                  <a:cubicBezTo>
                    <a:pt x="971" y="19609"/>
                    <a:pt x="3304" y="33019"/>
                    <a:pt x="11765" y="44285"/>
                  </a:cubicBezTo>
                  <a:cubicBezTo>
                    <a:pt x="17940" y="52487"/>
                    <a:pt x="20815" y="61537"/>
                    <a:pt x="22135" y="71553"/>
                  </a:cubicBezTo>
                  <a:cubicBezTo>
                    <a:pt x="23149" y="79331"/>
                    <a:pt x="24351" y="87320"/>
                    <a:pt x="27155" y="94579"/>
                  </a:cubicBezTo>
                  <a:cubicBezTo>
                    <a:pt x="38209" y="123333"/>
                    <a:pt x="53198" y="150083"/>
                    <a:pt x="72171" y="174264"/>
                  </a:cubicBezTo>
                  <a:cubicBezTo>
                    <a:pt x="82022" y="186826"/>
                    <a:pt x="93830" y="197879"/>
                    <a:pt x="105308" y="209050"/>
                  </a:cubicBezTo>
                  <a:cubicBezTo>
                    <a:pt x="109644" y="213269"/>
                    <a:pt x="117139" y="215956"/>
                    <a:pt x="121381" y="211124"/>
                  </a:cubicBezTo>
                  <a:cubicBezTo>
                    <a:pt x="126048" y="205798"/>
                    <a:pt x="118671" y="201815"/>
                    <a:pt x="115489" y="1979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15" name="Google Shape;2315;p52"/>
            <p:cNvSpPr/>
            <p:nvPr/>
          </p:nvSpPr>
          <p:spPr>
            <a:xfrm>
              <a:off x="460579" y="3776288"/>
              <a:ext cx="175526" cy="116078"/>
            </a:xfrm>
            <a:custGeom>
              <a:rect b="b" l="l" r="r" t="t"/>
              <a:pathLst>
                <a:path extrusionOk="0" h="116078" w="175526">
                  <a:moveTo>
                    <a:pt x="169833" y="99199"/>
                  </a:moveTo>
                  <a:cubicBezTo>
                    <a:pt x="160735" y="93307"/>
                    <a:pt x="151685" y="87203"/>
                    <a:pt x="142046" y="82300"/>
                  </a:cubicBezTo>
                  <a:cubicBezTo>
                    <a:pt x="118925" y="70563"/>
                    <a:pt x="95711" y="59227"/>
                    <a:pt x="74735" y="43530"/>
                  </a:cubicBezTo>
                  <a:cubicBezTo>
                    <a:pt x="57389" y="30544"/>
                    <a:pt x="38817" y="19184"/>
                    <a:pt x="20434" y="7660"/>
                  </a:cubicBezTo>
                  <a:cubicBezTo>
                    <a:pt x="14824" y="4148"/>
                    <a:pt x="8060" y="2498"/>
                    <a:pt x="1815" y="0"/>
                  </a:cubicBezTo>
                  <a:cubicBezTo>
                    <a:pt x="1202" y="660"/>
                    <a:pt x="589" y="1343"/>
                    <a:pt x="0" y="2003"/>
                  </a:cubicBezTo>
                  <a:cubicBezTo>
                    <a:pt x="1626" y="5303"/>
                    <a:pt x="2757" y="8979"/>
                    <a:pt x="4926" y="11878"/>
                  </a:cubicBezTo>
                  <a:cubicBezTo>
                    <a:pt x="19844" y="31817"/>
                    <a:pt x="39218" y="46783"/>
                    <a:pt x="60311" y="59463"/>
                  </a:cubicBezTo>
                  <a:cubicBezTo>
                    <a:pt x="69550" y="65025"/>
                    <a:pt x="79991" y="68536"/>
                    <a:pt x="89654" y="73462"/>
                  </a:cubicBezTo>
                  <a:cubicBezTo>
                    <a:pt x="100943" y="79213"/>
                    <a:pt x="102993" y="84162"/>
                    <a:pt x="98727" y="97643"/>
                  </a:cubicBezTo>
                  <a:cubicBezTo>
                    <a:pt x="104266" y="96818"/>
                    <a:pt x="108485" y="96653"/>
                    <a:pt x="112444" y="95522"/>
                  </a:cubicBezTo>
                  <a:cubicBezTo>
                    <a:pt x="125171" y="91845"/>
                    <a:pt x="135706" y="93967"/>
                    <a:pt x="143790" y="105374"/>
                  </a:cubicBezTo>
                  <a:cubicBezTo>
                    <a:pt x="148409" y="111878"/>
                    <a:pt x="155079" y="116238"/>
                    <a:pt x="163163" y="116074"/>
                  </a:cubicBezTo>
                  <a:cubicBezTo>
                    <a:pt x="167028" y="116003"/>
                    <a:pt x="172237" y="113976"/>
                    <a:pt x="174311" y="111030"/>
                  </a:cubicBezTo>
                  <a:cubicBezTo>
                    <a:pt x="177445" y="106505"/>
                    <a:pt x="174004" y="101909"/>
                    <a:pt x="169833" y="9919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16" name="Google Shape;2316;p52"/>
            <p:cNvSpPr/>
            <p:nvPr/>
          </p:nvSpPr>
          <p:spPr>
            <a:xfrm>
              <a:off x="986991" y="3827031"/>
              <a:ext cx="170354" cy="118103"/>
            </a:xfrm>
            <a:custGeom>
              <a:rect b="b" l="l" r="r" t="t"/>
              <a:pathLst>
                <a:path extrusionOk="0" h="118103" w="170354">
                  <a:moveTo>
                    <a:pt x="170313" y="12350"/>
                  </a:moveTo>
                  <a:cubicBezTo>
                    <a:pt x="169393" y="71"/>
                    <a:pt x="162771" y="-3370"/>
                    <a:pt x="152495" y="3464"/>
                  </a:cubicBezTo>
                  <a:cubicBezTo>
                    <a:pt x="147593" y="6740"/>
                    <a:pt x="142691" y="10370"/>
                    <a:pt x="138778" y="14730"/>
                  </a:cubicBezTo>
                  <a:cubicBezTo>
                    <a:pt x="116506" y="39547"/>
                    <a:pt x="88271" y="55668"/>
                    <a:pt x="59070" y="70540"/>
                  </a:cubicBezTo>
                  <a:cubicBezTo>
                    <a:pt x="45448" y="77492"/>
                    <a:pt x="31849" y="84563"/>
                    <a:pt x="18557" y="92105"/>
                  </a:cubicBezTo>
                  <a:cubicBezTo>
                    <a:pt x="13018" y="95239"/>
                    <a:pt x="8116" y="99552"/>
                    <a:pt x="3214" y="103676"/>
                  </a:cubicBezTo>
                  <a:cubicBezTo>
                    <a:pt x="-1123" y="107330"/>
                    <a:pt x="-628" y="112680"/>
                    <a:pt x="2082" y="116356"/>
                  </a:cubicBezTo>
                  <a:cubicBezTo>
                    <a:pt x="3473" y="118242"/>
                    <a:pt x="8776" y="118477"/>
                    <a:pt x="11816" y="117652"/>
                  </a:cubicBezTo>
                  <a:cubicBezTo>
                    <a:pt x="16977" y="116262"/>
                    <a:pt x="22092" y="113952"/>
                    <a:pt x="26640" y="111101"/>
                  </a:cubicBezTo>
                  <a:cubicBezTo>
                    <a:pt x="50327" y="96300"/>
                    <a:pt x="73400" y="80485"/>
                    <a:pt x="97510" y="66439"/>
                  </a:cubicBezTo>
                  <a:cubicBezTo>
                    <a:pt x="115116" y="56210"/>
                    <a:pt x="133546" y="46971"/>
                    <a:pt x="152495" y="39594"/>
                  </a:cubicBezTo>
                  <a:cubicBezTo>
                    <a:pt x="165293" y="34622"/>
                    <a:pt x="170643" y="30639"/>
                    <a:pt x="170313" y="16804"/>
                  </a:cubicBezTo>
                  <a:cubicBezTo>
                    <a:pt x="170313" y="15319"/>
                    <a:pt x="170407" y="13811"/>
                    <a:pt x="170313" y="123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17" name="Google Shape;2317;p52"/>
            <p:cNvSpPr/>
            <p:nvPr/>
          </p:nvSpPr>
          <p:spPr>
            <a:xfrm>
              <a:off x="1126948" y="3562437"/>
              <a:ext cx="48156" cy="187816"/>
            </a:xfrm>
            <a:custGeom>
              <a:rect b="b" l="l" r="r" t="t"/>
              <a:pathLst>
                <a:path extrusionOk="0" h="187816" w="48156">
                  <a:moveTo>
                    <a:pt x="38416" y="3175"/>
                  </a:moveTo>
                  <a:cubicBezTo>
                    <a:pt x="35305" y="7865"/>
                    <a:pt x="32430" y="12814"/>
                    <a:pt x="30356" y="18023"/>
                  </a:cubicBezTo>
                  <a:cubicBezTo>
                    <a:pt x="23757" y="34544"/>
                    <a:pt x="22767" y="52103"/>
                    <a:pt x="21424" y="69614"/>
                  </a:cubicBezTo>
                  <a:cubicBezTo>
                    <a:pt x="20410" y="83001"/>
                    <a:pt x="18124" y="96529"/>
                    <a:pt x="9639" y="107229"/>
                  </a:cubicBezTo>
                  <a:cubicBezTo>
                    <a:pt x="1956" y="116915"/>
                    <a:pt x="306" y="127615"/>
                    <a:pt x="0" y="136972"/>
                  </a:cubicBezTo>
                  <a:cubicBezTo>
                    <a:pt x="283" y="142746"/>
                    <a:pt x="-141" y="146611"/>
                    <a:pt x="754" y="150123"/>
                  </a:cubicBezTo>
                  <a:cubicBezTo>
                    <a:pt x="3417" y="160587"/>
                    <a:pt x="5892" y="171193"/>
                    <a:pt x="9828" y="181209"/>
                  </a:cubicBezTo>
                  <a:cubicBezTo>
                    <a:pt x="12963" y="189175"/>
                    <a:pt x="18525" y="189670"/>
                    <a:pt x="25171" y="184132"/>
                  </a:cubicBezTo>
                  <a:cubicBezTo>
                    <a:pt x="37780" y="173597"/>
                    <a:pt x="37521" y="166503"/>
                    <a:pt x="24228" y="156769"/>
                  </a:cubicBezTo>
                  <a:cubicBezTo>
                    <a:pt x="15225" y="150170"/>
                    <a:pt x="13269" y="144490"/>
                    <a:pt x="16568" y="133625"/>
                  </a:cubicBezTo>
                  <a:cubicBezTo>
                    <a:pt x="17723" y="129854"/>
                    <a:pt x="18855" y="125989"/>
                    <a:pt x="20669" y="122548"/>
                  </a:cubicBezTo>
                  <a:cubicBezTo>
                    <a:pt x="34716" y="95845"/>
                    <a:pt x="44379" y="67752"/>
                    <a:pt x="47396" y="37655"/>
                  </a:cubicBezTo>
                  <a:cubicBezTo>
                    <a:pt x="48456" y="27120"/>
                    <a:pt x="48150" y="16444"/>
                    <a:pt x="47985" y="5838"/>
                  </a:cubicBezTo>
                  <a:cubicBezTo>
                    <a:pt x="47961" y="3788"/>
                    <a:pt x="46052" y="606"/>
                    <a:pt x="44355" y="87"/>
                  </a:cubicBezTo>
                  <a:cubicBezTo>
                    <a:pt x="42776" y="-431"/>
                    <a:pt x="39548" y="1454"/>
                    <a:pt x="38416" y="317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18" name="Google Shape;2318;p52"/>
            <p:cNvSpPr/>
            <p:nvPr/>
          </p:nvSpPr>
          <p:spPr>
            <a:xfrm>
              <a:off x="772286" y="3765846"/>
              <a:ext cx="146553" cy="39818"/>
            </a:xfrm>
            <a:custGeom>
              <a:rect b="b" l="l" r="r" t="t"/>
              <a:pathLst>
                <a:path extrusionOk="0" h="39818" w="146553">
                  <a:moveTo>
                    <a:pt x="146554" y="2688"/>
                  </a:moveTo>
                  <a:cubicBezTo>
                    <a:pt x="142689" y="1533"/>
                    <a:pt x="140756" y="543"/>
                    <a:pt x="138800" y="449"/>
                  </a:cubicBezTo>
                  <a:cubicBezTo>
                    <a:pt x="132884" y="142"/>
                    <a:pt x="126921" y="-235"/>
                    <a:pt x="121029" y="190"/>
                  </a:cubicBezTo>
                  <a:cubicBezTo>
                    <a:pt x="94209" y="2146"/>
                    <a:pt x="67364" y="4055"/>
                    <a:pt x="40615" y="6624"/>
                  </a:cubicBezTo>
                  <a:cubicBezTo>
                    <a:pt x="29632" y="7684"/>
                    <a:pt x="18672" y="9829"/>
                    <a:pt x="7925" y="12398"/>
                  </a:cubicBezTo>
                  <a:cubicBezTo>
                    <a:pt x="-653" y="14472"/>
                    <a:pt x="-1643" y="18667"/>
                    <a:pt x="1986" y="26845"/>
                  </a:cubicBezTo>
                  <a:cubicBezTo>
                    <a:pt x="7313" y="38889"/>
                    <a:pt x="17824" y="40444"/>
                    <a:pt x="28618" y="39643"/>
                  </a:cubicBezTo>
                  <a:cubicBezTo>
                    <a:pt x="67200" y="36815"/>
                    <a:pt x="103047" y="23829"/>
                    <a:pt x="138164" y="8556"/>
                  </a:cubicBezTo>
                  <a:cubicBezTo>
                    <a:pt x="140615" y="7472"/>
                    <a:pt x="142689" y="5422"/>
                    <a:pt x="146554" y="268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19" name="Google Shape;2319;p52"/>
            <p:cNvSpPr/>
            <p:nvPr/>
          </p:nvSpPr>
          <p:spPr>
            <a:xfrm>
              <a:off x="339584" y="3336599"/>
              <a:ext cx="79558" cy="92570"/>
            </a:xfrm>
            <a:custGeom>
              <a:rect b="b" l="l" r="r" t="t"/>
              <a:pathLst>
                <a:path extrusionOk="0" h="92570" w="79558">
                  <a:moveTo>
                    <a:pt x="24011" y="91539"/>
                  </a:moveTo>
                  <a:cubicBezTo>
                    <a:pt x="30611" y="89489"/>
                    <a:pt x="35159" y="84633"/>
                    <a:pt x="35324" y="77445"/>
                  </a:cubicBezTo>
                  <a:cubicBezTo>
                    <a:pt x="35395" y="74216"/>
                    <a:pt x="33109" y="71011"/>
                    <a:pt x="32166" y="67712"/>
                  </a:cubicBezTo>
                  <a:cubicBezTo>
                    <a:pt x="30351" y="61419"/>
                    <a:pt x="33038" y="56281"/>
                    <a:pt x="37681" y="52675"/>
                  </a:cubicBezTo>
                  <a:cubicBezTo>
                    <a:pt x="40274" y="50672"/>
                    <a:pt x="46189" y="48692"/>
                    <a:pt x="47273" y="49823"/>
                  </a:cubicBezTo>
                  <a:cubicBezTo>
                    <a:pt x="50361" y="53099"/>
                    <a:pt x="52128" y="57836"/>
                    <a:pt x="53637" y="62267"/>
                  </a:cubicBezTo>
                  <a:cubicBezTo>
                    <a:pt x="55216" y="66863"/>
                    <a:pt x="55169" y="72095"/>
                    <a:pt x="57101" y="76479"/>
                  </a:cubicBezTo>
                  <a:cubicBezTo>
                    <a:pt x="60354" y="83832"/>
                    <a:pt x="67330" y="86142"/>
                    <a:pt x="74471" y="82819"/>
                  </a:cubicBezTo>
                  <a:cubicBezTo>
                    <a:pt x="81117" y="79731"/>
                    <a:pt x="79868" y="73580"/>
                    <a:pt x="78360" y="68560"/>
                  </a:cubicBezTo>
                  <a:cubicBezTo>
                    <a:pt x="71148" y="44237"/>
                    <a:pt x="56512" y="23615"/>
                    <a:pt x="44445" y="0"/>
                  </a:cubicBezTo>
                  <a:cubicBezTo>
                    <a:pt x="40156" y="15131"/>
                    <a:pt x="36668" y="28635"/>
                    <a:pt x="32402" y="41904"/>
                  </a:cubicBezTo>
                  <a:cubicBezTo>
                    <a:pt x="30964" y="46359"/>
                    <a:pt x="27523" y="50153"/>
                    <a:pt x="25001" y="54254"/>
                  </a:cubicBezTo>
                  <a:cubicBezTo>
                    <a:pt x="21443" y="51143"/>
                    <a:pt x="17577" y="48315"/>
                    <a:pt x="14372" y="44850"/>
                  </a:cubicBezTo>
                  <a:cubicBezTo>
                    <a:pt x="10743" y="40938"/>
                    <a:pt x="7726" y="36460"/>
                    <a:pt x="4426" y="32218"/>
                  </a:cubicBezTo>
                  <a:cubicBezTo>
                    <a:pt x="3507" y="32548"/>
                    <a:pt x="2588" y="32854"/>
                    <a:pt x="1669" y="33184"/>
                  </a:cubicBezTo>
                  <a:cubicBezTo>
                    <a:pt x="-924" y="51426"/>
                    <a:pt x="-1513" y="69644"/>
                    <a:pt x="7537" y="86731"/>
                  </a:cubicBezTo>
                  <a:cubicBezTo>
                    <a:pt x="10931" y="93165"/>
                    <a:pt x="17837" y="93448"/>
                    <a:pt x="24011" y="9153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20" name="Google Shape;2320;p52"/>
            <p:cNvSpPr/>
            <p:nvPr/>
          </p:nvSpPr>
          <p:spPr>
            <a:xfrm>
              <a:off x="1072081" y="2529929"/>
              <a:ext cx="157417" cy="93493"/>
            </a:xfrm>
            <a:custGeom>
              <a:rect b="b" l="l" r="r" t="t"/>
              <a:pathLst>
                <a:path extrusionOk="0" h="93493" w="157417">
                  <a:moveTo>
                    <a:pt x="1391" y="0"/>
                  </a:moveTo>
                  <a:cubicBezTo>
                    <a:pt x="919" y="801"/>
                    <a:pt x="471" y="1603"/>
                    <a:pt x="0" y="2404"/>
                  </a:cubicBezTo>
                  <a:cubicBezTo>
                    <a:pt x="5020" y="6576"/>
                    <a:pt x="9663" y="11289"/>
                    <a:pt x="15084" y="14824"/>
                  </a:cubicBezTo>
                  <a:cubicBezTo>
                    <a:pt x="46712" y="35517"/>
                    <a:pt x="78388" y="56163"/>
                    <a:pt x="110394" y="76290"/>
                  </a:cubicBezTo>
                  <a:cubicBezTo>
                    <a:pt x="119727" y="82159"/>
                    <a:pt x="129955" y="86755"/>
                    <a:pt x="140137" y="91068"/>
                  </a:cubicBezTo>
                  <a:cubicBezTo>
                    <a:pt x="145345" y="93260"/>
                    <a:pt x="152369" y="95946"/>
                    <a:pt x="156116" y="89206"/>
                  </a:cubicBezTo>
                  <a:cubicBezTo>
                    <a:pt x="160311" y="81688"/>
                    <a:pt x="153453" y="78129"/>
                    <a:pt x="148456" y="74735"/>
                  </a:cubicBezTo>
                  <a:cubicBezTo>
                    <a:pt x="106034" y="45864"/>
                    <a:pt x="60853" y="22178"/>
                    <a:pt x="13293" y="3064"/>
                  </a:cubicBezTo>
                  <a:cubicBezTo>
                    <a:pt x="9545" y="1556"/>
                    <a:pt x="5374" y="990"/>
                    <a:pt x="1391"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21" name="Google Shape;2321;p52"/>
            <p:cNvSpPr/>
            <p:nvPr/>
          </p:nvSpPr>
          <p:spPr>
            <a:xfrm>
              <a:off x="965293" y="3326492"/>
              <a:ext cx="40370" cy="117107"/>
            </a:xfrm>
            <a:custGeom>
              <a:rect b="b" l="l" r="r" t="t"/>
              <a:pathLst>
                <a:path extrusionOk="0" h="117107" w="40370">
                  <a:moveTo>
                    <a:pt x="36931" y="34193"/>
                  </a:moveTo>
                  <a:cubicBezTo>
                    <a:pt x="38086" y="26651"/>
                    <a:pt x="39571" y="19157"/>
                    <a:pt x="40302" y="11591"/>
                  </a:cubicBezTo>
                  <a:cubicBezTo>
                    <a:pt x="40773" y="6618"/>
                    <a:pt x="38841" y="2518"/>
                    <a:pt x="33443" y="679"/>
                  </a:cubicBezTo>
                  <a:cubicBezTo>
                    <a:pt x="27622" y="-1324"/>
                    <a:pt x="23828" y="1316"/>
                    <a:pt x="20976" y="5817"/>
                  </a:cubicBezTo>
                  <a:cubicBezTo>
                    <a:pt x="18737" y="9329"/>
                    <a:pt x="16663" y="13029"/>
                    <a:pt x="15060" y="16871"/>
                  </a:cubicBezTo>
                  <a:cubicBezTo>
                    <a:pt x="5421" y="39920"/>
                    <a:pt x="1673" y="64172"/>
                    <a:pt x="0" y="91983"/>
                  </a:cubicBezTo>
                  <a:cubicBezTo>
                    <a:pt x="825" y="96107"/>
                    <a:pt x="1532" y="103295"/>
                    <a:pt x="3818" y="109965"/>
                  </a:cubicBezTo>
                  <a:cubicBezTo>
                    <a:pt x="6293" y="117154"/>
                    <a:pt x="12750" y="118874"/>
                    <a:pt x="19562" y="115315"/>
                  </a:cubicBezTo>
                  <a:cubicBezTo>
                    <a:pt x="28895" y="110484"/>
                    <a:pt x="33349" y="100491"/>
                    <a:pt x="31228" y="89626"/>
                  </a:cubicBezTo>
                  <a:cubicBezTo>
                    <a:pt x="30568" y="86256"/>
                    <a:pt x="29672" y="82720"/>
                    <a:pt x="30120" y="79421"/>
                  </a:cubicBezTo>
                  <a:cubicBezTo>
                    <a:pt x="32147" y="64314"/>
                    <a:pt x="34622" y="49277"/>
                    <a:pt x="36931" y="3419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22" name="Google Shape;2322;p52"/>
            <p:cNvSpPr/>
            <p:nvPr/>
          </p:nvSpPr>
          <p:spPr>
            <a:xfrm>
              <a:off x="1259118" y="3717485"/>
              <a:ext cx="134786" cy="117228"/>
            </a:xfrm>
            <a:custGeom>
              <a:rect b="b" l="l" r="r" t="t"/>
              <a:pathLst>
                <a:path extrusionOk="0" h="117228" w="134786">
                  <a:moveTo>
                    <a:pt x="121801" y="4596"/>
                  </a:moveTo>
                  <a:cubicBezTo>
                    <a:pt x="100141" y="18077"/>
                    <a:pt x="82253" y="35706"/>
                    <a:pt x="67122" y="56140"/>
                  </a:cubicBezTo>
                  <a:cubicBezTo>
                    <a:pt x="64577" y="59580"/>
                    <a:pt x="62574" y="63941"/>
                    <a:pt x="61914" y="68112"/>
                  </a:cubicBezTo>
                  <a:cubicBezTo>
                    <a:pt x="60547" y="76950"/>
                    <a:pt x="58143" y="80627"/>
                    <a:pt x="49258" y="81193"/>
                  </a:cubicBezTo>
                  <a:cubicBezTo>
                    <a:pt x="31204" y="82347"/>
                    <a:pt x="18642" y="92317"/>
                    <a:pt x="7990" y="105633"/>
                  </a:cubicBezTo>
                  <a:cubicBezTo>
                    <a:pt x="5491" y="108767"/>
                    <a:pt x="3394" y="112256"/>
                    <a:pt x="0" y="117228"/>
                  </a:cubicBezTo>
                  <a:cubicBezTo>
                    <a:pt x="13717" y="116427"/>
                    <a:pt x="23639" y="111902"/>
                    <a:pt x="32501" y="105185"/>
                  </a:cubicBezTo>
                  <a:cubicBezTo>
                    <a:pt x="66934" y="79095"/>
                    <a:pt x="97738" y="49187"/>
                    <a:pt x="125595" y="16215"/>
                  </a:cubicBezTo>
                  <a:cubicBezTo>
                    <a:pt x="129225" y="11926"/>
                    <a:pt x="131747" y="6740"/>
                    <a:pt x="134787" y="1980"/>
                  </a:cubicBezTo>
                  <a:cubicBezTo>
                    <a:pt x="134174" y="1320"/>
                    <a:pt x="133538" y="660"/>
                    <a:pt x="132925" y="0"/>
                  </a:cubicBezTo>
                  <a:cubicBezTo>
                    <a:pt x="129225" y="1508"/>
                    <a:pt x="125171" y="2498"/>
                    <a:pt x="121801" y="459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23" name="Google Shape;2323;p52"/>
            <p:cNvSpPr/>
            <p:nvPr/>
          </p:nvSpPr>
          <p:spPr>
            <a:xfrm>
              <a:off x="362760" y="3205159"/>
              <a:ext cx="26916" cy="122436"/>
            </a:xfrm>
            <a:custGeom>
              <a:rect b="b" l="l" r="r" t="t"/>
              <a:pathLst>
                <a:path extrusionOk="0" h="122436" w="26916">
                  <a:moveTo>
                    <a:pt x="13940" y="0"/>
                  </a:moveTo>
                  <a:cubicBezTo>
                    <a:pt x="12502" y="1131"/>
                    <a:pt x="11748" y="1438"/>
                    <a:pt x="11512" y="1980"/>
                  </a:cubicBezTo>
                  <a:cubicBezTo>
                    <a:pt x="10782" y="3535"/>
                    <a:pt x="10098" y="5138"/>
                    <a:pt x="9627" y="6788"/>
                  </a:cubicBezTo>
                  <a:cubicBezTo>
                    <a:pt x="2250" y="32642"/>
                    <a:pt x="-1097" y="59133"/>
                    <a:pt x="317" y="85859"/>
                  </a:cubicBezTo>
                  <a:cubicBezTo>
                    <a:pt x="883" y="96300"/>
                    <a:pt x="4795" y="107023"/>
                    <a:pt x="9297" y="116616"/>
                  </a:cubicBezTo>
                  <a:cubicBezTo>
                    <a:pt x="13256" y="125077"/>
                    <a:pt x="21482" y="124110"/>
                    <a:pt x="24074" y="115037"/>
                  </a:cubicBezTo>
                  <a:cubicBezTo>
                    <a:pt x="26384" y="106953"/>
                    <a:pt x="27492" y="97973"/>
                    <a:pt x="26620" y="89654"/>
                  </a:cubicBezTo>
                  <a:cubicBezTo>
                    <a:pt x="24734" y="71530"/>
                    <a:pt x="21152" y="53594"/>
                    <a:pt x="18489" y="35564"/>
                  </a:cubicBezTo>
                  <a:cubicBezTo>
                    <a:pt x="16768" y="23992"/>
                    <a:pt x="15495" y="12373"/>
                    <a:pt x="1394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24" name="Google Shape;2324;p52"/>
            <p:cNvSpPr/>
            <p:nvPr/>
          </p:nvSpPr>
          <p:spPr>
            <a:xfrm>
              <a:off x="286268" y="3354335"/>
              <a:ext cx="34646" cy="106563"/>
            </a:xfrm>
            <a:custGeom>
              <a:rect b="b" l="l" r="r" t="t"/>
              <a:pathLst>
                <a:path extrusionOk="0" h="106563" w="34646">
                  <a:moveTo>
                    <a:pt x="34386" y="100129"/>
                  </a:moveTo>
                  <a:cubicBezTo>
                    <a:pt x="34481" y="91079"/>
                    <a:pt x="35070" y="81934"/>
                    <a:pt x="34080" y="72978"/>
                  </a:cubicBezTo>
                  <a:cubicBezTo>
                    <a:pt x="31558" y="50424"/>
                    <a:pt x="27080" y="28222"/>
                    <a:pt x="17724" y="7364"/>
                  </a:cubicBezTo>
                  <a:cubicBezTo>
                    <a:pt x="16286" y="4136"/>
                    <a:pt x="10889" y="-578"/>
                    <a:pt x="9475" y="58"/>
                  </a:cubicBezTo>
                  <a:cubicBezTo>
                    <a:pt x="5845" y="1732"/>
                    <a:pt x="3206" y="5880"/>
                    <a:pt x="613" y="9368"/>
                  </a:cubicBezTo>
                  <a:cubicBezTo>
                    <a:pt x="-259" y="10546"/>
                    <a:pt x="48" y="12714"/>
                    <a:pt x="71" y="14435"/>
                  </a:cubicBezTo>
                  <a:cubicBezTo>
                    <a:pt x="495" y="45309"/>
                    <a:pt x="10795" y="73214"/>
                    <a:pt x="25690" y="99752"/>
                  </a:cubicBezTo>
                  <a:cubicBezTo>
                    <a:pt x="27010" y="102085"/>
                    <a:pt x="28565" y="104301"/>
                    <a:pt x="30003" y="106563"/>
                  </a:cubicBezTo>
                  <a:cubicBezTo>
                    <a:pt x="30922" y="105974"/>
                    <a:pt x="31841" y="105408"/>
                    <a:pt x="32760" y="104819"/>
                  </a:cubicBezTo>
                  <a:cubicBezTo>
                    <a:pt x="33326" y="103264"/>
                    <a:pt x="34363" y="101708"/>
                    <a:pt x="34386" y="1001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25" name="Google Shape;2325;p52"/>
            <p:cNvSpPr/>
            <p:nvPr/>
          </p:nvSpPr>
          <p:spPr>
            <a:xfrm>
              <a:off x="513513" y="2105197"/>
              <a:ext cx="137143" cy="31235"/>
            </a:xfrm>
            <a:custGeom>
              <a:rect b="b" l="l" r="r" t="t"/>
              <a:pathLst>
                <a:path extrusionOk="0" h="31235" w="137143">
                  <a:moveTo>
                    <a:pt x="109545" y="21455"/>
                  </a:moveTo>
                  <a:cubicBezTo>
                    <a:pt x="117252" y="20677"/>
                    <a:pt x="124912" y="18038"/>
                    <a:pt x="132194" y="15186"/>
                  </a:cubicBezTo>
                  <a:cubicBezTo>
                    <a:pt x="134645" y="14220"/>
                    <a:pt x="137120" y="10001"/>
                    <a:pt x="137144" y="7244"/>
                  </a:cubicBezTo>
                  <a:cubicBezTo>
                    <a:pt x="137167" y="5287"/>
                    <a:pt x="133255" y="1870"/>
                    <a:pt x="130804" y="1587"/>
                  </a:cubicBezTo>
                  <a:cubicBezTo>
                    <a:pt x="122531" y="621"/>
                    <a:pt x="113740" y="-982"/>
                    <a:pt x="105845" y="809"/>
                  </a:cubicBezTo>
                  <a:cubicBezTo>
                    <a:pt x="70422" y="8823"/>
                    <a:pt x="35258" y="17920"/>
                    <a:pt x="0" y="26640"/>
                  </a:cubicBezTo>
                  <a:cubicBezTo>
                    <a:pt x="189" y="28172"/>
                    <a:pt x="354" y="29704"/>
                    <a:pt x="542" y="31236"/>
                  </a:cubicBezTo>
                  <a:cubicBezTo>
                    <a:pt x="36884" y="28031"/>
                    <a:pt x="73250" y="25061"/>
                    <a:pt x="109545" y="2145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26" name="Google Shape;2326;p52"/>
            <p:cNvSpPr/>
            <p:nvPr/>
          </p:nvSpPr>
          <p:spPr>
            <a:xfrm>
              <a:off x="228856" y="2983641"/>
              <a:ext cx="20797" cy="133891"/>
            </a:xfrm>
            <a:custGeom>
              <a:rect b="b" l="l" r="r" t="t"/>
              <a:pathLst>
                <a:path extrusionOk="0" h="133891" w="20797">
                  <a:moveTo>
                    <a:pt x="7259" y="133891"/>
                  </a:moveTo>
                  <a:cubicBezTo>
                    <a:pt x="17441" y="116309"/>
                    <a:pt x="25619" y="12680"/>
                    <a:pt x="17488" y="0"/>
                  </a:cubicBezTo>
                  <a:cubicBezTo>
                    <a:pt x="519" y="15791"/>
                    <a:pt x="-6434" y="110606"/>
                    <a:pt x="7259" y="1338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27" name="Google Shape;2327;p52"/>
            <p:cNvSpPr/>
            <p:nvPr/>
          </p:nvSpPr>
          <p:spPr>
            <a:xfrm>
              <a:off x="664239" y="3758117"/>
              <a:ext cx="86818" cy="39365"/>
            </a:xfrm>
            <a:custGeom>
              <a:rect b="b" l="l" r="r" t="t"/>
              <a:pathLst>
                <a:path extrusionOk="0" h="39365" w="86818">
                  <a:moveTo>
                    <a:pt x="80314" y="25642"/>
                  </a:moveTo>
                  <a:cubicBezTo>
                    <a:pt x="62284" y="9545"/>
                    <a:pt x="40719" y="2286"/>
                    <a:pt x="17292" y="0"/>
                  </a:cubicBezTo>
                  <a:cubicBezTo>
                    <a:pt x="13851" y="189"/>
                    <a:pt x="10481" y="-165"/>
                    <a:pt x="7512" y="707"/>
                  </a:cubicBezTo>
                  <a:cubicBezTo>
                    <a:pt x="4707" y="1532"/>
                    <a:pt x="912" y="3205"/>
                    <a:pt x="111" y="5421"/>
                  </a:cubicBezTo>
                  <a:cubicBezTo>
                    <a:pt x="-549" y="7259"/>
                    <a:pt x="1855" y="11431"/>
                    <a:pt x="4047" y="12892"/>
                  </a:cubicBezTo>
                  <a:cubicBezTo>
                    <a:pt x="26319" y="27740"/>
                    <a:pt x="50877" y="36625"/>
                    <a:pt x="77509" y="39335"/>
                  </a:cubicBezTo>
                  <a:cubicBezTo>
                    <a:pt x="80479" y="39642"/>
                    <a:pt x="83708" y="37521"/>
                    <a:pt x="86819" y="36531"/>
                  </a:cubicBezTo>
                  <a:cubicBezTo>
                    <a:pt x="85381" y="33561"/>
                    <a:pt x="84038" y="30568"/>
                    <a:pt x="82482" y="27669"/>
                  </a:cubicBezTo>
                  <a:cubicBezTo>
                    <a:pt x="82034" y="26821"/>
                    <a:pt x="81044" y="26302"/>
                    <a:pt x="80314" y="2564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28" name="Google Shape;2328;p52"/>
            <p:cNvSpPr/>
            <p:nvPr/>
          </p:nvSpPr>
          <p:spPr>
            <a:xfrm>
              <a:off x="920278" y="3664283"/>
              <a:ext cx="75865" cy="61617"/>
            </a:xfrm>
            <a:custGeom>
              <a:rect b="b" l="l" r="r" t="t"/>
              <a:pathLst>
                <a:path extrusionOk="0" h="61617" w="75865">
                  <a:moveTo>
                    <a:pt x="75866" y="8635"/>
                  </a:moveTo>
                  <a:cubicBezTo>
                    <a:pt x="75253" y="8305"/>
                    <a:pt x="74664" y="7951"/>
                    <a:pt x="74051" y="7621"/>
                  </a:cubicBezTo>
                  <a:cubicBezTo>
                    <a:pt x="74051" y="127"/>
                    <a:pt x="70445" y="-2254"/>
                    <a:pt x="63492" y="2342"/>
                  </a:cubicBezTo>
                  <a:cubicBezTo>
                    <a:pt x="49728" y="11487"/>
                    <a:pt x="36224" y="21126"/>
                    <a:pt x="23450" y="31543"/>
                  </a:cubicBezTo>
                  <a:cubicBezTo>
                    <a:pt x="15272" y="38213"/>
                    <a:pt x="8437" y="46556"/>
                    <a:pt x="1296" y="54404"/>
                  </a:cubicBezTo>
                  <a:cubicBezTo>
                    <a:pt x="117" y="55701"/>
                    <a:pt x="-331" y="58576"/>
                    <a:pt x="259" y="60249"/>
                  </a:cubicBezTo>
                  <a:cubicBezTo>
                    <a:pt x="612" y="61239"/>
                    <a:pt x="3652" y="61640"/>
                    <a:pt x="5467" y="61616"/>
                  </a:cubicBezTo>
                  <a:cubicBezTo>
                    <a:pt x="7376" y="61593"/>
                    <a:pt x="9332" y="60933"/>
                    <a:pt x="11171" y="60273"/>
                  </a:cubicBezTo>
                  <a:cubicBezTo>
                    <a:pt x="31769" y="53037"/>
                    <a:pt x="50105" y="41913"/>
                    <a:pt x="65495" y="26547"/>
                  </a:cubicBezTo>
                  <a:cubicBezTo>
                    <a:pt x="70233" y="21857"/>
                    <a:pt x="72495" y="14668"/>
                    <a:pt x="75866" y="863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29" name="Google Shape;2329;p52"/>
            <p:cNvSpPr/>
            <p:nvPr/>
          </p:nvSpPr>
          <p:spPr>
            <a:xfrm>
              <a:off x="623675" y="3585848"/>
              <a:ext cx="74872" cy="64444"/>
            </a:xfrm>
            <a:custGeom>
              <a:rect b="b" l="l" r="r" t="t"/>
              <a:pathLst>
                <a:path extrusionOk="0" h="64444" w="74872">
                  <a:moveTo>
                    <a:pt x="10862" y="31944"/>
                  </a:moveTo>
                  <a:cubicBezTo>
                    <a:pt x="14939" y="30719"/>
                    <a:pt x="20336" y="30907"/>
                    <a:pt x="24154" y="32628"/>
                  </a:cubicBezTo>
                  <a:cubicBezTo>
                    <a:pt x="29386" y="35008"/>
                    <a:pt x="33723" y="39392"/>
                    <a:pt x="38389" y="42998"/>
                  </a:cubicBezTo>
                  <a:cubicBezTo>
                    <a:pt x="46756" y="49432"/>
                    <a:pt x="54887" y="56172"/>
                    <a:pt x="63513" y="62182"/>
                  </a:cubicBezTo>
                  <a:cubicBezTo>
                    <a:pt x="66082" y="63973"/>
                    <a:pt x="70065" y="63738"/>
                    <a:pt x="73412" y="64445"/>
                  </a:cubicBezTo>
                  <a:cubicBezTo>
                    <a:pt x="73907" y="63549"/>
                    <a:pt x="74402" y="62653"/>
                    <a:pt x="74873" y="61758"/>
                  </a:cubicBezTo>
                  <a:cubicBezTo>
                    <a:pt x="72469" y="58105"/>
                    <a:pt x="70678" y="53792"/>
                    <a:pt x="67543" y="50940"/>
                  </a:cubicBezTo>
                  <a:cubicBezTo>
                    <a:pt x="50975" y="35762"/>
                    <a:pt x="34147" y="20867"/>
                    <a:pt x="17225" y="6090"/>
                  </a:cubicBezTo>
                  <a:cubicBezTo>
                    <a:pt x="14303" y="3521"/>
                    <a:pt x="10767" y="1258"/>
                    <a:pt x="7138" y="103"/>
                  </a:cubicBezTo>
                  <a:cubicBezTo>
                    <a:pt x="5299" y="-486"/>
                    <a:pt x="609" y="1588"/>
                    <a:pt x="539" y="2672"/>
                  </a:cubicBezTo>
                  <a:cubicBezTo>
                    <a:pt x="20" y="10733"/>
                    <a:pt x="-404" y="18934"/>
                    <a:pt x="657" y="26900"/>
                  </a:cubicBezTo>
                  <a:cubicBezTo>
                    <a:pt x="1293" y="31543"/>
                    <a:pt x="5064" y="33665"/>
                    <a:pt x="10862" y="3194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30" name="Google Shape;2330;p52"/>
            <p:cNvSpPr/>
            <p:nvPr/>
          </p:nvSpPr>
          <p:spPr>
            <a:xfrm>
              <a:off x="470006" y="2948303"/>
              <a:ext cx="44197" cy="79717"/>
            </a:xfrm>
            <a:custGeom>
              <a:rect b="b" l="l" r="r" t="t"/>
              <a:pathLst>
                <a:path extrusionOk="0" h="79717" w="44197">
                  <a:moveTo>
                    <a:pt x="14683" y="71728"/>
                  </a:moveTo>
                  <a:cubicBezTo>
                    <a:pt x="24087" y="52025"/>
                    <a:pt x="33538" y="32345"/>
                    <a:pt x="42611" y="12477"/>
                  </a:cubicBezTo>
                  <a:cubicBezTo>
                    <a:pt x="44261" y="8895"/>
                    <a:pt x="45817" y="4205"/>
                    <a:pt x="40726" y="1400"/>
                  </a:cubicBezTo>
                  <a:cubicBezTo>
                    <a:pt x="35470" y="-1499"/>
                    <a:pt x="31087" y="340"/>
                    <a:pt x="27763" y="4747"/>
                  </a:cubicBezTo>
                  <a:cubicBezTo>
                    <a:pt x="12868" y="24403"/>
                    <a:pt x="4855" y="46910"/>
                    <a:pt x="0" y="71916"/>
                  </a:cubicBezTo>
                  <a:cubicBezTo>
                    <a:pt x="943" y="74132"/>
                    <a:pt x="2145" y="76936"/>
                    <a:pt x="3323" y="79717"/>
                  </a:cubicBezTo>
                  <a:cubicBezTo>
                    <a:pt x="6033" y="78398"/>
                    <a:pt x="8885" y="77290"/>
                    <a:pt x="11431" y="75687"/>
                  </a:cubicBezTo>
                  <a:cubicBezTo>
                    <a:pt x="12798" y="74815"/>
                    <a:pt x="13952" y="73236"/>
                    <a:pt x="14683" y="717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31" name="Google Shape;2331;p52"/>
            <p:cNvSpPr/>
            <p:nvPr/>
          </p:nvSpPr>
          <p:spPr>
            <a:xfrm>
              <a:off x="316044" y="3208741"/>
              <a:ext cx="20637" cy="104784"/>
            </a:xfrm>
            <a:custGeom>
              <a:rect b="b" l="l" r="r" t="t"/>
              <a:pathLst>
                <a:path extrusionOk="0" h="104784" w="20637">
                  <a:moveTo>
                    <a:pt x="18680" y="72567"/>
                  </a:moveTo>
                  <a:cubicBezTo>
                    <a:pt x="21532" y="54089"/>
                    <a:pt x="21697" y="35659"/>
                    <a:pt x="16276" y="17535"/>
                  </a:cubicBezTo>
                  <a:cubicBezTo>
                    <a:pt x="13966" y="9828"/>
                    <a:pt x="10525" y="2805"/>
                    <a:pt x="2064" y="0"/>
                  </a:cubicBezTo>
                  <a:cubicBezTo>
                    <a:pt x="-3875" y="7683"/>
                    <a:pt x="3997" y="86001"/>
                    <a:pt x="13047" y="104784"/>
                  </a:cubicBezTo>
                  <a:cubicBezTo>
                    <a:pt x="15098" y="93118"/>
                    <a:pt x="17077" y="82866"/>
                    <a:pt x="18680" y="725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32" name="Google Shape;2332;p52"/>
            <p:cNvSpPr/>
            <p:nvPr/>
          </p:nvSpPr>
          <p:spPr>
            <a:xfrm>
              <a:off x="797812" y="3933889"/>
              <a:ext cx="62342" cy="39731"/>
            </a:xfrm>
            <a:custGeom>
              <a:rect b="b" l="l" r="r" t="t"/>
              <a:pathLst>
                <a:path extrusionOk="0" h="39731" w="62342">
                  <a:moveTo>
                    <a:pt x="58973" y="10299"/>
                  </a:moveTo>
                  <a:cubicBezTo>
                    <a:pt x="60811" y="8367"/>
                    <a:pt x="61259" y="5138"/>
                    <a:pt x="62343" y="2522"/>
                  </a:cubicBezTo>
                  <a:cubicBezTo>
                    <a:pt x="59774" y="1532"/>
                    <a:pt x="57181" y="566"/>
                    <a:pt x="55697" y="0"/>
                  </a:cubicBezTo>
                  <a:cubicBezTo>
                    <a:pt x="36913" y="2215"/>
                    <a:pt x="20226" y="6222"/>
                    <a:pt x="6580" y="17983"/>
                  </a:cubicBezTo>
                  <a:cubicBezTo>
                    <a:pt x="-231" y="23851"/>
                    <a:pt x="-1810" y="30002"/>
                    <a:pt x="2102" y="35564"/>
                  </a:cubicBezTo>
                  <a:cubicBezTo>
                    <a:pt x="6439" y="41716"/>
                    <a:pt x="12779" y="39783"/>
                    <a:pt x="18270" y="37780"/>
                  </a:cubicBezTo>
                  <a:cubicBezTo>
                    <a:pt x="34037" y="32006"/>
                    <a:pt x="47471" y="22437"/>
                    <a:pt x="58973" y="1029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33" name="Google Shape;2333;p52"/>
            <p:cNvSpPr/>
            <p:nvPr/>
          </p:nvSpPr>
          <p:spPr>
            <a:xfrm>
              <a:off x="652354" y="3096920"/>
              <a:ext cx="30903" cy="53823"/>
            </a:xfrm>
            <a:custGeom>
              <a:rect b="b" l="l" r="r" t="t"/>
              <a:pathLst>
                <a:path extrusionOk="0" h="53823" w="30903">
                  <a:moveTo>
                    <a:pt x="17464" y="956"/>
                  </a:moveTo>
                  <a:cubicBezTo>
                    <a:pt x="11501" y="-1212"/>
                    <a:pt x="6434" y="202"/>
                    <a:pt x="4101" y="6283"/>
                  </a:cubicBezTo>
                  <a:cubicBezTo>
                    <a:pt x="2192" y="11232"/>
                    <a:pt x="1485" y="16653"/>
                    <a:pt x="0" y="22827"/>
                  </a:cubicBezTo>
                  <a:cubicBezTo>
                    <a:pt x="1862" y="30676"/>
                    <a:pt x="3205" y="39184"/>
                    <a:pt x="5939" y="47221"/>
                  </a:cubicBezTo>
                  <a:cubicBezTo>
                    <a:pt x="8626" y="55069"/>
                    <a:pt x="14471" y="55964"/>
                    <a:pt x="19915" y="49672"/>
                  </a:cubicBezTo>
                  <a:cubicBezTo>
                    <a:pt x="27056" y="41423"/>
                    <a:pt x="30686" y="31571"/>
                    <a:pt x="30898" y="20588"/>
                  </a:cubicBezTo>
                  <a:cubicBezTo>
                    <a:pt x="31087" y="10548"/>
                    <a:pt x="26844" y="4350"/>
                    <a:pt x="17464" y="95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34" name="Google Shape;2334;p52"/>
            <p:cNvSpPr/>
            <p:nvPr/>
          </p:nvSpPr>
          <p:spPr>
            <a:xfrm>
              <a:off x="756478" y="2572234"/>
              <a:ext cx="108823" cy="22766"/>
            </a:xfrm>
            <a:custGeom>
              <a:rect b="b" l="l" r="r" t="t"/>
              <a:pathLst>
                <a:path extrusionOk="0" h="22766" w="108823">
                  <a:moveTo>
                    <a:pt x="0" y="2687"/>
                  </a:moveTo>
                  <a:cubicBezTo>
                    <a:pt x="35376" y="9357"/>
                    <a:pt x="70775" y="16003"/>
                    <a:pt x="106646" y="22767"/>
                  </a:cubicBezTo>
                  <a:cubicBezTo>
                    <a:pt x="110794" y="10134"/>
                    <a:pt x="109616" y="7683"/>
                    <a:pt x="97832" y="4337"/>
                  </a:cubicBezTo>
                  <a:cubicBezTo>
                    <a:pt x="95946" y="3794"/>
                    <a:pt x="94037" y="3017"/>
                    <a:pt x="92128" y="2946"/>
                  </a:cubicBezTo>
                  <a:cubicBezTo>
                    <a:pt x="61490" y="1909"/>
                    <a:pt x="30827" y="966"/>
                    <a:pt x="189" y="0"/>
                  </a:cubicBezTo>
                  <a:cubicBezTo>
                    <a:pt x="118" y="896"/>
                    <a:pt x="71" y="1791"/>
                    <a:pt x="0" y="268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35" name="Google Shape;2335;p52"/>
            <p:cNvSpPr/>
            <p:nvPr/>
          </p:nvSpPr>
          <p:spPr>
            <a:xfrm>
              <a:off x="1138920" y="2923280"/>
              <a:ext cx="36297" cy="52054"/>
            </a:xfrm>
            <a:custGeom>
              <a:rect b="b" l="l" r="r" t="t"/>
              <a:pathLst>
                <a:path extrusionOk="0" h="52054" w="36297">
                  <a:moveTo>
                    <a:pt x="6010" y="215"/>
                  </a:moveTo>
                  <a:cubicBezTo>
                    <a:pt x="2828" y="1205"/>
                    <a:pt x="1249" y="7474"/>
                    <a:pt x="0" y="9643"/>
                  </a:cubicBezTo>
                  <a:cubicBezTo>
                    <a:pt x="1862" y="26235"/>
                    <a:pt x="6293" y="38749"/>
                    <a:pt x="16946" y="48342"/>
                  </a:cubicBezTo>
                  <a:cubicBezTo>
                    <a:pt x="21141" y="52136"/>
                    <a:pt x="26043" y="53362"/>
                    <a:pt x="31204" y="50416"/>
                  </a:cubicBezTo>
                  <a:cubicBezTo>
                    <a:pt x="36366" y="47470"/>
                    <a:pt x="37426" y="42355"/>
                    <a:pt x="35187" y="37571"/>
                  </a:cubicBezTo>
                  <a:cubicBezTo>
                    <a:pt x="30026" y="26541"/>
                    <a:pt x="24676" y="15488"/>
                    <a:pt x="18148" y="5259"/>
                  </a:cubicBezTo>
                  <a:cubicBezTo>
                    <a:pt x="16097" y="2054"/>
                    <a:pt x="9357" y="-822"/>
                    <a:pt x="6010" y="21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36" name="Google Shape;2336;p52"/>
            <p:cNvSpPr/>
            <p:nvPr/>
          </p:nvSpPr>
          <p:spPr>
            <a:xfrm>
              <a:off x="206183" y="3138543"/>
              <a:ext cx="41622" cy="60471"/>
            </a:xfrm>
            <a:custGeom>
              <a:rect b="b" l="l" r="r" t="t"/>
              <a:pathLst>
                <a:path extrusionOk="0" h="60471" w="41622">
                  <a:moveTo>
                    <a:pt x="22461" y="1450"/>
                  </a:moveTo>
                  <a:cubicBezTo>
                    <a:pt x="12043" y="5739"/>
                    <a:pt x="5656" y="14389"/>
                    <a:pt x="0" y="24122"/>
                  </a:cubicBezTo>
                  <a:cubicBezTo>
                    <a:pt x="5421" y="21436"/>
                    <a:pt x="10724" y="18513"/>
                    <a:pt x="16286" y="16156"/>
                  </a:cubicBezTo>
                  <a:cubicBezTo>
                    <a:pt x="18360" y="15261"/>
                    <a:pt x="20976" y="15638"/>
                    <a:pt x="23333" y="15449"/>
                  </a:cubicBezTo>
                  <a:cubicBezTo>
                    <a:pt x="23498" y="17735"/>
                    <a:pt x="24157" y="20139"/>
                    <a:pt x="23686" y="22331"/>
                  </a:cubicBezTo>
                  <a:cubicBezTo>
                    <a:pt x="22720" y="26903"/>
                    <a:pt x="20457" y="31287"/>
                    <a:pt x="20057" y="35859"/>
                  </a:cubicBezTo>
                  <a:cubicBezTo>
                    <a:pt x="19491" y="42129"/>
                    <a:pt x="19185" y="48751"/>
                    <a:pt x="20552" y="54808"/>
                  </a:cubicBezTo>
                  <a:cubicBezTo>
                    <a:pt x="22060" y="61525"/>
                    <a:pt x="27481" y="62421"/>
                    <a:pt x="31016" y="56670"/>
                  </a:cubicBezTo>
                  <a:cubicBezTo>
                    <a:pt x="39830" y="42388"/>
                    <a:pt x="44120" y="26809"/>
                    <a:pt x="40113" y="10052"/>
                  </a:cubicBezTo>
                  <a:cubicBezTo>
                    <a:pt x="37945" y="931"/>
                    <a:pt x="31087" y="-2109"/>
                    <a:pt x="22461" y="14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37" name="Google Shape;2337;p52"/>
            <p:cNvSpPr/>
            <p:nvPr/>
          </p:nvSpPr>
          <p:spPr>
            <a:xfrm>
              <a:off x="273948" y="3156773"/>
              <a:ext cx="20357" cy="72849"/>
            </a:xfrm>
            <a:custGeom>
              <a:rect b="b" l="l" r="r" t="t"/>
              <a:pathLst>
                <a:path extrusionOk="0" h="72849" w="20357">
                  <a:moveTo>
                    <a:pt x="3576" y="71223"/>
                  </a:moveTo>
                  <a:cubicBezTo>
                    <a:pt x="4731" y="71765"/>
                    <a:pt x="5909" y="72307"/>
                    <a:pt x="7064" y="72849"/>
                  </a:cubicBezTo>
                  <a:cubicBezTo>
                    <a:pt x="8054" y="70846"/>
                    <a:pt x="8926" y="68772"/>
                    <a:pt x="10057" y="66863"/>
                  </a:cubicBezTo>
                  <a:cubicBezTo>
                    <a:pt x="20852" y="48433"/>
                    <a:pt x="23232" y="28918"/>
                    <a:pt x="16869" y="8626"/>
                  </a:cubicBezTo>
                  <a:cubicBezTo>
                    <a:pt x="15808" y="5209"/>
                    <a:pt x="11424" y="2852"/>
                    <a:pt x="8596" y="0"/>
                  </a:cubicBezTo>
                  <a:cubicBezTo>
                    <a:pt x="6004" y="3300"/>
                    <a:pt x="1431" y="6458"/>
                    <a:pt x="1196" y="9899"/>
                  </a:cubicBezTo>
                  <a:cubicBezTo>
                    <a:pt x="88" y="26019"/>
                    <a:pt x="-101" y="42234"/>
                    <a:pt x="41" y="58402"/>
                  </a:cubicBezTo>
                  <a:cubicBezTo>
                    <a:pt x="64" y="62668"/>
                    <a:pt x="2327" y="66934"/>
                    <a:pt x="3576" y="71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38" name="Google Shape;2338;p52"/>
            <p:cNvSpPr/>
            <p:nvPr/>
          </p:nvSpPr>
          <p:spPr>
            <a:xfrm>
              <a:off x="245628" y="2882038"/>
              <a:ext cx="39110" cy="60416"/>
            </a:xfrm>
            <a:custGeom>
              <a:rect b="b" l="l" r="r" t="t"/>
              <a:pathLst>
                <a:path extrusionOk="0" h="60416" w="39110">
                  <a:moveTo>
                    <a:pt x="37789" y="0"/>
                  </a:moveTo>
                  <a:cubicBezTo>
                    <a:pt x="34631" y="1673"/>
                    <a:pt x="33075" y="2074"/>
                    <a:pt x="32156" y="3064"/>
                  </a:cubicBezTo>
                  <a:cubicBezTo>
                    <a:pt x="18604" y="17653"/>
                    <a:pt x="6797" y="33420"/>
                    <a:pt x="457" y="52581"/>
                  </a:cubicBezTo>
                  <a:cubicBezTo>
                    <a:pt x="-274" y="54773"/>
                    <a:pt x="-180" y="58873"/>
                    <a:pt x="1117" y="59722"/>
                  </a:cubicBezTo>
                  <a:cubicBezTo>
                    <a:pt x="2861" y="60877"/>
                    <a:pt x="6372" y="60429"/>
                    <a:pt x="8682" y="59557"/>
                  </a:cubicBezTo>
                  <a:cubicBezTo>
                    <a:pt x="23789" y="53853"/>
                    <a:pt x="38944" y="31699"/>
                    <a:pt x="39109" y="15154"/>
                  </a:cubicBezTo>
                  <a:cubicBezTo>
                    <a:pt x="39156" y="10606"/>
                    <a:pt x="38354" y="6033"/>
                    <a:pt x="37789"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39" name="Google Shape;2339;p52"/>
            <p:cNvSpPr/>
            <p:nvPr/>
          </p:nvSpPr>
          <p:spPr>
            <a:xfrm>
              <a:off x="183763" y="2948213"/>
              <a:ext cx="43408" cy="40419"/>
            </a:xfrm>
            <a:custGeom>
              <a:rect b="b" l="l" r="r" t="t"/>
              <a:pathLst>
                <a:path extrusionOk="0" h="40419" w="43408">
                  <a:moveTo>
                    <a:pt x="7" y="30973"/>
                  </a:moveTo>
                  <a:cubicBezTo>
                    <a:pt x="-205" y="39741"/>
                    <a:pt x="4367" y="42734"/>
                    <a:pt x="12239" y="38562"/>
                  </a:cubicBezTo>
                  <a:cubicBezTo>
                    <a:pt x="24754" y="31940"/>
                    <a:pt x="34040" y="21805"/>
                    <a:pt x="41558" y="10045"/>
                  </a:cubicBezTo>
                  <a:cubicBezTo>
                    <a:pt x="45117" y="4483"/>
                    <a:pt x="43514" y="1560"/>
                    <a:pt x="37009" y="405"/>
                  </a:cubicBezTo>
                  <a:cubicBezTo>
                    <a:pt x="19215" y="-2729"/>
                    <a:pt x="455" y="12779"/>
                    <a:pt x="7" y="3097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40" name="Google Shape;2340;p52"/>
            <p:cNvSpPr/>
            <p:nvPr/>
          </p:nvSpPr>
          <p:spPr>
            <a:xfrm>
              <a:off x="725180" y="3917369"/>
              <a:ext cx="85599" cy="16684"/>
            </a:xfrm>
            <a:custGeom>
              <a:rect b="b" l="l" r="r" t="t"/>
              <a:pathLst>
                <a:path extrusionOk="0" h="16684" w="85599">
                  <a:moveTo>
                    <a:pt x="0" y="4194"/>
                  </a:moveTo>
                  <a:cubicBezTo>
                    <a:pt x="10818" y="16308"/>
                    <a:pt x="74099" y="21352"/>
                    <a:pt x="85600" y="11382"/>
                  </a:cubicBezTo>
                  <a:cubicBezTo>
                    <a:pt x="72897" y="1154"/>
                    <a:pt x="10464" y="-4314"/>
                    <a:pt x="0" y="41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41" name="Google Shape;2341;p52"/>
            <p:cNvSpPr/>
            <p:nvPr/>
          </p:nvSpPr>
          <p:spPr>
            <a:xfrm>
              <a:off x="302847" y="3044918"/>
              <a:ext cx="21216" cy="73438"/>
            </a:xfrm>
            <a:custGeom>
              <a:rect b="b" l="l" r="r" t="t"/>
              <a:pathLst>
                <a:path extrusionOk="0" h="73438" w="21216">
                  <a:moveTo>
                    <a:pt x="15238" y="73439"/>
                  </a:moveTo>
                  <a:cubicBezTo>
                    <a:pt x="16959" y="70021"/>
                    <a:pt x="18349" y="68254"/>
                    <a:pt x="18773" y="66274"/>
                  </a:cubicBezTo>
                  <a:cubicBezTo>
                    <a:pt x="23204" y="45652"/>
                    <a:pt x="21861" y="25477"/>
                    <a:pt x="12669" y="6340"/>
                  </a:cubicBezTo>
                  <a:cubicBezTo>
                    <a:pt x="11349" y="3582"/>
                    <a:pt x="7343" y="2098"/>
                    <a:pt x="4585" y="0"/>
                  </a:cubicBezTo>
                  <a:cubicBezTo>
                    <a:pt x="3006" y="3252"/>
                    <a:pt x="131" y="6481"/>
                    <a:pt x="37" y="9781"/>
                  </a:cubicBezTo>
                  <a:cubicBezTo>
                    <a:pt x="-482" y="29295"/>
                    <a:pt x="4585" y="47844"/>
                    <a:pt x="11019" y="66038"/>
                  </a:cubicBezTo>
                  <a:cubicBezTo>
                    <a:pt x="11774" y="68183"/>
                    <a:pt x="13282" y="70045"/>
                    <a:pt x="15238" y="7343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42" name="Google Shape;2342;p52"/>
            <p:cNvSpPr/>
            <p:nvPr/>
          </p:nvSpPr>
          <p:spPr>
            <a:xfrm>
              <a:off x="650280" y="3887752"/>
              <a:ext cx="53236" cy="30841"/>
            </a:xfrm>
            <a:custGeom>
              <a:rect b="b" l="l" r="r" t="t"/>
              <a:pathLst>
                <a:path extrusionOk="0" h="30841" w="53236">
                  <a:moveTo>
                    <a:pt x="47961" y="12223"/>
                  </a:moveTo>
                  <a:cubicBezTo>
                    <a:pt x="36601" y="3620"/>
                    <a:pt x="23663" y="-669"/>
                    <a:pt x="9404" y="85"/>
                  </a:cubicBezTo>
                  <a:cubicBezTo>
                    <a:pt x="6198" y="250"/>
                    <a:pt x="3135" y="2890"/>
                    <a:pt x="0" y="4398"/>
                  </a:cubicBezTo>
                  <a:cubicBezTo>
                    <a:pt x="1650" y="7721"/>
                    <a:pt x="2451" y="12223"/>
                    <a:pt x="5114" y="14202"/>
                  </a:cubicBezTo>
                  <a:cubicBezTo>
                    <a:pt x="18666" y="24313"/>
                    <a:pt x="35258" y="26199"/>
                    <a:pt x="50813" y="30841"/>
                  </a:cubicBezTo>
                  <a:cubicBezTo>
                    <a:pt x="54537" y="23182"/>
                    <a:pt x="54254" y="16983"/>
                    <a:pt x="47961" y="12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43" name="Google Shape;2343;p52"/>
            <p:cNvSpPr/>
            <p:nvPr/>
          </p:nvSpPr>
          <p:spPr>
            <a:xfrm>
              <a:off x="273793" y="2995072"/>
              <a:ext cx="15487" cy="74664"/>
            </a:xfrm>
            <a:custGeom>
              <a:rect b="b" l="l" r="r" t="t"/>
              <a:pathLst>
                <a:path extrusionOk="0" h="74664" w="15487">
                  <a:moveTo>
                    <a:pt x="5122" y="74664"/>
                  </a:moveTo>
                  <a:cubicBezTo>
                    <a:pt x="6843" y="71412"/>
                    <a:pt x="9199" y="68324"/>
                    <a:pt x="10142" y="64836"/>
                  </a:cubicBezTo>
                  <a:cubicBezTo>
                    <a:pt x="14809" y="47561"/>
                    <a:pt x="17000" y="29979"/>
                    <a:pt x="14337" y="12114"/>
                  </a:cubicBezTo>
                  <a:cubicBezTo>
                    <a:pt x="13607" y="7212"/>
                    <a:pt x="14361" y="71"/>
                    <a:pt x="7856" y="0"/>
                  </a:cubicBezTo>
                  <a:cubicBezTo>
                    <a:pt x="5381" y="-24"/>
                    <a:pt x="880" y="7471"/>
                    <a:pt x="668" y="11713"/>
                  </a:cubicBezTo>
                  <a:cubicBezTo>
                    <a:pt x="-252" y="29154"/>
                    <a:pt x="8" y="46665"/>
                    <a:pt x="126" y="64129"/>
                  </a:cubicBezTo>
                  <a:cubicBezTo>
                    <a:pt x="149" y="67405"/>
                    <a:pt x="1540" y="70681"/>
                    <a:pt x="2294" y="73957"/>
                  </a:cubicBezTo>
                  <a:cubicBezTo>
                    <a:pt x="3213" y="74216"/>
                    <a:pt x="4179" y="74429"/>
                    <a:pt x="5122" y="7466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44" name="Google Shape;2344;p52"/>
            <p:cNvSpPr/>
            <p:nvPr/>
          </p:nvSpPr>
          <p:spPr>
            <a:xfrm>
              <a:off x="844279" y="3812063"/>
              <a:ext cx="47590" cy="27176"/>
            </a:xfrm>
            <a:custGeom>
              <a:rect b="b" l="l" r="r" t="t"/>
              <a:pathLst>
                <a:path extrusionOk="0" h="27176" w="47590">
                  <a:moveTo>
                    <a:pt x="8004" y="2029"/>
                  </a:moveTo>
                  <a:cubicBezTo>
                    <a:pt x="-1187" y="4857"/>
                    <a:pt x="-2649" y="11527"/>
                    <a:pt x="4587" y="17726"/>
                  </a:cubicBezTo>
                  <a:cubicBezTo>
                    <a:pt x="11492" y="23641"/>
                    <a:pt x="19623" y="26870"/>
                    <a:pt x="30983" y="27176"/>
                  </a:cubicBezTo>
                  <a:cubicBezTo>
                    <a:pt x="32774" y="26634"/>
                    <a:pt x="37158" y="26352"/>
                    <a:pt x="40010" y="24160"/>
                  </a:cubicBezTo>
                  <a:cubicBezTo>
                    <a:pt x="43404" y="21544"/>
                    <a:pt x="47151" y="17443"/>
                    <a:pt x="47575" y="13625"/>
                  </a:cubicBezTo>
                  <a:cubicBezTo>
                    <a:pt x="47882" y="10891"/>
                    <a:pt x="43545" y="6436"/>
                    <a:pt x="40269" y="4740"/>
                  </a:cubicBezTo>
                  <a:cubicBezTo>
                    <a:pt x="30064" y="-563"/>
                    <a:pt x="19034" y="-1341"/>
                    <a:pt x="8004" y="20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45" name="Google Shape;2345;p52"/>
            <p:cNvSpPr/>
            <p:nvPr/>
          </p:nvSpPr>
          <p:spPr>
            <a:xfrm>
              <a:off x="272219" y="3249109"/>
              <a:ext cx="24684" cy="63238"/>
            </a:xfrm>
            <a:custGeom>
              <a:rect b="b" l="l" r="r" t="t"/>
              <a:pathLst>
                <a:path extrusionOk="0" h="63238" w="24684">
                  <a:moveTo>
                    <a:pt x="19753" y="63026"/>
                  </a:moveTo>
                  <a:cubicBezTo>
                    <a:pt x="21167" y="57417"/>
                    <a:pt x="23170" y="51855"/>
                    <a:pt x="23901" y="46151"/>
                  </a:cubicBezTo>
                  <a:cubicBezTo>
                    <a:pt x="26022" y="29418"/>
                    <a:pt x="24608" y="13509"/>
                    <a:pt x="9925" y="2102"/>
                  </a:cubicBezTo>
                  <a:cubicBezTo>
                    <a:pt x="8039" y="641"/>
                    <a:pt x="4858" y="-396"/>
                    <a:pt x="2713" y="146"/>
                  </a:cubicBezTo>
                  <a:cubicBezTo>
                    <a:pt x="1346" y="476"/>
                    <a:pt x="-68" y="4105"/>
                    <a:pt x="3" y="6203"/>
                  </a:cubicBezTo>
                  <a:cubicBezTo>
                    <a:pt x="497" y="26849"/>
                    <a:pt x="8958" y="45044"/>
                    <a:pt x="17255" y="63238"/>
                  </a:cubicBezTo>
                  <a:cubicBezTo>
                    <a:pt x="18056" y="63191"/>
                    <a:pt x="18904" y="63120"/>
                    <a:pt x="19753" y="6302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46" name="Google Shape;2346;p52"/>
            <p:cNvSpPr/>
            <p:nvPr/>
          </p:nvSpPr>
          <p:spPr>
            <a:xfrm>
              <a:off x="353673" y="2233375"/>
              <a:ext cx="66415" cy="25761"/>
            </a:xfrm>
            <a:custGeom>
              <a:rect b="b" l="l" r="r" t="t"/>
              <a:pathLst>
                <a:path extrusionOk="0" h="25761" w="66415">
                  <a:moveTo>
                    <a:pt x="66415" y="2140"/>
                  </a:moveTo>
                  <a:cubicBezTo>
                    <a:pt x="52816" y="-5685"/>
                    <a:pt x="7966" y="9352"/>
                    <a:pt x="0" y="24600"/>
                  </a:cubicBezTo>
                  <a:cubicBezTo>
                    <a:pt x="19208" y="29502"/>
                    <a:pt x="52887" y="18284"/>
                    <a:pt x="66415" y="214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47" name="Google Shape;2347;p52"/>
            <p:cNvSpPr/>
            <p:nvPr/>
          </p:nvSpPr>
          <p:spPr>
            <a:xfrm>
              <a:off x="744105" y="2539634"/>
              <a:ext cx="66910" cy="16852"/>
            </a:xfrm>
            <a:custGeom>
              <a:rect b="b" l="l" r="r" t="t"/>
              <a:pathLst>
                <a:path extrusionOk="0" h="16852" w="66910">
                  <a:moveTo>
                    <a:pt x="19090" y="4224"/>
                  </a:moveTo>
                  <a:cubicBezTo>
                    <a:pt x="12562" y="5285"/>
                    <a:pt x="6340" y="8372"/>
                    <a:pt x="0" y="10540"/>
                  </a:cubicBezTo>
                  <a:cubicBezTo>
                    <a:pt x="118" y="11931"/>
                    <a:pt x="212" y="13298"/>
                    <a:pt x="330" y="14688"/>
                  </a:cubicBezTo>
                  <a:cubicBezTo>
                    <a:pt x="12468" y="15490"/>
                    <a:pt x="24605" y="17045"/>
                    <a:pt x="36719" y="16833"/>
                  </a:cubicBezTo>
                  <a:cubicBezTo>
                    <a:pt x="44662" y="16715"/>
                    <a:pt x="52722" y="14547"/>
                    <a:pt x="60429" y="12285"/>
                  </a:cubicBezTo>
                  <a:cubicBezTo>
                    <a:pt x="63045" y="11530"/>
                    <a:pt x="64789" y="7736"/>
                    <a:pt x="66910" y="5308"/>
                  </a:cubicBezTo>
                  <a:cubicBezTo>
                    <a:pt x="64059" y="3446"/>
                    <a:pt x="61112" y="-160"/>
                    <a:pt x="58402" y="5"/>
                  </a:cubicBezTo>
                  <a:cubicBezTo>
                    <a:pt x="45251" y="807"/>
                    <a:pt x="32100" y="2127"/>
                    <a:pt x="19090" y="422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48" name="Google Shape;2348;p52"/>
            <p:cNvSpPr/>
            <p:nvPr/>
          </p:nvSpPr>
          <p:spPr>
            <a:xfrm>
              <a:off x="1155324" y="3913500"/>
              <a:ext cx="33592" cy="33118"/>
            </a:xfrm>
            <a:custGeom>
              <a:rect b="b" l="l" r="r" t="t"/>
              <a:pathLst>
                <a:path extrusionOk="0" h="33118" w="33592">
                  <a:moveTo>
                    <a:pt x="22248" y="3"/>
                  </a:moveTo>
                  <a:cubicBezTo>
                    <a:pt x="12091" y="-186"/>
                    <a:pt x="-23" y="9053"/>
                    <a:pt x="0" y="16925"/>
                  </a:cubicBezTo>
                  <a:cubicBezTo>
                    <a:pt x="24" y="24137"/>
                    <a:pt x="10182" y="32975"/>
                    <a:pt x="18525" y="33116"/>
                  </a:cubicBezTo>
                  <a:cubicBezTo>
                    <a:pt x="27528" y="33258"/>
                    <a:pt x="33326" y="26258"/>
                    <a:pt x="33585" y="14992"/>
                  </a:cubicBezTo>
                  <a:cubicBezTo>
                    <a:pt x="33797" y="5518"/>
                    <a:pt x="29720" y="144"/>
                    <a:pt x="22248" y="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49" name="Google Shape;2349;p52"/>
            <p:cNvSpPr/>
            <p:nvPr/>
          </p:nvSpPr>
          <p:spPr>
            <a:xfrm>
              <a:off x="614610" y="2571373"/>
              <a:ext cx="41969" cy="39442"/>
            </a:xfrm>
            <a:custGeom>
              <a:rect b="b" l="l" r="r" t="t"/>
              <a:pathLst>
                <a:path extrusionOk="0" h="39442" w="41969">
                  <a:moveTo>
                    <a:pt x="670" y="31900"/>
                  </a:moveTo>
                  <a:cubicBezTo>
                    <a:pt x="-861" y="35718"/>
                    <a:pt x="-37" y="39419"/>
                    <a:pt x="5973" y="39442"/>
                  </a:cubicBezTo>
                  <a:cubicBezTo>
                    <a:pt x="6704" y="39230"/>
                    <a:pt x="7906" y="39018"/>
                    <a:pt x="9037" y="38547"/>
                  </a:cubicBezTo>
                  <a:cubicBezTo>
                    <a:pt x="23320" y="32749"/>
                    <a:pt x="33831" y="22591"/>
                    <a:pt x="41279" y="9346"/>
                  </a:cubicBezTo>
                  <a:cubicBezTo>
                    <a:pt x="42575" y="7036"/>
                    <a:pt x="41632" y="3453"/>
                    <a:pt x="41726" y="460"/>
                  </a:cubicBezTo>
                  <a:cubicBezTo>
                    <a:pt x="38686" y="460"/>
                    <a:pt x="34821" y="-718"/>
                    <a:pt x="32770" y="696"/>
                  </a:cubicBezTo>
                  <a:cubicBezTo>
                    <a:pt x="24121" y="6635"/>
                    <a:pt x="15683" y="12999"/>
                    <a:pt x="7859" y="19998"/>
                  </a:cubicBezTo>
                  <a:cubicBezTo>
                    <a:pt x="4536" y="22968"/>
                    <a:pt x="2367" y="27635"/>
                    <a:pt x="670" y="3190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50" name="Google Shape;2350;p52"/>
            <p:cNvSpPr/>
            <p:nvPr/>
          </p:nvSpPr>
          <p:spPr>
            <a:xfrm>
              <a:off x="601629" y="3717698"/>
              <a:ext cx="41788" cy="33354"/>
            </a:xfrm>
            <a:custGeom>
              <a:rect b="b" l="l" r="r" t="t"/>
              <a:pathLst>
                <a:path extrusionOk="0" h="33354" w="41788">
                  <a:moveTo>
                    <a:pt x="6" y="6552"/>
                  </a:moveTo>
                  <a:cubicBezTo>
                    <a:pt x="760" y="17983"/>
                    <a:pt x="20298" y="34622"/>
                    <a:pt x="31729" y="33278"/>
                  </a:cubicBezTo>
                  <a:cubicBezTo>
                    <a:pt x="35146" y="32878"/>
                    <a:pt x="39082" y="30285"/>
                    <a:pt x="41156" y="27504"/>
                  </a:cubicBezTo>
                  <a:cubicBezTo>
                    <a:pt x="42429" y="25784"/>
                    <a:pt x="41651" y="20787"/>
                    <a:pt x="39977" y="18949"/>
                  </a:cubicBezTo>
                  <a:cubicBezTo>
                    <a:pt x="30739" y="8815"/>
                    <a:pt x="18648" y="3630"/>
                    <a:pt x="3706" y="0"/>
                  </a:cubicBezTo>
                  <a:cubicBezTo>
                    <a:pt x="2410" y="2145"/>
                    <a:pt x="-136" y="4454"/>
                    <a:pt x="6" y="655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51" name="Google Shape;2351;p52"/>
            <p:cNvSpPr/>
            <p:nvPr/>
          </p:nvSpPr>
          <p:spPr>
            <a:xfrm>
              <a:off x="205446" y="2886289"/>
              <a:ext cx="39182" cy="41739"/>
            </a:xfrm>
            <a:custGeom>
              <a:rect b="b" l="l" r="r" t="t"/>
              <a:pathLst>
                <a:path extrusionOk="0" h="41739" w="39182">
                  <a:moveTo>
                    <a:pt x="37857" y="10692"/>
                  </a:moveTo>
                  <a:cubicBezTo>
                    <a:pt x="38564" y="9137"/>
                    <a:pt x="38918" y="7440"/>
                    <a:pt x="39177" y="6615"/>
                  </a:cubicBezTo>
                  <a:cubicBezTo>
                    <a:pt x="39319" y="416"/>
                    <a:pt x="36443" y="-1493"/>
                    <a:pt x="30716" y="1171"/>
                  </a:cubicBezTo>
                  <a:cubicBezTo>
                    <a:pt x="16764" y="7699"/>
                    <a:pt x="6983" y="18587"/>
                    <a:pt x="643" y="32446"/>
                  </a:cubicBezTo>
                  <a:cubicBezTo>
                    <a:pt x="-535" y="34991"/>
                    <a:pt x="290" y="38455"/>
                    <a:pt x="172" y="41496"/>
                  </a:cubicBezTo>
                  <a:cubicBezTo>
                    <a:pt x="3377" y="41402"/>
                    <a:pt x="7195" y="42368"/>
                    <a:pt x="9717" y="41001"/>
                  </a:cubicBezTo>
                  <a:cubicBezTo>
                    <a:pt x="22491" y="34190"/>
                    <a:pt x="31871" y="23914"/>
                    <a:pt x="37857" y="1069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52" name="Google Shape;2352;p52"/>
            <p:cNvSpPr/>
            <p:nvPr/>
          </p:nvSpPr>
          <p:spPr>
            <a:xfrm>
              <a:off x="456519" y="3259342"/>
              <a:ext cx="27537" cy="63021"/>
            </a:xfrm>
            <a:custGeom>
              <a:rect b="b" l="l" r="r" t="t"/>
              <a:pathLst>
                <a:path extrusionOk="0" h="63021" w="27537">
                  <a:moveTo>
                    <a:pt x="1916" y="0"/>
                  </a:moveTo>
                  <a:cubicBezTo>
                    <a:pt x="1279" y="4337"/>
                    <a:pt x="-606" y="8909"/>
                    <a:pt x="195" y="12939"/>
                  </a:cubicBezTo>
                  <a:cubicBezTo>
                    <a:pt x="3518" y="29366"/>
                    <a:pt x="11178" y="44049"/>
                    <a:pt x="20346" y="57931"/>
                  </a:cubicBezTo>
                  <a:cubicBezTo>
                    <a:pt x="21595" y="59816"/>
                    <a:pt x="23433" y="61348"/>
                    <a:pt x="24989" y="63021"/>
                  </a:cubicBezTo>
                  <a:cubicBezTo>
                    <a:pt x="25625" y="62691"/>
                    <a:pt x="26238" y="62338"/>
                    <a:pt x="26874" y="62008"/>
                  </a:cubicBezTo>
                  <a:cubicBezTo>
                    <a:pt x="27110" y="60123"/>
                    <a:pt x="27581" y="58237"/>
                    <a:pt x="27534" y="56352"/>
                  </a:cubicBezTo>
                  <a:cubicBezTo>
                    <a:pt x="27134" y="38558"/>
                    <a:pt x="20652" y="22626"/>
                    <a:pt x="11720" y="7660"/>
                  </a:cubicBezTo>
                  <a:cubicBezTo>
                    <a:pt x="9764" y="4337"/>
                    <a:pt x="5262" y="2522"/>
                    <a:pt x="1916"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53" name="Google Shape;2353;p52"/>
            <p:cNvSpPr/>
            <p:nvPr/>
          </p:nvSpPr>
          <p:spPr>
            <a:xfrm>
              <a:off x="1059613" y="2484313"/>
              <a:ext cx="49611" cy="25818"/>
            </a:xfrm>
            <a:custGeom>
              <a:rect b="b" l="l" r="r" t="t"/>
              <a:pathLst>
                <a:path extrusionOk="0" h="25818" w="49611">
                  <a:moveTo>
                    <a:pt x="43413" y="10688"/>
                  </a:moveTo>
                  <a:cubicBezTo>
                    <a:pt x="33773" y="3334"/>
                    <a:pt x="22555" y="-719"/>
                    <a:pt x="10323" y="106"/>
                  </a:cubicBezTo>
                  <a:cubicBezTo>
                    <a:pt x="6764" y="341"/>
                    <a:pt x="3441" y="3712"/>
                    <a:pt x="0" y="5644"/>
                  </a:cubicBezTo>
                  <a:cubicBezTo>
                    <a:pt x="2239" y="8684"/>
                    <a:pt x="3818" y="13233"/>
                    <a:pt x="6811" y="14506"/>
                  </a:cubicBezTo>
                  <a:cubicBezTo>
                    <a:pt x="17087" y="18913"/>
                    <a:pt x="27858" y="22165"/>
                    <a:pt x="38346" y="25819"/>
                  </a:cubicBezTo>
                  <a:cubicBezTo>
                    <a:pt x="42988" y="23674"/>
                    <a:pt x="46288" y="22142"/>
                    <a:pt x="49611" y="20610"/>
                  </a:cubicBezTo>
                  <a:cubicBezTo>
                    <a:pt x="47584" y="17240"/>
                    <a:pt x="46312" y="12880"/>
                    <a:pt x="43413" y="1068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54" name="Google Shape;2354;p52"/>
            <p:cNvSpPr/>
            <p:nvPr/>
          </p:nvSpPr>
          <p:spPr>
            <a:xfrm>
              <a:off x="1216188" y="3885281"/>
              <a:ext cx="33982" cy="29824"/>
            </a:xfrm>
            <a:custGeom>
              <a:rect b="b" l="l" r="r" t="t"/>
              <a:pathLst>
                <a:path extrusionOk="0" h="29824" w="33982">
                  <a:moveTo>
                    <a:pt x="18867" y="270"/>
                  </a:moveTo>
                  <a:cubicBezTo>
                    <a:pt x="10170" y="1849"/>
                    <a:pt x="4208" y="7246"/>
                    <a:pt x="1144" y="15448"/>
                  </a:cubicBezTo>
                  <a:cubicBezTo>
                    <a:pt x="-2014" y="23862"/>
                    <a:pt x="1379" y="28340"/>
                    <a:pt x="11184" y="29825"/>
                  </a:cubicBezTo>
                  <a:cubicBezTo>
                    <a:pt x="17217" y="26808"/>
                    <a:pt x="23604" y="24333"/>
                    <a:pt x="29143" y="20562"/>
                  </a:cubicBezTo>
                  <a:cubicBezTo>
                    <a:pt x="33762" y="17404"/>
                    <a:pt x="35365" y="11936"/>
                    <a:pt x="32678" y="6657"/>
                  </a:cubicBezTo>
                  <a:cubicBezTo>
                    <a:pt x="29921" y="1260"/>
                    <a:pt x="24688" y="-791"/>
                    <a:pt x="18867" y="27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55" name="Google Shape;2355;p52"/>
            <p:cNvSpPr/>
            <p:nvPr/>
          </p:nvSpPr>
          <p:spPr>
            <a:xfrm>
              <a:off x="177611" y="3034557"/>
              <a:ext cx="27300" cy="35124"/>
            </a:xfrm>
            <a:custGeom>
              <a:rect b="b" l="l" r="r" t="t"/>
              <a:pathLst>
                <a:path extrusionOk="0" h="35124" w="27300">
                  <a:moveTo>
                    <a:pt x="10590" y="4021"/>
                  </a:moveTo>
                  <a:cubicBezTo>
                    <a:pt x="6772" y="7627"/>
                    <a:pt x="3567" y="12270"/>
                    <a:pt x="1304" y="17031"/>
                  </a:cubicBezTo>
                  <a:cubicBezTo>
                    <a:pt x="-1925" y="23819"/>
                    <a:pt x="1116" y="30866"/>
                    <a:pt x="7408" y="33812"/>
                  </a:cubicBezTo>
                  <a:cubicBezTo>
                    <a:pt x="13984" y="36875"/>
                    <a:pt x="20347" y="34542"/>
                    <a:pt x="23741" y="27189"/>
                  </a:cubicBezTo>
                  <a:cubicBezTo>
                    <a:pt x="25556" y="23253"/>
                    <a:pt x="26310" y="18822"/>
                    <a:pt x="27300" y="15452"/>
                  </a:cubicBezTo>
                  <a:cubicBezTo>
                    <a:pt x="26782" y="12482"/>
                    <a:pt x="26593" y="10503"/>
                    <a:pt x="26098" y="8641"/>
                  </a:cubicBezTo>
                  <a:cubicBezTo>
                    <a:pt x="23529" y="-787"/>
                    <a:pt x="17731" y="-2766"/>
                    <a:pt x="10590" y="402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56" name="Google Shape;2356;p52"/>
            <p:cNvSpPr/>
            <p:nvPr/>
          </p:nvSpPr>
          <p:spPr>
            <a:xfrm>
              <a:off x="703551" y="3938976"/>
              <a:ext cx="27543" cy="34163"/>
            </a:xfrm>
            <a:custGeom>
              <a:rect b="b" l="l" r="r" t="t"/>
              <a:pathLst>
                <a:path extrusionOk="0" h="34163" w="27543">
                  <a:moveTo>
                    <a:pt x="11895" y="970"/>
                  </a:moveTo>
                  <a:cubicBezTo>
                    <a:pt x="7370" y="-1387"/>
                    <a:pt x="4329" y="829"/>
                    <a:pt x="2161" y="4623"/>
                  </a:cubicBezTo>
                  <a:cubicBezTo>
                    <a:pt x="-2058" y="11953"/>
                    <a:pt x="87" y="27037"/>
                    <a:pt x="6969" y="31892"/>
                  </a:cubicBezTo>
                  <a:cubicBezTo>
                    <a:pt x="9962" y="33989"/>
                    <a:pt x="15618" y="34885"/>
                    <a:pt x="18824" y="33494"/>
                  </a:cubicBezTo>
                  <a:cubicBezTo>
                    <a:pt x="22713" y="31821"/>
                    <a:pt x="25305" y="27131"/>
                    <a:pt x="27544" y="24727"/>
                  </a:cubicBezTo>
                  <a:cubicBezTo>
                    <a:pt x="25211" y="13014"/>
                    <a:pt x="20591" y="5519"/>
                    <a:pt x="11895" y="97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57" name="Google Shape;2357;p52"/>
            <p:cNvSpPr/>
            <p:nvPr/>
          </p:nvSpPr>
          <p:spPr>
            <a:xfrm>
              <a:off x="392632" y="3641995"/>
              <a:ext cx="27649" cy="35120"/>
            </a:xfrm>
            <a:custGeom>
              <a:rect b="b" l="l" r="r" t="t"/>
              <a:pathLst>
                <a:path extrusionOk="0" h="35120" w="27649">
                  <a:moveTo>
                    <a:pt x="14023" y="2029"/>
                  </a:moveTo>
                  <a:cubicBezTo>
                    <a:pt x="9993" y="-2001"/>
                    <a:pt x="4431" y="332"/>
                    <a:pt x="2310" y="5870"/>
                  </a:cubicBezTo>
                  <a:cubicBezTo>
                    <a:pt x="1273" y="8581"/>
                    <a:pt x="919" y="11574"/>
                    <a:pt x="0" y="15580"/>
                  </a:cubicBezTo>
                  <a:cubicBezTo>
                    <a:pt x="1461" y="19681"/>
                    <a:pt x="2640" y="24796"/>
                    <a:pt x="5020" y="29227"/>
                  </a:cubicBezTo>
                  <a:cubicBezTo>
                    <a:pt x="7943" y="34647"/>
                    <a:pt x="13033" y="36391"/>
                    <a:pt x="18996" y="34199"/>
                  </a:cubicBezTo>
                  <a:cubicBezTo>
                    <a:pt x="24912" y="32031"/>
                    <a:pt x="29460" y="25503"/>
                    <a:pt x="26939" y="20200"/>
                  </a:cubicBezTo>
                  <a:cubicBezTo>
                    <a:pt x="23804" y="13577"/>
                    <a:pt x="19255" y="7237"/>
                    <a:pt x="14023" y="20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58" name="Google Shape;2358;p52"/>
            <p:cNvSpPr/>
            <p:nvPr/>
          </p:nvSpPr>
          <p:spPr>
            <a:xfrm>
              <a:off x="487847" y="3196528"/>
              <a:ext cx="26544" cy="35131"/>
            </a:xfrm>
            <a:custGeom>
              <a:rect b="b" l="l" r="r" t="t"/>
              <a:pathLst>
                <a:path extrusionOk="0" h="35131" w="26544">
                  <a:moveTo>
                    <a:pt x="17959" y="34321"/>
                  </a:moveTo>
                  <a:cubicBezTo>
                    <a:pt x="24370" y="32035"/>
                    <a:pt x="28423" y="25930"/>
                    <a:pt x="25666" y="19213"/>
                  </a:cubicBezTo>
                  <a:cubicBezTo>
                    <a:pt x="23120" y="12944"/>
                    <a:pt x="18666" y="7005"/>
                    <a:pt x="13740" y="2315"/>
                  </a:cubicBezTo>
                  <a:cubicBezTo>
                    <a:pt x="8838" y="-2351"/>
                    <a:pt x="2687" y="430"/>
                    <a:pt x="943" y="7147"/>
                  </a:cubicBezTo>
                  <a:cubicBezTo>
                    <a:pt x="330" y="9503"/>
                    <a:pt x="424" y="12025"/>
                    <a:pt x="0" y="16220"/>
                  </a:cubicBezTo>
                  <a:cubicBezTo>
                    <a:pt x="707" y="18860"/>
                    <a:pt x="1296" y="23291"/>
                    <a:pt x="3040" y="27227"/>
                  </a:cubicBezTo>
                  <a:cubicBezTo>
                    <a:pt x="6222" y="34226"/>
                    <a:pt x="11690" y="36536"/>
                    <a:pt x="17959" y="3432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59" name="Google Shape;2359;p52"/>
            <p:cNvSpPr/>
            <p:nvPr/>
          </p:nvSpPr>
          <p:spPr>
            <a:xfrm>
              <a:off x="1054659" y="3920419"/>
              <a:ext cx="34603" cy="26311"/>
            </a:xfrm>
            <a:custGeom>
              <a:rect b="b" l="l" r="r" t="t"/>
              <a:pathLst>
                <a:path extrusionOk="0" h="26311" w="34603">
                  <a:moveTo>
                    <a:pt x="27981" y="1167"/>
                  </a:moveTo>
                  <a:cubicBezTo>
                    <a:pt x="20462" y="-836"/>
                    <a:pt x="12756" y="-482"/>
                    <a:pt x="5874" y="3972"/>
                  </a:cubicBezTo>
                  <a:cubicBezTo>
                    <a:pt x="-2352" y="9299"/>
                    <a:pt x="-1833" y="20493"/>
                    <a:pt x="6769" y="25160"/>
                  </a:cubicBezTo>
                  <a:cubicBezTo>
                    <a:pt x="15631" y="29968"/>
                    <a:pt x="34368" y="18938"/>
                    <a:pt x="34603" y="6635"/>
                  </a:cubicBezTo>
                  <a:cubicBezTo>
                    <a:pt x="33119" y="5339"/>
                    <a:pt x="30903" y="1922"/>
                    <a:pt x="27981" y="11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60" name="Google Shape;2360;p52"/>
            <p:cNvSpPr/>
            <p:nvPr/>
          </p:nvSpPr>
          <p:spPr>
            <a:xfrm>
              <a:off x="1017722" y="3345274"/>
              <a:ext cx="18939" cy="46993"/>
            </a:xfrm>
            <a:custGeom>
              <a:rect b="b" l="l" r="r" t="t"/>
              <a:pathLst>
                <a:path extrusionOk="0" h="46993" w="18939">
                  <a:moveTo>
                    <a:pt x="14034" y="46994"/>
                  </a:moveTo>
                  <a:cubicBezTo>
                    <a:pt x="14693" y="46051"/>
                    <a:pt x="15919" y="45132"/>
                    <a:pt x="15990" y="44118"/>
                  </a:cubicBezTo>
                  <a:cubicBezTo>
                    <a:pt x="17145" y="30873"/>
                    <a:pt x="18582" y="17651"/>
                    <a:pt x="18936" y="4382"/>
                  </a:cubicBezTo>
                  <a:cubicBezTo>
                    <a:pt x="19077" y="-1180"/>
                    <a:pt x="14788" y="-732"/>
                    <a:pt x="11040" y="1790"/>
                  </a:cubicBezTo>
                  <a:cubicBezTo>
                    <a:pt x="-4868" y="12513"/>
                    <a:pt x="-3336" y="37519"/>
                    <a:pt x="14034" y="469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61" name="Google Shape;2361;p52"/>
            <p:cNvSpPr/>
            <p:nvPr/>
          </p:nvSpPr>
          <p:spPr>
            <a:xfrm>
              <a:off x="663655" y="3166531"/>
              <a:ext cx="22848" cy="48833"/>
            </a:xfrm>
            <a:custGeom>
              <a:rect b="b" l="l" r="r" t="t"/>
              <a:pathLst>
                <a:path extrusionOk="0" h="48833" w="22848">
                  <a:moveTo>
                    <a:pt x="271" y="754"/>
                  </a:moveTo>
                  <a:cubicBezTo>
                    <a:pt x="271" y="7283"/>
                    <a:pt x="-437" y="13905"/>
                    <a:pt x="436" y="20316"/>
                  </a:cubicBezTo>
                  <a:cubicBezTo>
                    <a:pt x="1802" y="30309"/>
                    <a:pt x="3711" y="40420"/>
                    <a:pt x="13209" y="46665"/>
                  </a:cubicBezTo>
                  <a:cubicBezTo>
                    <a:pt x="19149" y="50577"/>
                    <a:pt x="22849" y="49234"/>
                    <a:pt x="22849" y="42329"/>
                  </a:cubicBezTo>
                  <a:cubicBezTo>
                    <a:pt x="22872" y="25336"/>
                    <a:pt x="12974" y="12845"/>
                    <a:pt x="4065" y="0"/>
                  </a:cubicBezTo>
                  <a:cubicBezTo>
                    <a:pt x="2816" y="259"/>
                    <a:pt x="1543" y="519"/>
                    <a:pt x="271" y="75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62" name="Google Shape;2362;p52"/>
            <p:cNvSpPr/>
            <p:nvPr/>
          </p:nvSpPr>
          <p:spPr>
            <a:xfrm>
              <a:off x="1365507" y="3612300"/>
              <a:ext cx="34833" cy="38957"/>
            </a:xfrm>
            <a:custGeom>
              <a:rect b="b" l="l" r="r" t="t"/>
              <a:pathLst>
                <a:path extrusionOk="0" h="38957" w="34833">
                  <a:moveTo>
                    <a:pt x="988" y="29837"/>
                  </a:moveTo>
                  <a:cubicBezTo>
                    <a:pt x="-285" y="31487"/>
                    <a:pt x="-332" y="35635"/>
                    <a:pt x="870" y="37214"/>
                  </a:cubicBezTo>
                  <a:cubicBezTo>
                    <a:pt x="2025" y="38723"/>
                    <a:pt x="5819" y="39312"/>
                    <a:pt x="8035" y="38746"/>
                  </a:cubicBezTo>
                  <a:cubicBezTo>
                    <a:pt x="21728" y="35235"/>
                    <a:pt x="34997" y="16616"/>
                    <a:pt x="34832" y="0"/>
                  </a:cubicBezTo>
                  <a:cubicBezTo>
                    <a:pt x="21209" y="8555"/>
                    <a:pt x="10062" y="18077"/>
                    <a:pt x="988" y="2983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63" name="Google Shape;2363;p52"/>
            <p:cNvSpPr/>
            <p:nvPr/>
          </p:nvSpPr>
          <p:spPr>
            <a:xfrm>
              <a:off x="852306" y="3967506"/>
              <a:ext cx="34710" cy="20637"/>
            </a:xfrm>
            <a:custGeom>
              <a:rect b="b" l="l" r="r" t="t"/>
              <a:pathLst>
                <a:path extrusionOk="0" h="20637" w="34710">
                  <a:moveTo>
                    <a:pt x="1321" y="8806"/>
                  </a:moveTo>
                  <a:cubicBezTo>
                    <a:pt x="-1012" y="13072"/>
                    <a:pt x="-470" y="16536"/>
                    <a:pt x="4691" y="17880"/>
                  </a:cubicBezTo>
                  <a:cubicBezTo>
                    <a:pt x="9193" y="19035"/>
                    <a:pt x="13788" y="19742"/>
                    <a:pt x="18314" y="20637"/>
                  </a:cubicBezTo>
                  <a:cubicBezTo>
                    <a:pt x="21637" y="20072"/>
                    <a:pt x="24889" y="19907"/>
                    <a:pt x="27859" y="18940"/>
                  </a:cubicBezTo>
                  <a:cubicBezTo>
                    <a:pt x="35518" y="16466"/>
                    <a:pt x="36933" y="9749"/>
                    <a:pt x="31205" y="4257"/>
                  </a:cubicBezTo>
                  <a:cubicBezTo>
                    <a:pt x="23522" y="-3096"/>
                    <a:pt x="6412" y="-503"/>
                    <a:pt x="1321" y="880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64" name="Google Shape;2364;p52"/>
            <p:cNvSpPr/>
            <p:nvPr/>
          </p:nvSpPr>
          <p:spPr>
            <a:xfrm>
              <a:off x="802710" y="3663838"/>
              <a:ext cx="31291" cy="26580"/>
            </a:xfrm>
            <a:custGeom>
              <a:rect b="b" l="l" r="r" t="t"/>
              <a:pathLst>
                <a:path extrusionOk="0" h="26580" w="31291">
                  <a:moveTo>
                    <a:pt x="22777" y="26567"/>
                  </a:moveTo>
                  <a:cubicBezTo>
                    <a:pt x="30318" y="26874"/>
                    <a:pt x="33476" y="21830"/>
                    <a:pt x="29682" y="14924"/>
                  </a:cubicBezTo>
                  <a:cubicBezTo>
                    <a:pt x="25133" y="6676"/>
                    <a:pt x="17827" y="1821"/>
                    <a:pt x="8612" y="171"/>
                  </a:cubicBezTo>
                  <a:cubicBezTo>
                    <a:pt x="2084" y="-984"/>
                    <a:pt x="-1593" y="3871"/>
                    <a:pt x="670" y="10187"/>
                  </a:cubicBezTo>
                  <a:cubicBezTo>
                    <a:pt x="3521" y="18153"/>
                    <a:pt x="14433" y="26214"/>
                    <a:pt x="22777" y="265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65" name="Google Shape;2365;p52"/>
            <p:cNvSpPr/>
            <p:nvPr/>
          </p:nvSpPr>
          <p:spPr>
            <a:xfrm>
              <a:off x="770993" y="2664950"/>
              <a:ext cx="26730" cy="26539"/>
            </a:xfrm>
            <a:custGeom>
              <a:rect b="b" l="l" r="r" t="t"/>
              <a:pathLst>
                <a:path extrusionOk="0" h="26539" w="26730">
                  <a:moveTo>
                    <a:pt x="13390" y="1"/>
                  </a:moveTo>
                  <a:cubicBezTo>
                    <a:pt x="6461" y="95"/>
                    <a:pt x="145" y="6317"/>
                    <a:pt x="3" y="13176"/>
                  </a:cubicBezTo>
                  <a:cubicBezTo>
                    <a:pt x="-162" y="20553"/>
                    <a:pt x="6037" y="26586"/>
                    <a:pt x="13673" y="26539"/>
                  </a:cubicBezTo>
                  <a:cubicBezTo>
                    <a:pt x="21262" y="26492"/>
                    <a:pt x="26659" y="21165"/>
                    <a:pt x="26730" y="13647"/>
                  </a:cubicBezTo>
                  <a:cubicBezTo>
                    <a:pt x="26800" y="5987"/>
                    <a:pt x="20861" y="-93"/>
                    <a:pt x="13390" y="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66" name="Google Shape;2366;p52"/>
            <p:cNvSpPr/>
            <p:nvPr/>
          </p:nvSpPr>
          <p:spPr>
            <a:xfrm>
              <a:off x="317727" y="2940566"/>
              <a:ext cx="21710" cy="34107"/>
            </a:xfrm>
            <a:custGeom>
              <a:rect b="b" l="l" r="r" t="t"/>
              <a:pathLst>
                <a:path extrusionOk="0" h="34107" w="21710">
                  <a:moveTo>
                    <a:pt x="52" y="13450"/>
                  </a:moveTo>
                  <a:cubicBezTo>
                    <a:pt x="-585" y="21675"/>
                    <a:pt x="4765" y="27119"/>
                    <a:pt x="10280" y="32069"/>
                  </a:cubicBezTo>
                  <a:cubicBezTo>
                    <a:pt x="14145" y="35533"/>
                    <a:pt x="17728" y="34520"/>
                    <a:pt x="19142" y="29500"/>
                  </a:cubicBezTo>
                  <a:cubicBezTo>
                    <a:pt x="20509" y="24598"/>
                    <a:pt x="21075" y="19460"/>
                    <a:pt x="21711" y="15948"/>
                  </a:cubicBezTo>
                  <a:cubicBezTo>
                    <a:pt x="21711" y="5672"/>
                    <a:pt x="18600" y="370"/>
                    <a:pt x="13344" y="16"/>
                  </a:cubicBezTo>
                  <a:cubicBezTo>
                    <a:pt x="7287" y="-361"/>
                    <a:pt x="641" y="5979"/>
                    <a:pt x="52" y="134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67" name="Google Shape;2367;p52"/>
            <p:cNvSpPr/>
            <p:nvPr/>
          </p:nvSpPr>
          <p:spPr>
            <a:xfrm>
              <a:off x="1176150" y="3654684"/>
              <a:ext cx="26138" cy="31666"/>
            </a:xfrm>
            <a:custGeom>
              <a:rect b="b" l="l" r="r" t="t"/>
              <a:pathLst>
                <a:path extrusionOk="0" h="31666" w="26138">
                  <a:moveTo>
                    <a:pt x="15116" y="1477"/>
                  </a:moveTo>
                  <a:cubicBezTo>
                    <a:pt x="6843" y="5884"/>
                    <a:pt x="1564" y="12790"/>
                    <a:pt x="173" y="22241"/>
                  </a:cubicBezTo>
                  <a:cubicBezTo>
                    <a:pt x="-981" y="30018"/>
                    <a:pt x="3756" y="33883"/>
                    <a:pt x="10755" y="30348"/>
                  </a:cubicBezTo>
                  <a:cubicBezTo>
                    <a:pt x="19617" y="25894"/>
                    <a:pt x="24944" y="18446"/>
                    <a:pt x="26122" y="9443"/>
                  </a:cubicBezTo>
                  <a:cubicBezTo>
                    <a:pt x="26452" y="935"/>
                    <a:pt x="21856" y="-2105"/>
                    <a:pt x="15116" y="147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68" name="Google Shape;2368;p52"/>
            <p:cNvSpPr/>
            <p:nvPr/>
          </p:nvSpPr>
          <p:spPr>
            <a:xfrm>
              <a:off x="839036" y="3893445"/>
              <a:ext cx="26399" cy="26403"/>
            </a:xfrm>
            <a:custGeom>
              <a:rect b="b" l="l" r="r" t="t"/>
              <a:pathLst>
                <a:path extrusionOk="0" h="26403" w="26399">
                  <a:moveTo>
                    <a:pt x="26399" y="13223"/>
                  </a:moveTo>
                  <a:cubicBezTo>
                    <a:pt x="26304" y="6011"/>
                    <a:pt x="20365" y="96"/>
                    <a:pt x="13106" y="1"/>
                  </a:cubicBezTo>
                  <a:cubicBezTo>
                    <a:pt x="5588" y="-93"/>
                    <a:pt x="120" y="5328"/>
                    <a:pt x="2" y="12940"/>
                  </a:cubicBezTo>
                  <a:cubicBezTo>
                    <a:pt x="-116" y="20977"/>
                    <a:pt x="4716" y="26185"/>
                    <a:pt x="12446" y="26398"/>
                  </a:cubicBezTo>
                  <a:cubicBezTo>
                    <a:pt x="20106" y="26610"/>
                    <a:pt x="26469" y="20576"/>
                    <a:pt x="26399" y="13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69" name="Google Shape;2369;p52"/>
            <p:cNvSpPr/>
            <p:nvPr/>
          </p:nvSpPr>
          <p:spPr>
            <a:xfrm>
              <a:off x="318149" y="3481100"/>
              <a:ext cx="22938" cy="32891"/>
            </a:xfrm>
            <a:custGeom>
              <a:rect b="b" l="l" r="r" t="t"/>
              <a:pathLst>
                <a:path extrusionOk="0" h="32891" w="22938">
                  <a:moveTo>
                    <a:pt x="13606" y="161"/>
                  </a:moveTo>
                  <a:cubicBezTo>
                    <a:pt x="10895" y="-923"/>
                    <a:pt x="4273" y="3696"/>
                    <a:pt x="1704" y="7349"/>
                  </a:cubicBezTo>
                  <a:cubicBezTo>
                    <a:pt x="-3387" y="14608"/>
                    <a:pt x="3731" y="30800"/>
                    <a:pt x="12498" y="32850"/>
                  </a:cubicBezTo>
                  <a:cubicBezTo>
                    <a:pt x="14218" y="33251"/>
                    <a:pt x="18037" y="30635"/>
                    <a:pt x="18673" y="28702"/>
                  </a:cubicBezTo>
                  <a:cubicBezTo>
                    <a:pt x="20275" y="23870"/>
                    <a:pt x="20605" y="18615"/>
                    <a:pt x="21454" y="13524"/>
                  </a:cubicBezTo>
                  <a:cubicBezTo>
                    <a:pt x="21949" y="13100"/>
                    <a:pt x="22444" y="12699"/>
                    <a:pt x="22939" y="12275"/>
                  </a:cubicBezTo>
                  <a:cubicBezTo>
                    <a:pt x="19922" y="8009"/>
                    <a:pt x="17683" y="1787"/>
                    <a:pt x="13606" y="16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70" name="Google Shape;2370;p52"/>
            <p:cNvSpPr/>
            <p:nvPr/>
          </p:nvSpPr>
          <p:spPr>
            <a:xfrm>
              <a:off x="447145" y="3206317"/>
              <a:ext cx="21267" cy="32733"/>
            </a:xfrm>
            <a:custGeom>
              <a:rect b="b" l="l" r="r" t="t"/>
              <a:pathLst>
                <a:path extrusionOk="0" h="32733" w="21267">
                  <a:moveTo>
                    <a:pt x="9144" y="67"/>
                  </a:moveTo>
                  <a:cubicBezTo>
                    <a:pt x="7424" y="-428"/>
                    <a:pt x="3441" y="1906"/>
                    <a:pt x="2734" y="3768"/>
                  </a:cubicBezTo>
                  <a:cubicBezTo>
                    <a:pt x="1037" y="8293"/>
                    <a:pt x="660" y="13313"/>
                    <a:pt x="0" y="16848"/>
                  </a:cubicBezTo>
                  <a:cubicBezTo>
                    <a:pt x="236" y="19723"/>
                    <a:pt x="-71" y="21420"/>
                    <a:pt x="589" y="22622"/>
                  </a:cubicBezTo>
                  <a:cubicBezTo>
                    <a:pt x="2569" y="26299"/>
                    <a:pt x="5020" y="32804"/>
                    <a:pt x="7070" y="32733"/>
                  </a:cubicBezTo>
                  <a:cubicBezTo>
                    <a:pt x="11218" y="32568"/>
                    <a:pt x="16404" y="29716"/>
                    <a:pt x="19020" y="26322"/>
                  </a:cubicBezTo>
                  <a:cubicBezTo>
                    <a:pt x="24817" y="18757"/>
                    <a:pt x="18642" y="2825"/>
                    <a:pt x="9144" y="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71" name="Google Shape;2371;p52"/>
            <p:cNvSpPr/>
            <p:nvPr/>
          </p:nvSpPr>
          <p:spPr>
            <a:xfrm>
              <a:off x="1418322" y="3503319"/>
              <a:ext cx="21332" cy="32965"/>
            </a:xfrm>
            <a:custGeom>
              <a:rect b="b" l="l" r="r" t="t"/>
              <a:pathLst>
                <a:path extrusionOk="0" h="32965" w="21332">
                  <a:moveTo>
                    <a:pt x="9121" y="49"/>
                  </a:moveTo>
                  <a:cubicBezTo>
                    <a:pt x="7283" y="-375"/>
                    <a:pt x="3464" y="2052"/>
                    <a:pt x="2663" y="4008"/>
                  </a:cubicBezTo>
                  <a:cubicBezTo>
                    <a:pt x="1013" y="7991"/>
                    <a:pt x="801" y="12587"/>
                    <a:pt x="0" y="16924"/>
                  </a:cubicBezTo>
                  <a:cubicBezTo>
                    <a:pt x="236" y="16971"/>
                    <a:pt x="448" y="16994"/>
                    <a:pt x="683" y="17042"/>
                  </a:cubicBezTo>
                  <a:cubicBezTo>
                    <a:pt x="683" y="19257"/>
                    <a:pt x="0" y="21802"/>
                    <a:pt x="825" y="23641"/>
                  </a:cubicBezTo>
                  <a:cubicBezTo>
                    <a:pt x="2333" y="27034"/>
                    <a:pt x="4148" y="31748"/>
                    <a:pt x="6929" y="32738"/>
                  </a:cubicBezTo>
                  <a:cubicBezTo>
                    <a:pt x="9639" y="33681"/>
                    <a:pt x="14589" y="31536"/>
                    <a:pt x="17111" y="29179"/>
                  </a:cubicBezTo>
                  <a:cubicBezTo>
                    <a:pt x="25595" y="21260"/>
                    <a:pt x="20457" y="2618"/>
                    <a:pt x="9121" y="4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72" name="Google Shape;2372;p52"/>
            <p:cNvSpPr/>
            <p:nvPr/>
          </p:nvSpPr>
          <p:spPr>
            <a:xfrm>
              <a:off x="1431953" y="3262303"/>
              <a:ext cx="26036" cy="32364"/>
            </a:xfrm>
            <a:custGeom>
              <a:rect b="b" l="l" r="r" t="t"/>
              <a:pathLst>
                <a:path extrusionOk="0" h="32364" w="26036">
                  <a:moveTo>
                    <a:pt x="5907" y="32"/>
                  </a:moveTo>
                  <a:cubicBezTo>
                    <a:pt x="4281" y="-227"/>
                    <a:pt x="1335" y="1117"/>
                    <a:pt x="745" y="2483"/>
                  </a:cubicBezTo>
                  <a:cubicBezTo>
                    <a:pt x="-2884" y="11133"/>
                    <a:pt x="7439" y="29988"/>
                    <a:pt x="16630" y="32085"/>
                  </a:cubicBezTo>
                  <a:cubicBezTo>
                    <a:pt x="22122" y="33334"/>
                    <a:pt x="26152" y="30294"/>
                    <a:pt x="26034" y="24944"/>
                  </a:cubicBezTo>
                  <a:cubicBezTo>
                    <a:pt x="25893" y="17355"/>
                    <a:pt x="13095" y="1140"/>
                    <a:pt x="5907" y="3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73" name="Google Shape;2373;p52"/>
            <p:cNvSpPr/>
            <p:nvPr/>
          </p:nvSpPr>
          <p:spPr>
            <a:xfrm>
              <a:off x="354326" y="3574809"/>
              <a:ext cx="18359" cy="48497"/>
            </a:xfrm>
            <a:custGeom>
              <a:rect b="b" l="l" r="r" t="t"/>
              <a:pathLst>
                <a:path extrusionOk="0" h="48497" w="18359">
                  <a:moveTo>
                    <a:pt x="3118" y="41"/>
                  </a:moveTo>
                  <a:cubicBezTo>
                    <a:pt x="1892" y="348"/>
                    <a:pt x="643" y="2869"/>
                    <a:pt x="408" y="4566"/>
                  </a:cubicBezTo>
                  <a:cubicBezTo>
                    <a:pt x="-1643" y="19862"/>
                    <a:pt x="4296" y="32895"/>
                    <a:pt x="12498" y="45174"/>
                  </a:cubicBezTo>
                  <a:cubicBezTo>
                    <a:pt x="13300" y="46353"/>
                    <a:pt x="15161" y="46824"/>
                    <a:pt x="18013" y="48497"/>
                  </a:cubicBezTo>
                  <a:cubicBezTo>
                    <a:pt x="19569" y="30868"/>
                    <a:pt x="15845" y="16209"/>
                    <a:pt x="7785" y="2563"/>
                  </a:cubicBezTo>
                  <a:cubicBezTo>
                    <a:pt x="6960" y="1196"/>
                    <a:pt x="4414" y="-265"/>
                    <a:pt x="3118" y="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74" name="Google Shape;2374;p52"/>
            <p:cNvSpPr/>
            <p:nvPr/>
          </p:nvSpPr>
          <p:spPr>
            <a:xfrm>
              <a:off x="393407" y="3572107"/>
              <a:ext cx="24734" cy="31189"/>
            </a:xfrm>
            <a:custGeom>
              <a:rect b="b" l="l" r="r" t="t"/>
              <a:pathLst>
                <a:path extrusionOk="0" h="31189" w="24734">
                  <a:moveTo>
                    <a:pt x="8134" y="1871"/>
                  </a:moveTo>
                  <a:cubicBezTo>
                    <a:pt x="3538" y="-2112"/>
                    <a:pt x="-115" y="480"/>
                    <a:pt x="3" y="7598"/>
                  </a:cubicBezTo>
                  <a:cubicBezTo>
                    <a:pt x="1228" y="15564"/>
                    <a:pt x="3184" y="24567"/>
                    <a:pt x="11033" y="29823"/>
                  </a:cubicBezTo>
                  <a:cubicBezTo>
                    <a:pt x="14238" y="31968"/>
                    <a:pt x="19612" y="30836"/>
                    <a:pt x="23972" y="31190"/>
                  </a:cubicBezTo>
                  <a:cubicBezTo>
                    <a:pt x="24066" y="27348"/>
                    <a:pt x="25669" y="22517"/>
                    <a:pt x="23925" y="19901"/>
                  </a:cubicBezTo>
                  <a:cubicBezTo>
                    <a:pt x="19517" y="13278"/>
                    <a:pt x="14144" y="7080"/>
                    <a:pt x="8134" y="187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75" name="Google Shape;2375;p52"/>
            <p:cNvSpPr/>
            <p:nvPr/>
          </p:nvSpPr>
          <p:spPr>
            <a:xfrm>
              <a:off x="357392" y="3513644"/>
              <a:ext cx="21384" cy="27248"/>
            </a:xfrm>
            <a:custGeom>
              <a:rect b="b" l="l" r="r" t="t"/>
              <a:pathLst>
                <a:path extrusionOk="0" h="27248" w="21384">
                  <a:moveTo>
                    <a:pt x="9574" y="0"/>
                  </a:moveTo>
                  <a:cubicBezTo>
                    <a:pt x="1938" y="1791"/>
                    <a:pt x="-1974" y="6717"/>
                    <a:pt x="995" y="12043"/>
                  </a:cubicBezTo>
                  <a:cubicBezTo>
                    <a:pt x="4012" y="17464"/>
                    <a:pt x="8514" y="22154"/>
                    <a:pt x="12897" y="26656"/>
                  </a:cubicBezTo>
                  <a:cubicBezTo>
                    <a:pt x="13934" y="27716"/>
                    <a:pt x="18884" y="27127"/>
                    <a:pt x="18978" y="26632"/>
                  </a:cubicBezTo>
                  <a:cubicBezTo>
                    <a:pt x="20109" y="21353"/>
                    <a:pt x="22442" y="15296"/>
                    <a:pt x="20840" y="10747"/>
                  </a:cubicBezTo>
                  <a:cubicBezTo>
                    <a:pt x="19308" y="6387"/>
                    <a:pt x="13510" y="3512"/>
                    <a:pt x="9574"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76" name="Google Shape;2376;p52"/>
            <p:cNvSpPr/>
            <p:nvPr/>
          </p:nvSpPr>
          <p:spPr>
            <a:xfrm>
              <a:off x="424681" y="3070160"/>
              <a:ext cx="22181" cy="26364"/>
            </a:xfrm>
            <a:custGeom>
              <a:rect b="b" l="l" r="r" t="t"/>
              <a:pathLst>
                <a:path extrusionOk="0" h="26364" w="22181">
                  <a:moveTo>
                    <a:pt x="946" y="9428"/>
                  </a:moveTo>
                  <a:cubicBezTo>
                    <a:pt x="3397" y="14377"/>
                    <a:pt x="6814" y="19114"/>
                    <a:pt x="10703" y="23050"/>
                  </a:cubicBezTo>
                  <a:cubicBezTo>
                    <a:pt x="16147" y="28565"/>
                    <a:pt x="19989" y="27080"/>
                    <a:pt x="21780" y="19468"/>
                  </a:cubicBezTo>
                  <a:cubicBezTo>
                    <a:pt x="22181" y="17818"/>
                    <a:pt x="22134" y="16050"/>
                    <a:pt x="22181" y="15555"/>
                  </a:cubicBezTo>
                  <a:cubicBezTo>
                    <a:pt x="22275" y="4950"/>
                    <a:pt x="15794" y="-1013"/>
                    <a:pt x="6673" y="142"/>
                  </a:cubicBezTo>
                  <a:cubicBezTo>
                    <a:pt x="1016" y="873"/>
                    <a:pt x="-1529" y="4431"/>
                    <a:pt x="946" y="94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77" name="Google Shape;2377;p52"/>
            <p:cNvSpPr/>
            <p:nvPr/>
          </p:nvSpPr>
          <p:spPr>
            <a:xfrm>
              <a:off x="1205100" y="2369792"/>
              <a:ext cx="32759" cy="10679"/>
            </a:xfrm>
            <a:custGeom>
              <a:rect b="b" l="l" r="r" t="t"/>
              <a:pathLst>
                <a:path extrusionOk="0" h="10679" w="32759">
                  <a:moveTo>
                    <a:pt x="32760" y="6684"/>
                  </a:moveTo>
                  <a:cubicBezTo>
                    <a:pt x="23804" y="-1989"/>
                    <a:pt x="6599" y="-2366"/>
                    <a:pt x="0" y="6401"/>
                  </a:cubicBezTo>
                  <a:cubicBezTo>
                    <a:pt x="8838" y="12057"/>
                    <a:pt x="25737" y="12057"/>
                    <a:pt x="32760" y="668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78" name="Google Shape;2378;p52"/>
            <p:cNvSpPr/>
            <p:nvPr/>
          </p:nvSpPr>
          <p:spPr>
            <a:xfrm>
              <a:off x="232642" y="3261935"/>
              <a:ext cx="10529" cy="32217"/>
            </a:xfrm>
            <a:custGeom>
              <a:rect b="b" l="l" r="r" t="t"/>
              <a:pathLst>
                <a:path extrusionOk="0" h="32217" w="10529">
                  <a:moveTo>
                    <a:pt x="4793" y="0"/>
                  </a:moveTo>
                  <a:cubicBezTo>
                    <a:pt x="3638" y="1367"/>
                    <a:pt x="1823" y="2569"/>
                    <a:pt x="1470" y="4124"/>
                  </a:cubicBezTo>
                  <a:cubicBezTo>
                    <a:pt x="-769" y="13575"/>
                    <a:pt x="-699" y="22979"/>
                    <a:pt x="3426" y="32218"/>
                  </a:cubicBezTo>
                  <a:cubicBezTo>
                    <a:pt x="10261" y="23545"/>
                    <a:pt x="12405" y="14117"/>
                    <a:pt x="8799" y="3842"/>
                  </a:cubicBezTo>
                  <a:cubicBezTo>
                    <a:pt x="8234" y="2286"/>
                    <a:pt x="6160" y="1273"/>
                    <a:pt x="4793"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79" name="Google Shape;2379;p52"/>
            <p:cNvSpPr/>
            <p:nvPr/>
          </p:nvSpPr>
          <p:spPr>
            <a:xfrm>
              <a:off x="340633" y="3166837"/>
              <a:ext cx="10070" cy="34056"/>
            </a:xfrm>
            <a:custGeom>
              <a:rect b="b" l="l" r="r" t="t"/>
              <a:pathLst>
                <a:path extrusionOk="0" h="34056" w="10070">
                  <a:moveTo>
                    <a:pt x="3047" y="0"/>
                  </a:moveTo>
                  <a:cubicBezTo>
                    <a:pt x="-1667" y="10983"/>
                    <a:pt x="-40" y="21754"/>
                    <a:pt x="2128" y="34056"/>
                  </a:cubicBezTo>
                  <a:cubicBezTo>
                    <a:pt x="12451" y="23780"/>
                    <a:pt x="12663" y="5020"/>
                    <a:pt x="304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380" name="Google Shape;2380;p52"/>
            <p:cNvSpPr/>
            <p:nvPr/>
          </p:nvSpPr>
          <p:spPr>
            <a:xfrm>
              <a:off x="1406508" y="3639982"/>
              <a:ext cx="10152" cy="33383"/>
            </a:xfrm>
            <a:custGeom>
              <a:rect b="b" l="l" r="r" t="t"/>
              <a:pathLst>
                <a:path extrusionOk="0" h="33383" w="10152">
                  <a:moveTo>
                    <a:pt x="4225" y="11"/>
                  </a:moveTo>
                  <a:cubicBezTo>
                    <a:pt x="3565" y="-177"/>
                    <a:pt x="1396" y="2062"/>
                    <a:pt x="1161" y="3381"/>
                  </a:cubicBezTo>
                  <a:cubicBezTo>
                    <a:pt x="-442" y="13044"/>
                    <a:pt x="-701" y="22707"/>
                    <a:pt x="2433" y="33384"/>
                  </a:cubicBezTo>
                  <a:cubicBezTo>
                    <a:pt x="9527" y="25559"/>
                    <a:pt x="12238" y="10475"/>
                    <a:pt x="8420" y="3405"/>
                  </a:cubicBezTo>
                  <a:cubicBezTo>
                    <a:pt x="7618" y="1897"/>
                    <a:pt x="5851" y="483"/>
                    <a:pt x="4225" y="1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grpSp>
      <p:grpSp>
        <p:nvGrpSpPr>
          <p:cNvPr id="2381" name="Google Shape;2381;p52"/>
          <p:cNvGrpSpPr/>
          <p:nvPr/>
        </p:nvGrpSpPr>
        <p:grpSpPr>
          <a:xfrm>
            <a:off x="0" y="0"/>
            <a:ext cx="227000" cy="253951"/>
            <a:chOff x="1582614" y="2839915"/>
            <a:chExt cx="589086" cy="589086"/>
          </a:xfrm>
        </p:grpSpPr>
        <p:sp>
          <p:nvSpPr>
            <p:cNvPr id="2382" name="Google Shape;2382;p52"/>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2383" name="Google Shape;2383;p52"/>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2384" name="Google Shape;2384;p52"/>
          <p:cNvGrpSpPr/>
          <p:nvPr/>
        </p:nvGrpSpPr>
        <p:grpSpPr>
          <a:xfrm rot="5400000">
            <a:off x="833427" y="13476"/>
            <a:ext cx="253951" cy="227000"/>
            <a:chOff x="1582614" y="2839915"/>
            <a:chExt cx="589086" cy="589086"/>
          </a:xfrm>
        </p:grpSpPr>
        <p:sp>
          <p:nvSpPr>
            <p:cNvPr id="2385" name="Google Shape;2385;p52"/>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2386" name="Google Shape;2386;p52"/>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2387" name="Google Shape;2387;p52"/>
          <p:cNvGrpSpPr/>
          <p:nvPr/>
        </p:nvGrpSpPr>
        <p:grpSpPr>
          <a:xfrm flipH="1" rot="10800000">
            <a:off x="0" y="1006216"/>
            <a:ext cx="227000" cy="253951"/>
            <a:chOff x="1582614" y="2839915"/>
            <a:chExt cx="589086" cy="589086"/>
          </a:xfrm>
        </p:grpSpPr>
        <p:sp>
          <p:nvSpPr>
            <p:cNvPr id="2388" name="Google Shape;2388;p52"/>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2389" name="Google Shape;2389;p52"/>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2390" name="Google Shape;2390;p52"/>
          <p:cNvGrpSpPr/>
          <p:nvPr/>
        </p:nvGrpSpPr>
        <p:grpSpPr>
          <a:xfrm flipH="1" rot="5400000">
            <a:off x="847071" y="1019692"/>
            <a:ext cx="253953" cy="227003"/>
            <a:chOff x="1582614" y="2839909"/>
            <a:chExt cx="589091" cy="589092"/>
          </a:xfrm>
        </p:grpSpPr>
        <p:sp>
          <p:nvSpPr>
            <p:cNvPr id="2391" name="Google Shape;2391;p52"/>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2392" name="Google Shape;2392;p52"/>
            <p:cNvSpPr/>
            <p:nvPr/>
          </p:nvSpPr>
          <p:spPr>
            <a:xfrm rot="5400000">
              <a:off x="1808581" y="2613946"/>
              <a:ext cx="137161" cy="58908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2393" name="Google Shape;2393;p52"/>
          <p:cNvGrpSpPr/>
          <p:nvPr/>
        </p:nvGrpSpPr>
        <p:grpSpPr>
          <a:xfrm>
            <a:off x="11234057" y="6154056"/>
            <a:ext cx="890581" cy="681012"/>
            <a:chOff x="7350231" y="1734252"/>
            <a:chExt cx="4870814" cy="5345793"/>
          </a:xfrm>
        </p:grpSpPr>
        <p:grpSp>
          <p:nvGrpSpPr>
            <p:cNvPr id="2394" name="Google Shape;2394;p52"/>
            <p:cNvGrpSpPr/>
            <p:nvPr/>
          </p:nvGrpSpPr>
          <p:grpSpPr>
            <a:xfrm>
              <a:off x="7496004" y="1839383"/>
              <a:ext cx="3874490" cy="3979118"/>
              <a:chOff x="7496004" y="1839383"/>
              <a:chExt cx="3874490" cy="3979118"/>
            </a:xfrm>
          </p:grpSpPr>
          <p:sp>
            <p:nvSpPr>
              <p:cNvPr id="2395" name="Google Shape;2395;p52"/>
              <p:cNvSpPr/>
              <p:nvPr/>
            </p:nvSpPr>
            <p:spPr>
              <a:xfrm rot="8201235">
                <a:off x="10839502" y="4413955"/>
                <a:ext cx="427534" cy="471394"/>
              </a:xfrm>
              <a:custGeom>
                <a:rect b="b" l="l" r="r" t="t"/>
                <a:pathLst>
                  <a:path extrusionOk="0" h="4725490" w="4285801">
                    <a:moveTo>
                      <a:pt x="1428251" y="4622752"/>
                    </a:moveTo>
                    <a:cubicBezTo>
                      <a:pt x="1313180" y="4505074"/>
                      <a:pt x="1240588" y="4345285"/>
                      <a:pt x="1235771" y="4167715"/>
                    </a:cubicBezTo>
                    <a:cubicBezTo>
                      <a:pt x="1227835" y="3875156"/>
                      <a:pt x="1406218" y="3620819"/>
                      <a:pt x="1664050" y="3520754"/>
                    </a:cubicBezTo>
                    <a:lnTo>
                      <a:pt x="1635892" y="2482688"/>
                    </a:lnTo>
                    <a:lnTo>
                      <a:pt x="1044642" y="2469039"/>
                    </a:lnTo>
                    <a:lnTo>
                      <a:pt x="1044642" y="2667331"/>
                    </a:lnTo>
                    <a:cubicBezTo>
                      <a:pt x="1044642" y="2727000"/>
                      <a:pt x="996271" y="2775371"/>
                      <a:pt x="936601" y="2775372"/>
                    </a:cubicBezTo>
                    <a:lnTo>
                      <a:pt x="657382" y="2775371"/>
                    </a:lnTo>
                    <a:cubicBezTo>
                      <a:pt x="637755" y="2823613"/>
                      <a:pt x="630101" y="2874237"/>
                      <a:pt x="622448" y="2945800"/>
                    </a:cubicBezTo>
                    <a:lnTo>
                      <a:pt x="252030" y="2945800"/>
                    </a:lnTo>
                    <a:cubicBezTo>
                      <a:pt x="256275" y="2883407"/>
                      <a:pt x="252593" y="2828938"/>
                      <a:pt x="235967" y="2775370"/>
                    </a:cubicBezTo>
                    <a:lnTo>
                      <a:pt x="7267" y="2775370"/>
                    </a:lnTo>
                    <a:cubicBezTo>
                      <a:pt x="1003" y="2679903"/>
                      <a:pt x="-1109" y="2594661"/>
                      <a:pt x="535" y="2514852"/>
                    </a:cubicBezTo>
                    <a:cubicBezTo>
                      <a:pt x="5466" y="2275424"/>
                      <a:pt x="44187" y="2084887"/>
                      <a:pt x="105917" y="1813823"/>
                    </a:cubicBezTo>
                    <a:cubicBezTo>
                      <a:pt x="258635" y="1288584"/>
                      <a:pt x="488046" y="911620"/>
                      <a:pt x="870837" y="570445"/>
                    </a:cubicBezTo>
                    <a:cubicBezTo>
                      <a:pt x="674179" y="1284154"/>
                      <a:pt x="622718" y="1497188"/>
                      <a:pt x="741752" y="1669956"/>
                    </a:cubicBezTo>
                    <a:cubicBezTo>
                      <a:pt x="882751" y="1699943"/>
                      <a:pt x="788174" y="1674807"/>
                      <a:pt x="936601" y="1710419"/>
                    </a:cubicBezTo>
                    <a:cubicBezTo>
                      <a:pt x="1001384" y="1730870"/>
                      <a:pt x="1044642" y="1758791"/>
                      <a:pt x="1044642" y="1818460"/>
                    </a:cubicBezTo>
                    <a:lnTo>
                      <a:pt x="1044642" y="1970448"/>
                    </a:lnTo>
                    <a:lnTo>
                      <a:pt x="1621635" y="1957128"/>
                    </a:lnTo>
                    <a:lnTo>
                      <a:pt x="1601569" y="1217379"/>
                    </a:lnTo>
                    <a:cubicBezTo>
                      <a:pt x="1338692" y="1131438"/>
                      <a:pt x="1146783" y="887145"/>
                      <a:pt x="1138847" y="594588"/>
                    </a:cubicBezTo>
                    <a:cubicBezTo>
                      <a:pt x="1132425" y="357828"/>
                      <a:pt x="1248029" y="146099"/>
                      <a:pt x="1428910" y="20243"/>
                    </a:cubicBezTo>
                    <a:lnTo>
                      <a:pt x="1447318" y="698863"/>
                    </a:lnTo>
                    <a:lnTo>
                      <a:pt x="2193594" y="678620"/>
                    </a:lnTo>
                    <a:lnTo>
                      <a:pt x="2175185" y="0"/>
                    </a:lnTo>
                    <a:cubicBezTo>
                      <a:pt x="2362624" y="115865"/>
                      <a:pt x="2489536" y="321015"/>
                      <a:pt x="2495958" y="557775"/>
                    </a:cubicBezTo>
                    <a:cubicBezTo>
                      <a:pt x="2503894" y="850332"/>
                      <a:pt x="2325511" y="1104670"/>
                      <a:pt x="2067679" y="1204735"/>
                    </a:cubicBezTo>
                    <a:lnTo>
                      <a:pt x="2087796" y="1946367"/>
                    </a:lnTo>
                    <a:lnTo>
                      <a:pt x="4285801" y="1895627"/>
                    </a:lnTo>
                    <a:lnTo>
                      <a:pt x="4285801" y="2543859"/>
                    </a:lnTo>
                    <a:lnTo>
                      <a:pt x="2102637" y="2493462"/>
                    </a:lnTo>
                    <a:lnTo>
                      <a:pt x="2130160" y="3508110"/>
                    </a:lnTo>
                    <a:cubicBezTo>
                      <a:pt x="2393037" y="3594051"/>
                      <a:pt x="2584946" y="3838344"/>
                      <a:pt x="2592882" y="4130902"/>
                    </a:cubicBezTo>
                    <a:cubicBezTo>
                      <a:pt x="2599304" y="4367662"/>
                      <a:pt x="2483700" y="4579391"/>
                      <a:pt x="2302820" y="4705247"/>
                    </a:cubicBezTo>
                    <a:lnTo>
                      <a:pt x="2284411" y="4026626"/>
                    </a:lnTo>
                    <a:lnTo>
                      <a:pt x="1538135" y="4046869"/>
                    </a:lnTo>
                    <a:lnTo>
                      <a:pt x="1556544" y="4725490"/>
                    </a:lnTo>
                    <a:cubicBezTo>
                      <a:pt x="1509684" y="4696524"/>
                      <a:pt x="1466607" y="4661977"/>
                      <a:pt x="1428251" y="4622752"/>
                    </a:cubicBezTo>
                    <a:close/>
                    <a:moveTo>
                      <a:pt x="44807" y="3562389"/>
                    </a:moveTo>
                    <a:cubicBezTo>
                      <a:pt x="25255" y="3542837"/>
                      <a:pt x="13162" y="3515827"/>
                      <a:pt x="13162" y="3485992"/>
                    </a:cubicBezTo>
                    <a:lnTo>
                      <a:pt x="13162" y="3053842"/>
                    </a:lnTo>
                    <a:cubicBezTo>
                      <a:pt x="13162" y="2994173"/>
                      <a:pt x="61534" y="2945801"/>
                      <a:pt x="121203" y="2945801"/>
                    </a:cubicBezTo>
                    <a:lnTo>
                      <a:pt x="757287" y="2945801"/>
                    </a:lnTo>
                    <a:cubicBezTo>
                      <a:pt x="816956" y="2945801"/>
                      <a:pt x="865328" y="2994173"/>
                      <a:pt x="865328" y="3053842"/>
                    </a:cubicBezTo>
                    <a:lnTo>
                      <a:pt x="865328" y="3485992"/>
                    </a:lnTo>
                    <a:cubicBezTo>
                      <a:pt x="865328" y="3545662"/>
                      <a:pt x="816956" y="3594033"/>
                      <a:pt x="757287" y="3594033"/>
                    </a:cubicBezTo>
                    <a:lnTo>
                      <a:pt x="121203" y="3594033"/>
                    </a:lnTo>
                    <a:cubicBezTo>
                      <a:pt x="91368" y="3594033"/>
                      <a:pt x="64358" y="3581940"/>
                      <a:pt x="44807" y="356238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396" name="Google Shape;2396;p52"/>
              <p:cNvSpPr/>
              <p:nvPr/>
            </p:nvSpPr>
            <p:spPr>
              <a:xfrm rot="-900000">
                <a:off x="7608221" y="2961416"/>
                <a:ext cx="392828" cy="319096"/>
              </a:xfrm>
              <a:custGeom>
                <a:rect b="b" l="l" r="r" t="t"/>
                <a:pathLst>
                  <a:path extrusionOk="0" h="3321003" w="4088377">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397" name="Google Shape;2397;p52"/>
              <p:cNvSpPr/>
              <p:nvPr/>
            </p:nvSpPr>
            <p:spPr>
              <a:xfrm flipH="1" rot="5400000">
                <a:off x="10824557" y="2917080"/>
                <a:ext cx="392828" cy="392828"/>
              </a:xfrm>
              <a:custGeom>
                <a:rect b="b" l="l" r="r" t="t"/>
                <a:pathLst>
                  <a:path extrusionOk="0" h="3786923" w="3287892">
                    <a:moveTo>
                      <a:pt x="2574092" y="3411971"/>
                    </a:moveTo>
                    <a:cubicBezTo>
                      <a:pt x="2577477" y="3551838"/>
                      <a:pt x="2489596" y="3681234"/>
                      <a:pt x="2347458" y="3745664"/>
                    </a:cubicBezTo>
                    <a:cubicBezTo>
                      <a:pt x="2228355" y="3799653"/>
                      <a:pt x="2086904" y="3800713"/>
                      <a:pt x="1966757" y="3748519"/>
                    </a:cubicBezTo>
                    <a:cubicBezTo>
                      <a:pt x="1823914" y="3686464"/>
                      <a:pt x="1733597" y="3559106"/>
                      <a:pt x="1733597" y="3419734"/>
                    </a:cubicBezTo>
                    <a:cubicBezTo>
                      <a:pt x="2013762" y="3417146"/>
                      <a:pt x="2293927" y="3414559"/>
                      <a:pt x="2574092" y="3411971"/>
                    </a:cubicBezTo>
                    <a:close/>
                    <a:moveTo>
                      <a:pt x="2574187" y="367189"/>
                    </a:moveTo>
                    <a:cubicBezTo>
                      <a:pt x="2294022" y="369777"/>
                      <a:pt x="2013857" y="372364"/>
                      <a:pt x="1733692" y="374952"/>
                    </a:cubicBezTo>
                    <a:cubicBezTo>
                      <a:pt x="1730307" y="235085"/>
                      <a:pt x="1818188" y="105689"/>
                      <a:pt x="1960326" y="41259"/>
                    </a:cubicBezTo>
                    <a:cubicBezTo>
                      <a:pt x="2079429" y="-12730"/>
                      <a:pt x="2220880" y="-13790"/>
                      <a:pt x="2341027" y="38404"/>
                    </a:cubicBezTo>
                    <a:cubicBezTo>
                      <a:pt x="2483870" y="100459"/>
                      <a:pt x="2574187" y="227817"/>
                      <a:pt x="2574187" y="367189"/>
                    </a:cubicBezTo>
                    <a:close/>
                    <a:moveTo>
                      <a:pt x="2688290" y="635445"/>
                    </a:moveTo>
                    <a:lnTo>
                      <a:pt x="2688290" y="1612884"/>
                    </a:lnTo>
                    <a:lnTo>
                      <a:pt x="1619492" y="1612884"/>
                    </a:lnTo>
                    <a:lnTo>
                      <a:pt x="1619492" y="1396859"/>
                    </a:lnTo>
                    <a:lnTo>
                      <a:pt x="201708" y="1396859"/>
                    </a:lnTo>
                    <a:cubicBezTo>
                      <a:pt x="90308" y="1396859"/>
                      <a:pt x="0" y="1306551"/>
                      <a:pt x="0" y="1195151"/>
                    </a:cubicBezTo>
                    <a:lnTo>
                      <a:pt x="0" y="907003"/>
                    </a:lnTo>
                    <a:cubicBezTo>
                      <a:pt x="0" y="795603"/>
                      <a:pt x="90308" y="705295"/>
                      <a:pt x="201708" y="705295"/>
                    </a:cubicBezTo>
                    <a:lnTo>
                      <a:pt x="1619492" y="705295"/>
                    </a:lnTo>
                    <a:lnTo>
                      <a:pt x="1619492" y="635445"/>
                    </a:lnTo>
                    <a:cubicBezTo>
                      <a:pt x="1619492" y="537063"/>
                      <a:pt x="1699247" y="457308"/>
                      <a:pt x="1797629" y="457308"/>
                    </a:cubicBezTo>
                    <a:lnTo>
                      <a:pt x="2510153" y="457308"/>
                    </a:lnTo>
                    <a:cubicBezTo>
                      <a:pt x="2608535" y="457308"/>
                      <a:pt x="2688290" y="537063"/>
                      <a:pt x="2688290" y="635445"/>
                    </a:cubicBezTo>
                    <a:close/>
                    <a:moveTo>
                      <a:pt x="3177333" y="2901044"/>
                    </a:moveTo>
                    <a:lnTo>
                      <a:pt x="1130451" y="2901044"/>
                    </a:lnTo>
                    <a:cubicBezTo>
                      <a:pt x="1350134" y="2526253"/>
                      <a:pt x="1481437" y="2165059"/>
                      <a:pt x="1605942" y="1684892"/>
                    </a:cubicBezTo>
                    <a:lnTo>
                      <a:pt x="2701842" y="1684892"/>
                    </a:lnTo>
                    <a:cubicBezTo>
                      <a:pt x="2809350" y="2117470"/>
                      <a:pt x="2933855" y="2516056"/>
                      <a:pt x="3177333" y="2901044"/>
                    </a:cubicBezTo>
                    <a:close/>
                    <a:moveTo>
                      <a:pt x="3287892" y="3137537"/>
                    </a:moveTo>
                    <a:lnTo>
                      <a:pt x="3287892" y="3248909"/>
                    </a:lnTo>
                    <a:cubicBezTo>
                      <a:pt x="3287892" y="3295849"/>
                      <a:pt x="3249839" y="3333902"/>
                      <a:pt x="3202899" y="3333902"/>
                    </a:cubicBezTo>
                    <a:lnTo>
                      <a:pt x="1104885" y="3333902"/>
                    </a:lnTo>
                    <a:cubicBezTo>
                      <a:pt x="1057945" y="3333902"/>
                      <a:pt x="1019892" y="3295849"/>
                      <a:pt x="1019892" y="3248909"/>
                    </a:cubicBezTo>
                    <a:lnTo>
                      <a:pt x="1019892" y="3137537"/>
                    </a:lnTo>
                    <a:cubicBezTo>
                      <a:pt x="1019892" y="3090597"/>
                      <a:pt x="1057945" y="3052544"/>
                      <a:pt x="1104885" y="3052544"/>
                    </a:cubicBezTo>
                    <a:lnTo>
                      <a:pt x="3202899" y="3052544"/>
                    </a:lnTo>
                    <a:cubicBezTo>
                      <a:pt x="3249839" y="3052544"/>
                      <a:pt x="3287892" y="3090597"/>
                      <a:pt x="3287892" y="313753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398" name="Google Shape;2398;p52"/>
              <p:cNvSpPr/>
              <p:nvPr/>
            </p:nvSpPr>
            <p:spPr>
              <a:xfrm>
                <a:off x="11062223" y="3784811"/>
                <a:ext cx="285020" cy="285020"/>
              </a:xfrm>
              <a:custGeom>
                <a:rect b="b" l="l" r="r" t="t"/>
                <a:pathLst>
                  <a:path extrusionOk="0" h="2964099" w="2801488">
                    <a:moveTo>
                      <a:pt x="1393788" y="2251706"/>
                    </a:moveTo>
                    <a:cubicBezTo>
                      <a:pt x="1338380" y="2251706"/>
                      <a:pt x="1293463" y="2296623"/>
                      <a:pt x="1293463" y="2352031"/>
                    </a:cubicBezTo>
                    <a:cubicBezTo>
                      <a:pt x="1293463" y="2407439"/>
                      <a:pt x="1338380" y="2452356"/>
                      <a:pt x="1393788" y="2452356"/>
                    </a:cubicBezTo>
                    <a:cubicBezTo>
                      <a:pt x="1449196" y="2452356"/>
                      <a:pt x="1494113" y="2407439"/>
                      <a:pt x="1494113" y="2352031"/>
                    </a:cubicBezTo>
                    <a:cubicBezTo>
                      <a:pt x="1494113" y="2296623"/>
                      <a:pt x="1449196" y="2251706"/>
                      <a:pt x="1393788" y="2251706"/>
                    </a:cubicBezTo>
                    <a:close/>
                    <a:moveTo>
                      <a:pt x="2189420" y="1936547"/>
                    </a:moveTo>
                    <a:cubicBezTo>
                      <a:pt x="1959955" y="1936547"/>
                      <a:pt x="1773936" y="2122566"/>
                      <a:pt x="1773936" y="2352031"/>
                    </a:cubicBezTo>
                    <a:cubicBezTo>
                      <a:pt x="1773936" y="2581496"/>
                      <a:pt x="1959955" y="2767515"/>
                      <a:pt x="2189420" y="2767515"/>
                    </a:cubicBezTo>
                    <a:cubicBezTo>
                      <a:pt x="2418885" y="2767515"/>
                      <a:pt x="2604904" y="2581496"/>
                      <a:pt x="2604904" y="2352031"/>
                    </a:cubicBezTo>
                    <a:cubicBezTo>
                      <a:pt x="2604904" y="2122566"/>
                      <a:pt x="2418885" y="1936547"/>
                      <a:pt x="2189420" y="1936547"/>
                    </a:cubicBezTo>
                    <a:close/>
                    <a:moveTo>
                      <a:pt x="612068" y="1936547"/>
                    </a:moveTo>
                    <a:cubicBezTo>
                      <a:pt x="382603" y="1936547"/>
                      <a:pt x="196584" y="2122566"/>
                      <a:pt x="196584" y="2352031"/>
                    </a:cubicBezTo>
                    <a:cubicBezTo>
                      <a:pt x="196584" y="2581496"/>
                      <a:pt x="382603" y="2767515"/>
                      <a:pt x="612068" y="2767515"/>
                    </a:cubicBezTo>
                    <a:cubicBezTo>
                      <a:pt x="841533" y="2767515"/>
                      <a:pt x="1027552" y="2581496"/>
                      <a:pt x="1027552" y="2352031"/>
                    </a:cubicBezTo>
                    <a:cubicBezTo>
                      <a:pt x="1027552" y="2122566"/>
                      <a:pt x="841533" y="1936547"/>
                      <a:pt x="612068" y="1936547"/>
                    </a:cubicBezTo>
                    <a:close/>
                    <a:moveTo>
                      <a:pt x="845776" y="315"/>
                    </a:moveTo>
                    <a:cubicBezTo>
                      <a:pt x="1032101" y="7965"/>
                      <a:pt x="1181399" y="153129"/>
                      <a:pt x="1195696" y="335717"/>
                    </a:cubicBezTo>
                    <a:lnTo>
                      <a:pt x="1198885" y="335806"/>
                    </a:lnTo>
                    <a:lnTo>
                      <a:pt x="1198706" y="366401"/>
                    </a:lnTo>
                    <a:cubicBezTo>
                      <a:pt x="1198883" y="367005"/>
                      <a:pt x="1198884" y="367612"/>
                      <a:pt x="1198884" y="368218"/>
                    </a:cubicBezTo>
                    <a:lnTo>
                      <a:pt x="1198695" y="368210"/>
                    </a:lnTo>
                    <a:lnTo>
                      <a:pt x="1197421" y="585651"/>
                    </a:lnTo>
                    <a:cubicBezTo>
                      <a:pt x="1245519" y="531733"/>
                      <a:pt x="1316597" y="499778"/>
                      <a:pt x="1394104" y="502960"/>
                    </a:cubicBezTo>
                    <a:cubicBezTo>
                      <a:pt x="1472998" y="506199"/>
                      <a:pt x="1542269" y="545176"/>
                      <a:pt x="1585751" y="604519"/>
                    </a:cubicBezTo>
                    <a:cubicBezTo>
                      <a:pt x="1585226" y="514948"/>
                      <a:pt x="1584701" y="425377"/>
                      <a:pt x="1584176" y="335806"/>
                    </a:cubicBezTo>
                    <a:lnTo>
                      <a:pt x="1585829" y="335760"/>
                    </a:lnTo>
                    <a:cubicBezTo>
                      <a:pt x="1602915" y="140060"/>
                      <a:pt x="1770945" y="-7755"/>
                      <a:pt x="1967493" y="315"/>
                    </a:cubicBezTo>
                    <a:cubicBezTo>
                      <a:pt x="2146853" y="7679"/>
                      <a:pt x="2291902" y="142468"/>
                      <a:pt x="2315427" y="315465"/>
                    </a:cubicBezTo>
                    <a:lnTo>
                      <a:pt x="2320109" y="315335"/>
                    </a:lnTo>
                    <a:lnTo>
                      <a:pt x="2729306" y="2069418"/>
                    </a:lnTo>
                    <a:cubicBezTo>
                      <a:pt x="2776307" y="2152970"/>
                      <a:pt x="2801488" y="2249560"/>
                      <a:pt x="2801488" y="2352031"/>
                    </a:cubicBezTo>
                    <a:cubicBezTo>
                      <a:pt x="2801488" y="2690067"/>
                      <a:pt x="2527456" y="2964099"/>
                      <a:pt x="2189420" y="2964099"/>
                    </a:cubicBezTo>
                    <a:cubicBezTo>
                      <a:pt x="1922036" y="2964099"/>
                      <a:pt x="1694697" y="2792645"/>
                      <a:pt x="1613824" y="2552817"/>
                    </a:cubicBezTo>
                    <a:cubicBezTo>
                      <a:pt x="1559905" y="2613347"/>
                      <a:pt x="1481232" y="2650901"/>
                      <a:pt x="1393788" y="2650901"/>
                    </a:cubicBezTo>
                    <a:cubicBezTo>
                      <a:pt x="1311973" y="2650901"/>
                      <a:pt x="1237837" y="2618027"/>
                      <a:pt x="1183996" y="2564635"/>
                    </a:cubicBezTo>
                    <a:cubicBezTo>
                      <a:pt x="1099341" y="2798210"/>
                      <a:pt x="875077" y="2964099"/>
                      <a:pt x="612068" y="2964099"/>
                    </a:cubicBezTo>
                    <a:cubicBezTo>
                      <a:pt x="274032" y="2964099"/>
                      <a:pt x="0" y="2690067"/>
                      <a:pt x="0" y="2352031"/>
                    </a:cubicBezTo>
                    <a:cubicBezTo>
                      <a:pt x="0" y="2288533"/>
                      <a:pt x="9669" y="2227293"/>
                      <a:pt x="30466" y="2170591"/>
                    </a:cubicBezTo>
                    <a:lnTo>
                      <a:pt x="30153" y="2170591"/>
                    </a:lnTo>
                    <a:lnTo>
                      <a:pt x="462952" y="315335"/>
                    </a:lnTo>
                    <a:lnTo>
                      <a:pt x="467801" y="315470"/>
                    </a:lnTo>
                    <a:cubicBezTo>
                      <a:pt x="493068" y="129842"/>
                      <a:pt x="656149" y="-7470"/>
                      <a:pt x="845776" y="3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399" name="Google Shape;2399;p52"/>
              <p:cNvSpPr/>
              <p:nvPr/>
            </p:nvSpPr>
            <p:spPr>
              <a:xfrm>
                <a:off x="8077159" y="2346892"/>
                <a:ext cx="392828" cy="303948"/>
              </a:xfrm>
              <a:custGeom>
                <a:rect b="b" l="l" r="r" t="t"/>
                <a:pathLst>
                  <a:path extrusionOk="0" h="3064028" w="3960000">
                    <a:moveTo>
                      <a:pt x="1955333" y="1285185"/>
                    </a:moveTo>
                    <a:cubicBezTo>
                      <a:pt x="2192176" y="1285185"/>
                      <a:pt x="2384176" y="1477185"/>
                      <a:pt x="2384176" y="1714028"/>
                    </a:cubicBezTo>
                    <a:cubicBezTo>
                      <a:pt x="2384176" y="1950871"/>
                      <a:pt x="2192176" y="2142871"/>
                      <a:pt x="1955333" y="2142871"/>
                    </a:cubicBezTo>
                    <a:cubicBezTo>
                      <a:pt x="1718490" y="2142871"/>
                      <a:pt x="1526490" y="1950871"/>
                      <a:pt x="1526490" y="1714028"/>
                    </a:cubicBezTo>
                    <a:cubicBezTo>
                      <a:pt x="1526490" y="1477185"/>
                      <a:pt x="1718490" y="1285185"/>
                      <a:pt x="1955333" y="1285185"/>
                    </a:cubicBezTo>
                    <a:close/>
                    <a:moveTo>
                      <a:pt x="1955333" y="1074136"/>
                    </a:moveTo>
                    <a:cubicBezTo>
                      <a:pt x="1601930" y="1074136"/>
                      <a:pt x="1315441" y="1360625"/>
                      <a:pt x="1315441" y="1714028"/>
                    </a:cubicBezTo>
                    <a:cubicBezTo>
                      <a:pt x="1315441" y="2067431"/>
                      <a:pt x="1601930" y="2353920"/>
                      <a:pt x="1955333" y="2353920"/>
                    </a:cubicBezTo>
                    <a:cubicBezTo>
                      <a:pt x="2308736" y="2353920"/>
                      <a:pt x="2595225" y="2067431"/>
                      <a:pt x="2595225" y="1714028"/>
                    </a:cubicBezTo>
                    <a:cubicBezTo>
                      <a:pt x="2595225" y="1360625"/>
                      <a:pt x="2308736" y="1074136"/>
                      <a:pt x="1955333" y="1074136"/>
                    </a:cubicBezTo>
                    <a:close/>
                    <a:moveTo>
                      <a:pt x="1955333" y="849503"/>
                    </a:moveTo>
                    <a:cubicBezTo>
                      <a:pt x="2432797" y="849503"/>
                      <a:pt x="2819858" y="1236564"/>
                      <a:pt x="2819858" y="1714028"/>
                    </a:cubicBezTo>
                    <a:cubicBezTo>
                      <a:pt x="2819858" y="2191492"/>
                      <a:pt x="2432797" y="2578553"/>
                      <a:pt x="1955333" y="2578553"/>
                    </a:cubicBezTo>
                    <a:cubicBezTo>
                      <a:pt x="1477869" y="2578553"/>
                      <a:pt x="1090808" y="2191492"/>
                      <a:pt x="1090808" y="1714028"/>
                    </a:cubicBezTo>
                    <a:cubicBezTo>
                      <a:pt x="1090808" y="1236564"/>
                      <a:pt x="1477869" y="849503"/>
                      <a:pt x="1955333" y="849503"/>
                    </a:cubicBezTo>
                    <a:close/>
                    <a:moveTo>
                      <a:pt x="3253503" y="756254"/>
                    </a:moveTo>
                    <a:cubicBezTo>
                      <a:pt x="3162525" y="756254"/>
                      <a:pt x="3088773" y="830006"/>
                      <a:pt x="3088773" y="920984"/>
                    </a:cubicBezTo>
                    <a:cubicBezTo>
                      <a:pt x="3088773" y="1011962"/>
                      <a:pt x="3162525" y="1085714"/>
                      <a:pt x="3253503" y="1085714"/>
                    </a:cubicBezTo>
                    <a:cubicBezTo>
                      <a:pt x="3344481" y="1085714"/>
                      <a:pt x="3418233" y="1011962"/>
                      <a:pt x="3418233" y="920984"/>
                    </a:cubicBezTo>
                    <a:cubicBezTo>
                      <a:pt x="3418233" y="830006"/>
                      <a:pt x="3344481" y="756254"/>
                      <a:pt x="3253503" y="756254"/>
                    </a:cubicBezTo>
                    <a:close/>
                    <a:moveTo>
                      <a:pt x="1955333" y="744677"/>
                    </a:moveTo>
                    <a:cubicBezTo>
                      <a:pt x="1419975" y="744677"/>
                      <a:pt x="985982" y="1178670"/>
                      <a:pt x="985982" y="1714028"/>
                    </a:cubicBezTo>
                    <a:cubicBezTo>
                      <a:pt x="985982" y="2249386"/>
                      <a:pt x="1419975" y="2683379"/>
                      <a:pt x="1955333" y="2683379"/>
                    </a:cubicBezTo>
                    <a:cubicBezTo>
                      <a:pt x="2490691" y="2683379"/>
                      <a:pt x="2924684" y="2249386"/>
                      <a:pt x="2924684" y="1714028"/>
                    </a:cubicBezTo>
                    <a:cubicBezTo>
                      <a:pt x="2924684" y="1178670"/>
                      <a:pt x="2490691" y="744677"/>
                      <a:pt x="1955333" y="744677"/>
                    </a:cubicBezTo>
                    <a:close/>
                    <a:moveTo>
                      <a:pt x="1333922" y="0"/>
                    </a:moveTo>
                    <a:lnTo>
                      <a:pt x="2626078" y="0"/>
                    </a:lnTo>
                    <a:lnTo>
                      <a:pt x="2717085" y="364028"/>
                    </a:lnTo>
                    <a:lnTo>
                      <a:pt x="3699990" y="364028"/>
                    </a:lnTo>
                    <a:cubicBezTo>
                      <a:pt x="3843590" y="364028"/>
                      <a:pt x="3960000" y="480438"/>
                      <a:pt x="3960000" y="624038"/>
                    </a:cubicBezTo>
                    <a:lnTo>
                      <a:pt x="3960000" y="2804018"/>
                    </a:lnTo>
                    <a:cubicBezTo>
                      <a:pt x="3960000" y="2947618"/>
                      <a:pt x="3843590" y="3064028"/>
                      <a:pt x="3699990" y="3064028"/>
                    </a:cubicBezTo>
                    <a:lnTo>
                      <a:pt x="260010" y="3064028"/>
                    </a:lnTo>
                    <a:cubicBezTo>
                      <a:pt x="116410" y="3064028"/>
                      <a:pt x="0" y="2947618"/>
                      <a:pt x="0" y="2804018"/>
                    </a:cubicBezTo>
                    <a:lnTo>
                      <a:pt x="0" y="624038"/>
                    </a:lnTo>
                    <a:cubicBezTo>
                      <a:pt x="0" y="480438"/>
                      <a:pt x="116410" y="364028"/>
                      <a:pt x="260010" y="364028"/>
                    </a:cubicBezTo>
                    <a:lnTo>
                      <a:pt x="443165" y="364028"/>
                    </a:lnTo>
                    <a:lnTo>
                      <a:pt x="443165" y="237982"/>
                    </a:lnTo>
                    <a:cubicBezTo>
                      <a:pt x="443165" y="195266"/>
                      <a:pt x="477794" y="160637"/>
                      <a:pt x="520510" y="160637"/>
                    </a:cubicBezTo>
                    <a:lnTo>
                      <a:pt x="1049896" y="160637"/>
                    </a:lnTo>
                    <a:cubicBezTo>
                      <a:pt x="1092612" y="160637"/>
                      <a:pt x="1127241" y="195266"/>
                      <a:pt x="1127241" y="237982"/>
                    </a:cubicBezTo>
                    <a:lnTo>
                      <a:pt x="1127241" y="364028"/>
                    </a:lnTo>
                    <a:lnTo>
                      <a:pt x="1242915" y="364028"/>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400" name="Google Shape;2400;p52"/>
              <p:cNvSpPr/>
              <p:nvPr/>
            </p:nvSpPr>
            <p:spPr>
              <a:xfrm>
                <a:off x="8560619" y="5355763"/>
                <a:ext cx="372889" cy="259826"/>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401" name="Google Shape;2401;p52"/>
              <p:cNvSpPr/>
              <p:nvPr/>
            </p:nvSpPr>
            <p:spPr>
              <a:xfrm rot="2498363">
                <a:off x="8831623" y="1920263"/>
                <a:ext cx="392828" cy="392828"/>
              </a:xfrm>
              <a:custGeom>
                <a:rect b="b" l="l" r="r" t="t"/>
                <a:pathLst>
                  <a:path extrusionOk="0" h="3938940" w="3860438">
                    <a:moveTo>
                      <a:pt x="1862067" y="2433815"/>
                    </a:moveTo>
                    <a:lnTo>
                      <a:pt x="1970067" y="2433815"/>
                    </a:lnTo>
                    <a:lnTo>
                      <a:pt x="1970067" y="3362873"/>
                    </a:lnTo>
                    <a:lnTo>
                      <a:pt x="2004792" y="3362873"/>
                    </a:lnTo>
                    <a:lnTo>
                      <a:pt x="2004792" y="3650907"/>
                    </a:lnTo>
                    <a:cubicBezTo>
                      <a:pt x="2004792" y="3808349"/>
                      <a:pt x="1878374" y="3936619"/>
                      <a:pt x="1720949" y="3938909"/>
                    </a:cubicBezTo>
                    <a:cubicBezTo>
                      <a:pt x="1564029" y="3941192"/>
                      <a:pt x="1434265" y="3817458"/>
                      <a:pt x="1429045" y="3660794"/>
                    </a:cubicBezTo>
                    <a:lnTo>
                      <a:pt x="1428727" y="3660794"/>
                    </a:lnTo>
                    <a:lnTo>
                      <a:pt x="1428727" y="3588794"/>
                    </a:lnTo>
                    <a:cubicBezTo>
                      <a:pt x="1428727" y="3549029"/>
                      <a:pt x="1460962" y="3516794"/>
                      <a:pt x="1500727" y="3516794"/>
                    </a:cubicBezTo>
                    <a:lnTo>
                      <a:pt x="1536727" y="3516794"/>
                    </a:lnTo>
                    <a:cubicBezTo>
                      <a:pt x="1576492" y="3516794"/>
                      <a:pt x="1608727" y="3549029"/>
                      <a:pt x="1608727" y="3588794"/>
                    </a:cubicBezTo>
                    <a:lnTo>
                      <a:pt x="1608727" y="3654789"/>
                    </a:lnTo>
                    <a:cubicBezTo>
                      <a:pt x="1610687" y="3713589"/>
                      <a:pt x="1659418" y="3760001"/>
                      <a:pt x="1718334" y="3759144"/>
                    </a:cubicBezTo>
                    <a:cubicBezTo>
                      <a:pt x="1777498" y="3758284"/>
                      <a:pt x="1825008" y="3710077"/>
                      <a:pt x="1825008" y="3650907"/>
                    </a:cubicBezTo>
                    <a:lnTo>
                      <a:pt x="1824792" y="3650907"/>
                    </a:lnTo>
                    <a:lnTo>
                      <a:pt x="1824792" y="3362873"/>
                    </a:lnTo>
                    <a:lnTo>
                      <a:pt x="1862067" y="3362873"/>
                    </a:lnTo>
                    <a:close/>
                    <a:moveTo>
                      <a:pt x="1963773" y="341826"/>
                    </a:moveTo>
                    <a:cubicBezTo>
                      <a:pt x="2603866" y="1105515"/>
                      <a:pt x="2803203" y="1464631"/>
                      <a:pt x="2867684" y="2396069"/>
                    </a:cubicBezTo>
                    <a:cubicBezTo>
                      <a:pt x="2523234" y="2107144"/>
                      <a:pt x="2324834" y="2107144"/>
                      <a:pt x="1967684" y="2396069"/>
                    </a:cubicBezTo>
                    <a:cubicBezTo>
                      <a:pt x="1966380" y="1713514"/>
                      <a:pt x="1965077" y="1024381"/>
                      <a:pt x="1963773" y="341826"/>
                    </a:cubicBezTo>
                    <a:close/>
                    <a:moveTo>
                      <a:pt x="1882676" y="341826"/>
                    </a:moveTo>
                    <a:cubicBezTo>
                      <a:pt x="1881372" y="1024381"/>
                      <a:pt x="1880069" y="1713514"/>
                      <a:pt x="1878765" y="2396069"/>
                    </a:cubicBezTo>
                    <a:cubicBezTo>
                      <a:pt x="1521615" y="2107144"/>
                      <a:pt x="1323215" y="2107144"/>
                      <a:pt x="978765" y="2396069"/>
                    </a:cubicBezTo>
                    <a:cubicBezTo>
                      <a:pt x="1043246" y="1464631"/>
                      <a:pt x="1242583" y="1105515"/>
                      <a:pt x="1882676" y="341826"/>
                    </a:cubicBezTo>
                    <a:close/>
                    <a:moveTo>
                      <a:pt x="2058573" y="335248"/>
                    </a:moveTo>
                    <a:cubicBezTo>
                      <a:pt x="3026489" y="598978"/>
                      <a:pt x="3714825" y="1273857"/>
                      <a:pt x="3860438" y="2396070"/>
                    </a:cubicBezTo>
                    <a:cubicBezTo>
                      <a:pt x="3515988" y="2107145"/>
                      <a:pt x="3317588" y="2107145"/>
                      <a:pt x="2960438" y="2396070"/>
                    </a:cubicBezTo>
                    <a:cubicBezTo>
                      <a:pt x="2910892" y="1313327"/>
                      <a:pt x="2647549" y="1036442"/>
                      <a:pt x="2058573" y="335248"/>
                    </a:cubicBezTo>
                    <a:close/>
                    <a:moveTo>
                      <a:pt x="1801865" y="335248"/>
                    </a:moveTo>
                    <a:cubicBezTo>
                      <a:pt x="1212889" y="1036442"/>
                      <a:pt x="949546" y="1313327"/>
                      <a:pt x="900000" y="2396070"/>
                    </a:cubicBezTo>
                    <a:cubicBezTo>
                      <a:pt x="542850" y="2107145"/>
                      <a:pt x="344450" y="2107145"/>
                      <a:pt x="0" y="2396070"/>
                    </a:cubicBezTo>
                    <a:cubicBezTo>
                      <a:pt x="145613" y="1273857"/>
                      <a:pt x="833949" y="598978"/>
                      <a:pt x="1801865" y="335248"/>
                    </a:cubicBezTo>
                    <a:close/>
                    <a:moveTo>
                      <a:pt x="1902679" y="0"/>
                    </a:moveTo>
                    <a:lnTo>
                      <a:pt x="1929455" y="0"/>
                    </a:lnTo>
                    <a:lnTo>
                      <a:pt x="1970067" y="288000"/>
                    </a:lnTo>
                    <a:lnTo>
                      <a:pt x="1862067" y="288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402" name="Google Shape;2402;p52"/>
              <p:cNvSpPr/>
              <p:nvPr/>
            </p:nvSpPr>
            <p:spPr>
              <a:xfrm rot="-2129845">
                <a:off x="10110329" y="1972655"/>
                <a:ext cx="132806" cy="502999"/>
              </a:xfrm>
              <a:custGeom>
                <a:rect b="b" l="l" r="r" t="t"/>
                <a:pathLst>
                  <a:path extrusionOk="0" h="5014044" w="1323851">
                    <a:moveTo>
                      <a:pt x="797140" y="4503940"/>
                    </a:moveTo>
                    <a:cubicBezTo>
                      <a:pt x="732770" y="4439570"/>
                      <a:pt x="628407" y="4439570"/>
                      <a:pt x="564037" y="4503940"/>
                    </a:cubicBezTo>
                    <a:cubicBezTo>
                      <a:pt x="499667" y="4568310"/>
                      <a:pt x="499667" y="4672672"/>
                      <a:pt x="564037" y="4737042"/>
                    </a:cubicBezTo>
                    <a:cubicBezTo>
                      <a:pt x="628407" y="4801412"/>
                      <a:pt x="732770" y="4801413"/>
                      <a:pt x="797140" y="4737043"/>
                    </a:cubicBezTo>
                    <a:cubicBezTo>
                      <a:pt x="861510" y="4672673"/>
                      <a:pt x="861510" y="4568310"/>
                      <a:pt x="797140" y="4503940"/>
                    </a:cubicBezTo>
                    <a:close/>
                    <a:moveTo>
                      <a:pt x="1019859" y="4396571"/>
                    </a:moveTo>
                    <a:lnTo>
                      <a:pt x="1019859" y="4844408"/>
                    </a:lnTo>
                    <a:lnTo>
                      <a:pt x="680589" y="5014044"/>
                    </a:lnTo>
                    <a:lnTo>
                      <a:pt x="341319" y="4844409"/>
                    </a:lnTo>
                    <a:lnTo>
                      <a:pt x="341319" y="4396572"/>
                    </a:lnTo>
                    <a:lnTo>
                      <a:pt x="680589" y="4226937"/>
                    </a:lnTo>
                    <a:close/>
                    <a:moveTo>
                      <a:pt x="800624" y="237293"/>
                    </a:moveTo>
                    <a:cubicBezTo>
                      <a:pt x="730322" y="166991"/>
                      <a:pt x="616339" y="166991"/>
                      <a:pt x="546037" y="237293"/>
                    </a:cubicBezTo>
                    <a:cubicBezTo>
                      <a:pt x="475735" y="307595"/>
                      <a:pt x="475735" y="421577"/>
                      <a:pt x="546037" y="491879"/>
                    </a:cubicBezTo>
                    <a:cubicBezTo>
                      <a:pt x="616339" y="562181"/>
                      <a:pt x="730322" y="562181"/>
                      <a:pt x="800624" y="491879"/>
                    </a:cubicBezTo>
                    <a:cubicBezTo>
                      <a:pt x="870926" y="421577"/>
                      <a:pt x="870926" y="307595"/>
                      <a:pt x="800624" y="237293"/>
                    </a:cubicBezTo>
                    <a:close/>
                    <a:moveTo>
                      <a:pt x="1079384" y="68015"/>
                    </a:moveTo>
                    <a:cubicBezTo>
                      <a:pt x="1121407" y="110039"/>
                      <a:pt x="1147399" y="168093"/>
                      <a:pt x="1147399" y="232219"/>
                    </a:cubicBezTo>
                    <a:cubicBezTo>
                      <a:pt x="1147399" y="1159793"/>
                      <a:pt x="1034554" y="2087367"/>
                      <a:pt x="1023948" y="3014957"/>
                    </a:cubicBezTo>
                    <a:cubicBezTo>
                      <a:pt x="1133082" y="3060182"/>
                      <a:pt x="1235152" y="3127360"/>
                      <a:pt x="1323851" y="3216059"/>
                    </a:cubicBezTo>
                    <a:cubicBezTo>
                      <a:pt x="1689423" y="3581630"/>
                      <a:pt x="1689423" y="4174338"/>
                      <a:pt x="1323851" y="4539910"/>
                    </a:cubicBezTo>
                    <a:cubicBezTo>
                      <a:pt x="1261218" y="4602543"/>
                      <a:pt x="1191917" y="4654446"/>
                      <a:pt x="1117803" y="4694845"/>
                    </a:cubicBezTo>
                    <a:lnTo>
                      <a:pt x="1117303" y="3872699"/>
                    </a:lnTo>
                    <a:lnTo>
                      <a:pt x="684319" y="3565900"/>
                    </a:lnTo>
                    <a:lnTo>
                      <a:pt x="251709" y="3873225"/>
                    </a:lnTo>
                    <a:lnTo>
                      <a:pt x="252223" y="4718882"/>
                    </a:lnTo>
                    <a:cubicBezTo>
                      <a:pt x="160837" y="4675423"/>
                      <a:pt x="75567" y="4615476"/>
                      <a:pt x="0" y="4539910"/>
                    </a:cubicBezTo>
                    <a:cubicBezTo>
                      <a:pt x="-365571" y="4174338"/>
                      <a:pt x="-365571" y="3581630"/>
                      <a:pt x="0" y="3216059"/>
                    </a:cubicBezTo>
                    <a:cubicBezTo>
                      <a:pt x="100968" y="3115091"/>
                      <a:pt x="219261" y="3042010"/>
                      <a:pt x="345675" y="2997831"/>
                    </a:cubicBezTo>
                    <a:lnTo>
                      <a:pt x="211295" y="232219"/>
                    </a:lnTo>
                    <a:cubicBezTo>
                      <a:pt x="211295" y="103968"/>
                      <a:pt x="315263" y="0"/>
                      <a:pt x="443514" y="0"/>
                    </a:cubicBezTo>
                    <a:lnTo>
                      <a:pt x="915180" y="0"/>
                    </a:lnTo>
                    <a:cubicBezTo>
                      <a:pt x="979305" y="0"/>
                      <a:pt x="1037360" y="25992"/>
                      <a:pt x="1079384" y="680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403" name="Google Shape;2403;p52"/>
              <p:cNvSpPr/>
              <p:nvPr/>
            </p:nvSpPr>
            <p:spPr>
              <a:xfrm rot="-8100000">
                <a:off x="9503918" y="5364438"/>
                <a:ext cx="71616" cy="502304"/>
              </a:xfrm>
              <a:custGeom>
                <a:rect b="b" l="l" r="r" t="t"/>
                <a:pathLst>
                  <a:path extrusionOk="0" h="460327" w="65631">
                    <a:moveTo>
                      <a:pt x="42919" y="215685"/>
                    </a:moveTo>
                    <a:lnTo>
                      <a:pt x="22708" y="215685"/>
                    </a:lnTo>
                    <a:lnTo>
                      <a:pt x="0" y="185855"/>
                    </a:lnTo>
                    <a:lnTo>
                      <a:pt x="3" y="185856"/>
                    </a:lnTo>
                    <a:lnTo>
                      <a:pt x="3" y="32814"/>
                    </a:lnTo>
                    <a:cubicBezTo>
                      <a:pt x="3" y="14690"/>
                      <a:pt x="14694" y="0"/>
                      <a:pt x="32817" y="0"/>
                    </a:cubicBezTo>
                    <a:cubicBezTo>
                      <a:pt x="50940" y="0"/>
                      <a:pt x="65631" y="14690"/>
                      <a:pt x="65631" y="32814"/>
                    </a:cubicBezTo>
                    <a:lnTo>
                      <a:pt x="65631" y="185856"/>
                    </a:lnTo>
                    <a:lnTo>
                      <a:pt x="65626" y="185856"/>
                    </a:lnTo>
                    <a:close/>
                    <a:moveTo>
                      <a:pt x="57234" y="460327"/>
                    </a:moveTo>
                    <a:lnTo>
                      <a:pt x="11300" y="460327"/>
                    </a:lnTo>
                    <a:lnTo>
                      <a:pt x="11300" y="366559"/>
                    </a:lnTo>
                    <a:cubicBezTo>
                      <a:pt x="13577" y="349655"/>
                      <a:pt x="25635" y="358815"/>
                      <a:pt x="25452" y="346112"/>
                    </a:cubicBezTo>
                    <a:cubicBezTo>
                      <a:pt x="25288" y="302926"/>
                      <a:pt x="25124" y="259739"/>
                      <a:pt x="24960" y="216553"/>
                    </a:cubicBezTo>
                    <a:lnTo>
                      <a:pt x="42858" y="216553"/>
                    </a:lnTo>
                    <a:cubicBezTo>
                      <a:pt x="42694" y="259576"/>
                      <a:pt x="42530" y="302598"/>
                      <a:pt x="42366" y="345621"/>
                    </a:cubicBezTo>
                    <a:cubicBezTo>
                      <a:pt x="39843" y="359799"/>
                      <a:pt x="54756" y="347441"/>
                      <a:pt x="57234" y="36655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404" name="Google Shape;2404;p52"/>
              <p:cNvSpPr/>
              <p:nvPr/>
            </p:nvSpPr>
            <p:spPr>
              <a:xfrm>
                <a:off x="10146073" y="5282722"/>
                <a:ext cx="141778" cy="392828"/>
              </a:xfrm>
              <a:custGeom>
                <a:rect b="b" l="l" r="r" t="t"/>
                <a:pathLst>
                  <a:path extrusionOk="0" h="3871427" w="1397263">
                    <a:moveTo>
                      <a:pt x="698631" y="1778701"/>
                    </a:moveTo>
                    <a:cubicBezTo>
                      <a:pt x="609151" y="1778701"/>
                      <a:pt x="536613" y="1851239"/>
                      <a:pt x="536613" y="1940719"/>
                    </a:cubicBezTo>
                    <a:cubicBezTo>
                      <a:pt x="536613" y="2030199"/>
                      <a:pt x="609151" y="2102737"/>
                      <a:pt x="698631" y="2102737"/>
                    </a:cubicBezTo>
                    <a:cubicBezTo>
                      <a:pt x="788111" y="2102737"/>
                      <a:pt x="860649" y="2030199"/>
                      <a:pt x="860649" y="1940719"/>
                    </a:cubicBezTo>
                    <a:cubicBezTo>
                      <a:pt x="860649" y="1851239"/>
                      <a:pt x="788111" y="1778701"/>
                      <a:pt x="698631" y="1778701"/>
                    </a:cubicBezTo>
                    <a:close/>
                    <a:moveTo>
                      <a:pt x="999594" y="0"/>
                    </a:moveTo>
                    <a:lnTo>
                      <a:pt x="1321063" y="0"/>
                    </a:lnTo>
                    <a:lnTo>
                      <a:pt x="1390119" y="95250"/>
                    </a:lnTo>
                    <a:cubicBezTo>
                      <a:pt x="1392500" y="284956"/>
                      <a:pt x="1394882" y="474663"/>
                      <a:pt x="1397263" y="664369"/>
                    </a:cubicBezTo>
                    <a:lnTo>
                      <a:pt x="1256769" y="833438"/>
                    </a:lnTo>
                    <a:lnTo>
                      <a:pt x="921013" y="978694"/>
                    </a:lnTo>
                    <a:lnTo>
                      <a:pt x="913199" y="978651"/>
                    </a:lnTo>
                    <a:lnTo>
                      <a:pt x="913199" y="1700779"/>
                    </a:lnTo>
                    <a:cubicBezTo>
                      <a:pt x="979823" y="1759212"/>
                      <a:pt x="1021211" y="1845132"/>
                      <a:pt x="1021211" y="1940719"/>
                    </a:cubicBezTo>
                    <a:cubicBezTo>
                      <a:pt x="1021211" y="2036306"/>
                      <a:pt x="979823" y="2122226"/>
                      <a:pt x="913199" y="2180659"/>
                    </a:cubicBezTo>
                    <a:lnTo>
                      <a:pt x="913199" y="2896482"/>
                    </a:lnTo>
                    <a:lnTo>
                      <a:pt x="1238250" y="3021320"/>
                    </a:lnTo>
                    <a:lnTo>
                      <a:pt x="1390650" y="3199914"/>
                    </a:lnTo>
                    <a:lnTo>
                      <a:pt x="1393032" y="3764270"/>
                    </a:lnTo>
                    <a:lnTo>
                      <a:pt x="1316832" y="3869045"/>
                    </a:lnTo>
                    <a:lnTo>
                      <a:pt x="997744" y="3869045"/>
                    </a:lnTo>
                    <a:lnTo>
                      <a:pt x="995363" y="3276114"/>
                    </a:lnTo>
                    <a:lnTo>
                      <a:pt x="700088" y="3111808"/>
                    </a:lnTo>
                    <a:lnTo>
                      <a:pt x="409575" y="3288020"/>
                    </a:lnTo>
                    <a:lnTo>
                      <a:pt x="397669" y="3871427"/>
                    </a:lnTo>
                    <a:lnTo>
                      <a:pt x="76200" y="3871427"/>
                    </a:lnTo>
                    <a:lnTo>
                      <a:pt x="7144" y="3776177"/>
                    </a:lnTo>
                    <a:cubicBezTo>
                      <a:pt x="4763" y="3586471"/>
                      <a:pt x="2381" y="3396764"/>
                      <a:pt x="0" y="3207058"/>
                    </a:cubicBezTo>
                    <a:lnTo>
                      <a:pt x="140494" y="3037989"/>
                    </a:lnTo>
                    <a:lnTo>
                      <a:pt x="476250" y="2892733"/>
                    </a:lnTo>
                    <a:lnTo>
                      <a:pt x="481151" y="2892760"/>
                    </a:lnTo>
                    <a:lnTo>
                      <a:pt x="481151" y="2180659"/>
                    </a:lnTo>
                    <a:cubicBezTo>
                      <a:pt x="414527" y="2122226"/>
                      <a:pt x="373139" y="2036306"/>
                      <a:pt x="373139" y="1940719"/>
                    </a:cubicBezTo>
                    <a:cubicBezTo>
                      <a:pt x="373139" y="1845132"/>
                      <a:pt x="414527" y="1759212"/>
                      <a:pt x="481151" y="1700779"/>
                    </a:cubicBezTo>
                    <a:lnTo>
                      <a:pt x="481151" y="973827"/>
                    </a:lnTo>
                    <a:lnTo>
                      <a:pt x="159013" y="850107"/>
                    </a:lnTo>
                    <a:lnTo>
                      <a:pt x="6613" y="671513"/>
                    </a:lnTo>
                    <a:lnTo>
                      <a:pt x="4231" y="107157"/>
                    </a:lnTo>
                    <a:lnTo>
                      <a:pt x="80431" y="2382"/>
                    </a:lnTo>
                    <a:lnTo>
                      <a:pt x="399519" y="2382"/>
                    </a:lnTo>
                    <a:cubicBezTo>
                      <a:pt x="400313" y="198438"/>
                      <a:pt x="401106" y="396875"/>
                      <a:pt x="401900" y="595313"/>
                    </a:cubicBezTo>
                    <a:lnTo>
                      <a:pt x="697175" y="759619"/>
                    </a:lnTo>
                    <a:lnTo>
                      <a:pt x="987688" y="583407"/>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405" name="Google Shape;2405;p52"/>
              <p:cNvSpPr/>
              <p:nvPr/>
            </p:nvSpPr>
            <p:spPr>
              <a:xfrm rot="10800000">
                <a:off x="9233259" y="1922064"/>
                <a:ext cx="351266" cy="351266"/>
              </a:xfrm>
              <a:custGeom>
                <a:rect b="b" l="l" r="r" t="t"/>
                <a:pathLst>
                  <a:path extrusionOk="0" h="3915008" w="3982665">
                    <a:moveTo>
                      <a:pt x="0" y="2664000"/>
                    </a:moveTo>
                    <a:lnTo>
                      <a:pt x="1911318" y="72000"/>
                    </a:lnTo>
                    <a:lnTo>
                      <a:pt x="1142725" y="2655962"/>
                    </a:lnTo>
                    <a:close/>
                    <a:moveTo>
                      <a:pt x="3982665" y="2664000"/>
                    </a:moveTo>
                    <a:lnTo>
                      <a:pt x="2839940" y="2655962"/>
                    </a:lnTo>
                    <a:lnTo>
                      <a:pt x="2071347" y="72000"/>
                    </a:lnTo>
                    <a:close/>
                    <a:moveTo>
                      <a:pt x="2621333" y="2664000"/>
                    </a:moveTo>
                    <a:lnTo>
                      <a:pt x="1361333" y="2664000"/>
                    </a:lnTo>
                    <a:lnTo>
                      <a:pt x="1991333" y="0"/>
                    </a:lnTo>
                    <a:close/>
                    <a:moveTo>
                      <a:pt x="1806654" y="3915007"/>
                    </a:moveTo>
                    <a:lnTo>
                      <a:pt x="726654" y="3915007"/>
                    </a:lnTo>
                    <a:lnTo>
                      <a:pt x="1266654" y="2835007"/>
                    </a:lnTo>
                    <a:close/>
                    <a:moveTo>
                      <a:pt x="555902" y="3915008"/>
                    </a:moveTo>
                    <a:lnTo>
                      <a:pt x="15902" y="2835008"/>
                    </a:lnTo>
                    <a:lnTo>
                      <a:pt x="1095902" y="2835008"/>
                    </a:lnTo>
                    <a:close/>
                    <a:moveTo>
                      <a:pt x="1977406" y="3915008"/>
                    </a:moveTo>
                    <a:lnTo>
                      <a:pt x="1437406" y="2835008"/>
                    </a:lnTo>
                    <a:lnTo>
                      <a:pt x="2517406" y="2835008"/>
                    </a:lnTo>
                    <a:close/>
                    <a:moveTo>
                      <a:pt x="3228158" y="3915008"/>
                    </a:moveTo>
                    <a:lnTo>
                      <a:pt x="2148158" y="3915008"/>
                    </a:lnTo>
                    <a:lnTo>
                      <a:pt x="2688158" y="2835008"/>
                    </a:lnTo>
                    <a:close/>
                    <a:moveTo>
                      <a:pt x="3398910" y="3915008"/>
                    </a:moveTo>
                    <a:lnTo>
                      <a:pt x="2858910" y="2835008"/>
                    </a:lnTo>
                    <a:lnTo>
                      <a:pt x="3938910" y="2835008"/>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406" name="Google Shape;2406;p52"/>
              <p:cNvSpPr/>
              <p:nvPr/>
            </p:nvSpPr>
            <p:spPr>
              <a:xfrm>
                <a:off x="8136976" y="5049647"/>
                <a:ext cx="351266" cy="351266"/>
              </a:xfrm>
              <a:custGeom>
                <a:rect b="b" l="l" r="r" t="t"/>
                <a:pathLst>
                  <a:path extrusionOk="0" h="3954781" w="3928707">
                    <a:moveTo>
                      <a:pt x="2773336" y="2238726"/>
                    </a:moveTo>
                    <a:cubicBezTo>
                      <a:pt x="2746826" y="2238726"/>
                      <a:pt x="2725335" y="2260217"/>
                      <a:pt x="2725335" y="2286727"/>
                    </a:cubicBezTo>
                    <a:lnTo>
                      <a:pt x="2725335" y="2478725"/>
                    </a:lnTo>
                    <a:cubicBezTo>
                      <a:pt x="2725335" y="2505235"/>
                      <a:pt x="2746826" y="2526726"/>
                      <a:pt x="2773336" y="2526726"/>
                    </a:cubicBezTo>
                    <a:lnTo>
                      <a:pt x="2965334" y="2526726"/>
                    </a:lnTo>
                    <a:cubicBezTo>
                      <a:pt x="2991844" y="2526726"/>
                      <a:pt x="3013335" y="2505235"/>
                      <a:pt x="3013335" y="2478725"/>
                    </a:cubicBezTo>
                    <a:lnTo>
                      <a:pt x="3013335" y="2286727"/>
                    </a:lnTo>
                    <a:cubicBezTo>
                      <a:pt x="3013335" y="2260217"/>
                      <a:pt x="2991844" y="2238726"/>
                      <a:pt x="2965334" y="2238726"/>
                    </a:cubicBezTo>
                    <a:close/>
                    <a:moveTo>
                      <a:pt x="2313922" y="2238726"/>
                    </a:moveTo>
                    <a:cubicBezTo>
                      <a:pt x="2287412" y="2238726"/>
                      <a:pt x="2265921" y="2260217"/>
                      <a:pt x="2265921" y="2286727"/>
                    </a:cubicBezTo>
                    <a:lnTo>
                      <a:pt x="2265921" y="2478725"/>
                    </a:lnTo>
                    <a:cubicBezTo>
                      <a:pt x="2265921" y="2505235"/>
                      <a:pt x="2287412" y="2526726"/>
                      <a:pt x="2313922" y="2526726"/>
                    </a:cubicBezTo>
                    <a:lnTo>
                      <a:pt x="2505920" y="2526726"/>
                    </a:lnTo>
                    <a:cubicBezTo>
                      <a:pt x="2532430" y="2526726"/>
                      <a:pt x="2553921" y="2505235"/>
                      <a:pt x="2553921" y="2478725"/>
                    </a:cubicBezTo>
                    <a:lnTo>
                      <a:pt x="2553921" y="2286727"/>
                    </a:lnTo>
                    <a:cubicBezTo>
                      <a:pt x="2553921" y="2260217"/>
                      <a:pt x="2532430" y="2238726"/>
                      <a:pt x="2505920" y="2238726"/>
                    </a:cubicBezTo>
                    <a:close/>
                    <a:moveTo>
                      <a:pt x="1854508" y="2238726"/>
                    </a:moveTo>
                    <a:cubicBezTo>
                      <a:pt x="1827998" y="2238726"/>
                      <a:pt x="1806507" y="2260217"/>
                      <a:pt x="1806507" y="2286727"/>
                    </a:cubicBezTo>
                    <a:lnTo>
                      <a:pt x="1806507" y="2478725"/>
                    </a:lnTo>
                    <a:cubicBezTo>
                      <a:pt x="1806507" y="2505235"/>
                      <a:pt x="1827998" y="2526726"/>
                      <a:pt x="1854508" y="2526726"/>
                    </a:cubicBezTo>
                    <a:lnTo>
                      <a:pt x="2046506" y="2526726"/>
                    </a:lnTo>
                    <a:cubicBezTo>
                      <a:pt x="2073016" y="2526726"/>
                      <a:pt x="2094507" y="2505235"/>
                      <a:pt x="2094507" y="2478725"/>
                    </a:cubicBezTo>
                    <a:lnTo>
                      <a:pt x="2094507" y="2286727"/>
                    </a:lnTo>
                    <a:cubicBezTo>
                      <a:pt x="2094507" y="2260217"/>
                      <a:pt x="2073016" y="2238726"/>
                      <a:pt x="2046506" y="2238726"/>
                    </a:cubicBezTo>
                    <a:close/>
                    <a:moveTo>
                      <a:pt x="879732" y="2133675"/>
                    </a:moveTo>
                    <a:cubicBezTo>
                      <a:pt x="767330" y="2133675"/>
                      <a:pt x="676210" y="2224795"/>
                      <a:pt x="676210" y="2337197"/>
                    </a:cubicBezTo>
                    <a:cubicBezTo>
                      <a:pt x="676210" y="2449599"/>
                      <a:pt x="767330" y="2540719"/>
                      <a:pt x="879732" y="2540719"/>
                    </a:cubicBezTo>
                    <a:cubicBezTo>
                      <a:pt x="956121" y="2540719"/>
                      <a:pt x="1022681" y="2498634"/>
                      <a:pt x="1054808" y="2434886"/>
                    </a:cubicBezTo>
                    <a:lnTo>
                      <a:pt x="1469273" y="2434887"/>
                    </a:lnTo>
                    <a:cubicBezTo>
                      <a:pt x="1529381" y="2434887"/>
                      <a:pt x="1578108" y="2386160"/>
                      <a:pt x="1578108" y="2326052"/>
                    </a:cubicBezTo>
                    <a:cubicBezTo>
                      <a:pt x="1578108" y="2265944"/>
                      <a:pt x="1529381" y="2217217"/>
                      <a:pt x="1469273" y="2217217"/>
                    </a:cubicBezTo>
                    <a:lnTo>
                      <a:pt x="1039779" y="2217217"/>
                    </a:lnTo>
                    <a:cubicBezTo>
                      <a:pt x="1005455" y="2165662"/>
                      <a:pt x="946329" y="2133675"/>
                      <a:pt x="879732" y="2133675"/>
                    </a:cubicBezTo>
                    <a:close/>
                    <a:moveTo>
                      <a:pt x="2773336" y="1699178"/>
                    </a:moveTo>
                    <a:cubicBezTo>
                      <a:pt x="2746826" y="1699178"/>
                      <a:pt x="2725335" y="1720669"/>
                      <a:pt x="2725335" y="1747179"/>
                    </a:cubicBezTo>
                    <a:lnTo>
                      <a:pt x="2725335" y="1939177"/>
                    </a:lnTo>
                    <a:cubicBezTo>
                      <a:pt x="2725335" y="1965687"/>
                      <a:pt x="2746826" y="1987178"/>
                      <a:pt x="2773336" y="1987178"/>
                    </a:cubicBezTo>
                    <a:lnTo>
                      <a:pt x="2965334" y="1987178"/>
                    </a:lnTo>
                    <a:cubicBezTo>
                      <a:pt x="2991844" y="1987178"/>
                      <a:pt x="3013335" y="1965687"/>
                      <a:pt x="3013335" y="1939177"/>
                    </a:cubicBezTo>
                    <a:lnTo>
                      <a:pt x="3013335" y="1747179"/>
                    </a:lnTo>
                    <a:cubicBezTo>
                      <a:pt x="3013335" y="1720669"/>
                      <a:pt x="2991844" y="1699178"/>
                      <a:pt x="2965334" y="1699178"/>
                    </a:cubicBezTo>
                    <a:close/>
                    <a:moveTo>
                      <a:pt x="2313922" y="1699178"/>
                    </a:moveTo>
                    <a:cubicBezTo>
                      <a:pt x="2287412" y="1699178"/>
                      <a:pt x="2265921" y="1720669"/>
                      <a:pt x="2265921" y="1747179"/>
                    </a:cubicBezTo>
                    <a:lnTo>
                      <a:pt x="2265921" y="1939177"/>
                    </a:lnTo>
                    <a:cubicBezTo>
                      <a:pt x="2265921" y="1965687"/>
                      <a:pt x="2287412" y="1987178"/>
                      <a:pt x="2313922" y="1987178"/>
                    </a:cubicBezTo>
                    <a:lnTo>
                      <a:pt x="2505920" y="1987178"/>
                    </a:lnTo>
                    <a:cubicBezTo>
                      <a:pt x="2532430" y="1987178"/>
                      <a:pt x="2553921" y="1965687"/>
                      <a:pt x="2553921" y="1939177"/>
                    </a:cubicBezTo>
                    <a:lnTo>
                      <a:pt x="2553921" y="1747179"/>
                    </a:lnTo>
                    <a:cubicBezTo>
                      <a:pt x="2553921" y="1720669"/>
                      <a:pt x="2532430" y="1699178"/>
                      <a:pt x="2505920" y="1699178"/>
                    </a:cubicBezTo>
                    <a:close/>
                    <a:moveTo>
                      <a:pt x="1854508" y="1699178"/>
                    </a:moveTo>
                    <a:cubicBezTo>
                      <a:pt x="1827998" y="1699178"/>
                      <a:pt x="1806507" y="1720669"/>
                      <a:pt x="1806507" y="1747179"/>
                    </a:cubicBezTo>
                    <a:lnTo>
                      <a:pt x="1806507" y="1939177"/>
                    </a:lnTo>
                    <a:cubicBezTo>
                      <a:pt x="1806507" y="1965687"/>
                      <a:pt x="1827998" y="1987178"/>
                      <a:pt x="1854508" y="1987178"/>
                    </a:cubicBezTo>
                    <a:lnTo>
                      <a:pt x="2046506" y="1987178"/>
                    </a:lnTo>
                    <a:cubicBezTo>
                      <a:pt x="2073016" y="1987178"/>
                      <a:pt x="2094507" y="1965687"/>
                      <a:pt x="2094507" y="1939177"/>
                    </a:cubicBezTo>
                    <a:lnTo>
                      <a:pt x="2094507" y="1747179"/>
                    </a:lnTo>
                    <a:cubicBezTo>
                      <a:pt x="2094507" y="1720669"/>
                      <a:pt x="2073016" y="1699178"/>
                      <a:pt x="2046506" y="1699178"/>
                    </a:cubicBezTo>
                    <a:close/>
                    <a:moveTo>
                      <a:pt x="1035948" y="1186216"/>
                    </a:moveTo>
                    <a:cubicBezTo>
                      <a:pt x="1165960" y="1186216"/>
                      <a:pt x="1271356" y="1291612"/>
                      <a:pt x="1271356" y="1421624"/>
                    </a:cubicBezTo>
                    <a:cubicBezTo>
                      <a:pt x="1271356" y="1551636"/>
                      <a:pt x="1165960" y="1657032"/>
                      <a:pt x="1035948" y="1657032"/>
                    </a:cubicBezTo>
                    <a:cubicBezTo>
                      <a:pt x="905936" y="1657032"/>
                      <a:pt x="800540" y="1551636"/>
                      <a:pt x="800540" y="1421624"/>
                    </a:cubicBezTo>
                    <a:cubicBezTo>
                      <a:pt x="800540" y="1291612"/>
                      <a:pt x="905936" y="1186216"/>
                      <a:pt x="1035948" y="1186216"/>
                    </a:cubicBezTo>
                    <a:close/>
                    <a:moveTo>
                      <a:pt x="2773336" y="1159631"/>
                    </a:moveTo>
                    <a:cubicBezTo>
                      <a:pt x="2746826" y="1159631"/>
                      <a:pt x="2725335" y="1181122"/>
                      <a:pt x="2725335" y="1207632"/>
                    </a:cubicBezTo>
                    <a:lnTo>
                      <a:pt x="2725335" y="1399630"/>
                    </a:lnTo>
                    <a:cubicBezTo>
                      <a:pt x="2725335" y="1426140"/>
                      <a:pt x="2746826" y="1447631"/>
                      <a:pt x="2773336" y="1447631"/>
                    </a:cubicBezTo>
                    <a:lnTo>
                      <a:pt x="2965334" y="1447631"/>
                    </a:lnTo>
                    <a:cubicBezTo>
                      <a:pt x="2991844" y="1447631"/>
                      <a:pt x="3013335" y="1426140"/>
                      <a:pt x="3013335" y="1399630"/>
                    </a:cubicBezTo>
                    <a:lnTo>
                      <a:pt x="3013335" y="1207632"/>
                    </a:lnTo>
                    <a:cubicBezTo>
                      <a:pt x="3013335" y="1181122"/>
                      <a:pt x="2991844" y="1159631"/>
                      <a:pt x="2965334" y="1159631"/>
                    </a:cubicBezTo>
                    <a:close/>
                    <a:moveTo>
                      <a:pt x="2313922" y="1159631"/>
                    </a:moveTo>
                    <a:cubicBezTo>
                      <a:pt x="2287412" y="1159631"/>
                      <a:pt x="2265921" y="1181122"/>
                      <a:pt x="2265921" y="1207632"/>
                    </a:cubicBezTo>
                    <a:lnTo>
                      <a:pt x="2265921" y="1399630"/>
                    </a:lnTo>
                    <a:cubicBezTo>
                      <a:pt x="2265921" y="1426140"/>
                      <a:pt x="2287412" y="1447631"/>
                      <a:pt x="2313922" y="1447631"/>
                    </a:cubicBezTo>
                    <a:lnTo>
                      <a:pt x="2505920" y="1447631"/>
                    </a:lnTo>
                    <a:cubicBezTo>
                      <a:pt x="2532430" y="1447631"/>
                      <a:pt x="2553921" y="1426140"/>
                      <a:pt x="2553921" y="1399630"/>
                    </a:cubicBezTo>
                    <a:lnTo>
                      <a:pt x="2553921" y="1207632"/>
                    </a:lnTo>
                    <a:cubicBezTo>
                      <a:pt x="2553921" y="1181122"/>
                      <a:pt x="2532430" y="1159631"/>
                      <a:pt x="2505920" y="1159631"/>
                    </a:cubicBezTo>
                    <a:close/>
                    <a:moveTo>
                      <a:pt x="1854508" y="1159631"/>
                    </a:moveTo>
                    <a:cubicBezTo>
                      <a:pt x="1827998" y="1159631"/>
                      <a:pt x="1806507" y="1181122"/>
                      <a:pt x="1806507" y="1207632"/>
                    </a:cubicBezTo>
                    <a:lnTo>
                      <a:pt x="1806507" y="1399630"/>
                    </a:lnTo>
                    <a:cubicBezTo>
                      <a:pt x="1806507" y="1426140"/>
                      <a:pt x="1827998" y="1447631"/>
                      <a:pt x="1854508" y="1447631"/>
                    </a:cubicBezTo>
                    <a:lnTo>
                      <a:pt x="2046506" y="1447631"/>
                    </a:lnTo>
                    <a:cubicBezTo>
                      <a:pt x="2073016" y="1447631"/>
                      <a:pt x="2094507" y="1426140"/>
                      <a:pt x="2094507" y="1399630"/>
                    </a:cubicBezTo>
                    <a:lnTo>
                      <a:pt x="2094507" y="1207632"/>
                    </a:lnTo>
                    <a:cubicBezTo>
                      <a:pt x="2094507" y="1181122"/>
                      <a:pt x="2073016" y="1159631"/>
                      <a:pt x="2046506" y="1159631"/>
                    </a:cubicBezTo>
                    <a:close/>
                    <a:moveTo>
                      <a:pt x="1035947" y="1097587"/>
                    </a:moveTo>
                    <a:cubicBezTo>
                      <a:pt x="856987" y="1097587"/>
                      <a:pt x="711911" y="1242663"/>
                      <a:pt x="711911" y="1421623"/>
                    </a:cubicBezTo>
                    <a:cubicBezTo>
                      <a:pt x="711911" y="1600583"/>
                      <a:pt x="856987" y="1745659"/>
                      <a:pt x="1035947" y="1745659"/>
                    </a:cubicBezTo>
                    <a:cubicBezTo>
                      <a:pt x="1214907" y="1745659"/>
                      <a:pt x="1359983" y="1600583"/>
                      <a:pt x="1359983" y="1421623"/>
                    </a:cubicBezTo>
                    <a:cubicBezTo>
                      <a:pt x="1359983" y="1242663"/>
                      <a:pt x="1214907" y="1097587"/>
                      <a:pt x="1035947" y="1097587"/>
                    </a:cubicBezTo>
                    <a:close/>
                    <a:moveTo>
                      <a:pt x="593124" y="376367"/>
                    </a:moveTo>
                    <a:lnTo>
                      <a:pt x="3225543" y="376367"/>
                    </a:lnTo>
                    <a:cubicBezTo>
                      <a:pt x="3328637" y="376367"/>
                      <a:pt x="3412211" y="459941"/>
                      <a:pt x="3412211" y="563035"/>
                    </a:cubicBezTo>
                    <a:lnTo>
                      <a:pt x="3412211" y="3074837"/>
                    </a:lnTo>
                    <a:cubicBezTo>
                      <a:pt x="3412211" y="3177931"/>
                      <a:pt x="3328637" y="3261505"/>
                      <a:pt x="3225543" y="3261505"/>
                    </a:cubicBezTo>
                    <a:lnTo>
                      <a:pt x="593124" y="3261505"/>
                    </a:lnTo>
                    <a:cubicBezTo>
                      <a:pt x="490030" y="3261505"/>
                      <a:pt x="406456" y="3177931"/>
                      <a:pt x="406456" y="3074837"/>
                    </a:cubicBezTo>
                    <a:lnTo>
                      <a:pt x="406456" y="563035"/>
                    </a:lnTo>
                    <a:cubicBezTo>
                      <a:pt x="406456" y="459941"/>
                      <a:pt x="490030" y="376367"/>
                      <a:pt x="593124" y="376367"/>
                    </a:cubicBezTo>
                    <a:close/>
                    <a:moveTo>
                      <a:pt x="466365" y="263607"/>
                    </a:moveTo>
                    <a:cubicBezTo>
                      <a:pt x="353740" y="263607"/>
                      <a:pt x="262440" y="354907"/>
                      <a:pt x="262440" y="467532"/>
                    </a:cubicBezTo>
                    <a:lnTo>
                      <a:pt x="262440" y="3211530"/>
                    </a:lnTo>
                    <a:cubicBezTo>
                      <a:pt x="262440" y="3324155"/>
                      <a:pt x="353740" y="3415455"/>
                      <a:pt x="466365" y="3415455"/>
                    </a:cubicBezTo>
                    <a:lnTo>
                      <a:pt x="3352302" y="3415455"/>
                    </a:lnTo>
                    <a:cubicBezTo>
                      <a:pt x="3464927" y="3415455"/>
                      <a:pt x="3556227" y="3324155"/>
                      <a:pt x="3556227" y="3211530"/>
                    </a:cubicBezTo>
                    <a:lnTo>
                      <a:pt x="3556227" y="2945906"/>
                    </a:lnTo>
                    <a:lnTo>
                      <a:pt x="3604113" y="2945906"/>
                    </a:lnTo>
                    <a:cubicBezTo>
                      <a:pt x="3647262" y="2945906"/>
                      <a:pt x="3682241" y="2910927"/>
                      <a:pt x="3682241" y="2867778"/>
                    </a:cubicBezTo>
                    <a:lnTo>
                      <a:pt x="3682241" y="2555278"/>
                    </a:lnTo>
                    <a:cubicBezTo>
                      <a:pt x="3682241" y="2512129"/>
                      <a:pt x="3647262" y="2477150"/>
                      <a:pt x="3604113" y="2477150"/>
                    </a:cubicBezTo>
                    <a:lnTo>
                      <a:pt x="3556227" y="2477150"/>
                    </a:lnTo>
                    <a:lnTo>
                      <a:pt x="3556227" y="1181006"/>
                    </a:lnTo>
                    <a:lnTo>
                      <a:pt x="3604113" y="1181006"/>
                    </a:lnTo>
                    <a:cubicBezTo>
                      <a:pt x="3647262" y="1181006"/>
                      <a:pt x="3682241" y="1146027"/>
                      <a:pt x="3682241" y="1102878"/>
                    </a:cubicBezTo>
                    <a:lnTo>
                      <a:pt x="3682241" y="790378"/>
                    </a:lnTo>
                    <a:cubicBezTo>
                      <a:pt x="3682241" y="747229"/>
                      <a:pt x="3647262" y="712250"/>
                      <a:pt x="3604113" y="712250"/>
                    </a:cubicBezTo>
                    <a:lnTo>
                      <a:pt x="3556227" y="712250"/>
                    </a:lnTo>
                    <a:lnTo>
                      <a:pt x="3556227" y="467532"/>
                    </a:lnTo>
                    <a:cubicBezTo>
                      <a:pt x="3556227" y="354907"/>
                      <a:pt x="3464927" y="263607"/>
                      <a:pt x="3352302" y="263607"/>
                    </a:cubicBezTo>
                    <a:close/>
                    <a:moveTo>
                      <a:pt x="235370" y="0"/>
                    </a:moveTo>
                    <a:lnTo>
                      <a:pt x="3693337" y="0"/>
                    </a:lnTo>
                    <a:cubicBezTo>
                      <a:pt x="3823328" y="0"/>
                      <a:pt x="3928707" y="105379"/>
                      <a:pt x="3928707" y="235370"/>
                    </a:cubicBezTo>
                    <a:lnTo>
                      <a:pt x="3928707" y="3402502"/>
                    </a:lnTo>
                    <a:cubicBezTo>
                      <a:pt x="3928707" y="3485210"/>
                      <a:pt x="3886047" y="3557954"/>
                      <a:pt x="3821334" y="3599629"/>
                    </a:cubicBezTo>
                    <a:lnTo>
                      <a:pt x="3732546" y="3954781"/>
                    </a:lnTo>
                    <a:lnTo>
                      <a:pt x="2998166" y="3954781"/>
                    </a:lnTo>
                    <a:lnTo>
                      <a:pt x="2918939" y="3637872"/>
                    </a:lnTo>
                    <a:lnTo>
                      <a:pt x="1025164" y="3637872"/>
                    </a:lnTo>
                    <a:lnTo>
                      <a:pt x="945937" y="3954781"/>
                    </a:lnTo>
                    <a:lnTo>
                      <a:pt x="211557" y="3954781"/>
                    </a:lnTo>
                    <a:lnTo>
                      <a:pt x="125186" y="3609298"/>
                    </a:lnTo>
                    <a:cubicBezTo>
                      <a:pt x="50483" y="3570656"/>
                      <a:pt x="0" y="3492475"/>
                      <a:pt x="0" y="3402502"/>
                    </a:cubicBezTo>
                    <a:lnTo>
                      <a:pt x="0" y="235370"/>
                    </a:lnTo>
                    <a:cubicBezTo>
                      <a:pt x="0" y="105379"/>
                      <a:pt x="105379" y="0"/>
                      <a:pt x="23537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407" name="Google Shape;2407;p52"/>
              <p:cNvSpPr/>
              <p:nvPr/>
            </p:nvSpPr>
            <p:spPr>
              <a:xfrm>
                <a:off x="9626515" y="1969444"/>
                <a:ext cx="330976" cy="339180"/>
              </a:xfrm>
              <a:custGeom>
                <a:rect b="b" l="l" r="r" t="t"/>
                <a:pathLst>
                  <a:path extrusionOk="0" h="3984815" w="3888432">
                    <a:moveTo>
                      <a:pt x="3131805" y="2156163"/>
                    </a:moveTo>
                    <a:lnTo>
                      <a:pt x="3132791" y="2156712"/>
                    </a:lnTo>
                    <a:lnTo>
                      <a:pt x="3132791" y="3458037"/>
                    </a:lnTo>
                    <a:lnTo>
                      <a:pt x="2592791" y="3458037"/>
                    </a:lnTo>
                    <a:lnTo>
                      <a:pt x="2592791" y="2392416"/>
                    </a:lnTo>
                    <a:lnTo>
                      <a:pt x="3131805" y="2392416"/>
                    </a:lnTo>
                    <a:close/>
                    <a:moveTo>
                      <a:pt x="1894806" y="1447696"/>
                    </a:moveTo>
                    <a:lnTo>
                      <a:pt x="2434806" y="1447696"/>
                    </a:lnTo>
                    <a:lnTo>
                      <a:pt x="2434806" y="3067696"/>
                    </a:lnTo>
                    <a:lnTo>
                      <a:pt x="2425859" y="3067696"/>
                    </a:lnTo>
                    <a:lnTo>
                      <a:pt x="2425859" y="3458037"/>
                    </a:lnTo>
                    <a:lnTo>
                      <a:pt x="1885859" y="3458037"/>
                    </a:lnTo>
                    <a:lnTo>
                      <a:pt x="1885859" y="1462222"/>
                    </a:lnTo>
                    <a:lnTo>
                      <a:pt x="1894806" y="1467205"/>
                    </a:lnTo>
                    <a:close/>
                    <a:moveTo>
                      <a:pt x="1178927" y="1068489"/>
                    </a:moveTo>
                    <a:lnTo>
                      <a:pt x="1179306" y="1068700"/>
                    </a:lnTo>
                    <a:lnTo>
                      <a:pt x="1179306" y="1992407"/>
                    </a:lnTo>
                    <a:lnTo>
                      <a:pt x="1718927" y="1992407"/>
                    </a:lnTo>
                    <a:lnTo>
                      <a:pt x="1718927" y="3458037"/>
                    </a:lnTo>
                    <a:lnTo>
                      <a:pt x="1178927" y="3458037"/>
                    </a:lnTo>
                    <a:close/>
                    <a:moveTo>
                      <a:pt x="471995" y="674757"/>
                    </a:moveTo>
                    <a:lnTo>
                      <a:pt x="482407" y="680556"/>
                    </a:lnTo>
                    <a:lnTo>
                      <a:pt x="1022307" y="680556"/>
                    </a:lnTo>
                    <a:lnTo>
                      <a:pt x="1022307" y="2085638"/>
                    </a:lnTo>
                    <a:lnTo>
                      <a:pt x="1011995" y="2085638"/>
                    </a:lnTo>
                    <a:lnTo>
                      <a:pt x="1011995" y="3458037"/>
                    </a:lnTo>
                    <a:lnTo>
                      <a:pt x="471995" y="3458037"/>
                    </a:lnTo>
                    <a:close/>
                    <a:moveTo>
                      <a:pt x="3301860" y="259154"/>
                    </a:moveTo>
                    <a:lnTo>
                      <a:pt x="3841860" y="259154"/>
                    </a:lnTo>
                    <a:lnTo>
                      <a:pt x="3841860" y="2548347"/>
                    </a:lnTo>
                    <a:lnTo>
                      <a:pt x="3835956" y="2548347"/>
                    </a:lnTo>
                    <a:lnTo>
                      <a:pt x="3839723" y="2550445"/>
                    </a:lnTo>
                    <a:lnTo>
                      <a:pt x="3839723" y="3458037"/>
                    </a:lnTo>
                    <a:lnTo>
                      <a:pt x="3299723" y="3458037"/>
                    </a:lnTo>
                    <a:lnTo>
                      <a:pt x="3299723" y="2249687"/>
                    </a:lnTo>
                    <a:lnTo>
                      <a:pt x="3301860" y="2250877"/>
                    </a:lnTo>
                    <a:close/>
                    <a:moveTo>
                      <a:pt x="0" y="0"/>
                    </a:moveTo>
                    <a:lnTo>
                      <a:pt x="360000" y="0"/>
                    </a:lnTo>
                    <a:lnTo>
                      <a:pt x="360000" y="3624815"/>
                    </a:lnTo>
                    <a:lnTo>
                      <a:pt x="3888432" y="3624815"/>
                    </a:lnTo>
                    <a:lnTo>
                      <a:pt x="3888432" y="3984815"/>
                    </a:lnTo>
                    <a:lnTo>
                      <a:pt x="0" y="3984815"/>
                    </a:lnTo>
                    <a:lnTo>
                      <a:pt x="0" y="3888432"/>
                    </a:lnTo>
                    <a:lnTo>
                      <a:pt x="0" y="362481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408" name="Google Shape;2408;p52"/>
              <p:cNvSpPr/>
              <p:nvPr/>
            </p:nvSpPr>
            <p:spPr>
              <a:xfrm>
                <a:off x="10765361" y="4863776"/>
                <a:ext cx="330939" cy="234666"/>
              </a:xfrm>
              <a:custGeom>
                <a:rect b="b" l="l" r="r" t="t"/>
                <a:pathLst>
                  <a:path extrusionOk="0" h="2808000" w="3960000">
                    <a:moveTo>
                      <a:pt x="2137982" y="2165237"/>
                    </a:moveTo>
                    <a:lnTo>
                      <a:pt x="2111402" y="2204211"/>
                    </a:lnTo>
                    <a:lnTo>
                      <a:pt x="2137982" y="2204211"/>
                    </a:lnTo>
                    <a:close/>
                    <a:moveTo>
                      <a:pt x="2635730" y="2101964"/>
                    </a:moveTo>
                    <a:cubicBezTo>
                      <a:pt x="2615812" y="2101964"/>
                      <a:pt x="2599666" y="2142287"/>
                      <a:pt x="2599666" y="2192028"/>
                    </a:cubicBezTo>
                    <a:cubicBezTo>
                      <a:pt x="2599666" y="2241769"/>
                      <a:pt x="2615812" y="2282092"/>
                      <a:pt x="2635730" y="2282092"/>
                    </a:cubicBezTo>
                    <a:cubicBezTo>
                      <a:pt x="2655648" y="2282092"/>
                      <a:pt x="2671794" y="2241769"/>
                      <a:pt x="2671794" y="2192028"/>
                    </a:cubicBezTo>
                    <a:cubicBezTo>
                      <a:pt x="2671794" y="2142287"/>
                      <a:pt x="2655648" y="2101964"/>
                      <a:pt x="2635730" y="2101964"/>
                    </a:cubicBezTo>
                    <a:close/>
                    <a:moveTo>
                      <a:pt x="1280012" y="2101964"/>
                    </a:moveTo>
                    <a:cubicBezTo>
                      <a:pt x="1260094" y="2101964"/>
                      <a:pt x="1243948" y="2142287"/>
                      <a:pt x="1243948" y="2192028"/>
                    </a:cubicBezTo>
                    <a:cubicBezTo>
                      <a:pt x="1243948" y="2241769"/>
                      <a:pt x="1260094" y="2282092"/>
                      <a:pt x="1280012" y="2282092"/>
                    </a:cubicBezTo>
                    <a:cubicBezTo>
                      <a:pt x="1299930" y="2282092"/>
                      <a:pt x="1316076" y="2241769"/>
                      <a:pt x="1316076" y="2192028"/>
                    </a:cubicBezTo>
                    <a:cubicBezTo>
                      <a:pt x="1316076" y="2142287"/>
                      <a:pt x="1299930" y="2101964"/>
                      <a:pt x="1280012" y="2101964"/>
                    </a:cubicBezTo>
                    <a:close/>
                    <a:moveTo>
                      <a:pt x="2138296" y="2025749"/>
                    </a:moveTo>
                    <a:lnTo>
                      <a:pt x="2139137" y="2026323"/>
                    </a:lnTo>
                    <a:lnTo>
                      <a:pt x="2216315" y="2026323"/>
                    </a:lnTo>
                    <a:lnTo>
                      <a:pt x="2216315" y="2204211"/>
                    </a:lnTo>
                    <a:lnTo>
                      <a:pt x="2256063" y="2204211"/>
                    </a:lnTo>
                    <a:lnTo>
                      <a:pt x="2256063" y="2282544"/>
                    </a:lnTo>
                    <a:lnTo>
                      <a:pt x="2216315" y="2282544"/>
                    </a:lnTo>
                    <a:lnTo>
                      <a:pt x="2216315" y="2357732"/>
                    </a:lnTo>
                    <a:lnTo>
                      <a:pt x="2137982" y="2357732"/>
                    </a:lnTo>
                    <a:lnTo>
                      <a:pt x="2137982" y="2282544"/>
                    </a:lnTo>
                    <a:lnTo>
                      <a:pt x="2015039" y="2282544"/>
                    </a:lnTo>
                    <a:lnTo>
                      <a:pt x="2015039" y="2208059"/>
                    </a:lnTo>
                    <a:lnTo>
                      <a:pt x="2014304" y="2207558"/>
                    </a:lnTo>
                    <a:lnTo>
                      <a:pt x="2015039" y="2206481"/>
                    </a:lnTo>
                    <a:lnTo>
                      <a:pt x="2015039" y="2204211"/>
                    </a:lnTo>
                    <a:lnTo>
                      <a:pt x="2016587" y="2204211"/>
                    </a:lnTo>
                    <a:close/>
                    <a:moveTo>
                      <a:pt x="1855876" y="2017651"/>
                    </a:moveTo>
                    <a:cubicBezTo>
                      <a:pt x="1914135" y="2017257"/>
                      <a:pt x="1961791" y="2063958"/>
                      <a:pt x="1962577" y="2122214"/>
                    </a:cubicBezTo>
                    <a:cubicBezTo>
                      <a:pt x="1962954" y="2150145"/>
                      <a:pt x="1952489" y="2175712"/>
                      <a:pt x="1934995" y="2194820"/>
                    </a:cubicBezTo>
                    <a:cubicBezTo>
                      <a:pt x="1952694" y="2214184"/>
                      <a:pt x="1963194" y="2240138"/>
                      <a:pt x="1962560" y="2268406"/>
                    </a:cubicBezTo>
                    <a:cubicBezTo>
                      <a:pt x="1961260" y="2326468"/>
                      <a:pt x="1913477" y="2372672"/>
                      <a:pt x="1855404" y="2372021"/>
                    </a:cubicBezTo>
                    <a:cubicBezTo>
                      <a:pt x="1797331" y="2371371"/>
                      <a:pt x="1750595" y="2324109"/>
                      <a:pt x="1750595" y="2266032"/>
                    </a:cubicBezTo>
                    <a:lnTo>
                      <a:pt x="1826499" y="2266032"/>
                    </a:lnTo>
                    <a:cubicBezTo>
                      <a:pt x="1826499" y="2282520"/>
                      <a:pt x="1839767" y="2295938"/>
                      <a:pt x="1856254" y="2296122"/>
                    </a:cubicBezTo>
                    <a:cubicBezTo>
                      <a:pt x="1872741" y="2296307"/>
                      <a:pt x="1886306" y="2283190"/>
                      <a:pt x="1886676" y="2266706"/>
                    </a:cubicBezTo>
                    <a:cubicBezTo>
                      <a:pt x="1887039" y="2250493"/>
                      <a:pt x="1874503" y="2236962"/>
                      <a:pt x="1858407" y="2236065"/>
                    </a:cubicBezTo>
                    <a:lnTo>
                      <a:pt x="1814193" y="2236065"/>
                    </a:lnTo>
                    <a:lnTo>
                      <a:pt x="1814193" y="2152552"/>
                    </a:lnTo>
                    <a:lnTo>
                      <a:pt x="1857384" y="2152552"/>
                    </a:lnTo>
                    <a:cubicBezTo>
                      <a:pt x="1873190" y="2152141"/>
                      <a:pt x="1885741" y="2139089"/>
                      <a:pt x="1885527" y="2123254"/>
                    </a:cubicBezTo>
                    <a:cubicBezTo>
                      <a:pt x="1885313" y="2107349"/>
                      <a:pt x="1872302" y="2094598"/>
                      <a:pt x="1856396" y="2094706"/>
                    </a:cubicBezTo>
                    <a:cubicBezTo>
                      <a:pt x="1840490" y="2094813"/>
                      <a:pt x="1827652" y="2107738"/>
                      <a:pt x="1827652" y="2123644"/>
                    </a:cubicBezTo>
                    <a:lnTo>
                      <a:pt x="1750595" y="2123644"/>
                    </a:lnTo>
                    <a:cubicBezTo>
                      <a:pt x="1750595" y="2065383"/>
                      <a:pt x="1797616" y="2018044"/>
                      <a:pt x="1855876" y="2017651"/>
                    </a:cubicBezTo>
                    <a:close/>
                    <a:moveTo>
                      <a:pt x="2930344" y="2012028"/>
                    </a:moveTo>
                    <a:cubicBezTo>
                      <a:pt x="2996416" y="2014229"/>
                      <a:pt x="3045968" y="2074602"/>
                      <a:pt x="3038901" y="2136479"/>
                    </a:cubicBezTo>
                    <a:cubicBezTo>
                      <a:pt x="3029916" y="2202312"/>
                      <a:pt x="2982346" y="2231435"/>
                      <a:pt x="2939412" y="2275597"/>
                    </a:cubicBezTo>
                    <a:lnTo>
                      <a:pt x="3031192" y="2275597"/>
                    </a:lnTo>
                    <a:lnTo>
                      <a:pt x="3031192" y="2357732"/>
                    </a:lnTo>
                    <a:lnTo>
                      <a:pt x="2819358" y="2357732"/>
                    </a:lnTo>
                    <a:cubicBezTo>
                      <a:pt x="2819409" y="2335416"/>
                      <a:pt x="2820521" y="2314113"/>
                      <a:pt x="2820571" y="2291797"/>
                    </a:cubicBezTo>
                    <a:cubicBezTo>
                      <a:pt x="2870625" y="2240158"/>
                      <a:pt x="2905662" y="2213324"/>
                      <a:pt x="2965770" y="2143601"/>
                    </a:cubicBezTo>
                    <a:cubicBezTo>
                      <a:pt x="2980233" y="2116927"/>
                      <a:pt x="2957264" y="2092452"/>
                      <a:pt x="2931831" y="2093607"/>
                    </a:cubicBezTo>
                    <a:cubicBezTo>
                      <a:pt x="2910102" y="2094595"/>
                      <a:pt x="2891536" y="2110969"/>
                      <a:pt x="2889885" y="2139461"/>
                    </a:cubicBezTo>
                    <a:lnTo>
                      <a:pt x="2818945" y="2139461"/>
                    </a:lnTo>
                    <a:cubicBezTo>
                      <a:pt x="2821421" y="2064364"/>
                      <a:pt x="2869776" y="2012037"/>
                      <a:pt x="2930344" y="2012028"/>
                    </a:cubicBezTo>
                    <a:close/>
                    <a:moveTo>
                      <a:pt x="2635730" y="2012028"/>
                    </a:moveTo>
                    <a:cubicBezTo>
                      <a:pt x="2705318" y="2012028"/>
                      <a:pt x="2761730" y="2092617"/>
                      <a:pt x="2761730" y="2192028"/>
                    </a:cubicBezTo>
                    <a:cubicBezTo>
                      <a:pt x="2761730" y="2291439"/>
                      <a:pt x="2705318" y="2372028"/>
                      <a:pt x="2635730" y="2372028"/>
                    </a:cubicBezTo>
                    <a:cubicBezTo>
                      <a:pt x="2566142" y="2372028"/>
                      <a:pt x="2509730" y="2291439"/>
                      <a:pt x="2509730" y="2192028"/>
                    </a:cubicBezTo>
                    <a:cubicBezTo>
                      <a:pt x="2509730" y="2092617"/>
                      <a:pt x="2566142" y="2012028"/>
                      <a:pt x="2635730" y="2012028"/>
                    </a:cubicBezTo>
                    <a:close/>
                    <a:moveTo>
                      <a:pt x="2436237" y="2012028"/>
                    </a:moveTo>
                    <a:lnTo>
                      <a:pt x="2436206" y="2012510"/>
                    </a:lnTo>
                    <a:lnTo>
                      <a:pt x="2452515" y="2012510"/>
                    </a:lnTo>
                    <a:lnTo>
                      <a:pt x="2452515" y="2372028"/>
                    </a:lnTo>
                    <a:lnTo>
                      <a:pt x="2364870" y="2372028"/>
                    </a:lnTo>
                    <a:lnTo>
                      <a:pt x="2364870" y="2101874"/>
                    </a:lnTo>
                    <a:cubicBezTo>
                      <a:pt x="2347394" y="2108434"/>
                      <a:pt x="2328091" y="2111607"/>
                      <a:pt x="2308515" y="2111039"/>
                    </a:cubicBezTo>
                    <a:lnTo>
                      <a:pt x="2311564" y="2043892"/>
                    </a:lnTo>
                    <a:cubicBezTo>
                      <a:pt x="2321741" y="2044066"/>
                      <a:pt x="2331771" y="2042373"/>
                      <a:pt x="2340372" y="2039030"/>
                    </a:cubicBezTo>
                    <a:cubicBezTo>
                      <a:pt x="2355279" y="2033236"/>
                      <a:pt x="2364268" y="2023137"/>
                      <a:pt x="2364156" y="2012310"/>
                    </a:cubicBezTo>
                    <a:cubicBezTo>
                      <a:pt x="2388183" y="2012216"/>
                      <a:pt x="2412210" y="2012122"/>
                      <a:pt x="2436237" y="2012028"/>
                    </a:cubicBezTo>
                    <a:close/>
                    <a:moveTo>
                      <a:pt x="1574625" y="2012028"/>
                    </a:moveTo>
                    <a:cubicBezTo>
                      <a:pt x="1640698" y="2014229"/>
                      <a:pt x="1690250" y="2074602"/>
                      <a:pt x="1683183" y="2136479"/>
                    </a:cubicBezTo>
                    <a:cubicBezTo>
                      <a:pt x="1674198" y="2202312"/>
                      <a:pt x="1626628" y="2231435"/>
                      <a:pt x="1583694" y="2275597"/>
                    </a:cubicBezTo>
                    <a:lnTo>
                      <a:pt x="1675474" y="2275597"/>
                    </a:lnTo>
                    <a:lnTo>
                      <a:pt x="1675474" y="2357732"/>
                    </a:lnTo>
                    <a:lnTo>
                      <a:pt x="1463640" y="2357732"/>
                    </a:lnTo>
                    <a:cubicBezTo>
                      <a:pt x="1463691" y="2335416"/>
                      <a:pt x="1464802" y="2314113"/>
                      <a:pt x="1464853" y="2291797"/>
                    </a:cubicBezTo>
                    <a:cubicBezTo>
                      <a:pt x="1514907" y="2240158"/>
                      <a:pt x="1549943" y="2213324"/>
                      <a:pt x="1610052" y="2143601"/>
                    </a:cubicBezTo>
                    <a:cubicBezTo>
                      <a:pt x="1624515" y="2116927"/>
                      <a:pt x="1601546" y="2092452"/>
                      <a:pt x="1576112" y="2093607"/>
                    </a:cubicBezTo>
                    <a:cubicBezTo>
                      <a:pt x="1554383" y="2094595"/>
                      <a:pt x="1535817" y="2110969"/>
                      <a:pt x="1534167" y="2139461"/>
                    </a:cubicBezTo>
                    <a:lnTo>
                      <a:pt x="1463227" y="2139461"/>
                    </a:lnTo>
                    <a:cubicBezTo>
                      <a:pt x="1465703" y="2064364"/>
                      <a:pt x="1514058" y="2012037"/>
                      <a:pt x="1574625" y="2012028"/>
                    </a:cubicBezTo>
                    <a:close/>
                    <a:moveTo>
                      <a:pt x="1280012" y="2012028"/>
                    </a:moveTo>
                    <a:cubicBezTo>
                      <a:pt x="1349600" y="2012028"/>
                      <a:pt x="1406012" y="2092617"/>
                      <a:pt x="1406012" y="2192028"/>
                    </a:cubicBezTo>
                    <a:cubicBezTo>
                      <a:pt x="1406012" y="2291439"/>
                      <a:pt x="1349600" y="2372028"/>
                      <a:pt x="1280012" y="2372028"/>
                    </a:cubicBezTo>
                    <a:cubicBezTo>
                      <a:pt x="1210424" y="2372028"/>
                      <a:pt x="1154012" y="2291439"/>
                      <a:pt x="1154012" y="2192028"/>
                    </a:cubicBezTo>
                    <a:cubicBezTo>
                      <a:pt x="1154012" y="2092617"/>
                      <a:pt x="1210424" y="2012028"/>
                      <a:pt x="1280012" y="2012028"/>
                    </a:cubicBezTo>
                    <a:close/>
                    <a:moveTo>
                      <a:pt x="1080519" y="2012028"/>
                    </a:moveTo>
                    <a:lnTo>
                      <a:pt x="1080488" y="2012510"/>
                    </a:lnTo>
                    <a:lnTo>
                      <a:pt x="1096797" y="2012510"/>
                    </a:lnTo>
                    <a:lnTo>
                      <a:pt x="1096797" y="2372028"/>
                    </a:lnTo>
                    <a:lnTo>
                      <a:pt x="1009152" y="2372028"/>
                    </a:lnTo>
                    <a:lnTo>
                      <a:pt x="1009152" y="2101874"/>
                    </a:lnTo>
                    <a:cubicBezTo>
                      <a:pt x="991676" y="2108434"/>
                      <a:pt x="972373" y="2111607"/>
                      <a:pt x="952797" y="2111039"/>
                    </a:cubicBezTo>
                    <a:lnTo>
                      <a:pt x="955846" y="2043892"/>
                    </a:lnTo>
                    <a:cubicBezTo>
                      <a:pt x="966023" y="2044066"/>
                      <a:pt x="976053" y="2042373"/>
                      <a:pt x="984654" y="2039030"/>
                    </a:cubicBezTo>
                    <a:cubicBezTo>
                      <a:pt x="999561" y="2033236"/>
                      <a:pt x="1008550" y="2023137"/>
                      <a:pt x="1008438" y="2012310"/>
                    </a:cubicBezTo>
                    <a:cubicBezTo>
                      <a:pt x="1032465" y="2012216"/>
                      <a:pt x="1056492" y="2012122"/>
                      <a:pt x="1080519" y="2012028"/>
                    </a:cubicBezTo>
                    <a:close/>
                    <a:moveTo>
                      <a:pt x="3373743" y="362438"/>
                    </a:moveTo>
                    <a:lnTo>
                      <a:pt x="3553743" y="362438"/>
                    </a:lnTo>
                    <a:lnTo>
                      <a:pt x="3553743" y="2414438"/>
                    </a:lnTo>
                    <a:lnTo>
                      <a:pt x="3373743" y="2414438"/>
                    </a:lnTo>
                    <a:close/>
                    <a:moveTo>
                      <a:pt x="3129580" y="362438"/>
                    </a:moveTo>
                    <a:lnTo>
                      <a:pt x="3273580" y="362438"/>
                    </a:lnTo>
                    <a:lnTo>
                      <a:pt x="3273580" y="2414438"/>
                    </a:lnTo>
                    <a:lnTo>
                      <a:pt x="3129580" y="2414438"/>
                    </a:lnTo>
                    <a:close/>
                    <a:moveTo>
                      <a:pt x="2939411" y="362438"/>
                    </a:moveTo>
                    <a:lnTo>
                      <a:pt x="3029411" y="362438"/>
                    </a:lnTo>
                    <a:lnTo>
                      <a:pt x="3029411" y="1957238"/>
                    </a:lnTo>
                    <a:lnTo>
                      <a:pt x="2939411" y="1957238"/>
                    </a:lnTo>
                    <a:close/>
                    <a:moveTo>
                      <a:pt x="2731242" y="362438"/>
                    </a:moveTo>
                    <a:lnTo>
                      <a:pt x="2839242" y="362438"/>
                    </a:lnTo>
                    <a:lnTo>
                      <a:pt x="2839242" y="1957238"/>
                    </a:lnTo>
                    <a:lnTo>
                      <a:pt x="2731242" y="1957238"/>
                    </a:lnTo>
                    <a:close/>
                    <a:moveTo>
                      <a:pt x="2487073" y="362438"/>
                    </a:moveTo>
                    <a:lnTo>
                      <a:pt x="2631073" y="362438"/>
                    </a:lnTo>
                    <a:lnTo>
                      <a:pt x="2631073" y="1957238"/>
                    </a:lnTo>
                    <a:lnTo>
                      <a:pt x="2487073" y="1957238"/>
                    </a:lnTo>
                    <a:close/>
                    <a:moveTo>
                      <a:pt x="2296904" y="362438"/>
                    </a:moveTo>
                    <a:lnTo>
                      <a:pt x="2386904" y="362438"/>
                    </a:lnTo>
                    <a:lnTo>
                      <a:pt x="2386904" y="1957238"/>
                    </a:lnTo>
                    <a:lnTo>
                      <a:pt x="2296904" y="1957238"/>
                    </a:lnTo>
                    <a:close/>
                    <a:moveTo>
                      <a:pt x="2016735" y="362438"/>
                    </a:moveTo>
                    <a:lnTo>
                      <a:pt x="2196735" y="362438"/>
                    </a:lnTo>
                    <a:lnTo>
                      <a:pt x="2196735" y="1957238"/>
                    </a:lnTo>
                    <a:lnTo>
                      <a:pt x="2016735" y="1957238"/>
                    </a:lnTo>
                    <a:close/>
                    <a:moveTo>
                      <a:pt x="1826566" y="362438"/>
                    </a:moveTo>
                    <a:lnTo>
                      <a:pt x="1916566" y="362438"/>
                    </a:lnTo>
                    <a:lnTo>
                      <a:pt x="1916566" y="1957238"/>
                    </a:lnTo>
                    <a:lnTo>
                      <a:pt x="1826566" y="1957238"/>
                    </a:lnTo>
                    <a:close/>
                    <a:moveTo>
                      <a:pt x="1582397" y="362438"/>
                    </a:moveTo>
                    <a:lnTo>
                      <a:pt x="1726397" y="362438"/>
                    </a:lnTo>
                    <a:lnTo>
                      <a:pt x="1726397" y="1957238"/>
                    </a:lnTo>
                    <a:lnTo>
                      <a:pt x="1582397" y="1957238"/>
                    </a:lnTo>
                    <a:close/>
                    <a:moveTo>
                      <a:pt x="1302228" y="362438"/>
                    </a:moveTo>
                    <a:lnTo>
                      <a:pt x="1482228" y="362438"/>
                    </a:lnTo>
                    <a:lnTo>
                      <a:pt x="1482228" y="1957238"/>
                    </a:lnTo>
                    <a:lnTo>
                      <a:pt x="1302228" y="1957238"/>
                    </a:lnTo>
                    <a:close/>
                    <a:moveTo>
                      <a:pt x="1094059" y="362438"/>
                    </a:moveTo>
                    <a:lnTo>
                      <a:pt x="1202059" y="362438"/>
                    </a:lnTo>
                    <a:lnTo>
                      <a:pt x="1202059" y="1957238"/>
                    </a:lnTo>
                    <a:lnTo>
                      <a:pt x="1094059" y="1957238"/>
                    </a:lnTo>
                    <a:close/>
                    <a:moveTo>
                      <a:pt x="903890" y="362438"/>
                    </a:moveTo>
                    <a:lnTo>
                      <a:pt x="993890" y="362438"/>
                    </a:lnTo>
                    <a:lnTo>
                      <a:pt x="993890" y="1957238"/>
                    </a:lnTo>
                    <a:lnTo>
                      <a:pt x="903890" y="1957238"/>
                    </a:lnTo>
                    <a:close/>
                    <a:moveTo>
                      <a:pt x="623721" y="362438"/>
                    </a:moveTo>
                    <a:lnTo>
                      <a:pt x="803721" y="362438"/>
                    </a:lnTo>
                    <a:lnTo>
                      <a:pt x="803721" y="2414438"/>
                    </a:lnTo>
                    <a:lnTo>
                      <a:pt x="623721" y="2414438"/>
                    </a:lnTo>
                    <a:close/>
                    <a:moveTo>
                      <a:pt x="433552" y="362438"/>
                    </a:moveTo>
                    <a:lnTo>
                      <a:pt x="523552" y="362438"/>
                    </a:lnTo>
                    <a:lnTo>
                      <a:pt x="523552" y="2414438"/>
                    </a:lnTo>
                    <a:lnTo>
                      <a:pt x="433552" y="2414438"/>
                    </a:lnTo>
                    <a:close/>
                    <a:moveTo>
                      <a:pt x="303674" y="216000"/>
                    </a:moveTo>
                    <a:cubicBezTo>
                      <a:pt x="255253" y="216000"/>
                      <a:pt x="216000" y="255253"/>
                      <a:pt x="216000" y="303674"/>
                    </a:cubicBezTo>
                    <a:lnTo>
                      <a:pt x="216000" y="2504326"/>
                    </a:lnTo>
                    <a:cubicBezTo>
                      <a:pt x="216000" y="2552747"/>
                      <a:pt x="255253" y="2592000"/>
                      <a:pt x="303674" y="2592000"/>
                    </a:cubicBezTo>
                    <a:lnTo>
                      <a:pt x="3656326" y="2592000"/>
                    </a:lnTo>
                    <a:cubicBezTo>
                      <a:pt x="3704747" y="2592000"/>
                      <a:pt x="3744000" y="2552747"/>
                      <a:pt x="3744000" y="2504326"/>
                    </a:cubicBezTo>
                    <a:lnTo>
                      <a:pt x="3744000" y="303674"/>
                    </a:lnTo>
                    <a:cubicBezTo>
                      <a:pt x="3744000" y="255253"/>
                      <a:pt x="3704747" y="216000"/>
                      <a:pt x="3656326" y="216000"/>
                    </a:cubicBezTo>
                    <a:close/>
                    <a:moveTo>
                      <a:pt x="149021" y="0"/>
                    </a:moveTo>
                    <a:lnTo>
                      <a:pt x="3810979" y="0"/>
                    </a:lnTo>
                    <a:cubicBezTo>
                      <a:pt x="3893281" y="0"/>
                      <a:pt x="3960000" y="66719"/>
                      <a:pt x="3960000" y="149021"/>
                    </a:cubicBezTo>
                    <a:lnTo>
                      <a:pt x="3960000" y="2658979"/>
                    </a:lnTo>
                    <a:cubicBezTo>
                      <a:pt x="3960000" y="2741281"/>
                      <a:pt x="3893281" y="2808000"/>
                      <a:pt x="3810979" y="2808000"/>
                    </a:cubicBezTo>
                    <a:lnTo>
                      <a:pt x="149021" y="2808000"/>
                    </a:lnTo>
                    <a:cubicBezTo>
                      <a:pt x="66719" y="2808000"/>
                      <a:pt x="0" y="2741281"/>
                      <a:pt x="0" y="2658979"/>
                    </a:cubicBezTo>
                    <a:lnTo>
                      <a:pt x="0" y="149021"/>
                    </a:lnTo>
                    <a:cubicBezTo>
                      <a:pt x="0" y="66719"/>
                      <a:pt x="66719" y="0"/>
                      <a:pt x="14902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409" name="Google Shape;2409;p52"/>
              <p:cNvSpPr/>
              <p:nvPr/>
            </p:nvSpPr>
            <p:spPr>
              <a:xfrm>
                <a:off x="7818475" y="4673961"/>
                <a:ext cx="330939" cy="330692"/>
              </a:xfrm>
              <a:custGeom>
                <a:rect b="b" l="l" r="r" t="t"/>
                <a:pathLst>
                  <a:path extrusionOk="0" h="3968213" w="3971162">
                    <a:moveTo>
                      <a:pt x="808855" y="2815607"/>
                    </a:moveTo>
                    <a:lnTo>
                      <a:pt x="1168895" y="2815607"/>
                    </a:lnTo>
                    <a:lnTo>
                      <a:pt x="1168895" y="3175607"/>
                    </a:lnTo>
                    <a:lnTo>
                      <a:pt x="808855" y="3175607"/>
                    </a:lnTo>
                    <a:close/>
                    <a:moveTo>
                      <a:pt x="697665" y="2704397"/>
                    </a:moveTo>
                    <a:lnTo>
                      <a:pt x="697665" y="3286817"/>
                    </a:lnTo>
                    <a:lnTo>
                      <a:pt x="1280085" y="3286817"/>
                    </a:lnTo>
                    <a:lnTo>
                      <a:pt x="1280085" y="2704397"/>
                    </a:lnTo>
                    <a:close/>
                    <a:moveTo>
                      <a:pt x="537750" y="2544482"/>
                    </a:moveTo>
                    <a:lnTo>
                      <a:pt x="1440000" y="2544482"/>
                    </a:lnTo>
                    <a:lnTo>
                      <a:pt x="1440000" y="3446732"/>
                    </a:lnTo>
                    <a:lnTo>
                      <a:pt x="537750" y="3446732"/>
                    </a:lnTo>
                    <a:close/>
                    <a:moveTo>
                      <a:pt x="0" y="2528213"/>
                    </a:moveTo>
                    <a:lnTo>
                      <a:pt x="360000" y="2528213"/>
                    </a:lnTo>
                    <a:lnTo>
                      <a:pt x="360000" y="3608213"/>
                    </a:lnTo>
                    <a:lnTo>
                      <a:pt x="1440000" y="3608213"/>
                    </a:lnTo>
                    <a:lnTo>
                      <a:pt x="1440000" y="3968213"/>
                    </a:lnTo>
                    <a:lnTo>
                      <a:pt x="360000" y="3968213"/>
                    </a:lnTo>
                    <a:lnTo>
                      <a:pt x="0" y="3968213"/>
                    </a:lnTo>
                    <a:lnTo>
                      <a:pt x="0" y="3608213"/>
                    </a:lnTo>
                    <a:close/>
                    <a:moveTo>
                      <a:pt x="3605829" y="2524046"/>
                    </a:moveTo>
                    <a:lnTo>
                      <a:pt x="3965829" y="2524046"/>
                    </a:lnTo>
                    <a:lnTo>
                      <a:pt x="3965829" y="3604046"/>
                    </a:lnTo>
                    <a:lnTo>
                      <a:pt x="3965829" y="3964046"/>
                    </a:lnTo>
                    <a:lnTo>
                      <a:pt x="3605829" y="3964046"/>
                    </a:lnTo>
                    <a:lnTo>
                      <a:pt x="2525829" y="3964046"/>
                    </a:lnTo>
                    <a:lnTo>
                      <a:pt x="2525829" y="3604046"/>
                    </a:lnTo>
                    <a:lnTo>
                      <a:pt x="3605829" y="3604046"/>
                    </a:lnTo>
                    <a:close/>
                    <a:moveTo>
                      <a:pt x="1542677" y="2468095"/>
                    </a:moveTo>
                    <a:lnTo>
                      <a:pt x="1758701" y="2468095"/>
                    </a:lnTo>
                    <a:lnTo>
                      <a:pt x="1758701" y="2835684"/>
                    </a:lnTo>
                    <a:lnTo>
                      <a:pt x="1542677" y="2835684"/>
                    </a:lnTo>
                    <a:close/>
                    <a:moveTo>
                      <a:pt x="3174101" y="2437460"/>
                    </a:moveTo>
                    <a:lnTo>
                      <a:pt x="3390125" y="2437460"/>
                    </a:lnTo>
                    <a:lnTo>
                      <a:pt x="3390125" y="2663201"/>
                    </a:lnTo>
                    <a:lnTo>
                      <a:pt x="3174101" y="2663201"/>
                    </a:lnTo>
                    <a:close/>
                    <a:moveTo>
                      <a:pt x="2809842" y="2295613"/>
                    </a:moveTo>
                    <a:lnTo>
                      <a:pt x="3025866" y="2295613"/>
                    </a:lnTo>
                    <a:lnTo>
                      <a:pt x="3025866" y="2663202"/>
                    </a:lnTo>
                    <a:lnTo>
                      <a:pt x="3389097" y="2663202"/>
                    </a:lnTo>
                    <a:lnTo>
                      <a:pt x="3389097" y="2873898"/>
                    </a:lnTo>
                    <a:lnTo>
                      <a:pt x="3389097" y="2873898"/>
                    </a:lnTo>
                    <a:lnTo>
                      <a:pt x="3389097" y="3446732"/>
                    </a:lnTo>
                    <a:lnTo>
                      <a:pt x="3173073" y="3446732"/>
                    </a:lnTo>
                    <a:lnTo>
                      <a:pt x="3173073" y="2879226"/>
                    </a:lnTo>
                    <a:lnTo>
                      <a:pt x="3021508" y="2879226"/>
                    </a:lnTo>
                    <a:lnTo>
                      <a:pt x="3021508" y="2663202"/>
                    </a:lnTo>
                    <a:lnTo>
                      <a:pt x="2809842" y="2663202"/>
                    </a:lnTo>
                    <a:close/>
                    <a:moveTo>
                      <a:pt x="2093780" y="2089306"/>
                    </a:moveTo>
                    <a:lnTo>
                      <a:pt x="2309804" y="2089306"/>
                    </a:lnTo>
                    <a:lnTo>
                      <a:pt x="2309804" y="2315047"/>
                    </a:lnTo>
                    <a:lnTo>
                      <a:pt x="2093780" y="2315047"/>
                    </a:lnTo>
                    <a:close/>
                    <a:moveTo>
                      <a:pt x="2656492" y="1853849"/>
                    </a:moveTo>
                    <a:lnTo>
                      <a:pt x="2872516" y="1853849"/>
                    </a:lnTo>
                    <a:lnTo>
                      <a:pt x="2872516" y="2038657"/>
                    </a:lnTo>
                    <a:lnTo>
                      <a:pt x="2989835" y="2038657"/>
                    </a:lnTo>
                    <a:lnTo>
                      <a:pt x="2989835" y="1887092"/>
                    </a:lnTo>
                    <a:lnTo>
                      <a:pt x="3205859" y="1887092"/>
                    </a:lnTo>
                    <a:lnTo>
                      <a:pt x="3205859" y="2028940"/>
                    </a:lnTo>
                    <a:lnTo>
                      <a:pt x="3390125" y="2028940"/>
                    </a:lnTo>
                    <a:lnTo>
                      <a:pt x="3390125" y="2254681"/>
                    </a:lnTo>
                    <a:lnTo>
                      <a:pt x="3205859" y="2254681"/>
                    </a:lnTo>
                    <a:lnTo>
                      <a:pt x="3174101" y="2254681"/>
                    </a:lnTo>
                    <a:lnTo>
                      <a:pt x="3005149" y="2254681"/>
                    </a:lnTo>
                    <a:lnTo>
                      <a:pt x="2989835" y="2254681"/>
                    </a:lnTo>
                    <a:lnTo>
                      <a:pt x="2688721" y="2254681"/>
                    </a:lnTo>
                    <a:lnTo>
                      <a:pt x="2688721" y="2447179"/>
                    </a:lnTo>
                    <a:lnTo>
                      <a:pt x="2488606" y="2447179"/>
                    </a:lnTo>
                    <a:lnTo>
                      <a:pt x="2488606" y="2663841"/>
                    </a:lnTo>
                    <a:lnTo>
                      <a:pt x="2486018" y="2663841"/>
                    </a:lnTo>
                    <a:lnTo>
                      <a:pt x="2486018" y="2846997"/>
                    </a:lnTo>
                    <a:lnTo>
                      <a:pt x="2840287" y="2846997"/>
                    </a:lnTo>
                    <a:lnTo>
                      <a:pt x="2840287" y="3046907"/>
                    </a:lnTo>
                    <a:lnTo>
                      <a:pt x="3045880" y="3046907"/>
                    </a:lnTo>
                    <a:lnTo>
                      <a:pt x="3045880" y="3272648"/>
                    </a:lnTo>
                    <a:lnTo>
                      <a:pt x="2829856" y="3272648"/>
                    </a:lnTo>
                    <a:lnTo>
                      <a:pt x="2829856" y="3063021"/>
                    </a:lnTo>
                    <a:lnTo>
                      <a:pt x="2472698" y="3063021"/>
                    </a:lnTo>
                    <a:lnTo>
                      <a:pt x="2472698" y="2847499"/>
                    </a:lnTo>
                    <a:lnTo>
                      <a:pt x="2093780" y="2847499"/>
                    </a:lnTo>
                    <a:lnTo>
                      <a:pt x="2088510" y="2847499"/>
                    </a:lnTo>
                    <a:lnTo>
                      <a:pt x="1910267" y="2847499"/>
                    </a:lnTo>
                    <a:lnTo>
                      <a:pt x="1910267" y="3028023"/>
                    </a:lnTo>
                    <a:lnTo>
                      <a:pt x="2277575" y="3028023"/>
                    </a:lnTo>
                    <a:lnTo>
                      <a:pt x="2277575" y="3241488"/>
                    </a:lnTo>
                    <a:lnTo>
                      <a:pt x="2829855" y="3241488"/>
                    </a:lnTo>
                    <a:lnTo>
                      <a:pt x="2829855" y="3457512"/>
                    </a:lnTo>
                    <a:lnTo>
                      <a:pt x="2269993" y="3457512"/>
                    </a:lnTo>
                    <a:lnTo>
                      <a:pt x="2269993" y="3244047"/>
                    </a:lnTo>
                    <a:lnTo>
                      <a:pt x="2111604" y="3244047"/>
                    </a:lnTo>
                    <a:lnTo>
                      <a:pt x="2111604" y="3446733"/>
                    </a:lnTo>
                    <a:lnTo>
                      <a:pt x="1744015" y="3446733"/>
                    </a:lnTo>
                    <a:lnTo>
                      <a:pt x="1744015" y="3230709"/>
                    </a:lnTo>
                    <a:lnTo>
                      <a:pt x="1909986" y="3230709"/>
                    </a:lnTo>
                    <a:lnTo>
                      <a:pt x="1909986" y="3051709"/>
                    </a:lnTo>
                    <a:lnTo>
                      <a:pt x="1542678" y="3051709"/>
                    </a:lnTo>
                    <a:lnTo>
                      <a:pt x="1542678" y="2835685"/>
                    </a:lnTo>
                    <a:lnTo>
                      <a:pt x="1877756" y="2835685"/>
                    </a:lnTo>
                    <a:lnTo>
                      <a:pt x="1877756" y="2315047"/>
                    </a:lnTo>
                    <a:lnTo>
                      <a:pt x="2093780" y="2315047"/>
                    </a:lnTo>
                    <a:lnTo>
                      <a:pt x="2093780" y="2631475"/>
                    </a:lnTo>
                    <a:lnTo>
                      <a:pt x="2272582" y="2631475"/>
                    </a:lnTo>
                    <a:lnTo>
                      <a:pt x="2272582" y="2438100"/>
                    </a:lnTo>
                    <a:lnTo>
                      <a:pt x="2472697" y="2438100"/>
                    </a:lnTo>
                    <a:lnTo>
                      <a:pt x="2472697" y="2254681"/>
                    </a:lnTo>
                    <a:lnTo>
                      <a:pt x="2472697" y="2221438"/>
                    </a:lnTo>
                    <a:lnTo>
                      <a:pt x="2472697" y="2038657"/>
                    </a:lnTo>
                    <a:lnTo>
                      <a:pt x="2656492" y="2038657"/>
                    </a:lnTo>
                    <a:close/>
                    <a:moveTo>
                      <a:pt x="2989836" y="1667759"/>
                    </a:moveTo>
                    <a:lnTo>
                      <a:pt x="3357425" y="1667759"/>
                    </a:lnTo>
                    <a:lnTo>
                      <a:pt x="3357425" y="1883783"/>
                    </a:lnTo>
                    <a:lnTo>
                      <a:pt x="2989836" y="1883783"/>
                    </a:lnTo>
                    <a:close/>
                    <a:moveTo>
                      <a:pt x="2309586" y="1554888"/>
                    </a:moveTo>
                    <a:lnTo>
                      <a:pt x="2829824" y="1554888"/>
                    </a:lnTo>
                    <a:lnTo>
                      <a:pt x="2829824" y="1770912"/>
                    </a:lnTo>
                    <a:lnTo>
                      <a:pt x="2525643" y="1770912"/>
                    </a:lnTo>
                    <a:lnTo>
                      <a:pt x="2525643" y="1927296"/>
                    </a:lnTo>
                    <a:lnTo>
                      <a:pt x="2309619" y="1927296"/>
                    </a:lnTo>
                    <a:lnTo>
                      <a:pt x="2309619" y="1770912"/>
                    </a:lnTo>
                    <a:lnTo>
                      <a:pt x="2309586" y="1770912"/>
                    </a:lnTo>
                    <a:close/>
                    <a:moveTo>
                      <a:pt x="616397" y="1550030"/>
                    </a:moveTo>
                    <a:lnTo>
                      <a:pt x="808855" y="1550030"/>
                    </a:lnTo>
                    <a:lnTo>
                      <a:pt x="832421" y="1550030"/>
                    </a:lnTo>
                    <a:lnTo>
                      <a:pt x="1024879" y="1550030"/>
                    </a:lnTo>
                    <a:lnTo>
                      <a:pt x="1024879" y="1775771"/>
                    </a:lnTo>
                    <a:lnTo>
                      <a:pt x="832421" y="1775771"/>
                    </a:lnTo>
                    <a:lnTo>
                      <a:pt x="832421" y="2079590"/>
                    </a:lnTo>
                    <a:lnTo>
                      <a:pt x="1028931" y="2079590"/>
                    </a:lnTo>
                    <a:lnTo>
                      <a:pt x="1192537" y="2079590"/>
                    </a:lnTo>
                    <a:lnTo>
                      <a:pt x="1244955" y="2079590"/>
                    </a:lnTo>
                    <a:lnTo>
                      <a:pt x="1244955" y="2231155"/>
                    </a:lnTo>
                    <a:lnTo>
                      <a:pt x="1468668" y="2231155"/>
                    </a:lnTo>
                    <a:lnTo>
                      <a:pt x="1468668" y="2447179"/>
                    </a:lnTo>
                    <a:lnTo>
                      <a:pt x="1244955" y="2447179"/>
                    </a:lnTo>
                    <a:lnTo>
                      <a:pt x="1244955" y="2447179"/>
                    </a:lnTo>
                    <a:lnTo>
                      <a:pt x="1028931" y="2447179"/>
                    </a:lnTo>
                    <a:lnTo>
                      <a:pt x="1028931" y="2295614"/>
                    </a:lnTo>
                    <a:lnTo>
                      <a:pt x="619703" y="2295614"/>
                    </a:lnTo>
                    <a:lnTo>
                      <a:pt x="619703" y="2082482"/>
                    </a:lnTo>
                    <a:lnTo>
                      <a:pt x="616397" y="2082482"/>
                    </a:lnTo>
                    <a:close/>
                    <a:moveTo>
                      <a:pt x="1747452" y="1324289"/>
                    </a:moveTo>
                    <a:lnTo>
                      <a:pt x="1963476" y="1324289"/>
                    </a:lnTo>
                    <a:lnTo>
                      <a:pt x="1963476" y="1528779"/>
                    </a:lnTo>
                    <a:lnTo>
                      <a:pt x="2151955" y="1528779"/>
                    </a:lnTo>
                    <a:lnTo>
                      <a:pt x="2151955" y="1754520"/>
                    </a:lnTo>
                    <a:lnTo>
                      <a:pt x="1935931" y="1754520"/>
                    </a:lnTo>
                    <a:lnTo>
                      <a:pt x="1935931" y="1550030"/>
                    </a:lnTo>
                    <a:lnTo>
                      <a:pt x="1758702" y="1550030"/>
                    </a:lnTo>
                    <a:lnTo>
                      <a:pt x="1758702" y="1863566"/>
                    </a:lnTo>
                    <a:lnTo>
                      <a:pt x="2119726" y="1863566"/>
                    </a:lnTo>
                    <a:lnTo>
                      <a:pt x="2119726" y="2079590"/>
                    </a:lnTo>
                    <a:lnTo>
                      <a:pt x="1761543" y="2079590"/>
                    </a:lnTo>
                    <a:lnTo>
                      <a:pt x="1761543" y="2259540"/>
                    </a:lnTo>
                    <a:lnTo>
                      <a:pt x="1545519" y="2259540"/>
                    </a:lnTo>
                    <a:lnTo>
                      <a:pt x="1545519" y="2082482"/>
                    </a:lnTo>
                    <a:lnTo>
                      <a:pt x="1542678" y="2082482"/>
                    </a:lnTo>
                    <a:lnTo>
                      <a:pt x="1542678" y="2079589"/>
                    </a:lnTo>
                    <a:lnTo>
                      <a:pt x="1030691" y="2079589"/>
                    </a:lnTo>
                    <a:lnTo>
                      <a:pt x="1030691" y="1863565"/>
                    </a:lnTo>
                    <a:lnTo>
                      <a:pt x="1192537" y="1863565"/>
                    </a:lnTo>
                    <a:lnTo>
                      <a:pt x="1192537" y="1662900"/>
                    </a:lnTo>
                    <a:lnTo>
                      <a:pt x="1440000" y="1662900"/>
                    </a:lnTo>
                    <a:lnTo>
                      <a:pt x="1440000" y="1863565"/>
                    </a:lnTo>
                    <a:lnTo>
                      <a:pt x="1542678" y="1863565"/>
                    </a:lnTo>
                    <a:lnTo>
                      <a:pt x="1542678" y="1550030"/>
                    </a:lnTo>
                    <a:lnTo>
                      <a:pt x="1747452" y="1550030"/>
                    </a:lnTo>
                    <a:close/>
                    <a:moveTo>
                      <a:pt x="2802267" y="814725"/>
                    </a:moveTo>
                    <a:lnTo>
                      <a:pt x="3162307" y="814725"/>
                    </a:lnTo>
                    <a:lnTo>
                      <a:pt x="3162307" y="1174725"/>
                    </a:lnTo>
                    <a:lnTo>
                      <a:pt x="2802267" y="1174725"/>
                    </a:lnTo>
                    <a:close/>
                    <a:moveTo>
                      <a:pt x="884915" y="814725"/>
                    </a:moveTo>
                    <a:lnTo>
                      <a:pt x="1244955" y="814725"/>
                    </a:lnTo>
                    <a:lnTo>
                      <a:pt x="1244955" y="1174725"/>
                    </a:lnTo>
                    <a:lnTo>
                      <a:pt x="884915" y="1174725"/>
                    </a:lnTo>
                    <a:close/>
                    <a:moveTo>
                      <a:pt x="2691077" y="703515"/>
                    </a:moveTo>
                    <a:lnTo>
                      <a:pt x="2691077" y="1285935"/>
                    </a:lnTo>
                    <a:lnTo>
                      <a:pt x="3273497" y="1285935"/>
                    </a:lnTo>
                    <a:lnTo>
                      <a:pt x="3273497" y="703515"/>
                    </a:lnTo>
                    <a:close/>
                    <a:moveTo>
                      <a:pt x="773725" y="703515"/>
                    </a:moveTo>
                    <a:lnTo>
                      <a:pt x="773725" y="1285935"/>
                    </a:lnTo>
                    <a:lnTo>
                      <a:pt x="1356145" y="1285935"/>
                    </a:lnTo>
                    <a:lnTo>
                      <a:pt x="1356145" y="703515"/>
                    </a:lnTo>
                    <a:close/>
                    <a:moveTo>
                      <a:pt x="2531162" y="543600"/>
                    </a:moveTo>
                    <a:lnTo>
                      <a:pt x="3433412" y="543600"/>
                    </a:lnTo>
                    <a:lnTo>
                      <a:pt x="3433412" y="1445850"/>
                    </a:lnTo>
                    <a:lnTo>
                      <a:pt x="2531162" y="1445850"/>
                    </a:lnTo>
                    <a:close/>
                    <a:moveTo>
                      <a:pt x="613810" y="543600"/>
                    </a:moveTo>
                    <a:lnTo>
                      <a:pt x="1516060" y="543600"/>
                    </a:lnTo>
                    <a:lnTo>
                      <a:pt x="1516060" y="1445850"/>
                    </a:lnTo>
                    <a:lnTo>
                      <a:pt x="613810" y="1445850"/>
                    </a:lnTo>
                    <a:close/>
                    <a:moveTo>
                      <a:pt x="2088509" y="543244"/>
                    </a:moveTo>
                    <a:lnTo>
                      <a:pt x="2283187" y="543244"/>
                    </a:lnTo>
                    <a:lnTo>
                      <a:pt x="2283187" y="759268"/>
                    </a:lnTo>
                    <a:lnTo>
                      <a:pt x="2088509" y="759268"/>
                    </a:lnTo>
                    <a:close/>
                    <a:moveTo>
                      <a:pt x="1751276" y="543243"/>
                    </a:moveTo>
                    <a:lnTo>
                      <a:pt x="1967300" y="543243"/>
                    </a:lnTo>
                    <a:lnTo>
                      <a:pt x="1967300" y="986389"/>
                    </a:lnTo>
                    <a:lnTo>
                      <a:pt x="2119726" y="986389"/>
                    </a:lnTo>
                    <a:lnTo>
                      <a:pt x="2119726" y="986388"/>
                    </a:lnTo>
                    <a:lnTo>
                      <a:pt x="2335750" y="986388"/>
                    </a:lnTo>
                    <a:lnTo>
                      <a:pt x="2335750" y="1491348"/>
                    </a:lnTo>
                    <a:lnTo>
                      <a:pt x="2119726" y="1491348"/>
                    </a:lnTo>
                    <a:lnTo>
                      <a:pt x="2119726" y="1202413"/>
                    </a:lnTo>
                    <a:lnTo>
                      <a:pt x="1747396" y="1202413"/>
                    </a:lnTo>
                    <a:lnTo>
                      <a:pt x="1747396" y="986389"/>
                    </a:lnTo>
                    <a:lnTo>
                      <a:pt x="1751276" y="986389"/>
                    </a:lnTo>
                    <a:close/>
                    <a:moveTo>
                      <a:pt x="4409" y="5850"/>
                    </a:moveTo>
                    <a:lnTo>
                      <a:pt x="364409" y="5850"/>
                    </a:lnTo>
                    <a:lnTo>
                      <a:pt x="1444409" y="5850"/>
                    </a:lnTo>
                    <a:lnTo>
                      <a:pt x="1444409" y="365850"/>
                    </a:lnTo>
                    <a:lnTo>
                      <a:pt x="364409" y="365850"/>
                    </a:lnTo>
                    <a:lnTo>
                      <a:pt x="364409" y="1445850"/>
                    </a:lnTo>
                    <a:lnTo>
                      <a:pt x="4409" y="1445850"/>
                    </a:lnTo>
                    <a:lnTo>
                      <a:pt x="4409" y="365850"/>
                    </a:lnTo>
                    <a:close/>
                    <a:moveTo>
                      <a:pt x="2531162" y="0"/>
                    </a:moveTo>
                    <a:lnTo>
                      <a:pt x="3611162" y="0"/>
                    </a:lnTo>
                    <a:lnTo>
                      <a:pt x="3971162" y="0"/>
                    </a:lnTo>
                    <a:lnTo>
                      <a:pt x="3971162" y="360000"/>
                    </a:lnTo>
                    <a:lnTo>
                      <a:pt x="3971162" y="1440000"/>
                    </a:lnTo>
                    <a:lnTo>
                      <a:pt x="3611162" y="1440000"/>
                    </a:lnTo>
                    <a:lnTo>
                      <a:pt x="3611162" y="360000"/>
                    </a:lnTo>
                    <a:lnTo>
                      <a:pt x="2531162" y="36000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410" name="Google Shape;2410;p52"/>
              <p:cNvSpPr/>
              <p:nvPr/>
            </p:nvSpPr>
            <p:spPr>
              <a:xfrm>
                <a:off x="10999746" y="4139499"/>
                <a:ext cx="330940" cy="232884"/>
              </a:xfrm>
              <a:custGeom>
                <a:rect b="b" l="l" r="r" t="t"/>
                <a:pathLst>
                  <a:path extrusionOk="0" h="2736304" w="3888432">
                    <a:moveTo>
                      <a:pt x="1324542" y="1693069"/>
                    </a:moveTo>
                    <a:lnTo>
                      <a:pt x="1371242" y="1693069"/>
                    </a:lnTo>
                    <a:cubicBezTo>
                      <a:pt x="1385857" y="1693069"/>
                      <a:pt x="1397704" y="1704917"/>
                      <a:pt x="1397704" y="1719531"/>
                    </a:cubicBezTo>
                    <a:lnTo>
                      <a:pt x="1397704" y="1766231"/>
                    </a:lnTo>
                    <a:cubicBezTo>
                      <a:pt x="1397704" y="1780846"/>
                      <a:pt x="1385857" y="1792693"/>
                      <a:pt x="1371242" y="1792693"/>
                    </a:cubicBezTo>
                    <a:lnTo>
                      <a:pt x="1324542" y="1792693"/>
                    </a:lnTo>
                    <a:cubicBezTo>
                      <a:pt x="1309928" y="1792693"/>
                      <a:pt x="1298080" y="1780846"/>
                      <a:pt x="1298080" y="1766231"/>
                    </a:cubicBezTo>
                    <a:lnTo>
                      <a:pt x="1298080" y="1719531"/>
                    </a:lnTo>
                    <a:cubicBezTo>
                      <a:pt x="1298080" y="1704917"/>
                      <a:pt x="1309928" y="1693069"/>
                      <a:pt x="1324542" y="1693069"/>
                    </a:cubicBezTo>
                    <a:close/>
                    <a:moveTo>
                      <a:pt x="1174792" y="1693069"/>
                    </a:moveTo>
                    <a:lnTo>
                      <a:pt x="1221492" y="1693069"/>
                    </a:lnTo>
                    <a:cubicBezTo>
                      <a:pt x="1236107" y="1693069"/>
                      <a:pt x="1247954" y="1704917"/>
                      <a:pt x="1247954" y="1719531"/>
                    </a:cubicBezTo>
                    <a:lnTo>
                      <a:pt x="1247954" y="1766231"/>
                    </a:lnTo>
                    <a:cubicBezTo>
                      <a:pt x="1247954" y="1780846"/>
                      <a:pt x="1236107" y="1792693"/>
                      <a:pt x="1221492" y="1792693"/>
                    </a:cubicBezTo>
                    <a:lnTo>
                      <a:pt x="1174792" y="1792693"/>
                    </a:lnTo>
                    <a:cubicBezTo>
                      <a:pt x="1160178" y="1792693"/>
                      <a:pt x="1148330" y="1780846"/>
                      <a:pt x="1148330" y="1766231"/>
                    </a:cubicBezTo>
                    <a:lnTo>
                      <a:pt x="1148330" y="1719531"/>
                    </a:lnTo>
                    <a:cubicBezTo>
                      <a:pt x="1148330" y="1704917"/>
                      <a:pt x="1160178" y="1693069"/>
                      <a:pt x="1174792" y="1693069"/>
                    </a:cubicBezTo>
                    <a:close/>
                    <a:moveTo>
                      <a:pt x="1025670" y="1693069"/>
                    </a:moveTo>
                    <a:lnTo>
                      <a:pt x="1072369" y="1693069"/>
                    </a:lnTo>
                    <a:cubicBezTo>
                      <a:pt x="1086984" y="1693069"/>
                      <a:pt x="1098832" y="1704917"/>
                      <a:pt x="1098832" y="1719531"/>
                    </a:cubicBezTo>
                    <a:lnTo>
                      <a:pt x="1098832" y="1766231"/>
                    </a:lnTo>
                    <a:cubicBezTo>
                      <a:pt x="1098832" y="1780846"/>
                      <a:pt x="1086984" y="1792693"/>
                      <a:pt x="1072369" y="1792693"/>
                    </a:cubicBezTo>
                    <a:lnTo>
                      <a:pt x="1025670" y="1792693"/>
                    </a:lnTo>
                    <a:cubicBezTo>
                      <a:pt x="1011055" y="1792693"/>
                      <a:pt x="999207" y="1780846"/>
                      <a:pt x="999207" y="1766231"/>
                    </a:cubicBezTo>
                    <a:lnTo>
                      <a:pt x="999207" y="1719531"/>
                    </a:lnTo>
                    <a:cubicBezTo>
                      <a:pt x="999207" y="1704917"/>
                      <a:pt x="1011055" y="1693069"/>
                      <a:pt x="1025670" y="1693069"/>
                    </a:cubicBezTo>
                    <a:close/>
                    <a:moveTo>
                      <a:pt x="2538530" y="1609316"/>
                    </a:moveTo>
                    <a:lnTo>
                      <a:pt x="2133002" y="1939195"/>
                    </a:lnTo>
                    <a:lnTo>
                      <a:pt x="3272021" y="1939195"/>
                    </a:lnTo>
                    <a:lnTo>
                      <a:pt x="2866494" y="1609316"/>
                    </a:lnTo>
                    <a:close/>
                    <a:moveTo>
                      <a:pt x="1324542" y="1547147"/>
                    </a:moveTo>
                    <a:lnTo>
                      <a:pt x="1371242" y="1547147"/>
                    </a:lnTo>
                    <a:cubicBezTo>
                      <a:pt x="1385857" y="1547147"/>
                      <a:pt x="1397704" y="1558995"/>
                      <a:pt x="1397704" y="1573609"/>
                    </a:cubicBezTo>
                    <a:lnTo>
                      <a:pt x="1397704" y="1620309"/>
                    </a:lnTo>
                    <a:cubicBezTo>
                      <a:pt x="1397704" y="1634924"/>
                      <a:pt x="1385857" y="1646771"/>
                      <a:pt x="1371242" y="1646771"/>
                    </a:cubicBezTo>
                    <a:lnTo>
                      <a:pt x="1324542" y="1646771"/>
                    </a:lnTo>
                    <a:cubicBezTo>
                      <a:pt x="1309928" y="1646771"/>
                      <a:pt x="1298080" y="1634924"/>
                      <a:pt x="1298080" y="1620309"/>
                    </a:cubicBezTo>
                    <a:lnTo>
                      <a:pt x="1298080" y="1573609"/>
                    </a:lnTo>
                    <a:cubicBezTo>
                      <a:pt x="1298080" y="1558995"/>
                      <a:pt x="1309928" y="1547147"/>
                      <a:pt x="1324542" y="1547147"/>
                    </a:cubicBezTo>
                    <a:close/>
                    <a:moveTo>
                      <a:pt x="1174792" y="1547147"/>
                    </a:moveTo>
                    <a:lnTo>
                      <a:pt x="1221492" y="1547147"/>
                    </a:lnTo>
                    <a:cubicBezTo>
                      <a:pt x="1236107" y="1547147"/>
                      <a:pt x="1247954" y="1558995"/>
                      <a:pt x="1247954" y="1573609"/>
                    </a:cubicBezTo>
                    <a:lnTo>
                      <a:pt x="1247954" y="1620309"/>
                    </a:lnTo>
                    <a:cubicBezTo>
                      <a:pt x="1247954" y="1634924"/>
                      <a:pt x="1236107" y="1646771"/>
                      <a:pt x="1221492" y="1646771"/>
                    </a:cubicBezTo>
                    <a:lnTo>
                      <a:pt x="1174792" y="1646771"/>
                    </a:lnTo>
                    <a:cubicBezTo>
                      <a:pt x="1160178" y="1646771"/>
                      <a:pt x="1148330" y="1634924"/>
                      <a:pt x="1148330" y="1620309"/>
                    </a:cubicBezTo>
                    <a:lnTo>
                      <a:pt x="1148330" y="1573609"/>
                    </a:lnTo>
                    <a:cubicBezTo>
                      <a:pt x="1148330" y="1558995"/>
                      <a:pt x="1160178" y="1547147"/>
                      <a:pt x="1174792" y="1547147"/>
                    </a:cubicBezTo>
                    <a:close/>
                    <a:moveTo>
                      <a:pt x="1025670" y="1547147"/>
                    </a:moveTo>
                    <a:lnTo>
                      <a:pt x="1072369" y="1547147"/>
                    </a:lnTo>
                    <a:cubicBezTo>
                      <a:pt x="1086984" y="1547147"/>
                      <a:pt x="1098832" y="1558995"/>
                      <a:pt x="1098832" y="1573609"/>
                    </a:cubicBezTo>
                    <a:lnTo>
                      <a:pt x="1098832" y="1620309"/>
                    </a:lnTo>
                    <a:cubicBezTo>
                      <a:pt x="1098832" y="1634924"/>
                      <a:pt x="1086984" y="1646771"/>
                      <a:pt x="1072369" y="1646771"/>
                    </a:cubicBezTo>
                    <a:lnTo>
                      <a:pt x="1025670" y="1646771"/>
                    </a:lnTo>
                    <a:cubicBezTo>
                      <a:pt x="1011055" y="1646771"/>
                      <a:pt x="999207" y="1634924"/>
                      <a:pt x="999207" y="1620309"/>
                    </a:cubicBezTo>
                    <a:lnTo>
                      <a:pt x="999207" y="1573609"/>
                    </a:lnTo>
                    <a:cubicBezTo>
                      <a:pt x="999207" y="1558995"/>
                      <a:pt x="1011055" y="1547147"/>
                      <a:pt x="1025670" y="1547147"/>
                    </a:cubicBezTo>
                    <a:close/>
                    <a:moveTo>
                      <a:pt x="2504665" y="1505875"/>
                    </a:moveTo>
                    <a:cubicBezTo>
                      <a:pt x="2501347" y="1505875"/>
                      <a:pt x="2498657" y="1508565"/>
                      <a:pt x="2498657" y="1511883"/>
                    </a:cubicBezTo>
                    <a:lnTo>
                      <a:pt x="2498657" y="1535912"/>
                    </a:lnTo>
                    <a:cubicBezTo>
                      <a:pt x="2498657" y="1539230"/>
                      <a:pt x="2501347" y="1541920"/>
                      <a:pt x="2504665" y="1541920"/>
                    </a:cubicBezTo>
                    <a:lnTo>
                      <a:pt x="2893211" y="1541920"/>
                    </a:lnTo>
                    <a:cubicBezTo>
                      <a:pt x="2896529" y="1541920"/>
                      <a:pt x="2899219" y="1539230"/>
                      <a:pt x="2899219" y="1535912"/>
                    </a:cubicBezTo>
                    <a:lnTo>
                      <a:pt x="2899219" y="1511883"/>
                    </a:lnTo>
                    <a:cubicBezTo>
                      <a:pt x="2899219" y="1508565"/>
                      <a:pt x="2896529" y="1505875"/>
                      <a:pt x="2893211" y="1505875"/>
                    </a:cubicBezTo>
                    <a:close/>
                    <a:moveTo>
                      <a:pt x="2504665" y="1422733"/>
                    </a:moveTo>
                    <a:cubicBezTo>
                      <a:pt x="2501347" y="1422733"/>
                      <a:pt x="2498657" y="1425422"/>
                      <a:pt x="2498657" y="1428740"/>
                    </a:cubicBezTo>
                    <a:lnTo>
                      <a:pt x="2498657" y="1452770"/>
                    </a:lnTo>
                    <a:cubicBezTo>
                      <a:pt x="2498657" y="1456088"/>
                      <a:pt x="2501347" y="1458777"/>
                      <a:pt x="2504665" y="1458777"/>
                    </a:cubicBezTo>
                    <a:lnTo>
                      <a:pt x="2893211" y="1458777"/>
                    </a:lnTo>
                    <a:cubicBezTo>
                      <a:pt x="2896529" y="1458777"/>
                      <a:pt x="2899219" y="1456088"/>
                      <a:pt x="2899219" y="1452770"/>
                    </a:cubicBezTo>
                    <a:lnTo>
                      <a:pt x="2899219" y="1428740"/>
                    </a:lnTo>
                    <a:cubicBezTo>
                      <a:pt x="2899219" y="1425422"/>
                      <a:pt x="2896529" y="1422733"/>
                      <a:pt x="2893211" y="1422733"/>
                    </a:cubicBezTo>
                    <a:close/>
                    <a:moveTo>
                      <a:pt x="1324542" y="1401225"/>
                    </a:moveTo>
                    <a:lnTo>
                      <a:pt x="1371242" y="1401225"/>
                    </a:lnTo>
                    <a:cubicBezTo>
                      <a:pt x="1385857" y="1401225"/>
                      <a:pt x="1397704" y="1413073"/>
                      <a:pt x="1397704" y="1427687"/>
                    </a:cubicBezTo>
                    <a:lnTo>
                      <a:pt x="1397704" y="1474387"/>
                    </a:lnTo>
                    <a:cubicBezTo>
                      <a:pt x="1397704" y="1489001"/>
                      <a:pt x="1385857" y="1500849"/>
                      <a:pt x="1371242" y="1500849"/>
                    </a:cubicBezTo>
                    <a:lnTo>
                      <a:pt x="1324542" y="1500849"/>
                    </a:lnTo>
                    <a:cubicBezTo>
                      <a:pt x="1309928" y="1500849"/>
                      <a:pt x="1298080" y="1489001"/>
                      <a:pt x="1298080" y="1474387"/>
                    </a:cubicBezTo>
                    <a:lnTo>
                      <a:pt x="1298080" y="1427687"/>
                    </a:lnTo>
                    <a:cubicBezTo>
                      <a:pt x="1298080" y="1413073"/>
                      <a:pt x="1309928" y="1401225"/>
                      <a:pt x="1324542" y="1401225"/>
                    </a:cubicBezTo>
                    <a:close/>
                    <a:moveTo>
                      <a:pt x="1174792" y="1401225"/>
                    </a:moveTo>
                    <a:lnTo>
                      <a:pt x="1221492" y="1401225"/>
                    </a:lnTo>
                    <a:cubicBezTo>
                      <a:pt x="1236107" y="1401225"/>
                      <a:pt x="1247954" y="1413073"/>
                      <a:pt x="1247954" y="1427687"/>
                    </a:cubicBezTo>
                    <a:lnTo>
                      <a:pt x="1247954" y="1474387"/>
                    </a:lnTo>
                    <a:cubicBezTo>
                      <a:pt x="1247954" y="1489001"/>
                      <a:pt x="1236107" y="1500849"/>
                      <a:pt x="1221492" y="1500849"/>
                    </a:cubicBezTo>
                    <a:lnTo>
                      <a:pt x="1174792" y="1500849"/>
                    </a:lnTo>
                    <a:cubicBezTo>
                      <a:pt x="1160178" y="1500849"/>
                      <a:pt x="1148330" y="1489001"/>
                      <a:pt x="1148330" y="1474387"/>
                    </a:cubicBezTo>
                    <a:lnTo>
                      <a:pt x="1148330" y="1427687"/>
                    </a:lnTo>
                    <a:cubicBezTo>
                      <a:pt x="1148330" y="1413073"/>
                      <a:pt x="1160178" y="1401225"/>
                      <a:pt x="1174792" y="1401225"/>
                    </a:cubicBezTo>
                    <a:close/>
                    <a:moveTo>
                      <a:pt x="1025670" y="1401225"/>
                    </a:moveTo>
                    <a:lnTo>
                      <a:pt x="1072369" y="1401225"/>
                    </a:lnTo>
                    <a:cubicBezTo>
                      <a:pt x="1086984" y="1401225"/>
                      <a:pt x="1098832" y="1413073"/>
                      <a:pt x="1098832" y="1427687"/>
                    </a:cubicBezTo>
                    <a:lnTo>
                      <a:pt x="1098832" y="1474387"/>
                    </a:lnTo>
                    <a:cubicBezTo>
                      <a:pt x="1098832" y="1489001"/>
                      <a:pt x="1086984" y="1500849"/>
                      <a:pt x="1072369" y="1500849"/>
                    </a:cubicBezTo>
                    <a:lnTo>
                      <a:pt x="1025670" y="1500849"/>
                    </a:lnTo>
                    <a:cubicBezTo>
                      <a:pt x="1011055" y="1500849"/>
                      <a:pt x="999207" y="1489001"/>
                      <a:pt x="999207" y="1474387"/>
                    </a:cubicBezTo>
                    <a:lnTo>
                      <a:pt x="999207" y="1427687"/>
                    </a:lnTo>
                    <a:cubicBezTo>
                      <a:pt x="999207" y="1413073"/>
                      <a:pt x="1011055" y="1401225"/>
                      <a:pt x="1025670" y="1401225"/>
                    </a:cubicBezTo>
                    <a:close/>
                    <a:moveTo>
                      <a:pt x="2504665" y="1339590"/>
                    </a:moveTo>
                    <a:cubicBezTo>
                      <a:pt x="2501347" y="1339590"/>
                      <a:pt x="2498657" y="1342280"/>
                      <a:pt x="2498657" y="1345598"/>
                    </a:cubicBezTo>
                    <a:lnTo>
                      <a:pt x="2498657" y="1369628"/>
                    </a:lnTo>
                    <a:cubicBezTo>
                      <a:pt x="2498657" y="1372945"/>
                      <a:pt x="2501347" y="1375635"/>
                      <a:pt x="2504665" y="1375635"/>
                    </a:cubicBezTo>
                    <a:lnTo>
                      <a:pt x="2893211" y="1375635"/>
                    </a:lnTo>
                    <a:cubicBezTo>
                      <a:pt x="2896529" y="1375635"/>
                      <a:pt x="2899219" y="1372945"/>
                      <a:pt x="2899219" y="1369628"/>
                    </a:cubicBezTo>
                    <a:lnTo>
                      <a:pt x="2899219" y="1345598"/>
                    </a:lnTo>
                    <a:cubicBezTo>
                      <a:pt x="2899219" y="1342280"/>
                      <a:pt x="2896529" y="1339590"/>
                      <a:pt x="2893211" y="1339590"/>
                    </a:cubicBezTo>
                    <a:close/>
                    <a:moveTo>
                      <a:pt x="2088232" y="1285358"/>
                    </a:moveTo>
                    <a:lnTo>
                      <a:pt x="2088232" y="1938513"/>
                    </a:lnTo>
                    <a:lnTo>
                      <a:pt x="2504773" y="1611936"/>
                    </a:lnTo>
                    <a:close/>
                    <a:moveTo>
                      <a:pt x="3314199" y="1280118"/>
                    </a:moveTo>
                    <a:lnTo>
                      <a:pt x="2897658" y="1608841"/>
                    </a:lnTo>
                    <a:lnTo>
                      <a:pt x="3314199" y="1937564"/>
                    </a:lnTo>
                    <a:close/>
                    <a:moveTo>
                      <a:pt x="1527230" y="1221901"/>
                    </a:moveTo>
                    <a:cubicBezTo>
                      <a:pt x="1521727" y="1221901"/>
                      <a:pt x="1517267" y="1226362"/>
                      <a:pt x="1517267" y="1231864"/>
                    </a:cubicBezTo>
                    <a:lnTo>
                      <a:pt x="1517267" y="1271713"/>
                    </a:lnTo>
                    <a:cubicBezTo>
                      <a:pt x="1517267" y="1277215"/>
                      <a:pt x="1521727" y="1281676"/>
                      <a:pt x="1527230" y="1281676"/>
                    </a:cubicBezTo>
                    <a:lnTo>
                      <a:pt x="1732319" y="1281676"/>
                    </a:lnTo>
                    <a:cubicBezTo>
                      <a:pt x="1737821" y="1281676"/>
                      <a:pt x="1742281" y="1277215"/>
                      <a:pt x="1742281" y="1271713"/>
                    </a:cubicBezTo>
                    <a:lnTo>
                      <a:pt x="1742281" y="1231864"/>
                    </a:lnTo>
                    <a:cubicBezTo>
                      <a:pt x="1742281" y="1226362"/>
                      <a:pt x="1737821" y="1221901"/>
                      <a:pt x="1732319" y="1221901"/>
                    </a:cubicBezTo>
                    <a:close/>
                    <a:moveTo>
                      <a:pt x="666834" y="1221901"/>
                    </a:moveTo>
                    <a:cubicBezTo>
                      <a:pt x="661332" y="1221901"/>
                      <a:pt x="656871" y="1226362"/>
                      <a:pt x="656871" y="1231864"/>
                    </a:cubicBezTo>
                    <a:lnTo>
                      <a:pt x="656871" y="1271713"/>
                    </a:lnTo>
                    <a:cubicBezTo>
                      <a:pt x="656871" y="1277215"/>
                      <a:pt x="661332" y="1281676"/>
                      <a:pt x="666834" y="1281676"/>
                    </a:cubicBezTo>
                    <a:lnTo>
                      <a:pt x="871923" y="1281676"/>
                    </a:lnTo>
                    <a:cubicBezTo>
                      <a:pt x="877425" y="1281676"/>
                      <a:pt x="881885" y="1277215"/>
                      <a:pt x="881885" y="1271713"/>
                    </a:cubicBezTo>
                    <a:lnTo>
                      <a:pt x="881885" y="1231864"/>
                    </a:lnTo>
                    <a:cubicBezTo>
                      <a:pt x="881885" y="1226362"/>
                      <a:pt x="877425" y="1221901"/>
                      <a:pt x="871923" y="1221901"/>
                    </a:cubicBezTo>
                    <a:close/>
                    <a:moveTo>
                      <a:pt x="1052149" y="1111644"/>
                    </a:moveTo>
                    <a:cubicBezTo>
                      <a:pt x="1044919" y="1111644"/>
                      <a:pt x="1039057" y="1117506"/>
                      <a:pt x="1039057" y="1124736"/>
                    </a:cubicBezTo>
                    <a:lnTo>
                      <a:pt x="1039057" y="1168203"/>
                    </a:lnTo>
                    <a:lnTo>
                      <a:pt x="1009466" y="1168203"/>
                    </a:lnTo>
                    <a:cubicBezTo>
                      <a:pt x="969193" y="1174775"/>
                      <a:pt x="956437" y="1243393"/>
                      <a:pt x="940007" y="1277093"/>
                    </a:cubicBezTo>
                    <a:cubicBezTo>
                      <a:pt x="776268" y="1309492"/>
                      <a:pt x="775043" y="1328679"/>
                      <a:pt x="736793" y="1421744"/>
                    </a:cubicBezTo>
                    <a:lnTo>
                      <a:pt x="648072" y="1812480"/>
                    </a:lnTo>
                    <a:cubicBezTo>
                      <a:pt x="648072" y="1882463"/>
                      <a:pt x="704805" y="1939195"/>
                      <a:pt x="774788" y="1939195"/>
                    </a:cubicBezTo>
                    <a:lnTo>
                      <a:pt x="1183772" y="1939195"/>
                    </a:lnTo>
                    <a:lnTo>
                      <a:pt x="1198456" y="1939195"/>
                    </a:lnTo>
                    <a:lnTo>
                      <a:pt x="1607440" y="1939195"/>
                    </a:lnTo>
                    <a:cubicBezTo>
                      <a:pt x="1677423" y="1939195"/>
                      <a:pt x="1734156" y="1882463"/>
                      <a:pt x="1734156" y="1812480"/>
                    </a:cubicBezTo>
                    <a:lnTo>
                      <a:pt x="1645435" y="1421744"/>
                    </a:lnTo>
                    <a:cubicBezTo>
                      <a:pt x="1607185" y="1328679"/>
                      <a:pt x="1605960" y="1309492"/>
                      <a:pt x="1442221" y="1277093"/>
                    </a:cubicBezTo>
                    <a:cubicBezTo>
                      <a:pt x="1425791" y="1243393"/>
                      <a:pt x="1413035" y="1174775"/>
                      <a:pt x="1372762" y="1168203"/>
                    </a:cubicBezTo>
                    <a:lnTo>
                      <a:pt x="1357854" y="1168203"/>
                    </a:lnTo>
                    <a:lnTo>
                      <a:pt x="1357854" y="1124736"/>
                    </a:lnTo>
                    <a:cubicBezTo>
                      <a:pt x="1357854" y="1117506"/>
                      <a:pt x="1351993" y="1111644"/>
                      <a:pt x="1344762" y="1111644"/>
                    </a:cubicBezTo>
                    <a:lnTo>
                      <a:pt x="1268702" y="1111644"/>
                    </a:lnTo>
                    <a:cubicBezTo>
                      <a:pt x="1261471" y="1111644"/>
                      <a:pt x="1255610" y="1117506"/>
                      <a:pt x="1255610" y="1124736"/>
                    </a:cubicBezTo>
                    <a:lnTo>
                      <a:pt x="1255610" y="1168203"/>
                    </a:lnTo>
                    <a:lnTo>
                      <a:pt x="1198456" y="1168203"/>
                    </a:lnTo>
                    <a:lnTo>
                      <a:pt x="1183772" y="1168203"/>
                    </a:lnTo>
                    <a:lnTo>
                      <a:pt x="1141302" y="1168203"/>
                    </a:lnTo>
                    <a:lnTo>
                      <a:pt x="1141302" y="1124736"/>
                    </a:lnTo>
                    <a:cubicBezTo>
                      <a:pt x="1141302" y="1117506"/>
                      <a:pt x="1135440" y="1111644"/>
                      <a:pt x="1128210" y="1111644"/>
                    </a:cubicBezTo>
                    <a:close/>
                    <a:moveTo>
                      <a:pt x="2705133" y="840243"/>
                    </a:moveTo>
                    <a:lnTo>
                      <a:pt x="2088233" y="1255464"/>
                    </a:lnTo>
                    <a:lnTo>
                      <a:pt x="2299068" y="1414858"/>
                    </a:lnTo>
                    <a:lnTo>
                      <a:pt x="2299068" y="1228076"/>
                    </a:lnTo>
                    <a:lnTo>
                      <a:pt x="3108494" y="1228076"/>
                    </a:lnTo>
                    <a:lnTo>
                      <a:pt x="3108494" y="1416902"/>
                    </a:lnTo>
                    <a:lnTo>
                      <a:pt x="3322033" y="1255464"/>
                    </a:lnTo>
                    <a:lnTo>
                      <a:pt x="3322033" y="1255464"/>
                    </a:lnTo>
                    <a:close/>
                    <a:moveTo>
                      <a:pt x="1195706" y="835207"/>
                    </a:moveTo>
                    <a:lnTo>
                      <a:pt x="1195706" y="835221"/>
                    </a:lnTo>
                    <a:cubicBezTo>
                      <a:pt x="866618" y="834160"/>
                      <a:pt x="692194" y="969423"/>
                      <a:pt x="665970" y="1132153"/>
                    </a:cubicBezTo>
                    <a:cubicBezTo>
                      <a:pt x="665970" y="1145595"/>
                      <a:pt x="659622" y="1181725"/>
                      <a:pt x="663418" y="1194550"/>
                    </a:cubicBezTo>
                    <a:lnTo>
                      <a:pt x="878440" y="1194550"/>
                    </a:lnTo>
                    <a:cubicBezTo>
                      <a:pt x="887485" y="1007425"/>
                      <a:pt x="1085027" y="1006045"/>
                      <a:pt x="1195706" y="1007712"/>
                    </a:cubicBezTo>
                    <a:lnTo>
                      <a:pt x="1195706" y="1007714"/>
                    </a:lnTo>
                    <a:cubicBezTo>
                      <a:pt x="1195809" y="1007712"/>
                      <a:pt x="1195911" y="1007710"/>
                      <a:pt x="1196014" y="1007712"/>
                    </a:cubicBezTo>
                    <a:lnTo>
                      <a:pt x="1196322" y="1007714"/>
                    </a:lnTo>
                    <a:lnTo>
                      <a:pt x="1196322" y="1007712"/>
                    </a:lnTo>
                    <a:cubicBezTo>
                      <a:pt x="1307001" y="1006045"/>
                      <a:pt x="1504542" y="1007425"/>
                      <a:pt x="1513587" y="1194550"/>
                    </a:cubicBezTo>
                    <a:lnTo>
                      <a:pt x="1728609" y="1194550"/>
                    </a:lnTo>
                    <a:cubicBezTo>
                      <a:pt x="1732405" y="1181725"/>
                      <a:pt x="1726057" y="1145595"/>
                      <a:pt x="1726057" y="1132153"/>
                    </a:cubicBezTo>
                    <a:cubicBezTo>
                      <a:pt x="1699834" y="969423"/>
                      <a:pt x="1525410" y="834160"/>
                      <a:pt x="1196322" y="835221"/>
                    </a:cubicBezTo>
                    <a:lnTo>
                      <a:pt x="1196322" y="835207"/>
                    </a:lnTo>
                    <a:cubicBezTo>
                      <a:pt x="1196219" y="835207"/>
                      <a:pt x="1196117" y="835206"/>
                      <a:pt x="1196014" y="835214"/>
                    </a:cubicBezTo>
                    <a:close/>
                    <a:moveTo>
                      <a:pt x="713043" y="263029"/>
                    </a:moveTo>
                    <a:lnTo>
                      <a:pt x="3158596" y="263029"/>
                    </a:lnTo>
                    <a:cubicBezTo>
                      <a:pt x="3365555" y="263029"/>
                      <a:pt x="3533328" y="430802"/>
                      <a:pt x="3533328" y="637761"/>
                    </a:cubicBezTo>
                    <a:lnTo>
                      <a:pt x="3533328" y="2136642"/>
                    </a:lnTo>
                    <a:cubicBezTo>
                      <a:pt x="3533328" y="2343601"/>
                      <a:pt x="3365555" y="2511374"/>
                      <a:pt x="3158596" y="2511374"/>
                    </a:cubicBezTo>
                    <a:lnTo>
                      <a:pt x="713043" y="2511374"/>
                    </a:lnTo>
                    <a:cubicBezTo>
                      <a:pt x="506084" y="2511374"/>
                      <a:pt x="338311" y="2343601"/>
                      <a:pt x="338311" y="2136642"/>
                    </a:cubicBezTo>
                    <a:lnTo>
                      <a:pt x="338311" y="637761"/>
                    </a:lnTo>
                    <a:cubicBezTo>
                      <a:pt x="338311" y="430802"/>
                      <a:pt x="506084" y="263029"/>
                      <a:pt x="713043" y="263029"/>
                    </a:cubicBezTo>
                    <a:close/>
                    <a:moveTo>
                      <a:pt x="593824" y="142875"/>
                    </a:moveTo>
                    <a:cubicBezTo>
                      <a:pt x="365814" y="142875"/>
                      <a:pt x="180975" y="327714"/>
                      <a:pt x="180975" y="555724"/>
                    </a:cubicBezTo>
                    <a:lnTo>
                      <a:pt x="180975" y="2207068"/>
                    </a:lnTo>
                    <a:cubicBezTo>
                      <a:pt x="180975" y="2435078"/>
                      <a:pt x="365814" y="2619917"/>
                      <a:pt x="593824" y="2619917"/>
                    </a:cubicBezTo>
                    <a:lnTo>
                      <a:pt x="3288134" y="2619917"/>
                    </a:lnTo>
                    <a:cubicBezTo>
                      <a:pt x="3516144" y="2619917"/>
                      <a:pt x="3700983" y="2435078"/>
                      <a:pt x="3700983" y="2207068"/>
                    </a:cubicBezTo>
                    <a:lnTo>
                      <a:pt x="3700983" y="555724"/>
                    </a:lnTo>
                    <a:cubicBezTo>
                      <a:pt x="3700983" y="327714"/>
                      <a:pt x="3516144" y="142875"/>
                      <a:pt x="3288134" y="142875"/>
                    </a:cubicBezTo>
                    <a:close/>
                    <a:moveTo>
                      <a:pt x="456060" y="0"/>
                    </a:moveTo>
                    <a:lnTo>
                      <a:pt x="3432372" y="0"/>
                    </a:lnTo>
                    <a:cubicBezTo>
                      <a:pt x="3684247" y="0"/>
                      <a:pt x="3888432" y="204185"/>
                      <a:pt x="3888432" y="456060"/>
                    </a:cubicBezTo>
                    <a:lnTo>
                      <a:pt x="3888432" y="2280244"/>
                    </a:lnTo>
                    <a:cubicBezTo>
                      <a:pt x="3888432" y="2532119"/>
                      <a:pt x="3684247" y="2736304"/>
                      <a:pt x="3432372" y="2736304"/>
                    </a:cubicBezTo>
                    <a:lnTo>
                      <a:pt x="456060" y="2736304"/>
                    </a:lnTo>
                    <a:cubicBezTo>
                      <a:pt x="204185" y="2736304"/>
                      <a:pt x="0" y="2532119"/>
                      <a:pt x="0" y="2280244"/>
                    </a:cubicBezTo>
                    <a:lnTo>
                      <a:pt x="0" y="456060"/>
                    </a:lnTo>
                    <a:cubicBezTo>
                      <a:pt x="0" y="204185"/>
                      <a:pt x="204185" y="0"/>
                      <a:pt x="456060"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411" name="Google Shape;2411;p52"/>
              <p:cNvSpPr/>
              <p:nvPr/>
            </p:nvSpPr>
            <p:spPr>
              <a:xfrm>
                <a:off x="9698244" y="5398653"/>
                <a:ext cx="300703" cy="366439"/>
              </a:xfrm>
              <a:custGeom>
                <a:rect b="b" l="l" r="r" t="t"/>
                <a:pathLst>
                  <a:path extrusionOk="0" h="3949460" w="3240944">
                    <a:moveTo>
                      <a:pt x="2411668" y="919204"/>
                    </a:moveTo>
                    <a:cubicBezTo>
                      <a:pt x="2652037" y="921566"/>
                      <a:pt x="2997179" y="1088232"/>
                      <a:pt x="3147060" y="1333480"/>
                    </a:cubicBezTo>
                    <a:cubicBezTo>
                      <a:pt x="2837519" y="1559133"/>
                      <a:pt x="2713715" y="1818123"/>
                      <a:pt x="2716116" y="2148550"/>
                    </a:cubicBezTo>
                    <a:cubicBezTo>
                      <a:pt x="2724370" y="2506677"/>
                      <a:pt x="2937416" y="2788602"/>
                      <a:pt x="3240944" y="2908604"/>
                    </a:cubicBezTo>
                    <a:cubicBezTo>
                      <a:pt x="3111039" y="3296832"/>
                      <a:pt x="2835874" y="3920800"/>
                      <a:pt x="2360688" y="3949460"/>
                    </a:cubicBezTo>
                    <a:cubicBezTo>
                      <a:pt x="2104982" y="3948826"/>
                      <a:pt x="1887379" y="3871989"/>
                      <a:pt x="1655487" y="3790391"/>
                    </a:cubicBezTo>
                    <a:cubicBezTo>
                      <a:pt x="1465920" y="3881513"/>
                      <a:pt x="1178719" y="3984543"/>
                      <a:pt x="936764" y="3932790"/>
                    </a:cubicBezTo>
                    <a:cubicBezTo>
                      <a:pt x="634032" y="3867349"/>
                      <a:pt x="33306" y="3304229"/>
                      <a:pt x="0" y="2002921"/>
                    </a:cubicBezTo>
                    <a:cubicBezTo>
                      <a:pt x="5122" y="1625861"/>
                      <a:pt x="224231" y="988116"/>
                      <a:pt x="1004287" y="951010"/>
                    </a:cubicBezTo>
                    <a:cubicBezTo>
                      <a:pt x="1237754" y="955627"/>
                      <a:pt x="1430737" y="1013358"/>
                      <a:pt x="1654678" y="1150601"/>
                    </a:cubicBezTo>
                    <a:cubicBezTo>
                      <a:pt x="1907007" y="1025844"/>
                      <a:pt x="2042657" y="934423"/>
                      <a:pt x="2411668" y="919204"/>
                    </a:cubicBezTo>
                    <a:close/>
                    <a:moveTo>
                      <a:pt x="2423572" y="0"/>
                    </a:moveTo>
                    <a:cubicBezTo>
                      <a:pt x="2449670" y="236641"/>
                      <a:pt x="2449574" y="370890"/>
                      <a:pt x="2275646" y="605149"/>
                    </a:cubicBezTo>
                    <a:cubicBezTo>
                      <a:pt x="2098536" y="787863"/>
                      <a:pt x="1909519" y="903902"/>
                      <a:pt x="1627634" y="908022"/>
                    </a:cubicBezTo>
                    <a:cubicBezTo>
                      <a:pt x="1601565" y="662380"/>
                      <a:pt x="1689794" y="371496"/>
                      <a:pt x="1823269" y="256823"/>
                    </a:cubicBezTo>
                    <a:cubicBezTo>
                      <a:pt x="1945582" y="131527"/>
                      <a:pt x="2156003" y="39571"/>
                      <a:pt x="2423572" y="0"/>
                    </a:cubicBez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412" name="Google Shape;2412;p52"/>
              <p:cNvSpPr/>
              <p:nvPr/>
            </p:nvSpPr>
            <p:spPr>
              <a:xfrm>
                <a:off x="7800500" y="2582839"/>
                <a:ext cx="300170" cy="347427"/>
              </a:xfrm>
              <a:custGeom>
                <a:rect b="b" l="l" r="r" t="t"/>
                <a:pathLst>
                  <a:path extrusionOk="0" h="3842533" w="3319870">
                    <a:moveTo>
                      <a:pt x="579936" y="1296382"/>
                    </a:moveTo>
                    <a:lnTo>
                      <a:pt x="2739936" y="1296382"/>
                    </a:lnTo>
                    <a:lnTo>
                      <a:pt x="2739936" y="2796543"/>
                    </a:lnTo>
                    <a:cubicBezTo>
                      <a:pt x="2739936" y="2962250"/>
                      <a:pt x="2605604" y="3096582"/>
                      <a:pt x="2439897" y="3096582"/>
                    </a:cubicBezTo>
                    <a:lnTo>
                      <a:pt x="2272003" y="3096582"/>
                    </a:lnTo>
                    <a:lnTo>
                      <a:pt x="2272003" y="3590505"/>
                    </a:lnTo>
                    <a:cubicBezTo>
                      <a:pt x="2272003" y="3729696"/>
                      <a:pt x="2159166" y="3842533"/>
                      <a:pt x="2019975" y="3842533"/>
                    </a:cubicBezTo>
                    <a:cubicBezTo>
                      <a:pt x="1880784" y="3842533"/>
                      <a:pt x="1767947" y="3729696"/>
                      <a:pt x="1767947" y="3590505"/>
                    </a:cubicBezTo>
                    <a:lnTo>
                      <a:pt x="1767947" y="3096582"/>
                    </a:lnTo>
                    <a:lnTo>
                      <a:pt x="1492066" y="3096582"/>
                    </a:lnTo>
                    <a:lnTo>
                      <a:pt x="1492066" y="3590505"/>
                    </a:lnTo>
                    <a:cubicBezTo>
                      <a:pt x="1492066" y="3729696"/>
                      <a:pt x="1379229" y="3842533"/>
                      <a:pt x="1240038" y="3842533"/>
                    </a:cubicBezTo>
                    <a:cubicBezTo>
                      <a:pt x="1100847" y="3842533"/>
                      <a:pt x="988010" y="3729696"/>
                      <a:pt x="988010" y="3590505"/>
                    </a:cubicBezTo>
                    <a:lnTo>
                      <a:pt x="988010" y="3096582"/>
                    </a:lnTo>
                    <a:lnTo>
                      <a:pt x="879975" y="3096582"/>
                    </a:lnTo>
                    <a:cubicBezTo>
                      <a:pt x="714268" y="3096582"/>
                      <a:pt x="579936" y="2962250"/>
                      <a:pt x="579936" y="2796543"/>
                    </a:cubicBezTo>
                    <a:close/>
                    <a:moveTo>
                      <a:pt x="3067842" y="1281925"/>
                    </a:moveTo>
                    <a:cubicBezTo>
                      <a:pt x="3207033" y="1281925"/>
                      <a:pt x="3319870" y="1394762"/>
                      <a:pt x="3319870" y="1533953"/>
                    </a:cubicBezTo>
                    <a:lnTo>
                      <a:pt x="3319870" y="2505897"/>
                    </a:lnTo>
                    <a:cubicBezTo>
                      <a:pt x="3319870" y="2645088"/>
                      <a:pt x="3207033" y="2757925"/>
                      <a:pt x="3067842" y="2757925"/>
                    </a:cubicBezTo>
                    <a:cubicBezTo>
                      <a:pt x="2928651" y="2757925"/>
                      <a:pt x="2815814" y="2645088"/>
                      <a:pt x="2815814" y="2505897"/>
                    </a:cubicBezTo>
                    <a:lnTo>
                      <a:pt x="2815814" y="1533953"/>
                    </a:lnTo>
                    <a:cubicBezTo>
                      <a:pt x="2815814" y="1394762"/>
                      <a:pt x="2928651" y="1281925"/>
                      <a:pt x="3067842" y="1281925"/>
                    </a:cubicBezTo>
                    <a:close/>
                    <a:moveTo>
                      <a:pt x="252028" y="1281925"/>
                    </a:moveTo>
                    <a:cubicBezTo>
                      <a:pt x="391219" y="1281925"/>
                      <a:pt x="504056" y="1394762"/>
                      <a:pt x="504056" y="1533953"/>
                    </a:cubicBezTo>
                    <a:lnTo>
                      <a:pt x="504056" y="2505897"/>
                    </a:lnTo>
                    <a:cubicBezTo>
                      <a:pt x="504056" y="2645088"/>
                      <a:pt x="391219" y="2757925"/>
                      <a:pt x="252028" y="2757925"/>
                    </a:cubicBezTo>
                    <a:cubicBezTo>
                      <a:pt x="112837" y="2757925"/>
                      <a:pt x="0" y="2645088"/>
                      <a:pt x="0" y="2505897"/>
                    </a:cubicBezTo>
                    <a:lnTo>
                      <a:pt x="0" y="1533953"/>
                    </a:lnTo>
                    <a:cubicBezTo>
                      <a:pt x="0" y="1394762"/>
                      <a:pt x="112837" y="1281925"/>
                      <a:pt x="252028" y="1281925"/>
                    </a:cubicBezTo>
                    <a:close/>
                    <a:moveTo>
                      <a:pt x="2134062" y="558521"/>
                    </a:moveTo>
                    <a:cubicBezTo>
                      <a:pt x="2073373" y="558521"/>
                      <a:pt x="2024174" y="607720"/>
                      <a:pt x="2024174" y="668409"/>
                    </a:cubicBezTo>
                    <a:cubicBezTo>
                      <a:pt x="2024174" y="729098"/>
                      <a:pt x="2073373" y="778297"/>
                      <a:pt x="2134062" y="778297"/>
                    </a:cubicBezTo>
                    <a:cubicBezTo>
                      <a:pt x="2194751" y="778297"/>
                      <a:pt x="2243950" y="729098"/>
                      <a:pt x="2243950" y="668409"/>
                    </a:cubicBezTo>
                    <a:cubicBezTo>
                      <a:pt x="2243950" y="607720"/>
                      <a:pt x="2194751" y="558521"/>
                      <a:pt x="2134062" y="558521"/>
                    </a:cubicBezTo>
                    <a:close/>
                    <a:moveTo>
                      <a:pt x="1177409" y="558521"/>
                    </a:moveTo>
                    <a:cubicBezTo>
                      <a:pt x="1116720" y="558521"/>
                      <a:pt x="1067521" y="607720"/>
                      <a:pt x="1067521" y="668409"/>
                    </a:cubicBezTo>
                    <a:cubicBezTo>
                      <a:pt x="1067521" y="729098"/>
                      <a:pt x="1116720" y="778297"/>
                      <a:pt x="1177409" y="778297"/>
                    </a:cubicBezTo>
                    <a:cubicBezTo>
                      <a:pt x="1238098" y="778297"/>
                      <a:pt x="1287297" y="729098"/>
                      <a:pt x="1287297" y="668409"/>
                    </a:cubicBezTo>
                    <a:cubicBezTo>
                      <a:pt x="1287297" y="607720"/>
                      <a:pt x="1238098" y="558521"/>
                      <a:pt x="1177409" y="558521"/>
                    </a:cubicBezTo>
                    <a:close/>
                    <a:moveTo>
                      <a:pt x="1041854" y="0"/>
                    </a:moveTo>
                    <a:lnTo>
                      <a:pt x="1215617" y="300965"/>
                    </a:lnTo>
                    <a:cubicBezTo>
                      <a:pt x="1350827" y="238508"/>
                      <a:pt x="1501239" y="204386"/>
                      <a:pt x="1659158" y="204272"/>
                    </a:cubicBezTo>
                    <a:cubicBezTo>
                      <a:pt x="1823689" y="204153"/>
                      <a:pt x="1980124" y="240963"/>
                      <a:pt x="2119837" y="308065"/>
                    </a:cubicBezTo>
                    <a:lnTo>
                      <a:pt x="2297698" y="0"/>
                    </a:lnTo>
                    <a:lnTo>
                      <a:pt x="2391229" y="54000"/>
                    </a:lnTo>
                    <a:lnTo>
                      <a:pt x="2215205" y="358882"/>
                    </a:lnTo>
                    <a:cubicBezTo>
                      <a:pt x="2507692" y="533629"/>
                      <a:pt x="2710924" y="843756"/>
                      <a:pt x="2737127" y="1206450"/>
                    </a:cubicBezTo>
                    <a:cubicBezTo>
                      <a:pt x="2018962" y="1206967"/>
                      <a:pt x="1300797" y="1207483"/>
                      <a:pt x="582632" y="1208000"/>
                    </a:cubicBezTo>
                    <a:cubicBezTo>
                      <a:pt x="608780" y="838665"/>
                      <a:pt x="818541" y="523565"/>
                      <a:pt x="1119462" y="350420"/>
                    </a:cubicBezTo>
                    <a:lnTo>
                      <a:pt x="948323" y="5400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413" name="Google Shape;2413;p52"/>
              <p:cNvSpPr/>
              <p:nvPr/>
            </p:nvSpPr>
            <p:spPr>
              <a:xfrm>
                <a:off x="10645011" y="2518278"/>
                <a:ext cx="340001" cy="338281"/>
              </a:xfrm>
              <a:custGeom>
                <a:rect b="b" l="l" r="r" t="t"/>
                <a:pathLst>
                  <a:path extrusionOk="0" h="2941055" w="2956013">
                    <a:moveTo>
                      <a:pt x="2169165" y="2259549"/>
                    </a:moveTo>
                    <a:cubicBezTo>
                      <a:pt x="2305163" y="2320579"/>
                      <a:pt x="2430502" y="2400997"/>
                      <a:pt x="2542352" y="2496872"/>
                    </a:cubicBezTo>
                    <a:cubicBezTo>
                      <a:pt x="2303978" y="2744099"/>
                      <a:pt x="1979593" y="2907447"/>
                      <a:pt x="1617206" y="2939204"/>
                    </a:cubicBezTo>
                    <a:lnTo>
                      <a:pt x="1588575" y="2925411"/>
                    </a:lnTo>
                    <a:cubicBezTo>
                      <a:pt x="1835671" y="2758142"/>
                      <a:pt x="2037335" y="2529257"/>
                      <a:pt x="2169165" y="2259549"/>
                    </a:cubicBezTo>
                    <a:close/>
                    <a:moveTo>
                      <a:pt x="797309" y="2254509"/>
                    </a:moveTo>
                    <a:cubicBezTo>
                      <a:pt x="928512" y="2525684"/>
                      <a:pt x="1129977" y="2756161"/>
                      <a:pt x="1376879" y="2925229"/>
                    </a:cubicBezTo>
                    <a:cubicBezTo>
                      <a:pt x="1367940" y="2931748"/>
                      <a:pt x="1358086" y="2936536"/>
                      <a:pt x="1348086" y="2941055"/>
                    </a:cubicBezTo>
                    <a:cubicBezTo>
                      <a:pt x="981929" y="2910776"/>
                      <a:pt x="654006" y="2746454"/>
                      <a:pt x="413461" y="2497054"/>
                    </a:cubicBezTo>
                    <a:cubicBezTo>
                      <a:pt x="528278" y="2398621"/>
                      <a:pt x="657289" y="2316447"/>
                      <a:pt x="797309" y="2254509"/>
                    </a:cubicBezTo>
                    <a:close/>
                    <a:moveTo>
                      <a:pt x="1426305" y="2108791"/>
                    </a:moveTo>
                    <a:lnTo>
                      <a:pt x="1426305" y="2824067"/>
                    </a:lnTo>
                    <a:cubicBezTo>
                      <a:pt x="1203050" y="2668305"/>
                      <a:pt x="1020431" y="2458508"/>
                      <a:pt x="899682" y="2212532"/>
                    </a:cubicBezTo>
                    <a:cubicBezTo>
                      <a:pt x="1063835" y="2148883"/>
                      <a:pt x="1241204" y="2112683"/>
                      <a:pt x="1426305" y="2108791"/>
                    </a:cubicBezTo>
                    <a:close/>
                    <a:moveTo>
                      <a:pt x="1527809" y="2108695"/>
                    </a:moveTo>
                    <a:cubicBezTo>
                      <a:pt x="1717707" y="2112557"/>
                      <a:pt x="1899494" y="2150291"/>
                      <a:pt x="2067336" y="2216559"/>
                    </a:cubicBezTo>
                    <a:cubicBezTo>
                      <a:pt x="1943936" y="2466549"/>
                      <a:pt x="1756622" y="2679032"/>
                      <a:pt x="1527809" y="2835300"/>
                    </a:cubicBezTo>
                    <a:close/>
                    <a:moveTo>
                      <a:pt x="2354776" y="1530125"/>
                    </a:moveTo>
                    <a:lnTo>
                      <a:pt x="2955077" y="1530125"/>
                    </a:lnTo>
                    <a:cubicBezTo>
                      <a:pt x="2942393" y="1866074"/>
                      <a:pt x="2817414" y="2173186"/>
                      <a:pt x="2615767" y="2414127"/>
                    </a:cubicBezTo>
                    <a:cubicBezTo>
                      <a:pt x="2496453" y="2311434"/>
                      <a:pt x="2362630" y="2225327"/>
                      <a:pt x="2217376" y="2159975"/>
                    </a:cubicBezTo>
                    <a:cubicBezTo>
                      <a:pt x="2300477" y="1965771"/>
                      <a:pt x="2348521" y="1753185"/>
                      <a:pt x="2354776" y="1530125"/>
                    </a:cubicBezTo>
                    <a:close/>
                    <a:moveTo>
                      <a:pt x="1527809" y="1530125"/>
                    </a:moveTo>
                    <a:lnTo>
                      <a:pt x="2244039" y="1530125"/>
                    </a:lnTo>
                    <a:cubicBezTo>
                      <a:pt x="2237819" y="1737690"/>
                      <a:pt x="2192963" y="1935525"/>
                      <a:pt x="2115825" y="2116496"/>
                    </a:cubicBezTo>
                    <a:cubicBezTo>
                      <a:pt x="1933189" y="2043464"/>
                      <a:pt x="1735000" y="2001899"/>
                      <a:pt x="1527809" y="1997958"/>
                    </a:cubicBezTo>
                    <a:close/>
                    <a:moveTo>
                      <a:pt x="725097" y="1530125"/>
                    </a:moveTo>
                    <a:lnTo>
                      <a:pt x="1426305" y="1530125"/>
                    </a:lnTo>
                    <a:lnTo>
                      <a:pt x="1426305" y="1998054"/>
                    </a:lnTo>
                    <a:cubicBezTo>
                      <a:pt x="1224105" y="2002029"/>
                      <a:pt x="1030504" y="2041966"/>
                      <a:pt x="851699" y="2112283"/>
                    </a:cubicBezTo>
                    <a:cubicBezTo>
                      <a:pt x="775482" y="1932518"/>
                      <a:pt x="731260" y="1736112"/>
                      <a:pt x="725097" y="1530125"/>
                    </a:cubicBezTo>
                    <a:close/>
                    <a:moveTo>
                      <a:pt x="934" y="1530125"/>
                    </a:moveTo>
                    <a:lnTo>
                      <a:pt x="614360" y="1530125"/>
                    </a:lnTo>
                    <a:cubicBezTo>
                      <a:pt x="620543" y="1751166"/>
                      <a:pt x="667772" y="1961919"/>
                      <a:pt x="749235" y="2154869"/>
                    </a:cubicBezTo>
                    <a:cubicBezTo>
                      <a:pt x="599936" y="2221117"/>
                      <a:pt x="462426" y="2308980"/>
                      <a:pt x="340129" y="2414234"/>
                    </a:cubicBezTo>
                    <a:cubicBezTo>
                      <a:pt x="138582" y="2173144"/>
                      <a:pt x="13619" y="1866051"/>
                      <a:pt x="934" y="1530125"/>
                    </a:cubicBezTo>
                    <a:close/>
                    <a:moveTo>
                      <a:pt x="883886" y="768586"/>
                    </a:moveTo>
                    <a:cubicBezTo>
                      <a:pt x="1053566" y="831753"/>
                      <a:pt x="1236128" y="867407"/>
                      <a:pt x="1426305" y="871035"/>
                    </a:cubicBezTo>
                    <a:lnTo>
                      <a:pt x="1426305" y="1428622"/>
                    </a:lnTo>
                    <a:lnTo>
                      <a:pt x="724559" y="1428622"/>
                    </a:lnTo>
                    <a:cubicBezTo>
                      <a:pt x="730221" y="1192426"/>
                      <a:pt x="785872" y="968634"/>
                      <a:pt x="883886" y="768586"/>
                    </a:cubicBezTo>
                    <a:close/>
                    <a:moveTo>
                      <a:pt x="2083288" y="764501"/>
                    </a:moveTo>
                    <a:cubicBezTo>
                      <a:pt x="2182501" y="965616"/>
                      <a:pt x="2238869" y="1190833"/>
                      <a:pt x="2244577" y="1428622"/>
                    </a:cubicBezTo>
                    <a:lnTo>
                      <a:pt x="1527809" y="1428622"/>
                    </a:lnTo>
                    <a:lnTo>
                      <a:pt x="1527809" y="871130"/>
                    </a:lnTo>
                    <a:cubicBezTo>
                      <a:pt x="1722835" y="867528"/>
                      <a:pt x="1909881" y="830382"/>
                      <a:pt x="2083288" y="764501"/>
                    </a:cubicBezTo>
                    <a:close/>
                    <a:moveTo>
                      <a:pt x="375750" y="484510"/>
                    </a:moveTo>
                    <a:cubicBezTo>
                      <a:pt x="497688" y="583858"/>
                      <a:pt x="633678" y="666438"/>
                      <a:pt x="780212" y="729142"/>
                    </a:cubicBezTo>
                    <a:cubicBezTo>
                      <a:pt x="677519" y="941475"/>
                      <a:pt x="619429" y="1178562"/>
                      <a:pt x="613822" y="1428622"/>
                    </a:cubicBezTo>
                    <a:lnTo>
                      <a:pt x="0" y="1428622"/>
                    </a:lnTo>
                    <a:cubicBezTo>
                      <a:pt x="9263" y="1065848"/>
                      <a:pt x="149371" y="735691"/>
                      <a:pt x="375750" y="484510"/>
                    </a:cubicBezTo>
                    <a:close/>
                    <a:moveTo>
                      <a:pt x="2580304" y="484479"/>
                    </a:moveTo>
                    <a:cubicBezTo>
                      <a:pt x="2806628" y="735651"/>
                      <a:pt x="2946750" y="1065827"/>
                      <a:pt x="2956013" y="1428622"/>
                    </a:cubicBezTo>
                    <a:lnTo>
                      <a:pt x="2355314" y="1428622"/>
                    </a:lnTo>
                    <a:cubicBezTo>
                      <a:pt x="2349636" y="1176504"/>
                      <a:pt x="2290630" y="937573"/>
                      <a:pt x="2186241" y="724113"/>
                    </a:cubicBezTo>
                    <a:cubicBezTo>
                      <a:pt x="2328935" y="662418"/>
                      <a:pt x="2461323" y="581449"/>
                      <a:pt x="2580304" y="484479"/>
                    </a:cubicBezTo>
                    <a:close/>
                    <a:moveTo>
                      <a:pt x="1426305" y="124032"/>
                    </a:moveTo>
                    <a:lnTo>
                      <a:pt x="1426305" y="760298"/>
                    </a:lnTo>
                    <a:cubicBezTo>
                      <a:pt x="1253727" y="756791"/>
                      <a:pt x="1087879" y="724966"/>
                      <a:pt x="933247" y="668842"/>
                    </a:cubicBezTo>
                    <a:cubicBezTo>
                      <a:pt x="1054039" y="451822"/>
                      <a:pt x="1223389" y="265609"/>
                      <a:pt x="1426305" y="124032"/>
                    </a:cubicBezTo>
                    <a:close/>
                    <a:moveTo>
                      <a:pt x="1527809" y="112799"/>
                    </a:moveTo>
                    <a:cubicBezTo>
                      <a:pt x="1736145" y="255085"/>
                      <a:pt x="1910079" y="443973"/>
                      <a:pt x="2033951" y="664748"/>
                    </a:cubicBezTo>
                    <a:cubicBezTo>
                      <a:pt x="1875578" y="723616"/>
                      <a:pt x="1705238" y="756901"/>
                      <a:pt x="1527809" y="760394"/>
                    </a:cubicBezTo>
                    <a:close/>
                    <a:moveTo>
                      <a:pt x="1632157" y="1693"/>
                    </a:moveTo>
                    <a:cubicBezTo>
                      <a:pt x="1969090" y="34839"/>
                      <a:pt x="2272411" y="181752"/>
                      <a:pt x="2502559" y="404493"/>
                    </a:cubicBezTo>
                    <a:cubicBezTo>
                      <a:pt x="2392455" y="493535"/>
                      <a:pt x="2270018" y="567692"/>
                      <a:pt x="2138287" y="624414"/>
                    </a:cubicBezTo>
                    <a:cubicBezTo>
                      <a:pt x="2004803" y="382989"/>
                      <a:pt x="1815448" y="176841"/>
                      <a:pt x="1587368" y="23269"/>
                    </a:cubicBezTo>
                    <a:close/>
                    <a:moveTo>
                      <a:pt x="1333466" y="0"/>
                    </a:moveTo>
                    <a:lnTo>
                      <a:pt x="1376468" y="23177"/>
                    </a:lnTo>
                    <a:cubicBezTo>
                      <a:pt x="1149236" y="178863"/>
                      <a:pt x="960516" y="386575"/>
                      <a:pt x="827965" y="629347"/>
                    </a:cubicBezTo>
                    <a:cubicBezTo>
                      <a:pt x="692459" y="571593"/>
                      <a:pt x="566467" y="495851"/>
                      <a:pt x="453430" y="404475"/>
                    </a:cubicBezTo>
                    <a:cubicBezTo>
                      <a:pt x="685742" y="179438"/>
                      <a:pt x="992667" y="31629"/>
                      <a:pt x="1333466"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2414" name="Google Shape;2414;p52"/>
              <p:cNvSpPr/>
              <p:nvPr/>
            </p:nvSpPr>
            <p:spPr>
              <a:xfrm flipH="1">
                <a:off x="10345251" y="2251006"/>
                <a:ext cx="441966" cy="281210"/>
              </a:xfrm>
              <a:custGeom>
                <a:rect b="b" l="l" r="r" t="t"/>
                <a:pathLst>
                  <a:path extrusionOk="0" h="2532594" w="3980365">
                    <a:moveTo>
                      <a:pt x="1988360" y="58973"/>
                    </a:moveTo>
                    <a:cubicBezTo>
                      <a:pt x="1988306" y="58975"/>
                      <a:pt x="1988252" y="58977"/>
                      <a:pt x="1988199" y="58995"/>
                    </a:cubicBezTo>
                    <a:cubicBezTo>
                      <a:pt x="1988145" y="58977"/>
                      <a:pt x="1988091" y="58975"/>
                      <a:pt x="1988037" y="58973"/>
                    </a:cubicBezTo>
                    <a:lnTo>
                      <a:pt x="1988037" y="59017"/>
                    </a:lnTo>
                    <a:cubicBezTo>
                      <a:pt x="1574406" y="74019"/>
                      <a:pt x="1375335" y="406725"/>
                      <a:pt x="1370318" y="708381"/>
                    </a:cubicBezTo>
                    <a:cubicBezTo>
                      <a:pt x="1362506" y="1089140"/>
                      <a:pt x="1497435" y="1312904"/>
                      <a:pt x="1568575" y="1407072"/>
                    </a:cubicBezTo>
                    <a:cubicBezTo>
                      <a:pt x="1631785" y="1490670"/>
                      <a:pt x="1727890" y="1649476"/>
                      <a:pt x="1617443" y="1704159"/>
                    </a:cubicBezTo>
                    <a:cubicBezTo>
                      <a:pt x="1318592" y="1846636"/>
                      <a:pt x="1062028" y="1946829"/>
                      <a:pt x="927030" y="2049664"/>
                    </a:cubicBezTo>
                    <a:cubicBezTo>
                      <a:pt x="705669" y="2234426"/>
                      <a:pt x="740656" y="2445615"/>
                      <a:pt x="754501" y="2532594"/>
                    </a:cubicBezTo>
                    <a:lnTo>
                      <a:pt x="1988199" y="2531551"/>
                    </a:lnTo>
                    <a:lnTo>
                      <a:pt x="3221896" y="2532594"/>
                    </a:lnTo>
                    <a:cubicBezTo>
                      <a:pt x="3235741" y="2445615"/>
                      <a:pt x="3270728" y="2234426"/>
                      <a:pt x="3049367" y="2049664"/>
                    </a:cubicBezTo>
                    <a:cubicBezTo>
                      <a:pt x="2914369" y="1946829"/>
                      <a:pt x="2657805" y="1846636"/>
                      <a:pt x="2358954" y="1704159"/>
                    </a:cubicBezTo>
                    <a:cubicBezTo>
                      <a:pt x="2248507" y="1649476"/>
                      <a:pt x="2344612" y="1490670"/>
                      <a:pt x="2407822" y="1407072"/>
                    </a:cubicBezTo>
                    <a:cubicBezTo>
                      <a:pt x="2478962" y="1312904"/>
                      <a:pt x="2613891" y="1089140"/>
                      <a:pt x="2606079" y="708381"/>
                    </a:cubicBezTo>
                    <a:cubicBezTo>
                      <a:pt x="2601062" y="406725"/>
                      <a:pt x="2401991" y="74019"/>
                      <a:pt x="1988360" y="59017"/>
                    </a:cubicBezTo>
                    <a:close/>
                    <a:moveTo>
                      <a:pt x="1093515" y="0"/>
                    </a:moveTo>
                    <a:cubicBezTo>
                      <a:pt x="736613" y="12826"/>
                      <a:pt x="553627" y="327881"/>
                      <a:pt x="549299" y="588096"/>
                    </a:cubicBezTo>
                    <a:cubicBezTo>
                      <a:pt x="542562" y="916461"/>
                      <a:pt x="658924" y="1109434"/>
                      <a:pt x="720275" y="1190644"/>
                    </a:cubicBezTo>
                    <a:cubicBezTo>
                      <a:pt x="774787" y="1262738"/>
                      <a:pt x="857667" y="1399692"/>
                      <a:pt x="762418" y="1446850"/>
                    </a:cubicBezTo>
                    <a:cubicBezTo>
                      <a:pt x="504691" y="1569722"/>
                      <a:pt x="283431" y="1656128"/>
                      <a:pt x="167010" y="1744812"/>
                    </a:cubicBezTo>
                    <a:cubicBezTo>
                      <a:pt x="-23891" y="1904150"/>
                      <a:pt x="672" y="2013351"/>
                      <a:pt x="1392" y="2161289"/>
                    </a:cubicBezTo>
                    <a:cubicBezTo>
                      <a:pt x="356083" y="2160989"/>
                      <a:pt x="261990" y="2166300"/>
                      <a:pt x="616681" y="2166000"/>
                    </a:cubicBezTo>
                    <a:cubicBezTo>
                      <a:pt x="794788" y="1846239"/>
                      <a:pt x="1045824" y="1778915"/>
                      <a:pt x="1453932" y="1593789"/>
                    </a:cubicBezTo>
                    <a:cubicBezTo>
                      <a:pt x="1171572" y="1115084"/>
                      <a:pt x="1046285" y="714919"/>
                      <a:pt x="1414663" y="124017"/>
                    </a:cubicBezTo>
                    <a:cubicBezTo>
                      <a:pt x="1309485" y="41539"/>
                      <a:pt x="1305280" y="26381"/>
                      <a:pt x="1093515" y="0"/>
                    </a:cubicBezTo>
                    <a:close/>
                    <a:moveTo>
                      <a:pt x="2886850" y="0"/>
                    </a:moveTo>
                    <a:cubicBezTo>
                      <a:pt x="2675085" y="26381"/>
                      <a:pt x="2670880" y="41539"/>
                      <a:pt x="2565702" y="124017"/>
                    </a:cubicBezTo>
                    <a:cubicBezTo>
                      <a:pt x="2934080" y="714919"/>
                      <a:pt x="2808793" y="1115084"/>
                      <a:pt x="2526433" y="1593789"/>
                    </a:cubicBezTo>
                    <a:cubicBezTo>
                      <a:pt x="2934542" y="1778915"/>
                      <a:pt x="3185577" y="1846239"/>
                      <a:pt x="3363685" y="2166000"/>
                    </a:cubicBezTo>
                    <a:cubicBezTo>
                      <a:pt x="3718376" y="2166300"/>
                      <a:pt x="3624282" y="2160989"/>
                      <a:pt x="3978973" y="2161289"/>
                    </a:cubicBezTo>
                    <a:cubicBezTo>
                      <a:pt x="3979693" y="2013351"/>
                      <a:pt x="4004256" y="1904150"/>
                      <a:pt x="3813355" y="1744812"/>
                    </a:cubicBezTo>
                    <a:cubicBezTo>
                      <a:pt x="3696934" y="1656128"/>
                      <a:pt x="3475674" y="1569722"/>
                      <a:pt x="3217947" y="1446850"/>
                    </a:cubicBezTo>
                    <a:cubicBezTo>
                      <a:pt x="3122698" y="1399692"/>
                      <a:pt x="3205579" y="1262738"/>
                      <a:pt x="3260090" y="1190644"/>
                    </a:cubicBezTo>
                    <a:cubicBezTo>
                      <a:pt x="3321441" y="1109434"/>
                      <a:pt x="3437803" y="916461"/>
                      <a:pt x="3431066" y="588096"/>
                    </a:cubicBezTo>
                    <a:cubicBezTo>
                      <a:pt x="3426739" y="327881"/>
                      <a:pt x="3243752" y="12826"/>
                      <a:pt x="288685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415" name="Google Shape;2415;p52"/>
              <p:cNvSpPr/>
              <p:nvPr/>
            </p:nvSpPr>
            <p:spPr>
              <a:xfrm>
                <a:off x="11003273" y="3365017"/>
                <a:ext cx="357359" cy="364685"/>
              </a:xfrm>
              <a:custGeom>
                <a:rect b="b" l="l" r="r" t="t"/>
                <a:pathLst>
                  <a:path extrusionOk="0" h="3940019" w="3860876">
                    <a:moveTo>
                      <a:pt x="3248876" y="1942264"/>
                    </a:moveTo>
                    <a:lnTo>
                      <a:pt x="3860876" y="1942264"/>
                    </a:lnTo>
                    <a:lnTo>
                      <a:pt x="3860876" y="2090815"/>
                    </a:lnTo>
                    <a:lnTo>
                      <a:pt x="3859023" y="2090815"/>
                    </a:lnTo>
                    <a:cubicBezTo>
                      <a:pt x="3817225" y="2949620"/>
                      <a:pt x="3215273" y="3679864"/>
                      <a:pt x="2378197" y="3884304"/>
                    </a:cubicBezTo>
                    <a:cubicBezTo>
                      <a:pt x="2219818" y="3922985"/>
                      <a:pt x="2060231" y="3941082"/>
                      <a:pt x="1902626" y="3939971"/>
                    </a:cubicBezTo>
                    <a:cubicBezTo>
                      <a:pt x="1286982" y="3935631"/>
                      <a:pt x="701577" y="3638194"/>
                      <a:pt x="337583" y="3128887"/>
                    </a:cubicBezTo>
                    <a:lnTo>
                      <a:pt x="30667" y="3435803"/>
                    </a:lnTo>
                    <a:lnTo>
                      <a:pt x="30667" y="2342045"/>
                    </a:lnTo>
                    <a:lnTo>
                      <a:pt x="1124425" y="2342045"/>
                    </a:lnTo>
                    <a:lnTo>
                      <a:pt x="781340" y="2685130"/>
                    </a:lnTo>
                    <a:cubicBezTo>
                      <a:pt x="1079782" y="3180935"/>
                      <a:pt x="1667379" y="3425841"/>
                      <a:pt x="2232517" y="3287817"/>
                    </a:cubicBezTo>
                    <a:cubicBezTo>
                      <a:pt x="2810639" y="3146622"/>
                      <a:pt x="3224897" y="2638979"/>
                      <a:pt x="3247291" y="2044286"/>
                    </a:cubicBezTo>
                    <a:lnTo>
                      <a:pt x="3248876" y="2044345"/>
                    </a:lnTo>
                    <a:close/>
                    <a:moveTo>
                      <a:pt x="1958249" y="48"/>
                    </a:moveTo>
                    <a:cubicBezTo>
                      <a:pt x="2573893" y="4388"/>
                      <a:pt x="3159298" y="301825"/>
                      <a:pt x="3523293" y="811132"/>
                    </a:cubicBezTo>
                    <a:lnTo>
                      <a:pt x="3830209" y="504216"/>
                    </a:lnTo>
                    <a:lnTo>
                      <a:pt x="3830209" y="1597974"/>
                    </a:lnTo>
                    <a:lnTo>
                      <a:pt x="2736450" y="1597974"/>
                    </a:lnTo>
                    <a:lnTo>
                      <a:pt x="3079535" y="1254889"/>
                    </a:lnTo>
                    <a:cubicBezTo>
                      <a:pt x="2781093" y="759084"/>
                      <a:pt x="2193496" y="514178"/>
                      <a:pt x="1628358" y="652202"/>
                    </a:cubicBezTo>
                    <a:cubicBezTo>
                      <a:pt x="1050236" y="793397"/>
                      <a:pt x="635978" y="1301040"/>
                      <a:pt x="613584" y="1895733"/>
                    </a:cubicBezTo>
                    <a:lnTo>
                      <a:pt x="612000" y="1895674"/>
                    </a:lnTo>
                    <a:lnTo>
                      <a:pt x="612000" y="1985958"/>
                    </a:lnTo>
                    <a:lnTo>
                      <a:pt x="0" y="1985958"/>
                    </a:lnTo>
                    <a:lnTo>
                      <a:pt x="0" y="1837407"/>
                    </a:lnTo>
                    <a:lnTo>
                      <a:pt x="2787" y="1837407"/>
                    </a:lnTo>
                    <a:cubicBezTo>
                      <a:pt x="49183" y="983705"/>
                      <a:pt x="649445" y="259216"/>
                      <a:pt x="1482678" y="55715"/>
                    </a:cubicBezTo>
                    <a:cubicBezTo>
                      <a:pt x="1641057" y="17034"/>
                      <a:pt x="1800644" y="-1063"/>
                      <a:pt x="1958249" y="4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416" name="Google Shape;2416;p52"/>
              <p:cNvSpPr/>
              <p:nvPr/>
            </p:nvSpPr>
            <p:spPr>
              <a:xfrm>
                <a:off x="9028038" y="5418963"/>
                <a:ext cx="353455" cy="397548"/>
              </a:xfrm>
              <a:custGeom>
                <a:rect b="b" l="l" r="r" t="t"/>
                <a:pathLst>
                  <a:path extrusionOk="0" h="3110058" w="2765122">
                    <a:moveTo>
                      <a:pt x="1376433" y="2257187"/>
                    </a:moveTo>
                    <a:lnTo>
                      <a:pt x="1145400" y="2354829"/>
                    </a:lnTo>
                    <a:lnTo>
                      <a:pt x="1036105" y="2389775"/>
                    </a:lnTo>
                    <a:lnTo>
                      <a:pt x="1040146" y="2406930"/>
                    </a:lnTo>
                    <a:cubicBezTo>
                      <a:pt x="1121535" y="2704580"/>
                      <a:pt x="1244707" y="2894301"/>
                      <a:pt x="1382560" y="2894301"/>
                    </a:cubicBezTo>
                    <a:cubicBezTo>
                      <a:pt x="1520414" y="2894301"/>
                      <a:pt x="1643585" y="2704580"/>
                      <a:pt x="1724974" y="2406930"/>
                    </a:cubicBezTo>
                    <a:lnTo>
                      <a:pt x="1726723" y="2399874"/>
                    </a:lnTo>
                    <a:lnTo>
                      <a:pt x="1605728" y="2358846"/>
                    </a:lnTo>
                    <a:close/>
                    <a:moveTo>
                      <a:pt x="1795887" y="2033026"/>
                    </a:moveTo>
                    <a:lnTo>
                      <a:pt x="1694075" y="2094586"/>
                    </a:lnTo>
                    <a:lnTo>
                      <a:pt x="1578650" y="2155153"/>
                    </a:lnTo>
                    <a:lnTo>
                      <a:pt x="1618821" y="2173994"/>
                    </a:lnTo>
                    <a:lnTo>
                      <a:pt x="1763952" y="2229138"/>
                    </a:lnTo>
                    <a:lnTo>
                      <a:pt x="1791432" y="2076334"/>
                    </a:lnTo>
                    <a:close/>
                    <a:moveTo>
                      <a:pt x="969005" y="2030800"/>
                    </a:moveTo>
                    <a:lnTo>
                      <a:pt x="973688" y="2076334"/>
                    </a:lnTo>
                    <a:lnTo>
                      <a:pt x="997942" y="2219324"/>
                    </a:lnTo>
                    <a:lnTo>
                      <a:pt x="1135534" y="2169774"/>
                    </a:lnTo>
                    <a:lnTo>
                      <a:pt x="1176026" y="2151638"/>
                    </a:lnTo>
                    <a:lnTo>
                      <a:pt x="1061678" y="2089068"/>
                    </a:lnTo>
                    <a:close/>
                    <a:moveTo>
                      <a:pt x="2270995" y="1682607"/>
                    </a:moveTo>
                    <a:lnTo>
                      <a:pt x="2193789" y="1749541"/>
                    </a:lnTo>
                    <a:cubicBezTo>
                      <a:pt x="2157450" y="1779622"/>
                      <a:pt x="2119670" y="1809519"/>
                      <a:pt x="2080535" y="1839120"/>
                    </a:cubicBezTo>
                    <a:lnTo>
                      <a:pt x="1988274" y="1905861"/>
                    </a:lnTo>
                    <a:lnTo>
                      <a:pt x="1956628" y="2160317"/>
                    </a:lnTo>
                    <a:lnTo>
                      <a:pt x="1929983" y="2282840"/>
                    </a:lnTo>
                    <a:lnTo>
                      <a:pt x="2032699" y="2311732"/>
                    </a:lnTo>
                    <a:cubicBezTo>
                      <a:pt x="2281801" y="2367725"/>
                      <a:pt x="2467430" y="2349840"/>
                      <a:pt x="2530541" y="2244806"/>
                    </a:cubicBezTo>
                    <a:cubicBezTo>
                      <a:pt x="2601541" y="2126643"/>
                      <a:pt x="2502356" y="1923350"/>
                      <a:pt x="2289139" y="1700285"/>
                    </a:cubicBezTo>
                    <a:close/>
                    <a:moveTo>
                      <a:pt x="491768" y="1666932"/>
                    </a:moveTo>
                    <a:lnTo>
                      <a:pt x="473585" y="1684439"/>
                    </a:lnTo>
                    <a:cubicBezTo>
                      <a:pt x="256508" y="1903749"/>
                      <a:pt x="153790" y="2105280"/>
                      <a:pt x="222717" y="2224664"/>
                    </a:cubicBezTo>
                    <a:cubicBezTo>
                      <a:pt x="283985" y="2330784"/>
                      <a:pt x="469273" y="2351906"/>
                      <a:pt x="719315" y="2300269"/>
                    </a:cubicBezTo>
                    <a:lnTo>
                      <a:pt x="831176" y="2270901"/>
                    </a:lnTo>
                    <a:lnTo>
                      <a:pt x="808495" y="2160317"/>
                    </a:lnTo>
                    <a:lnTo>
                      <a:pt x="776012" y="1899134"/>
                    </a:lnTo>
                    <a:lnTo>
                      <a:pt x="679735" y="1826895"/>
                    </a:lnTo>
                    <a:cubicBezTo>
                      <a:pt x="616990" y="1777691"/>
                      <a:pt x="557836" y="1727770"/>
                      <a:pt x="502637" y="1677612"/>
                    </a:cubicBezTo>
                    <a:close/>
                    <a:moveTo>
                      <a:pt x="2001099" y="1443878"/>
                    </a:moveTo>
                    <a:lnTo>
                      <a:pt x="2005588" y="1555029"/>
                    </a:lnTo>
                    <a:lnTo>
                      <a:pt x="2000712" y="1675767"/>
                    </a:lnTo>
                    <a:lnTo>
                      <a:pt x="2038461" y="1648469"/>
                    </a:lnTo>
                    <a:cubicBezTo>
                      <a:pt x="2070345" y="1623579"/>
                      <a:pt x="2101053" y="1598643"/>
                      <a:pt x="2130505" y="1573751"/>
                    </a:cubicBezTo>
                    <a:lnTo>
                      <a:pt x="2143759" y="1562074"/>
                    </a:lnTo>
                    <a:lnTo>
                      <a:pt x="2039991" y="1473050"/>
                    </a:lnTo>
                    <a:close/>
                    <a:moveTo>
                      <a:pt x="764411" y="1434288"/>
                    </a:moveTo>
                    <a:lnTo>
                      <a:pt x="726661" y="1461587"/>
                    </a:lnTo>
                    <a:cubicBezTo>
                      <a:pt x="694778" y="1486477"/>
                      <a:pt x="664070" y="1511412"/>
                      <a:pt x="634617" y="1536305"/>
                    </a:cubicBezTo>
                    <a:lnTo>
                      <a:pt x="621360" y="1547985"/>
                    </a:lnTo>
                    <a:lnTo>
                      <a:pt x="725129" y="1637009"/>
                    </a:lnTo>
                    <a:lnTo>
                      <a:pt x="764024" y="1666183"/>
                    </a:lnTo>
                    <a:lnTo>
                      <a:pt x="759534" y="1555029"/>
                    </a:lnTo>
                    <a:close/>
                    <a:moveTo>
                      <a:pt x="1386966" y="1049980"/>
                    </a:moveTo>
                    <a:lnTo>
                      <a:pt x="1160689" y="1170734"/>
                    </a:lnTo>
                    <a:lnTo>
                      <a:pt x="947211" y="1303680"/>
                    </a:lnTo>
                    <a:lnTo>
                      <a:pt x="938816" y="1555028"/>
                    </a:lnTo>
                    <a:lnTo>
                      <a:pt x="947046" y="1801432"/>
                    </a:lnTo>
                    <a:lnTo>
                      <a:pt x="1154015" y="1935392"/>
                    </a:lnTo>
                    <a:lnTo>
                      <a:pt x="1378151" y="2060078"/>
                    </a:lnTo>
                    <a:lnTo>
                      <a:pt x="1604433" y="1939321"/>
                    </a:lnTo>
                    <a:lnTo>
                      <a:pt x="1817909" y="1806377"/>
                    </a:lnTo>
                    <a:lnTo>
                      <a:pt x="1826304" y="1555028"/>
                    </a:lnTo>
                    <a:lnTo>
                      <a:pt x="1818074" y="1308628"/>
                    </a:lnTo>
                    <a:lnTo>
                      <a:pt x="1611105" y="1174667"/>
                    </a:lnTo>
                    <a:close/>
                    <a:moveTo>
                      <a:pt x="1767179" y="890733"/>
                    </a:moveTo>
                    <a:lnTo>
                      <a:pt x="1629589" y="940281"/>
                    </a:lnTo>
                    <a:lnTo>
                      <a:pt x="1589093" y="958419"/>
                    </a:lnTo>
                    <a:lnTo>
                      <a:pt x="1703444" y="1020991"/>
                    </a:lnTo>
                    <a:lnTo>
                      <a:pt x="1796116" y="1079257"/>
                    </a:lnTo>
                    <a:lnTo>
                      <a:pt x="1791432" y="1033723"/>
                    </a:lnTo>
                    <a:close/>
                    <a:moveTo>
                      <a:pt x="1001168" y="880921"/>
                    </a:moveTo>
                    <a:lnTo>
                      <a:pt x="973688" y="1033723"/>
                    </a:lnTo>
                    <a:lnTo>
                      <a:pt x="969233" y="1077033"/>
                    </a:lnTo>
                    <a:lnTo>
                      <a:pt x="1071048" y="1015472"/>
                    </a:lnTo>
                    <a:lnTo>
                      <a:pt x="1186470" y="954907"/>
                    </a:lnTo>
                    <a:lnTo>
                      <a:pt x="1146299" y="936065"/>
                    </a:lnTo>
                    <a:close/>
                    <a:moveTo>
                      <a:pt x="2296662" y="783036"/>
                    </a:moveTo>
                    <a:cubicBezTo>
                      <a:pt x="2224233" y="781291"/>
                      <a:pt x="2139574" y="790423"/>
                      <a:pt x="2045808" y="809787"/>
                    </a:cubicBezTo>
                    <a:lnTo>
                      <a:pt x="1933945" y="839155"/>
                    </a:lnTo>
                    <a:lnTo>
                      <a:pt x="1956628" y="949742"/>
                    </a:lnTo>
                    <a:lnTo>
                      <a:pt x="1989111" y="1210925"/>
                    </a:lnTo>
                    <a:lnTo>
                      <a:pt x="2085387" y="1283163"/>
                    </a:lnTo>
                    <a:cubicBezTo>
                      <a:pt x="2148132" y="1332368"/>
                      <a:pt x="2207286" y="1382289"/>
                      <a:pt x="2262485" y="1432446"/>
                    </a:cubicBezTo>
                    <a:lnTo>
                      <a:pt x="2273353" y="1443125"/>
                    </a:lnTo>
                    <a:lnTo>
                      <a:pt x="2291537" y="1425616"/>
                    </a:lnTo>
                    <a:cubicBezTo>
                      <a:pt x="2508615" y="1206306"/>
                      <a:pt x="2611333" y="1004776"/>
                      <a:pt x="2542406" y="885391"/>
                    </a:cubicBezTo>
                    <a:cubicBezTo>
                      <a:pt x="2504113" y="819067"/>
                      <a:pt x="2417375" y="785944"/>
                      <a:pt x="2296662" y="783036"/>
                    </a:cubicBezTo>
                    <a:close/>
                    <a:moveTo>
                      <a:pt x="482072" y="767202"/>
                    </a:moveTo>
                    <a:cubicBezTo>
                      <a:pt x="361326" y="768003"/>
                      <a:pt x="274023" y="799606"/>
                      <a:pt x="234579" y="865253"/>
                    </a:cubicBezTo>
                    <a:cubicBezTo>
                      <a:pt x="163579" y="983417"/>
                      <a:pt x="262764" y="1186709"/>
                      <a:pt x="475981" y="1409774"/>
                    </a:cubicBezTo>
                    <a:lnTo>
                      <a:pt x="494126" y="1427453"/>
                    </a:lnTo>
                    <a:lnTo>
                      <a:pt x="571333" y="1360517"/>
                    </a:lnTo>
                    <a:cubicBezTo>
                      <a:pt x="607672" y="1330436"/>
                      <a:pt x="645452" y="1300540"/>
                      <a:pt x="684587" y="1270938"/>
                    </a:cubicBezTo>
                    <a:lnTo>
                      <a:pt x="776848" y="1204197"/>
                    </a:lnTo>
                    <a:lnTo>
                      <a:pt x="808495" y="949742"/>
                    </a:lnTo>
                    <a:lnTo>
                      <a:pt x="835139" y="827220"/>
                    </a:lnTo>
                    <a:lnTo>
                      <a:pt x="732420" y="798327"/>
                    </a:lnTo>
                    <a:cubicBezTo>
                      <a:pt x="639007" y="777329"/>
                      <a:pt x="554520" y="766721"/>
                      <a:pt x="482072" y="767202"/>
                    </a:cubicBezTo>
                    <a:close/>
                    <a:moveTo>
                      <a:pt x="1382560" y="215755"/>
                    </a:moveTo>
                    <a:cubicBezTo>
                      <a:pt x="1244707" y="215755"/>
                      <a:pt x="1121535" y="405476"/>
                      <a:pt x="1040146" y="703126"/>
                    </a:cubicBezTo>
                    <a:lnTo>
                      <a:pt x="1038397" y="710184"/>
                    </a:lnTo>
                    <a:lnTo>
                      <a:pt x="1159394" y="751212"/>
                    </a:lnTo>
                    <a:lnTo>
                      <a:pt x="1388689" y="852872"/>
                    </a:lnTo>
                    <a:lnTo>
                      <a:pt x="1619722" y="755229"/>
                    </a:lnTo>
                    <a:lnTo>
                      <a:pt x="1729016" y="720284"/>
                    </a:lnTo>
                    <a:lnTo>
                      <a:pt x="1724974" y="703126"/>
                    </a:lnTo>
                    <a:cubicBezTo>
                      <a:pt x="1643585" y="405476"/>
                      <a:pt x="1520414" y="215755"/>
                      <a:pt x="1382560" y="215755"/>
                    </a:cubicBezTo>
                    <a:close/>
                    <a:moveTo>
                      <a:pt x="1382561" y="0"/>
                    </a:moveTo>
                    <a:cubicBezTo>
                      <a:pt x="1576111" y="0"/>
                      <a:pt x="1749046" y="220285"/>
                      <a:pt x="1863319" y="565886"/>
                    </a:cubicBezTo>
                    <a:lnTo>
                      <a:pt x="1892754" y="669221"/>
                    </a:lnTo>
                    <a:lnTo>
                      <a:pt x="1998805" y="644109"/>
                    </a:lnTo>
                    <a:cubicBezTo>
                      <a:pt x="2355240" y="570272"/>
                      <a:pt x="2632481" y="609896"/>
                      <a:pt x="2729256" y="777515"/>
                    </a:cubicBezTo>
                    <a:cubicBezTo>
                      <a:pt x="2826030" y="945133"/>
                      <a:pt x="2721726" y="1205043"/>
                      <a:pt x="2479563" y="1476806"/>
                    </a:cubicBezTo>
                    <a:lnTo>
                      <a:pt x="2396868" y="1564493"/>
                    </a:lnTo>
                    <a:lnTo>
                      <a:pt x="2415853" y="1583149"/>
                    </a:lnTo>
                    <a:cubicBezTo>
                      <a:pt x="2697403" y="1884053"/>
                      <a:pt x="2823474" y="2176199"/>
                      <a:pt x="2715481" y="2355928"/>
                    </a:cubicBezTo>
                    <a:cubicBezTo>
                      <a:pt x="2615796" y="2521833"/>
                      <a:pt x="2337906" y="2556612"/>
                      <a:pt x="1982813" y="2476565"/>
                    </a:cubicBezTo>
                    <a:lnTo>
                      <a:pt x="1890625" y="2453030"/>
                    </a:lnTo>
                    <a:lnTo>
                      <a:pt x="1863319" y="2544172"/>
                    </a:lnTo>
                    <a:cubicBezTo>
                      <a:pt x="1749047" y="2889773"/>
                      <a:pt x="1576111" y="3110058"/>
                      <a:pt x="1382561" y="3110058"/>
                    </a:cubicBezTo>
                    <a:cubicBezTo>
                      <a:pt x="1189012" y="3110058"/>
                      <a:pt x="1016076" y="2889773"/>
                      <a:pt x="901803" y="2544172"/>
                    </a:cubicBezTo>
                    <a:lnTo>
                      <a:pt x="872368" y="2440837"/>
                    </a:lnTo>
                    <a:lnTo>
                      <a:pt x="766317" y="2465949"/>
                    </a:lnTo>
                    <a:cubicBezTo>
                      <a:pt x="409882" y="2539787"/>
                      <a:pt x="132641" y="2500163"/>
                      <a:pt x="35866" y="2332544"/>
                    </a:cubicBezTo>
                    <a:cubicBezTo>
                      <a:pt x="-60908" y="2164925"/>
                      <a:pt x="43396" y="1905015"/>
                      <a:pt x="285559" y="1633252"/>
                    </a:cubicBezTo>
                    <a:lnTo>
                      <a:pt x="368254" y="1545565"/>
                    </a:lnTo>
                    <a:lnTo>
                      <a:pt x="349269" y="1526910"/>
                    </a:lnTo>
                    <a:cubicBezTo>
                      <a:pt x="67719" y="1226005"/>
                      <a:pt x="-58351" y="933860"/>
                      <a:pt x="49641" y="754130"/>
                    </a:cubicBezTo>
                    <a:cubicBezTo>
                      <a:pt x="149326" y="588226"/>
                      <a:pt x="427216" y="553446"/>
                      <a:pt x="782309" y="633493"/>
                    </a:cubicBezTo>
                    <a:lnTo>
                      <a:pt x="874497" y="657029"/>
                    </a:lnTo>
                    <a:lnTo>
                      <a:pt x="901803" y="565886"/>
                    </a:lnTo>
                    <a:cubicBezTo>
                      <a:pt x="1016076" y="220285"/>
                      <a:pt x="1189012" y="0"/>
                      <a:pt x="138256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2417" name="Google Shape;2417;p52"/>
              <p:cNvSpPr/>
              <p:nvPr/>
            </p:nvSpPr>
            <p:spPr>
              <a:xfrm>
                <a:off x="7496004" y="3682990"/>
                <a:ext cx="320490" cy="269438"/>
              </a:xfrm>
              <a:custGeom>
                <a:rect b="b" l="l" r="r" t="t"/>
                <a:pathLst>
                  <a:path extrusionOk="0" h="3350285" w="3985089">
                    <a:moveTo>
                      <a:pt x="1489879" y="1687056"/>
                    </a:moveTo>
                    <a:cubicBezTo>
                      <a:pt x="1413602" y="1687056"/>
                      <a:pt x="1351768" y="1748890"/>
                      <a:pt x="1351768" y="1825167"/>
                    </a:cubicBezTo>
                    <a:lnTo>
                      <a:pt x="1351768" y="1828965"/>
                    </a:lnTo>
                    <a:cubicBezTo>
                      <a:pt x="1351768" y="1905242"/>
                      <a:pt x="1413602" y="1967076"/>
                      <a:pt x="1489879" y="1967076"/>
                    </a:cubicBezTo>
                    <a:lnTo>
                      <a:pt x="1717713" y="1967076"/>
                    </a:lnTo>
                    <a:cubicBezTo>
                      <a:pt x="1793990" y="1967076"/>
                      <a:pt x="1855824" y="1905242"/>
                      <a:pt x="1855824" y="1828965"/>
                    </a:cubicBezTo>
                    <a:lnTo>
                      <a:pt x="1855824" y="1825167"/>
                    </a:lnTo>
                    <a:cubicBezTo>
                      <a:pt x="1855824" y="1748890"/>
                      <a:pt x="1793990" y="1687056"/>
                      <a:pt x="1717713" y="1687056"/>
                    </a:cubicBezTo>
                    <a:close/>
                    <a:moveTo>
                      <a:pt x="2281462" y="1675141"/>
                    </a:moveTo>
                    <a:cubicBezTo>
                      <a:pt x="2205185" y="1675141"/>
                      <a:pt x="2143351" y="1736975"/>
                      <a:pt x="2143351" y="1813252"/>
                    </a:cubicBezTo>
                    <a:lnTo>
                      <a:pt x="2143351" y="1817050"/>
                    </a:lnTo>
                    <a:cubicBezTo>
                      <a:pt x="2143351" y="1893327"/>
                      <a:pt x="2205185" y="1955161"/>
                      <a:pt x="2281462" y="1955161"/>
                    </a:cubicBezTo>
                    <a:lnTo>
                      <a:pt x="2509296" y="1955161"/>
                    </a:lnTo>
                    <a:cubicBezTo>
                      <a:pt x="2585573" y="1955161"/>
                      <a:pt x="2647407" y="1893327"/>
                      <a:pt x="2647407" y="1817050"/>
                    </a:cubicBezTo>
                    <a:lnTo>
                      <a:pt x="2647407" y="1813252"/>
                    </a:lnTo>
                    <a:cubicBezTo>
                      <a:pt x="2647407" y="1736975"/>
                      <a:pt x="2585573" y="1675141"/>
                      <a:pt x="2509296" y="1675141"/>
                    </a:cubicBezTo>
                    <a:close/>
                    <a:moveTo>
                      <a:pt x="2837535" y="1159396"/>
                    </a:moveTo>
                    <a:cubicBezTo>
                      <a:pt x="2731595" y="1159396"/>
                      <a:pt x="2645713" y="1245278"/>
                      <a:pt x="2645713" y="1351218"/>
                    </a:cubicBezTo>
                    <a:cubicBezTo>
                      <a:pt x="2645713" y="1457158"/>
                      <a:pt x="2731595" y="1543040"/>
                      <a:pt x="2837535" y="1543040"/>
                    </a:cubicBezTo>
                    <a:cubicBezTo>
                      <a:pt x="2943475" y="1543040"/>
                      <a:pt x="3029357" y="1457158"/>
                      <a:pt x="3029357" y="1351218"/>
                    </a:cubicBezTo>
                    <a:cubicBezTo>
                      <a:pt x="3029357" y="1245278"/>
                      <a:pt x="2943475" y="1159396"/>
                      <a:pt x="2837535" y="1159396"/>
                    </a:cubicBezTo>
                    <a:close/>
                    <a:moveTo>
                      <a:pt x="3235655" y="750352"/>
                    </a:moveTo>
                    <a:cubicBezTo>
                      <a:pt x="3129715" y="750352"/>
                      <a:pt x="3043833" y="836234"/>
                      <a:pt x="3043833" y="942174"/>
                    </a:cubicBezTo>
                    <a:cubicBezTo>
                      <a:pt x="3043833" y="1048114"/>
                      <a:pt x="3129715" y="1133996"/>
                      <a:pt x="3235655" y="1133996"/>
                    </a:cubicBezTo>
                    <a:cubicBezTo>
                      <a:pt x="3341595" y="1133996"/>
                      <a:pt x="3427477" y="1048114"/>
                      <a:pt x="3427477" y="942174"/>
                    </a:cubicBezTo>
                    <a:cubicBezTo>
                      <a:pt x="3427477" y="836234"/>
                      <a:pt x="3341595" y="750352"/>
                      <a:pt x="3235655" y="750352"/>
                    </a:cubicBezTo>
                    <a:close/>
                    <a:moveTo>
                      <a:pt x="2455585" y="750352"/>
                    </a:moveTo>
                    <a:cubicBezTo>
                      <a:pt x="2349645" y="750352"/>
                      <a:pt x="2263763" y="836234"/>
                      <a:pt x="2263763" y="942174"/>
                    </a:cubicBezTo>
                    <a:cubicBezTo>
                      <a:pt x="2263763" y="1048114"/>
                      <a:pt x="2349645" y="1133996"/>
                      <a:pt x="2455585" y="1133996"/>
                    </a:cubicBezTo>
                    <a:cubicBezTo>
                      <a:pt x="2561525" y="1133996"/>
                      <a:pt x="2647407" y="1048114"/>
                      <a:pt x="2647407" y="942174"/>
                    </a:cubicBezTo>
                    <a:cubicBezTo>
                      <a:pt x="2647407" y="836234"/>
                      <a:pt x="2561525" y="750352"/>
                      <a:pt x="2455585" y="750352"/>
                    </a:cubicBezTo>
                    <a:close/>
                    <a:moveTo>
                      <a:pt x="941776" y="640989"/>
                    </a:moveTo>
                    <a:lnTo>
                      <a:pt x="1181794" y="640989"/>
                    </a:lnTo>
                    <a:lnTo>
                      <a:pt x="1181794" y="881020"/>
                    </a:lnTo>
                    <a:lnTo>
                      <a:pt x="1421825" y="881020"/>
                    </a:lnTo>
                    <a:lnTo>
                      <a:pt x="1421825" y="1121038"/>
                    </a:lnTo>
                    <a:lnTo>
                      <a:pt x="1181794" y="1121038"/>
                    </a:lnTo>
                    <a:lnTo>
                      <a:pt x="1181794" y="1361069"/>
                    </a:lnTo>
                    <a:lnTo>
                      <a:pt x="941776" y="1361069"/>
                    </a:lnTo>
                    <a:lnTo>
                      <a:pt x="941776" y="1121038"/>
                    </a:lnTo>
                    <a:lnTo>
                      <a:pt x="701745" y="1121038"/>
                    </a:lnTo>
                    <a:lnTo>
                      <a:pt x="701745" y="881020"/>
                    </a:lnTo>
                    <a:lnTo>
                      <a:pt x="941776" y="881020"/>
                    </a:lnTo>
                    <a:close/>
                    <a:moveTo>
                      <a:pt x="1061785" y="459017"/>
                    </a:moveTo>
                    <a:cubicBezTo>
                      <a:pt x="762440" y="459017"/>
                      <a:pt x="519773" y="701684"/>
                      <a:pt x="519773" y="1001029"/>
                    </a:cubicBezTo>
                    <a:cubicBezTo>
                      <a:pt x="519773" y="1300374"/>
                      <a:pt x="762440" y="1543041"/>
                      <a:pt x="1061785" y="1543041"/>
                    </a:cubicBezTo>
                    <a:cubicBezTo>
                      <a:pt x="1361130" y="1543041"/>
                      <a:pt x="1603797" y="1300374"/>
                      <a:pt x="1603797" y="1001029"/>
                    </a:cubicBezTo>
                    <a:cubicBezTo>
                      <a:pt x="1603797" y="701684"/>
                      <a:pt x="1361130" y="459017"/>
                      <a:pt x="1061785" y="459017"/>
                    </a:cubicBezTo>
                    <a:close/>
                    <a:moveTo>
                      <a:pt x="2837535" y="359296"/>
                    </a:moveTo>
                    <a:cubicBezTo>
                      <a:pt x="2731595" y="359296"/>
                      <a:pt x="2645713" y="445178"/>
                      <a:pt x="2645713" y="551118"/>
                    </a:cubicBezTo>
                    <a:cubicBezTo>
                      <a:pt x="2645713" y="657058"/>
                      <a:pt x="2731595" y="742940"/>
                      <a:pt x="2837535" y="742940"/>
                    </a:cubicBezTo>
                    <a:cubicBezTo>
                      <a:pt x="2943475" y="742940"/>
                      <a:pt x="3029357" y="657058"/>
                      <a:pt x="3029357" y="551118"/>
                    </a:cubicBezTo>
                    <a:cubicBezTo>
                      <a:pt x="3029357" y="445178"/>
                      <a:pt x="2943475" y="359296"/>
                      <a:pt x="2837535" y="359296"/>
                    </a:cubicBezTo>
                    <a:close/>
                    <a:moveTo>
                      <a:pt x="927799" y="0"/>
                    </a:moveTo>
                    <a:lnTo>
                      <a:pt x="2978398" y="0"/>
                    </a:lnTo>
                    <a:cubicBezTo>
                      <a:pt x="3447374" y="0"/>
                      <a:pt x="3902811" y="418280"/>
                      <a:pt x="3926614" y="887256"/>
                    </a:cubicBezTo>
                    <a:cubicBezTo>
                      <a:pt x="4011721" y="1784310"/>
                      <a:pt x="4065643" y="3326870"/>
                      <a:pt x="3630620" y="3349891"/>
                    </a:cubicBezTo>
                    <a:cubicBezTo>
                      <a:pt x="3101375" y="3362701"/>
                      <a:pt x="2778421" y="2566209"/>
                      <a:pt x="2352321" y="2174369"/>
                    </a:cubicBezTo>
                    <a:lnTo>
                      <a:pt x="1572952" y="2174369"/>
                    </a:lnTo>
                    <a:cubicBezTo>
                      <a:pt x="1161652" y="2566210"/>
                      <a:pt x="901104" y="3370635"/>
                      <a:pt x="339051" y="3349892"/>
                    </a:cubicBezTo>
                    <a:cubicBezTo>
                      <a:pt x="-171518" y="3349299"/>
                      <a:pt x="45251" y="1463012"/>
                      <a:pt x="48163" y="849156"/>
                    </a:cubicBezTo>
                    <a:cubicBezTo>
                      <a:pt x="48163" y="380180"/>
                      <a:pt x="458823" y="0"/>
                      <a:pt x="927799"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418" name="Google Shape;2418;p52"/>
              <p:cNvSpPr/>
              <p:nvPr/>
            </p:nvSpPr>
            <p:spPr>
              <a:xfrm>
                <a:off x="7501595" y="3961380"/>
                <a:ext cx="348693" cy="269437"/>
              </a:xfrm>
              <a:custGeom>
                <a:rect b="b" l="l" r="r" t="t"/>
                <a:pathLst>
                  <a:path extrusionOk="0" h="3051548" w="3949160">
                    <a:moveTo>
                      <a:pt x="2339911" y="638678"/>
                    </a:moveTo>
                    <a:cubicBezTo>
                      <a:pt x="3228675" y="638678"/>
                      <a:pt x="3949160" y="1138384"/>
                      <a:pt x="3949160" y="1754802"/>
                    </a:cubicBezTo>
                    <a:cubicBezTo>
                      <a:pt x="3949160" y="2075792"/>
                      <a:pt x="3753790" y="2365135"/>
                      <a:pt x="3440317" y="2567662"/>
                    </a:cubicBezTo>
                    <a:lnTo>
                      <a:pt x="3655878" y="3051548"/>
                    </a:lnTo>
                    <a:lnTo>
                      <a:pt x="2882697" y="2804439"/>
                    </a:lnTo>
                    <a:cubicBezTo>
                      <a:pt x="2713357" y="2847946"/>
                      <a:pt x="2530504" y="2870926"/>
                      <a:pt x="2339911" y="2870926"/>
                    </a:cubicBezTo>
                    <a:cubicBezTo>
                      <a:pt x="1451147" y="2870926"/>
                      <a:pt x="730662" y="2371220"/>
                      <a:pt x="730662" y="1754802"/>
                    </a:cubicBezTo>
                    <a:cubicBezTo>
                      <a:pt x="730662" y="1138384"/>
                      <a:pt x="1451147" y="638678"/>
                      <a:pt x="2339911" y="638678"/>
                    </a:cubicBezTo>
                    <a:close/>
                    <a:moveTo>
                      <a:pt x="1609249" y="0"/>
                    </a:moveTo>
                    <a:cubicBezTo>
                      <a:pt x="2214487" y="0"/>
                      <a:pt x="2741687" y="231736"/>
                      <a:pt x="3015976" y="574644"/>
                    </a:cubicBezTo>
                    <a:cubicBezTo>
                      <a:pt x="2789246" y="488504"/>
                      <a:pt x="2533611" y="440957"/>
                      <a:pt x="2263344" y="440957"/>
                    </a:cubicBezTo>
                    <a:cubicBezTo>
                      <a:pt x="1318096" y="440957"/>
                      <a:pt x="551821" y="1022559"/>
                      <a:pt x="551821" y="1740001"/>
                    </a:cubicBezTo>
                    <a:cubicBezTo>
                      <a:pt x="551821" y="1819940"/>
                      <a:pt x="561334" y="1898193"/>
                      <a:pt x="580963" y="1973803"/>
                    </a:cubicBezTo>
                    <a:cubicBezTo>
                      <a:pt x="578579" y="1972737"/>
                      <a:pt x="677277" y="2155498"/>
                      <a:pt x="675039" y="2154187"/>
                    </a:cubicBezTo>
                    <a:lnTo>
                      <a:pt x="502119" y="2089690"/>
                    </a:lnTo>
                    <a:lnTo>
                      <a:pt x="213774" y="2502637"/>
                    </a:lnTo>
                    <a:cubicBezTo>
                      <a:pt x="162937" y="2145510"/>
                      <a:pt x="82414" y="1758692"/>
                      <a:pt x="31577" y="1383752"/>
                    </a:cubicBezTo>
                    <a:cubicBezTo>
                      <a:pt x="6733" y="1307252"/>
                      <a:pt x="0" y="1197870"/>
                      <a:pt x="0" y="1116124"/>
                    </a:cubicBezTo>
                    <a:cubicBezTo>
                      <a:pt x="0" y="499706"/>
                      <a:pt x="720485" y="0"/>
                      <a:pt x="1609249"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419" name="Google Shape;2419;p52"/>
              <p:cNvSpPr/>
              <p:nvPr/>
            </p:nvSpPr>
            <p:spPr>
              <a:xfrm rot="10800000">
                <a:off x="7556822" y="3332187"/>
                <a:ext cx="299221" cy="322665"/>
              </a:xfrm>
              <a:custGeom>
                <a:rect b="b" l="l" r="r" t="t"/>
                <a:pathLst>
                  <a:path extrusionOk="0" h="3963955" w="3672275">
                    <a:moveTo>
                      <a:pt x="984766" y="3417555"/>
                    </a:moveTo>
                    <a:cubicBezTo>
                      <a:pt x="932254" y="3417555"/>
                      <a:pt x="882982" y="3403623"/>
                      <a:pt x="841068" y="3378104"/>
                    </a:cubicBezTo>
                    <a:lnTo>
                      <a:pt x="840676" y="3378710"/>
                    </a:lnTo>
                    <a:lnTo>
                      <a:pt x="835545" y="3375094"/>
                    </a:lnTo>
                    <a:cubicBezTo>
                      <a:pt x="823791" y="3369308"/>
                      <a:pt x="813094" y="3361844"/>
                      <a:pt x="803763" y="3352697"/>
                    </a:cubicBezTo>
                    <a:cubicBezTo>
                      <a:pt x="147868" y="2908007"/>
                      <a:pt x="-148746" y="2089941"/>
                      <a:pt x="72539" y="1325492"/>
                    </a:cubicBezTo>
                    <a:cubicBezTo>
                      <a:pt x="298018" y="546553"/>
                      <a:pt x="1007805" y="7791"/>
                      <a:pt x="1818686" y="83"/>
                    </a:cubicBezTo>
                    <a:cubicBezTo>
                      <a:pt x="2629567" y="-7624"/>
                      <a:pt x="3349467" y="517549"/>
                      <a:pt x="3589711" y="1292061"/>
                    </a:cubicBezTo>
                    <a:cubicBezTo>
                      <a:pt x="3828334" y="2061344"/>
                      <a:pt x="3537615" y="2895621"/>
                      <a:pt x="2873980" y="3349798"/>
                    </a:cubicBezTo>
                    <a:cubicBezTo>
                      <a:pt x="2824845" y="3391084"/>
                      <a:pt x="2761401" y="3415171"/>
                      <a:pt x="2692355" y="3415171"/>
                    </a:cubicBezTo>
                    <a:cubicBezTo>
                      <a:pt x="2531252" y="3415171"/>
                      <a:pt x="2400652" y="3284038"/>
                      <a:pt x="2400652" y="3122277"/>
                    </a:cubicBezTo>
                    <a:cubicBezTo>
                      <a:pt x="2400652" y="3018609"/>
                      <a:pt x="2454292" y="2927520"/>
                      <a:pt x="2535552" y="2875976"/>
                    </a:cubicBezTo>
                    <a:lnTo>
                      <a:pt x="2534959" y="2875094"/>
                    </a:lnTo>
                    <a:cubicBezTo>
                      <a:pt x="2993902" y="2566441"/>
                      <a:pt x="3196002" y="1993261"/>
                      <a:pt x="3032146" y="1465012"/>
                    </a:cubicBezTo>
                    <a:cubicBezTo>
                      <a:pt x="2868290" y="936764"/>
                      <a:pt x="2377289" y="578575"/>
                      <a:pt x="1824236" y="583831"/>
                    </a:cubicBezTo>
                    <a:cubicBezTo>
                      <a:pt x="1271183" y="589088"/>
                      <a:pt x="787080" y="956545"/>
                      <a:pt x="633294" y="1487812"/>
                    </a:cubicBezTo>
                    <a:cubicBezTo>
                      <a:pt x="479508" y="2019079"/>
                      <a:pt x="692467" y="2588315"/>
                      <a:pt x="1157194" y="2888188"/>
                    </a:cubicBezTo>
                    <a:lnTo>
                      <a:pt x="1156634" y="2889057"/>
                    </a:lnTo>
                    <a:cubicBezTo>
                      <a:pt x="1229500" y="2941659"/>
                      <a:pt x="1276469" y="3027652"/>
                      <a:pt x="1276469" y="3124661"/>
                    </a:cubicBezTo>
                    <a:cubicBezTo>
                      <a:pt x="1276469" y="3286422"/>
                      <a:pt x="1145869" y="3417555"/>
                      <a:pt x="984766" y="3417555"/>
                    </a:cubicBezTo>
                    <a:close/>
                    <a:moveTo>
                      <a:pt x="1836138" y="3963955"/>
                    </a:moveTo>
                    <a:cubicBezTo>
                      <a:pt x="1677062" y="3963955"/>
                      <a:pt x="1548106" y="3834999"/>
                      <a:pt x="1548106" y="3675923"/>
                    </a:cubicBezTo>
                    <a:lnTo>
                      <a:pt x="1548106" y="1958036"/>
                    </a:lnTo>
                    <a:cubicBezTo>
                      <a:pt x="1548106" y="1798960"/>
                      <a:pt x="1677062" y="1670004"/>
                      <a:pt x="1836138" y="1670004"/>
                    </a:cubicBezTo>
                    <a:cubicBezTo>
                      <a:pt x="1995214" y="1670004"/>
                      <a:pt x="2124170" y="1798960"/>
                      <a:pt x="2124170" y="1958036"/>
                    </a:cubicBezTo>
                    <a:lnTo>
                      <a:pt x="2124170" y="3675923"/>
                    </a:lnTo>
                    <a:cubicBezTo>
                      <a:pt x="2124170" y="3834999"/>
                      <a:pt x="1995214" y="3963955"/>
                      <a:pt x="1836138" y="396395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420" name="Google Shape;2420;p52"/>
              <p:cNvSpPr/>
              <p:nvPr/>
            </p:nvSpPr>
            <p:spPr>
              <a:xfrm>
                <a:off x="8516432" y="2099615"/>
                <a:ext cx="296548" cy="296548"/>
              </a:xfrm>
              <a:custGeom>
                <a:rect b="b" l="l" r="r" t="t"/>
                <a:pathLst>
                  <a:path extrusionOk="0" h="3960000" w="3960440">
                    <a:moveTo>
                      <a:pt x="1588743" y="1414211"/>
                    </a:moveTo>
                    <a:cubicBezTo>
                      <a:pt x="1540407" y="1411706"/>
                      <a:pt x="1506842" y="1440258"/>
                      <a:pt x="1506842" y="1478573"/>
                    </a:cubicBezTo>
                    <a:lnTo>
                      <a:pt x="1506842" y="2462752"/>
                    </a:lnTo>
                    <a:cubicBezTo>
                      <a:pt x="1506842" y="2484086"/>
                      <a:pt x="1516471" y="2503171"/>
                      <a:pt x="1532201" y="2515206"/>
                    </a:cubicBezTo>
                    <a:cubicBezTo>
                      <a:pt x="1552351" y="2541621"/>
                      <a:pt x="1589483" y="2548946"/>
                      <a:pt x="1619199" y="2531790"/>
                    </a:cubicBezTo>
                    <a:lnTo>
                      <a:pt x="2471524" y="2039700"/>
                    </a:lnTo>
                    <a:cubicBezTo>
                      <a:pt x="2509339" y="2017643"/>
                      <a:pt x="2509577" y="1945490"/>
                      <a:pt x="2464719" y="1913406"/>
                    </a:cubicBezTo>
                    <a:cubicBezTo>
                      <a:pt x="2315501" y="1808322"/>
                      <a:pt x="1748389" y="1486683"/>
                      <a:pt x="1588743" y="1414211"/>
                    </a:cubicBezTo>
                    <a:close/>
                    <a:moveTo>
                      <a:pt x="1982320" y="904379"/>
                    </a:moveTo>
                    <a:cubicBezTo>
                      <a:pt x="2575020" y="904379"/>
                      <a:pt x="3055498" y="1384857"/>
                      <a:pt x="3055498" y="1977557"/>
                    </a:cubicBezTo>
                    <a:cubicBezTo>
                      <a:pt x="3055498" y="2570257"/>
                      <a:pt x="2575020" y="3050735"/>
                      <a:pt x="1982320" y="3050735"/>
                    </a:cubicBezTo>
                    <a:cubicBezTo>
                      <a:pt x="1389620" y="3050735"/>
                      <a:pt x="909142" y="2570257"/>
                      <a:pt x="909142" y="1977557"/>
                    </a:cubicBezTo>
                    <a:cubicBezTo>
                      <a:pt x="909142" y="1384857"/>
                      <a:pt x="1389620" y="904379"/>
                      <a:pt x="1982320" y="904379"/>
                    </a:cubicBezTo>
                    <a:close/>
                    <a:moveTo>
                      <a:pt x="1982320" y="537397"/>
                    </a:moveTo>
                    <a:cubicBezTo>
                      <a:pt x="1186942" y="537397"/>
                      <a:pt x="542160" y="1182179"/>
                      <a:pt x="542160" y="1977557"/>
                    </a:cubicBezTo>
                    <a:cubicBezTo>
                      <a:pt x="542160" y="2772935"/>
                      <a:pt x="1186942" y="3417717"/>
                      <a:pt x="1982320" y="3417717"/>
                    </a:cubicBezTo>
                    <a:cubicBezTo>
                      <a:pt x="2777698" y="3417717"/>
                      <a:pt x="3422480" y="2772935"/>
                      <a:pt x="3422480" y="1977557"/>
                    </a:cubicBezTo>
                    <a:cubicBezTo>
                      <a:pt x="3422480" y="1182179"/>
                      <a:pt x="2777698" y="537397"/>
                      <a:pt x="1982320" y="537397"/>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421" name="Google Shape;2421;p52"/>
              <p:cNvSpPr/>
              <p:nvPr/>
            </p:nvSpPr>
            <p:spPr>
              <a:xfrm flipH="1">
                <a:off x="7608791" y="4297323"/>
                <a:ext cx="336694" cy="323742"/>
              </a:xfrm>
              <a:custGeom>
                <a:rect b="b" l="l" r="r" t="t"/>
                <a:pathLst>
                  <a:path extrusionOk="0" h="3817544" w="3948393">
                    <a:moveTo>
                      <a:pt x="1888045" y="2370407"/>
                    </a:moveTo>
                    <a:lnTo>
                      <a:pt x="1180379" y="2998560"/>
                    </a:lnTo>
                    <a:lnTo>
                      <a:pt x="695350" y="2712314"/>
                    </a:lnTo>
                    <a:lnTo>
                      <a:pt x="703301" y="3014463"/>
                    </a:lnTo>
                    <a:lnTo>
                      <a:pt x="1888044" y="3817544"/>
                    </a:lnTo>
                    <a:cubicBezTo>
                      <a:pt x="1885393" y="3356368"/>
                      <a:pt x="1874793" y="2911096"/>
                      <a:pt x="1888045" y="2370407"/>
                    </a:cubicBezTo>
                    <a:close/>
                    <a:moveTo>
                      <a:pt x="2059390" y="2370407"/>
                    </a:moveTo>
                    <a:cubicBezTo>
                      <a:pt x="2072642" y="2911096"/>
                      <a:pt x="2062042" y="3356368"/>
                      <a:pt x="2059391" y="3817544"/>
                    </a:cubicBezTo>
                    <a:lnTo>
                      <a:pt x="3244134" y="3014463"/>
                    </a:lnTo>
                    <a:lnTo>
                      <a:pt x="3252085" y="2712314"/>
                    </a:lnTo>
                    <a:lnTo>
                      <a:pt x="2767056" y="2998560"/>
                    </a:lnTo>
                    <a:close/>
                    <a:moveTo>
                      <a:pt x="733907" y="1451867"/>
                    </a:moveTo>
                    <a:lnTo>
                      <a:pt x="0" y="2113471"/>
                    </a:lnTo>
                    <a:lnTo>
                      <a:pt x="1170450" y="2848461"/>
                    </a:lnTo>
                    <a:lnTo>
                      <a:pt x="1919327" y="2170968"/>
                    </a:lnTo>
                    <a:close/>
                    <a:moveTo>
                      <a:pt x="3206900" y="1451867"/>
                    </a:moveTo>
                    <a:lnTo>
                      <a:pt x="2021479" y="2170968"/>
                    </a:lnTo>
                    <a:lnTo>
                      <a:pt x="2770356" y="2848461"/>
                    </a:lnTo>
                    <a:lnTo>
                      <a:pt x="3940806" y="2113471"/>
                    </a:lnTo>
                    <a:close/>
                    <a:moveTo>
                      <a:pt x="1195981" y="0"/>
                    </a:moveTo>
                    <a:lnTo>
                      <a:pt x="10560" y="719101"/>
                    </a:lnTo>
                    <a:lnTo>
                      <a:pt x="759438" y="1396594"/>
                    </a:lnTo>
                    <a:lnTo>
                      <a:pt x="1929887" y="661605"/>
                    </a:lnTo>
                    <a:close/>
                    <a:moveTo>
                      <a:pt x="2762973" y="0"/>
                    </a:moveTo>
                    <a:lnTo>
                      <a:pt x="2029067" y="661605"/>
                    </a:lnTo>
                    <a:lnTo>
                      <a:pt x="3199516" y="1396594"/>
                    </a:lnTo>
                    <a:lnTo>
                      <a:pt x="3948393" y="719101"/>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sp>
          <p:nvSpPr>
            <p:cNvPr id="2422" name="Google Shape;2422;p52"/>
            <p:cNvSpPr/>
            <p:nvPr/>
          </p:nvSpPr>
          <p:spPr>
            <a:xfrm>
              <a:off x="7350231" y="1734252"/>
              <a:ext cx="4243993" cy="4243993"/>
            </a:xfrm>
            <a:prstGeom prst="donut">
              <a:avLst>
                <a:gd fmla="val 14003" name="adj"/>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grpSp>
          <p:nvGrpSpPr>
            <p:cNvPr id="2423" name="Google Shape;2423;p52"/>
            <p:cNvGrpSpPr/>
            <p:nvPr/>
          </p:nvGrpSpPr>
          <p:grpSpPr>
            <a:xfrm>
              <a:off x="7907899" y="2308624"/>
              <a:ext cx="4313146" cy="4771421"/>
              <a:chOff x="7907899" y="2308624"/>
              <a:chExt cx="4313146" cy="4771421"/>
            </a:xfrm>
          </p:grpSpPr>
          <p:sp>
            <p:nvSpPr>
              <p:cNvPr id="2424" name="Google Shape;2424;p52"/>
              <p:cNvSpPr/>
              <p:nvPr/>
            </p:nvSpPr>
            <p:spPr>
              <a:xfrm rot="8348922">
                <a:off x="11198871" y="4958370"/>
                <a:ext cx="306777" cy="2301677"/>
              </a:xfrm>
              <a:custGeom>
                <a:rect b="b" l="l" r="r" t="t"/>
                <a:pathLst>
                  <a:path extrusionOk="0" h="2109330" w="281140">
                    <a:moveTo>
                      <a:pt x="0" y="2109328"/>
                    </a:moveTo>
                    <a:lnTo>
                      <a:pt x="0" y="0"/>
                    </a:lnTo>
                    <a:lnTo>
                      <a:pt x="281140" y="243113"/>
                    </a:lnTo>
                    <a:lnTo>
                      <a:pt x="281140" y="2109330"/>
                    </a:lnTo>
                    <a:close/>
                  </a:path>
                </a:pathLst>
              </a:custGeom>
              <a:solidFill>
                <a:srgbClr val="3F3F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425" name="Google Shape;2425;p52"/>
              <p:cNvSpPr/>
              <p:nvPr/>
            </p:nvSpPr>
            <p:spPr>
              <a:xfrm>
                <a:off x="7907899" y="2308624"/>
                <a:ext cx="3099805" cy="3099806"/>
              </a:xfrm>
              <a:prstGeom prst="donut">
                <a:avLst>
                  <a:gd fmla="val 3665" name="adj"/>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426" name="Google Shape;2426;p52"/>
              <p:cNvSpPr/>
              <p:nvPr/>
            </p:nvSpPr>
            <p:spPr>
              <a:xfrm rot="8399802">
                <a:off x="10257449" y="4979836"/>
                <a:ext cx="498891" cy="307559"/>
              </a:xfrm>
              <a:prstGeom prst="round2SameRect">
                <a:avLst>
                  <a:gd fmla="val 31004" name="adj1"/>
                  <a:gd fmla="val 0" name="adj2"/>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grpSp>
        <p:grpSp>
          <p:nvGrpSpPr>
            <p:cNvPr id="2427" name="Google Shape;2427;p52"/>
            <p:cNvGrpSpPr/>
            <p:nvPr/>
          </p:nvGrpSpPr>
          <p:grpSpPr>
            <a:xfrm>
              <a:off x="8045579" y="2409380"/>
              <a:ext cx="2811142" cy="2844985"/>
              <a:chOff x="8045579" y="2409380"/>
              <a:chExt cx="2811142" cy="2844985"/>
            </a:xfrm>
          </p:grpSpPr>
          <p:sp>
            <p:nvSpPr>
              <p:cNvPr id="2428" name="Google Shape;2428;p52"/>
              <p:cNvSpPr/>
              <p:nvPr/>
            </p:nvSpPr>
            <p:spPr>
              <a:xfrm>
                <a:off x="10509374" y="3444941"/>
                <a:ext cx="343339" cy="343339"/>
              </a:xfrm>
              <a:custGeom>
                <a:rect b="b" l="l" r="r" t="t"/>
                <a:pathLst>
                  <a:path extrusionOk="0" h="2700265" w="2376266">
                    <a:moveTo>
                      <a:pt x="1656387" y="1972892"/>
                    </a:moveTo>
                    <a:cubicBezTo>
                      <a:pt x="1611887" y="1973356"/>
                      <a:pt x="1563385" y="2005080"/>
                      <a:pt x="1534629" y="2057337"/>
                    </a:cubicBezTo>
                    <a:cubicBezTo>
                      <a:pt x="1496288" y="2127013"/>
                      <a:pt x="1507568" y="2206808"/>
                      <a:pt x="1559826" y="2235565"/>
                    </a:cubicBezTo>
                    <a:cubicBezTo>
                      <a:pt x="1612084" y="2264320"/>
                      <a:pt x="1685527" y="2231149"/>
                      <a:pt x="1723869" y="2161473"/>
                    </a:cubicBezTo>
                    <a:cubicBezTo>
                      <a:pt x="1762211" y="2091796"/>
                      <a:pt x="1750931" y="2012000"/>
                      <a:pt x="1698673" y="1983245"/>
                    </a:cubicBezTo>
                    <a:cubicBezTo>
                      <a:pt x="1685608" y="1976055"/>
                      <a:pt x="1671220" y="1972736"/>
                      <a:pt x="1656387" y="1972892"/>
                    </a:cubicBezTo>
                    <a:close/>
                    <a:moveTo>
                      <a:pt x="312688" y="1634792"/>
                    </a:moveTo>
                    <a:cubicBezTo>
                      <a:pt x="281116" y="1626772"/>
                      <a:pt x="249981" y="1631172"/>
                      <a:pt x="226763" y="1649891"/>
                    </a:cubicBezTo>
                    <a:cubicBezTo>
                      <a:pt x="180329" y="1687329"/>
                      <a:pt x="183153" y="1767868"/>
                      <a:pt x="233071" y="1829780"/>
                    </a:cubicBezTo>
                    <a:cubicBezTo>
                      <a:pt x="282989" y="1891692"/>
                      <a:pt x="361097" y="1911533"/>
                      <a:pt x="407532" y="1874094"/>
                    </a:cubicBezTo>
                    <a:cubicBezTo>
                      <a:pt x="453966" y="1836657"/>
                      <a:pt x="451142" y="1756118"/>
                      <a:pt x="401224" y="1694205"/>
                    </a:cubicBezTo>
                    <a:cubicBezTo>
                      <a:pt x="376265" y="1663249"/>
                      <a:pt x="344258" y="1642811"/>
                      <a:pt x="312688" y="1634792"/>
                    </a:cubicBezTo>
                    <a:close/>
                    <a:moveTo>
                      <a:pt x="1869299" y="1519920"/>
                    </a:moveTo>
                    <a:cubicBezTo>
                      <a:pt x="1824865" y="1522388"/>
                      <a:pt x="1777842" y="1556264"/>
                      <a:pt x="1751468" y="1609764"/>
                    </a:cubicBezTo>
                    <a:cubicBezTo>
                      <a:pt x="1716305" y="1681096"/>
                      <a:pt x="1731168" y="1760303"/>
                      <a:pt x="1784668" y="1786676"/>
                    </a:cubicBezTo>
                    <a:cubicBezTo>
                      <a:pt x="1838168" y="1813049"/>
                      <a:pt x="1910044" y="1776602"/>
                      <a:pt x="1945208" y="1705269"/>
                    </a:cubicBezTo>
                    <a:cubicBezTo>
                      <a:pt x="1980371" y="1633937"/>
                      <a:pt x="1965508" y="1554730"/>
                      <a:pt x="1912008" y="1528357"/>
                    </a:cubicBezTo>
                    <a:cubicBezTo>
                      <a:pt x="1898633" y="1521764"/>
                      <a:pt x="1884109" y="1519097"/>
                      <a:pt x="1869299" y="1519920"/>
                    </a:cubicBezTo>
                    <a:close/>
                    <a:moveTo>
                      <a:pt x="741251" y="1329992"/>
                    </a:moveTo>
                    <a:cubicBezTo>
                      <a:pt x="709680" y="1321974"/>
                      <a:pt x="678544" y="1326372"/>
                      <a:pt x="655326" y="1345092"/>
                    </a:cubicBezTo>
                    <a:cubicBezTo>
                      <a:pt x="608892" y="1382530"/>
                      <a:pt x="611716" y="1463069"/>
                      <a:pt x="661634" y="1524981"/>
                    </a:cubicBezTo>
                    <a:cubicBezTo>
                      <a:pt x="711552" y="1586893"/>
                      <a:pt x="789660" y="1606734"/>
                      <a:pt x="836094" y="1569294"/>
                    </a:cubicBezTo>
                    <a:cubicBezTo>
                      <a:pt x="882529" y="1531856"/>
                      <a:pt x="879704" y="1451317"/>
                      <a:pt x="829787" y="1389406"/>
                    </a:cubicBezTo>
                    <a:cubicBezTo>
                      <a:pt x="804828" y="1358450"/>
                      <a:pt x="772822" y="1338012"/>
                      <a:pt x="741251" y="1329992"/>
                    </a:cubicBezTo>
                    <a:close/>
                    <a:moveTo>
                      <a:pt x="2079316" y="1065457"/>
                    </a:moveTo>
                    <a:cubicBezTo>
                      <a:pt x="2035146" y="1070876"/>
                      <a:pt x="1990481" y="1107807"/>
                      <a:pt x="1967725" y="1162943"/>
                    </a:cubicBezTo>
                    <a:cubicBezTo>
                      <a:pt x="1937386" y="1236457"/>
                      <a:pt x="1957487" y="1314499"/>
                      <a:pt x="2012623" y="1337253"/>
                    </a:cubicBezTo>
                    <a:cubicBezTo>
                      <a:pt x="2067759" y="1360009"/>
                      <a:pt x="2137051" y="1318860"/>
                      <a:pt x="2167391" y="1245345"/>
                    </a:cubicBezTo>
                    <a:cubicBezTo>
                      <a:pt x="2197730" y="1171831"/>
                      <a:pt x="2177629" y="1093789"/>
                      <a:pt x="2122493" y="1071035"/>
                    </a:cubicBezTo>
                    <a:cubicBezTo>
                      <a:pt x="2108709" y="1065345"/>
                      <a:pt x="2094040" y="1063650"/>
                      <a:pt x="2079316" y="1065457"/>
                    </a:cubicBezTo>
                    <a:close/>
                    <a:moveTo>
                      <a:pt x="0" y="654162"/>
                    </a:moveTo>
                    <a:lnTo>
                      <a:pt x="1082073" y="1244384"/>
                    </a:lnTo>
                    <a:lnTo>
                      <a:pt x="1121421" y="2700265"/>
                    </a:lnTo>
                    <a:lnTo>
                      <a:pt x="4918" y="1923139"/>
                    </a:lnTo>
                    <a:cubicBezTo>
                      <a:pt x="3279" y="1498508"/>
                      <a:pt x="1639" y="1073875"/>
                      <a:pt x="0" y="654162"/>
                    </a:cubicBezTo>
                    <a:close/>
                    <a:moveTo>
                      <a:pt x="2375644" y="688592"/>
                    </a:moveTo>
                    <a:lnTo>
                      <a:pt x="2360889" y="1967406"/>
                    </a:lnTo>
                    <a:lnTo>
                      <a:pt x="1293570" y="2700265"/>
                    </a:lnTo>
                    <a:lnTo>
                      <a:pt x="1249303" y="1239466"/>
                    </a:lnTo>
                    <a:close/>
                    <a:moveTo>
                      <a:pt x="1214923" y="371219"/>
                    </a:moveTo>
                    <a:cubicBezTo>
                      <a:pt x="1197013" y="368793"/>
                      <a:pt x="1177834" y="369067"/>
                      <a:pt x="1158247" y="372480"/>
                    </a:cubicBezTo>
                    <a:cubicBezTo>
                      <a:pt x="1079899" y="386133"/>
                      <a:pt x="1024686" y="444836"/>
                      <a:pt x="1034926" y="503598"/>
                    </a:cubicBezTo>
                    <a:cubicBezTo>
                      <a:pt x="1045165" y="562359"/>
                      <a:pt x="1116980" y="598927"/>
                      <a:pt x="1195328" y="585274"/>
                    </a:cubicBezTo>
                    <a:cubicBezTo>
                      <a:pt x="1273676" y="571621"/>
                      <a:pt x="1328889" y="512918"/>
                      <a:pt x="1318650" y="454156"/>
                    </a:cubicBezTo>
                    <a:cubicBezTo>
                      <a:pt x="1310970" y="410086"/>
                      <a:pt x="1268654" y="378499"/>
                      <a:pt x="1214923" y="371219"/>
                    </a:cubicBezTo>
                    <a:close/>
                    <a:moveTo>
                      <a:pt x="1185985" y="0"/>
                    </a:moveTo>
                    <a:lnTo>
                      <a:pt x="2376266" y="506608"/>
                    </a:lnTo>
                    <a:lnTo>
                      <a:pt x="1161392" y="1101748"/>
                    </a:lnTo>
                    <a:lnTo>
                      <a:pt x="10460" y="491852"/>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429" name="Google Shape;2429;p52"/>
              <p:cNvSpPr/>
              <p:nvPr/>
            </p:nvSpPr>
            <p:spPr>
              <a:xfrm>
                <a:off x="8174482" y="4174830"/>
                <a:ext cx="392828" cy="392828"/>
              </a:xfrm>
              <a:custGeom>
                <a:rect b="b" l="l" r="r" t="t"/>
                <a:pathLst>
                  <a:path extrusionOk="0" h="4259405" w="4088964">
                    <a:moveTo>
                      <a:pt x="1480605" y="2231940"/>
                    </a:moveTo>
                    <a:lnTo>
                      <a:pt x="1199818" y="2044620"/>
                    </a:lnTo>
                    <a:lnTo>
                      <a:pt x="761621" y="2687221"/>
                    </a:lnTo>
                    <a:cubicBezTo>
                      <a:pt x="501536" y="2652619"/>
                      <a:pt x="265323" y="2467912"/>
                      <a:pt x="39127" y="2272940"/>
                    </a:cubicBezTo>
                    <a:cubicBezTo>
                      <a:pt x="-80639" y="2070133"/>
                      <a:pt x="269496" y="1743507"/>
                      <a:pt x="374515" y="1494038"/>
                    </a:cubicBezTo>
                    <a:lnTo>
                      <a:pt x="93728" y="1306717"/>
                    </a:lnTo>
                    <a:lnTo>
                      <a:pt x="1091841" y="1312633"/>
                    </a:lnTo>
                    <a:close/>
                    <a:moveTo>
                      <a:pt x="2759566" y="226796"/>
                    </a:moveTo>
                    <a:cubicBezTo>
                      <a:pt x="2331051" y="377379"/>
                      <a:pt x="2150002" y="492309"/>
                      <a:pt x="1991062" y="643648"/>
                    </a:cubicBezTo>
                    <a:lnTo>
                      <a:pt x="1463599" y="1446568"/>
                    </a:lnTo>
                    <a:lnTo>
                      <a:pt x="610317" y="909936"/>
                    </a:lnTo>
                    <a:cubicBezTo>
                      <a:pt x="810411" y="627556"/>
                      <a:pt x="1020899" y="239191"/>
                      <a:pt x="1244930" y="61882"/>
                    </a:cubicBezTo>
                    <a:cubicBezTo>
                      <a:pt x="1491876" y="-75367"/>
                      <a:pt x="1697752" y="31605"/>
                      <a:pt x="2759566" y="226796"/>
                    </a:cubicBezTo>
                    <a:close/>
                    <a:moveTo>
                      <a:pt x="1722488" y="3820535"/>
                    </a:moveTo>
                    <a:cubicBezTo>
                      <a:pt x="1376925" y="3801485"/>
                      <a:pt x="936112" y="3830060"/>
                      <a:pt x="666750" y="3734810"/>
                    </a:cubicBezTo>
                    <a:cubicBezTo>
                      <a:pt x="419100" y="3598835"/>
                      <a:pt x="400050" y="3367610"/>
                      <a:pt x="0" y="2364860"/>
                    </a:cubicBezTo>
                    <a:cubicBezTo>
                      <a:pt x="355600" y="2647435"/>
                      <a:pt x="549276" y="2739510"/>
                      <a:pt x="762000" y="2793485"/>
                    </a:cubicBezTo>
                    <a:lnTo>
                      <a:pt x="1722487" y="2812535"/>
                    </a:lnTo>
                    <a:close/>
                    <a:moveTo>
                      <a:pt x="3605396" y="869465"/>
                    </a:moveTo>
                    <a:lnTo>
                      <a:pt x="3069019" y="1711228"/>
                    </a:lnTo>
                    <a:lnTo>
                      <a:pt x="2083849" y="1550906"/>
                    </a:lnTo>
                    <a:lnTo>
                      <a:pt x="2391902" y="1412941"/>
                    </a:lnTo>
                    <a:lnTo>
                      <a:pt x="2081217" y="699900"/>
                    </a:lnTo>
                    <a:cubicBezTo>
                      <a:pt x="2248971" y="498156"/>
                      <a:pt x="2531081" y="396532"/>
                      <a:pt x="2816547" y="308854"/>
                    </a:cubicBezTo>
                    <a:cubicBezTo>
                      <a:pt x="3051986" y="315439"/>
                      <a:pt x="3142075" y="785719"/>
                      <a:pt x="3297344" y="1007430"/>
                    </a:cubicBezTo>
                    <a:close/>
                    <a:moveTo>
                      <a:pt x="3222215" y="3788662"/>
                    </a:moveTo>
                    <a:cubicBezTo>
                      <a:pt x="3089072" y="3954283"/>
                      <a:pt x="2662122" y="3869088"/>
                      <a:pt x="2413930" y="3921936"/>
                    </a:cubicBezTo>
                    <a:lnTo>
                      <a:pt x="2420658" y="4259405"/>
                    </a:lnTo>
                    <a:lnTo>
                      <a:pt x="1855155" y="3436926"/>
                    </a:lnTo>
                    <a:lnTo>
                      <a:pt x="2387428" y="2592563"/>
                    </a:lnTo>
                    <a:lnTo>
                      <a:pt x="2394156" y="2930032"/>
                    </a:lnTo>
                    <a:lnTo>
                      <a:pt x="3171906" y="2922431"/>
                    </a:lnTo>
                    <a:cubicBezTo>
                      <a:pt x="3292132" y="3155642"/>
                      <a:pt x="3275533" y="3455038"/>
                      <a:pt x="3244786" y="3752078"/>
                    </a:cubicBezTo>
                    <a:cubicBezTo>
                      <a:pt x="3238662" y="3765464"/>
                      <a:pt x="3231091" y="3777620"/>
                      <a:pt x="3222215" y="3788662"/>
                    </a:cubicBezTo>
                    <a:close/>
                    <a:moveTo>
                      <a:pt x="3948285" y="2834020"/>
                    </a:moveTo>
                    <a:cubicBezTo>
                      <a:pt x="3833022" y="3018741"/>
                      <a:pt x="3639730" y="3281008"/>
                      <a:pt x="3342579" y="3731662"/>
                    </a:cubicBezTo>
                    <a:cubicBezTo>
                      <a:pt x="3371271" y="3278367"/>
                      <a:pt x="3336159" y="3066813"/>
                      <a:pt x="3258895" y="2861397"/>
                    </a:cubicBezTo>
                    <a:lnTo>
                      <a:pt x="2725671" y="2062291"/>
                    </a:lnTo>
                    <a:lnTo>
                      <a:pt x="3552883" y="1486284"/>
                    </a:lnTo>
                    <a:cubicBezTo>
                      <a:pt x="3734716" y="1780754"/>
                      <a:pt x="4010062" y="2126176"/>
                      <a:pt x="4085819" y="2401657"/>
                    </a:cubicBezTo>
                    <a:cubicBezTo>
                      <a:pt x="4100783" y="2542124"/>
                      <a:pt x="4063549" y="2649298"/>
                      <a:pt x="3948285" y="283402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430" name="Google Shape;2430;p52"/>
              <p:cNvSpPr/>
              <p:nvPr/>
            </p:nvSpPr>
            <p:spPr>
              <a:xfrm>
                <a:off x="9225535" y="2409380"/>
                <a:ext cx="393582" cy="392828"/>
              </a:xfrm>
              <a:custGeom>
                <a:rect b="b" l="l" r="r" t="t"/>
                <a:pathLst>
                  <a:path extrusionOk="0" h="4012920" w="4020621">
                    <a:moveTo>
                      <a:pt x="780213" y="3724888"/>
                    </a:moveTo>
                    <a:lnTo>
                      <a:pt x="2868445" y="3724888"/>
                    </a:lnTo>
                    <a:lnTo>
                      <a:pt x="2868445" y="4012920"/>
                    </a:lnTo>
                    <a:lnTo>
                      <a:pt x="780213" y="4012920"/>
                    </a:lnTo>
                    <a:close/>
                    <a:moveTo>
                      <a:pt x="4020621" y="2152587"/>
                    </a:moveTo>
                    <a:lnTo>
                      <a:pt x="4020621" y="3448731"/>
                    </a:lnTo>
                    <a:lnTo>
                      <a:pt x="3903908" y="3386593"/>
                    </a:lnTo>
                    <a:lnTo>
                      <a:pt x="3903908" y="2214725"/>
                    </a:lnTo>
                    <a:close/>
                    <a:moveTo>
                      <a:pt x="1582587" y="1544569"/>
                    </a:moveTo>
                    <a:cubicBezTo>
                      <a:pt x="1525677" y="1652847"/>
                      <a:pt x="1434945" y="1739939"/>
                      <a:pt x="1324158" y="1792547"/>
                    </a:cubicBezTo>
                    <a:lnTo>
                      <a:pt x="1790243" y="1792547"/>
                    </a:lnTo>
                    <a:cubicBezTo>
                      <a:pt x="1708293" y="1721838"/>
                      <a:pt x="1638004" y="1638154"/>
                      <a:pt x="1582587" y="1544569"/>
                    </a:cubicBezTo>
                    <a:close/>
                    <a:moveTo>
                      <a:pt x="1238323" y="1312673"/>
                    </a:moveTo>
                    <a:cubicBezTo>
                      <a:pt x="1173622" y="1312673"/>
                      <a:pt x="1121172" y="1365123"/>
                      <a:pt x="1121172" y="1429824"/>
                    </a:cubicBezTo>
                    <a:cubicBezTo>
                      <a:pt x="1121172" y="1494525"/>
                      <a:pt x="1173622" y="1546975"/>
                      <a:pt x="1238323" y="1546975"/>
                    </a:cubicBezTo>
                    <a:cubicBezTo>
                      <a:pt x="1303024" y="1546975"/>
                      <a:pt x="1355474" y="1494525"/>
                      <a:pt x="1355474" y="1429824"/>
                    </a:cubicBezTo>
                    <a:cubicBezTo>
                      <a:pt x="1355474" y="1365123"/>
                      <a:pt x="1303024" y="1312673"/>
                      <a:pt x="1238323" y="1312673"/>
                    </a:cubicBezTo>
                    <a:close/>
                    <a:moveTo>
                      <a:pt x="870057" y="1312673"/>
                    </a:moveTo>
                    <a:cubicBezTo>
                      <a:pt x="805356" y="1312673"/>
                      <a:pt x="752906" y="1365123"/>
                      <a:pt x="752906" y="1429824"/>
                    </a:cubicBezTo>
                    <a:cubicBezTo>
                      <a:pt x="752906" y="1494525"/>
                      <a:pt x="805356" y="1546975"/>
                      <a:pt x="870057" y="1546975"/>
                    </a:cubicBezTo>
                    <a:cubicBezTo>
                      <a:pt x="934758" y="1546975"/>
                      <a:pt x="987208" y="1494525"/>
                      <a:pt x="987208" y="1429824"/>
                    </a:cubicBezTo>
                    <a:cubicBezTo>
                      <a:pt x="987208" y="1365123"/>
                      <a:pt x="934758" y="1312673"/>
                      <a:pt x="870057" y="1312673"/>
                    </a:cubicBezTo>
                    <a:close/>
                    <a:moveTo>
                      <a:pt x="2775838" y="1127627"/>
                    </a:moveTo>
                    <a:cubicBezTo>
                      <a:pt x="2666578" y="1127627"/>
                      <a:pt x="2578006" y="1216199"/>
                      <a:pt x="2578006" y="1325459"/>
                    </a:cubicBezTo>
                    <a:cubicBezTo>
                      <a:pt x="2578006" y="1434719"/>
                      <a:pt x="2666578" y="1523291"/>
                      <a:pt x="2775838" y="1523291"/>
                    </a:cubicBezTo>
                    <a:cubicBezTo>
                      <a:pt x="2885098" y="1523291"/>
                      <a:pt x="2973670" y="1434719"/>
                      <a:pt x="2973670" y="1325459"/>
                    </a:cubicBezTo>
                    <a:cubicBezTo>
                      <a:pt x="2973670" y="1216199"/>
                      <a:pt x="2885098" y="1127627"/>
                      <a:pt x="2775838" y="1127627"/>
                    </a:cubicBezTo>
                    <a:close/>
                    <a:moveTo>
                      <a:pt x="2153949" y="1127627"/>
                    </a:moveTo>
                    <a:cubicBezTo>
                      <a:pt x="2044689" y="1127627"/>
                      <a:pt x="1956117" y="1216199"/>
                      <a:pt x="1956117" y="1325459"/>
                    </a:cubicBezTo>
                    <a:cubicBezTo>
                      <a:pt x="1956117" y="1434719"/>
                      <a:pt x="2044689" y="1523291"/>
                      <a:pt x="2153949" y="1523291"/>
                    </a:cubicBezTo>
                    <a:cubicBezTo>
                      <a:pt x="2263209" y="1523291"/>
                      <a:pt x="2351781" y="1434719"/>
                      <a:pt x="2351781" y="1325459"/>
                    </a:cubicBezTo>
                    <a:cubicBezTo>
                      <a:pt x="2351781" y="1216199"/>
                      <a:pt x="2263209" y="1127627"/>
                      <a:pt x="2153949" y="1127627"/>
                    </a:cubicBezTo>
                    <a:close/>
                    <a:moveTo>
                      <a:pt x="1238323" y="956510"/>
                    </a:moveTo>
                    <a:cubicBezTo>
                      <a:pt x="1173622" y="956510"/>
                      <a:pt x="1121172" y="1008960"/>
                      <a:pt x="1121172" y="1073661"/>
                    </a:cubicBezTo>
                    <a:cubicBezTo>
                      <a:pt x="1121172" y="1138362"/>
                      <a:pt x="1173622" y="1190812"/>
                      <a:pt x="1238323" y="1190812"/>
                    </a:cubicBezTo>
                    <a:cubicBezTo>
                      <a:pt x="1303024" y="1190812"/>
                      <a:pt x="1355474" y="1138362"/>
                      <a:pt x="1355474" y="1073661"/>
                    </a:cubicBezTo>
                    <a:cubicBezTo>
                      <a:pt x="1355474" y="1008960"/>
                      <a:pt x="1303024" y="956510"/>
                      <a:pt x="1238323" y="956510"/>
                    </a:cubicBezTo>
                    <a:close/>
                    <a:moveTo>
                      <a:pt x="870057" y="956510"/>
                    </a:moveTo>
                    <a:cubicBezTo>
                      <a:pt x="805356" y="956510"/>
                      <a:pt x="752906" y="1008960"/>
                      <a:pt x="752906" y="1073661"/>
                    </a:cubicBezTo>
                    <a:cubicBezTo>
                      <a:pt x="752906" y="1138362"/>
                      <a:pt x="805356" y="1190812"/>
                      <a:pt x="870057" y="1190812"/>
                    </a:cubicBezTo>
                    <a:cubicBezTo>
                      <a:pt x="934758" y="1190812"/>
                      <a:pt x="987208" y="1138362"/>
                      <a:pt x="987208" y="1073661"/>
                    </a:cubicBezTo>
                    <a:cubicBezTo>
                      <a:pt x="987208" y="1008960"/>
                      <a:pt x="934758" y="956510"/>
                      <a:pt x="870057" y="956510"/>
                    </a:cubicBezTo>
                    <a:close/>
                    <a:moveTo>
                      <a:pt x="2775838" y="526176"/>
                    </a:moveTo>
                    <a:cubicBezTo>
                      <a:pt x="2666578" y="526176"/>
                      <a:pt x="2578006" y="614748"/>
                      <a:pt x="2578006" y="724008"/>
                    </a:cubicBezTo>
                    <a:cubicBezTo>
                      <a:pt x="2578006" y="833268"/>
                      <a:pt x="2666578" y="921840"/>
                      <a:pt x="2775838" y="921840"/>
                    </a:cubicBezTo>
                    <a:cubicBezTo>
                      <a:pt x="2885098" y="921840"/>
                      <a:pt x="2973670" y="833268"/>
                      <a:pt x="2973670" y="724008"/>
                    </a:cubicBezTo>
                    <a:cubicBezTo>
                      <a:pt x="2973670" y="614748"/>
                      <a:pt x="2885098" y="526176"/>
                      <a:pt x="2775838" y="526176"/>
                    </a:cubicBezTo>
                    <a:close/>
                    <a:moveTo>
                      <a:pt x="2153949" y="526176"/>
                    </a:moveTo>
                    <a:cubicBezTo>
                      <a:pt x="2044689" y="526176"/>
                      <a:pt x="1956117" y="614748"/>
                      <a:pt x="1956117" y="724008"/>
                    </a:cubicBezTo>
                    <a:cubicBezTo>
                      <a:pt x="1956117" y="833268"/>
                      <a:pt x="2044689" y="921840"/>
                      <a:pt x="2153949" y="921840"/>
                    </a:cubicBezTo>
                    <a:cubicBezTo>
                      <a:pt x="2263209" y="921840"/>
                      <a:pt x="2351781" y="833268"/>
                      <a:pt x="2351781" y="724008"/>
                    </a:cubicBezTo>
                    <a:cubicBezTo>
                      <a:pt x="2351781" y="614748"/>
                      <a:pt x="2263209" y="526176"/>
                      <a:pt x="2153949" y="526176"/>
                    </a:cubicBezTo>
                    <a:close/>
                    <a:moveTo>
                      <a:pt x="2464893" y="0"/>
                    </a:moveTo>
                    <a:cubicBezTo>
                      <a:pt x="3030837" y="0"/>
                      <a:pt x="3489626" y="458789"/>
                      <a:pt x="3489626" y="1024733"/>
                    </a:cubicBezTo>
                    <a:cubicBezTo>
                      <a:pt x="3489626" y="1442455"/>
                      <a:pt x="3239684" y="1801800"/>
                      <a:pt x="2880320" y="1959209"/>
                    </a:cubicBezTo>
                    <a:lnTo>
                      <a:pt x="2880320" y="2008571"/>
                    </a:lnTo>
                    <a:lnTo>
                      <a:pt x="3250857" y="2008571"/>
                    </a:lnTo>
                    <a:lnTo>
                      <a:pt x="3250857" y="2359970"/>
                    </a:lnTo>
                    <a:lnTo>
                      <a:pt x="3437294" y="2359970"/>
                    </a:lnTo>
                    <a:lnTo>
                      <a:pt x="3437294" y="2360694"/>
                    </a:lnTo>
                    <a:lnTo>
                      <a:pt x="3852060" y="2233461"/>
                    </a:lnTo>
                    <a:lnTo>
                      <a:pt x="3852060" y="3367858"/>
                    </a:lnTo>
                    <a:lnTo>
                      <a:pt x="3437294" y="3240624"/>
                    </a:lnTo>
                    <a:lnTo>
                      <a:pt x="3437294" y="3241349"/>
                    </a:lnTo>
                    <a:lnTo>
                      <a:pt x="3250857" y="3241349"/>
                    </a:lnTo>
                    <a:lnTo>
                      <a:pt x="3250857" y="3633063"/>
                    </a:lnTo>
                    <a:lnTo>
                      <a:pt x="298529" y="3633063"/>
                    </a:lnTo>
                    <a:lnTo>
                      <a:pt x="298529" y="2431730"/>
                    </a:lnTo>
                    <a:lnTo>
                      <a:pt x="0" y="2008571"/>
                    </a:lnTo>
                    <a:lnTo>
                      <a:pt x="298529" y="2008571"/>
                    </a:lnTo>
                    <a:lnTo>
                      <a:pt x="792088" y="2008571"/>
                    </a:lnTo>
                    <a:lnTo>
                      <a:pt x="792088" y="1796817"/>
                    </a:lnTo>
                    <a:cubicBezTo>
                      <a:pt x="587745" y="1700755"/>
                      <a:pt x="447370" y="1492642"/>
                      <a:pt x="447370" y="1251742"/>
                    </a:cubicBezTo>
                    <a:cubicBezTo>
                      <a:pt x="447370" y="916605"/>
                      <a:pt x="719053" y="644923"/>
                      <a:pt x="1054190" y="644923"/>
                    </a:cubicBezTo>
                    <a:cubicBezTo>
                      <a:pt x="1212753" y="644923"/>
                      <a:pt x="1357112" y="705740"/>
                      <a:pt x="1463939" y="806702"/>
                    </a:cubicBezTo>
                    <a:cubicBezTo>
                      <a:pt x="1563407" y="345444"/>
                      <a:pt x="1973809" y="0"/>
                      <a:pt x="2464893"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431" name="Google Shape;2431;p52"/>
              <p:cNvSpPr/>
              <p:nvPr/>
            </p:nvSpPr>
            <p:spPr>
              <a:xfrm rot="9900000">
                <a:off x="10073915" y="2714730"/>
                <a:ext cx="351357" cy="423598"/>
              </a:xfrm>
              <a:custGeom>
                <a:rect b="b" l="l" r="r" t="t"/>
                <a:pathLst>
                  <a:path extrusionOk="0" h="4064034" w="3370953">
                    <a:moveTo>
                      <a:pt x="307836" y="3226369"/>
                    </a:moveTo>
                    <a:lnTo>
                      <a:pt x="307836" y="2810144"/>
                    </a:lnTo>
                    <a:lnTo>
                      <a:pt x="1258549" y="2810144"/>
                    </a:lnTo>
                    <a:lnTo>
                      <a:pt x="1331954" y="2516524"/>
                    </a:lnTo>
                    <a:lnTo>
                      <a:pt x="1639161" y="2516524"/>
                    </a:lnTo>
                    <a:lnTo>
                      <a:pt x="1806826" y="1890788"/>
                    </a:lnTo>
                    <a:cubicBezTo>
                      <a:pt x="1709407" y="1836984"/>
                      <a:pt x="1651662" y="1730051"/>
                      <a:pt x="1660897" y="1618049"/>
                    </a:cubicBezTo>
                    <a:lnTo>
                      <a:pt x="497736" y="946498"/>
                    </a:lnTo>
                    <a:lnTo>
                      <a:pt x="415801" y="1252284"/>
                    </a:lnTo>
                    <a:cubicBezTo>
                      <a:pt x="388670" y="1353539"/>
                      <a:pt x="284592" y="1413628"/>
                      <a:pt x="183338" y="1386497"/>
                    </a:cubicBezTo>
                    <a:lnTo>
                      <a:pt x="0" y="1337372"/>
                    </a:lnTo>
                    <a:lnTo>
                      <a:pt x="358348" y="0"/>
                    </a:lnTo>
                    <a:lnTo>
                      <a:pt x="541685" y="49125"/>
                    </a:lnTo>
                    <a:cubicBezTo>
                      <a:pt x="642940" y="76256"/>
                      <a:pt x="703029" y="180334"/>
                      <a:pt x="675898" y="281588"/>
                    </a:cubicBezTo>
                    <a:lnTo>
                      <a:pt x="574914" y="658466"/>
                    </a:lnTo>
                    <a:lnTo>
                      <a:pt x="1826395" y="1381009"/>
                    </a:lnTo>
                    <a:cubicBezTo>
                      <a:pt x="1885142" y="1352063"/>
                      <a:pt x="1954182" y="1344264"/>
                      <a:pt x="2022379" y="1362537"/>
                    </a:cubicBezTo>
                    <a:cubicBezTo>
                      <a:pt x="2176035" y="1403709"/>
                      <a:pt x="2267221" y="1561647"/>
                      <a:pt x="2226049" y="1715303"/>
                    </a:cubicBezTo>
                    <a:cubicBezTo>
                      <a:pt x="2207347" y="1785100"/>
                      <a:pt x="2164552" y="1842007"/>
                      <a:pt x="2108323" y="1878457"/>
                    </a:cubicBezTo>
                    <a:lnTo>
                      <a:pt x="1937353" y="2516524"/>
                    </a:lnTo>
                    <a:lnTo>
                      <a:pt x="2236046" y="2516524"/>
                    </a:lnTo>
                    <a:lnTo>
                      <a:pt x="2309451" y="2810144"/>
                    </a:lnTo>
                    <a:lnTo>
                      <a:pt x="2828116" y="2810144"/>
                    </a:lnTo>
                    <a:lnTo>
                      <a:pt x="2828116" y="2930119"/>
                    </a:lnTo>
                    <a:lnTo>
                      <a:pt x="2945247" y="2930119"/>
                    </a:lnTo>
                    <a:lnTo>
                      <a:pt x="3109201" y="2856867"/>
                    </a:lnTo>
                    <a:cubicBezTo>
                      <a:pt x="3112004" y="2849082"/>
                      <a:pt x="3119624" y="2844415"/>
                      <a:pt x="3128335" y="2844415"/>
                    </a:cubicBezTo>
                    <a:lnTo>
                      <a:pt x="3223771" y="2844415"/>
                    </a:lnTo>
                    <a:cubicBezTo>
                      <a:pt x="3236949" y="2844415"/>
                      <a:pt x="3247631" y="2855097"/>
                      <a:pt x="3247631" y="2868275"/>
                    </a:cubicBezTo>
                    <a:lnTo>
                      <a:pt x="3247631" y="3606750"/>
                    </a:lnTo>
                    <a:cubicBezTo>
                      <a:pt x="3247631" y="3619928"/>
                      <a:pt x="3236949" y="3630610"/>
                      <a:pt x="3223771" y="3630610"/>
                    </a:cubicBezTo>
                    <a:lnTo>
                      <a:pt x="3128335" y="3630610"/>
                    </a:lnTo>
                    <a:cubicBezTo>
                      <a:pt x="3120852" y="3630610"/>
                      <a:pt x="3114174" y="3627166"/>
                      <a:pt x="3110472" y="3621230"/>
                    </a:cubicBezTo>
                    <a:lnTo>
                      <a:pt x="3110472" y="3624351"/>
                    </a:lnTo>
                    <a:lnTo>
                      <a:pt x="2954172" y="3554518"/>
                    </a:lnTo>
                    <a:lnTo>
                      <a:pt x="2954172" y="3558788"/>
                    </a:lnTo>
                    <a:lnTo>
                      <a:pt x="2828116" y="3558788"/>
                    </a:lnTo>
                    <a:lnTo>
                      <a:pt x="2828116" y="3630610"/>
                    </a:lnTo>
                    <a:lnTo>
                      <a:pt x="2038337" y="3226369"/>
                    </a:lnTo>
                    <a:close/>
                    <a:moveTo>
                      <a:pt x="77048" y="4064034"/>
                    </a:moveTo>
                    <a:lnTo>
                      <a:pt x="77048" y="3342578"/>
                    </a:lnTo>
                    <a:lnTo>
                      <a:pt x="2050947" y="3342578"/>
                    </a:lnTo>
                    <a:lnTo>
                      <a:pt x="3370953" y="4058524"/>
                    </a:lnTo>
                    <a:lnTo>
                      <a:pt x="3370953" y="4064034"/>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432" name="Google Shape;2432;p52"/>
              <p:cNvSpPr/>
              <p:nvPr/>
            </p:nvSpPr>
            <p:spPr>
              <a:xfrm rot="3600000">
                <a:off x="8507130" y="4424299"/>
                <a:ext cx="162074" cy="478539"/>
              </a:xfrm>
              <a:custGeom>
                <a:rect b="b" l="l" r="r" t="t"/>
                <a:pathLst>
                  <a:path extrusionOk="0" h="3920353" w="1327763">
                    <a:moveTo>
                      <a:pt x="483881" y="2840232"/>
                    </a:moveTo>
                    <a:lnTo>
                      <a:pt x="843881" y="2840232"/>
                    </a:lnTo>
                    <a:lnTo>
                      <a:pt x="843881" y="3920353"/>
                    </a:lnTo>
                    <a:lnTo>
                      <a:pt x="483881" y="3920353"/>
                    </a:lnTo>
                    <a:close/>
                    <a:moveTo>
                      <a:pt x="757697" y="168239"/>
                    </a:moveTo>
                    <a:lnTo>
                      <a:pt x="757697" y="384263"/>
                    </a:lnTo>
                    <a:lnTo>
                      <a:pt x="930062" y="384263"/>
                    </a:lnTo>
                    <a:lnTo>
                      <a:pt x="930062" y="168239"/>
                    </a:lnTo>
                    <a:close/>
                    <a:moveTo>
                      <a:pt x="432932" y="168239"/>
                    </a:moveTo>
                    <a:lnTo>
                      <a:pt x="432932" y="384263"/>
                    </a:lnTo>
                    <a:lnTo>
                      <a:pt x="605297" y="384263"/>
                    </a:lnTo>
                    <a:lnTo>
                      <a:pt x="605297" y="168239"/>
                    </a:lnTo>
                    <a:close/>
                    <a:moveTo>
                      <a:pt x="168643" y="0"/>
                    </a:moveTo>
                    <a:lnTo>
                      <a:pt x="1159119" y="0"/>
                    </a:lnTo>
                    <a:lnTo>
                      <a:pt x="1159119" y="539093"/>
                    </a:lnTo>
                    <a:lnTo>
                      <a:pt x="1327763" y="539093"/>
                    </a:lnTo>
                    <a:lnTo>
                      <a:pt x="1327763" y="2245406"/>
                    </a:lnTo>
                    <a:lnTo>
                      <a:pt x="1318300" y="2245406"/>
                    </a:lnTo>
                    <a:lnTo>
                      <a:pt x="1127664" y="2719000"/>
                    </a:lnTo>
                    <a:lnTo>
                      <a:pt x="200100" y="2719000"/>
                    </a:lnTo>
                    <a:lnTo>
                      <a:pt x="9464" y="2245406"/>
                    </a:lnTo>
                    <a:lnTo>
                      <a:pt x="0" y="2245406"/>
                    </a:lnTo>
                    <a:lnTo>
                      <a:pt x="0" y="539093"/>
                    </a:lnTo>
                    <a:lnTo>
                      <a:pt x="168643" y="539093"/>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433" name="Google Shape;2433;p52"/>
              <p:cNvSpPr/>
              <p:nvPr/>
            </p:nvSpPr>
            <p:spPr>
              <a:xfrm>
                <a:off x="8045579" y="3848133"/>
                <a:ext cx="330939" cy="260933"/>
              </a:xfrm>
              <a:custGeom>
                <a:rect b="b" l="l" r="r" t="t"/>
                <a:pathLst>
                  <a:path extrusionOk="0" h="2952328" w="3744416">
                    <a:moveTo>
                      <a:pt x="184806" y="576064"/>
                    </a:moveTo>
                    <a:lnTo>
                      <a:pt x="895314" y="576064"/>
                    </a:lnTo>
                    <a:cubicBezTo>
                      <a:pt x="997380" y="576064"/>
                      <a:pt x="1080120" y="658804"/>
                      <a:pt x="1080120" y="760870"/>
                    </a:cubicBezTo>
                    <a:lnTo>
                      <a:pt x="1080120" y="792088"/>
                    </a:lnTo>
                    <a:lnTo>
                      <a:pt x="3312368" y="792088"/>
                    </a:lnTo>
                    <a:lnTo>
                      <a:pt x="3312368" y="2952328"/>
                    </a:lnTo>
                    <a:lnTo>
                      <a:pt x="0" y="2952328"/>
                    </a:lnTo>
                    <a:lnTo>
                      <a:pt x="0" y="1072569"/>
                    </a:lnTo>
                    <a:lnTo>
                      <a:pt x="0" y="792088"/>
                    </a:lnTo>
                    <a:lnTo>
                      <a:pt x="0" y="760870"/>
                    </a:lnTo>
                    <a:cubicBezTo>
                      <a:pt x="0" y="658804"/>
                      <a:pt x="82740" y="576064"/>
                      <a:pt x="184806" y="576064"/>
                    </a:cubicBezTo>
                    <a:close/>
                    <a:moveTo>
                      <a:pt x="616854" y="0"/>
                    </a:moveTo>
                    <a:lnTo>
                      <a:pt x="1327362" y="0"/>
                    </a:lnTo>
                    <a:cubicBezTo>
                      <a:pt x="1429428" y="0"/>
                      <a:pt x="1512168" y="82740"/>
                      <a:pt x="1512168" y="184806"/>
                    </a:cubicBezTo>
                    <a:lnTo>
                      <a:pt x="1512168" y="216024"/>
                    </a:lnTo>
                    <a:lnTo>
                      <a:pt x="3744416" y="216024"/>
                    </a:lnTo>
                    <a:lnTo>
                      <a:pt x="3744416" y="2376264"/>
                    </a:lnTo>
                    <a:lnTo>
                      <a:pt x="3464768" y="2376264"/>
                    </a:lnTo>
                    <a:lnTo>
                      <a:pt x="3464768" y="648072"/>
                    </a:lnTo>
                    <a:lnTo>
                      <a:pt x="1232520" y="648072"/>
                    </a:lnTo>
                    <a:lnTo>
                      <a:pt x="1232520" y="616854"/>
                    </a:lnTo>
                    <a:cubicBezTo>
                      <a:pt x="1232520" y="514788"/>
                      <a:pt x="1149780" y="432048"/>
                      <a:pt x="1047714" y="432048"/>
                    </a:cubicBezTo>
                    <a:lnTo>
                      <a:pt x="432048" y="432048"/>
                    </a:lnTo>
                    <a:lnTo>
                      <a:pt x="432048" y="216024"/>
                    </a:lnTo>
                    <a:lnTo>
                      <a:pt x="432048" y="184806"/>
                    </a:lnTo>
                    <a:cubicBezTo>
                      <a:pt x="432048" y="82740"/>
                      <a:pt x="514788" y="0"/>
                      <a:pt x="61685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434" name="Google Shape;2434;p52"/>
              <p:cNvSpPr/>
              <p:nvPr/>
            </p:nvSpPr>
            <p:spPr>
              <a:xfrm>
                <a:off x="9003511" y="4923426"/>
                <a:ext cx="304410" cy="330939"/>
              </a:xfrm>
              <a:custGeom>
                <a:rect b="b" l="l" r="r" t="t"/>
                <a:pathLst>
                  <a:path extrusionOk="0" h="4031150" w="3708000">
                    <a:moveTo>
                      <a:pt x="2226025" y="2078010"/>
                    </a:moveTo>
                    <a:lnTo>
                      <a:pt x="1976753" y="2339372"/>
                    </a:lnTo>
                    <a:lnTo>
                      <a:pt x="1976910" y="2339581"/>
                    </a:lnTo>
                    <a:lnTo>
                      <a:pt x="1976204" y="2339948"/>
                    </a:lnTo>
                    <a:lnTo>
                      <a:pt x="1975656" y="2340523"/>
                    </a:lnTo>
                    <a:lnTo>
                      <a:pt x="1975499" y="2340314"/>
                    </a:lnTo>
                    <a:lnTo>
                      <a:pt x="1688579" y="2489240"/>
                    </a:lnTo>
                    <a:cubicBezTo>
                      <a:pt x="1740712" y="2519877"/>
                      <a:pt x="1801557" y="2536438"/>
                      <a:pt x="1866270" y="2536438"/>
                    </a:cubicBezTo>
                    <a:cubicBezTo>
                      <a:pt x="2071258" y="2536438"/>
                      <a:pt x="2237434" y="2370262"/>
                      <a:pt x="2237434" y="2165274"/>
                    </a:cubicBezTo>
                    <a:cubicBezTo>
                      <a:pt x="2237434" y="2135129"/>
                      <a:pt x="2233840" y="2105822"/>
                      <a:pt x="2226025" y="2078010"/>
                    </a:cubicBezTo>
                    <a:close/>
                    <a:moveTo>
                      <a:pt x="1866270" y="1794110"/>
                    </a:moveTo>
                    <a:cubicBezTo>
                      <a:pt x="1661282" y="1794110"/>
                      <a:pt x="1495106" y="1960286"/>
                      <a:pt x="1495106" y="2165274"/>
                    </a:cubicBezTo>
                    <a:cubicBezTo>
                      <a:pt x="1495106" y="2194876"/>
                      <a:pt x="1498572" y="2223668"/>
                      <a:pt x="1506052" y="2251046"/>
                    </a:cubicBezTo>
                    <a:lnTo>
                      <a:pt x="1731247" y="2014929"/>
                    </a:lnTo>
                    <a:lnTo>
                      <a:pt x="1731090" y="2014720"/>
                    </a:lnTo>
                    <a:lnTo>
                      <a:pt x="1731796" y="2014353"/>
                    </a:lnTo>
                    <a:lnTo>
                      <a:pt x="1732344" y="2013778"/>
                    </a:lnTo>
                    <a:lnTo>
                      <a:pt x="1732501" y="2013987"/>
                    </a:lnTo>
                    <a:lnTo>
                      <a:pt x="2054335" y="1846939"/>
                    </a:lnTo>
                    <a:cubicBezTo>
                      <a:pt x="1999773" y="1812909"/>
                      <a:pt x="1935217" y="1794110"/>
                      <a:pt x="1866270" y="1794110"/>
                    </a:cubicBezTo>
                    <a:close/>
                    <a:moveTo>
                      <a:pt x="1866270" y="1281021"/>
                    </a:moveTo>
                    <a:lnTo>
                      <a:pt x="1995916" y="1728077"/>
                    </a:lnTo>
                    <a:cubicBezTo>
                      <a:pt x="2049420" y="1742880"/>
                      <a:pt x="2098387" y="1768442"/>
                      <a:pt x="2141027" y="1801941"/>
                    </a:cubicBezTo>
                    <a:lnTo>
                      <a:pt x="2830781" y="1443923"/>
                    </a:lnTo>
                    <a:lnTo>
                      <a:pt x="2293677" y="2007077"/>
                    </a:lnTo>
                    <a:lnTo>
                      <a:pt x="2302169" y="2036187"/>
                    </a:lnTo>
                    <a:lnTo>
                      <a:pt x="2755181" y="2167560"/>
                    </a:lnTo>
                    <a:lnTo>
                      <a:pt x="2301207" y="2299213"/>
                    </a:lnTo>
                    <a:cubicBezTo>
                      <a:pt x="2288949" y="2340747"/>
                      <a:pt x="2270868" y="2379745"/>
                      <a:pt x="2246307" y="2414255"/>
                    </a:cubicBezTo>
                    <a:lnTo>
                      <a:pt x="2368615" y="2636476"/>
                    </a:lnTo>
                    <a:lnTo>
                      <a:pt x="2152396" y="2517472"/>
                    </a:lnTo>
                    <a:cubicBezTo>
                      <a:pt x="2112986" y="2553805"/>
                      <a:pt x="2065424" y="2580505"/>
                      <a:pt x="2013636" y="2598144"/>
                    </a:cubicBezTo>
                    <a:lnTo>
                      <a:pt x="1875846" y="3073280"/>
                    </a:lnTo>
                    <a:lnTo>
                      <a:pt x="1739624" y="2603548"/>
                    </a:lnTo>
                    <a:cubicBezTo>
                      <a:pt x="1688445" y="2589723"/>
                      <a:pt x="1641302" y="2566161"/>
                      <a:pt x="1599709" y="2535368"/>
                    </a:cubicBezTo>
                    <a:lnTo>
                      <a:pt x="877219" y="2910378"/>
                    </a:lnTo>
                    <a:lnTo>
                      <a:pt x="1438400" y="2321979"/>
                    </a:lnTo>
                    <a:lnTo>
                      <a:pt x="1437655" y="2319411"/>
                    </a:lnTo>
                    <a:lnTo>
                      <a:pt x="963153" y="2181805"/>
                    </a:lnTo>
                    <a:lnTo>
                      <a:pt x="1425898" y="2047609"/>
                    </a:lnTo>
                    <a:cubicBezTo>
                      <a:pt x="1440318" y="1991458"/>
                      <a:pt x="1465316" y="1939627"/>
                      <a:pt x="1501635" y="1896529"/>
                    </a:cubicBezTo>
                    <a:lnTo>
                      <a:pt x="1375628" y="1667588"/>
                    </a:lnTo>
                    <a:lnTo>
                      <a:pt x="1605635" y="1794181"/>
                    </a:lnTo>
                    <a:cubicBezTo>
                      <a:pt x="1643852" y="1764149"/>
                      <a:pt x="1688437" y="1742763"/>
                      <a:pt x="1736328" y="1729097"/>
                    </a:cubicBezTo>
                    <a:close/>
                    <a:moveTo>
                      <a:pt x="1801446" y="873772"/>
                    </a:moveTo>
                    <a:cubicBezTo>
                      <a:pt x="1122607" y="899096"/>
                      <a:pt x="577020" y="1443990"/>
                      <a:pt x="550657" y="2122563"/>
                    </a:cubicBezTo>
                    <a:lnTo>
                      <a:pt x="754935" y="2181804"/>
                    </a:lnTo>
                    <a:lnTo>
                      <a:pt x="551187" y="2240891"/>
                    </a:lnTo>
                    <a:cubicBezTo>
                      <a:pt x="582476" y="2925954"/>
                      <a:pt x="1143118" y="3472541"/>
                      <a:pt x="1833783" y="3482192"/>
                    </a:cubicBezTo>
                    <a:lnTo>
                      <a:pt x="1883029" y="3312376"/>
                    </a:lnTo>
                    <a:lnTo>
                      <a:pt x="1931451" y="3479348"/>
                    </a:lnTo>
                    <a:cubicBezTo>
                      <a:pt x="2602724" y="3441618"/>
                      <a:pt x="3137685" y="2895457"/>
                      <a:pt x="3157888" y="2219621"/>
                    </a:cubicBezTo>
                    <a:lnTo>
                      <a:pt x="2970483" y="2165273"/>
                    </a:lnTo>
                    <a:lnTo>
                      <a:pt x="3156785" y="2111246"/>
                    </a:lnTo>
                    <a:cubicBezTo>
                      <a:pt x="3124894" y="1437932"/>
                      <a:pt x="2581609" y="898954"/>
                      <a:pt x="1906553" y="873772"/>
                    </a:cubicBezTo>
                    <a:lnTo>
                      <a:pt x="1853999" y="1054992"/>
                    </a:lnTo>
                    <a:close/>
                    <a:moveTo>
                      <a:pt x="1842112" y="204015"/>
                    </a:moveTo>
                    <a:cubicBezTo>
                      <a:pt x="1750186" y="208331"/>
                      <a:pt x="1671595" y="261235"/>
                      <a:pt x="1631665" y="337724"/>
                    </a:cubicBezTo>
                    <a:cubicBezTo>
                      <a:pt x="1704451" y="327639"/>
                      <a:pt x="1778701" y="323150"/>
                      <a:pt x="1854000" y="323150"/>
                    </a:cubicBezTo>
                    <a:cubicBezTo>
                      <a:pt x="1929687" y="323150"/>
                      <a:pt x="2004315" y="327685"/>
                      <a:pt x="2077458" y="337895"/>
                    </a:cubicBezTo>
                    <a:cubicBezTo>
                      <a:pt x="2032849" y="253989"/>
                      <a:pt x="1942703" y="199292"/>
                      <a:pt x="1842112" y="204015"/>
                    </a:cubicBezTo>
                    <a:close/>
                    <a:moveTo>
                      <a:pt x="1832557" y="511"/>
                    </a:moveTo>
                    <a:cubicBezTo>
                      <a:pt x="2064724" y="-10390"/>
                      <a:pt x="2266043" y="154192"/>
                      <a:pt x="2302551" y="380077"/>
                    </a:cubicBezTo>
                    <a:cubicBezTo>
                      <a:pt x="3110034" y="578670"/>
                      <a:pt x="3708000" y="1308079"/>
                      <a:pt x="3708000" y="2177150"/>
                    </a:cubicBezTo>
                    <a:cubicBezTo>
                      <a:pt x="3708000" y="3201086"/>
                      <a:pt x="2877936" y="4031150"/>
                      <a:pt x="1854000" y="4031150"/>
                    </a:cubicBezTo>
                    <a:cubicBezTo>
                      <a:pt x="830064" y="4031150"/>
                      <a:pt x="0" y="3201086"/>
                      <a:pt x="0" y="2177150"/>
                    </a:cubicBezTo>
                    <a:cubicBezTo>
                      <a:pt x="0" y="1308490"/>
                      <a:pt x="597400" y="579361"/>
                      <a:pt x="1404307" y="380371"/>
                    </a:cubicBezTo>
                    <a:cubicBezTo>
                      <a:pt x="1438620" y="172028"/>
                      <a:pt x="1614858" y="10733"/>
                      <a:pt x="1832557" y="51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435" name="Google Shape;2435;p52"/>
              <p:cNvSpPr/>
              <p:nvPr/>
            </p:nvSpPr>
            <p:spPr>
              <a:xfrm>
                <a:off x="9848127" y="4821478"/>
                <a:ext cx="257012" cy="330939"/>
              </a:xfrm>
              <a:custGeom>
                <a:rect b="b" l="l" r="r" t="t"/>
                <a:pathLst>
                  <a:path extrusionOk="0" h="3913585" w="3039346">
                    <a:moveTo>
                      <a:pt x="1527178" y="2618567"/>
                    </a:moveTo>
                    <a:cubicBezTo>
                      <a:pt x="1429201" y="2618567"/>
                      <a:pt x="1349775" y="2697993"/>
                      <a:pt x="1349775" y="2795971"/>
                    </a:cubicBezTo>
                    <a:cubicBezTo>
                      <a:pt x="1349775" y="2861110"/>
                      <a:pt x="1384883" y="2918050"/>
                      <a:pt x="1437574" y="2948279"/>
                    </a:cubicBezTo>
                    <a:lnTo>
                      <a:pt x="1275150" y="3311239"/>
                    </a:lnTo>
                    <a:lnTo>
                      <a:pt x="1779206" y="3311239"/>
                    </a:lnTo>
                    <a:lnTo>
                      <a:pt x="1616782" y="2948279"/>
                    </a:lnTo>
                    <a:cubicBezTo>
                      <a:pt x="1669475" y="2918050"/>
                      <a:pt x="1704582" y="2861110"/>
                      <a:pt x="1704582" y="2795971"/>
                    </a:cubicBezTo>
                    <a:cubicBezTo>
                      <a:pt x="1704582" y="2697993"/>
                      <a:pt x="1625156" y="2618567"/>
                      <a:pt x="1527178" y="2618567"/>
                    </a:cubicBezTo>
                    <a:close/>
                    <a:moveTo>
                      <a:pt x="1527178" y="0"/>
                    </a:moveTo>
                    <a:cubicBezTo>
                      <a:pt x="2026975" y="0"/>
                      <a:pt x="2435288" y="391686"/>
                      <a:pt x="2460697" y="884907"/>
                    </a:cubicBezTo>
                    <a:lnTo>
                      <a:pt x="2463282" y="884907"/>
                    </a:lnTo>
                    <a:lnTo>
                      <a:pt x="2463282" y="936104"/>
                    </a:lnTo>
                    <a:lnTo>
                      <a:pt x="2463282" y="1656184"/>
                    </a:lnTo>
                    <a:lnTo>
                      <a:pt x="2067282" y="1656184"/>
                    </a:lnTo>
                    <a:lnTo>
                      <a:pt x="2067282" y="1427425"/>
                    </a:lnTo>
                    <a:lnTo>
                      <a:pt x="2310132" y="1427584"/>
                    </a:lnTo>
                    <a:cubicBezTo>
                      <a:pt x="2310132" y="1320268"/>
                      <a:pt x="2206785" y="1230216"/>
                      <a:pt x="2067282" y="1206340"/>
                    </a:cubicBezTo>
                    <a:lnTo>
                      <a:pt x="2067282" y="936104"/>
                    </a:lnTo>
                    <a:lnTo>
                      <a:pt x="2066786" y="936104"/>
                    </a:lnTo>
                    <a:cubicBezTo>
                      <a:pt x="2066786" y="638087"/>
                      <a:pt x="1825195" y="396496"/>
                      <a:pt x="1527178" y="396496"/>
                    </a:cubicBezTo>
                    <a:cubicBezTo>
                      <a:pt x="1229161" y="396496"/>
                      <a:pt x="987570" y="638087"/>
                      <a:pt x="987570" y="936104"/>
                    </a:cubicBezTo>
                    <a:lnTo>
                      <a:pt x="987074" y="936104"/>
                    </a:lnTo>
                    <a:lnTo>
                      <a:pt x="987074" y="1872209"/>
                    </a:lnTo>
                    <a:lnTo>
                      <a:pt x="2699110" y="1872209"/>
                    </a:lnTo>
                    <a:cubicBezTo>
                      <a:pt x="2887017" y="1872209"/>
                      <a:pt x="3039346" y="2024538"/>
                      <a:pt x="3039346" y="2212445"/>
                    </a:cubicBezTo>
                    <a:lnTo>
                      <a:pt x="3039346" y="3573349"/>
                    </a:lnTo>
                    <a:cubicBezTo>
                      <a:pt x="3039346" y="3761256"/>
                      <a:pt x="2887017" y="3913585"/>
                      <a:pt x="2699110" y="3913585"/>
                    </a:cubicBezTo>
                    <a:lnTo>
                      <a:pt x="340236" y="3913585"/>
                    </a:lnTo>
                    <a:cubicBezTo>
                      <a:pt x="152329" y="3913585"/>
                      <a:pt x="0" y="3761256"/>
                      <a:pt x="0" y="3573349"/>
                    </a:cubicBezTo>
                    <a:lnTo>
                      <a:pt x="0" y="2212445"/>
                    </a:lnTo>
                    <a:cubicBezTo>
                      <a:pt x="0" y="2024538"/>
                      <a:pt x="152329" y="1872209"/>
                      <a:pt x="340236" y="1872209"/>
                    </a:cubicBezTo>
                    <a:lnTo>
                      <a:pt x="591074" y="1872209"/>
                    </a:lnTo>
                    <a:lnTo>
                      <a:pt x="591074" y="936104"/>
                    </a:lnTo>
                    <a:cubicBezTo>
                      <a:pt x="591074" y="419108"/>
                      <a:pt x="1010182" y="0"/>
                      <a:pt x="1527178"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436" name="Google Shape;2436;p52"/>
              <p:cNvSpPr/>
              <p:nvPr/>
            </p:nvSpPr>
            <p:spPr>
              <a:xfrm>
                <a:off x="10547386" y="3842640"/>
                <a:ext cx="309335" cy="309300"/>
              </a:xfrm>
              <a:custGeom>
                <a:rect b="b" l="l" r="r" t="t"/>
                <a:pathLst>
                  <a:path extrusionOk="0" h="3960000" w="3960440">
                    <a:moveTo>
                      <a:pt x="2117745" y="2289258"/>
                    </a:moveTo>
                    <a:cubicBezTo>
                      <a:pt x="2253931" y="2373161"/>
                      <a:pt x="2290104" y="2397532"/>
                      <a:pt x="2392952" y="2510010"/>
                    </a:cubicBezTo>
                    <a:cubicBezTo>
                      <a:pt x="2551302" y="2699530"/>
                      <a:pt x="2456894" y="2911213"/>
                      <a:pt x="2285214" y="2987744"/>
                    </a:cubicBezTo>
                    <a:cubicBezTo>
                      <a:pt x="2046443" y="3084914"/>
                      <a:pt x="1864058" y="3073352"/>
                      <a:pt x="1634211" y="2962065"/>
                    </a:cubicBezTo>
                    <a:cubicBezTo>
                      <a:pt x="1390134" y="2803501"/>
                      <a:pt x="1391670" y="2463226"/>
                      <a:pt x="1703848" y="2355742"/>
                    </a:cubicBezTo>
                    <a:cubicBezTo>
                      <a:pt x="1867216" y="2309770"/>
                      <a:pt x="1932946" y="2304275"/>
                      <a:pt x="2117745" y="2289258"/>
                    </a:cubicBezTo>
                    <a:close/>
                    <a:moveTo>
                      <a:pt x="1895201" y="880902"/>
                    </a:moveTo>
                    <a:cubicBezTo>
                      <a:pt x="2049819" y="878570"/>
                      <a:pt x="2210983" y="1023567"/>
                      <a:pt x="2276065" y="1236504"/>
                    </a:cubicBezTo>
                    <a:cubicBezTo>
                      <a:pt x="2350446" y="1479859"/>
                      <a:pt x="2271166" y="1719799"/>
                      <a:pt x="2098990" y="1772423"/>
                    </a:cubicBezTo>
                    <a:cubicBezTo>
                      <a:pt x="1926813" y="1825048"/>
                      <a:pt x="1726940" y="1670429"/>
                      <a:pt x="1652559" y="1427074"/>
                    </a:cubicBezTo>
                    <a:cubicBezTo>
                      <a:pt x="1578180" y="1183717"/>
                      <a:pt x="1657458" y="943778"/>
                      <a:pt x="1829635" y="891153"/>
                    </a:cubicBezTo>
                    <a:close/>
                    <a:moveTo>
                      <a:pt x="2577034" y="759541"/>
                    </a:moveTo>
                    <a:lnTo>
                      <a:pt x="1972441" y="767241"/>
                    </a:lnTo>
                    <a:cubicBezTo>
                      <a:pt x="1929619" y="768623"/>
                      <a:pt x="1886068" y="773785"/>
                      <a:pt x="1842289" y="783004"/>
                    </a:cubicBezTo>
                    <a:cubicBezTo>
                      <a:pt x="1492048" y="856758"/>
                      <a:pt x="1259862" y="1162246"/>
                      <a:pt x="1323686" y="1465331"/>
                    </a:cubicBezTo>
                    <a:cubicBezTo>
                      <a:pt x="1380617" y="1735681"/>
                      <a:pt x="1653838" y="1912801"/>
                      <a:pt x="1960688" y="1894227"/>
                    </a:cubicBezTo>
                    <a:lnTo>
                      <a:pt x="1954787" y="1896039"/>
                    </a:lnTo>
                    <a:cubicBezTo>
                      <a:pt x="1858317" y="2000800"/>
                      <a:pt x="1978682" y="2148499"/>
                      <a:pt x="2028445" y="2210716"/>
                    </a:cubicBezTo>
                    <a:lnTo>
                      <a:pt x="1914361" y="2213518"/>
                    </a:lnTo>
                    <a:cubicBezTo>
                      <a:pt x="1373805" y="2249742"/>
                      <a:pt x="1143478" y="2466102"/>
                      <a:pt x="1177422" y="2809298"/>
                    </a:cubicBezTo>
                    <a:cubicBezTo>
                      <a:pt x="1211366" y="3152493"/>
                      <a:pt x="1741992" y="3244646"/>
                      <a:pt x="2060873" y="3229704"/>
                    </a:cubicBezTo>
                    <a:cubicBezTo>
                      <a:pt x="2379755" y="3214763"/>
                      <a:pt x="2698110" y="2930571"/>
                      <a:pt x="2719230" y="2648210"/>
                    </a:cubicBezTo>
                    <a:cubicBezTo>
                      <a:pt x="2699867" y="2070575"/>
                      <a:pt x="2052418" y="2112562"/>
                      <a:pt x="2282832" y="1799863"/>
                    </a:cubicBezTo>
                    <a:cubicBezTo>
                      <a:pt x="2510843" y="1673695"/>
                      <a:pt x="2641919" y="1435236"/>
                      <a:pt x="2592014" y="1198247"/>
                    </a:cubicBezTo>
                    <a:cubicBezTo>
                      <a:pt x="2566015" y="1074781"/>
                      <a:pt x="2494906" y="970760"/>
                      <a:pt x="2395028" y="897200"/>
                    </a:cubicBezTo>
                    <a:lnTo>
                      <a:pt x="2564389" y="891152"/>
                    </a:lnTo>
                    <a:cubicBezTo>
                      <a:pt x="2644558" y="859402"/>
                      <a:pt x="2739013" y="796695"/>
                      <a:pt x="2769176" y="767327"/>
                    </a:cubicBezTo>
                    <a:cubicBezTo>
                      <a:pt x="2755484" y="761968"/>
                      <a:pt x="2680847" y="759625"/>
                      <a:pt x="2577034" y="759541"/>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437" name="Google Shape;2437;p52"/>
              <p:cNvSpPr/>
              <p:nvPr/>
            </p:nvSpPr>
            <p:spPr>
              <a:xfrm>
                <a:off x="10401733" y="3025716"/>
                <a:ext cx="257188" cy="377708"/>
              </a:xfrm>
              <a:custGeom>
                <a:rect b="b" l="l" r="r" t="t"/>
                <a:pathLst>
                  <a:path extrusionOk="0" h="4032448" w="2745756">
                    <a:moveTo>
                      <a:pt x="1622229" y="1008112"/>
                    </a:moveTo>
                    <a:lnTo>
                      <a:pt x="2371247" y="1008112"/>
                    </a:lnTo>
                    <a:lnTo>
                      <a:pt x="2371247" y="3081405"/>
                    </a:lnTo>
                    <a:lnTo>
                      <a:pt x="2745756" y="3081405"/>
                    </a:lnTo>
                    <a:lnTo>
                      <a:pt x="1996738" y="4032448"/>
                    </a:lnTo>
                    <a:lnTo>
                      <a:pt x="1247720" y="3081405"/>
                    </a:lnTo>
                    <a:lnTo>
                      <a:pt x="1622229" y="3081405"/>
                    </a:lnTo>
                    <a:close/>
                    <a:moveTo>
                      <a:pt x="749018" y="0"/>
                    </a:moveTo>
                    <a:lnTo>
                      <a:pt x="1498036" y="951043"/>
                    </a:lnTo>
                    <a:lnTo>
                      <a:pt x="1123527" y="951043"/>
                    </a:lnTo>
                    <a:lnTo>
                      <a:pt x="1123527" y="3024336"/>
                    </a:lnTo>
                    <a:lnTo>
                      <a:pt x="374509" y="3024336"/>
                    </a:lnTo>
                    <a:lnTo>
                      <a:pt x="374509" y="951043"/>
                    </a:lnTo>
                    <a:lnTo>
                      <a:pt x="0" y="951043"/>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438" name="Google Shape;2438;p52"/>
              <p:cNvSpPr/>
              <p:nvPr/>
            </p:nvSpPr>
            <p:spPr>
              <a:xfrm>
                <a:off x="9438297" y="5013963"/>
                <a:ext cx="300437" cy="209342"/>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439" name="Google Shape;2439;p52"/>
              <p:cNvSpPr/>
              <p:nvPr/>
            </p:nvSpPr>
            <p:spPr>
              <a:xfrm rot="678773">
                <a:off x="10108027" y="4569149"/>
                <a:ext cx="338104" cy="343148"/>
              </a:xfrm>
              <a:custGeom>
                <a:rect b="b" l="l" r="r" t="t"/>
                <a:pathLst>
                  <a:path extrusionOk="0" h="3948462" w="3890413">
                    <a:moveTo>
                      <a:pt x="1853384" y="1371624"/>
                    </a:moveTo>
                    <a:lnTo>
                      <a:pt x="1768767" y="1390324"/>
                    </a:lnTo>
                    <a:cubicBezTo>
                      <a:pt x="1579409" y="1463487"/>
                      <a:pt x="1490873" y="1833773"/>
                      <a:pt x="1517577" y="2042010"/>
                    </a:cubicBezTo>
                    <a:cubicBezTo>
                      <a:pt x="1544281" y="2250247"/>
                      <a:pt x="1644086" y="2624290"/>
                      <a:pt x="1928990" y="2639747"/>
                    </a:cubicBezTo>
                    <a:cubicBezTo>
                      <a:pt x="2177093" y="2653207"/>
                      <a:pt x="2337423" y="2363017"/>
                      <a:pt x="2318674" y="2006358"/>
                    </a:cubicBezTo>
                    <a:cubicBezTo>
                      <a:pt x="2310210" y="1948950"/>
                      <a:pt x="2301678" y="1891436"/>
                      <a:pt x="2293344" y="1834228"/>
                    </a:cubicBezTo>
                    <a:cubicBezTo>
                      <a:pt x="2229725" y="1555945"/>
                      <a:pt x="2050691" y="1359067"/>
                      <a:pt x="1853384" y="1371624"/>
                    </a:cubicBezTo>
                    <a:close/>
                    <a:moveTo>
                      <a:pt x="1594841" y="45653"/>
                    </a:moveTo>
                    <a:cubicBezTo>
                      <a:pt x="2527821" y="-128041"/>
                      <a:pt x="3626282" y="158796"/>
                      <a:pt x="3869632" y="1517323"/>
                    </a:cubicBezTo>
                    <a:cubicBezTo>
                      <a:pt x="3939308" y="2058696"/>
                      <a:pt x="3820785" y="2251376"/>
                      <a:pt x="3706266" y="2457195"/>
                    </a:cubicBezTo>
                    <a:cubicBezTo>
                      <a:pt x="3132098" y="3124925"/>
                      <a:pt x="2589274" y="2611359"/>
                      <a:pt x="2548384" y="2446988"/>
                    </a:cubicBezTo>
                    <a:cubicBezTo>
                      <a:pt x="2411721" y="3024903"/>
                      <a:pt x="2005702" y="3164775"/>
                      <a:pt x="1746058" y="3093574"/>
                    </a:cubicBezTo>
                    <a:cubicBezTo>
                      <a:pt x="1486414" y="3022373"/>
                      <a:pt x="990519" y="2612821"/>
                      <a:pt x="990519" y="2019783"/>
                    </a:cubicBezTo>
                    <a:cubicBezTo>
                      <a:pt x="990519" y="1500875"/>
                      <a:pt x="1249504" y="1067935"/>
                      <a:pt x="1593790" y="967808"/>
                    </a:cubicBezTo>
                    <a:cubicBezTo>
                      <a:pt x="1642974" y="953504"/>
                      <a:pt x="1694009" y="949376"/>
                      <a:pt x="1746058" y="945992"/>
                    </a:cubicBezTo>
                    <a:cubicBezTo>
                      <a:pt x="2004670" y="929176"/>
                      <a:pt x="2081338" y="1030119"/>
                      <a:pt x="2206475" y="1173924"/>
                    </a:cubicBezTo>
                    <a:cubicBezTo>
                      <a:pt x="2194343" y="1061758"/>
                      <a:pt x="2187003" y="961165"/>
                      <a:pt x="2185910" y="877882"/>
                    </a:cubicBezTo>
                    <a:lnTo>
                      <a:pt x="2656644" y="803138"/>
                    </a:lnTo>
                    <a:lnTo>
                      <a:pt x="2828567" y="2099525"/>
                    </a:lnTo>
                    <a:cubicBezTo>
                      <a:pt x="2888366" y="2544108"/>
                      <a:pt x="3261961" y="2420799"/>
                      <a:pt x="3362812" y="2002360"/>
                    </a:cubicBezTo>
                    <a:cubicBezTo>
                      <a:pt x="3355320" y="1625023"/>
                      <a:pt x="3366534" y="1729632"/>
                      <a:pt x="3289926" y="1346695"/>
                    </a:cubicBezTo>
                    <a:lnTo>
                      <a:pt x="3290031" y="1346798"/>
                    </a:lnTo>
                    <a:cubicBezTo>
                      <a:pt x="3068547" y="637774"/>
                      <a:pt x="2419129" y="439933"/>
                      <a:pt x="1700745" y="575031"/>
                    </a:cubicBezTo>
                    <a:cubicBezTo>
                      <a:pt x="890947" y="727320"/>
                      <a:pt x="415476" y="1491783"/>
                      <a:pt x="571995" y="2274165"/>
                    </a:cubicBezTo>
                    <a:cubicBezTo>
                      <a:pt x="728513" y="3056546"/>
                      <a:pt x="1580131" y="3572543"/>
                      <a:pt x="2267548" y="3408286"/>
                    </a:cubicBezTo>
                    <a:cubicBezTo>
                      <a:pt x="2796517" y="3281890"/>
                      <a:pt x="2641988" y="3320887"/>
                      <a:pt x="3194376" y="3072653"/>
                    </a:cubicBezTo>
                    <a:cubicBezTo>
                      <a:pt x="3249441" y="3306078"/>
                      <a:pt x="3239115" y="3309742"/>
                      <a:pt x="3268026" y="3509545"/>
                    </a:cubicBezTo>
                    <a:cubicBezTo>
                      <a:pt x="3021841" y="3717756"/>
                      <a:pt x="2685602" y="3836362"/>
                      <a:pt x="2347298" y="3904041"/>
                    </a:cubicBezTo>
                    <a:cubicBezTo>
                      <a:pt x="1157336" y="4112956"/>
                      <a:pt x="289475" y="3581660"/>
                      <a:pt x="42617" y="2380068"/>
                    </a:cubicBezTo>
                    <a:cubicBezTo>
                      <a:pt x="-204242" y="1178477"/>
                      <a:pt x="661862" y="219348"/>
                      <a:pt x="1594841" y="45653"/>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440" name="Google Shape;2440;p52"/>
              <p:cNvSpPr/>
              <p:nvPr/>
            </p:nvSpPr>
            <p:spPr>
              <a:xfrm>
                <a:off x="8506880" y="2771935"/>
                <a:ext cx="315652" cy="359610"/>
              </a:xfrm>
              <a:custGeom>
                <a:rect b="b" l="l" r="r" t="t"/>
                <a:pathLst>
                  <a:path extrusionOk="0" h="3938119" w="3456727">
                    <a:moveTo>
                      <a:pt x="1728364" y="1961325"/>
                    </a:moveTo>
                    <a:cubicBezTo>
                      <a:pt x="1726089" y="2407152"/>
                      <a:pt x="1737463" y="2812034"/>
                      <a:pt x="1735188" y="3257861"/>
                    </a:cubicBezTo>
                    <a:cubicBezTo>
                      <a:pt x="2394830" y="3057694"/>
                      <a:pt x="2610919" y="2352560"/>
                      <a:pt x="2765594" y="1981796"/>
                    </a:cubicBezTo>
                    <a:close/>
                    <a:moveTo>
                      <a:pt x="1728362" y="682044"/>
                    </a:moveTo>
                    <a:cubicBezTo>
                      <a:pt x="1355324" y="868563"/>
                      <a:pt x="1166530" y="952725"/>
                      <a:pt x="609247" y="1002767"/>
                    </a:cubicBezTo>
                    <a:cubicBezTo>
                      <a:pt x="606972" y="1330312"/>
                      <a:pt x="631992" y="1623739"/>
                      <a:pt x="704780" y="1964933"/>
                    </a:cubicBezTo>
                    <a:lnTo>
                      <a:pt x="1728363" y="1971757"/>
                    </a:lnTo>
                    <a:cubicBezTo>
                      <a:pt x="1728363" y="1541853"/>
                      <a:pt x="1728362" y="1111948"/>
                      <a:pt x="1728362" y="682044"/>
                    </a:cubicBezTo>
                    <a:close/>
                    <a:moveTo>
                      <a:pt x="1723409" y="487996"/>
                    </a:moveTo>
                    <a:cubicBezTo>
                      <a:pt x="1725062" y="488690"/>
                      <a:pt x="1726712" y="489384"/>
                      <a:pt x="1728363" y="490064"/>
                    </a:cubicBezTo>
                    <a:cubicBezTo>
                      <a:pt x="1730015" y="489384"/>
                      <a:pt x="1731666" y="488690"/>
                      <a:pt x="1733319" y="487996"/>
                    </a:cubicBezTo>
                    <a:lnTo>
                      <a:pt x="1733319" y="492131"/>
                    </a:lnTo>
                    <a:cubicBezTo>
                      <a:pt x="2179467" y="679460"/>
                      <a:pt x="2405896" y="769409"/>
                      <a:pt x="2817789" y="813808"/>
                    </a:cubicBezTo>
                    <a:cubicBezTo>
                      <a:pt x="2971516" y="823489"/>
                      <a:pt x="3036247" y="875307"/>
                      <a:pt x="3033236" y="1061333"/>
                    </a:cubicBezTo>
                    <a:cubicBezTo>
                      <a:pt x="3015439" y="2441328"/>
                      <a:pt x="2363638" y="3359629"/>
                      <a:pt x="1733319" y="3448048"/>
                    </a:cubicBezTo>
                    <a:lnTo>
                      <a:pt x="1733319" y="3450123"/>
                    </a:lnTo>
                    <a:lnTo>
                      <a:pt x="1728363" y="3449086"/>
                    </a:lnTo>
                    <a:lnTo>
                      <a:pt x="1723409" y="3450123"/>
                    </a:lnTo>
                    <a:lnTo>
                      <a:pt x="1723409" y="3448048"/>
                    </a:lnTo>
                    <a:cubicBezTo>
                      <a:pt x="1093089" y="3359629"/>
                      <a:pt x="441289" y="2441328"/>
                      <a:pt x="423491" y="1061333"/>
                    </a:cubicBezTo>
                    <a:cubicBezTo>
                      <a:pt x="420479" y="875307"/>
                      <a:pt x="485211" y="823489"/>
                      <a:pt x="638937" y="813808"/>
                    </a:cubicBezTo>
                    <a:cubicBezTo>
                      <a:pt x="1050832" y="769409"/>
                      <a:pt x="1277261" y="679460"/>
                      <a:pt x="1723409" y="492131"/>
                    </a:cubicBezTo>
                    <a:close/>
                    <a:moveTo>
                      <a:pt x="1722802" y="306889"/>
                    </a:moveTo>
                    <a:lnTo>
                      <a:pt x="1722802" y="311530"/>
                    </a:lnTo>
                    <a:cubicBezTo>
                      <a:pt x="1222099" y="521767"/>
                      <a:pt x="967982" y="622713"/>
                      <a:pt x="505720" y="672542"/>
                    </a:cubicBezTo>
                    <a:cubicBezTo>
                      <a:pt x="333196" y="683408"/>
                      <a:pt x="260550" y="741561"/>
                      <a:pt x="263929" y="950334"/>
                    </a:cubicBezTo>
                    <a:cubicBezTo>
                      <a:pt x="283902" y="2499079"/>
                      <a:pt x="1015407" y="3529669"/>
                      <a:pt x="1722802" y="3628902"/>
                    </a:cubicBezTo>
                    <a:lnTo>
                      <a:pt x="1722802" y="3631230"/>
                    </a:lnTo>
                    <a:lnTo>
                      <a:pt x="1728365" y="3630065"/>
                    </a:lnTo>
                    <a:lnTo>
                      <a:pt x="1733925" y="3631230"/>
                    </a:lnTo>
                    <a:lnTo>
                      <a:pt x="1733925" y="3628902"/>
                    </a:lnTo>
                    <a:cubicBezTo>
                      <a:pt x="2441322" y="3529669"/>
                      <a:pt x="3172826" y="2499079"/>
                      <a:pt x="3192800" y="950334"/>
                    </a:cubicBezTo>
                    <a:cubicBezTo>
                      <a:pt x="3196179" y="741561"/>
                      <a:pt x="3123532" y="683408"/>
                      <a:pt x="2951007" y="672542"/>
                    </a:cubicBezTo>
                    <a:cubicBezTo>
                      <a:pt x="2488747" y="622713"/>
                      <a:pt x="2234630" y="521767"/>
                      <a:pt x="1733925" y="311530"/>
                    </a:cubicBezTo>
                    <a:lnTo>
                      <a:pt x="1733925" y="306889"/>
                    </a:lnTo>
                    <a:cubicBezTo>
                      <a:pt x="1732071" y="307669"/>
                      <a:pt x="1730218" y="308445"/>
                      <a:pt x="1728365" y="309209"/>
                    </a:cubicBezTo>
                    <a:cubicBezTo>
                      <a:pt x="1726510" y="308445"/>
                      <a:pt x="1724659" y="307669"/>
                      <a:pt x="1722802" y="306889"/>
                    </a:cubicBezTo>
                    <a:close/>
                    <a:moveTo>
                      <a:pt x="1721800" y="0"/>
                    </a:moveTo>
                    <a:cubicBezTo>
                      <a:pt x="1723991" y="923"/>
                      <a:pt x="1726176" y="1844"/>
                      <a:pt x="1728363" y="2749"/>
                    </a:cubicBezTo>
                    <a:cubicBezTo>
                      <a:pt x="1730551" y="1844"/>
                      <a:pt x="1732737" y="923"/>
                      <a:pt x="1734926" y="0"/>
                    </a:cubicBezTo>
                    <a:lnTo>
                      <a:pt x="1734926" y="5497"/>
                    </a:lnTo>
                    <a:cubicBezTo>
                      <a:pt x="2325825" y="254550"/>
                      <a:pt x="2625718" y="374136"/>
                      <a:pt x="3171248" y="433164"/>
                    </a:cubicBezTo>
                    <a:cubicBezTo>
                      <a:pt x="3374850" y="446035"/>
                      <a:pt x="3460584" y="514926"/>
                      <a:pt x="3456595" y="762245"/>
                    </a:cubicBezTo>
                    <a:cubicBezTo>
                      <a:pt x="3433024" y="2596936"/>
                      <a:pt x="2569749" y="3817807"/>
                      <a:pt x="1734926" y="3935360"/>
                    </a:cubicBezTo>
                    <a:lnTo>
                      <a:pt x="1734926" y="3938119"/>
                    </a:lnTo>
                    <a:lnTo>
                      <a:pt x="1728363" y="3936740"/>
                    </a:lnTo>
                    <a:lnTo>
                      <a:pt x="1721800" y="3938119"/>
                    </a:lnTo>
                    <a:lnTo>
                      <a:pt x="1721800" y="3935360"/>
                    </a:lnTo>
                    <a:cubicBezTo>
                      <a:pt x="886977" y="3817807"/>
                      <a:pt x="23703" y="2596936"/>
                      <a:pt x="132" y="762245"/>
                    </a:cubicBezTo>
                    <a:cubicBezTo>
                      <a:pt x="-3858" y="514926"/>
                      <a:pt x="81876" y="446035"/>
                      <a:pt x="285478" y="433164"/>
                    </a:cubicBezTo>
                    <a:cubicBezTo>
                      <a:pt x="831010" y="374136"/>
                      <a:pt x="1130903" y="254550"/>
                      <a:pt x="1721800" y="549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441" name="Google Shape;2441;p52"/>
              <p:cNvSpPr/>
              <p:nvPr/>
            </p:nvSpPr>
            <p:spPr>
              <a:xfrm>
                <a:off x="9655543" y="2519661"/>
                <a:ext cx="338578" cy="338540"/>
              </a:xfrm>
              <a:custGeom>
                <a:rect b="b" l="l" r="r" t="t"/>
                <a:pathLst>
                  <a:path extrusionOk="0" h="3960000" w="3960440">
                    <a:moveTo>
                      <a:pt x="2764687" y="782779"/>
                    </a:moveTo>
                    <a:cubicBezTo>
                      <a:pt x="2512183" y="782779"/>
                      <a:pt x="2307488" y="987475"/>
                      <a:pt x="2307487" y="1239980"/>
                    </a:cubicBezTo>
                    <a:cubicBezTo>
                      <a:pt x="2307487" y="1241985"/>
                      <a:pt x="2307500" y="1243987"/>
                      <a:pt x="2308092" y="1245978"/>
                    </a:cubicBezTo>
                    <a:lnTo>
                      <a:pt x="1570677" y="1632536"/>
                    </a:lnTo>
                    <a:cubicBezTo>
                      <a:pt x="1488749" y="1552118"/>
                      <a:pt x="1376387" y="1502860"/>
                      <a:pt x="1252520" y="1502859"/>
                    </a:cubicBezTo>
                    <a:cubicBezTo>
                      <a:pt x="1000014" y="1502859"/>
                      <a:pt x="795319" y="1707555"/>
                      <a:pt x="795319" y="1960060"/>
                    </a:cubicBezTo>
                    <a:cubicBezTo>
                      <a:pt x="795319" y="2212565"/>
                      <a:pt x="1000014" y="2417260"/>
                      <a:pt x="1252520" y="2417260"/>
                    </a:cubicBezTo>
                    <a:cubicBezTo>
                      <a:pt x="1361432" y="2417260"/>
                      <a:pt x="1461449" y="2379178"/>
                      <a:pt x="1538674" y="2313987"/>
                    </a:cubicBezTo>
                    <a:lnTo>
                      <a:pt x="2308734" y="2717656"/>
                    </a:lnTo>
                    <a:cubicBezTo>
                      <a:pt x="2314220" y="2964461"/>
                      <a:pt x="2516327" y="3162492"/>
                      <a:pt x="2764688" y="3162492"/>
                    </a:cubicBezTo>
                    <a:cubicBezTo>
                      <a:pt x="3017192" y="3162492"/>
                      <a:pt x="3221888" y="2957797"/>
                      <a:pt x="3221887" y="2705292"/>
                    </a:cubicBezTo>
                    <a:cubicBezTo>
                      <a:pt x="3221887" y="2452786"/>
                      <a:pt x="3017192" y="2248092"/>
                      <a:pt x="2764688" y="2248092"/>
                    </a:cubicBezTo>
                    <a:cubicBezTo>
                      <a:pt x="2638870" y="2248092"/>
                      <a:pt x="2524924" y="2298913"/>
                      <a:pt x="2442337" y="2381228"/>
                    </a:cubicBezTo>
                    <a:lnTo>
                      <a:pt x="1706164" y="1995322"/>
                    </a:lnTo>
                    <a:lnTo>
                      <a:pt x="1709074" y="1966451"/>
                    </a:lnTo>
                    <a:lnTo>
                      <a:pt x="2455698" y="1575067"/>
                    </a:lnTo>
                    <a:cubicBezTo>
                      <a:pt x="2536225" y="1651261"/>
                      <a:pt x="2645094" y="1697180"/>
                      <a:pt x="2764687" y="1697179"/>
                    </a:cubicBezTo>
                    <a:cubicBezTo>
                      <a:pt x="3017193" y="1697180"/>
                      <a:pt x="3221887" y="1492485"/>
                      <a:pt x="3221888" y="1239980"/>
                    </a:cubicBezTo>
                    <a:cubicBezTo>
                      <a:pt x="3221887" y="987475"/>
                      <a:pt x="3017193" y="782779"/>
                      <a:pt x="2764687" y="782779"/>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442" name="Google Shape;2442;p52"/>
              <p:cNvSpPr/>
              <p:nvPr/>
            </p:nvSpPr>
            <p:spPr>
              <a:xfrm rot="2648398">
                <a:off x="8942310" y="2514803"/>
                <a:ext cx="148930" cy="380894"/>
              </a:xfrm>
              <a:custGeom>
                <a:rect b="b" l="l" r="r" t="t"/>
                <a:pathLst>
                  <a:path extrusionOk="0" h="4764557" w="1862952">
                    <a:moveTo>
                      <a:pt x="289679" y="2004751"/>
                    </a:moveTo>
                    <a:cubicBezTo>
                      <a:pt x="458860" y="1838972"/>
                      <a:pt x="691283" y="1737733"/>
                      <a:pt x="946849" y="1740329"/>
                    </a:cubicBezTo>
                    <a:cubicBezTo>
                      <a:pt x="982916" y="1740695"/>
                      <a:pt x="1018481" y="1743119"/>
                      <a:pt x="1053366" y="1748014"/>
                    </a:cubicBezTo>
                    <a:cubicBezTo>
                      <a:pt x="1317748" y="1888655"/>
                      <a:pt x="1203170" y="2165630"/>
                      <a:pt x="978473" y="2204473"/>
                    </a:cubicBezTo>
                    <a:cubicBezTo>
                      <a:pt x="966642" y="2201190"/>
                      <a:pt x="954470" y="2200566"/>
                      <a:pt x="942176" y="2200441"/>
                    </a:cubicBezTo>
                    <a:cubicBezTo>
                      <a:pt x="697403" y="2197955"/>
                      <a:pt x="496962" y="2394367"/>
                      <a:pt x="494475" y="2639137"/>
                    </a:cubicBezTo>
                    <a:lnTo>
                      <a:pt x="482110" y="3856696"/>
                    </a:lnTo>
                    <a:cubicBezTo>
                      <a:pt x="479624" y="4101467"/>
                      <a:pt x="676035" y="4301910"/>
                      <a:pt x="920807" y="4304396"/>
                    </a:cubicBezTo>
                    <a:cubicBezTo>
                      <a:pt x="1043193" y="4305639"/>
                      <a:pt x="1154496" y="4257158"/>
                      <a:pt x="1235513" y="4177768"/>
                    </a:cubicBezTo>
                    <a:cubicBezTo>
                      <a:pt x="1316531" y="4098380"/>
                      <a:pt x="1367262" y="3988084"/>
                      <a:pt x="1368506" y="3865699"/>
                    </a:cubicBezTo>
                    <a:lnTo>
                      <a:pt x="1375662" y="3161156"/>
                    </a:lnTo>
                    <a:cubicBezTo>
                      <a:pt x="1504082" y="3167548"/>
                      <a:pt x="1792622" y="2981572"/>
                      <a:pt x="1861834" y="2783546"/>
                    </a:cubicBezTo>
                    <a:lnTo>
                      <a:pt x="1851019" y="3848423"/>
                    </a:lnTo>
                    <a:cubicBezTo>
                      <a:pt x="1848423" y="4103989"/>
                      <a:pt x="1742485" y="4334308"/>
                      <a:pt x="1573304" y="4500088"/>
                    </a:cubicBezTo>
                    <a:cubicBezTo>
                      <a:pt x="1404123" y="4665866"/>
                      <a:pt x="1171700" y="4767105"/>
                      <a:pt x="916134" y="4764509"/>
                    </a:cubicBezTo>
                    <a:cubicBezTo>
                      <a:pt x="405002" y="4759318"/>
                      <a:pt x="-5143" y="4340756"/>
                      <a:pt x="48" y="3829624"/>
                    </a:cubicBezTo>
                    <a:lnTo>
                      <a:pt x="11964" y="2656415"/>
                    </a:lnTo>
                    <a:cubicBezTo>
                      <a:pt x="14559" y="2400849"/>
                      <a:pt x="120498" y="2170529"/>
                      <a:pt x="289679" y="2004751"/>
                    </a:cubicBezTo>
                    <a:close/>
                    <a:moveTo>
                      <a:pt x="282968" y="271082"/>
                    </a:moveTo>
                    <a:cubicBezTo>
                      <a:pt x="450457" y="103594"/>
                      <a:pt x="681840" y="0"/>
                      <a:pt x="937419" y="0"/>
                    </a:cubicBezTo>
                    <a:cubicBezTo>
                      <a:pt x="1448577" y="0"/>
                      <a:pt x="1862952" y="414375"/>
                      <a:pt x="1862952" y="925533"/>
                    </a:cubicBezTo>
                    <a:lnTo>
                      <a:pt x="1862952" y="2098803"/>
                    </a:lnTo>
                    <a:cubicBezTo>
                      <a:pt x="1862952" y="2609961"/>
                      <a:pt x="1448577" y="3024336"/>
                      <a:pt x="937419" y="3024336"/>
                    </a:cubicBezTo>
                    <a:cubicBezTo>
                      <a:pt x="901350" y="3024336"/>
                      <a:pt x="865762" y="3022273"/>
                      <a:pt x="830829" y="3017733"/>
                    </a:cubicBezTo>
                    <a:cubicBezTo>
                      <a:pt x="565032" y="2879784"/>
                      <a:pt x="676792" y="2601660"/>
                      <a:pt x="901083" y="2560538"/>
                    </a:cubicBezTo>
                    <a:cubicBezTo>
                      <a:pt x="912947" y="2563700"/>
                      <a:pt x="925124" y="2564200"/>
                      <a:pt x="937419" y="2564200"/>
                    </a:cubicBezTo>
                    <a:cubicBezTo>
                      <a:pt x="1182204" y="2564200"/>
                      <a:pt x="1380640" y="2365763"/>
                      <a:pt x="1380641" y="2120980"/>
                    </a:cubicBezTo>
                    <a:lnTo>
                      <a:pt x="1380640" y="903358"/>
                    </a:lnTo>
                    <a:cubicBezTo>
                      <a:pt x="1380640" y="658574"/>
                      <a:pt x="1182204" y="460137"/>
                      <a:pt x="937419" y="460137"/>
                    </a:cubicBezTo>
                    <a:cubicBezTo>
                      <a:pt x="815027" y="460137"/>
                      <a:pt x="704222" y="509746"/>
                      <a:pt x="624015" y="589954"/>
                    </a:cubicBezTo>
                    <a:cubicBezTo>
                      <a:pt x="543808" y="670161"/>
                      <a:pt x="494199" y="780966"/>
                      <a:pt x="494199" y="903358"/>
                    </a:cubicBezTo>
                    <a:lnTo>
                      <a:pt x="494198" y="1607937"/>
                    </a:lnTo>
                    <a:cubicBezTo>
                      <a:pt x="365720" y="1602850"/>
                      <a:pt x="79084" y="1791747"/>
                      <a:pt x="11886" y="1990465"/>
                    </a:cubicBezTo>
                    <a:lnTo>
                      <a:pt x="11886" y="925533"/>
                    </a:lnTo>
                    <a:cubicBezTo>
                      <a:pt x="11886" y="669954"/>
                      <a:pt x="115480" y="438571"/>
                      <a:pt x="282968" y="271082"/>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443" name="Google Shape;2443;p52"/>
              <p:cNvSpPr/>
              <p:nvPr/>
            </p:nvSpPr>
            <p:spPr>
              <a:xfrm rot="8580000">
                <a:off x="8651645" y="4749636"/>
                <a:ext cx="318301" cy="317452"/>
              </a:xfrm>
              <a:custGeom>
                <a:rect b="b" l="l" r="r" t="t"/>
                <a:pathLst>
                  <a:path extrusionOk="0" h="3862045" w="3872365">
                    <a:moveTo>
                      <a:pt x="1786489" y="808318"/>
                    </a:moveTo>
                    <a:cubicBezTo>
                      <a:pt x="1525809" y="610106"/>
                      <a:pt x="1257124" y="397966"/>
                      <a:pt x="1040385" y="230829"/>
                    </a:cubicBezTo>
                    <a:cubicBezTo>
                      <a:pt x="1905215" y="-194386"/>
                      <a:pt x="2650439" y="24572"/>
                      <a:pt x="3162062" y="429660"/>
                    </a:cubicBezTo>
                    <a:cubicBezTo>
                      <a:pt x="3007351" y="875340"/>
                      <a:pt x="2905932" y="1443216"/>
                      <a:pt x="2745609" y="1410478"/>
                    </a:cubicBezTo>
                    <a:cubicBezTo>
                      <a:pt x="2633182" y="1430335"/>
                      <a:pt x="2220955" y="1138671"/>
                      <a:pt x="1786489" y="808318"/>
                    </a:cubicBezTo>
                    <a:close/>
                    <a:moveTo>
                      <a:pt x="2701004" y="2590217"/>
                    </a:moveTo>
                    <a:cubicBezTo>
                      <a:pt x="2682933" y="2576481"/>
                      <a:pt x="2672282" y="2559744"/>
                      <a:pt x="2670336" y="2539383"/>
                    </a:cubicBezTo>
                    <a:cubicBezTo>
                      <a:pt x="2587360" y="2376647"/>
                      <a:pt x="3042640" y="1246798"/>
                      <a:pt x="3299881" y="563773"/>
                    </a:cubicBezTo>
                    <a:cubicBezTo>
                      <a:pt x="3959368" y="1266493"/>
                      <a:pt x="3967860" y="2043171"/>
                      <a:pt x="3730056" y="2650875"/>
                    </a:cubicBezTo>
                    <a:cubicBezTo>
                      <a:pt x="3317547" y="2635434"/>
                      <a:pt x="2827499" y="2686366"/>
                      <a:pt x="2701004" y="2590217"/>
                    </a:cubicBezTo>
                    <a:close/>
                    <a:moveTo>
                      <a:pt x="19691" y="2248546"/>
                    </a:moveTo>
                    <a:cubicBezTo>
                      <a:pt x="-100797" y="1292396"/>
                      <a:pt x="348853" y="659059"/>
                      <a:pt x="898439" y="307194"/>
                    </a:cubicBezTo>
                    <a:cubicBezTo>
                      <a:pt x="1269469" y="598575"/>
                      <a:pt x="1773388" y="879352"/>
                      <a:pt x="1690237" y="1020281"/>
                    </a:cubicBezTo>
                    <a:cubicBezTo>
                      <a:pt x="1661713" y="1200709"/>
                      <a:pt x="629275" y="1847170"/>
                      <a:pt x="19691" y="2248546"/>
                    </a:cubicBezTo>
                    <a:close/>
                    <a:moveTo>
                      <a:pt x="1805382" y="3858278"/>
                    </a:moveTo>
                    <a:cubicBezTo>
                      <a:pt x="1676483" y="3404460"/>
                      <a:pt x="1433840" y="2881111"/>
                      <a:pt x="1583946" y="2815971"/>
                    </a:cubicBezTo>
                    <a:cubicBezTo>
                      <a:pt x="1713076" y="2686769"/>
                      <a:pt x="2928316" y="2770622"/>
                      <a:pt x="3657403" y="2804207"/>
                    </a:cubicBezTo>
                    <a:cubicBezTo>
                      <a:pt x="3192869" y="3648569"/>
                      <a:pt x="2456828" y="3896652"/>
                      <a:pt x="1805382" y="3858278"/>
                    </a:cubicBezTo>
                    <a:close/>
                    <a:moveTo>
                      <a:pt x="762284" y="3480575"/>
                    </a:moveTo>
                    <a:cubicBezTo>
                      <a:pt x="380940" y="3198297"/>
                      <a:pt x="161300" y="2806810"/>
                      <a:pt x="58293" y="2412172"/>
                    </a:cubicBezTo>
                    <a:cubicBezTo>
                      <a:pt x="450067" y="2149344"/>
                      <a:pt x="872820" y="1756853"/>
                      <a:pt x="981158" y="1879484"/>
                    </a:cubicBezTo>
                    <a:cubicBezTo>
                      <a:pt x="1143940" y="1962367"/>
                      <a:pt x="1439720" y="3144041"/>
                      <a:pt x="1633080" y="3847823"/>
                    </a:cubicBezTo>
                    <a:cubicBezTo>
                      <a:pt x="1278110" y="3779994"/>
                      <a:pt x="991090" y="3649942"/>
                      <a:pt x="762284" y="348057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444" name="Google Shape;2444;p52"/>
              <p:cNvSpPr/>
              <p:nvPr/>
            </p:nvSpPr>
            <p:spPr>
              <a:xfrm>
                <a:off x="8268788" y="3120081"/>
                <a:ext cx="291831" cy="251871"/>
              </a:xfrm>
              <a:custGeom>
                <a:rect b="b" l="l" r="r" t="t"/>
                <a:pathLst>
                  <a:path extrusionOk="0" h="316007" w="366142">
                    <a:moveTo>
                      <a:pt x="241139" y="0"/>
                    </a:moveTo>
                    <a:cubicBezTo>
                      <a:pt x="265040" y="0"/>
                      <a:pt x="292051" y="14516"/>
                      <a:pt x="306633" y="31202"/>
                    </a:cubicBezTo>
                    <a:cubicBezTo>
                      <a:pt x="327151" y="29858"/>
                      <a:pt x="335397" y="19692"/>
                      <a:pt x="349699" y="10558"/>
                    </a:cubicBezTo>
                    <a:cubicBezTo>
                      <a:pt x="343170" y="29574"/>
                      <a:pt x="336047" y="54091"/>
                      <a:pt x="325569" y="59830"/>
                    </a:cubicBezTo>
                    <a:cubicBezTo>
                      <a:pt x="340338" y="61437"/>
                      <a:pt x="353079" y="55334"/>
                      <a:pt x="366142" y="52395"/>
                    </a:cubicBezTo>
                    <a:cubicBezTo>
                      <a:pt x="361514" y="66282"/>
                      <a:pt x="342655" y="74263"/>
                      <a:pt x="334454" y="94697"/>
                    </a:cubicBezTo>
                    <a:cubicBezTo>
                      <a:pt x="326254" y="115131"/>
                      <a:pt x="329982" y="126199"/>
                      <a:pt x="316939" y="174999"/>
                    </a:cubicBezTo>
                    <a:cubicBezTo>
                      <a:pt x="296102" y="242622"/>
                      <a:pt x="276174" y="279635"/>
                      <a:pt x="184305" y="311458"/>
                    </a:cubicBezTo>
                    <a:cubicBezTo>
                      <a:pt x="152057" y="320905"/>
                      <a:pt x="83508" y="315693"/>
                      <a:pt x="27716" y="295316"/>
                    </a:cubicBezTo>
                    <a:lnTo>
                      <a:pt x="0" y="281129"/>
                    </a:lnTo>
                    <a:lnTo>
                      <a:pt x="0" y="268036"/>
                    </a:lnTo>
                    <a:lnTo>
                      <a:pt x="23178" y="266110"/>
                    </a:lnTo>
                    <a:cubicBezTo>
                      <a:pt x="63548" y="261698"/>
                      <a:pt x="90116" y="254801"/>
                      <a:pt x="108726" y="240807"/>
                    </a:cubicBezTo>
                    <a:cubicBezTo>
                      <a:pt x="87700" y="241375"/>
                      <a:pt x="35310" y="244403"/>
                      <a:pt x="20535" y="200079"/>
                    </a:cubicBezTo>
                    <a:cubicBezTo>
                      <a:pt x="37583" y="203299"/>
                      <a:pt x="59856" y="197334"/>
                      <a:pt x="70653" y="194871"/>
                    </a:cubicBezTo>
                    <a:cubicBezTo>
                      <a:pt x="57204" y="189662"/>
                      <a:pt x="37595" y="181773"/>
                      <a:pt x="20899" y="168840"/>
                    </a:cubicBezTo>
                    <a:lnTo>
                      <a:pt x="0" y="146258"/>
                    </a:lnTo>
                    <a:lnTo>
                      <a:pt x="0" y="116697"/>
                    </a:lnTo>
                    <a:lnTo>
                      <a:pt x="14104" y="121836"/>
                    </a:lnTo>
                    <a:cubicBezTo>
                      <a:pt x="23887" y="123910"/>
                      <a:pt x="33812" y="125203"/>
                      <a:pt x="40441" y="126434"/>
                    </a:cubicBezTo>
                    <a:cubicBezTo>
                      <a:pt x="9945" y="103325"/>
                      <a:pt x="-5039" y="60063"/>
                      <a:pt x="20722" y="8541"/>
                    </a:cubicBezTo>
                    <a:cubicBezTo>
                      <a:pt x="76047" y="73391"/>
                      <a:pt x="116697" y="97001"/>
                      <a:pt x="168525" y="104817"/>
                    </a:cubicBezTo>
                    <a:cubicBezTo>
                      <a:pt x="166649" y="98530"/>
                      <a:pt x="164888" y="89662"/>
                      <a:pt x="165796" y="68430"/>
                    </a:cubicBezTo>
                    <a:cubicBezTo>
                      <a:pt x="166838" y="44047"/>
                      <a:pt x="190944" y="0"/>
                      <a:pt x="241139"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2445" name="Google Shape;2445;p52"/>
              <p:cNvSpPr/>
              <p:nvPr/>
            </p:nvSpPr>
            <p:spPr>
              <a:xfrm>
                <a:off x="10509375" y="4197069"/>
                <a:ext cx="172150" cy="348350"/>
              </a:xfrm>
              <a:custGeom>
                <a:rect b="b" l="l" r="r" t="t"/>
                <a:pathLst>
                  <a:path extrusionOk="0" h="455920" w="225309">
                    <a:moveTo>
                      <a:pt x="139383" y="455355"/>
                    </a:moveTo>
                    <a:lnTo>
                      <a:pt x="139383" y="455920"/>
                    </a:lnTo>
                    <a:lnTo>
                      <a:pt x="139383" y="455355"/>
                    </a:lnTo>
                    <a:close/>
                    <a:moveTo>
                      <a:pt x="54403" y="455920"/>
                    </a:moveTo>
                    <a:lnTo>
                      <a:pt x="54403" y="455355"/>
                    </a:lnTo>
                    <a:lnTo>
                      <a:pt x="54403" y="455920"/>
                    </a:lnTo>
                    <a:close/>
                    <a:moveTo>
                      <a:pt x="193296" y="6"/>
                    </a:moveTo>
                    <a:cubicBezTo>
                      <a:pt x="204595" y="73"/>
                      <a:pt x="214144" y="770"/>
                      <a:pt x="225309" y="2823"/>
                    </a:cubicBezTo>
                    <a:cubicBezTo>
                      <a:pt x="225271" y="27274"/>
                      <a:pt x="222913" y="50194"/>
                      <a:pt x="219909" y="69600"/>
                    </a:cubicBezTo>
                    <a:cubicBezTo>
                      <a:pt x="188141" y="67117"/>
                      <a:pt x="138250" y="66776"/>
                      <a:pt x="139383" y="96177"/>
                    </a:cubicBezTo>
                    <a:lnTo>
                      <a:pt x="139383" y="140898"/>
                    </a:lnTo>
                    <a:lnTo>
                      <a:pt x="217171" y="140898"/>
                    </a:lnTo>
                    <a:lnTo>
                      <a:pt x="211626" y="215050"/>
                    </a:lnTo>
                    <a:lnTo>
                      <a:pt x="139383" y="216436"/>
                    </a:lnTo>
                    <a:lnTo>
                      <a:pt x="139383" y="455355"/>
                    </a:lnTo>
                    <a:lnTo>
                      <a:pt x="54403" y="455355"/>
                    </a:lnTo>
                    <a:lnTo>
                      <a:pt x="54403" y="216436"/>
                    </a:lnTo>
                    <a:lnTo>
                      <a:pt x="0" y="216436"/>
                    </a:lnTo>
                    <a:lnTo>
                      <a:pt x="0" y="140898"/>
                    </a:lnTo>
                    <a:lnTo>
                      <a:pt x="54403" y="140898"/>
                    </a:lnTo>
                    <a:lnTo>
                      <a:pt x="54403" y="90429"/>
                    </a:lnTo>
                    <a:cubicBezTo>
                      <a:pt x="54356" y="90266"/>
                      <a:pt x="54310" y="90103"/>
                      <a:pt x="54263" y="89940"/>
                    </a:cubicBezTo>
                    <a:cubicBezTo>
                      <a:pt x="54393" y="21715"/>
                      <a:pt x="104084" y="2174"/>
                      <a:pt x="150786" y="971"/>
                    </a:cubicBezTo>
                    <a:cubicBezTo>
                      <a:pt x="168948" y="503"/>
                      <a:pt x="181997" y="-60"/>
                      <a:pt x="193296" y="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2446" name="Google Shape;2446;p52"/>
              <p:cNvSpPr/>
              <p:nvPr/>
            </p:nvSpPr>
            <p:spPr>
              <a:xfrm>
                <a:off x="8105957" y="3478924"/>
                <a:ext cx="284621" cy="282605"/>
              </a:xfrm>
              <a:custGeom>
                <a:rect b="b" l="l" r="r" t="t"/>
                <a:pathLst>
                  <a:path extrusionOk="0" h="297454" w="299575">
                    <a:moveTo>
                      <a:pt x="249204" y="123541"/>
                    </a:moveTo>
                    <a:cubicBezTo>
                      <a:pt x="240190" y="123011"/>
                      <a:pt x="239659" y="128843"/>
                      <a:pt x="241250" y="136266"/>
                    </a:cubicBezTo>
                    <a:cubicBezTo>
                      <a:pt x="245492" y="158536"/>
                      <a:pt x="240720" y="179214"/>
                      <a:pt x="229055" y="198302"/>
                    </a:cubicBezTo>
                    <a:cubicBezTo>
                      <a:pt x="206255" y="234888"/>
                      <a:pt x="158536" y="250264"/>
                      <a:pt x="116648" y="234888"/>
                    </a:cubicBezTo>
                    <a:cubicBezTo>
                      <a:pt x="83774" y="222692"/>
                      <a:pt x="50901" y="185577"/>
                      <a:pt x="59914" y="135736"/>
                    </a:cubicBezTo>
                    <a:cubicBezTo>
                      <a:pt x="60444" y="132555"/>
                      <a:pt x="62565" y="127252"/>
                      <a:pt x="58324" y="125662"/>
                    </a:cubicBezTo>
                    <a:cubicBezTo>
                      <a:pt x="51431" y="122481"/>
                      <a:pt x="43477" y="123541"/>
                      <a:pt x="36585" y="125131"/>
                    </a:cubicBezTo>
                    <a:cubicBezTo>
                      <a:pt x="30222" y="126722"/>
                      <a:pt x="31813" y="133085"/>
                      <a:pt x="31813" y="137857"/>
                    </a:cubicBezTo>
                    <a:cubicBezTo>
                      <a:pt x="31813" y="174442"/>
                      <a:pt x="31813" y="210497"/>
                      <a:pt x="31813" y="247082"/>
                    </a:cubicBezTo>
                    <a:cubicBezTo>
                      <a:pt x="31813" y="262989"/>
                      <a:pt x="35524" y="266701"/>
                      <a:pt x="51961" y="266701"/>
                    </a:cubicBezTo>
                    <a:cubicBezTo>
                      <a:pt x="84835" y="266701"/>
                      <a:pt x="117178" y="266701"/>
                      <a:pt x="150052" y="266701"/>
                    </a:cubicBezTo>
                    <a:cubicBezTo>
                      <a:pt x="183456" y="266701"/>
                      <a:pt x="217390" y="266701"/>
                      <a:pt x="250794" y="266701"/>
                    </a:cubicBezTo>
                    <a:cubicBezTo>
                      <a:pt x="262459" y="266701"/>
                      <a:pt x="269352" y="261929"/>
                      <a:pt x="269352" y="250264"/>
                    </a:cubicBezTo>
                    <a:cubicBezTo>
                      <a:pt x="269352" y="211558"/>
                      <a:pt x="269352" y="173382"/>
                      <a:pt x="269352" y="134675"/>
                    </a:cubicBezTo>
                    <a:cubicBezTo>
                      <a:pt x="268822" y="126987"/>
                      <a:pt x="265773" y="124337"/>
                      <a:pt x="261863" y="123541"/>
                    </a:cubicBezTo>
                    <a:cubicBezTo>
                      <a:pt x="257952" y="122746"/>
                      <a:pt x="253180" y="123806"/>
                      <a:pt x="249204" y="123541"/>
                    </a:cubicBezTo>
                    <a:close/>
                    <a:moveTo>
                      <a:pt x="151642" y="88016"/>
                    </a:moveTo>
                    <a:cubicBezTo>
                      <a:pt x="116648" y="87486"/>
                      <a:pt x="89076" y="113997"/>
                      <a:pt x="89076" y="147931"/>
                    </a:cubicBezTo>
                    <a:cubicBezTo>
                      <a:pt x="89076" y="180805"/>
                      <a:pt x="117178" y="208377"/>
                      <a:pt x="150582" y="208377"/>
                    </a:cubicBezTo>
                    <a:cubicBezTo>
                      <a:pt x="183986" y="208377"/>
                      <a:pt x="212088" y="181335"/>
                      <a:pt x="212088" y="148461"/>
                    </a:cubicBezTo>
                    <a:cubicBezTo>
                      <a:pt x="212088" y="115058"/>
                      <a:pt x="185577" y="88546"/>
                      <a:pt x="151642" y="88016"/>
                    </a:cubicBezTo>
                    <a:close/>
                    <a:moveTo>
                      <a:pt x="234357" y="29162"/>
                    </a:moveTo>
                    <a:cubicBezTo>
                      <a:pt x="207846" y="29162"/>
                      <a:pt x="204135" y="32873"/>
                      <a:pt x="203605" y="60444"/>
                    </a:cubicBezTo>
                    <a:cubicBezTo>
                      <a:pt x="203605" y="90137"/>
                      <a:pt x="205195" y="92258"/>
                      <a:pt x="235948" y="92258"/>
                    </a:cubicBezTo>
                    <a:cubicBezTo>
                      <a:pt x="267762" y="92258"/>
                      <a:pt x="268822" y="91197"/>
                      <a:pt x="268822" y="59914"/>
                    </a:cubicBezTo>
                    <a:cubicBezTo>
                      <a:pt x="268822" y="57794"/>
                      <a:pt x="268822" y="55673"/>
                      <a:pt x="268822" y="53552"/>
                    </a:cubicBezTo>
                    <a:cubicBezTo>
                      <a:pt x="268822" y="35524"/>
                      <a:pt x="263519" y="29692"/>
                      <a:pt x="245492" y="29162"/>
                    </a:cubicBezTo>
                    <a:cubicBezTo>
                      <a:pt x="241781" y="29162"/>
                      <a:pt x="238069" y="29162"/>
                      <a:pt x="234357" y="29162"/>
                    </a:cubicBezTo>
                    <a:close/>
                    <a:moveTo>
                      <a:pt x="41887" y="0"/>
                    </a:moveTo>
                    <a:cubicBezTo>
                      <a:pt x="113998" y="0"/>
                      <a:pt x="186108" y="0"/>
                      <a:pt x="258217" y="0"/>
                    </a:cubicBezTo>
                    <a:cubicBezTo>
                      <a:pt x="284728" y="0"/>
                      <a:pt x="299575" y="14846"/>
                      <a:pt x="299575" y="41887"/>
                    </a:cubicBezTo>
                    <a:cubicBezTo>
                      <a:pt x="299575" y="112937"/>
                      <a:pt x="299575" y="184517"/>
                      <a:pt x="299575" y="255567"/>
                    </a:cubicBezTo>
                    <a:cubicBezTo>
                      <a:pt x="299575" y="283138"/>
                      <a:pt x="285789" y="297454"/>
                      <a:pt x="257687" y="297454"/>
                    </a:cubicBezTo>
                    <a:cubicBezTo>
                      <a:pt x="221632" y="297454"/>
                      <a:pt x="185577" y="297454"/>
                      <a:pt x="149522" y="297454"/>
                    </a:cubicBezTo>
                    <a:cubicBezTo>
                      <a:pt x="113467" y="297454"/>
                      <a:pt x="77412" y="297454"/>
                      <a:pt x="41357" y="297454"/>
                    </a:cubicBezTo>
                    <a:cubicBezTo>
                      <a:pt x="14315" y="297454"/>
                      <a:pt x="0" y="283138"/>
                      <a:pt x="0" y="256096"/>
                    </a:cubicBezTo>
                    <a:cubicBezTo>
                      <a:pt x="0" y="184517"/>
                      <a:pt x="0" y="112937"/>
                      <a:pt x="0" y="41357"/>
                    </a:cubicBezTo>
                    <a:cubicBezTo>
                      <a:pt x="0" y="14315"/>
                      <a:pt x="14846" y="0"/>
                      <a:pt x="41887"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grpSp>
        <p:grpSp>
          <p:nvGrpSpPr>
            <p:cNvPr id="2447" name="Google Shape;2447;p52"/>
            <p:cNvGrpSpPr/>
            <p:nvPr/>
          </p:nvGrpSpPr>
          <p:grpSpPr>
            <a:xfrm>
              <a:off x="8955547" y="3191206"/>
              <a:ext cx="1044109" cy="1340343"/>
              <a:chOff x="3425013" y="0"/>
              <a:chExt cx="5341478" cy="6856954"/>
            </a:xfrm>
          </p:grpSpPr>
          <p:sp>
            <p:nvSpPr>
              <p:cNvPr id="2448" name="Google Shape;2448;p52"/>
              <p:cNvSpPr/>
              <p:nvPr/>
            </p:nvSpPr>
            <p:spPr>
              <a:xfrm>
                <a:off x="3425013" y="0"/>
                <a:ext cx="5341478" cy="6856954"/>
              </a:xfrm>
              <a:custGeom>
                <a:rect b="b" l="l" r="r" t="t"/>
                <a:pathLst>
                  <a:path extrusionOk="0" h="6856954" w="5341478">
                    <a:moveTo>
                      <a:pt x="2688415" y="0"/>
                    </a:moveTo>
                    <a:cubicBezTo>
                      <a:pt x="2688415" y="0"/>
                      <a:pt x="956487" y="1166644"/>
                      <a:pt x="25123" y="1019550"/>
                    </a:cubicBezTo>
                    <a:cubicBezTo>
                      <a:pt x="-26116" y="2058707"/>
                      <a:pt x="15276" y="3058651"/>
                      <a:pt x="25123" y="3846231"/>
                    </a:cubicBezTo>
                    <a:cubicBezTo>
                      <a:pt x="54577" y="5744861"/>
                      <a:pt x="2642056" y="6856955"/>
                      <a:pt x="2642056" y="6856955"/>
                    </a:cubicBezTo>
                    <a:cubicBezTo>
                      <a:pt x="2642056" y="6856955"/>
                      <a:pt x="5064141" y="5921234"/>
                      <a:pt x="5338636" y="3952543"/>
                    </a:cubicBezTo>
                    <a:cubicBezTo>
                      <a:pt x="5328789" y="2980224"/>
                      <a:pt x="5348483" y="1950827"/>
                      <a:pt x="5338636" y="1048917"/>
                    </a:cubicBezTo>
                    <a:cubicBezTo>
                      <a:pt x="3593636" y="764663"/>
                      <a:pt x="2688415" y="0"/>
                      <a:pt x="2688415" y="0"/>
                    </a:cubicBezTo>
                    <a:close/>
                  </a:path>
                </a:pathLst>
              </a:custGeom>
              <a:noFill/>
              <a:ln cap="flat" cmpd="sng" w="3175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449" name="Google Shape;2449;p52"/>
              <p:cNvSpPr/>
              <p:nvPr/>
            </p:nvSpPr>
            <p:spPr>
              <a:xfrm>
                <a:off x="3692070" y="321376"/>
                <a:ext cx="4817313" cy="6184138"/>
              </a:xfrm>
              <a:custGeom>
                <a:rect b="b" l="l" r="r" t="t"/>
                <a:pathLst>
                  <a:path extrusionOk="0" h="6184138" w="4817313">
                    <a:moveTo>
                      <a:pt x="2424582" y="0"/>
                    </a:moveTo>
                    <a:cubicBezTo>
                      <a:pt x="2424582" y="0"/>
                      <a:pt x="862578" y="1052141"/>
                      <a:pt x="22626" y="919512"/>
                    </a:cubicBezTo>
                    <a:cubicBezTo>
                      <a:pt x="-23559" y="1856714"/>
                      <a:pt x="13825" y="2758537"/>
                      <a:pt x="22626" y="3468824"/>
                    </a:cubicBezTo>
                    <a:cubicBezTo>
                      <a:pt x="49117" y="5181145"/>
                      <a:pt x="2382841" y="6184138"/>
                      <a:pt x="2382841" y="6184138"/>
                    </a:cubicBezTo>
                    <a:cubicBezTo>
                      <a:pt x="2382841" y="6184138"/>
                      <a:pt x="4567206" y="5340265"/>
                      <a:pt x="4814773" y="3564766"/>
                    </a:cubicBezTo>
                    <a:cubicBezTo>
                      <a:pt x="4805973" y="2687778"/>
                      <a:pt x="4823575" y="1759465"/>
                      <a:pt x="4814773" y="946003"/>
                    </a:cubicBezTo>
                    <a:cubicBezTo>
                      <a:pt x="3240919" y="689634"/>
                      <a:pt x="2424582" y="0"/>
                      <a:pt x="2424582"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450" name="Google Shape;2450;p52"/>
              <p:cNvSpPr/>
              <p:nvPr/>
            </p:nvSpPr>
            <p:spPr>
              <a:xfrm>
                <a:off x="5077582" y="3107623"/>
                <a:ext cx="1971904" cy="1813799"/>
              </a:xfrm>
              <a:custGeom>
                <a:rect b="b" l="l" r="r" t="t"/>
                <a:pathLst>
                  <a:path extrusionOk="0" h="1813799" w="1971904">
                    <a:moveTo>
                      <a:pt x="1970433" y="1441139"/>
                    </a:moveTo>
                    <a:cubicBezTo>
                      <a:pt x="1467194" y="1954225"/>
                      <a:pt x="555524" y="1921547"/>
                      <a:pt x="0" y="1441139"/>
                    </a:cubicBezTo>
                    <a:cubicBezTo>
                      <a:pt x="0" y="1079329"/>
                      <a:pt x="0" y="0"/>
                      <a:pt x="0" y="0"/>
                    </a:cubicBezTo>
                    <a:lnTo>
                      <a:pt x="1970433" y="0"/>
                    </a:lnTo>
                    <a:cubicBezTo>
                      <a:pt x="1970433" y="87"/>
                      <a:pt x="1973745" y="1079329"/>
                      <a:pt x="1970433" y="144113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451" name="Google Shape;2451;p52"/>
              <p:cNvSpPr/>
              <p:nvPr/>
            </p:nvSpPr>
            <p:spPr>
              <a:xfrm>
                <a:off x="5332382" y="1718072"/>
                <a:ext cx="1483576" cy="1261366"/>
              </a:xfrm>
              <a:custGeom>
                <a:rect b="b" l="l" r="r" t="t"/>
                <a:pathLst>
                  <a:path extrusionOk="0" h="1261366" w="1483576">
                    <a:moveTo>
                      <a:pt x="741832" y="0"/>
                    </a:moveTo>
                    <a:lnTo>
                      <a:pt x="741832" y="0"/>
                    </a:lnTo>
                    <a:cubicBezTo>
                      <a:pt x="332182" y="0"/>
                      <a:pt x="0" y="332095"/>
                      <a:pt x="0" y="741745"/>
                    </a:cubicBezTo>
                    <a:lnTo>
                      <a:pt x="0" y="1261367"/>
                    </a:lnTo>
                    <a:lnTo>
                      <a:pt x="292445" y="1261367"/>
                    </a:lnTo>
                    <a:lnTo>
                      <a:pt x="292445" y="735209"/>
                    </a:lnTo>
                    <a:cubicBezTo>
                      <a:pt x="292445" y="499231"/>
                      <a:pt x="483720" y="307956"/>
                      <a:pt x="719698" y="307956"/>
                    </a:cubicBezTo>
                    <a:lnTo>
                      <a:pt x="719698" y="307956"/>
                    </a:lnTo>
                    <a:cubicBezTo>
                      <a:pt x="955676" y="307956"/>
                      <a:pt x="1146950" y="499231"/>
                      <a:pt x="1146950" y="735209"/>
                    </a:cubicBezTo>
                    <a:lnTo>
                      <a:pt x="1146950" y="1261367"/>
                    </a:lnTo>
                    <a:lnTo>
                      <a:pt x="1483576" y="1261367"/>
                    </a:lnTo>
                    <a:lnTo>
                      <a:pt x="1483576" y="741745"/>
                    </a:lnTo>
                    <a:cubicBezTo>
                      <a:pt x="1483664" y="332095"/>
                      <a:pt x="1151569" y="0"/>
                      <a:pt x="741832"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452" name="Google Shape;2452;p52"/>
              <p:cNvSpPr/>
              <p:nvPr/>
            </p:nvSpPr>
            <p:spPr>
              <a:xfrm>
                <a:off x="5864640" y="3547424"/>
                <a:ext cx="405205" cy="796469"/>
              </a:xfrm>
              <a:custGeom>
                <a:rect b="b" l="l" r="r" t="t"/>
                <a:pathLst>
                  <a:path extrusionOk="0" h="796469" w="405205">
                    <a:moveTo>
                      <a:pt x="353618" y="639528"/>
                    </a:moveTo>
                    <a:lnTo>
                      <a:pt x="310135" y="639528"/>
                    </a:lnTo>
                    <a:cubicBezTo>
                      <a:pt x="311006" y="635781"/>
                      <a:pt x="311529" y="631947"/>
                      <a:pt x="311529" y="628026"/>
                    </a:cubicBezTo>
                    <a:lnTo>
                      <a:pt x="311529" y="570861"/>
                    </a:lnTo>
                    <a:cubicBezTo>
                      <a:pt x="311529" y="543324"/>
                      <a:pt x="289221" y="521016"/>
                      <a:pt x="261685" y="521016"/>
                    </a:cubicBezTo>
                    <a:lnTo>
                      <a:pt x="261423" y="521016"/>
                    </a:lnTo>
                    <a:lnTo>
                      <a:pt x="261423" y="396492"/>
                    </a:lnTo>
                    <a:cubicBezTo>
                      <a:pt x="344643" y="371308"/>
                      <a:pt x="405206" y="294014"/>
                      <a:pt x="405206" y="202603"/>
                    </a:cubicBezTo>
                    <a:cubicBezTo>
                      <a:pt x="405206" y="90714"/>
                      <a:pt x="314492" y="0"/>
                      <a:pt x="202603" y="0"/>
                    </a:cubicBezTo>
                    <a:cubicBezTo>
                      <a:pt x="90714" y="0"/>
                      <a:pt x="0" y="90714"/>
                      <a:pt x="0" y="202603"/>
                    </a:cubicBezTo>
                    <a:cubicBezTo>
                      <a:pt x="0" y="294014"/>
                      <a:pt x="60563" y="371308"/>
                      <a:pt x="143783" y="396492"/>
                    </a:cubicBezTo>
                    <a:lnTo>
                      <a:pt x="143783" y="521016"/>
                    </a:lnTo>
                    <a:lnTo>
                      <a:pt x="143521" y="521016"/>
                    </a:lnTo>
                    <a:cubicBezTo>
                      <a:pt x="115985" y="521016"/>
                      <a:pt x="93677" y="543324"/>
                      <a:pt x="93677" y="570861"/>
                    </a:cubicBezTo>
                    <a:lnTo>
                      <a:pt x="93677" y="628026"/>
                    </a:lnTo>
                    <a:cubicBezTo>
                      <a:pt x="93677" y="632034"/>
                      <a:pt x="94199" y="635868"/>
                      <a:pt x="95071" y="639528"/>
                    </a:cubicBezTo>
                    <a:lnTo>
                      <a:pt x="51587" y="639528"/>
                    </a:lnTo>
                    <a:cubicBezTo>
                      <a:pt x="35118" y="639528"/>
                      <a:pt x="21785" y="652861"/>
                      <a:pt x="21785" y="669330"/>
                    </a:cubicBezTo>
                    <a:lnTo>
                      <a:pt x="21785" y="766667"/>
                    </a:lnTo>
                    <a:cubicBezTo>
                      <a:pt x="21785" y="783137"/>
                      <a:pt x="35118" y="796469"/>
                      <a:pt x="51587" y="796469"/>
                    </a:cubicBezTo>
                    <a:lnTo>
                      <a:pt x="353705" y="796469"/>
                    </a:lnTo>
                    <a:cubicBezTo>
                      <a:pt x="370175" y="796469"/>
                      <a:pt x="383508" y="783137"/>
                      <a:pt x="383508" y="766667"/>
                    </a:cubicBezTo>
                    <a:lnTo>
                      <a:pt x="383508" y="669330"/>
                    </a:lnTo>
                    <a:cubicBezTo>
                      <a:pt x="383333" y="652861"/>
                      <a:pt x="370001" y="639528"/>
                      <a:pt x="353618" y="63952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grpSp>
      <p:pic>
        <p:nvPicPr>
          <p:cNvPr descr="C:\Users\Lenovo\OneDrive\Desktop\just-begin-lets-practice.jpg.crdownload" id="2453" name="Google Shape;2453;p52"/>
          <p:cNvPicPr preferRelativeResize="0"/>
          <p:nvPr/>
        </p:nvPicPr>
        <p:blipFill rotWithShape="1">
          <a:blip r:embed="rId3">
            <a:alphaModFix/>
          </a:blip>
          <a:srcRect b="0" l="0" r="0" t="0"/>
          <a:stretch/>
        </p:blipFill>
        <p:spPr>
          <a:xfrm>
            <a:off x="995592" y="1872344"/>
            <a:ext cx="9955211" cy="2844346"/>
          </a:xfrm>
          <a:prstGeom prst="rect">
            <a:avLst/>
          </a:prstGeom>
          <a:noFill/>
          <a:ln>
            <a:noFill/>
          </a:ln>
        </p:spPr>
      </p:pic>
      <p:sp>
        <p:nvSpPr>
          <p:cNvPr id="2454" name="Google Shape;2454;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ransition spd="slow">
    <p:wipe dir="l"/>
  </p:transition>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8" name="Shape 2458"/>
        <p:cNvGrpSpPr/>
        <p:nvPr/>
      </p:nvGrpSpPr>
      <p:grpSpPr>
        <a:xfrm>
          <a:off x="0" y="0"/>
          <a:ext cx="0" cy="0"/>
          <a:chOff x="0" y="0"/>
          <a:chExt cx="0" cy="0"/>
        </a:xfrm>
      </p:grpSpPr>
      <p:sp>
        <p:nvSpPr>
          <p:cNvPr id="2459" name="Google Shape;2459;p53"/>
          <p:cNvSpPr txBox="1"/>
          <p:nvPr/>
        </p:nvSpPr>
        <p:spPr>
          <a:xfrm>
            <a:off x="5056534" y="449176"/>
            <a:ext cx="2778325"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69C7C"/>
              </a:buClr>
              <a:buSzPts val="4000"/>
              <a:buFont typeface="Arial"/>
              <a:buNone/>
            </a:pPr>
            <a:r>
              <a:rPr b="1" i="0" lang="en-US" sz="4000" u="none" cap="none" strike="noStrike">
                <a:solidFill>
                  <a:srgbClr val="169C7C"/>
                </a:solidFill>
                <a:latin typeface="Arial"/>
                <a:ea typeface="Arial"/>
                <a:cs typeface="Arial"/>
                <a:sym typeface="Arial"/>
              </a:rPr>
              <a:t>for/ since?</a:t>
            </a:r>
            <a:endParaRPr b="0" i="0" sz="1800" u="none" cap="none" strike="noStrike">
              <a:solidFill>
                <a:schemeClr val="dk1"/>
              </a:solidFill>
              <a:latin typeface="Calibri"/>
              <a:ea typeface="Calibri"/>
              <a:cs typeface="Calibri"/>
              <a:sym typeface="Calibri"/>
            </a:endParaRPr>
          </a:p>
        </p:txBody>
      </p:sp>
      <p:sp>
        <p:nvSpPr>
          <p:cNvPr id="2460" name="Google Shape;2460;p53"/>
          <p:cNvSpPr txBox="1"/>
          <p:nvPr/>
        </p:nvSpPr>
        <p:spPr>
          <a:xfrm>
            <a:off x="1437056" y="1451852"/>
            <a:ext cx="3259876"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 I was born</a:t>
            </a:r>
            <a:endParaRPr b="0" i="0" sz="1800" u="none" cap="none" strike="noStrike">
              <a:solidFill>
                <a:schemeClr val="dk1"/>
              </a:solidFill>
              <a:latin typeface="Calibri"/>
              <a:ea typeface="Calibri"/>
              <a:cs typeface="Calibri"/>
              <a:sym typeface="Calibri"/>
            </a:endParaRPr>
          </a:p>
        </p:txBody>
      </p:sp>
      <p:sp>
        <p:nvSpPr>
          <p:cNvPr id="2461" name="Google Shape;2461;p53"/>
          <p:cNvSpPr txBox="1"/>
          <p:nvPr/>
        </p:nvSpPr>
        <p:spPr>
          <a:xfrm>
            <a:off x="1402941" y="2525931"/>
            <a:ext cx="285555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 10 years</a:t>
            </a:r>
            <a:endParaRPr b="0" i="0" sz="1800" u="none" cap="none" strike="noStrike">
              <a:solidFill>
                <a:schemeClr val="dk1"/>
              </a:solidFill>
              <a:latin typeface="Calibri"/>
              <a:ea typeface="Calibri"/>
              <a:cs typeface="Calibri"/>
              <a:sym typeface="Calibri"/>
            </a:endParaRPr>
          </a:p>
        </p:txBody>
      </p:sp>
      <p:sp>
        <p:nvSpPr>
          <p:cNvPr id="2462" name="Google Shape;2462;p53"/>
          <p:cNvSpPr txBox="1"/>
          <p:nvPr/>
        </p:nvSpPr>
        <p:spPr>
          <a:xfrm>
            <a:off x="1437056" y="3782720"/>
            <a:ext cx="5068247"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 I moved to New York</a:t>
            </a:r>
            <a:endParaRPr b="0" i="0" sz="1800" u="none" cap="none" strike="noStrike">
              <a:solidFill>
                <a:schemeClr val="dk1"/>
              </a:solidFill>
              <a:latin typeface="Calibri"/>
              <a:ea typeface="Calibri"/>
              <a:cs typeface="Calibri"/>
              <a:sym typeface="Calibri"/>
            </a:endParaRPr>
          </a:p>
        </p:txBody>
      </p:sp>
      <p:sp>
        <p:nvSpPr>
          <p:cNvPr id="2463" name="Google Shape;2463;p53"/>
          <p:cNvSpPr txBox="1"/>
          <p:nvPr/>
        </p:nvSpPr>
        <p:spPr>
          <a:xfrm>
            <a:off x="8170775" y="1418994"/>
            <a:ext cx="364734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 a long time</a:t>
            </a:r>
            <a:endParaRPr b="0" i="0" sz="1800" u="none" cap="none" strike="noStrike">
              <a:solidFill>
                <a:schemeClr val="dk1"/>
              </a:solidFill>
              <a:latin typeface="Calibri"/>
              <a:ea typeface="Calibri"/>
              <a:cs typeface="Calibri"/>
              <a:sym typeface="Calibri"/>
            </a:endParaRPr>
          </a:p>
        </p:txBody>
      </p:sp>
      <p:sp>
        <p:nvSpPr>
          <p:cNvPr id="2464" name="Google Shape;2464;p53"/>
          <p:cNvSpPr txBox="1"/>
          <p:nvPr/>
        </p:nvSpPr>
        <p:spPr>
          <a:xfrm>
            <a:off x="8064324" y="2536594"/>
            <a:ext cx="3175746"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 4 o’clock</a:t>
            </a:r>
            <a:endParaRPr b="0" i="0" sz="1800" u="none" cap="none" strike="noStrike">
              <a:solidFill>
                <a:schemeClr val="dk1"/>
              </a:solidFill>
              <a:latin typeface="Calibri"/>
              <a:ea typeface="Calibri"/>
              <a:cs typeface="Calibri"/>
              <a:sym typeface="Calibri"/>
            </a:endParaRPr>
          </a:p>
        </p:txBody>
      </p:sp>
      <p:sp>
        <p:nvSpPr>
          <p:cNvPr id="2465" name="Google Shape;2465;p53"/>
          <p:cNvSpPr txBox="1"/>
          <p:nvPr/>
        </p:nvSpPr>
        <p:spPr>
          <a:xfrm>
            <a:off x="8008948" y="3800836"/>
            <a:ext cx="252965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 ages</a:t>
            </a:r>
            <a:endParaRPr b="0" i="0" sz="1800" u="none" cap="none" strike="noStrike">
              <a:solidFill>
                <a:schemeClr val="dk1"/>
              </a:solidFill>
              <a:latin typeface="Calibri"/>
              <a:ea typeface="Calibri"/>
              <a:cs typeface="Calibri"/>
              <a:sym typeface="Calibri"/>
            </a:endParaRPr>
          </a:p>
        </p:txBody>
      </p:sp>
      <p:sp>
        <p:nvSpPr>
          <p:cNvPr id="2466" name="Google Shape;2466;p53"/>
          <p:cNvSpPr txBox="1"/>
          <p:nvPr/>
        </p:nvSpPr>
        <p:spPr>
          <a:xfrm>
            <a:off x="1620878" y="5028846"/>
            <a:ext cx="3617328"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 yesterday</a:t>
            </a:r>
            <a:endParaRPr b="0" i="0" sz="1800" u="none" cap="none" strike="noStrike">
              <a:solidFill>
                <a:schemeClr val="dk1"/>
              </a:solidFill>
              <a:latin typeface="Calibri"/>
              <a:ea typeface="Calibri"/>
              <a:cs typeface="Calibri"/>
              <a:sym typeface="Calibri"/>
            </a:endParaRPr>
          </a:p>
        </p:txBody>
      </p:sp>
      <p:sp>
        <p:nvSpPr>
          <p:cNvPr id="2467" name="Google Shape;2467;p53"/>
          <p:cNvSpPr txBox="1"/>
          <p:nvPr/>
        </p:nvSpPr>
        <p:spPr>
          <a:xfrm>
            <a:off x="8170775" y="5091088"/>
            <a:ext cx="290444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 6 p.m</a:t>
            </a:r>
            <a:endParaRPr b="1" i="0" sz="3200" u="none" cap="none" strike="noStrike">
              <a:solidFill>
                <a:schemeClr val="dk1"/>
              </a:solidFill>
              <a:latin typeface="Arial"/>
              <a:ea typeface="Arial"/>
              <a:cs typeface="Arial"/>
              <a:sym typeface="Arial"/>
            </a:endParaRPr>
          </a:p>
        </p:txBody>
      </p:sp>
      <p:sp>
        <p:nvSpPr>
          <p:cNvPr id="2468" name="Google Shape;2468;p53"/>
          <p:cNvSpPr txBox="1"/>
          <p:nvPr/>
        </p:nvSpPr>
        <p:spPr>
          <a:xfrm>
            <a:off x="1437056" y="1418994"/>
            <a:ext cx="184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469" name="Google Shape;2469;p53"/>
          <p:cNvSpPr txBox="1"/>
          <p:nvPr/>
        </p:nvSpPr>
        <p:spPr>
          <a:xfrm>
            <a:off x="7653207" y="3708304"/>
            <a:ext cx="95117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200"/>
              <a:buFont typeface="Arial"/>
              <a:buNone/>
            </a:pPr>
            <a:r>
              <a:rPr b="1" i="0" lang="en-US" sz="3200" u="none" cap="none" strike="noStrike">
                <a:solidFill>
                  <a:srgbClr val="FF0000"/>
                </a:solidFill>
                <a:latin typeface="Arial"/>
                <a:ea typeface="Arial"/>
                <a:cs typeface="Arial"/>
                <a:sym typeface="Arial"/>
              </a:rPr>
              <a:t>for</a:t>
            </a:r>
            <a:endParaRPr b="0" i="0" sz="1800" u="none" cap="none" strike="noStrike">
              <a:solidFill>
                <a:schemeClr val="dk1"/>
              </a:solidFill>
              <a:latin typeface="Calibri"/>
              <a:ea typeface="Calibri"/>
              <a:cs typeface="Calibri"/>
              <a:sym typeface="Calibri"/>
            </a:endParaRPr>
          </a:p>
        </p:txBody>
      </p:sp>
      <p:sp>
        <p:nvSpPr>
          <p:cNvPr id="2470" name="Google Shape;2470;p53"/>
          <p:cNvSpPr txBox="1"/>
          <p:nvPr/>
        </p:nvSpPr>
        <p:spPr>
          <a:xfrm>
            <a:off x="8054544" y="1292363"/>
            <a:ext cx="1340977"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200"/>
              <a:buFont typeface="Arial"/>
              <a:buNone/>
            </a:pPr>
            <a:r>
              <a:rPr b="1" i="0" lang="en-US" sz="3200" u="none" cap="none" strike="noStrike">
                <a:solidFill>
                  <a:srgbClr val="FF0000"/>
                </a:solidFill>
                <a:latin typeface="Arial"/>
                <a:ea typeface="Arial"/>
                <a:cs typeface="Arial"/>
                <a:sym typeface="Arial"/>
              </a:rPr>
              <a:t>for</a:t>
            </a:r>
            <a:endParaRPr b="0" i="0" sz="1800" u="none" cap="none" strike="noStrike">
              <a:solidFill>
                <a:schemeClr val="dk1"/>
              </a:solidFill>
              <a:latin typeface="Calibri"/>
              <a:ea typeface="Calibri"/>
              <a:cs typeface="Calibri"/>
              <a:sym typeface="Calibri"/>
            </a:endParaRPr>
          </a:p>
        </p:txBody>
      </p:sp>
      <p:sp>
        <p:nvSpPr>
          <p:cNvPr id="2471" name="Google Shape;2471;p53"/>
          <p:cNvSpPr txBox="1"/>
          <p:nvPr/>
        </p:nvSpPr>
        <p:spPr>
          <a:xfrm>
            <a:off x="1355226" y="2432682"/>
            <a:ext cx="1038531"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200"/>
              <a:buFont typeface="Arial"/>
              <a:buNone/>
            </a:pPr>
            <a:r>
              <a:rPr b="1" i="0" lang="en-US" sz="3200" u="none" cap="none" strike="noStrike">
                <a:solidFill>
                  <a:srgbClr val="FF0000"/>
                </a:solidFill>
                <a:latin typeface="Arial"/>
                <a:ea typeface="Arial"/>
                <a:cs typeface="Arial"/>
                <a:sym typeface="Arial"/>
              </a:rPr>
              <a:t>for</a:t>
            </a:r>
            <a:endParaRPr b="0" i="0" sz="1800" u="none" cap="none" strike="noStrike">
              <a:solidFill>
                <a:schemeClr val="dk1"/>
              </a:solidFill>
              <a:latin typeface="Calibri"/>
              <a:ea typeface="Calibri"/>
              <a:cs typeface="Calibri"/>
              <a:sym typeface="Calibri"/>
            </a:endParaRPr>
          </a:p>
        </p:txBody>
      </p:sp>
      <p:sp>
        <p:nvSpPr>
          <p:cNvPr id="2472" name="Google Shape;2472;p53"/>
          <p:cNvSpPr txBox="1"/>
          <p:nvPr/>
        </p:nvSpPr>
        <p:spPr>
          <a:xfrm>
            <a:off x="7410154" y="2432683"/>
            <a:ext cx="170771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200"/>
              <a:buFont typeface="Arial"/>
              <a:buNone/>
            </a:pPr>
            <a:r>
              <a:rPr b="1" i="0" lang="en-US" sz="3200" u="none" cap="none" strike="noStrike">
                <a:solidFill>
                  <a:srgbClr val="FF0000"/>
                </a:solidFill>
                <a:latin typeface="Arial"/>
                <a:ea typeface="Arial"/>
                <a:cs typeface="Arial"/>
                <a:sym typeface="Arial"/>
              </a:rPr>
              <a:t>since</a:t>
            </a:r>
            <a:endParaRPr b="0" i="0" sz="1800" u="none" cap="none" strike="noStrike">
              <a:solidFill>
                <a:schemeClr val="dk1"/>
              </a:solidFill>
              <a:latin typeface="Calibri"/>
              <a:ea typeface="Calibri"/>
              <a:cs typeface="Calibri"/>
              <a:sym typeface="Calibri"/>
            </a:endParaRPr>
          </a:p>
        </p:txBody>
      </p:sp>
      <p:sp>
        <p:nvSpPr>
          <p:cNvPr id="2473" name="Google Shape;2473;p53"/>
          <p:cNvSpPr txBox="1"/>
          <p:nvPr/>
        </p:nvSpPr>
        <p:spPr>
          <a:xfrm>
            <a:off x="7483724" y="5003836"/>
            <a:ext cx="1560578"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200"/>
              <a:buFont typeface="Arial"/>
              <a:buNone/>
            </a:pPr>
            <a:r>
              <a:rPr b="1" i="0" lang="en-US" sz="3200" u="none" cap="none" strike="noStrike">
                <a:solidFill>
                  <a:srgbClr val="FF0000"/>
                </a:solidFill>
                <a:latin typeface="Arial"/>
                <a:ea typeface="Arial"/>
                <a:cs typeface="Arial"/>
                <a:sym typeface="Arial"/>
              </a:rPr>
              <a:t>since</a:t>
            </a:r>
            <a:endParaRPr b="0" i="0" sz="1800" u="none" cap="none" strike="noStrike">
              <a:solidFill>
                <a:schemeClr val="dk1"/>
              </a:solidFill>
              <a:latin typeface="Calibri"/>
              <a:ea typeface="Calibri"/>
              <a:cs typeface="Calibri"/>
              <a:sym typeface="Calibri"/>
            </a:endParaRPr>
          </a:p>
        </p:txBody>
      </p:sp>
      <p:sp>
        <p:nvSpPr>
          <p:cNvPr id="2474" name="Google Shape;2474;p53"/>
          <p:cNvSpPr txBox="1"/>
          <p:nvPr/>
        </p:nvSpPr>
        <p:spPr>
          <a:xfrm>
            <a:off x="912848" y="4941929"/>
            <a:ext cx="1905722"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200"/>
              <a:buFont typeface="Arial"/>
              <a:buNone/>
            </a:pPr>
            <a:r>
              <a:rPr b="1" i="0" lang="en-US" sz="3200" u="none" cap="none" strike="noStrike">
                <a:solidFill>
                  <a:srgbClr val="FF0000"/>
                </a:solidFill>
                <a:latin typeface="Arial"/>
                <a:ea typeface="Arial"/>
                <a:cs typeface="Arial"/>
                <a:sym typeface="Arial"/>
              </a:rPr>
              <a:t>since</a:t>
            </a:r>
            <a:endParaRPr b="0" i="0" sz="1800" u="none" cap="none" strike="noStrike">
              <a:solidFill>
                <a:schemeClr val="dk1"/>
              </a:solidFill>
              <a:latin typeface="Calibri"/>
              <a:ea typeface="Calibri"/>
              <a:cs typeface="Calibri"/>
              <a:sym typeface="Calibri"/>
            </a:endParaRPr>
          </a:p>
        </p:txBody>
      </p:sp>
      <p:sp>
        <p:nvSpPr>
          <p:cNvPr id="2475" name="Google Shape;2475;p53"/>
          <p:cNvSpPr txBox="1"/>
          <p:nvPr/>
        </p:nvSpPr>
        <p:spPr>
          <a:xfrm>
            <a:off x="855456" y="3695803"/>
            <a:ext cx="1618335"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200"/>
              <a:buFont typeface="Arial"/>
              <a:buNone/>
            </a:pPr>
            <a:r>
              <a:rPr b="1" i="0" lang="en-US" sz="3200" u="none" cap="none" strike="noStrike">
                <a:solidFill>
                  <a:srgbClr val="FF0000"/>
                </a:solidFill>
                <a:latin typeface="Arial"/>
                <a:ea typeface="Arial"/>
                <a:cs typeface="Arial"/>
                <a:sym typeface="Arial"/>
              </a:rPr>
              <a:t>since</a:t>
            </a:r>
            <a:endParaRPr b="0" i="0" sz="1800" u="none" cap="none" strike="noStrike">
              <a:solidFill>
                <a:schemeClr val="dk1"/>
              </a:solidFill>
              <a:latin typeface="Calibri"/>
              <a:ea typeface="Calibri"/>
              <a:cs typeface="Calibri"/>
              <a:sym typeface="Calibri"/>
            </a:endParaRPr>
          </a:p>
        </p:txBody>
      </p:sp>
      <p:sp>
        <p:nvSpPr>
          <p:cNvPr id="2476" name="Google Shape;2476;p53"/>
          <p:cNvSpPr txBox="1"/>
          <p:nvPr/>
        </p:nvSpPr>
        <p:spPr>
          <a:xfrm>
            <a:off x="916513" y="1358603"/>
            <a:ext cx="155727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200"/>
              <a:buFont typeface="Arial"/>
              <a:buNone/>
            </a:pPr>
            <a:r>
              <a:rPr b="1" i="0" lang="en-US" sz="3200" u="none" cap="none" strike="noStrike">
                <a:solidFill>
                  <a:srgbClr val="FF0000"/>
                </a:solidFill>
                <a:latin typeface="Arial"/>
                <a:ea typeface="Arial"/>
                <a:cs typeface="Arial"/>
                <a:sym typeface="Arial"/>
              </a:rPr>
              <a:t>since</a:t>
            </a:r>
            <a:endParaRPr b="0" i="0" sz="1800" u="none" cap="none" strike="noStrike">
              <a:solidFill>
                <a:schemeClr val="dk1"/>
              </a:solidFill>
              <a:latin typeface="Calibri"/>
              <a:ea typeface="Calibri"/>
              <a:cs typeface="Calibri"/>
              <a:sym typeface="Calibri"/>
            </a:endParaRPr>
          </a:p>
        </p:txBody>
      </p:sp>
      <p:grpSp>
        <p:nvGrpSpPr>
          <p:cNvPr id="2477" name="Google Shape;2477;p53"/>
          <p:cNvGrpSpPr/>
          <p:nvPr/>
        </p:nvGrpSpPr>
        <p:grpSpPr>
          <a:xfrm>
            <a:off x="155100" y="20496"/>
            <a:ext cx="768029" cy="1252175"/>
            <a:chOff x="169229" y="2084489"/>
            <a:chExt cx="1306245" cy="1903654"/>
          </a:xfrm>
        </p:grpSpPr>
        <p:sp>
          <p:nvSpPr>
            <p:cNvPr id="2478" name="Google Shape;2478;p53"/>
            <p:cNvSpPr/>
            <p:nvPr/>
          </p:nvSpPr>
          <p:spPr>
            <a:xfrm>
              <a:off x="1162276" y="2834478"/>
              <a:ext cx="313198" cy="613622"/>
            </a:xfrm>
            <a:custGeom>
              <a:rect b="b" l="l" r="r" t="t"/>
              <a:pathLst>
                <a:path extrusionOk="0" h="613622" w="313198">
                  <a:moveTo>
                    <a:pt x="297384" y="307094"/>
                  </a:moveTo>
                  <a:cubicBezTo>
                    <a:pt x="292364" y="293707"/>
                    <a:pt x="287509" y="280038"/>
                    <a:pt x="294721" y="265708"/>
                  </a:cubicBezTo>
                  <a:cubicBezTo>
                    <a:pt x="294815" y="265520"/>
                    <a:pt x="294203" y="264954"/>
                    <a:pt x="293543" y="264011"/>
                  </a:cubicBezTo>
                  <a:cubicBezTo>
                    <a:pt x="278907" y="272732"/>
                    <a:pt x="270799" y="262338"/>
                    <a:pt x="263140" y="252463"/>
                  </a:cubicBezTo>
                  <a:cubicBezTo>
                    <a:pt x="257860" y="245675"/>
                    <a:pt x="254396" y="237474"/>
                    <a:pt x="249187" y="230639"/>
                  </a:cubicBezTo>
                  <a:cubicBezTo>
                    <a:pt x="243413" y="223050"/>
                    <a:pt x="236790" y="216027"/>
                    <a:pt x="230050" y="209262"/>
                  </a:cubicBezTo>
                  <a:cubicBezTo>
                    <a:pt x="225972" y="205162"/>
                    <a:pt x="219798" y="202828"/>
                    <a:pt x="216592" y="198280"/>
                  </a:cubicBezTo>
                  <a:cubicBezTo>
                    <a:pt x="205209" y="182135"/>
                    <a:pt x="194980" y="165190"/>
                    <a:pt x="183785" y="148904"/>
                  </a:cubicBezTo>
                  <a:cubicBezTo>
                    <a:pt x="175701" y="137120"/>
                    <a:pt x="167075" y="125642"/>
                    <a:pt x="158049" y="114565"/>
                  </a:cubicBezTo>
                  <a:cubicBezTo>
                    <a:pt x="155527" y="111478"/>
                    <a:pt x="150672" y="108697"/>
                    <a:pt x="146830" y="108626"/>
                  </a:cubicBezTo>
                  <a:cubicBezTo>
                    <a:pt x="138110" y="108461"/>
                    <a:pt x="135494" y="107259"/>
                    <a:pt x="134905" y="98445"/>
                  </a:cubicBezTo>
                  <a:cubicBezTo>
                    <a:pt x="133538" y="78011"/>
                    <a:pt x="121895" y="64318"/>
                    <a:pt x="105633" y="53806"/>
                  </a:cubicBezTo>
                  <a:cubicBezTo>
                    <a:pt x="103276" y="52274"/>
                    <a:pt x="98044" y="51284"/>
                    <a:pt x="97030" y="52510"/>
                  </a:cubicBezTo>
                  <a:cubicBezTo>
                    <a:pt x="95192" y="54678"/>
                    <a:pt x="94014" y="59581"/>
                    <a:pt x="95286" y="61749"/>
                  </a:cubicBezTo>
                  <a:cubicBezTo>
                    <a:pt x="99293" y="68607"/>
                    <a:pt x="104007" y="75277"/>
                    <a:pt x="109474" y="81028"/>
                  </a:cubicBezTo>
                  <a:cubicBezTo>
                    <a:pt x="116309" y="88192"/>
                    <a:pt x="121094" y="95711"/>
                    <a:pt x="121023" y="108202"/>
                  </a:cubicBezTo>
                  <a:cubicBezTo>
                    <a:pt x="115744" y="104879"/>
                    <a:pt x="111619" y="103135"/>
                    <a:pt x="108602" y="100212"/>
                  </a:cubicBezTo>
                  <a:cubicBezTo>
                    <a:pt x="92930" y="85105"/>
                    <a:pt x="77540" y="69715"/>
                    <a:pt x="62032" y="54419"/>
                  </a:cubicBezTo>
                  <a:cubicBezTo>
                    <a:pt x="45652" y="38275"/>
                    <a:pt x="29390" y="21989"/>
                    <a:pt x="12798" y="6081"/>
                  </a:cubicBezTo>
                  <a:cubicBezTo>
                    <a:pt x="9922" y="3323"/>
                    <a:pt x="5656" y="1980"/>
                    <a:pt x="2027" y="0"/>
                  </a:cubicBezTo>
                  <a:cubicBezTo>
                    <a:pt x="1343" y="683"/>
                    <a:pt x="660" y="1367"/>
                    <a:pt x="0" y="2050"/>
                  </a:cubicBezTo>
                  <a:cubicBezTo>
                    <a:pt x="2098" y="6623"/>
                    <a:pt x="3465" y="11713"/>
                    <a:pt x="6387" y="15649"/>
                  </a:cubicBezTo>
                  <a:cubicBezTo>
                    <a:pt x="23686" y="38840"/>
                    <a:pt x="40537" y="62409"/>
                    <a:pt x="59062" y="84586"/>
                  </a:cubicBezTo>
                  <a:cubicBezTo>
                    <a:pt x="92623" y="124747"/>
                    <a:pt x="125077" y="165755"/>
                    <a:pt x="149328" y="212185"/>
                  </a:cubicBezTo>
                  <a:cubicBezTo>
                    <a:pt x="181735" y="274240"/>
                    <a:pt x="204949" y="340137"/>
                    <a:pt x="225713" y="406929"/>
                  </a:cubicBezTo>
                  <a:cubicBezTo>
                    <a:pt x="236932" y="443012"/>
                    <a:pt x="237969" y="480863"/>
                    <a:pt x="246312" y="517417"/>
                  </a:cubicBezTo>
                  <a:cubicBezTo>
                    <a:pt x="252722" y="545534"/>
                    <a:pt x="259062" y="573651"/>
                    <a:pt x="265756" y="601697"/>
                  </a:cubicBezTo>
                  <a:cubicBezTo>
                    <a:pt x="266769" y="605892"/>
                    <a:pt x="269621" y="609663"/>
                    <a:pt x="271600" y="613623"/>
                  </a:cubicBezTo>
                  <a:cubicBezTo>
                    <a:pt x="272308" y="613481"/>
                    <a:pt x="272991" y="613316"/>
                    <a:pt x="273698" y="613175"/>
                  </a:cubicBezTo>
                  <a:cubicBezTo>
                    <a:pt x="274452" y="610417"/>
                    <a:pt x="275914" y="607660"/>
                    <a:pt x="275843" y="604926"/>
                  </a:cubicBezTo>
                  <a:cubicBezTo>
                    <a:pt x="275442" y="587391"/>
                    <a:pt x="276927" y="569432"/>
                    <a:pt x="273698" y="552392"/>
                  </a:cubicBezTo>
                  <a:cubicBezTo>
                    <a:pt x="263776" y="500071"/>
                    <a:pt x="251945" y="448103"/>
                    <a:pt x="240985" y="395970"/>
                  </a:cubicBezTo>
                  <a:cubicBezTo>
                    <a:pt x="234457" y="364836"/>
                    <a:pt x="228070" y="333656"/>
                    <a:pt x="221895" y="302451"/>
                  </a:cubicBezTo>
                  <a:cubicBezTo>
                    <a:pt x="221188" y="298845"/>
                    <a:pt x="222154" y="294909"/>
                    <a:pt x="222366" y="291139"/>
                  </a:cubicBezTo>
                  <a:cubicBezTo>
                    <a:pt x="223521" y="290879"/>
                    <a:pt x="224676" y="290620"/>
                    <a:pt x="225831" y="290361"/>
                  </a:cubicBezTo>
                  <a:cubicBezTo>
                    <a:pt x="228730" y="295286"/>
                    <a:pt x="232336" y="299953"/>
                    <a:pt x="234363" y="305209"/>
                  </a:cubicBezTo>
                  <a:cubicBezTo>
                    <a:pt x="240090" y="319915"/>
                    <a:pt x="244332" y="335235"/>
                    <a:pt x="250719" y="349635"/>
                  </a:cubicBezTo>
                  <a:cubicBezTo>
                    <a:pt x="256847" y="363517"/>
                    <a:pt x="264082" y="377092"/>
                    <a:pt x="272402" y="389748"/>
                  </a:cubicBezTo>
                  <a:cubicBezTo>
                    <a:pt x="277917" y="398138"/>
                    <a:pt x="285789" y="398728"/>
                    <a:pt x="295805" y="394650"/>
                  </a:cubicBezTo>
                  <a:cubicBezTo>
                    <a:pt x="294792" y="393236"/>
                    <a:pt x="294132" y="391468"/>
                    <a:pt x="292883" y="390691"/>
                  </a:cubicBezTo>
                  <a:cubicBezTo>
                    <a:pt x="283644" y="384869"/>
                    <a:pt x="278011" y="376055"/>
                    <a:pt x="274075" y="366415"/>
                  </a:cubicBezTo>
                  <a:cubicBezTo>
                    <a:pt x="266439" y="347726"/>
                    <a:pt x="259793" y="328612"/>
                    <a:pt x="252227" y="309875"/>
                  </a:cubicBezTo>
                  <a:cubicBezTo>
                    <a:pt x="247632" y="298468"/>
                    <a:pt x="242376" y="287297"/>
                    <a:pt x="236743" y="276361"/>
                  </a:cubicBezTo>
                  <a:cubicBezTo>
                    <a:pt x="235305" y="273557"/>
                    <a:pt x="231417" y="271742"/>
                    <a:pt x="228306" y="270139"/>
                  </a:cubicBezTo>
                  <a:cubicBezTo>
                    <a:pt x="223686" y="267782"/>
                    <a:pt x="217653" y="267170"/>
                    <a:pt x="214188" y="263776"/>
                  </a:cubicBezTo>
                  <a:cubicBezTo>
                    <a:pt x="207330" y="257106"/>
                    <a:pt x="201202" y="249493"/>
                    <a:pt x="195899" y="241504"/>
                  </a:cubicBezTo>
                  <a:cubicBezTo>
                    <a:pt x="178930" y="215979"/>
                    <a:pt x="162267" y="190219"/>
                    <a:pt x="145887" y="164294"/>
                  </a:cubicBezTo>
                  <a:cubicBezTo>
                    <a:pt x="138911" y="153241"/>
                    <a:pt x="132760" y="141669"/>
                    <a:pt x="126609" y="130120"/>
                  </a:cubicBezTo>
                  <a:cubicBezTo>
                    <a:pt x="125030" y="127174"/>
                    <a:pt x="124888" y="123498"/>
                    <a:pt x="124063" y="120151"/>
                  </a:cubicBezTo>
                  <a:cubicBezTo>
                    <a:pt x="124912" y="119632"/>
                    <a:pt x="125760" y="119114"/>
                    <a:pt x="126609" y="118595"/>
                  </a:cubicBezTo>
                  <a:cubicBezTo>
                    <a:pt x="133066" y="125171"/>
                    <a:pt x="140207" y="131228"/>
                    <a:pt x="145887" y="138440"/>
                  </a:cubicBezTo>
                  <a:cubicBezTo>
                    <a:pt x="176998" y="177893"/>
                    <a:pt x="208296" y="217181"/>
                    <a:pt x="238393" y="257389"/>
                  </a:cubicBezTo>
                  <a:cubicBezTo>
                    <a:pt x="258049" y="283667"/>
                    <a:pt x="277610" y="310205"/>
                    <a:pt x="291115" y="340538"/>
                  </a:cubicBezTo>
                  <a:cubicBezTo>
                    <a:pt x="293330" y="345510"/>
                    <a:pt x="297526" y="350130"/>
                    <a:pt x="301909" y="353406"/>
                  </a:cubicBezTo>
                  <a:cubicBezTo>
                    <a:pt x="304549" y="355362"/>
                    <a:pt x="309357" y="354443"/>
                    <a:pt x="313199" y="354796"/>
                  </a:cubicBezTo>
                  <a:cubicBezTo>
                    <a:pt x="313199" y="351332"/>
                    <a:pt x="313199" y="347867"/>
                    <a:pt x="313199" y="344379"/>
                  </a:cubicBezTo>
                  <a:cubicBezTo>
                    <a:pt x="307848" y="331959"/>
                    <a:pt x="302121" y="319727"/>
                    <a:pt x="297384" y="3070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479" name="Google Shape;2479;p53"/>
            <p:cNvSpPr/>
            <p:nvPr/>
          </p:nvSpPr>
          <p:spPr>
            <a:xfrm>
              <a:off x="720533" y="2084489"/>
              <a:ext cx="230932" cy="61420"/>
            </a:xfrm>
            <a:custGeom>
              <a:rect b="b" l="l" r="r" t="t"/>
              <a:pathLst>
                <a:path extrusionOk="0" h="61420" w="230932">
                  <a:moveTo>
                    <a:pt x="21640" y="61089"/>
                  </a:moveTo>
                  <a:cubicBezTo>
                    <a:pt x="44878" y="58190"/>
                    <a:pt x="68163" y="54938"/>
                    <a:pt x="91543" y="53830"/>
                  </a:cubicBezTo>
                  <a:cubicBezTo>
                    <a:pt x="124421" y="52251"/>
                    <a:pt x="157369" y="52628"/>
                    <a:pt x="190294" y="51803"/>
                  </a:cubicBezTo>
                  <a:cubicBezTo>
                    <a:pt x="200145" y="51544"/>
                    <a:pt x="210044" y="50554"/>
                    <a:pt x="219754" y="48975"/>
                  </a:cubicBezTo>
                  <a:cubicBezTo>
                    <a:pt x="230855" y="47160"/>
                    <a:pt x="233730" y="42022"/>
                    <a:pt x="228192" y="32359"/>
                  </a:cubicBezTo>
                  <a:cubicBezTo>
                    <a:pt x="221758" y="21117"/>
                    <a:pt x="213768" y="10747"/>
                    <a:pt x="206438" y="0"/>
                  </a:cubicBezTo>
                  <a:cubicBezTo>
                    <a:pt x="204953" y="0"/>
                    <a:pt x="203469" y="0"/>
                    <a:pt x="201984" y="0"/>
                  </a:cubicBezTo>
                  <a:cubicBezTo>
                    <a:pt x="202926" y="3983"/>
                    <a:pt x="203398" y="8178"/>
                    <a:pt x="204883" y="11949"/>
                  </a:cubicBezTo>
                  <a:cubicBezTo>
                    <a:pt x="208159" y="20222"/>
                    <a:pt x="207075" y="24935"/>
                    <a:pt x="198637" y="27787"/>
                  </a:cubicBezTo>
                  <a:cubicBezTo>
                    <a:pt x="191025" y="30356"/>
                    <a:pt x="182870" y="32171"/>
                    <a:pt x="174880" y="32548"/>
                  </a:cubicBezTo>
                  <a:cubicBezTo>
                    <a:pt x="131633" y="34622"/>
                    <a:pt x="89210" y="27622"/>
                    <a:pt x="46834" y="20057"/>
                  </a:cubicBezTo>
                  <a:cubicBezTo>
                    <a:pt x="36158" y="18148"/>
                    <a:pt x="25387" y="16356"/>
                    <a:pt x="14593" y="15696"/>
                  </a:cubicBezTo>
                  <a:cubicBezTo>
                    <a:pt x="4293" y="15060"/>
                    <a:pt x="287" y="19067"/>
                    <a:pt x="27" y="29036"/>
                  </a:cubicBezTo>
                  <a:cubicBezTo>
                    <a:pt x="-138" y="35164"/>
                    <a:pt x="452" y="41409"/>
                    <a:pt x="1512" y="47466"/>
                  </a:cubicBezTo>
                  <a:cubicBezTo>
                    <a:pt x="3539" y="59251"/>
                    <a:pt x="9643" y="62574"/>
                    <a:pt x="21640" y="6108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480" name="Google Shape;2480;p53"/>
            <p:cNvSpPr/>
            <p:nvPr/>
          </p:nvSpPr>
          <p:spPr>
            <a:xfrm>
              <a:off x="517440" y="2721140"/>
              <a:ext cx="900505" cy="1154323"/>
            </a:xfrm>
            <a:custGeom>
              <a:rect b="b" l="l" r="r" t="t"/>
              <a:pathLst>
                <a:path extrusionOk="0" h="1154323" w="900505">
                  <a:moveTo>
                    <a:pt x="894354" y="849656"/>
                  </a:moveTo>
                  <a:cubicBezTo>
                    <a:pt x="889475" y="846993"/>
                    <a:pt x="887283" y="843835"/>
                    <a:pt x="886671" y="839027"/>
                  </a:cubicBezTo>
                  <a:cubicBezTo>
                    <a:pt x="884573" y="822859"/>
                    <a:pt x="881981" y="806715"/>
                    <a:pt x="880896" y="790477"/>
                  </a:cubicBezTo>
                  <a:cubicBezTo>
                    <a:pt x="878869" y="760592"/>
                    <a:pt x="878115" y="730637"/>
                    <a:pt x="876253" y="700752"/>
                  </a:cubicBezTo>
                  <a:cubicBezTo>
                    <a:pt x="873590" y="658023"/>
                    <a:pt x="867439" y="615695"/>
                    <a:pt x="858059" y="573955"/>
                  </a:cubicBezTo>
                  <a:cubicBezTo>
                    <a:pt x="854170" y="556727"/>
                    <a:pt x="848019" y="539993"/>
                    <a:pt x="842433" y="523213"/>
                  </a:cubicBezTo>
                  <a:cubicBezTo>
                    <a:pt x="841608" y="520714"/>
                    <a:pt x="838191" y="519065"/>
                    <a:pt x="835952" y="517014"/>
                  </a:cubicBezTo>
                  <a:cubicBezTo>
                    <a:pt x="834019" y="519630"/>
                    <a:pt x="830814" y="522034"/>
                    <a:pt x="830390" y="524862"/>
                  </a:cubicBezTo>
                  <a:cubicBezTo>
                    <a:pt x="829070" y="533583"/>
                    <a:pt x="828245" y="542492"/>
                    <a:pt x="828268" y="551306"/>
                  </a:cubicBezTo>
                  <a:cubicBezTo>
                    <a:pt x="828292" y="560356"/>
                    <a:pt x="829565" y="569406"/>
                    <a:pt x="830272" y="578433"/>
                  </a:cubicBezTo>
                  <a:cubicBezTo>
                    <a:pt x="829565" y="578551"/>
                    <a:pt x="828858" y="578645"/>
                    <a:pt x="828174" y="578763"/>
                  </a:cubicBezTo>
                  <a:cubicBezTo>
                    <a:pt x="824380" y="566602"/>
                    <a:pt x="820609" y="554441"/>
                    <a:pt x="816791" y="542279"/>
                  </a:cubicBezTo>
                  <a:cubicBezTo>
                    <a:pt x="802744" y="497570"/>
                    <a:pt x="790159" y="452414"/>
                    <a:pt x="770833" y="409496"/>
                  </a:cubicBezTo>
                  <a:cubicBezTo>
                    <a:pt x="757564" y="380036"/>
                    <a:pt x="745497" y="350010"/>
                    <a:pt x="733100" y="320149"/>
                  </a:cubicBezTo>
                  <a:cubicBezTo>
                    <a:pt x="730625" y="314186"/>
                    <a:pt x="729070" y="307823"/>
                    <a:pt x="727090" y="301648"/>
                  </a:cubicBezTo>
                  <a:cubicBezTo>
                    <a:pt x="727797" y="301318"/>
                    <a:pt x="728480" y="300964"/>
                    <a:pt x="729188" y="300634"/>
                  </a:cubicBezTo>
                  <a:cubicBezTo>
                    <a:pt x="731851" y="304664"/>
                    <a:pt x="734867" y="308482"/>
                    <a:pt x="737106" y="312725"/>
                  </a:cubicBezTo>
                  <a:cubicBezTo>
                    <a:pt x="753321" y="343269"/>
                    <a:pt x="768994" y="374120"/>
                    <a:pt x="785633" y="404452"/>
                  </a:cubicBezTo>
                  <a:cubicBezTo>
                    <a:pt x="799162" y="429128"/>
                    <a:pt x="813680" y="453262"/>
                    <a:pt x="828009" y="477490"/>
                  </a:cubicBezTo>
                  <a:cubicBezTo>
                    <a:pt x="829848" y="480578"/>
                    <a:pt x="833123" y="482817"/>
                    <a:pt x="837107" y="486800"/>
                  </a:cubicBezTo>
                  <a:cubicBezTo>
                    <a:pt x="838827" y="473861"/>
                    <a:pt x="834632" y="464481"/>
                    <a:pt x="831262" y="455171"/>
                  </a:cubicBezTo>
                  <a:cubicBezTo>
                    <a:pt x="815518" y="411664"/>
                    <a:pt x="795839" y="369854"/>
                    <a:pt x="773449" y="329458"/>
                  </a:cubicBezTo>
                  <a:cubicBezTo>
                    <a:pt x="758624" y="302708"/>
                    <a:pt x="741844" y="277019"/>
                    <a:pt x="725676" y="251023"/>
                  </a:cubicBezTo>
                  <a:cubicBezTo>
                    <a:pt x="723413" y="247370"/>
                    <a:pt x="719619" y="244660"/>
                    <a:pt x="716531" y="241525"/>
                  </a:cubicBezTo>
                  <a:cubicBezTo>
                    <a:pt x="715824" y="241973"/>
                    <a:pt x="715141" y="242421"/>
                    <a:pt x="714434" y="242868"/>
                  </a:cubicBezTo>
                  <a:cubicBezTo>
                    <a:pt x="715212" y="246639"/>
                    <a:pt x="716154" y="250363"/>
                    <a:pt x="716696" y="254181"/>
                  </a:cubicBezTo>
                  <a:cubicBezTo>
                    <a:pt x="717545" y="260003"/>
                    <a:pt x="719006" y="265942"/>
                    <a:pt x="718535" y="271716"/>
                  </a:cubicBezTo>
                  <a:cubicBezTo>
                    <a:pt x="718275" y="274898"/>
                    <a:pt x="715235" y="279234"/>
                    <a:pt x="712336" y="280554"/>
                  </a:cubicBezTo>
                  <a:cubicBezTo>
                    <a:pt x="702320" y="285079"/>
                    <a:pt x="700364" y="287742"/>
                    <a:pt x="703522" y="298490"/>
                  </a:cubicBezTo>
                  <a:cubicBezTo>
                    <a:pt x="709814" y="319772"/>
                    <a:pt x="715871" y="341124"/>
                    <a:pt x="722942" y="362147"/>
                  </a:cubicBezTo>
                  <a:cubicBezTo>
                    <a:pt x="737083" y="404240"/>
                    <a:pt x="752190" y="446097"/>
                    <a:pt x="756503" y="490689"/>
                  </a:cubicBezTo>
                  <a:cubicBezTo>
                    <a:pt x="758789" y="514280"/>
                    <a:pt x="760251" y="537990"/>
                    <a:pt x="761547" y="561653"/>
                  </a:cubicBezTo>
                  <a:cubicBezTo>
                    <a:pt x="761853" y="567450"/>
                    <a:pt x="761476" y="573908"/>
                    <a:pt x="755914" y="578457"/>
                  </a:cubicBezTo>
                  <a:cubicBezTo>
                    <a:pt x="748584" y="574167"/>
                    <a:pt x="746746" y="566838"/>
                    <a:pt x="745803" y="560026"/>
                  </a:cubicBezTo>
                  <a:cubicBezTo>
                    <a:pt x="742834" y="538744"/>
                    <a:pt x="741160" y="517273"/>
                    <a:pt x="738214" y="495991"/>
                  </a:cubicBezTo>
                  <a:cubicBezTo>
                    <a:pt x="730484" y="440158"/>
                    <a:pt x="715754" y="386328"/>
                    <a:pt x="691997" y="335067"/>
                  </a:cubicBezTo>
                  <a:cubicBezTo>
                    <a:pt x="687660" y="325711"/>
                    <a:pt x="684102" y="315930"/>
                    <a:pt x="680943" y="306126"/>
                  </a:cubicBezTo>
                  <a:cubicBezTo>
                    <a:pt x="678469" y="298466"/>
                    <a:pt x="680637" y="292008"/>
                    <a:pt x="687048" y="286258"/>
                  </a:cubicBezTo>
                  <a:cubicBezTo>
                    <a:pt x="691219" y="282534"/>
                    <a:pt x="694637" y="277019"/>
                    <a:pt x="696333" y="271669"/>
                  </a:cubicBezTo>
                  <a:cubicBezTo>
                    <a:pt x="700316" y="259178"/>
                    <a:pt x="697630" y="246757"/>
                    <a:pt x="693411" y="234667"/>
                  </a:cubicBezTo>
                  <a:cubicBezTo>
                    <a:pt x="686883" y="215930"/>
                    <a:pt x="674344" y="201483"/>
                    <a:pt x="660345" y="187884"/>
                  </a:cubicBezTo>
                  <a:cubicBezTo>
                    <a:pt x="664658" y="203957"/>
                    <a:pt x="670078" y="219512"/>
                    <a:pt x="674745" y="235279"/>
                  </a:cubicBezTo>
                  <a:cubicBezTo>
                    <a:pt x="678092" y="246592"/>
                    <a:pt x="681226" y="258070"/>
                    <a:pt x="683017" y="269689"/>
                  </a:cubicBezTo>
                  <a:cubicBezTo>
                    <a:pt x="684573" y="279753"/>
                    <a:pt x="682640" y="280837"/>
                    <a:pt x="672671" y="279588"/>
                  </a:cubicBezTo>
                  <a:cubicBezTo>
                    <a:pt x="670220" y="279281"/>
                    <a:pt x="667722" y="279234"/>
                    <a:pt x="665247" y="279281"/>
                  </a:cubicBezTo>
                  <a:cubicBezTo>
                    <a:pt x="657422" y="279423"/>
                    <a:pt x="653722" y="282463"/>
                    <a:pt x="654971" y="290146"/>
                  </a:cubicBezTo>
                  <a:cubicBezTo>
                    <a:pt x="656597" y="300021"/>
                    <a:pt x="659402" y="309826"/>
                    <a:pt x="662796" y="319277"/>
                  </a:cubicBezTo>
                  <a:cubicBezTo>
                    <a:pt x="671375" y="343175"/>
                    <a:pt x="680660" y="366814"/>
                    <a:pt x="689357" y="390665"/>
                  </a:cubicBezTo>
                  <a:cubicBezTo>
                    <a:pt x="690583" y="393988"/>
                    <a:pt x="691832" y="399314"/>
                    <a:pt x="690182" y="401294"/>
                  </a:cubicBezTo>
                  <a:cubicBezTo>
                    <a:pt x="686058" y="406244"/>
                    <a:pt x="689169" y="409519"/>
                    <a:pt x="691101" y="413173"/>
                  </a:cubicBezTo>
                  <a:cubicBezTo>
                    <a:pt x="692704" y="416213"/>
                    <a:pt x="695061" y="418852"/>
                    <a:pt x="696852" y="421822"/>
                  </a:cubicBezTo>
                  <a:cubicBezTo>
                    <a:pt x="706161" y="437165"/>
                    <a:pt x="709956" y="453710"/>
                    <a:pt x="706751" y="471480"/>
                  </a:cubicBezTo>
                  <a:cubicBezTo>
                    <a:pt x="705737" y="477066"/>
                    <a:pt x="703899" y="483406"/>
                    <a:pt x="696758" y="483477"/>
                  </a:cubicBezTo>
                  <a:cubicBezTo>
                    <a:pt x="689451" y="483524"/>
                    <a:pt x="687165" y="477608"/>
                    <a:pt x="685963" y="471457"/>
                  </a:cubicBezTo>
                  <a:cubicBezTo>
                    <a:pt x="685115" y="467097"/>
                    <a:pt x="684832" y="462595"/>
                    <a:pt x="683630" y="458353"/>
                  </a:cubicBezTo>
                  <a:cubicBezTo>
                    <a:pt x="669866" y="410227"/>
                    <a:pt x="656480" y="362006"/>
                    <a:pt x="641985" y="314092"/>
                  </a:cubicBezTo>
                  <a:cubicBezTo>
                    <a:pt x="624120" y="254982"/>
                    <a:pt x="595131" y="202166"/>
                    <a:pt x="551389" y="157811"/>
                  </a:cubicBezTo>
                  <a:cubicBezTo>
                    <a:pt x="538568" y="144825"/>
                    <a:pt x="526948" y="130495"/>
                    <a:pt x="515966" y="115859"/>
                  </a:cubicBezTo>
                  <a:cubicBezTo>
                    <a:pt x="505525" y="101907"/>
                    <a:pt x="506727" y="94506"/>
                    <a:pt x="518629" y="81897"/>
                  </a:cubicBezTo>
                  <a:cubicBezTo>
                    <a:pt x="521858" y="78480"/>
                    <a:pt x="525275" y="75204"/>
                    <a:pt x="528952" y="72305"/>
                  </a:cubicBezTo>
                  <a:cubicBezTo>
                    <a:pt x="538803" y="64480"/>
                    <a:pt x="542928" y="65541"/>
                    <a:pt x="547712" y="76854"/>
                  </a:cubicBezTo>
                  <a:cubicBezTo>
                    <a:pt x="550658" y="83783"/>
                    <a:pt x="555136" y="89651"/>
                    <a:pt x="562678" y="90971"/>
                  </a:cubicBezTo>
                  <a:cubicBezTo>
                    <a:pt x="566402" y="91631"/>
                    <a:pt x="572341" y="90311"/>
                    <a:pt x="574250" y="87672"/>
                  </a:cubicBezTo>
                  <a:cubicBezTo>
                    <a:pt x="576489" y="84631"/>
                    <a:pt x="576725" y="78716"/>
                    <a:pt x="575428" y="74874"/>
                  </a:cubicBezTo>
                  <a:cubicBezTo>
                    <a:pt x="574108" y="71032"/>
                    <a:pt x="570196" y="67733"/>
                    <a:pt x="566779" y="64999"/>
                  </a:cubicBezTo>
                  <a:cubicBezTo>
                    <a:pt x="549668" y="51282"/>
                    <a:pt x="530790" y="40606"/>
                    <a:pt x="509814" y="34054"/>
                  </a:cubicBezTo>
                  <a:cubicBezTo>
                    <a:pt x="505030" y="32569"/>
                    <a:pt x="499656" y="32852"/>
                    <a:pt x="494542" y="32475"/>
                  </a:cubicBezTo>
                  <a:cubicBezTo>
                    <a:pt x="488839" y="32050"/>
                    <a:pt x="482734" y="32993"/>
                    <a:pt x="477502" y="31249"/>
                  </a:cubicBezTo>
                  <a:cubicBezTo>
                    <a:pt x="469866" y="28680"/>
                    <a:pt x="462748" y="24414"/>
                    <a:pt x="455607" y="20549"/>
                  </a:cubicBezTo>
                  <a:cubicBezTo>
                    <a:pt x="443894" y="14233"/>
                    <a:pt x="432393" y="7540"/>
                    <a:pt x="420656" y="1270"/>
                  </a:cubicBezTo>
                  <a:cubicBezTo>
                    <a:pt x="415164" y="-1652"/>
                    <a:pt x="410545" y="823"/>
                    <a:pt x="406868" y="5088"/>
                  </a:cubicBezTo>
                  <a:cubicBezTo>
                    <a:pt x="404936" y="7304"/>
                    <a:pt x="403357" y="9873"/>
                    <a:pt x="401895" y="12442"/>
                  </a:cubicBezTo>
                  <a:cubicBezTo>
                    <a:pt x="396121" y="22670"/>
                    <a:pt x="387448" y="29340"/>
                    <a:pt x="375805" y="29529"/>
                  </a:cubicBezTo>
                  <a:cubicBezTo>
                    <a:pt x="354099" y="29906"/>
                    <a:pt x="332345" y="29387"/>
                    <a:pt x="310639" y="28657"/>
                  </a:cubicBezTo>
                  <a:cubicBezTo>
                    <a:pt x="292845" y="28067"/>
                    <a:pt x="275098" y="26182"/>
                    <a:pt x="257328" y="25711"/>
                  </a:cubicBezTo>
                  <a:cubicBezTo>
                    <a:pt x="231685" y="25051"/>
                    <a:pt x="209060" y="34619"/>
                    <a:pt x="187683" y="47841"/>
                  </a:cubicBezTo>
                  <a:cubicBezTo>
                    <a:pt x="154381" y="68440"/>
                    <a:pt x="121409" y="89510"/>
                    <a:pt x="93905" y="117792"/>
                  </a:cubicBezTo>
                  <a:cubicBezTo>
                    <a:pt x="88296" y="123542"/>
                    <a:pt x="83818" y="130519"/>
                    <a:pt x="79529" y="137377"/>
                  </a:cubicBezTo>
                  <a:cubicBezTo>
                    <a:pt x="78350" y="139262"/>
                    <a:pt x="78940" y="143410"/>
                    <a:pt x="80330" y="145319"/>
                  </a:cubicBezTo>
                  <a:cubicBezTo>
                    <a:pt x="81273" y="146592"/>
                    <a:pt x="85562" y="146710"/>
                    <a:pt x="87518" y="145720"/>
                  </a:cubicBezTo>
                  <a:cubicBezTo>
                    <a:pt x="94518" y="142138"/>
                    <a:pt x="101754" y="138603"/>
                    <a:pt x="107858" y="133724"/>
                  </a:cubicBezTo>
                  <a:cubicBezTo>
                    <a:pt x="129328" y="116566"/>
                    <a:pt x="150163" y="98654"/>
                    <a:pt x="171610" y="81450"/>
                  </a:cubicBezTo>
                  <a:cubicBezTo>
                    <a:pt x="185939" y="69972"/>
                    <a:pt x="201306" y="60097"/>
                    <a:pt x="219713" y="56161"/>
                  </a:cubicBezTo>
                  <a:cubicBezTo>
                    <a:pt x="248631" y="49962"/>
                    <a:pt x="277808" y="50528"/>
                    <a:pt x="306868" y="53898"/>
                  </a:cubicBezTo>
                  <a:cubicBezTo>
                    <a:pt x="350846" y="58989"/>
                    <a:pt x="389027" y="79352"/>
                    <a:pt x="426312" y="101577"/>
                  </a:cubicBezTo>
                  <a:cubicBezTo>
                    <a:pt x="428009" y="102590"/>
                    <a:pt x="429612" y="106385"/>
                    <a:pt x="428999" y="108035"/>
                  </a:cubicBezTo>
                  <a:cubicBezTo>
                    <a:pt x="428174" y="110250"/>
                    <a:pt x="425322" y="112819"/>
                    <a:pt x="423036" y="113149"/>
                  </a:cubicBezTo>
                  <a:cubicBezTo>
                    <a:pt x="419524" y="113667"/>
                    <a:pt x="415518" y="113031"/>
                    <a:pt x="412124" y="111805"/>
                  </a:cubicBezTo>
                  <a:cubicBezTo>
                    <a:pt x="389875" y="103769"/>
                    <a:pt x="367556" y="95873"/>
                    <a:pt x="345614" y="87035"/>
                  </a:cubicBezTo>
                  <a:cubicBezTo>
                    <a:pt x="323319" y="78056"/>
                    <a:pt x="300646" y="71268"/>
                    <a:pt x="276418" y="74520"/>
                  </a:cubicBezTo>
                  <a:cubicBezTo>
                    <a:pt x="212336" y="83123"/>
                    <a:pt x="159402" y="112560"/>
                    <a:pt x="118110" y="162218"/>
                  </a:cubicBezTo>
                  <a:cubicBezTo>
                    <a:pt x="67815" y="222694"/>
                    <a:pt x="45638" y="293517"/>
                    <a:pt x="44388" y="371245"/>
                  </a:cubicBezTo>
                  <a:cubicBezTo>
                    <a:pt x="44011" y="394931"/>
                    <a:pt x="46934" y="418664"/>
                    <a:pt x="48301" y="442397"/>
                  </a:cubicBezTo>
                  <a:cubicBezTo>
                    <a:pt x="50775" y="485810"/>
                    <a:pt x="60179" y="527219"/>
                    <a:pt x="80660" y="566107"/>
                  </a:cubicBezTo>
                  <a:cubicBezTo>
                    <a:pt x="91242" y="586211"/>
                    <a:pt x="103427" y="606904"/>
                    <a:pt x="92609" y="633583"/>
                  </a:cubicBezTo>
                  <a:cubicBezTo>
                    <a:pt x="100245" y="626041"/>
                    <a:pt x="105972" y="628987"/>
                    <a:pt x="111487" y="632687"/>
                  </a:cubicBezTo>
                  <a:cubicBezTo>
                    <a:pt x="132227" y="646640"/>
                    <a:pt x="149786" y="664127"/>
                    <a:pt x="165246" y="683547"/>
                  </a:cubicBezTo>
                  <a:cubicBezTo>
                    <a:pt x="172718" y="692928"/>
                    <a:pt x="179717" y="703109"/>
                    <a:pt x="184620" y="713974"/>
                  </a:cubicBezTo>
                  <a:cubicBezTo>
                    <a:pt x="187566" y="720479"/>
                    <a:pt x="190724" y="723967"/>
                    <a:pt x="197205" y="723873"/>
                  </a:cubicBezTo>
                  <a:cubicBezTo>
                    <a:pt x="211747" y="723684"/>
                    <a:pt x="226383" y="723826"/>
                    <a:pt x="240806" y="722270"/>
                  </a:cubicBezTo>
                  <a:cubicBezTo>
                    <a:pt x="264398" y="719748"/>
                    <a:pt x="287613" y="715082"/>
                    <a:pt x="309767" y="706102"/>
                  </a:cubicBezTo>
                  <a:cubicBezTo>
                    <a:pt x="317804" y="702850"/>
                    <a:pt x="324356" y="698160"/>
                    <a:pt x="328409" y="690123"/>
                  </a:cubicBezTo>
                  <a:cubicBezTo>
                    <a:pt x="340429" y="666319"/>
                    <a:pt x="352638" y="642633"/>
                    <a:pt x="364846" y="618947"/>
                  </a:cubicBezTo>
                  <a:cubicBezTo>
                    <a:pt x="366779" y="615200"/>
                    <a:pt x="369112" y="611641"/>
                    <a:pt x="371257" y="607988"/>
                  </a:cubicBezTo>
                  <a:cubicBezTo>
                    <a:pt x="372058" y="608176"/>
                    <a:pt x="372836" y="608365"/>
                    <a:pt x="373637" y="608553"/>
                  </a:cubicBezTo>
                  <a:cubicBezTo>
                    <a:pt x="374910" y="624085"/>
                    <a:pt x="376206" y="639616"/>
                    <a:pt x="377479" y="655124"/>
                  </a:cubicBezTo>
                  <a:cubicBezTo>
                    <a:pt x="378327" y="655148"/>
                    <a:pt x="379199" y="655171"/>
                    <a:pt x="380047" y="655195"/>
                  </a:cubicBezTo>
                  <a:cubicBezTo>
                    <a:pt x="381132" y="653050"/>
                    <a:pt x="382192" y="650929"/>
                    <a:pt x="383276" y="648784"/>
                  </a:cubicBezTo>
                  <a:cubicBezTo>
                    <a:pt x="390842" y="633818"/>
                    <a:pt x="393316" y="617627"/>
                    <a:pt x="392633" y="601247"/>
                  </a:cubicBezTo>
                  <a:cubicBezTo>
                    <a:pt x="392138" y="589534"/>
                    <a:pt x="389734" y="577773"/>
                    <a:pt x="386812" y="566366"/>
                  </a:cubicBezTo>
                  <a:cubicBezTo>
                    <a:pt x="384808" y="558612"/>
                    <a:pt x="380142" y="557505"/>
                    <a:pt x="373213" y="561723"/>
                  </a:cubicBezTo>
                  <a:cubicBezTo>
                    <a:pt x="367933" y="564905"/>
                    <a:pt x="363243" y="569053"/>
                    <a:pt x="357988" y="572235"/>
                  </a:cubicBezTo>
                  <a:cubicBezTo>
                    <a:pt x="349786" y="577208"/>
                    <a:pt x="342833" y="576595"/>
                    <a:pt x="335504" y="570396"/>
                  </a:cubicBezTo>
                  <a:cubicBezTo>
                    <a:pt x="332110" y="567545"/>
                    <a:pt x="328952" y="564316"/>
                    <a:pt x="326218" y="560828"/>
                  </a:cubicBezTo>
                  <a:cubicBezTo>
                    <a:pt x="324709" y="558895"/>
                    <a:pt x="324261" y="556114"/>
                    <a:pt x="323342" y="553710"/>
                  </a:cubicBezTo>
                  <a:cubicBezTo>
                    <a:pt x="325558" y="552909"/>
                    <a:pt x="327773" y="551495"/>
                    <a:pt x="330012" y="551471"/>
                  </a:cubicBezTo>
                  <a:cubicBezTo>
                    <a:pt x="335574" y="551400"/>
                    <a:pt x="339157" y="548761"/>
                    <a:pt x="340429" y="543741"/>
                  </a:cubicBezTo>
                  <a:cubicBezTo>
                    <a:pt x="342079" y="537307"/>
                    <a:pt x="344106" y="530684"/>
                    <a:pt x="343988" y="524179"/>
                  </a:cubicBezTo>
                  <a:cubicBezTo>
                    <a:pt x="343540" y="498937"/>
                    <a:pt x="342786" y="473696"/>
                    <a:pt x="341231" y="448525"/>
                  </a:cubicBezTo>
                  <a:cubicBezTo>
                    <a:pt x="339062" y="413620"/>
                    <a:pt x="332369" y="379494"/>
                    <a:pt x="320255" y="346616"/>
                  </a:cubicBezTo>
                  <a:cubicBezTo>
                    <a:pt x="309885" y="318452"/>
                    <a:pt x="294990" y="293092"/>
                    <a:pt x="273660" y="271598"/>
                  </a:cubicBezTo>
                  <a:cubicBezTo>
                    <a:pt x="264422" y="262289"/>
                    <a:pt x="254287" y="260498"/>
                    <a:pt x="242574" y="265070"/>
                  </a:cubicBezTo>
                  <a:cubicBezTo>
                    <a:pt x="237766" y="266955"/>
                    <a:pt x="233099" y="269288"/>
                    <a:pt x="228409" y="271480"/>
                  </a:cubicBezTo>
                  <a:cubicBezTo>
                    <a:pt x="214103" y="278197"/>
                    <a:pt x="199868" y="285056"/>
                    <a:pt x="185468" y="291584"/>
                  </a:cubicBezTo>
                  <a:cubicBezTo>
                    <a:pt x="182475" y="292951"/>
                    <a:pt x="178916" y="293045"/>
                    <a:pt x="175593" y="293729"/>
                  </a:cubicBezTo>
                  <a:cubicBezTo>
                    <a:pt x="175122" y="292904"/>
                    <a:pt x="174650" y="292102"/>
                    <a:pt x="174179" y="291278"/>
                  </a:cubicBezTo>
                  <a:cubicBezTo>
                    <a:pt x="178256" y="285574"/>
                    <a:pt x="182404" y="279894"/>
                    <a:pt x="186434" y="274120"/>
                  </a:cubicBezTo>
                  <a:cubicBezTo>
                    <a:pt x="191996" y="266154"/>
                    <a:pt x="197888" y="257740"/>
                    <a:pt x="195532" y="247653"/>
                  </a:cubicBezTo>
                  <a:cubicBezTo>
                    <a:pt x="193693" y="239805"/>
                    <a:pt x="197323" y="236576"/>
                    <a:pt x="203144" y="235279"/>
                  </a:cubicBezTo>
                  <a:cubicBezTo>
                    <a:pt x="214669" y="232687"/>
                    <a:pt x="226335" y="230283"/>
                    <a:pt x="238072" y="229317"/>
                  </a:cubicBezTo>
                  <a:cubicBezTo>
                    <a:pt x="256856" y="227761"/>
                    <a:pt x="274768" y="230849"/>
                    <a:pt x="288721" y="245131"/>
                  </a:cubicBezTo>
                  <a:cubicBezTo>
                    <a:pt x="307575" y="264457"/>
                    <a:pt x="321881" y="286894"/>
                    <a:pt x="332251" y="311782"/>
                  </a:cubicBezTo>
                  <a:cubicBezTo>
                    <a:pt x="333241" y="314162"/>
                    <a:pt x="333217" y="317038"/>
                    <a:pt x="333264" y="319701"/>
                  </a:cubicBezTo>
                  <a:cubicBezTo>
                    <a:pt x="333359" y="327596"/>
                    <a:pt x="332958" y="335492"/>
                    <a:pt x="333288" y="343387"/>
                  </a:cubicBezTo>
                  <a:cubicBezTo>
                    <a:pt x="333547" y="349326"/>
                    <a:pt x="334631" y="355218"/>
                    <a:pt x="335339" y="361110"/>
                  </a:cubicBezTo>
                  <a:cubicBezTo>
                    <a:pt x="336211" y="361322"/>
                    <a:pt x="337083" y="361535"/>
                    <a:pt x="337955" y="361747"/>
                  </a:cubicBezTo>
                  <a:cubicBezTo>
                    <a:pt x="341490" y="357222"/>
                    <a:pt x="344907" y="352602"/>
                    <a:pt x="348607" y="348219"/>
                  </a:cubicBezTo>
                  <a:cubicBezTo>
                    <a:pt x="353250" y="342727"/>
                    <a:pt x="356668" y="342491"/>
                    <a:pt x="361429" y="347841"/>
                  </a:cubicBezTo>
                  <a:cubicBezTo>
                    <a:pt x="364516" y="351306"/>
                    <a:pt x="367132" y="355313"/>
                    <a:pt x="369324" y="359413"/>
                  </a:cubicBezTo>
                  <a:cubicBezTo>
                    <a:pt x="376913" y="373531"/>
                    <a:pt x="384007" y="387931"/>
                    <a:pt x="391761" y="401978"/>
                  </a:cubicBezTo>
                  <a:cubicBezTo>
                    <a:pt x="394236" y="406432"/>
                    <a:pt x="397653" y="410698"/>
                    <a:pt x="401589" y="413856"/>
                  </a:cubicBezTo>
                  <a:cubicBezTo>
                    <a:pt x="403734" y="415577"/>
                    <a:pt x="408212" y="415789"/>
                    <a:pt x="410969" y="414822"/>
                  </a:cubicBezTo>
                  <a:cubicBezTo>
                    <a:pt x="412619" y="414233"/>
                    <a:pt x="414009" y="409967"/>
                    <a:pt x="413774" y="407516"/>
                  </a:cubicBezTo>
                  <a:cubicBezTo>
                    <a:pt x="413349" y="403180"/>
                    <a:pt x="412100" y="398749"/>
                    <a:pt x="410309" y="394766"/>
                  </a:cubicBezTo>
                  <a:cubicBezTo>
                    <a:pt x="390347" y="350269"/>
                    <a:pt x="368829" y="306621"/>
                    <a:pt x="336918" y="269100"/>
                  </a:cubicBezTo>
                  <a:cubicBezTo>
                    <a:pt x="319619" y="248761"/>
                    <a:pt x="300175" y="231061"/>
                    <a:pt x="275687" y="219465"/>
                  </a:cubicBezTo>
                  <a:cubicBezTo>
                    <a:pt x="258058" y="211122"/>
                    <a:pt x="239510" y="210439"/>
                    <a:pt x="220608" y="210839"/>
                  </a:cubicBezTo>
                  <a:cubicBezTo>
                    <a:pt x="215682" y="210934"/>
                    <a:pt x="210757" y="209896"/>
                    <a:pt x="205831" y="209354"/>
                  </a:cubicBezTo>
                  <a:cubicBezTo>
                    <a:pt x="205666" y="208600"/>
                    <a:pt x="205501" y="207846"/>
                    <a:pt x="205312" y="207092"/>
                  </a:cubicBezTo>
                  <a:cubicBezTo>
                    <a:pt x="207245" y="205395"/>
                    <a:pt x="209036" y="203486"/>
                    <a:pt x="211134" y="202025"/>
                  </a:cubicBezTo>
                  <a:cubicBezTo>
                    <a:pt x="220396" y="195543"/>
                    <a:pt x="231143" y="192904"/>
                    <a:pt x="242008" y="193304"/>
                  </a:cubicBezTo>
                  <a:cubicBezTo>
                    <a:pt x="263950" y="194106"/>
                    <a:pt x="286010" y="194954"/>
                    <a:pt x="307669" y="198089"/>
                  </a:cubicBezTo>
                  <a:cubicBezTo>
                    <a:pt x="321598" y="200116"/>
                    <a:pt x="335079" y="205796"/>
                    <a:pt x="348442" y="210721"/>
                  </a:cubicBezTo>
                  <a:cubicBezTo>
                    <a:pt x="354311" y="212890"/>
                    <a:pt x="359237" y="217344"/>
                    <a:pt x="358836" y="226536"/>
                  </a:cubicBezTo>
                  <a:cubicBezTo>
                    <a:pt x="349385" y="224556"/>
                    <a:pt x="340806" y="222765"/>
                    <a:pt x="332251" y="220974"/>
                  </a:cubicBezTo>
                  <a:cubicBezTo>
                    <a:pt x="331685" y="221704"/>
                    <a:pt x="331096" y="222411"/>
                    <a:pt x="330531" y="223142"/>
                  </a:cubicBezTo>
                  <a:cubicBezTo>
                    <a:pt x="333547" y="228633"/>
                    <a:pt x="336211" y="234337"/>
                    <a:pt x="339604" y="239569"/>
                  </a:cubicBezTo>
                  <a:cubicBezTo>
                    <a:pt x="356574" y="265682"/>
                    <a:pt x="374839" y="291018"/>
                    <a:pt x="390559" y="317863"/>
                  </a:cubicBezTo>
                  <a:cubicBezTo>
                    <a:pt x="411653" y="353875"/>
                    <a:pt x="430861" y="390971"/>
                    <a:pt x="438591" y="432758"/>
                  </a:cubicBezTo>
                  <a:cubicBezTo>
                    <a:pt x="445379" y="469524"/>
                    <a:pt x="450587" y="506456"/>
                    <a:pt x="450847" y="543906"/>
                  </a:cubicBezTo>
                  <a:cubicBezTo>
                    <a:pt x="450894" y="551754"/>
                    <a:pt x="449456" y="559626"/>
                    <a:pt x="448325" y="567427"/>
                  </a:cubicBezTo>
                  <a:cubicBezTo>
                    <a:pt x="448089" y="569077"/>
                    <a:pt x="446204" y="570491"/>
                    <a:pt x="445096" y="572022"/>
                  </a:cubicBezTo>
                  <a:cubicBezTo>
                    <a:pt x="443423" y="570797"/>
                    <a:pt x="440971" y="569901"/>
                    <a:pt x="440194" y="568252"/>
                  </a:cubicBezTo>
                  <a:cubicBezTo>
                    <a:pt x="438025" y="563609"/>
                    <a:pt x="436046" y="558730"/>
                    <a:pt x="434844" y="553757"/>
                  </a:cubicBezTo>
                  <a:cubicBezTo>
                    <a:pt x="429187" y="530236"/>
                    <a:pt x="429093" y="506220"/>
                    <a:pt x="428598" y="482180"/>
                  </a:cubicBezTo>
                  <a:cubicBezTo>
                    <a:pt x="428339" y="469406"/>
                    <a:pt x="426359" y="456609"/>
                    <a:pt x="424167" y="443976"/>
                  </a:cubicBezTo>
                  <a:cubicBezTo>
                    <a:pt x="422824" y="436222"/>
                    <a:pt x="417827" y="431367"/>
                    <a:pt x="409296" y="429482"/>
                  </a:cubicBezTo>
                  <a:cubicBezTo>
                    <a:pt x="403121" y="428115"/>
                    <a:pt x="396168" y="425357"/>
                    <a:pt x="391997" y="420926"/>
                  </a:cubicBezTo>
                  <a:cubicBezTo>
                    <a:pt x="385374" y="413880"/>
                    <a:pt x="380260" y="405207"/>
                    <a:pt x="375452" y="396698"/>
                  </a:cubicBezTo>
                  <a:cubicBezTo>
                    <a:pt x="370384" y="387695"/>
                    <a:pt x="366590" y="377985"/>
                    <a:pt x="361806" y="368794"/>
                  </a:cubicBezTo>
                  <a:cubicBezTo>
                    <a:pt x="360721" y="366720"/>
                    <a:pt x="357846" y="365588"/>
                    <a:pt x="355819" y="364009"/>
                  </a:cubicBezTo>
                  <a:cubicBezTo>
                    <a:pt x="354759" y="366272"/>
                    <a:pt x="352685" y="368558"/>
                    <a:pt x="352779" y="370750"/>
                  </a:cubicBezTo>
                  <a:cubicBezTo>
                    <a:pt x="353321" y="382298"/>
                    <a:pt x="354170" y="393870"/>
                    <a:pt x="355395" y="405372"/>
                  </a:cubicBezTo>
                  <a:cubicBezTo>
                    <a:pt x="358954" y="438532"/>
                    <a:pt x="362678" y="471645"/>
                    <a:pt x="366496" y="504782"/>
                  </a:cubicBezTo>
                  <a:cubicBezTo>
                    <a:pt x="367179" y="510651"/>
                    <a:pt x="368028" y="516614"/>
                    <a:pt x="369890" y="522152"/>
                  </a:cubicBezTo>
                  <a:cubicBezTo>
                    <a:pt x="370809" y="524886"/>
                    <a:pt x="374250" y="526795"/>
                    <a:pt x="376536" y="529081"/>
                  </a:cubicBezTo>
                  <a:cubicBezTo>
                    <a:pt x="378657" y="526889"/>
                    <a:pt x="382192" y="524980"/>
                    <a:pt x="382664" y="522482"/>
                  </a:cubicBezTo>
                  <a:cubicBezTo>
                    <a:pt x="384408" y="513361"/>
                    <a:pt x="385916" y="504052"/>
                    <a:pt x="386034" y="494789"/>
                  </a:cubicBezTo>
                  <a:cubicBezTo>
                    <a:pt x="386199" y="483689"/>
                    <a:pt x="384643" y="472565"/>
                    <a:pt x="384290" y="461464"/>
                  </a:cubicBezTo>
                  <a:cubicBezTo>
                    <a:pt x="384196" y="458400"/>
                    <a:pt x="385704" y="455265"/>
                    <a:pt x="386482" y="452178"/>
                  </a:cubicBezTo>
                  <a:cubicBezTo>
                    <a:pt x="387354" y="452060"/>
                    <a:pt x="388226" y="451942"/>
                    <a:pt x="389121" y="451824"/>
                  </a:cubicBezTo>
                  <a:cubicBezTo>
                    <a:pt x="390983" y="454771"/>
                    <a:pt x="393741" y="457504"/>
                    <a:pt x="394518" y="460733"/>
                  </a:cubicBezTo>
                  <a:cubicBezTo>
                    <a:pt x="396969" y="470797"/>
                    <a:pt x="399798" y="480955"/>
                    <a:pt x="400434" y="491207"/>
                  </a:cubicBezTo>
                  <a:cubicBezTo>
                    <a:pt x="402720" y="528256"/>
                    <a:pt x="405336" y="565353"/>
                    <a:pt x="405572" y="602426"/>
                  </a:cubicBezTo>
                  <a:cubicBezTo>
                    <a:pt x="405737" y="629553"/>
                    <a:pt x="402979" y="656750"/>
                    <a:pt x="400340" y="683783"/>
                  </a:cubicBezTo>
                  <a:cubicBezTo>
                    <a:pt x="399326" y="694177"/>
                    <a:pt x="394872" y="704217"/>
                    <a:pt x="392374" y="714516"/>
                  </a:cubicBezTo>
                  <a:cubicBezTo>
                    <a:pt x="391808" y="716849"/>
                    <a:pt x="392845" y="719560"/>
                    <a:pt x="393128" y="722105"/>
                  </a:cubicBezTo>
                  <a:cubicBezTo>
                    <a:pt x="395461" y="721704"/>
                    <a:pt x="397936" y="721657"/>
                    <a:pt x="400104" y="720809"/>
                  </a:cubicBezTo>
                  <a:cubicBezTo>
                    <a:pt x="404252" y="719159"/>
                    <a:pt x="408212" y="717062"/>
                    <a:pt x="412242" y="715129"/>
                  </a:cubicBezTo>
                  <a:cubicBezTo>
                    <a:pt x="411488" y="721516"/>
                    <a:pt x="408919" y="726277"/>
                    <a:pt x="407811" y="731367"/>
                  </a:cubicBezTo>
                  <a:cubicBezTo>
                    <a:pt x="407316" y="733724"/>
                    <a:pt x="409036" y="738108"/>
                    <a:pt x="410945" y="739004"/>
                  </a:cubicBezTo>
                  <a:cubicBezTo>
                    <a:pt x="412878" y="739899"/>
                    <a:pt x="417380" y="738438"/>
                    <a:pt x="418794" y="736529"/>
                  </a:cubicBezTo>
                  <a:cubicBezTo>
                    <a:pt x="421386" y="733112"/>
                    <a:pt x="423602" y="728704"/>
                    <a:pt x="424097" y="724485"/>
                  </a:cubicBezTo>
                  <a:cubicBezTo>
                    <a:pt x="425699" y="711028"/>
                    <a:pt x="426336" y="697453"/>
                    <a:pt x="427537" y="683925"/>
                  </a:cubicBezTo>
                  <a:cubicBezTo>
                    <a:pt x="429399" y="662784"/>
                    <a:pt x="430743" y="641572"/>
                    <a:pt x="433571" y="620550"/>
                  </a:cubicBezTo>
                  <a:cubicBezTo>
                    <a:pt x="435174" y="608600"/>
                    <a:pt x="442503" y="599857"/>
                    <a:pt x="454712" y="596180"/>
                  </a:cubicBezTo>
                  <a:cubicBezTo>
                    <a:pt x="457776" y="595261"/>
                    <a:pt x="460792" y="594177"/>
                    <a:pt x="463809" y="593069"/>
                  </a:cubicBezTo>
                  <a:cubicBezTo>
                    <a:pt x="472317" y="589958"/>
                    <a:pt x="477526" y="583877"/>
                    <a:pt x="477761" y="574851"/>
                  </a:cubicBezTo>
                  <a:cubicBezTo>
                    <a:pt x="478068" y="563019"/>
                    <a:pt x="478139" y="551094"/>
                    <a:pt x="476960" y="539333"/>
                  </a:cubicBezTo>
                  <a:cubicBezTo>
                    <a:pt x="474839" y="518193"/>
                    <a:pt x="471940" y="497123"/>
                    <a:pt x="468923" y="476076"/>
                  </a:cubicBezTo>
                  <a:cubicBezTo>
                    <a:pt x="464186" y="443081"/>
                    <a:pt x="459802" y="409802"/>
                    <a:pt x="447759" y="378574"/>
                  </a:cubicBezTo>
                  <a:cubicBezTo>
                    <a:pt x="438992" y="355831"/>
                    <a:pt x="427090" y="334313"/>
                    <a:pt x="416720" y="312183"/>
                  </a:cubicBezTo>
                  <a:cubicBezTo>
                    <a:pt x="407339" y="292150"/>
                    <a:pt x="398101" y="272046"/>
                    <a:pt x="388815" y="251966"/>
                  </a:cubicBezTo>
                  <a:cubicBezTo>
                    <a:pt x="389357" y="251636"/>
                    <a:pt x="389875" y="251282"/>
                    <a:pt x="390418" y="250952"/>
                  </a:cubicBezTo>
                  <a:cubicBezTo>
                    <a:pt x="401188" y="265305"/>
                    <a:pt x="412925" y="279022"/>
                    <a:pt x="422494" y="294129"/>
                  </a:cubicBezTo>
                  <a:cubicBezTo>
                    <a:pt x="440005" y="321775"/>
                    <a:pt x="452096" y="352131"/>
                    <a:pt x="462984" y="382887"/>
                  </a:cubicBezTo>
                  <a:cubicBezTo>
                    <a:pt x="480707" y="433017"/>
                    <a:pt x="497252" y="483453"/>
                    <a:pt x="497488" y="537542"/>
                  </a:cubicBezTo>
                  <a:cubicBezTo>
                    <a:pt x="497512" y="543010"/>
                    <a:pt x="499609" y="548714"/>
                    <a:pt x="501825" y="553828"/>
                  </a:cubicBezTo>
                  <a:cubicBezTo>
                    <a:pt x="502744" y="555925"/>
                    <a:pt x="506868" y="558400"/>
                    <a:pt x="508942" y="557952"/>
                  </a:cubicBezTo>
                  <a:cubicBezTo>
                    <a:pt x="522305" y="555030"/>
                    <a:pt x="526147" y="556538"/>
                    <a:pt x="529824" y="569666"/>
                  </a:cubicBezTo>
                  <a:cubicBezTo>
                    <a:pt x="532652" y="579824"/>
                    <a:pt x="534679" y="590288"/>
                    <a:pt x="536187" y="600752"/>
                  </a:cubicBezTo>
                  <a:cubicBezTo>
                    <a:pt x="542951" y="647370"/>
                    <a:pt x="540901" y="693493"/>
                    <a:pt x="526901" y="738674"/>
                  </a:cubicBezTo>
                  <a:cubicBezTo>
                    <a:pt x="524238" y="747229"/>
                    <a:pt x="519477" y="755242"/>
                    <a:pt x="514881" y="763020"/>
                  </a:cubicBezTo>
                  <a:cubicBezTo>
                    <a:pt x="513609" y="765164"/>
                    <a:pt x="509154" y="767050"/>
                    <a:pt x="506774" y="766460"/>
                  </a:cubicBezTo>
                  <a:cubicBezTo>
                    <a:pt x="504511" y="765918"/>
                    <a:pt x="501707" y="762077"/>
                    <a:pt x="501542" y="759531"/>
                  </a:cubicBezTo>
                  <a:cubicBezTo>
                    <a:pt x="501165" y="753757"/>
                    <a:pt x="502084" y="747865"/>
                    <a:pt x="502791" y="742067"/>
                  </a:cubicBezTo>
                  <a:cubicBezTo>
                    <a:pt x="503545" y="735963"/>
                    <a:pt x="505666" y="729859"/>
                    <a:pt x="505266" y="723873"/>
                  </a:cubicBezTo>
                  <a:cubicBezTo>
                    <a:pt x="505030" y="720290"/>
                    <a:pt x="501306" y="714351"/>
                    <a:pt x="498714" y="714092"/>
                  </a:cubicBezTo>
                  <a:cubicBezTo>
                    <a:pt x="494566" y="713691"/>
                    <a:pt x="489711" y="716637"/>
                    <a:pt x="485845" y="719206"/>
                  </a:cubicBezTo>
                  <a:cubicBezTo>
                    <a:pt x="484031" y="720408"/>
                    <a:pt x="483583" y="723967"/>
                    <a:pt x="482970" y="726583"/>
                  </a:cubicBezTo>
                  <a:cubicBezTo>
                    <a:pt x="481037" y="734785"/>
                    <a:pt x="476724" y="738249"/>
                    <a:pt x="468546" y="740300"/>
                  </a:cubicBezTo>
                  <a:cubicBezTo>
                    <a:pt x="462772" y="741761"/>
                    <a:pt x="455914" y="743576"/>
                    <a:pt x="452237" y="747653"/>
                  </a:cubicBezTo>
                  <a:cubicBezTo>
                    <a:pt x="440854" y="760239"/>
                    <a:pt x="430814" y="774026"/>
                    <a:pt x="420161" y="787271"/>
                  </a:cubicBezTo>
                  <a:cubicBezTo>
                    <a:pt x="413208" y="795897"/>
                    <a:pt x="406232" y="804523"/>
                    <a:pt x="398855" y="812796"/>
                  </a:cubicBezTo>
                  <a:cubicBezTo>
                    <a:pt x="397394" y="814446"/>
                    <a:pt x="394141" y="814493"/>
                    <a:pt x="391737" y="815270"/>
                  </a:cubicBezTo>
                  <a:cubicBezTo>
                    <a:pt x="391266" y="812725"/>
                    <a:pt x="389781" y="809873"/>
                    <a:pt x="390488" y="807728"/>
                  </a:cubicBezTo>
                  <a:cubicBezTo>
                    <a:pt x="392869" y="800493"/>
                    <a:pt x="395768" y="793399"/>
                    <a:pt x="398973" y="786470"/>
                  </a:cubicBezTo>
                  <a:cubicBezTo>
                    <a:pt x="406138" y="771056"/>
                    <a:pt x="403757" y="756562"/>
                    <a:pt x="394848" y="742869"/>
                  </a:cubicBezTo>
                  <a:cubicBezTo>
                    <a:pt x="390865" y="736717"/>
                    <a:pt x="385657" y="731415"/>
                    <a:pt x="377266" y="732805"/>
                  </a:cubicBezTo>
                  <a:cubicBezTo>
                    <a:pt x="369112" y="734172"/>
                    <a:pt x="365200" y="740606"/>
                    <a:pt x="363243" y="747512"/>
                  </a:cubicBezTo>
                  <a:cubicBezTo>
                    <a:pt x="362088" y="751565"/>
                    <a:pt x="362819" y="756845"/>
                    <a:pt x="364681" y="760639"/>
                  </a:cubicBezTo>
                  <a:cubicBezTo>
                    <a:pt x="365294" y="761912"/>
                    <a:pt x="371964" y="760286"/>
                    <a:pt x="375829" y="759885"/>
                  </a:cubicBezTo>
                  <a:cubicBezTo>
                    <a:pt x="376536" y="759814"/>
                    <a:pt x="377196" y="759037"/>
                    <a:pt x="377856" y="759037"/>
                  </a:cubicBezTo>
                  <a:cubicBezTo>
                    <a:pt x="380637" y="759107"/>
                    <a:pt x="384290" y="758377"/>
                    <a:pt x="385987" y="759814"/>
                  </a:cubicBezTo>
                  <a:cubicBezTo>
                    <a:pt x="387731" y="761299"/>
                    <a:pt x="388579" y="765164"/>
                    <a:pt x="388155" y="767710"/>
                  </a:cubicBezTo>
                  <a:cubicBezTo>
                    <a:pt x="386717" y="776430"/>
                    <a:pt x="381744" y="783170"/>
                    <a:pt x="374203" y="787743"/>
                  </a:cubicBezTo>
                  <a:cubicBezTo>
                    <a:pt x="368358" y="791278"/>
                    <a:pt x="363408" y="788945"/>
                    <a:pt x="361994" y="782416"/>
                  </a:cubicBezTo>
                  <a:cubicBezTo>
                    <a:pt x="359661" y="771551"/>
                    <a:pt x="357446" y="770632"/>
                    <a:pt x="347995" y="776760"/>
                  </a:cubicBezTo>
                  <a:cubicBezTo>
                    <a:pt x="345709" y="778245"/>
                    <a:pt x="343517" y="779894"/>
                    <a:pt x="341537" y="781733"/>
                  </a:cubicBezTo>
                  <a:cubicBezTo>
                    <a:pt x="316484" y="805136"/>
                    <a:pt x="286599" y="807493"/>
                    <a:pt x="254806" y="801789"/>
                  </a:cubicBezTo>
                  <a:cubicBezTo>
                    <a:pt x="230389" y="797406"/>
                    <a:pt x="208471" y="786706"/>
                    <a:pt x="186788" y="775322"/>
                  </a:cubicBezTo>
                  <a:cubicBezTo>
                    <a:pt x="183017" y="773343"/>
                    <a:pt x="179057" y="771763"/>
                    <a:pt x="174603" y="769713"/>
                  </a:cubicBezTo>
                  <a:cubicBezTo>
                    <a:pt x="174886" y="771433"/>
                    <a:pt x="174815" y="772023"/>
                    <a:pt x="175074" y="772353"/>
                  </a:cubicBezTo>
                  <a:cubicBezTo>
                    <a:pt x="176253" y="773932"/>
                    <a:pt x="177549" y="775440"/>
                    <a:pt x="178775" y="776996"/>
                  </a:cubicBezTo>
                  <a:cubicBezTo>
                    <a:pt x="193599" y="795567"/>
                    <a:pt x="213726" y="806574"/>
                    <a:pt x="234820" y="816072"/>
                  </a:cubicBezTo>
                  <a:cubicBezTo>
                    <a:pt x="256927" y="826017"/>
                    <a:pt x="279435" y="834832"/>
                    <a:pt x="303828" y="837448"/>
                  </a:cubicBezTo>
                  <a:cubicBezTo>
                    <a:pt x="310710" y="838179"/>
                    <a:pt x="316767" y="837684"/>
                    <a:pt x="321009" y="830448"/>
                  </a:cubicBezTo>
                  <a:cubicBezTo>
                    <a:pt x="322871" y="827267"/>
                    <a:pt x="327396" y="824721"/>
                    <a:pt x="331190" y="823708"/>
                  </a:cubicBezTo>
                  <a:cubicBezTo>
                    <a:pt x="346345" y="819678"/>
                    <a:pt x="361240" y="820927"/>
                    <a:pt x="374792" y="829199"/>
                  </a:cubicBezTo>
                  <a:cubicBezTo>
                    <a:pt x="378798" y="831627"/>
                    <a:pt x="381792" y="835987"/>
                    <a:pt x="384667" y="839876"/>
                  </a:cubicBezTo>
                  <a:cubicBezTo>
                    <a:pt x="385680" y="841266"/>
                    <a:pt x="385657" y="844283"/>
                    <a:pt x="384808" y="845862"/>
                  </a:cubicBezTo>
                  <a:cubicBezTo>
                    <a:pt x="384266" y="846852"/>
                    <a:pt x="381202" y="847040"/>
                    <a:pt x="379458" y="846663"/>
                  </a:cubicBezTo>
                  <a:cubicBezTo>
                    <a:pt x="375852" y="845909"/>
                    <a:pt x="372388" y="844495"/>
                    <a:pt x="368829" y="843458"/>
                  </a:cubicBezTo>
                  <a:cubicBezTo>
                    <a:pt x="353792" y="839051"/>
                    <a:pt x="339699" y="840536"/>
                    <a:pt x="326288" y="849279"/>
                  </a:cubicBezTo>
                  <a:cubicBezTo>
                    <a:pt x="321645" y="852320"/>
                    <a:pt x="316154" y="854912"/>
                    <a:pt x="310733" y="855808"/>
                  </a:cubicBezTo>
                  <a:cubicBezTo>
                    <a:pt x="282546" y="860498"/>
                    <a:pt x="255042" y="857340"/>
                    <a:pt x="228551" y="846640"/>
                  </a:cubicBezTo>
                  <a:cubicBezTo>
                    <a:pt x="220420" y="843364"/>
                    <a:pt x="213114" y="838815"/>
                    <a:pt x="212548" y="828280"/>
                  </a:cubicBezTo>
                  <a:cubicBezTo>
                    <a:pt x="212336" y="824226"/>
                    <a:pt x="209955" y="822152"/>
                    <a:pt x="205265" y="824603"/>
                  </a:cubicBezTo>
                  <a:cubicBezTo>
                    <a:pt x="203286" y="825640"/>
                    <a:pt x="199986" y="825711"/>
                    <a:pt x="197936" y="824792"/>
                  </a:cubicBezTo>
                  <a:cubicBezTo>
                    <a:pt x="193717" y="822859"/>
                    <a:pt x="189475" y="820479"/>
                    <a:pt x="186010" y="817415"/>
                  </a:cubicBezTo>
                  <a:cubicBezTo>
                    <a:pt x="153722" y="788780"/>
                    <a:pt x="120467" y="761535"/>
                    <a:pt x="101871" y="720290"/>
                  </a:cubicBezTo>
                  <a:cubicBezTo>
                    <a:pt x="90794" y="695732"/>
                    <a:pt x="71138" y="676124"/>
                    <a:pt x="51530" y="657410"/>
                  </a:cubicBezTo>
                  <a:cubicBezTo>
                    <a:pt x="48489" y="654511"/>
                    <a:pt x="44483" y="652626"/>
                    <a:pt x="40924" y="650269"/>
                  </a:cubicBezTo>
                  <a:cubicBezTo>
                    <a:pt x="40358" y="650693"/>
                    <a:pt x="39793" y="651141"/>
                    <a:pt x="39203" y="651565"/>
                  </a:cubicBezTo>
                  <a:cubicBezTo>
                    <a:pt x="39604" y="654629"/>
                    <a:pt x="39368" y="657952"/>
                    <a:pt x="40523" y="660710"/>
                  </a:cubicBezTo>
                  <a:cubicBezTo>
                    <a:pt x="43564" y="667992"/>
                    <a:pt x="46722" y="675275"/>
                    <a:pt x="50658" y="682110"/>
                  </a:cubicBezTo>
                  <a:cubicBezTo>
                    <a:pt x="75286" y="724957"/>
                    <a:pt x="106891" y="762289"/>
                    <a:pt x="142244" y="796534"/>
                  </a:cubicBezTo>
                  <a:cubicBezTo>
                    <a:pt x="164681" y="818264"/>
                    <a:pt x="188249" y="838697"/>
                    <a:pt x="214999" y="855077"/>
                  </a:cubicBezTo>
                  <a:cubicBezTo>
                    <a:pt x="228362" y="863255"/>
                    <a:pt x="242268" y="870467"/>
                    <a:pt x="258294" y="871033"/>
                  </a:cubicBezTo>
                  <a:cubicBezTo>
                    <a:pt x="282004" y="871881"/>
                    <a:pt x="305737" y="872918"/>
                    <a:pt x="329423" y="872235"/>
                  </a:cubicBezTo>
                  <a:cubicBezTo>
                    <a:pt x="355442" y="871504"/>
                    <a:pt x="379105" y="863208"/>
                    <a:pt x="396852" y="842987"/>
                  </a:cubicBezTo>
                  <a:cubicBezTo>
                    <a:pt x="410380" y="827549"/>
                    <a:pt x="422989" y="811287"/>
                    <a:pt x="436258" y="795638"/>
                  </a:cubicBezTo>
                  <a:cubicBezTo>
                    <a:pt x="443611" y="786965"/>
                    <a:pt x="451365" y="778622"/>
                    <a:pt x="459284" y="770467"/>
                  </a:cubicBezTo>
                  <a:cubicBezTo>
                    <a:pt x="460839" y="768864"/>
                    <a:pt x="464328" y="767969"/>
                    <a:pt x="466449" y="768534"/>
                  </a:cubicBezTo>
                  <a:cubicBezTo>
                    <a:pt x="467816" y="768912"/>
                    <a:pt x="469277" y="772730"/>
                    <a:pt x="468947" y="774733"/>
                  </a:cubicBezTo>
                  <a:cubicBezTo>
                    <a:pt x="467792" y="781921"/>
                    <a:pt x="467179" y="789652"/>
                    <a:pt x="464045" y="796039"/>
                  </a:cubicBezTo>
                  <a:cubicBezTo>
                    <a:pt x="446557" y="831627"/>
                    <a:pt x="419807" y="859649"/>
                    <a:pt x="389239" y="884160"/>
                  </a:cubicBezTo>
                  <a:cubicBezTo>
                    <a:pt x="378987" y="892386"/>
                    <a:pt x="366425" y="896439"/>
                    <a:pt x="353321" y="896227"/>
                  </a:cubicBezTo>
                  <a:cubicBezTo>
                    <a:pt x="327632" y="895779"/>
                    <a:pt x="301872" y="895426"/>
                    <a:pt x="276300" y="893211"/>
                  </a:cubicBezTo>
                  <a:cubicBezTo>
                    <a:pt x="239392" y="890005"/>
                    <a:pt x="204912" y="878363"/>
                    <a:pt x="173448" y="858447"/>
                  </a:cubicBezTo>
                  <a:cubicBezTo>
                    <a:pt x="138049" y="836034"/>
                    <a:pt x="110592" y="805725"/>
                    <a:pt x="87990" y="770891"/>
                  </a:cubicBezTo>
                  <a:cubicBezTo>
                    <a:pt x="71704" y="745815"/>
                    <a:pt x="56620" y="719960"/>
                    <a:pt x="40382" y="694860"/>
                  </a:cubicBezTo>
                  <a:cubicBezTo>
                    <a:pt x="35338" y="687083"/>
                    <a:pt x="29423" y="678716"/>
                    <a:pt x="21787" y="674120"/>
                  </a:cubicBezTo>
                  <a:cubicBezTo>
                    <a:pt x="14716" y="669854"/>
                    <a:pt x="13443" y="666720"/>
                    <a:pt x="17026" y="660521"/>
                  </a:cubicBezTo>
                  <a:cubicBezTo>
                    <a:pt x="25227" y="646286"/>
                    <a:pt x="12383" y="617934"/>
                    <a:pt x="599" y="608954"/>
                  </a:cubicBezTo>
                  <a:cubicBezTo>
                    <a:pt x="363" y="611216"/>
                    <a:pt x="-132" y="613102"/>
                    <a:pt x="33" y="614917"/>
                  </a:cubicBezTo>
                  <a:cubicBezTo>
                    <a:pt x="2013" y="636647"/>
                    <a:pt x="5831" y="658023"/>
                    <a:pt x="13703" y="678433"/>
                  </a:cubicBezTo>
                  <a:cubicBezTo>
                    <a:pt x="49738" y="771669"/>
                    <a:pt x="111794" y="842916"/>
                    <a:pt x="197276" y="893918"/>
                  </a:cubicBezTo>
                  <a:cubicBezTo>
                    <a:pt x="248277" y="924344"/>
                    <a:pt x="303286" y="929859"/>
                    <a:pt x="360439" y="916991"/>
                  </a:cubicBezTo>
                  <a:cubicBezTo>
                    <a:pt x="395249" y="909143"/>
                    <a:pt x="425346" y="893423"/>
                    <a:pt x="444954" y="861794"/>
                  </a:cubicBezTo>
                  <a:cubicBezTo>
                    <a:pt x="457493" y="841572"/>
                    <a:pt x="472411" y="825499"/>
                    <a:pt x="499044" y="824556"/>
                  </a:cubicBezTo>
                  <a:cubicBezTo>
                    <a:pt x="513727" y="824038"/>
                    <a:pt x="524262" y="808907"/>
                    <a:pt x="522588" y="794083"/>
                  </a:cubicBezTo>
                  <a:cubicBezTo>
                    <a:pt x="519595" y="795850"/>
                    <a:pt x="516790" y="797194"/>
                    <a:pt x="514339" y="799008"/>
                  </a:cubicBezTo>
                  <a:cubicBezTo>
                    <a:pt x="507575" y="804005"/>
                    <a:pt x="501094" y="809425"/>
                    <a:pt x="494188" y="814210"/>
                  </a:cubicBezTo>
                  <a:cubicBezTo>
                    <a:pt x="487236" y="819041"/>
                    <a:pt x="484596" y="817863"/>
                    <a:pt x="483559" y="809661"/>
                  </a:cubicBezTo>
                  <a:cubicBezTo>
                    <a:pt x="483017" y="805277"/>
                    <a:pt x="482829" y="800729"/>
                    <a:pt x="483371" y="796369"/>
                  </a:cubicBezTo>
                  <a:cubicBezTo>
                    <a:pt x="484690" y="785621"/>
                    <a:pt x="489663" y="781827"/>
                    <a:pt x="500411" y="783005"/>
                  </a:cubicBezTo>
                  <a:cubicBezTo>
                    <a:pt x="505053" y="783524"/>
                    <a:pt x="509696" y="784278"/>
                    <a:pt x="514292" y="785244"/>
                  </a:cubicBezTo>
                  <a:cubicBezTo>
                    <a:pt x="529894" y="788520"/>
                    <a:pt x="535622" y="784867"/>
                    <a:pt x="536706" y="768864"/>
                  </a:cubicBezTo>
                  <a:cubicBezTo>
                    <a:pt x="537955" y="750175"/>
                    <a:pt x="545426" y="734526"/>
                    <a:pt x="557823" y="721045"/>
                  </a:cubicBezTo>
                  <a:cubicBezTo>
                    <a:pt x="570173" y="707611"/>
                    <a:pt x="575381" y="691608"/>
                    <a:pt x="576135" y="673743"/>
                  </a:cubicBezTo>
                  <a:cubicBezTo>
                    <a:pt x="577314" y="645225"/>
                    <a:pt x="568806" y="619112"/>
                    <a:pt x="555961" y="594247"/>
                  </a:cubicBezTo>
                  <a:cubicBezTo>
                    <a:pt x="544365" y="571763"/>
                    <a:pt x="534160" y="548784"/>
                    <a:pt x="529447" y="523825"/>
                  </a:cubicBezTo>
                  <a:cubicBezTo>
                    <a:pt x="527679" y="514445"/>
                    <a:pt x="527443" y="504735"/>
                    <a:pt x="527137" y="495143"/>
                  </a:cubicBezTo>
                  <a:cubicBezTo>
                    <a:pt x="527066" y="493092"/>
                    <a:pt x="529447" y="489651"/>
                    <a:pt x="531309" y="489180"/>
                  </a:cubicBezTo>
                  <a:cubicBezTo>
                    <a:pt x="533241" y="488685"/>
                    <a:pt x="536329" y="490524"/>
                    <a:pt x="538073" y="492220"/>
                  </a:cubicBezTo>
                  <a:cubicBezTo>
                    <a:pt x="539934" y="494035"/>
                    <a:pt x="541254" y="496722"/>
                    <a:pt x="541985" y="499267"/>
                  </a:cubicBezTo>
                  <a:cubicBezTo>
                    <a:pt x="546039" y="513220"/>
                    <a:pt x="550470" y="527078"/>
                    <a:pt x="553604" y="541242"/>
                  </a:cubicBezTo>
                  <a:cubicBezTo>
                    <a:pt x="558223" y="562195"/>
                    <a:pt x="561429" y="583524"/>
                    <a:pt x="571705" y="602756"/>
                  </a:cubicBezTo>
                  <a:cubicBezTo>
                    <a:pt x="573637" y="606385"/>
                    <a:pt x="576300" y="609850"/>
                    <a:pt x="579341" y="612583"/>
                  </a:cubicBezTo>
                  <a:cubicBezTo>
                    <a:pt x="581038" y="614115"/>
                    <a:pt x="584997" y="615270"/>
                    <a:pt x="586458" y="614328"/>
                  </a:cubicBezTo>
                  <a:cubicBezTo>
                    <a:pt x="588155" y="613243"/>
                    <a:pt x="588933" y="609637"/>
                    <a:pt x="588886" y="607116"/>
                  </a:cubicBezTo>
                  <a:cubicBezTo>
                    <a:pt x="588839" y="603463"/>
                    <a:pt x="587825" y="599810"/>
                    <a:pt x="587047" y="596204"/>
                  </a:cubicBezTo>
                  <a:cubicBezTo>
                    <a:pt x="580778" y="567026"/>
                    <a:pt x="574533" y="537825"/>
                    <a:pt x="568169" y="508671"/>
                  </a:cubicBezTo>
                  <a:cubicBezTo>
                    <a:pt x="562890" y="484561"/>
                    <a:pt x="557752" y="460356"/>
                    <a:pt x="544695" y="438885"/>
                  </a:cubicBezTo>
                  <a:cubicBezTo>
                    <a:pt x="541796" y="434125"/>
                    <a:pt x="538568" y="427973"/>
                    <a:pt x="531709" y="430448"/>
                  </a:cubicBezTo>
                  <a:cubicBezTo>
                    <a:pt x="524238" y="433135"/>
                    <a:pt x="526948" y="440323"/>
                    <a:pt x="527184" y="446003"/>
                  </a:cubicBezTo>
                  <a:cubicBezTo>
                    <a:pt x="527278" y="448148"/>
                    <a:pt x="528339" y="450269"/>
                    <a:pt x="528928" y="452414"/>
                  </a:cubicBezTo>
                  <a:cubicBezTo>
                    <a:pt x="529329" y="453828"/>
                    <a:pt x="530177" y="455407"/>
                    <a:pt x="529894" y="456703"/>
                  </a:cubicBezTo>
                  <a:cubicBezTo>
                    <a:pt x="528952" y="460969"/>
                    <a:pt x="528857" y="466979"/>
                    <a:pt x="526076" y="468935"/>
                  </a:cubicBezTo>
                  <a:cubicBezTo>
                    <a:pt x="521410" y="472211"/>
                    <a:pt x="517262" y="467403"/>
                    <a:pt x="514716" y="463514"/>
                  </a:cubicBezTo>
                  <a:cubicBezTo>
                    <a:pt x="511346" y="458400"/>
                    <a:pt x="508117" y="452979"/>
                    <a:pt x="506091" y="447229"/>
                  </a:cubicBezTo>
                  <a:cubicBezTo>
                    <a:pt x="499326" y="428162"/>
                    <a:pt x="493623" y="408742"/>
                    <a:pt x="486647" y="389769"/>
                  </a:cubicBezTo>
                  <a:cubicBezTo>
                    <a:pt x="470950" y="347017"/>
                    <a:pt x="452591" y="305489"/>
                    <a:pt x="426406" y="267922"/>
                  </a:cubicBezTo>
                  <a:cubicBezTo>
                    <a:pt x="418864" y="257104"/>
                    <a:pt x="410309" y="247653"/>
                    <a:pt x="397276" y="242515"/>
                  </a:cubicBezTo>
                  <a:cubicBezTo>
                    <a:pt x="384950" y="237683"/>
                    <a:pt x="380448" y="220314"/>
                    <a:pt x="387212" y="208836"/>
                  </a:cubicBezTo>
                  <a:cubicBezTo>
                    <a:pt x="392986" y="199031"/>
                    <a:pt x="402555" y="197759"/>
                    <a:pt x="410262" y="205866"/>
                  </a:cubicBezTo>
                  <a:cubicBezTo>
                    <a:pt x="412972" y="208742"/>
                    <a:pt x="415565" y="211758"/>
                    <a:pt x="417874" y="214964"/>
                  </a:cubicBezTo>
                  <a:cubicBezTo>
                    <a:pt x="444530" y="252013"/>
                    <a:pt x="466755" y="291631"/>
                    <a:pt x="485539" y="333158"/>
                  </a:cubicBezTo>
                  <a:cubicBezTo>
                    <a:pt x="490064" y="343175"/>
                    <a:pt x="494212" y="353804"/>
                    <a:pt x="495956" y="364575"/>
                  </a:cubicBezTo>
                  <a:cubicBezTo>
                    <a:pt x="499185" y="384443"/>
                    <a:pt x="509932" y="398466"/>
                    <a:pt x="525746" y="409496"/>
                  </a:cubicBezTo>
                  <a:cubicBezTo>
                    <a:pt x="527514" y="410745"/>
                    <a:pt x="529800" y="411264"/>
                    <a:pt x="533548" y="412866"/>
                  </a:cubicBezTo>
                  <a:cubicBezTo>
                    <a:pt x="532181" y="407634"/>
                    <a:pt x="531521" y="404311"/>
                    <a:pt x="530436" y="401153"/>
                  </a:cubicBezTo>
                  <a:cubicBezTo>
                    <a:pt x="513043" y="350033"/>
                    <a:pt x="490606" y="301176"/>
                    <a:pt x="463927" y="254323"/>
                  </a:cubicBezTo>
                  <a:cubicBezTo>
                    <a:pt x="456008" y="240394"/>
                    <a:pt x="448089" y="225781"/>
                    <a:pt x="437177" y="214398"/>
                  </a:cubicBezTo>
                  <a:cubicBezTo>
                    <a:pt x="407528" y="183476"/>
                    <a:pt x="376324" y="154016"/>
                    <a:pt x="341513" y="128798"/>
                  </a:cubicBezTo>
                  <a:cubicBezTo>
                    <a:pt x="328080" y="119064"/>
                    <a:pt x="313444" y="111876"/>
                    <a:pt x="296192" y="113149"/>
                  </a:cubicBezTo>
                  <a:cubicBezTo>
                    <a:pt x="283371" y="114092"/>
                    <a:pt x="270620" y="116637"/>
                    <a:pt x="257799" y="116755"/>
                  </a:cubicBezTo>
                  <a:cubicBezTo>
                    <a:pt x="242268" y="116896"/>
                    <a:pt x="229682" y="123071"/>
                    <a:pt x="217709" y="131886"/>
                  </a:cubicBezTo>
                  <a:cubicBezTo>
                    <a:pt x="188909" y="153073"/>
                    <a:pt x="162135" y="176571"/>
                    <a:pt x="137837" y="202802"/>
                  </a:cubicBezTo>
                  <a:cubicBezTo>
                    <a:pt x="133830" y="207139"/>
                    <a:pt x="130200" y="211923"/>
                    <a:pt x="127042" y="216920"/>
                  </a:cubicBezTo>
                  <a:cubicBezTo>
                    <a:pt x="125675" y="219088"/>
                    <a:pt x="125746" y="222270"/>
                    <a:pt x="125463" y="225027"/>
                  </a:cubicBezTo>
                  <a:cubicBezTo>
                    <a:pt x="125086" y="228822"/>
                    <a:pt x="126005" y="233088"/>
                    <a:pt x="124568" y="236340"/>
                  </a:cubicBezTo>
                  <a:cubicBezTo>
                    <a:pt x="121999" y="242138"/>
                    <a:pt x="117992" y="247323"/>
                    <a:pt x="114740" y="252838"/>
                  </a:cubicBezTo>
                  <a:cubicBezTo>
                    <a:pt x="112218" y="257104"/>
                    <a:pt x="107363" y="261629"/>
                    <a:pt x="111699" y="266272"/>
                  </a:cubicBezTo>
                  <a:cubicBezTo>
                    <a:pt x="112713" y="267356"/>
                    <a:pt x="121409" y="263679"/>
                    <a:pt x="124143" y="260238"/>
                  </a:cubicBezTo>
                  <a:cubicBezTo>
                    <a:pt x="133641" y="248266"/>
                    <a:pt x="142503" y="235727"/>
                    <a:pt x="150846" y="222906"/>
                  </a:cubicBezTo>
                  <a:cubicBezTo>
                    <a:pt x="161169" y="206998"/>
                    <a:pt x="172859" y="192432"/>
                    <a:pt x="187542" y="180365"/>
                  </a:cubicBezTo>
                  <a:cubicBezTo>
                    <a:pt x="215093" y="157716"/>
                    <a:pt x="247240" y="145767"/>
                    <a:pt x="282098" y="141171"/>
                  </a:cubicBezTo>
                  <a:cubicBezTo>
                    <a:pt x="295414" y="139404"/>
                    <a:pt x="309366" y="138697"/>
                    <a:pt x="322565" y="140606"/>
                  </a:cubicBezTo>
                  <a:cubicBezTo>
                    <a:pt x="341537" y="143340"/>
                    <a:pt x="353840" y="157716"/>
                    <a:pt x="365742" y="171410"/>
                  </a:cubicBezTo>
                  <a:cubicBezTo>
                    <a:pt x="370714" y="177113"/>
                    <a:pt x="374957" y="183641"/>
                    <a:pt x="378445" y="190382"/>
                  </a:cubicBezTo>
                  <a:cubicBezTo>
                    <a:pt x="381579" y="196415"/>
                    <a:pt x="378728" y="200163"/>
                    <a:pt x="371964" y="199361"/>
                  </a:cubicBezTo>
                  <a:cubicBezTo>
                    <a:pt x="366920" y="198749"/>
                    <a:pt x="361688" y="197405"/>
                    <a:pt x="357163" y="195119"/>
                  </a:cubicBezTo>
                  <a:cubicBezTo>
                    <a:pt x="346368" y="189698"/>
                    <a:pt x="335881" y="183594"/>
                    <a:pt x="325346" y="177679"/>
                  </a:cubicBezTo>
                  <a:cubicBezTo>
                    <a:pt x="304417" y="165895"/>
                    <a:pt x="281980" y="162548"/>
                    <a:pt x="258695" y="167049"/>
                  </a:cubicBezTo>
                  <a:cubicBezTo>
                    <a:pt x="214127" y="175699"/>
                    <a:pt x="186953" y="205230"/>
                    <a:pt x="168711" y="244589"/>
                  </a:cubicBezTo>
                  <a:cubicBezTo>
                    <a:pt x="167014" y="248242"/>
                    <a:pt x="168334" y="253191"/>
                    <a:pt x="167415" y="257339"/>
                  </a:cubicBezTo>
                  <a:cubicBezTo>
                    <a:pt x="166543" y="261252"/>
                    <a:pt x="165671" y="266696"/>
                    <a:pt x="162913" y="268393"/>
                  </a:cubicBezTo>
                  <a:cubicBezTo>
                    <a:pt x="155348" y="273012"/>
                    <a:pt x="150611" y="279564"/>
                    <a:pt x="148372" y="287389"/>
                  </a:cubicBezTo>
                  <a:cubicBezTo>
                    <a:pt x="144153" y="302048"/>
                    <a:pt x="140406" y="316920"/>
                    <a:pt x="137954" y="331956"/>
                  </a:cubicBezTo>
                  <a:cubicBezTo>
                    <a:pt x="136658" y="339781"/>
                    <a:pt x="137695" y="348289"/>
                    <a:pt x="139180" y="356185"/>
                  </a:cubicBezTo>
                  <a:cubicBezTo>
                    <a:pt x="140476" y="363043"/>
                    <a:pt x="146203" y="364575"/>
                    <a:pt x="150469" y="359131"/>
                  </a:cubicBezTo>
                  <a:cubicBezTo>
                    <a:pt x="154217" y="354323"/>
                    <a:pt x="156668" y="348077"/>
                    <a:pt x="158247" y="342091"/>
                  </a:cubicBezTo>
                  <a:cubicBezTo>
                    <a:pt x="160368" y="334054"/>
                    <a:pt x="160627" y="325522"/>
                    <a:pt x="162583" y="317415"/>
                  </a:cubicBezTo>
                  <a:cubicBezTo>
                    <a:pt x="163809" y="312277"/>
                    <a:pt x="166849" y="307328"/>
                    <a:pt x="173472" y="308695"/>
                  </a:cubicBezTo>
                  <a:cubicBezTo>
                    <a:pt x="179835" y="310014"/>
                    <a:pt x="180542" y="315482"/>
                    <a:pt x="180754" y="320903"/>
                  </a:cubicBezTo>
                  <a:cubicBezTo>
                    <a:pt x="181202" y="333535"/>
                    <a:pt x="176159" y="344471"/>
                    <a:pt x="170267" y="355171"/>
                  </a:cubicBezTo>
                  <a:cubicBezTo>
                    <a:pt x="162866" y="368605"/>
                    <a:pt x="163667" y="373696"/>
                    <a:pt x="174957" y="384184"/>
                  </a:cubicBezTo>
                  <a:cubicBezTo>
                    <a:pt x="180377" y="389227"/>
                    <a:pt x="182286" y="395072"/>
                    <a:pt x="179552" y="402237"/>
                  </a:cubicBezTo>
                  <a:cubicBezTo>
                    <a:pt x="177879" y="406621"/>
                    <a:pt x="173684" y="411923"/>
                    <a:pt x="180142" y="415152"/>
                  </a:cubicBezTo>
                  <a:cubicBezTo>
                    <a:pt x="186835" y="418499"/>
                    <a:pt x="188815" y="411782"/>
                    <a:pt x="191596" y="407705"/>
                  </a:cubicBezTo>
                  <a:cubicBezTo>
                    <a:pt x="192680" y="406102"/>
                    <a:pt x="193505" y="404217"/>
                    <a:pt x="194023" y="402331"/>
                  </a:cubicBezTo>
                  <a:cubicBezTo>
                    <a:pt x="197559" y="389510"/>
                    <a:pt x="200929" y="376665"/>
                    <a:pt x="204464" y="363844"/>
                  </a:cubicBezTo>
                  <a:cubicBezTo>
                    <a:pt x="208306" y="349845"/>
                    <a:pt x="211864" y="335751"/>
                    <a:pt x="216319" y="321963"/>
                  </a:cubicBezTo>
                  <a:cubicBezTo>
                    <a:pt x="218581" y="314940"/>
                    <a:pt x="222235" y="308459"/>
                    <a:pt x="231190" y="307045"/>
                  </a:cubicBezTo>
                  <a:cubicBezTo>
                    <a:pt x="232934" y="306762"/>
                    <a:pt x="234679" y="301883"/>
                    <a:pt x="235056" y="298937"/>
                  </a:cubicBezTo>
                  <a:cubicBezTo>
                    <a:pt x="235315" y="296840"/>
                    <a:pt x="233264" y="294459"/>
                    <a:pt x="232322" y="292173"/>
                  </a:cubicBezTo>
                  <a:cubicBezTo>
                    <a:pt x="228999" y="283971"/>
                    <a:pt x="231261" y="280837"/>
                    <a:pt x="239769" y="281897"/>
                  </a:cubicBezTo>
                  <a:cubicBezTo>
                    <a:pt x="255489" y="283877"/>
                    <a:pt x="266048" y="293988"/>
                    <a:pt x="275357" y="305442"/>
                  </a:cubicBezTo>
                  <a:cubicBezTo>
                    <a:pt x="292963" y="327078"/>
                    <a:pt x="303498" y="352343"/>
                    <a:pt x="310851" y="378951"/>
                  </a:cubicBezTo>
                  <a:cubicBezTo>
                    <a:pt x="321528" y="417533"/>
                    <a:pt x="324921" y="456515"/>
                    <a:pt x="317639" y="496321"/>
                  </a:cubicBezTo>
                  <a:cubicBezTo>
                    <a:pt x="312831" y="522529"/>
                    <a:pt x="308966" y="548949"/>
                    <a:pt x="305831" y="575416"/>
                  </a:cubicBezTo>
                  <a:cubicBezTo>
                    <a:pt x="304016" y="590783"/>
                    <a:pt x="300740" y="597948"/>
                    <a:pt x="285751" y="601719"/>
                  </a:cubicBezTo>
                  <a:cubicBezTo>
                    <a:pt x="252850" y="610038"/>
                    <a:pt x="222140" y="607233"/>
                    <a:pt x="196474" y="581662"/>
                  </a:cubicBezTo>
                  <a:cubicBezTo>
                    <a:pt x="186458" y="571693"/>
                    <a:pt x="174391" y="567167"/>
                    <a:pt x="159920" y="571669"/>
                  </a:cubicBezTo>
                  <a:cubicBezTo>
                    <a:pt x="156785" y="572659"/>
                    <a:pt x="151553" y="572847"/>
                    <a:pt x="149880" y="571009"/>
                  </a:cubicBezTo>
                  <a:cubicBezTo>
                    <a:pt x="148136" y="569100"/>
                    <a:pt x="149385" y="564316"/>
                    <a:pt x="149550" y="560804"/>
                  </a:cubicBezTo>
                  <a:cubicBezTo>
                    <a:pt x="149880" y="553569"/>
                    <a:pt x="151553" y="546168"/>
                    <a:pt x="150446" y="539192"/>
                  </a:cubicBezTo>
                  <a:cubicBezTo>
                    <a:pt x="149456" y="532970"/>
                    <a:pt x="144648" y="528068"/>
                    <a:pt x="137177" y="528681"/>
                  </a:cubicBezTo>
                  <a:cubicBezTo>
                    <a:pt x="129894" y="529270"/>
                    <a:pt x="125652" y="534360"/>
                    <a:pt x="125322" y="540865"/>
                  </a:cubicBezTo>
                  <a:cubicBezTo>
                    <a:pt x="124968" y="547582"/>
                    <a:pt x="125840" y="554794"/>
                    <a:pt x="128079" y="561110"/>
                  </a:cubicBezTo>
                  <a:cubicBezTo>
                    <a:pt x="138402" y="590052"/>
                    <a:pt x="155018" y="615082"/>
                    <a:pt x="178185" y="635280"/>
                  </a:cubicBezTo>
                  <a:cubicBezTo>
                    <a:pt x="185327" y="641502"/>
                    <a:pt x="194212" y="645838"/>
                    <a:pt x="202649" y="650387"/>
                  </a:cubicBezTo>
                  <a:cubicBezTo>
                    <a:pt x="205242" y="651777"/>
                    <a:pt x="209036" y="650976"/>
                    <a:pt x="212289" y="651188"/>
                  </a:cubicBezTo>
                  <a:cubicBezTo>
                    <a:pt x="211181" y="647959"/>
                    <a:pt x="210992" y="643717"/>
                    <a:pt x="208777" y="641643"/>
                  </a:cubicBezTo>
                  <a:cubicBezTo>
                    <a:pt x="200717" y="634054"/>
                    <a:pt x="191666" y="627502"/>
                    <a:pt x="183606" y="619913"/>
                  </a:cubicBezTo>
                  <a:cubicBezTo>
                    <a:pt x="175781" y="612536"/>
                    <a:pt x="168287" y="604665"/>
                    <a:pt x="161570" y="596274"/>
                  </a:cubicBezTo>
                  <a:cubicBezTo>
                    <a:pt x="159684" y="593941"/>
                    <a:pt x="161028" y="589039"/>
                    <a:pt x="160886" y="585291"/>
                  </a:cubicBezTo>
                  <a:cubicBezTo>
                    <a:pt x="164304" y="585786"/>
                    <a:pt x="168357" y="585268"/>
                    <a:pt x="170997" y="586965"/>
                  </a:cubicBezTo>
                  <a:cubicBezTo>
                    <a:pt x="178233" y="591631"/>
                    <a:pt x="184455" y="597995"/>
                    <a:pt x="191879" y="602308"/>
                  </a:cubicBezTo>
                  <a:cubicBezTo>
                    <a:pt x="202225" y="608294"/>
                    <a:pt x="212854" y="614445"/>
                    <a:pt x="224167" y="617863"/>
                  </a:cubicBezTo>
                  <a:cubicBezTo>
                    <a:pt x="234891" y="621115"/>
                    <a:pt x="238968" y="625075"/>
                    <a:pt x="236163" y="636081"/>
                  </a:cubicBezTo>
                  <a:cubicBezTo>
                    <a:pt x="234702" y="641785"/>
                    <a:pt x="233052" y="647535"/>
                    <a:pt x="232605" y="653357"/>
                  </a:cubicBezTo>
                  <a:cubicBezTo>
                    <a:pt x="231827" y="663302"/>
                    <a:pt x="237530" y="668275"/>
                    <a:pt x="246887" y="664716"/>
                  </a:cubicBezTo>
                  <a:cubicBezTo>
                    <a:pt x="256432" y="661063"/>
                    <a:pt x="266095" y="656468"/>
                    <a:pt x="274014" y="650128"/>
                  </a:cubicBezTo>
                  <a:cubicBezTo>
                    <a:pt x="285963" y="640583"/>
                    <a:pt x="296215" y="628963"/>
                    <a:pt x="307575" y="618641"/>
                  </a:cubicBezTo>
                  <a:cubicBezTo>
                    <a:pt x="315282" y="611641"/>
                    <a:pt x="322470" y="603675"/>
                    <a:pt x="334113" y="600116"/>
                  </a:cubicBezTo>
                  <a:cubicBezTo>
                    <a:pt x="334113" y="603486"/>
                    <a:pt x="334467" y="605867"/>
                    <a:pt x="334066" y="608105"/>
                  </a:cubicBezTo>
                  <a:cubicBezTo>
                    <a:pt x="329140" y="635515"/>
                    <a:pt x="317026" y="659555"/>
                    <a:pt x="298761" y="680366"/>
                  </a:cubicBezTo>
                  <a:cubicBezTo>
                    <a:pt x="295815" y="683736"/>
                    <a:pt x="290582" y="686305"/>
                    <a:pt x="286104" y="686894"/>
                  </a:cubicBezTo>
                  <a:cubicBezTo>
                    <a:pt x="265034" y="689699"/>
                    <a:pt x="243894" y="692103"/>
                    <a:pt x="222706" y="693823"/>
                  </a:cubicBezTo>
                  <a:cubicBezTo>
                    <a:pt x="209767" y="694860"/>
                    <a:pt x="197111" y="692008"/>
                    <a:pt x="187778" y="682393"/>
                  </a:cubicBezTo>
                  <a:cubicBezTo>
                    <a:pt x="175404" y="669642"/>
                    <a:pt x="162913" y="656750"/>
                    <a:pt x="152472" y="642468"/>
                  </a:cubicBezTo>
                  <a:cubicBezTo>
                    <a:pt x="129800" y="611476"/>
                    <a:pt x="105006" y="581615"/>
                    <a:pt x="94777" y="543128"/>
                  </a:cubicBezTo>
                  <a:cubicBezTo>
                    <a:pt x="92303" y="533748"/>
                    <a:pt x="85986" y="525475"/>
                    <a:pt x="82357" y="516307"/>
                  </a:cubicBezTo>
                  <a:cubicBezTo>
                    <a:pt x="69559" y="484160"/>
                    <a:pt x="65953" y="450128"/>
                    <a:pt x="65105" y="416071"/>
                  </a:cubicBezTo>
                  <a:cubicBezTo>
                    <a:pt x="64351" y="386187"/>
                    <a:pt x="65906" y="356185"/>
                    <a:pt x="67792" y="326324"/>
                  </a:cubicBezTo>
                  <a:cubicBezTo>
                    <a:pt x="70149" y="288897"/>
                    <a:pt x="79882" y="253356"/>
                    <a:pt x="99043" y="220761"/>
                  </a:cubicBezTo>
                  <a:cubicBezTo>
                    <a:pt x="136870" y="156420"/>
                    <a:pt x="188697" y="110438"/>
                    <a:pt x="264304" y="96957"/>
                  </a:cubicBezTo>
                  <a:cubicBezTo>
                    <a:pt x="303168" y="90028"/>
                    <a:pt x="339840" y="95001"/>
                    <a:pt x="372364" y="120502"/>
                  </a:cubicBezTo>
                  <a:cubicBezTo>
                    <a:pt x="419666" y="157575"/>
                    <a:pt x="458223" y="202143"/>
                    <a:pt x="485586" y="255407"/>
                  </a:cubicBezTo>
                  <a:cubicBezTo>
                    <a:pt x="521716" y="325711"/>
                    <a:pt x="551577" y="398867"/>
                    <a:pt x="576866" y="473790"/>
                  </a:cubicBezTo>
                  <a:cubicBezTo>
                    <a:pt x="583795" y="494318"/>
                    <a:pt x="590300" y="514964"/>
                    <a:pt x="591502" y="537047"/>
                  </a:cubicBezTo>
                  <a:cubicBezTo>
                    <a:pt x="592162" y="549303"/>
                    <a:pt x="596145" y="561110"/>
                    <a:pt x="603498" y="571622"/>
                  </a:cubicBezTo>
                  <a:cubicBezTo>
                    <a:pt x="607952" y="578009"/>
                    <a:pt x="612218" y="584985"/>
                    <a:pt x="614528" y="592338"/>
                  </a:cubicBezTo>
                  <a:cubicBezTo>
                    <a:pt x="626265" y="629741"/>
                    <a:pt x="629659" y="668346"/>
                    <a:pt x="628858" y="707328"/>
                  </a:cubicBezTo>
                  <a:cubicBezTo>
                    <a:pt x="628693" y="715883"/>
                    <a:pt x="626925" y="724509"/>
                    <a:pt x="624851" y="732852"/>
                  </a:cubicBezTo>
                  <a:cubicBezTo>
                    <a:pt x="624144" y="735657"/>
                    <a:pt x="619053" y="740088"/>
                    <a:pt x="617945" y="739569"/>
                  </a:cubicBezTo>
                  <a:cubicBezTo>
                    <a:pt x="614387" y="737872"/>
                    <a:pt x="610380" y="734738"/>
                    <a:pt x="609178" y="731226"/>
                  </a:cubicBezTo>
                  <a:cubicBezTo>
                    <a:pt x="607858" y="727384"/>
                    <a:pt x="609272" y="722506"/>
                    <a:pt x="609862" y="718122"/>
                  </a:cubicBezTo>
                  <a:cubicBezTo>
                    <a:pt x="610828" y="711052"/>
                    <a:pt x="612996" y="704028"/>
                    <a:pt x="612925" y="697005"/>
                  </a:cubicBezTo>
                  <a:cubicBezTo>
                    <a:pt x="612878" y="693493"/>
                    <a:pt x="609461" y="687648"/>
                    <a:pt x="606798" y="687153"/>
                  </a:cubicBezTo>
                  <a:cubicBezTo>
                    <a:pt x="603757" y="686588"/>
                    <a:pt x="598077" y="690052"/>
                    <a:pt x="596640" y="693163"/>
                  </a:cubicBezTo>
                  <a:cubicBezTo>
                    <a:pt x="593647" y="699739"/>
                    <a:pt x="591903" y="707139"/>
                    <a:pt x="591054" y="714375"/>
                  </a:cubicBezTo>
                  <a:cubicBezTo>
                    <a:pt x="587896" y="741360"/>
                    <a:pt x="585256" y="768417"/>
                    <a:pt x="582522" y="795473"/>
                  </a:cubicBezTo>
                  <a:cubicBezTo>
                    <a:pt x="581132" y="809213"/>
                    <a:pt x="579458" y="822977"/>
                    <a:pt x="579011" y="836741"/>
                  </a:cubicBezTo>
                  <a:cubicBezTo>
                    <a:pt x="578775" y="844189"/>
                    <a:pt x="581910" y="845508"/>
                    <a:pt x="588414" y="842586"/>
                  </a:cubicBezTo>
                  <a:cubicBezTo>
                    <a:pt x="599232" y="837731"/>
                    <a:pt x="601353" y="839051"/>
                    <a:pt x="601542" y="850788"/>
                  </a:cubicBezTo>
                  <a:cubicBezTo>
                    <a:pt x="601565" y="852273"/>
                    <a:pt x="601542" y="853757"/>
                    <a:pt x="601448" y="855242"/>
                  </a:cubicBezTo>
                  <a:cubicBezTo>
                    <a:pt x="599091" y="895025"/>
                    <a:pt x="587542" y="932357"/>
                    <a:pt x="570668" y="968134"/>
                  </a:cubicBezTo>
                  <a:cubicBezTo>
                    <a:pt x="561594" y="987366"/>
                    <a:pt x="551931" y="1006385"/>
                    <a:pt x="533877" y="1019395"/>
                  </a:cubicBezTo>
                  <a:cubicBezTo>
                    <a:pt x="529211" y="1022742"/>
                    <a:pt x="527420" y="1027927"/>
                    <a:pt x="529517" y="1033960"/>
                  </a:cubicBezTo>
                  <a:cubicBezTo>
                    <a:pt x="531803" y="1040536"/>
                    <a:pt x="536446" y="1044307"/>
                    <a:pt x="543140" y="1044754"/>
                  </a:cubicBezTo>
                  <a:cubicBezTo>
                    <a:pt x="547523" y="1045061"/>
                    <a:pt x="551978" y="1043977"/>
                    <a:pt x="557281" y="1043435"/>
                  </a:cubicBezTo>
                  <a:cubicBezTo>
                    <a:pt x="555230" y="1045956"/>
                    <a:pt x="553934" y="1048078"/>
                    <a:pt x="552143" y="1049680"/>
                  </a:cubicBezTo>
                  <a:cubicBezTo>
                    <a:pt x="535409" y="1064764"/>
                    <a:pt x="519029" y="1080248"/>
                    <a:pt x="501683" y="1094578"/>
                  </a:cubicBezTo>
                  <a:cubicBezTo>
                    <a:pt x="492044" y="1102544"/>
                    <a:pt x="480825" y="1108648"/>
                    <a:pt x="470125" y="1115271"/>
                  </a:cubicBezTo>
                  <a:cubicBezTo>
                    <a:pt x="467745" y="1116732"/>
                    <a:pt x="464563" y="1116897"/>
                    <a:pt x="459590" y="1118264"/>
                  </a:cubicBezTo>
                  <a:cubicBezTo>
                    <a:pt x="461546" y="1114139"/>
                    <a:pt x="462018" y="1111830"/>
                    <a:pt x="463408" y="1110463"/>
                  </a:cubicBezTo>
                  <a:cubicBezTo>
                    <a:pt x="469183" y="1104712"/>
                    <a:pt x="475240" y="1099244"/>
                    <a:pt x="481155" y="1093635"/>
                  </a:cubicBezTo>
                  <a:cubicBezTo>
                    <a:pt x="493340" y="1082087"/>
                    <a:pt x="505878" y="1070868"/>
                    <a:pt x="517474" y="1058777"/>
                  </a:cubicBezTo>
                  <a:cubicBezTo>
                    <a:pt x="520538" y="1055596"/>
                    <a:pt x="520797" y="1049704"/>
                    <a:pt x="522353" y="1045061"/>
                  </a:cubicBezTo>
                  <a:cubicBezTo>
                    <a:pt x="517875" y="1046451"/>
                    <a:pt x="512595" y="1046758"/>
                    <a:pt x="509060" y="1049397"/>
                  </a:cubicBezTo>
                  <a:cubicBezTo>
                    <a:pt x="498596" y="1057269"/>
                    <a:pt x="488768" y="1065989"/>
                    <a:pt x="478775" y="1074497"/>
                  </a:cubicBezTo>
                  <a:cubicBezTo>
                    <a:pt x="465011" y="1086235"/>
                    <a:pt x="451153" y="1097830"/>
                    <a:pt x="433430" y="1103298"/>
                  </a:cubicBezTo>
                  <a:cubicBezTo>
                    <a:pt x="424851" y="1105938"/>
                    <a:pt x="419524" y="1104311"/>
                    <a:pt x="416743" y="1098514"/>
                  </a:cubicBezTo>
                  <a:cubicBezTo>
                    <a:pt x="413868" y="1092551"/>
                    <a:pt x="415824" y="1087908"/>
                    <a:pt x="423554" y="1082699"/>
                  </a:cubicBezTo>
                  <a:cubicBezTo>
                    <a:pt x="425393" y="1081474"/>
                    <a:pt x="427325" y="1080248"/>
                    <a:pt x="429376" y="1079470"/>
                  </a:cubicBezTo>
                  <a:cubicBezTo>
                    <a:pt x="437908" y="1076265"/>
                    <a:pt x="446722" y="1073743"/>
                    <a:pt x="455018" y="1070043"/>
                  </a:cubicBezTo>
                  <a:cubicBezTo>
                    <a:pt x="463291" y="1066366"/>
                    <a:pt x="471374" y="1062101"/>
                    <a:pt x="478916" y="1057104"/>
                  </a:cubicBezTo>
                  <a:cubicBezTo>
                    <a:pt x="483465" y="1054087"/>
                    <a:pt x="484101" y="1044896"/>
                    <a:pt x="480990" y="1040866"/>
                  </a:cubicBezTo>
                  <a:cubicBezTo>
                    <a:pt x="477361" y="1036199"/>
                    <a:pt x="473024" y="1039004"/>
                    <a:pt x="468947" y="1040276"/>
                  </a:cubicBezTo>
                  <a:cubicBezTo>
                    <a:pt x="467533" y="1040724"/>
                    <a:pt x="466072" y="1041125"/>
                    <a:pt x="464822" y="1041879"/>
                  </a:cubicBezTo>
                  <a:cubicBezTo>
                    <a:pt x="447217" y="1052367"/>
                    <a:pt x="429093" y="1062124"/>
                    <a:pt x="412195" y="1073649"/>
                  </a:cubicBezTo>
                  <a:cubicBezTo>
                    <a:pt x="394212" y="1085905"/>
                    <a:pt x="395414" y="1097759"/>
                    <a:pt x="414316" y="1109025"/>
                  </a:cubicBezTo>
                  <a:cubicBezTo>
                    <a:pt x="423130" y="1114281"/>
                    <a:pt x="432345" y="1118052"/>
                    <a:pt x="442928" y="1118028"/>
                  </a:cubicBezTo>
                  <a:cubicBezTo>
                    <a:pt x="445826" y="1118028"/>
                    <a:pt x="450092" y="1119136"/>
                    <a:pt x="451271" y="1121186"/>
                  </a:cubicBezTo>
                  <a:cubicBezTo>
                    <a:pt x="452308" y="1122977"/>
                    <a:pt x="450517" y="1127149"/>
                    <a:pt x="448914" y="1129576"/>
                  </a:cubicBezTo>
                  <a:cubicBezTo>
                    <a:pt x="445096" y="1135351"/>
                    <a:pt x="440594" y="1140654"/>
                    <a:pt x="436517" y="1146263"/>
                  </a:cubicBezTo>
                  <a:cubicBezTo>
                    <a:pt x="435079" y="1148243"/>
                    <a:pt x="434160" y="1150576"/>
                    <a:pt x="432157" y="1154323"/>
                  </a:cubicBezTo>
                  <a:cubicBezTo>
                    <a:pt x="436682" y="1153498"/>
                    <a:pt x="439487" y="1153522"/>
                    <a:pt x="441820" y="1152485"/>
                  </a:cubicBezTo>
                  <a:cubicBezTo>
                    <a:pt x="453321" y="1147465"/>
                    <a:pt x="465223" y="1143058"/>
                    <a:pt x="476065" y="1136835"/>
                  </a:cubicBezTo>
                  <a:cubicBezTo>
                    <a:pt x="513727" y="1115247"/>
                    <a:pt x="548867" y="1090076"/>
                    <a:pt x="581415" y="1061229"/>
                  </a:cubicBezTo>
                  <a:cubicBezTo>
                    <a:pt x="591313" y="1052438"/>
                    <a:pt x="592327" y="1042727"/>
                    <a:pt x="588721" y="1031179"/>
                  </a:cubicBezTo>
                  <a:cubicBezTo>
                    <a:pt x="586364" y="1023684"/>
                    <a:pt x="580637" y="1017722"/>
                    <a:pt x="572152" y="1020903"/>
                  </a:cubicBezTo>
                  <a:cubicBezTo>
                    <a:pt x="570809" y="1021422"/>
                    <a:pt x="568994" y="1020715"/>
                    <a:pt x="566048" y="1020432"/>
                  </a:cubicBezTo>
                  <a:cubicBezTo>
                    <a:pt x="568216" y="1016378"/>
                    <a:pt x="569913" y="1013173"/>
                    <a:pt x="571634" y="1010015"/>
                  </a:cubicBezTo>
                  <a:cubicBezTo>
                    <a:pt x="575523" y="1002874"/>
                    <a:pt x="580142" y="996015"/>
                    <a:pt x="583206" y="988544"/>
                  </a:cubicBezTo>
                  <a:cubicBezTo>
                    <a:pt x="603310" y="939546"/>
                    <a:pt x="617498" y="888756"/>
                    <a:pt x="627821" y="836859"/>
                  </a:cubicBezTo>
                  <a:cubicBezTo>
                    <a:pt x="630625" y="822812"/>
                    <a:pt x="633359" y="808553"/>
                    <a:pt x="629329" y="794271"/>
                  </a:cubicBezTo>
                  <a:cubicBezTo>
                    <a:pt x="627326" y="787177"/>
                    <a:pt x="624191" y="781096"/>
                    <a:pt x="615306" y="780059"/>
                  </a:cubicBezTo>
                  <a:cubicBezTo>
                    <a:pt x="608518" y="779258"/>
                    <a:pt x="603687" y="772400"/>
                    <a:pt x="604323" y="766296"/>
                  </a:cubicBezTo>
                  <a:cubicBezTo>
                    <a:pt x="604936" y="760356"/>
                    <a:pt x="610168" y="756043"/>
                    <a:pt x="617922" y="756633"/>
                  </a:cubicBezTo>
                  <a:cubicBezTo>
                    <a:pt x="625134" y="757175"/>
                    <a:pt x="628386" y="753687"/>
                    <a:pt x="630319" y="747700"/>
                  </a:cubicBezTo>
                  <a:cubicBezTo>
                    <a:pt x="631144" y="745131"/>
                    <a:pt x="632086" y="742539"/>
                    <a:pt x="632558" y="739899"/>
                  </a:cubicBezTo>
                  <a:cubicBezTo>
                    <a:pt x="641679" y="688285"/>
                    <a:pt x="639463" y="636977"/>
                    <a:pt x="628127" y="585951"/>
                  </a:cubicBezTo>
                  <a:cubicBezTo>
                    <a:pt x="625770" y="575322"/>
                    <a:pt x="621457" y="565871"/>
                    <a:pt x="611629" y="559744"/>
                  </a:cubicBezTo>
                  <a:cubicBezTo>
                    <a:pt x="609249" y="558259"/>
                    <a:pt x="607175" y="555548"/>
                    <a:pt x="606114" y="552956"/>
                  </a:cubicBezTo>
                  <a:cubicBezTo>
                    <a:pt x="605219" y="550740"/>
                    <a:pt x="605030" y="547134"/>
                    <a:pt x="606303" y="545485"/>
                  </a:cubicBezTo>
                  <a:cubicBezTo>
                    <a:pt x="607505" y="543906"/>
                    <a:pt x="611441" y="542916"/>
                    <a:pt x="613350" y="543693"/>
                  </a:cubicBezTo>
                  <a:cubicBezTo>
                    <a:pt x="618982" y="545980"/>
                    <a:pt x="624709" y="548596"/>
                    <a:pt x="629541" y="552249"/>
                  </a:cubicBezTo>
                  <a:cubicBezTo>
                    <a:pt x="649857" y="567615"/>
                    <a:pt x="657045" y="589793"/>
                    <a:pt x="659096" y="613785"/>
                  </a:cubicBezTo>
                  <a:cubicBezTo>
                    <a:pt x="660910" y="634973"/>
                    <a:pt x="660816" y="656326"/>
                    <a:pt x="662466" y="677538"/>
                  </a:cubicBezTo>
                  <a:cubicBezTo>
                    <a:pt x="662961" y="683830"/>
                    <a:pt x="665341" y="690618"/>
                    <a:pt x="668806" y="695897"/>
                  </a:cubicBezTo>
                  <a:cubicBezTo>
                    <a:pt x="672765" y="701931"/>
                    <a:pt x="678634" y="700469"/>
                    <a:pt x="680778" y="693493"/>
                  </a:cubicBezTo>
                  <a:cubicBezTo>
                    <a:pt x="682145" y="689062"/>
                    <a:pt x="683229" y="684207"/>
                    <a:pt x="682876" y="679659"/>
                  </a:cubicBezTo>
                  <a:cubicBezTo>
                    <a:pt x="681203" y="658000"/>
                    <a:pt x="680142" y="636199"/>
                    <a:pt x="676654" y="614799"/>
                  </a:cubicBezTo>
                  <a:cubicBezTo>
                    <a:pt x="671870" y="585456"/>
                    <a:pt x="659143" y="559861"/>
                    <a:pt x="635009" y="540983"/>
                  </a:cubicBezTo>
                  <a:cubicBezTo>
                    <a:pt x="630743" y="537660"/>
                    <a:pt x="626925" y="533630"/>
                    <a:pt x="623460" y="529435"/>
                  </a:cubicBezTo>
                  <a:cubicBezTo>
                    <a:pt x="614457" y="518523"/>
                    <a:pt x="606421" y="507281"/>
                    <a:pt x="604040" y="492574"/>
                  </a:cubicBezTo>
                  <a:cubicBezTo>
                    <a:pt x="601778" y="478527"/>
                    <a:pt x="599350" y="464174"/>
                    <a:pt x="594330" y="451000"/>
                  </a:cubicBezTo>
                  <a:cubicBezTo>
                    <a:pt x="587212" y="432357"/>
                    <a:pt x="577455" y="414752"/>
                    <a:pt x="569112" y="396581"/>
                  </a:cubicBezTo>
                  <a:cubicBezTo>
                    <a:pt x="556055" y="368087"/>
                    <a:pt x="542833" y="339593"/>
                    <a:pt x="535268" y="309001"/>
                  </a:cubicBezTo>
                  <a:cubicBezTo>
                    <a:pt x="532086" y="296156"/>
                    <a:pt x="529989" y="282864"/>
                    <a:pt x="536399" y="270561"/>
                  </a:cubicBezTo>
                  <a:cubicBezTo>
                    <a:pt x="539298" y="264999"/>
                    <a:pt x="544436" y="258188"/>
                    <a:pt x="549645" y="257104"/>
                  </a:cubicBezTo>
                  <a:cubicBezTo>
                    <a:pt x="553345" y="256326"/>
                    <a:pt x="560085" y="263373"/>
                    <a:pt x="563338" y="268322"/>
                  </a:cubicBezTo>
                  <a:cubicBezTo>
                    <a:pt x="579341" y="292668"/>
                    <a:pt x="589993" y="319442"/>
                    <a:pt x="596899" y="347700"/>
                  </a:cubicBezTo>
                  <a:cubicBezTo>
                    <a:pt x="597653" y="350787"/>
                    <a:pt x="597936" y="353993"/>
                    <a:pt x="598431" y="357151"/>
                  </a:cubicBezTo>
                  <a:cubicBezTo>
                    <a:pt x="597512" y="357575"/>
                    <a:pt x="596593" y="357999"/>
                    <a:pt x="595673" y="358447"/>
                  </a:cubicBezTo>
                  <a:cubicBezTo>
                    <a:pt x="577879" y="333535"/>
                    <a:pt x="560062" y="308647"/>
                    <a:pt x="542268" y="283736"/>
                  </a:cubicBezTo>
                  <a:cubicBezTo>
                    <a:pt x="542126" y="286753"/>
                    <a:pt x="542881" y="289274"/>
                    <a:pt x="543941" y="291655"/>
                  </a:cubicBezTo>
                  <a:cubicBezTo>
                    <a:pt x="561641" y="330802"/>
                    <a:pt x="579694" y="369783"/>
                    <a:pt x="596993" y="409095"/>
                  </a:cubicBezTo>
                  <a:cubicBezTo>
                    <a:pt x="606515" y="430731"/>
                    <a:pt x="615188" y="452649"/>
                    <a:pt x="618440" y="476524"/>
                  </a:cubicBezTo>
                  <a:cubicBezTo>
                    <a:pt x="620891" y="494389"/>
                    <a:pt x="631733" y="507658"/>
                    <a:pt x="647194" y="516779"/>
                  </a:cubicBezTo>
                  <a:cubicBezTo>
                    <a:pt x="649621" y="518216"/>
                    <a:pt x="653675" y="518782"/>
                    <a:pt x="656055" y="517674"/>
                  </a:cubicBezTo>
                  <a:cubicBezTo>
                    <a:pt x="657540" y="516991"/>
                    <a:pt x="658059" y="512324"/>
                    <a:pt x="657611" y="509708"/>
                  </a:cubicBezTo>
                  <a:cubicBezTo>
                    <a:pt x="656126" y="500917"/>
                    <a:pt x="650493" y="494766"/>
                    <a:pt x="643588" y="489534"/>
                  </a:cubicBezTo>
                  <a:cubicBezTo>
                    <a:pt x="635810" y="483618"/>
                    <a:pt x="632605" y="475982"/>
                    <a:pt x="634679" y="466107"/>
                  </a:cubicBezTo>
                  <a:cubicBezTo>
                    <a:pt x="635480" y="462289"/>
                    <a:pt x="635763" y="458117"/>
                    <a:pt x="635103" y="454323"/>
                  </a:cubicBezTo>
                  <a:cubicBezTo>
                    <a:pt x="632133" y="437047"/>
                    <a:pt x="629682" y="419607"/>
                    <a:pt x="625346" y="402661"/>
                  </a:cubicBezTo>
                  <a:cubicBezTo>
                    <a:pt x="614481" y="360120"/>
                    <a:pt x="602932" y="317768"/>
                    <a:pt x="591101" y="275487"/>
                  </a:cubicBezTo>
                  <a:cubicBezTo>
                    <a:pt x="588744" y="267097"/>
                    <a:pt x="585351" y="258353"/>
                    <a:pt x="580118" y="251518"/>
                  </a:cubicBezTo>
                  <a:cubicBezTo>
                    <a:pt x="562560" y="228539"/>
                    <a:pt x="543588" y="206620"/>
                    <a:pt x="525864" y="183759"/>
                  </a:cubicBezTo>
                  <a:cubicBezTo>
                    <a:pt x="515188" y="169972"/>
                    <a:pt x="505902" y="155124"/>
                    <a:pt x="495720" y="140936"/>
                  </a:cubicBezTo>
                  <a:cubicBezTo>
                    <a:pt x="493976" y="138485"/>
                    <a:pt x="491195" y="136010"/>
                    <a:pt x="488414" y="135256"/>
                  </a:cubicBezTo>
                  <a:cubicBezTo>
                    <a:pt x="482263" y="133583"/>
                    <a:pt x="475805" y="133205"/>
                    <a:pt x="469536" y="131933"/>
                  </a:cubicBezTo>
                  <a:cubicBezTo>
                    <a:pt x="464681" y="130966"/>
                    <a:pt x="458671" y="129859"/>
                    <a:pt x="460698" y="122953"/>
                  </a:cubicBezTo>
                  <a:cubicBezTo>
                    <a:pt x="462324" y="117344"/>
                    <a:pt x="460250" y="113385"/>
                    <a:pt x="456833" y="110344"/>
                  </a:cubicBezTo>
                  <a:cubicBezTo>
                    <a:pt x="448160" y="102661"/>
                    <a:pt x="439133" y="95402"/>
                    <a:pt x="429942" y="88355"/>
                  </a:cubicBezTo>
                  <a:cubicBezTo>
                    <a:pt x="420726" y="81308"/>
                    <a:pt x="410804" y="75133"/>
                    <a:pt x="401942" y="67709"/>
                  </a:cubicBezTo>
                  <a:cubicBezTo>
                    <a:pt x="398596" y="64905"/>
                    <a:pt x="397370" y="59602"/>
                    <a:pt x="395178" y="55430"/>
                  </a:cubicBezTo>
                  <a:cubicBezTo>
                    <a:pt x="400057" y="55077"/>
                    <a:pt x="405289" y="53427"/>
                    <a:pt x="409767" y="54582"/>
                  </a:cubicBezTo>
                  <a:cubicBezTo>
                    <a:pt x="428032" y="59272"/>
                    <a:pt x="443941" y="68652"/>
                    <a:pt x="457941" y="81261"/>
                  </a:cubicBezTo>
                  <a:cubicBezTo>
                    <a:pt x="501801" y="120785"/>
                    <a:pt x="538167" y="166790"/>
                    <a:pt x="572223" y="214681"/>
                  </a:cubicBezTo>
                  <a:cubicBezTo>
                    <a:pt x="591030" y="241101"/>
                    <a:pt x="608117" y="268416"/>
                    <a:pt x="616649" y="300422"/>
                  </a:cubicBezTo>
                  <a:cubicBezTo>
                    <a:pt x="619124" y="309684"/>
                    <a:pt x="624238" y="318947"/>
                    <a:pt x="630366" y="326347"/>
                  </a:cubicBezTo>
                  <a:cubicBezTo>
                    <a:pt x="636187" y="333370"/>
                    <a:pt x="640100" y="340582"/>
                    <a:pt x="641349" y="349232"/>
                  </a:cubicBezTo>
                  <a:cubicBezTo>
                    <a:pt x="642833" y="359484"/>
                    <a:pt x="643305" y="369878"/>
                    <a:pt x="644601" y="380153"/>
                  </a:cubicBezTo>
                  <a:cubicBezTo>
                    <a:pt x="646251" y="393092"/>
                    <a:pt x="647901" y="406055"/>
                    <a:pt x="650375" y="418829"/>
                  </a:cubicBezTo>
                  <a:cubicBezTo>
                    <a:pt x="651436" y="424368"/>
                    <a:pt x="654405" y="429058"/>
                    <a:pt x="661594" y="429906"/>
                  </a:cubicBezTo>
                  <a:cubicBezTo>
                    <a:pt x="666520" y="430472"/>
                    <a:pt x="669041" y="434148"/>
                    <a:pt x="666920" y="439852"/>
                  </a:cubicBezTo>
                  <a:cubicBezTo>
                    <a:pt x="665765" y="443010"/>
                    <a:pt x="664846" y="446687"/>
                    <a:pt x="665294" y="449915"/>
                  </a:cubicBezTo>
                  <a:cubicBezTo>
                    <a:pt x="668971" y="476524"/>
                    <a:pt x="671799" y="503368"/>
                    <a:pt x="677243" y="529623"/>
                  </a:cubicBezTo>
                  <a:cubicBezTo>
                    <a:pt x="683371" y="559272"/>
                    <a:pt x="691879" y="588450"/>
                    <a:pt x="699609" y="617769"/>
                  </a:cubicBezTo>
                  <a:cubicBezTo>
                    <a:pt x="700529" y="621233"/>
                    <a:pt x="702980" y="624273"/>
                    <a:pt x="704724" y="627526"/>
                  </a:cubicBezTo>
                  <a:cubicBezTo>
                    <a:pt x="707151" y="624792"/>
                    <a:pt x="708000" y="622765"/>
                    <a:pt x="708353" y="620644"/>
                  </a:cubicBezTo>
                  <a:cubicBezTo>
                    <a:pt x="711676" y="600092"/>
                    <a:pt x="710097" y="579635"/>
                    <a:pt x="705973" y="559437"/>
                  </a:cubicBezTo>
                  <a:cubicBezTo>
                    <a:pt x="702673" y="543269"/>
                    <a:pt x="697960" y="527408"/>
                    <a:pt x="694731" y="511216"/>
                  </a:cubicBezTo>
                  <a:cubicBezTo>
                    <a:pt x="693906" y="507021"/>
                    <a:pt x="696239" y="502213"/>
                    <a:pt x="697135" y="497665"/>
                  </a:cubicBezTo>
                  <a:cubicBezTo>
                    <a:pt x="700387" y="500658"/>
                    <a:pt x="705172" y="503038"/>
                    <a:pt x="706586" y="506738"/>
                  </a:cubicBezTo>
                  <a:cubicBezTo>
                    <a:pt x="712006" y="520714"/>
                    <a:pt x="717168" y="534903"/>
                    <a:pt x="720939" y="549373"/>
                  </a:cubicBezTo>
                  <a:cubicBezTo>
                    <a:pt x="731002" y="588143"/>
                    <a:pt x="738662" y="627266"/>
                    <a:pt x="740029" y="667592"/>
                  </a:cubicBezTo>
                  <a:cubicBezTo>
                    <a:pt x="740760" y="689487"/>
                    <a:pt x="743871" y="711382"/>
                    <a:pt x="747288" y="733064"/>
                  </a:cubicBezTo>
                  <a:cubicBezTo>
                    <a:pt x="748584" y="741243"/>
                    <a:pt x="751907" y="750717"/>
                    <a:pt x="757587" y="756208"/>
                  </a:cubicBezTo>
                  <a:cubicBezTo>
                    <a:pt x="765129" y="763491"/>
                    <a:pt x="767604" y="771598"/>
                    <a:pt x="767510" y="780578"/>
                  </a:cubicBezTo>
                  <a:cubicBezTo>
                    <a:pt x="767297" y="800587"/>
                    <a:pt x="766732" y="820667"/>
                    <a:pt x="764728" y="840559"/>
                  </a:cubicBezTo>
                  <a:cubicBezTo>
                    <a:pt x="760580" y="881733"/>
                    <a:pt x="751153" y="921775"/>
                    <a:pt x="735622" y="960262"/>
                  </a:cubicBezTo>
                  <a:cubicBezTo>
                    <a:pt x="732181" y="968794"/>
                    <a:pt x="729117" y="977491"/>
                    <a:pt x="725888" y="986117"/>
                  </a:cubicBezTo>
                  <a:cubicBezTo>
                    <a:pt x="735645" y="978221"/>
                    <a:pt x="744248" y="969713"/>
                    <a:pt x="752732" y="961087"/>
                  </a:cubicBezTo>
                  <a:cubicBezTo>
                    <a:pt x="761971" y="951707"/>
                    <a:pt x="768806" y="940701"/>
                    <a:pt x="771021" y="927738"/>
                  </a:cubicBezTo>
                  <a:cubicBezTo>
                    <a:pt x="774910" y="904900"/>
                    <a:pt x="778445" y="881968"/>
                    <a:pt x="780943" y="858942"/>
                  </a:cubicBezTo>
                  <a:cubicBezTo>
                    <a:pt x="783112" y="839027"/>
                    <a:pt x="784102" y="818947"/>
                    <a:pt x="784761" y="798914"/>
                  </a:cubicBezTo>
                  <a:cubicBezTo>
                    <a:pt x="785846" y="766484"/>
                    <a:pt x="786317" y="734031"/>
                    <a:pt x="786883" y="701577"/>
                  </a:cubicBezTo>
                  <a:cubicBezTo>
                    <a:pt x="786953" y="697901"/>
                    <a:pt x="785893" y="694224"/>
                    <a:pt x="785351" y="690547"/>
                  </a:cubicBezTo>
                  <a:cubicBezTo>
                    <a:pt x="777880" y="704193"/>
                    <a:pt x="778210" y="720149"/>
                    <a:pt x="769701" y="733583"/>
                  </a:cubicBezTo>
                  <a:cubicBezTo>
                    <a:pt x="762183" y="721775"/>
                    <a:pt x="753180" y="607233"/>
                    <a:pt x="759378" y="596298"/>
                  </a:cubicBezTo>
                  <a:cubicBezTo>
                    <a:pt x="769254" y="611429"/>
                    <a:pt x="778728" y="625923"/>
                    <a:pt x="788202" y="640418"/>
                  </a:cubicBezTo>
                  <a:cubicBezTo>
                    <a:pt x="789381" y="639970"/>
                    <a:pt x="790559" y="639546"/>
                    <a:pt x="791738" y="639098"/>
                  </a:cubicBezTo>
                  <a:cubicBezTo>
                    <a:pt x="788603" y="607941"/>
                    <a:pt x="785445" y="576807"/>
                    <a:pt x="782310" y="545650"/>
                  </a:cubicBezTo>
                  <a:cubicBezTo>
                    <a:pt x="783135" y="545438"/>
                    <a:pt x="783937" y="545225"/>
                    <a:pt x="784761" y="545013"/>
                  </a:cubicBezTo>
                  <a:cubicBezTo>
                    <a:pt x="785987" y="547512"/>
                    <a:pt x="787354" y="549939"/>
                    <a:pt x="788438" y="552508"/>
                  </a:cubicBezTo>
                  <a:cubicBezTo>
                    <a:pt x="792115" y="561134"/>
                    <a:pt x="795037" y="570161"/>
                    <a:pt x="799492" y="578362"/>
                  </a:cubicBezTo>
                  <a:cubicBezTo>
                    <a:pt x="804040" y="586753"/>
                    <a:pt x="809579" y="594742"/>
                    <a:pt x="815589" y="602190"/>
                  </a:cubicBezTo>
                  <a:cubicBezTo>
                    <a:pt x="819666" y="607233"/>
                    <a:pt x="825228" y="609897"/>
                    <a:pt x="832723" y="608270"/>
                  </a:cubicBezTo>
                  <a:cubicBezTo>
                    <a:pt x="835928" y="607587"/>
                    <a:pt x="841113" y="610038"/>
                    <a:pt x="843494" y="612748"/>
                  </a:cubicBezTo>
                  <a:cubicBezTo>
                    <a:pt x="852261" y="622694"/>
                    <a:pt x="845473" y="642350"/>
                    <a:pt x="832487" y="644896"/>
                  </a:cubicBezTo>
                  <a:cubicBezTo>
                    <a:pt x="826336" y="646121"/>
                    <a:pt x="822518" y="649232"/>
                    <a:pt x="820915" y="654888"/>
                  </a:cubicBezTo>
                  <a:cubicBezTo>
                    <a:pt x="817851" y="665801"/>
                    <a:pt x="814222" y="676642"/>
                    <a:pt x="812525" y="687790"/>
                  </a:cubicBezTo>
                  <a:cubicBezTo>
                    <a:pt x="807034" y="723896"/>
                    <a:pt x="805808" y="760333"/>
                    <a:pt x="809697" y="796628"/>
                  </a:cubicBezTo>
                  <a:cubicBezTo>
                    <a:pt x="811394" y="812466"/>
                    <a:pt x="809932" y="830495"/>
                    <a:pt x="828009" y="841549"/>
                  </a:cubicBezTo>
                  <a:cubicBezTo>
                    <a:pt x="822659" y="841148"/>
                    <a:pt x="818723" y="840606"/>
                    <a:pt x="814787" y="840630"/>
                  </a:cubicBezTo>
                  <a:cubicBezTo>
                    <a:pt x="810144" y="840653"/>
                    <a:pt x="805289" y="840418"/>
                    <a:pt x="800953" y="841690"/>
                  </a:cubicBezTo>
                  <a:cubicBezTo>
                    <a:pt x="798054" y="842539"/>
                    <a:pt x="794236" y="845626"/>
                    <a:pt x="793835" y="848172"/>
                  </a:cubicBezTo>
                  <a:cubicBezTo>
                    <a:pt x="793364" y="851165"/>
                    <a:pt x="795626" y="855101"/>
                    <a:pt x="797724" y="857811"/>
                  </a:cubicBezTo>
                  <a:cubicBezTo>
                    <a:pt x="799185" y="859696"/>
                    <a:pt x="802320" y="860592"/>
                    <a:pt x="804889" y="861252"/>
                  </a:cubicBezTo>
                  <a:cubicBezTo>
                    <a:pt x="818935" y="864881"/>
                    <a:pt x="826194" y="889251"/>
                    <a:pt x="815777" y="901436"/>
                  </a:cubicBezTo>
                  <a:cubicBezTo>
                    <a:pt x="809084" y="893211"/>
                    <a:pt x="802461" y="885127"/>
                    <a:pt x="795862" y="877043"/>
                  </a:cubicBezTo>
                  <a:cubicBezTo>
                    <a:pt x="795367" y="881049"/>
                    <a:pt x="796121" y="884349"/>
                    <a:pt x="797300" y="887483"/>
                  </a:cubicBezTo>
                  <a:cubicBezTo>
                    <a:pt x="802414" y="901059"/>
                    <a:pt x="801354" y="914587"/>
                    <a:pt x="794660" y="926913"/>
                  </a:cubicBezTo>
                  <a:cubicBezTo>
                    <a:pt x="786317" y="942256"/>
                    <a:pt x="776395" y="956751"/>
                    <a:pt x="767392" y="971764"/>
                  </a:cubicBezTo>
                  <a:cubicBezTo>
                    <a:pt x="761830" y="981049"/>
                    <a:pt x="755961" y="990241"/>
                    <a:pt x="751554" y="1000092"/>
                  </a:cubicBezTo>
                  <a:cubicBezTo>
                    <a:pt x="747854" y="1008341"/>
                    <a:pt x="750045" y="1011924"/>
                    <a:pt x="757776" y="1016567"/>
                  </a:cubicBezTo>
                  <a:cubicBezTo>
                    <a:pt x="760958" y="1018476"/>
                    <a:pt x="763856" y="1020833"/>
                    <a:pt x="767910" y="1023708"/>
                  </a:cubicBezTo>
                  <a:cubicBezTo>
                    <a:pt x="764021" y="1026395"/>
                    <a:pt x="761806" y="1028351"/>
                    <a:pt x="759261" y="1029624"/>
                  </a:cubicBezTo>
                  <a:cubicBezTo>
                    <a:pt x="746934" y="1035775"/>
                    <a:pt x="740312" y="1045414"/>
                    <a:pt x="739228" y="1059343"/>
                  </a:cubicBezTo>
                  <a:cubicBezTo>
                    <a:pt x="738379" y="1070420"/>
                    <a:pt x="729235" y="1077962"/>
                    <a:pt x="717757" y="1077514"/>
                  </a:cubicBezTo>
                  <a:cubicBezTo>
                    <a:pt x="711276" y="1077255"/>
                    <a:pt x="702343" y="1078151"/>
                    <a:pt x="700694" y="1070585"/>
                  </a:cubicBezTo>
                  <a:cubicBezTo>
                    <a:pt x="699727" y="1066107"/>
                    <a:pt x="704370" y="1059225"/>
                    <a:pt x="708306" y="1055171"/>
                  </a:cubicBezTo>
                  <a:cubicBezTo>
                    <a:pt x="715494" y="1047771"/>
                    <a:pt x="724168" y="1041785"/>
                    <a:pt x="731992" y="1034974"/>
                  </a:cubicBezTo>
                  <a:cubicBezTo>
                    <a:pt x="740712" y="1027408"/>
                    <a:pt x="741137" y="1022482"/>
                    <a:pt x="733713" y="1013597"/>
                  </a:cubicBezTo>
                  <a:cubicBezTo>
                    <a:pt x="728952" y="1007894"/>
                    <a:pt x="723908" y="1002402"/>
                    <a:pt x="718558" y="997241"/>
                  </a:cubicBezTo>
                  <a:cubicBezTo>
                    <a:pt x="706185" y="985315"/>
                    <a:pt x="704394" y="972023"/>
                    <a:pt x="712148" y="956915"/>
                  </a:cubicBezTo>
                  <a:cubicBezTo>
                    <a:pt x="724144" y="933559"/>
                    <a:pt x="733359" y="909213"/>
                    <a:pt x="738898" y="883430"/>
                  </a:cubicBezTo>
                  <a:cubicBezTo>
                    <a:pt x="745662" y="851966"/>
                    <a:pt x="751460" y="820385"/>
                    <a:pt x="751200" y="788049"/>
                  </a:cubicBezTo>
                  <a:cubicBezTo>
                    <a:pt x="751153" y="782463"/>
                    <a:pt x="750163" y="776689"/>
                    <a:pt x="748490" y="771339"/>
                  </a:cubicBezTo>
                  <a:cubicBezTo>
                    <a:pt x="746817" y="765966"/>
                    <a:pt x="743140" y="765612"/>
                    <a:pt x="740053" y="770349"/>
                  </a:cubicBezTo>
                  <a:cubicBezTo>
                    <a:pt x="737813" y="773790"/>
                    <a:pt x="735810" y="777820"/>
                    <a:pt x="735150" y="781827"/>
                  </a:cubicBezTo>
                  <a:cubicBezTo>
                    <a:pt x="733218" y="793493"/>
                    <a:pt x="731332" y="805230"/>
                    <a:pt x="730649" y="817014"/>
                  </a:cubicBezTo>
                  <a:cubicBezTo>
                    <a:pt x="728952" y="846757"/>
                    <a:pt x="725487" y="876289"/>
                    <a:pt x="714552" y="904099"/>
                  </a:cubicBezTo>
                  <a:cubicBezTo>
                    <a:pt x="701000" y="938532"/>
                    <a:pt x="685846" y="972329"/>
                    <a:pt x="671492" y="1006432"/>
                  </a:cubicBezTo>
                  <a:cubicBezTo>
                    <a:pt x="667910" y="1014941"/>
                    <a:pt x="664776" y="1023614"/>
                    <a:pt x="661452" y="1032216"/>
                  </a:cubicBezTo>
                  <a:cubicBezTo>
                    <a:pt x="662136" y="1032640"/>
                    <a:pt x="662819" y="1033064"/>
                    <a:pt x="663526" y="1033489"/>
                  </a:cubicBezTo>
                  <a:cubicBezTo>
                    <a:pt x="666449" y="1030283"/>
                    <a:pt x="669206" y="1026937"/>
                    <a:pt x="672341" y="1023944"/>
                  </a:cubicBezTo>
                  <a:cubicBezTo>
                    <a:pt x="680331" y="1016307"/>
                    <a:pt x="688179" y="1008483"/>
                    <a:pt x="696734" y="1001507"/>
                  </a:cubicBezTo>
                  <a:cubicBezTo>
                    <a:pt x="698926" y="999715"/>
                    <a:pt x="704606" y="999362"/>
                    <a:pt x="706656" y="1000964"/>
                  </a:cubicBezTo>
                  <a:cubicBezTo>
                    <a:pt x="708683" y="1002567"/>
                    <a:pt x="709037" y="1007564"/>
                    <a:pt x="708518" y="1010816"/>
                  </a:cubicBezTo>
                  <a:cubicBezTo>
                    <a:pt x="707882" y="1014823"/>
                    <a:pt x="706232" y="1019018"/>
                    <a:pt x="703922" y="1022388"/>
                  </a:cubicBezTo>
                  <a:cubicBezTo>
                    <a:pt x="698596" y="1030118"/>
                    <a:pt x="692374" y="1037212"/>
                    <a:pt x="686953" y="1044849"/>
                  </a:cubicBezTo>
                  <a:cubicBezTo>
                    <a:pt x="678964" y="1056114"/>
                    <a:pt x="671186" y="1067545"/>
                    <a:pt x="663762" y="1079188"/>
                  </a:cubicBezTo>
                  <a:cubicBezTo>
                    <a:pt x="662419" y="1081309"/>
                    <a:pt x="663149" y="1084773"/>
                    <a:pt x="662914" y="1087601"/>
                  </a:cubicBezTo>
                  <a:cubicBezTo>
                    <a:pt x="665671" y="1087814"/>
                    <a:pt x="668546" y="1088662"/>
                    <a:pt x="671162" y="1088120"/>
                  </a:cubicBezTo>
                  <a:cubicBezTo>
                    <a:pt x="676465" y="1087036"/>
                    <a:pt x="681509" y="1084726"/>
                    <a:pt x="686835" y="1083831"/>
                  </a:cubicBezTo>
                  <a:cubicBezTo>
                    <a:pt x="689970" y="1083312"/>
                    <a:pt x="695367" y="1083501"/>
                    <a:pt x="696263" y="1085198"/>
                  </a:cubicBezTo>
                  <a:cubicBezTo>
                    <a:pt x="697583" y="1087743"/>
                    <a:pt x="696899" y="1092574"/>
                    <a:pt x="695202" y="1095214"/>
                  </a:cubicBezTo>
                  <a:cubicBezTo>
                    <a:pt x="688744" y="1105136"/>
                    <a:pt x="681674" y="1114681"/>
                    <a:pt x="674533" y="1124132"/>
                  </a:cubicBezTo>
                  <a:cubicBezTo>
                    <a:pt x="669607" y="1130684"/>
                    <a:pt x="664186" y="1136859"/>
                    <a:pt x="659001" y="1143223"/>
                  </a:cubicBezTo>
                  <a:cubicBezTo>
                    <a:pt x="662089" y="1142963"/>
                    <a:pt x="664139" y="1141785"/>
                    <a:pt x="666072" y="1140394"/>
                  </a:cubicBezTo>
                  <a:cubicBezTo>
                    <a:pt x="724662" y="1098160"/>
                    <a:pt x="775994" y="1048078"/>
                    <a:pt x="823319" y="993800"/>
                  </a:cubicBezTo>
                  <a:cubicBezTo>
                    <a:pt x="832369" y="983430"/>
                    <a:pt x="839888" y="971646"/>
                    <a:pt x="847571" y="960168"/>
                  </a:cubicBezTo>
                  <a:cubicBezTo>
                    <a:pt x="849173" y="957764"/>
                    <a:pt x="848396" y="953781"/>
                    <a:pt x="848702" y="950529"/>
                  </a:cubicBezTo>
                  <a:cubicBezTo>
                    <a:pt x="844955" y="950269"/>
                    <a:pt x="839817" y="948313"/>
                    <a:pt x="837743" y="950034"/>
                  </a:cubicBezTo>
                  <a:cubicBezTo>
                    <a:pt x="832511" y="954441"/>
                    <a:pt x="827349" y="959909"/>
                    <a:pt x="824498" y="966036"/>
                  </a:cubicBezTo>
                  <a:cubicBezTo>
                    <a:pt x="818299" y="979258"/>
                    <a:pt x="811040" y="991443"/>
                    <a:pt x="799303" y="1000352"/>
                  </a:cubicBezTo>
                  <a:cubicBezTo>
                    <a:pt x="792044" y="1005867"/>
                    <a:pt x="784149" y="1010415"/>
                    <a:pt x="773001" y="1008954"/>
                  </a:cubicBezTo>
                  <a:cubicBezTo>
                    <a:pt x="775028" y="1004170"/>
                    <a:pt x="776230" y="999833"/>
                    <a:pt x="778539" y="996227"/>
                  </a:cubicBezTo>
                  <a:cubicBezTo>
                    <a:pt x="786128" y="984349"/>
                    <a:pt x="794094" y="972730"/>
                    <a:pt x="801966" y="961040"/>
                  </a:cubicBezTo>
                  <a:cubicBezTo>
                    <a:pt x="817922" y="937354"/>
                    <a:pt x="832888" y="913456"/>
                    <a:pt x="834302" y="883500"/>
                  </a:cubicBezTo>
                  <a:cubicBezTo>
                    <a:pt x="834891" y="871056"/>
                    <a:pt x="840194" y="867592"/>
                    <a:pt x="852968" y="867922"/>
                  </a:cubicBezTo>
                  <a:cubicBezTo>
                    <a:pt x="856904" y="868016"/>
                    <a:pt x="860816" y="868935"/>
                    <a:pt x="864752" y="869030"/>
                  </a:cubicBezTo>
                  <a:cubicBezTo>
                    <a:pt x="873826" y="869289"/>
                    <a:pt x="882970" y="869949"/>
                    <a:pt x="891950" y="869030"/>
                  </a:cubicBezTo>
                  <a:cubicBezTo>
                    <a:pt x="895202" y="868700"/>
                    <a:pt x="900576" y="864222"/>
                    <a:pt x="900505" y="861794"/>
                  </a:cubicBezTo>
                  <a:cubicBezTo>
                    <a:pt x="900317" y="857623"/>
                    <a:pt x="897771" y="851542"/>
                    <a:pt x="894354" y="849656"/>
                  </a:cubicBezTo>
                  <a:close/>
                  <a:moveTo>
                    <a:pt x="443917" y="128492"/>
                  </a:moveTo>
                  <a:cubicBezTo>
                    <a:pt x="470644" y="147676"/>
                    <a:pt x="494566" y="169595"/>
                    <a:pt x="510403" y="199055"/>
                  </a:cubicBezTo>
                  <a:cubicBezTo>
                    <a:pt x="515023" y="207634"/>
                    <a:pt x="516578" y="216448"/>
                    <a:pt x="513255" y="226111"/>
                  </a:cubicBezTo>
                  <a:cubicBezTo>
                    <a:pt x="510710" y="233441"/>
                    <a:pt x="512878" y="235892"/>
                    <a:pt x="520750" y="234714"/>
                  </a:cubicBezTo>
                  <a:cubicBezTo>
                    <a:pt x="526783" y="233818"/>
                    <a:pt x="532605" y="231556"/>
                    <a:pt x="538544" y="230047"/>
                  </a:cubicBezTo>
                  <a:cubicBezTo>
                    <a:pt x="541325" y="229340"/>
                    <a:pt x="544177" y="228963"/>
                    <a:pt x="547005" y="228445"/>
                  </a:cubicBezTo>
                  <a:cubicBezTo>
                    <a:pt x="547264" y="229057"/>
                    <a:pt x="547547" y="229670"/>
                    <a:pt x="547806" y="230259"/>
                  </a:cubicBezTo>
                  <a:cubicBezTo>
                    <a:pt x="538332" y="240865"/>
                    <a:pt x="528999" y="251636"/>
                    <a:pt x="519171" y="261888"/>
                  </a:cubicBezTo>
                  <a:cubicBezTo>
                    <a:pt x="517898" y="263208"/>
                    <a:pt x="513255" y="263019"/>
                    <a:pt x="511440" y="261723"/>
                  </a:cubicBezTo>
                  <a:cubicBezTo>
                    <a:pt x="508589" y="259673"/>
                    <a:pt x="506043" y="256444"/>
                    <a:pt x="504700" y="253168"/>
                  </a:cubicBezTo>
                  <a:cubicBezTo>
                    <a:pt x="490653" y="219041"/>
                    <a:pt x="468806" y="189675"/>
                    <a:pt x="448207" y="159531"/>
                  </a:cubicBezTo>
                  <a:cubicBezTo>
                    <a:pt x="443093" y="152036"/>
                    <a:pt x="438945" y="143835"/>
                    <a:pt x="434797" y="135727"/>
                  </a:cubicBezTo>
                  <a:cubicBezTo>
                    <a:pt x="433430" y="133088"/>
                    <a:pt x="433453" y="129741"/>
                    <a:pt x="432345" y="124320"/>
                  </a:cubicBezTo>
                  <a:cubicBezTo>
                    <a:pt x="437554" y="126111"/>
                    <a:pt x="441254" y="126559"/>
                    <a:pt x="443917" y="128492"/>
                  </a:cubicBezTo>
                  <a:close/>
                  <a:moveTo>
                    <a:pt x="457634" y="61511"/>
                  </a:moveTo>
                  <a:cubicBezTo>
                    <a:pt x="445921" y="53993"/>
                    <a:pt x="435598" y="44235"/>
                    <a:pt x="425086" y="34997"/>
                  </a:cubicBezTo>
                  <a:cubicBezTo>
                    <a:pt x="423107" y="33252"/>
                    <a:pt x="422918" y="29458"/>
                    <a:pt x="421928" y="26606"/>
                  </a:cubicBezTo>
                  <a:cubicBezTo>
                    <a:pt x="425157" y="26465"/>
                    <a:pt x="428904" y="25216"/>
                    <a:pt x="431497" y="26441"/>
                  </a:cubicBezTo>
                  <a:cubicBezTo>
                    <a:pt x="437200" y="29081"/>
                    <a:pt x="443658" y="31909"/>
                    <a:pt x="447382" y="36576"/>
                  </a:cubicBezTo>
                  <a:cubicBezTo>
                    <a:pt x="456691" y="48336"/>
                    <a:pt x="468240" y="49703"/>
                    <a:pt x="481815" y="47959"/>
                  </a:cubicBezTo>
                  <a:cubicBezTo>
                    <a:pt x="490700" y="46828"/>
                    <a:pt x="499845" y="46969"/>
                    <a:pt x="508801" y="47653"/>
                  </a:cubicBezTo>
                  <a:cubicBezTo>
                    <a:pt x="511912" y="47888"/>
                    <a:pt x="515494" y="50929"/>
                    <a:pt x="517568" y="53686"/>
                  </a:cubicBezTo>
                  <a:cubicBezTo>
                    <a:pt x="523319" y="61299"/>
                    <a:pt x="521975" y="64080"/>
                    <a:pt x="512855" y="66389"/>
                  </a:cubicBezTo>
                  <a:cubicBezTo>
                    <a:pt x="504771" y="68440"/>
                    <a:pt x="496781" y="70844"/>
                    <a:pt x="486552" y="73719"/>
                  </a:cubicBezTo>
                  <a:cubicBezTo>
                    <a:pt x="477738" y="70137"/>
                    <a:pt x="466708" y="67332"/>
                    <a:pt x="457634" y="61511"/>
                  </a:cubicBezTo>
                  <a:close/>
                  <a:moveTo>
                    <a:pt x="867415" y="745720"/>
                  </a:moveTo>
                  <a:cubicBezTo>
                    <a:pt x="866991" y="749821"/>
                    <a:pt x="866261" y="754158"/>
                    <a:pt x="864469" y="757787"/>
                  </a:cubicBezTo>
                  <a:cubicBezTo>
                    <a:pt x="857493" y="771952"/>
                    <a:pt x="857587" y="786800"/>
                    <a:pt x="858954" y="801954"/>
                  </a:cubicBezTo>
                  <a:cubicBezTo>
                    <a:pt x="859520" y="808082"/>
                    <a:pt x="859049" y="814281"/>
                    <a:pt x="859049" y="820455"/>
                  </a:cubicBezTo>
                  <a:cubicBezTo>
                    <a:pt x="857540" y="820785"/>
                    <a:pt x="856032" y="821092"/>
                    <a:pt x="854500" y="821422"/>
                  </a:cubicBezTo>
                  <a:cubicBezTo>
                    <a:pt x="838945" y="797901"/>
                    <a:pt x="832959" y="770255"/>
                    <a:pt x="821269" y="745061"/>
                  </a:cubicBezTo>
                  <a:cubicBezTo>
                    <a:pt x="822023" y="744377"/>
                    <a:pt x="822801" y="743694"/>
                    <a:pt x="823555" y="742987"/>
                  </a:cubicBezTo>
                  <a:cubicBezTo>
                    <a:pt x="826124" y="743788"/>
                    <a:pt x="828811" y="744330"/>
                    <a:pt x="831238" y="745438"/>
                  </a:cubicBezTo>
                  <a:cubicBezTo>
                    <a:pt x="840359" y="749538"/>
                    <a:pt x="848961" y="748007"/>
                    <a:pt x="853039" y="741313"/>
                  </a:cubicBezTo>
                  <a:cubicBezTo>
                    <a:pt x="857399" y="734172"/>
                    <a:pt x="855749" y="725782"/>
                    <a:pt x="847241" y="720149"/>
                  </a:cubicBezTo>
                  <a:cubicBezTo>
                    <a:pt x="831804" y="709897"/>
                    <a:pt x="830979" y="675888"/>
                    <a:pt x="839723" y="665141"/>
                  </a:cubicBezTo>
                  <a:cubicBezTo>
                    <a:pt x="841962" y="662407"/>
                    <a:pt x="846015" y="660074"/>
                    <a:pt x="849480" y="659626"/>
                  </a:cubicBezTo>
                  <a:cubicBezTo>
                    <a:pt x="857517" y="658589"/>
                    <a:pt x="857470" y="661252"/>
                    <a:pt x="856527" y="669077"/>
                  </a:cubicBezTo>
                  <a:cubicBezTo>
                    <a:pt x="855396" y="678551"/>
                    <a:pt x="856315" y="688732"/>
                    <a:pt x="858577" y="698066"/>
                  </a:cubicBezTo>
                  <a:cubicBezTo>
                    <a:pt x="862490" y="713809"/>
                    <a:pt x="869159" y="728987"/>
                    <a:pt x="867415" y="74572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481" name="Google Shape;2481;p53"/>
            <p:cNvSpPr/>
            <p:nvPr/>
          </p:nvSpPr>
          <p:spPr>
            <a:xfrm>
              <a:off x="342903" y="2442120"/>
              <a:ext cx="1122602" cy="585900"/>
            </a:xfrm>
            <a:custGeom>
              <a:rect b="b" l="l" r="r" t="t"/>
              <a:pathLst>
                <a:path extrusionOk="0" h="585900" w="1122602">
                  <a:moveTo>
                    <a:pt x="1037851" y="440319"/>
                  </a:moveTo>
                  <a:cubicBezTo>
                    <a:pt x="1032172" y="434356"/>
                    <a:pt x="1025313" y="429313"/>
                    <a:pt x="1020600" y="422690"/>
                  </a:cubicBezTo>
                  <a:cubicBezTo>
                    <a:pt x="1014896" y="414701"/>
                    <a:pt x="1010984" y="405462"/>
                    <a:pt x="1006105" y="396883"/>
                  </a:cubicBezTo>
                  <a:cubicBezTo>
                    <a:pt x="1003300" y="391957"/>
                    <a:pt x="1000543" y="386890"/>
                    <a:pt x="996913" y="382577"/>
                  </a:cubicBezTo>
                  <a:cubicBezTo>
                    <a:pt x="994981" y="380291"/>
                    <a:pt x="991304" y="379466"/>
                    <a:pt x="988405" y="378005"/>
                  </a:cubicBezTo>
                  <a:cubicBezTo>
                    <a:pt x="986897" y="380951"/>
                    <a:pt x="984422" y="383779"/>
                    <a:pt x="984069" y="386843"/>
                  </a:cubicBezTo>
                  <a:cubicBezTo>
                    <a:pt x="982867" y="397637"/>
                    <a:pt x="986755" y="407088"/>
                    <a:pt x="992600" y="416091"/>
                  </a:cubicBezTo>
                  <a:cubicBezTo>
                    <a:pt x="996183" y="421583"/>
                    <a:pt x="999129" y="427616"/>
                    <a:pt x="1001439" y="433744"/>
                  </a:cubicBezTo>
                  <a:cubicBezTo>
                    <a:pt x="1002287" y="436006"/>
                    <a:pt x="1001439" y="440366"/>
                    <a:pt x="999718" y="441710"/>
                  </a:cubicBezTo>
                  <a:cubicBezTo>
                    <a:pt x="998233" y="442888"/>
                    <a:pt x="994227" y="441663"/>
                    <a:pt x="991752" y="440579"/>
                  </a:cubicBezTo>
                  <a:cubicBezTo>
                    <a:pt x="988641" y="439212"/>
                    <a:pt x="985601" y="437232"/>
                    <a:pt x="983079" y="434922"/>
                  </a:cubicBezTo>
                  <a:cubicBezTo>
                    <a:pt x="965544" y="418896"/>
                    <a:pt x="948316" y="402563"/>
                    <a:pt x="930687" y="386631"/>
                  </a:cubicBezTo>
                  <a:cubicBezTo>
                    <a:pt x="919515" y="376544"/>
                    <a:pt x="908273" y="366409"/>
                    <a:pt x="896277" y="357359"/>
                  </a:cubicBezTo>
                  <a:cubicBezTo>
                    <a:pt x="885318" y="349110"/>
                    <a:pt x="872756" y="346824"/>
                    <a:pt x="859086" y="351090"/>
                  </a:cubicBezTo>
                  <a:cubicBezTo>
                    <a:pt x="853571" y="352810"/>
                    <a:pt x="847279" y="353447"/>
                    <a:pt x="841575" y="352693"/>
                  </a:cubicBezTo>
                  <a:cubicBezTo>
                    <a:pt x="838346" y="352268"/>
                    <a:pt x="834905" y="348497"/>
                    <a:pt x="832808" y="345410"/>
                  </a:cubicBezTo>
                  <a:cubicBezTo>
                    <a:pt x="829697" y="340791"/>
                    <a:pt x="828660" y="334592"/>
                    <a:pt x="825077" y="330538"/>
                  </a:cubicBezTo>
                  <a:cubicBezTo>
                    <a:pt x="812633" y="316468"/>
                    <a:pt x="799341" y="303129"/>
                    <a:pt x="786614" y="289318"/>
                  </a:cubicBezTo>
                  <a:cubicBezTo>
                    <a:pt x="776574" y="278429"/>
                    <a:pt x="766628" y="267399"/>
                    <a:pt x="757106" y="256039"/>
                  </a:cubicBezTo>
                  <a:cubicBezTo>
                    <a:pt x="754349" y="252763"/>
                    <a:pt x="753194" y="248120"/>
                    <a:pt x="751309" y="244114"/>
                  </a:cubicBezTo>
                  <a:cubicBezTo>
                    <a:pt x="752063" y="243407"/>
                    <a:pt x="752841" y="242676"/>
                    <a:pt x="753595" y="241969"/>
                  </a:cubicBezTo>
                  <a:cubicBezTo>
                    <a:pt x="758780" y="244891"/>
                    <a:pt x="764507" y="247154"/>
                    <a:pt x="769032" y="250901"/>
                  </a:cubicBezTo>
                  <a:cubicBezTo>
                    <a:pt x="781995" y="261625"/>
                    <a:pt x="794062" y="273456"/>
                    <a:pt x="807236" y="283897"/>
                  </a:cubicBezTo>
                  <a:cubicBezTo>
                    <a:pt x="818808" y="293065"/>
                    <a:pt x="831087" y="301432"/>
                    <a:pt x="843626" y="309256"/>
                  </a:cubicBezTo>
                  <a:cubicBezTo>
                    <a:pt x="850861" y="313781"/>
                    <a:pt x="859228" y="314088"/>
                    <a:pt x="867948" y="312132"/>
                  </a:cubicBezTo>
                  <a:cubicBezTo>
                    <a:pt x="881759" y="309021"/>
                    <a:pt x="893614" y="312603"/>
                    <a:pt x="903041" y="324057"/>
                  </a:cubicBezTo>
                  <a:cubicBezTo>
                    <a:pt x="919562" y="344137"/>
                    <a:pt x="936343" y="363982"/>
                    <a:pt x="953524" y="383496"/>
                  </a:cubicBezTo>
                  <a:cubicBezTo>
                    <a:pt x="956258" y="386607"/>
                    <a:pt x="961608" y="387409"/>
                    <a:pt x="965733" y="389270"/>
                  </a:cubicBezTo>
                  <a:cubicBezTo>
                    <a:pt x="965591" y="384368"/>
                    <a:pt x="965615" y="379443"/>
                    <a:pt x="965167" y="374540"/>
                  </a:cubicBezTo>
                  <a:cubicBezTo>
                    <a:pt x="965026" y="372985"/>
                    <a:pt x="963682" y="371429"/>
                    <a:pt x="962645" y="370062"/>
                  </a:cubicBezTo>
                  <a:cubicBezTo>
                    <a:pt x="955575" y="360847"/>
                    <a:pt x="948976" y="351208"/>
                    <a:pt x="941245" y="342558"/>
                  </a:cubicBezTo>
                  <a:cubicBezTo>
                    <a:pt x="896371" y="292429"/>
                    <a:pt x="846949" y="247036"/>
                    <a:pt x="795075" y="204330"/>
                  </a:cubicBezTo>
                  <a:cubicBezTo>
                    <a:pt x="770635" y="184203"/>
                    <a:pt x="745817" y="164477"/>
                    <a:pt x="717135" y="150430"/>
                  </a:cubicBezTo>
                  <a:cubicBezTo>
                    <a:pt x="670328" y="127522"/>
                    <a:pt x="620906" y="112249"/>
                    <a:pt x="570352" y="100418"/>
                  </a:cubicBezTo>
                  <a:cubicBezTo>
                    <a:pt x="546548" y="94856"/>
                    <a:pt x="522579" y="89482"/>
                    <a:pt x="497856" y="91415"/>
                  </a:cubicBezTo>
                  <a:cubicBezTo>
                    <a:pt x="494273" y="91698"/>
                    <a:pt x="490927" y="94880"/>
                    <a:pt x="487486" y="96741"/>
                  </a:cubicBezTo>
                  <a:cubicBezTo>
                    <a:pt x="489748" y="99758"/>
                    <a:pt x="491422" y="104425"/>
                    <a:pt x="494415" y="105509"/>
                  </a:cubicBezTo>
                  <a:cubicBezTo>
                    <a:pt x="503818" y="108973"/>
                    <a:pt x="513623" y="112815"/>
                    <a:pt x="523451" y="113404"/>
                  </a:cubicBezTo>
                  <a:cubicBezTo>
                    <a:pt x="557601" y="115455"/>
                    <a:pt x="591327" y="119603"/>
                    <a:pt x="623969" y="130208"/>
                  </a:cubicBezTo>
                  <a:cubicBezTo>
                    <a:pt x="653830" y="139895"/>
                    <a:pt x="683574" y="149746"/>
                    <a:pt x="707566" y="171641"/>
                  </a:cubicBezTo>
                  <a:cubicBezTo>
                    <a:pt x="712822" y="176426"/>
                    <a:pt x="720411" y="178782"/>
                    <a:pt x="727128" y="181823"/>
                  </a:cubicBezTo>
                  <a:cubicBezTo>
                    <a:pt x="733774" y="184840"/>
                    <a:pt x="741363" y="186301"/>
                    <a:pt x="747373" y="190213"/>
                  </a:cubicBezTo>
                  <a:cubicBezTo>
                    <a:pt x="779614" y="211236"/>
                    <a:pt x="808768" y="236195"/>
                    <a:pt x="836626" y="262638"/>
                  </a:cubicBezTo>
                  <a:cubicBezTo>
                    <a:pt x="846289" y="271830"/>
                    <a:pt x="855197" y="281823"/>
                    <a:pt x="864177" y="291722"/>
                  </a:cubicBezTo>
                  <a:cubicBezTo>
                    <a:pt x="866180" y="293937"/>
                    <a:pt x="867029" y="297213"/>
                    <a:pt x="868419" y="299994"/>
                  </a:cubicBezTo>
                  <a:cubicBezTo>
                    <a:pt x="867618" y="300701"/>
                    <a:pt x="866817" y="301432"/>
                    <a:pt x="866015" y="302139"/>
                  </a:cubicBezTo>
                  <a:cubicBezTo>
                    <a:pt x="856847" y="296553"/>
                    <a:pt x="847137" y="291651"/>
                    <a:pt x="838582" y="285217"/>
                  </a:cubicBezTo>
                  <a:cubicBezTo>
                    <a:pt x="807542" y="261837"/>
                    <a:pt x="777139" y="237656"/>
                    <a:pt x="745982" y="214441"/>
                  </a:cubicBezTo>
                  <a:cubicBezTo>
                    <a:pt x="736178" y="207135"/>
                    <a:pt x="724912" y="201762"/>
                    <a:pt x="714118" y="195869"/>
                  </a:cubicBezTo>
                  <a:cubicBezTo>
                    <a:pt x="705162" y="190967"/>
                    <a:pt x="695711" y="186961"/>
                    <a:pt x="686849" y="181870"/>
                  </a:cubicBezTo>
                  <a:cubicBezTo>
                    <a:pt x="680038" y="177958"/>
                    <a:pt x="674240" y="172207"/>
                    <a:pt x="667288" y="168648"/>
                  </a:cubicBezTo>
                  <a:cubicBezTo>
                    <a:pt x="645935" y="157783"/>
                    <a:pt x="622862" y="152551"/>
                    <a:pt x="599270" y="149393"/>
                  </a:cubicBezTo>
                  <a:cubicBezTo>
                    <a:pt x="590502" y="148214"/>
                    <a:pt x="581735" y="147130"/>
                    <a:pt x="572944" y="145999"/>
                  </a:cubicBezTo>
                  <a:cubicBezTo>
                    <a:pt x="572756" y="146848"/>
                    <a:pt x="572543" y="147672"/>
                    <a:pt x="572355" y="148521"/>
                  </a:cubicBezTo>
                  <a:cubicBezTo>
                    <a:pt x="583974" y="153729"/>
                    <a:pt x="595570" y="158962"/>
                    <a:pt x="607189" y="164147"/>
                  </a:cubicBezTo>
                  <a:cubicBezTo>
                    <a:pt x="647349" y="182082"/>
                    <a:pt x="687651" y="199711"/>
                    <a:pt x="724158" y="224670"/>
                  </a:cubicBezTo>
                  <a:cubicBezTo>
                    <a:pt x="728612" y="227710"/>
                    <a:pt x="732690" y="231481"/>
                    <a:pt x="736249" y="235535"/>
                  </a:cubicBezTo>
                  <a:cubicBezTo>
                    <a:pt x="737663" y="237137"/>
                    <a:pt x="737168" y="240390"/>
                    <a:pt x="737568" y="242888"/>
                  </a:cubicBezTo>
                  <a:cubicBezTo>
                    <a:pt x="734882" y="243242"/>
                    <a:pt x="732030" y="244326"/>
                    <a:pt x="729532" y="243784"/>
                  </a:cubicBezTo>
                  <a:cubicBezTo>
                    <a:pt x="727033" y="243242"/>
                    <a:pt x="724889" y="241097"/>
                    <a:pt x="722555" y="239683"/>
                  </a:cubicBezTo>
                  <a:cubicBezTo>
                    <a:pt x="717088" y="236313"/>
                    <a:pt x="711879" y="232400"/>
                    <a:pt x="706105" y="229713"/>
                  </a:cubicBezTo>
                  <a:cubicBezTo>
                    <a:pt x="652770" y="204778"/>
                    <a:pt x="597573" y="185052"/>
                    <a:pt x="540396" y="170981"/>
                  </a:cubicBezTo>
                  <a:cubicBezTo>
                    <a:pt x="533915" y="169379"/>
                    <a:pt x="526727" y="169497"/>
                    <a:pt x="520033" y="170251"/>
                  </a:cubicBezTo>
                  <a:cubicBezTo>
                    <a:pt x="514872" y="170840"/>
                    <a:pt x="512444" y="175318"/>
                    <a:pt x="515037" y="180338"/>
                  </a:cubicBezTo>
                  <a:cubicBezTo>
                    <a:pt x="518831" y="187644"/>
                    <a:pt x="515296" y="191014"/>
                    <a:pt x="508980" y="192947"/>
                  </a:cubicBezTo>
                  <a:cubicBezTo>
                    <a:pt x="495357" y="197142"/>
                    <a:pt x="481641" y="197024"/>
                    <a:pt x="468230" y="192216"/>
                  </a:cubicBezTo>
                  <a:cubicBezTo>
                    <a:pt x="462032" y="190001"/>
                    <a:pt x="458355" y="185806"/>
                    <a:pt x="458025" y="178311"/>
                  </a:cubicBezTo>
                  <a:cubicBezTo>
                    <a:pt x="457884" y="175059"/>
                    <a:pt x="454396" y="170722"/>
                    <a:pt x="451285" y="169143"/>
                  </a:cubicBezTo>
                  <a:cubicBezTo>
                    <a:pt x="446830" y="166904"/>
                    <a:pt x="441363" y="166008"/>
                    <a:pt x="436272" y="165867"/>
                  </a:cubicBezTo>
                  <a:cubicBezTo>
                    <a:pt x="422154" y="165466"/>
                    <a:pt x="408037" y="165844"/>
                    <a:pt x="393920" y="165679"/>
                  </a:cubicBezTo>
                  <a:cubicBezTo>
                    <a:pt x="389937" y="165631"/>
                    <a:pt x="385954" y="164712"/>
                    <a:pt x="381146" y="164076"/>
                  </a:cubicBezTo>
                  <a:cubicBezTo>
                    <a:pt x="396701" y="148662"/>
                    <a:pt x="396041" y="148969"/>
                    <a:pt x="387509" y="129431"/>
                  </a:cubicBezTo>
                  <a:cubicBezTo>
                    <a:pt x="383173" y="119485"/>
                    <a:pt x="381004" y="108384"/>
                    <a:pt x="379213" y="97566"/>
                  </a:cubicBezTo>
                  <a:cubicBezTo>
                    <a:pt x="378270" y="91910"/>
                    <a:pt x="380816" y="86395"/>
                    <a:pt x="388263" y="85429"/>
                  </a:cubicBezTo>
                  <a:cubicBezTo>
                    <a:pt x="406859" y="83001"/>
                    <a:pt x="425383" y="79796"/>
                    <a:pt x="444026" y="77887"/>
                  </a:cubicBezTo>
                  <a:cubicBezTo>
                    <a:pt x="489442" y="73244"/>
                    <a:pt x="534740" y="71783"/>
                    <a:pt x="579638" y="83425"/>
                  </a:cubicBezTo>
                  <a:cubicBezTo>
                    <a:pt x="595193" y="87456"/>
                    <a:pt x="610135" y="86206"/>
                    <a:pt x="620246" y="70369"/>
                  </a:cubicBezTo>
                  <a:cubicBezTo>
                    <a:pt x="623993" y="64500"/>
                    <a:pt x="631087" y="62945"/>
                    <a:pt x="637568" y="64288"/>
                  </a:cubicBezTo>
                  <a:cubicBezTo>
                    <a:pt x="650554" y="66998"/>
                    <a:pt x="663328" y="70675"/>
                    <a:pt x="676197" y="73951"/>
                  </a:cubicBezTo>
                  <a:cubicBezTo>
                    <a:pt x="683574" y="75836"/>
                    <a:pt x="690903" y="78028"/>
                    <a:pt x="698351" y="79560"/>
                  </a:cubicBezTo>
                  <a:cubicBezTo>
                    <a:pt x="702876" y="80503"/>
                    <a:pt x="704973" y="77651"/>
                    <a:pt x="704031" y="73385"/>
                  </a:cubicBezTo>
                  <a:cubicBezTo>
                    <a:pt x="701344" y="61177"/>
                    <a:pt x="697361" y="49676"/>
                    <a:pt x="687156" y="41262"/>
                  </a:cubicBezTo>
                  <a:cubicBezTo>
                    <a:pt x="672968" y="29548"/>
                    <a:pt x="656659" y="22030"/>
                    <a:pt x="639194" y="17151"/>
                  </a:cubicBezTo>
                  <a:cubicBezTo>
                    <a:pt x="619727" y="11707"/>
                    <a:pt x="600048" y="8243"/>
                    <a:pt x="580792" y="18424"/>
                  </a:cubicBezTo>
                  <a:cubicBezTo>
                    <a:pt x="580156" y="18754"/>
                    <a:pt x="579048" y="18165"/>
                    <a:pt x="577894" y="17953"/>
                  </a:cubicBezTo>
                  <a:cubicBezTo>
                    <a:pt x="578223" y="16609"/>
                    <a:pt x="578365" y="15643"/>
                    <a:pt x="578718" y="14747"/>
                  </a:cubicBezTo>
                  <a:cubicBezTo>
                    <a:pt x="582419" y="5650"/>
                    <a:pt x="581287" y="2115"/>
                    <a:pt x="571813" y="677"/>
                  </a:cubicBezTo>
                  <a:cubicBezTo>
                    <a:pt x="563682" y="-548"/>
                    <a:pt x="555150" y="112"/>
                    <a:pt x="546901" y="913"/>
                  </a:cubicBezTo>
                  <a:cubicBezTo>
                    <a:pt x="543743" y="1219"/>
                    <a:pt x="538629" y="3977"/>
                    <a:pt x="538393" y="6098"/>
                  </a:cubicBezTo>
                  <a:cubicBezTo>
                    <a:pt x="538016" y="9185"/>
                    <a:pt x="540373" y="13923"/>
                    <a:pt x="543060" y="15808"/>
                  </a:cubicBezTo>
                  <a:cubicBezTo>
                    <a:pt x="551544" y="21724"/>
                    <a:pt x="560736" y="26555"/>
                    <a:pt x="569597" y="31929"/>
                  </a:cubicBezTo>
                  <a:cubicBezTo>
                    <a:pt x="572261" y="33555"/>
                    <a:pt x="574688" y="35582"/>
                    <a:pt x="577210" y="37420"/>
                  </a:cubicBezTo>
                  <a:cubicBezTo>
                    <a:pt x="576904" y="38104"/>
                    <a:pt x="576597" y="38764"/>
                    <a:pt x="576291" y="39447"/>
                  </a:cubicBezTo>
                  <a:cubicBezTo>
                    <a:pt x="571153" y="39801"/>
                    <a:pt x="565992" y="40720"/>
                    <a:pt x="560901" y="40413"/>
                  </a:cubicBezTo>
                  <a:cubicBezTo>
                    <a:pt x="537945" y="39070"/>
                    <a:pt x="515013" y="36855"/>
                    <a:pt x="492034" y="35959"/>
                  </a:cubicBezTo>
                  <a:cubicBezTo>
                    <a:pt x="475277" y="35299"/>
                    <a:pt x="458450" y="35770"/>
                    <a:pt x="441693" y="36595"/>
                  </a:cubicBezTo>
                  <a:cubicBezTo>
                    <a:pt x="434669" y="36949"/>
                    <a:pt x="428188" y="39636"/>
                    <a:pt x="427740" y="48921"/>
                  </a:cubicBezTo>
                  <a:cubicBezTo>
                    <a:pt x="427481" y="54342"/>
                    <a:pt x="423569" y="57524"/>
                    <a:pt x="418148" y="57123"/>
                  </a:cubicBezTo>
                  <a:cubicBezTo>
                    <a:pt x="413057" y="56723"/>
                    <a:pt x="408037" y="55285"/>
                    <a:pt x="403017" y="54177"/>
                  </a:cubicBezTo>
                  <a:cubicBezTo>
                    <a:pt x="398893" y="53258"/>
                    <a:pt x="394839" y="52174"/>
                    <a:pt x="390738" y="51160"/>
                  </a:cubicBezTo>
                  <a:cubicBezTo>
                    <a:pt x="395805" y="60022"/>
                    <a:pt x="391751" y="65608"/>
                    <a:pt x="385836" y="69308"/>
                  </a:cubicBezTo>
                  <a:cubicBezTo>
                    <a:pt x="374782" y="76213"/>
                    <a:pt x="363116" y="82106"/>
                    <a:pt x="351709" y="88493"/>
                  </a:cubicBezTo>
                  <a:cubicBezTo>
                    <a:pt x="347372" y="90920"/>
                    <a:pt x="343130" y="93489"/>
                    <a:pt x="338864" y="95987"/>
                  </a:cubicBezTo>
                  <a:cubicBezTo>
                    <a:pt x="339053" y="96789"/>
                    <a:pt x="339241" y="97590"/>
                    <a:pt x="339430" y="98391"/>
                  </a:cubicBezTo>
                  <a:cubicBezTo>
                    <a:pt x="350248" y="99829"/>
                    <a:pt x="361042" y="101267"/>
                    <a:pt x="371860" y="102704"/>
                  </a:cubicBezTo>
                  <a:cubicBezTo>
                    <a:pt x="372001" y="103671"/>
                    <a:pt x="372166" y="104660"/>
                    <a:pt x="372308" y="105627"/>
                  </a:cubicBezTo>
                  <a:cubicBezTo>
                    <a:pt x="363870" y="112179"/>
                    <a:pt x="355433" y="118731"/>
                    <a:pt x="345699" y="126272"/>
                  </a:cubicBezTo>
                  <a:cubicBezTo>
                    <a:pt x="352982" y="127309"/>
                    <a:pt x="357719" y="127993"/>
                    <a:pt x="364954" y="129030"/>
                  </a:cubicBezTo>
                  <a:cubicBezTo>
                    <a:pt x="358591" y="134804"/>
                    <a:pt x="354419" y="139824"/>
                    <a:pt x="349187" y="143100"/>
                  </a:cubicBezTo>
                  <a:cubicBezTo>
                    <a:pt x="317818" y="162827"/>
                    <a:pt x="286566" y="182789"/>
                    <a:pt x="254537" y="201384"/>
                  </a:cubicBezTo>
                  <a:cubicBezTo>
                    <a:pt x="239053" y="210388"/>
                    <a:pt x="222013" y="216704"/>
                    <a:pt x="205539" y="223963"/>
                  </a:cubicBezTo>
                  <a:cubicBezTo>
                    <a:pt x="203300" y="224953"/>
                    <a:pt x="200377" y="224387"/>
                    <a:pt x="197761" y="224528"/>
                  </a:cubicBezTo>
                  <a:cubicBezTo>
                    <a:pt x="197525" y="223798"/>
                    <a:pt x="197266" y="223067"/>
                    <a:pt x="197031" y="222360"/>
                  </a:cubicBezTo>
                  <a:cubicBezTo>
                    <a:pt x="209592" y="203859"/>
                    <a:pt x="229131" y="192405"/>
                    <a:pt x="244426" y="176473"/>
                  </a:cubicBezTo>
                  <a:cubicBezTo>
                    <a:pt x="241221" y="177604"/>
                    <a:pt x="238251" y="179183"/>
                    <a:pt x="235400" y="180904"/>
                  </a:cubicBezTo>
                  <a:cubicBezTo>
                    <a:pt x="219279" y="190567"/>
                    <a:pt x="203323" y="200489"/>
                    <a:pt x="187038" y="209893"/>
                  </a:cubicBezTo>
                  <a:cubicBezTo>
                    <a:pt x="168419" y="220640"/>
                    <a:pt x="149446" y="230774"/>
                    <a:pt x="130780" y="241403"/>
                  </a:cubicBezTo>
                  <a:cubicBezTo>
                    <a:pt x="119915" y="247602"/>
                    <a:pt x="108485" y="254696"/>
                    <a:pt x="105586" y="267328"/>
                  </a:cubicBezTo>
                  <a:cubicBezTo>
                    <a:pt x="101202" y="286395"/>
                    <a:pt x="91233" y="302068"/>
                    <a:pt x="79496" y="316633"/>
                  </a:cubicBezTo>
                  <a:cubicBezTo>
                    <a:pt x="57672" y="343689"/>
                    <a:pt x="37615" y="371429"/>
                    <a:pt x="26090" y="404849"/>
                  </a:cubicBezTo>
                  <a:cubicBezTo>
                    <a:pt x="19679" y="423421"/>
                    <a:pt x="10181" y="440932"/>
                    <a:pt x="2616" y="459150"/>
                  </a:cubicBezTo>
                  <a:cubicBezTo>
                    <a:pt x="683" y="463817"/>
                    <a:pt x="825" y="469332"/>
                    <a:pt x="0" y="474470"/>
                  </a:cubicBezTo>
                  <a:cubicBezTo>
                    <a:pt x="1084" y="474965"/>
                    <a:pt x="2145" y="475460"/>
                    <a:pt x="3229" y="475954"/>
                  </a:cubicBezTo>
                  <a:cubicBezTo>
                    <a:pt x="5586" y="473668"/>
                    <a:pt x="8485" y="471712"/>
                    <a:pt x="10229" y="469025"/>
                  </a:cubicBezTo>
                  <a:cubicBezTo>
                    <a:pt x="14942" y="461790"/>
                    <a:pt x="19844" y="454578"/>
                    <a:pt x="23450" y="446777"/>
                  </a:cubicBezTo>
                  <a:cubicBezTo>
                    <a:pt x="45510" y="398981"/>
                    <a:pt x="73038" y="354460"/>
                    <a:pt x="104572" y="312438"/>
                  </a:cubicBezTo>
                  <a:cubicBezTo>
                    <a:pt x="122249" y="288870"/>
                    <a:pt x="140231" y="265467"/>
                    <a:pt x="163281" y="246635"/>
                  </a:cubicBezTo>
                  <a:cubicBezTo>
                    <a:pt x="169927" y="241215"/>
                    <a:pt x="177163" y="237114"/>
                    <a:pt x="186071" y="237161"/>
                  </a:cubicBezTo>
                  <a:cubicBezTo>
                    <a:pt x="191233" y="237185"/>
                    <a:pt x="193236" y="239589"/>
                    <a:pt x="190054" y="244114"/>
                  </a:cubicBezTo>
                  <a:cubicBezTo>
                    <a:pt x="186071" y="249770"/>
                    <a:pt x="181947" y="255356"/>
                    <a:pt x="177280" y="260446"/>
                  </a:cubicBezTo>
                  <a:cubicBezTo>
                    <a:pt x="160900" y="278358"/>
                    <a:pt x="143578" y="295469"/>
                    <a:pt x="127952" y="313994"/>
                  </a:cubicBezTo>
                  <a:cubicBezTo>
                    <a:pt x="117346" y="326555"/>
                    <a:pt x="108579" y="340743"/>
                    <a:pt x="99906" y="354790"/>
                  </a:cubicBezTo>
                  <a:cubicBezTo>
                    <a:pt x="97950" y="357972"/>
                    <a:pt x="98185" y="365961"/>
                    <a:pt x="100330" y="367423"/>
                  </a:cubicBezTo>
                  <a:cubicBezTo>
                    <a:pt x="104148" y="370015"/>
                    <a:pt x="110464" y="370557"/>
                    <a:pt x="115272" y="369638"/>
                  </a:cubicBezTo>
                  <a:cubicBezTo>
                    <a:pt x="119491" y="368837"/>
                    <a:pt x="123993" y="365584"/>
                    <a:pt x="126774" y="362120"/>
                  </a:cubicBezTo>
                  <a:cubicBezTo>
                    <a:pt x="131204" y="356652"/>
                    <a:pt x="134410" y="350171"/>
                    <a:pt x="137992" y="344019"/>
                  </a:cubicBezTo>
                  <a:cubicBezTo>
                    <a:pt x="145652" y="330868"/>
                    <a:pt x="152298" y="316963"/>
                    <a:pt x="161136" y="304660"/>
                  </a:cubicBezTo>
                  <a:cubicBezTo>
                    <a:pt x="169644" y="292782"/>
                    <a:pt x="180910" y="283096"/>
                    <a:pt x="195074" y="277887"/>
                  </a:cubicBezTo>
                  <a:cubicBezTo>
                    <a:pt x="203040" y="274965"/>
                    <a:pt x="208202" y="276756"/>
                    <a:pt x="210818" y="282671"/>
                  </a:cubicBezTo>
                  <a:cubicBezTo>
                    <a:pt x="214165" y="290190"/>
                    <a:pt x="211973" y="297213"/>
                    <a:pt x="204337" y="300654"/>
                  </a:cubicBezTo>
                  <a:cubicBezTo>
                    <a:pt x="200165" y="302539"/>
                    <a:pt x="195263" y="302657"/>
                    <a:pt x="190832" y="304048"/>
                  </a:cubicBezTo>
                  <a:cubicBezTo>
                    <a:pt x="185553" y="305721"/>
                    <a:pt x="179944" y="307135"/>
                    <a:pt x="175395" y="310058"/>
                  </a:cubicBezTo>
                  <a:cubicBezTo>
                    <a:pt x="171035" y="312862"/>
                    <a:pt x="170634" y="323185"/>
                    <a:pt x="173981" y="327050"/>
                  </a:cubicBezTo>
                  <a:cubicBezTo>
                    <a:pt x="178176" y="331858"/>
                    <a:pt x="183125" y="329666"/>
                    <a:pt x="187485" y="327380"/>
                  </a:cubicBezTo>
                  <a:cubicBezTo>
                    <a:pt x="191610" y="325212"/>
                    <a:pt x="195711" y="322667"/>
                    <a:pt x="199175" y="319556"/>
                  </a:cubicBezTo>
                  <a:cubicBezTo>
                    <a:pt x="210370" y="309445"/>
                    <a:pt x="221117" y="298792"/>
                    <a:pt x="232336" y="288705"/>
                  </a:cubicBezTo>
                  <a:cubicBezTo>
                    <a:pt x="244285" y="277958"/>
                    <a:pt x="256022" y="266881"/>
                    <a:pt x="268867" y="257265"/>
                  </a:cubicBezTo>
                  <a:cubicBezTo>
                    <a:pt x="295923" y="236972"/>
                    <a:pt x="326467" y="226037"/>
                    <a:pt x="360641" y="226602"/>
                  </a:cubicBezTo>
                  <a:cubicBezTo>
                    <a:pt x="363305" y="226650"/>
                    <a:pt x="365944" y="227451"/>
                    <a:pt x="368607" y="227899"/>
                  </a:cubicBezTo>
                  <a:cubicBezTo>
                    <a:pt x="368796" y="228676"/>
                    <a:pt x="369008" y="229431"/>
                    <a:pt x="369197" y="230208"/>
                  </a:cubicBezTo>
                  <a:cubicBezTo>
                    <a:pt x="366133" y="232400"/>
                    <a:pt x="363328" y="235087"/>
                    <a:pt x="359958" y="236666"/>
                  </a:cubicBezTo>
                  <a:cubicBezTo>
                    <a:pt x="352581" y="240083"/>
                    <a:pt x="345110" y="243454"/>
                    <a:pt x="337403" y="245928"/>
                  </a:cubicBezTo>
                  <a:cubicBezTo>
                    <a:pt x="314448" y="253258"/>
                    <a:pt x="294155" y="265184"/>
                    <a:pt x="275466" y="280149"/>
                  </a:cubicBezTo>
                  <a:cubicBezTo>
                    <a:pt x="239618" y="308856"/>
                    <a:pt x="209640" y="343053"/>
                    <a:pt x="183149" y="380338"/>
                  </a:cubicBezTo>
                  <a:cubicBezTo>
                    <a:pt x="145840" y="432848"/>
                    <a:pt x="114919" y="488540"/>
                    <a:pt x="100283" y="552033"/>
                  </a:cubicBezTo>
                  <a:cubicBezTo>
                    <a:pt x="98256" y="560824"/>
                    <a:pt x="97101" y="569827"/>
                    <a:pt x="95546" y="578736"/>
                  </a:cubicBezTo>
                  <a:cubicBezTo>
                    <a:pt x="96253" y="578901"/>
                    <a:pt x="96960" y="579042"/>
                    <a:pt x="97667" y="579207"/>
                  </a:cubicBezTo>
                  <a:cubicBezTo>
                    <a:pt x="99104" y="576685"/>
                    <a:pt x="100778" y="574258"/>
                    <a:pt x="101909" y="571618"/>
                  </a:cubicBezTo>
                  <a:cubicBezTo>
                    <a:pt x="110040" y="552551"/>
                    <a:pt x="118030" y="533437"/>
                    <a:pt x="126137" y="514371"/>
                  </a:cubicBezTo>
                  <a:cubicBezTo>
                    <a:pt x="129885" y="505533"/>
                    <a:pt x="133161" y="496412"/>
                    <a:pt x="137709" y="487998"/>
                  </a:cubicBezTo>
                  <a:cubicBezTo>
                    <a:pt x="144756" y="474941"/>
                    <a:pt x="153476" y="471382"/>
                    <a:pt x="167994" y="474399"/>
                  </a:cubicBezTo>
                  <a:cubicBezTo>
                    <a:pt x="179614" y="476827"/>
                    <a:pt x="189724" y="474069"/>
                    <a:pt x="197573" y="465160"/>
                  </a:cubicBezTo>
                  <a:cubicBezTo>
                    <a:pt x="201956" y="460187"/>
                    <a:pt x="205798" y="454649"/>
                    <a:pt x="209310" y="449016"/>
                  </a:cubicBezTo>
                  <a:cubicBezTo>
                    <a:pt x="217417" y="436006"/>
                    <a:pt x="224511" y="422360"/>
                    <a:pt x="233161" y="409728"/>
                  </a:cubicBezTo>
                  <a:cubicBezTo>
                    <a:pt x="266675" y="360847"/>
                    <a:pt x="309828" y="323256"/>
                    <a:pt x="364907" y="300371"/>
                  </a:cubicBezTo>
                  <a:cubicBezTo>
                    <a:pt x="407636" y="282601"/>
                    <a:pt x="451261" y="277581"/>
                    <a:pt x="496701" y="290095"/>
                  </a:cubicBezTo>
                  <a:cubicBezTo>
                    <a:pt x="509734" y="293701"/>
                    <a:pt x="524087" y="293136"/>
                    <a:pt x="537828" y="293348"/>
                  </a:cubicBezTo>
                  <a:cubicBezTo>
                    <a:pt x="542565" y="293418"/>
                    <a:pt x="547844" y="290732"/>
                    <a:pt x="551992" y="287974"/>
                  </a:cubicBezTo>
                  <a:cubicBezTo>
                    <a:pt x="558120" y="283873"/>
                    <a:pt x="557507" y="278995"/>
                    <a:pt x="551191" y="275318"/>
                  </a:cubicBezTo>
                  <a:cubicBezTo>
                    <a:pt x="549305" y="274210"/>
                    <a:pt x="547184" y="273150"/>
                    <a:pt x="545063" y="272820"/>
                  </a:cubicBezTo>
                  <a:cubicBezTo>
                    <a:pt x="527505" y="270251"/>
                    <a:pt x="509946" y="265914"/>
                    <a:pt x="492364" y="265844"/>
                  </a:cubicBezTo>
                  <a:cubicBezTo>
                    <a:pt x="463234" y="265749"/>
                    <a:pt x="433986" y="267258"/>
                    <a:pt x="404997" y="270274"/>
                  </a:cubicBezTo>
                  <a:cubicBezTo>
                    <a:pt x="376079" y="273268"/>
                    <a:pt x="348504" y="281469"/>
                    <a:pt x="324158" y="298792"/>
                  </a:cubicBezTo>
                  <a:cubicBezTo>
                    <a:pt x="282324" y="328535"/>
                    <a:pt x="244992" y="363110"/>
                    <a:pt x="212232" y="402539"/>
                  </a:cubicBezTo>
                  <a:cubicBezTo>
                    <a:pt x="199505" y="417859"/>
                    <a:pt x="186189" y="433225"/>
                    <a:pt x="184209" y="454531"/>
                  </a:cubicBezTo>
                  <a:cubicBezTo>
                    <a:pt x="184092" y="455709"/>
                    <a:pt x="183408" y="456864"/>
                    <a:pt x="182842" y="457948"/>
                  </a:cubicBezTo>
                  <a:cubicBezTo>
                    <a:pt x="178883" y="465490"/>
                    <a:pt x="171247" y="468012"/>
                    <a:pt x="163234" y="464170"/>
                  </a:cubicBezTo>
                  <a:cubicBezTo>
                    <a:pt x="155056" y="460234"/>
                    <a:pt x="158921" y="454319"/>
                    <a:pt x="161325" y="449087"/>
                  </a:cubicBezTo>
                  <a:cubicBezTo>
                    <a:pt x="174688" y="419886"/>
                    <a:pt x="192883" y="393890"/>
                    <a:pt x="212892" y="368813"/>
                  </a:cubicBezTo>
                  <a:cubicBezTo>
                    <a:pt x="235023" y="341073"/>
                    <a:pt x="256635" y="313381"/>
                    <a:pt x="287839" y="294715"/>
                  </a:cubicBezTo>
                  <a:cubicBezTo>
                    <a:pt x="318690" y="276261"/>
                    <a:pt x="349564" y="258349"/>
                    <a:pt x="385577" y="251868"/>
                  </a:cubicBezTo>
                  <a:cubicBezTo>
                    <a:pt x="389418" y="251184"/>
                    <a:pt x="393236" y="249864"/>
                    <a:pt x="396842" y="248332"/>
                  </a:cubicBezTo>
                  <a:cubicBezTo>
                    <a:pt x="404620" y="245009"/>
                    <a:pt x="405892" y="241238"/>
                    <a:pt x="400519" y="234804"/>
                  </a:cubicBezTo>
                  <a:cubicBezTo>
                    <a:pt x="388570" y="220522"/>
                    <a:pt x="374099" y="210340"/>
                    <a:pt x="354773" y="208832"/>
                  </a:cubicBezTo>
                  <a:cubicBezTo>
                    <a:pt x="352817" y="208691"/>
                    <a:pt x="350884" y="207913"/>
                    <a:pt x="348645" y="207371"/>
                  </a:cubicBezTo>
                  <a:cubicBezTo>
                    <a:pt x="357035" y="193301"/>
                    <a:pt x="374735" y="187338"/>
                    <a:pt x="388475" y="194974"/>
                  </a:cubicBezTo>
                  <a:cubicBezTo>
                    <a:pt x="398963" y="200795"/>
                    <a:pt x="408037" y="209091"/>
                    <a:pt x="417794" y="216256"/>
                  </a:cubicBezTo>
                  <a:cubicBezTo>
                    <a:pt x="420788" y="218448"/>
                    <a:pt x="423875" y="220522"/>
                    <a:pt x="426915" y="222643"/>
                  </a:cubicBezTo>
                  <a:cubicBezTo>
                    <a:pt x="427457" y="222195"/>
                    <a:pt x="427999" y="221771"/>
                    <a:pt x="428518" y="221323"/>
                  </a:cubicBezTo>
                  <a:cubicBezTo>
                    <a:pt x="427339" y="217411"/>
                    <a:pt x="425878" y="213546"/>
                    <a:pt x="425077" y="209539"/>
                  </a:cubicBezTo>
                  <a:cubicBezTo>
                    <a:pt x="423757" y="203058"/>
                    <a:pt x="421990" y="196506"/>
                    <a:pt x="421990" y="190001"/>
                  </a:cubicBezTo>
                  <a:cubicBezTo>
                    <a:pt x="421990" y="182860"/>
                    <a:pt x="427882" y="179961"/>
                    <a:pt x="433915" y="183850"/>
                  </a:cubicBezTo>
                  <a:cubicBezTo>
                    <a:pt x="436838" y="185735"/>
                    <a:pt x="440302" y="189058"/>
                    <a:pt x="440679" y="192099"/>
                  </a:cubicBezTo>
                  <a:cubicBezTo>
                    <a:pt x="441645" y="199852"/>
                    <a:pt x="446713" y="202963"/>
                    <a:pt x="452840" y="204213"/>
                  </a:cubicBezTo>
                  <a:cubicBezTo>
                    <a:pt x="463187" y="206334"/>
                    <a:pt x="473745" y="207441"/>
                    <a:pt x="484210" y="208903"/>
                  </a:cubicBezTo>
                  <a:cubicBezTo>
                    <a:pt x="505680" y="211896"/>
                    <a:pt x="527363" y="213852"/>
                    <a:pt x="548551" y="218212"/>
                  </a:cubicBezTo>
                  <a:cubicBezTo>
                    <a:pt x="560170" y="220593"/>
                    <a:pt x="570823" y="227357"/>
                    <a:pt x="582183" y="231481"/>
                  </a:cubicBezTo>
                  <a:cubicBezTo>
                    <a:pt x="592718" y="235299"/>
                    <a:pt x="596088" y="233579"/>
                    <a:pt x="600873" y="223609"/>
                  </a:cubicBezTo>
                  <a:cubicBezTo>
                    <a:pt x="604431" y="216209"/>
                    <a:pt x="610158" y="211401"/>
                    <a:pt x="618077" y="209704"/>
                  </a:cubicBezTo>
                  <a:cubicBezTo>
                    <a:pt x="620387" y="209209"/>
                    <a:pt x="624040" y="209845"/>
                    <a:pt x="625336" y="211401"/>
                  </a:cubicBezTo>
                  <a:cubicBezTo>
                    <a:pt x="626444" y="212697"/>
                    <a:pt x="625713" y="216492"/>
                    <a:pt x="624606" y="218542"/>
                  </a:cubicBezTo>
                  <a:cubicBezTo>
                    <a:pt x="615155" y="236100"/>
                    <a:pt x="594674" y="245999"/>
                    <a:pt x="575136" y="242558"/>
                  </a:cubicBezTo>
                  <a:cubicBezTo>
                    <a:pt x="569550" y="241568"/>
                    <a:pt x="564059" y="240178"/>
                    <a:pt x="558544" y="238834"/>
                  </a:cubicBezTo>
                  <a:cubicBezTo>
                    <a:pt x="538747" y="233979"/>
                    <a:pt x="518808" y="230821"/>
                    <a:pt x="498374" y="234144"/>
                  </a:cubicBezTo>
                  <a:cubicBezTo>
                    <a:pt x="491681" y="235228"/>
                    <a:pt x="484846" y="236195"/>
                    <a:pt x="479284" y="243053"/>
                  </a:cubicBezTo>
                  <a:cubicBezTo>
                    <a:pt x="483715" y="244774"/>
                    <a:pt x="487179" y="246730"/>
                    <a:pt x="490903" y="247460"/>
                  </a:cubicBezTo>
                  <a:cubicBezTo>
                    <a:pt x="504950" y="250194"/>
                    <a:pt x="519067" y="252551"/>
                    <a:pt x="533161" y="254979"/>
                  </a:cubicBezTo>
                  <a:cubicBezTo>
                    <a:pt x="568560" y="261036"/>
                    <a:pt x="603465" y="268507"/>
                    <a:pt x="634222" y="288610"/>
                  </a:cubicBezTo>
                  <a:cubicBezTo>
                    <a:pt x="637686" y="290873"/>
                    <a:pt x="641669" y="292523"/>
                    <a:pt x="645582" y="293937"/>
                  </a:cubicBezTo>
                  <a:cubicBezTo>
                    <a:pt x="654113" y="296977"/>
                    <a:pt x="655739" y="295964"/>
                    <a:pt x="657507" y="287267"/>
                  </a:cubicBezTo>
                  <a:cubicBezTo>
                    <a:pt x="659228" y="278783"/>
                    <a:pt x="662833" y="276119"/>
                    <a:pt x="671130" y="278688"/>
                  </a:cubicBezTo>
                  <a:cubicBezTo>
                    <a:pt x="677422" y="280644"/>
                    <a:pt x="683951" y="283119"/>
                    <a:pt x="689183" y="286961"/>
                  </a:cubicBezTo>
                  <a:cubicBezTo>
                    <a:pt x="712115" y="303788"/>
                    <a:pt x="735047" y="320640"/>
                    <a:pt x="757059" y="338599"/>
                  </a:cubicBezTo>
                  <a:cubicBezTo>
                    <a:pt x="768466" y="347908"/>
                    <a:pt x="778082" y="359457"/>
                    <a:pt x="788146" y="370345"/>
                  </a:cubicBezTo>
                  <a:cubicBezTo>
                    <a:pt x="789819" y="372136"/>
                    <a:pt x="789583" y="375695"/>
                    <a:pt x="790220" y="378429"/>
                  </a:cubicBezTo>
                  <a:cubicBezTo>
                    <a:pt x="787439" y="378759"/>
                    <a:pt x="784516" y="379772"/>
                    <a:pt x="781900" y="379254"/>
                  </a:cubicBezTo>
                  <a:cubicBezTo>
                    <a:pt x="777092" y="378288"/>
                    <a:pt x="772497" y="376355"/>
                    <a:pt x="767759" y="374941"/>
                  </a:cubicBezTo>
                  <a:cubicBezTo>
                    <a:pt x="758898" y="372278"/>
                    <a:pt x="755905" y="374729"/>
                    <a:pt x="757931" y="383779"/>
                  </a:cubicBezTo>
                  <a:cubicBezTo>
                    <a:pt x="759416" y="390496"/>
                    <a:pt x="762126" y="396930"/>
                    <a:pt x="764083" y="403553"/>
                  </a:cubicBezTo>
                  <a:cubicBezTo>
                    <a:pt x="764766" y="405886"/>
                    <a:pt x="764837" y="408384"/>
                    <a:pt x="765473" y="412839"/>
                  </a:cubicBezTo>
                  <a:cubicBezTo>
                    <a:pt x="760406" y="409421"/>
                    <a:pt x="757130" y="407324"/>
                    <a:pt x="753972" y="405061"/>
                  </a:cubicBezTo>
                  <a:cubicBezTo>
                    <a:pt x="746124" y="399476"/>
                    <a:pt x="738488" y="393513"/>
                    <a:pt x="730404" y="388304"/>
                  </a:cubicBezTo>
                  <a:cubicBezTo>
                    <a:pt x="727458" y="386419"/>
                    <a:pt x="723427" y="386230"/>
                    <a:pt x="717653" y="384628"/>
                  </a:cubicBezTo>
                  <a:cubicBezTo>
                    <a:pt x="719515" y="390732"/>
                    <a:pt x="720034" y="394715"/>
                    <a:pt x="721872" y="397967"/>
                  </a:cubicBezTo>
                  <a:cubicBezTo>
                    <a:pt x="726114" y="405485"/>
                    <a:pt x="730498" y="413004"/>
                    <a:pt x="735659" y="419909"/>
                  </a:cubicBezTo>
                  <a:cubicBezTo>
                    <a:pt x="748457" y="436973"/>
                    <a:pt x="761844" y="453659"/>
                    <a:pt x="781028" y="464147"/>
                  </a:cubicBezTo>
                  <a:cubicBezTo>
                    <a:pt x="789819" y="468955"/>
                    <a:pt x="799529" y="473221"/>
                    <a:pt x="808839" y="466244"/>
                  </a:cubicBezTo>
                  <a:cubicBezTo>
                    <a:pt x="818125" y="459268"/>
                    <a:pt x="816711" y="448615"/>
                    <a:pt x="814778" y="438882"/>
                  </a:cubicBezTo>
                  <a:cubicBezTo>
                    <a:pt x="811172" y="420522"/>
                    <a:pt x="804620" y="402445"/>
                    <a:pt x="803536" y="383991"/>
                  </a:cubicBezTo>
                  <a:cubicBezTo>
                    <a:pt x="802711" y="369850"/>
                    <a:pt x="796913" y="360069"/>
                    <a:pt x="788523" y="350689"/>
                  </a:cubicBezTo>
                  <a:cubicBezTo>
                    <a:pt x="761961" y="320993"/>
                    <a:pt x="731629" y="295681"/>
                    <a:pt x="698445" y="273715"/>
                  </a:cubicBezTo>
                  <a:cubicBezTo>
                    <a:pt x="685718" y="265278"/>
                    <a:pt x="672143" y="260164"/>
                    <a:pt x="656635" y="261201"/>
                  </a:cubicBezTo>
                  <a:cubicBezTo>
                    <a:pt x="648975" y="261719"/>
                    <a:pt x="641316" y="262238"/>
                    <a:pt x="633656" y="262379"/>
                  </a:cubicBezTo>
                  <a:cubicBezTo>
                    <a:pt x="625855" y="262520"/>
                    <a:pt x="622909" y="259174"/>
                    <a:pt x="623427" y="251420"/>
                  </a:cubicBezTo>
                  <a:cubicBezTo>
                    <a:pt x="624394" y="236454"/>
                    <a:pt x="635306" y="226650"/>
                    <a:pt x="650130" y="227781"/>
                  </a:cubicBezTo>
                  <a:cubicBezTo>
                    <a:pt x="655009" y="228158"/>
                    <a:pt x="660312" y="228488"/>
                    <a:pt x="664554" y="230585"/>
                  </a:cubicBezTo>
                  <a:cubicBezTo>
                    <a:pt x="680604" y="238622"/>
                    <a:pt x="697290" y="245976"/>
                    <a:pt x="711973" y="256133"/>
                  </a:cubicBezTo>
                  <a:cubicBezTo>
                    <a:pt x="758521" y="288351"/>
                    <a:pt x="796560" y="329855"/>
                    <a:pt x="835235" y="370746"/>
                  </a:cubicBezTo>
                  <a:cubicBezTo>
                    <a:pt x="854585" y="391203"/>
                    <a:pt x="875890" y="409798"/>
                    <a:pt x="896513" y="428983"/>
                  </a:cubicBezTo>
                  <a:cubicBezTo>
                    <a:pt x="899600" y="431835"/>
                    <a:pt x="903913" y="433367"/>
                    <a:pt x="907660" y="435511"/>
                  </a:cubicBezTo>
                  <a:cubicBezTo>
                    <a:pt x="908462" y="435087"/>
                    <a:pt x="909263" y="434663"/>
                    <a:pt x="910064" y="434215"/>
                  </a:cubicBezTo>
                  <a:cubicBezTo>
                    <a:pt x="909381" y="430114"/>
                    <a:pt x="909805" y="425330"/>
                    <a:pt x="907778" y="422077"/>
                  </a:cubicBezTo>
                  <a:cubicBezTo>
                    <a:pt x="900260" y="409940"/>
                    <a:pt x="892482" y="397920"/>
                    <a:pt x="883786" y="386631"/>
                  </a:cubicBezTo>
                  <a:cubicBezTo>
                    <a:pt x="875608" y="376002"/>
                    <a:pt x="866157" y="366339"/>
                    <a:pt x="857248" y="356228"/>
                  </a:cubicBezTo>
                  <a:cubicBezTo>
                    <a:pt x="861255" y="358019"/>
                    <a:pt x="864366" y="360682"/>
                    <a:pt x="867594" y="363204"/>
                  </a:cubicBezTo>
                  <a:cubicBezTo>
                    <a:pt x="915037" y="400277"/>
                    <a:pt x="957602" y="442252"/>
                    <a:pt x="994769" y="489671"/>
                  </a:cubicBezTo>
                  <a:cubicBezTo>
                    <a:pt x="1015367" y="515973"/>
                    <a:pt x="1035872" y="542346"/>
                    <a:pt x="1056777" y="568413"/>
                  </a:cubicBezTo>
                  <a:cubicBezTo>
                    <a:pt x="1061538" y="574328"/>
                    <a:pt x="1067453" y="579490"/>
                    <a:pt x="1073534" y="584086"/>
                  </a:cubicBezTo>
                  <a:cubicBezTo>
                    <a:pt x="1075985" y="585947"/>
                    <a:pt x="1080251" y="585382"/>
                    <a:pt x="1083692" y="585900"/>
                  </a:cubicBezTo>
                  <a:cubicBezTo>
                    <a:pt x="1083220" y="582954"/>
                    <a:pt x="1083645" y="579466"/>
                    <a:pt x="1082160" y="577157"/>
                  </a:cubicBezTo>
                  <a:cubicBezTo>
                    <a:pt x="1073817" y="564029"/>
                    <a:pt x="1065214" y="551019"/>
                    <a:pt x="1056353" y="538245"/>
                  </a:cubicBezTo>
                  <a:cubicBezTo>
                    <a:pt x="1041434" y="516704"/>
                    <a:pt x="1025949" y="495563"/>
                    <a:pt x="1011361" y="473810"/>
                  </a:cubicBezTo>
                  <a:cubicBezTo>
                    <a:pt x="1007778" y="468483"/>
                    <a:pt x="1005775" y="461672"/>
                    <a:pt x="1004597" y="455238"/>
                  </a:cubicBezTo>
                  <a:cubicBezTo>
                    <a:pt x="1002994" y="446447"/>
                    <a:pt x="1007802" y="442700"/>
                    <a:pt x="1015132" y="447248"/>
                  </a:cubicBezTo>
                  <a:cubicBezTo>
                    <a:pt x="1022344" y="451703"/>
                    <a:pt x="1029155" y="457501"/>
                    <a:pt x="1034528" y="464052"/>
                  </a:cubicBezTo>
                  <a:cubicBezTo>
                    <a:pt x="1044262" y="475884"/>
                    <a:pt x="1051969" y="489388"/>
                    <a:pt x="1061985" y="500937"/>
                  </a:cubicBezTo>
                  <a:cubicBezTo>
                    <a:pt x="1078153" y="519603"/>
                    <a:pt x="1095429" y="537326"/>
                    <a:pt x="1112445" y="555214"/>
                  </a:cubicBezTo>
                  <a:cubicBezTo>
                    <a:pt x="1114708" y="557595"/>
                    <a:pt x="1118290" y="558726"/>
                    <a:pt x="1122603" y="561201"/>
                  </a:cubicBezTo>
                  <a:cubicBezTo>
                    <a:pt x="1122037" y="557595"/>
                    <a:pt x="1122108" y="556016"/>
                    <a:pt x="1121542" y="554743"/>
                  </a:cubicBezTo>
                  <a:cubicBezTo>
                    <a:pt x="1119586" y="550477"/>
                    <a:pt x="1117866" y="545999"/>
                    <a:pt x="1115226" y="542205"/>
                  </a:cubicBezTo>
                  <a:cubicBezTo>
                    <a:pt x="1097738" y="517034"/>
                    <a:pt x="1080416" y="491745"/>
                    <a:pt x="1062245" y="467069"/>
                  </a:cubicBezTo>
                  <a:cubicBezTo>
                    <a:pt x="1055316" y="457312"/>
                    <a:pt x="1046218" y="449063"/>
                    <a:pt x="1037851" y="440319"/>
                  </a:cubicBezTo>
                  <a:close/>
                  <a:moveTo>
                    <a:pt x="503418" y="55780"/>
                  </a:moveTo>
                  <a:cubicBezTo>
                    <a:pt x="488617" y="59999"/>
                    <a:pt x="475254" y="59598"/>
                    <a:pt x="460736" y="55945"/>
                  </a:cubicBezTo>
                  <a:cubicBezTo>
                    <a:pt x="470187" y="47390"/>
                    <a:pt x="493331" y="47272"/>
                    <a:pt x="503418" y="55780"/>
                  </a:cubicBezTo>
                  <a:close/>
                  <a:moveTo>
                    <a:pt x="341999" y="187126"/>
                  </a:moveTo>
                  <a:cubicBezTo>
                    <a:pt x="311926" y="208266"/>
                    <a:pt x="281782" y="229313"/>
                    <a:pt x="251214" y="249699"/>
                  </a:cubicBezTo>
                  <a:cubicBezTo>
                    <a:pt x="243342" y="254955"/>
                    <a:pt x="234056" y="258372"/>
                    <a:pt x="225006" y="261436"/>
                  </a:cubicBezTo>
                  <a:cubicBezTo>
                    <a:pt x="214801" y="264877"/>
                    <a:pt x="210040" y="259951"/>
                    <a:pt x="212986" y="249676"/>
                  </a:cubicBezTo>
                  <a:cubicBezTo>
                    <a:pt x="214636" y="243949"/>
                    <a:pt x="217417" y="239235"/>
                    <a:pt x="223757" y="236572"/>
                  </a:cubicBezTo>
                  <a:cubicBezTo>
                    <a:pt x="240703" y="229454"/>
                    <a:pt x="257766" y="222337"/>
                    <a:pt x="273981" y="213711"/>
                  </a:cubicBezTo>
                  <a:cubicBezTo>
                    <a:pt x="296842" y="201573"/>
                    <a:pt x="318878" y="187927"/>
                    <a:pt x="341457" y="175247"/>
                  </a:cubicBezTo>
                  <a:cubicBezTo>
                    <a:pt x="346642" y="172325"/>
                    <a:pt x="352581" y="170699"/>
                    <a:pt x="358167" y="168483"/>
                  </a:cubicBezTo>
                  <a:cubicBezTo>
                    <a:pt x="358756" y="169402"/>
                    <a:pt x="359369" y="170321"/>
                    <a:pt x="359958" y="171241"/>
                  </a:cubicBezTo>
                  <a:cubicBezTo>
                    <a:pt x="353972" y="176567"/>
                    <a:pt x="348480" y="182553"/>
                    <a:pt x="341999" y="18712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482" name="Google Shape;2482;p53"/>
            <p:cNvSpPr/>
            <p:nvPr/>
          </p:nvSpPr>
          <p:spPr>
            <a:xfrm>
              <a:off x="190581" y="2180046"/>
              <a:ext cx="1006655" cy="452263"/>
            </a:xfrm>
            <a:custGeom>
              <a:rect b="b" l="l" r="r" t="t"/>
              <a:pathLst>
                <a:path extrusionOk="0" h="452263" w="1006655">
                  <a:moveTo>
                    <a:pt x="12020" y="446890"/>
                  </a:moveTo>
                  <a:cubicBezTo>
                    <a:pt x="21777" y="438900"/>
                    <a:pt x="31794" y="431099"/>
                    <a:pt x="40726" y="422238"/>
                  </a:cubicBezTo>
                  <a:cubicBezTo>
                    <a:pt x="69031" y="394144"/>
                    <a:pt x="96465" y="365155"/>
                    <a:pt x="125077" y="337368"/>
                  </a:cubicBezTo>
                  <a:cubicBezTo>
                    <a:pt x="141362" y="321554"/>
                    <a:pt x="158709" y="306659"/>
                    <a:pt x="176668" y="292777"/>
                  </a:cubicBezTo>
                  <a:cubicBezTo>
                    <a:pt x="188900" y="283326"/>
                    <a:pt x="195334" y="285518"/>
                    <a:pt x="204313" y="297986"/>
                  </a:cubicBezTo>
                  <a:cubicBezTo>
                    <a:pt x="211172" y="307507"/>
                    <a:pt x="216734" y="309039"/>
                    <a:pt x="226114" y="302252"/>
                  </a:cubicBezTo>
                  <a:cubicBezTo>
                    <a:pt x="235305" y="295605"/>
                    <a:pt x="243649" y="287781"/>
                    <a:pt x="252416" y="280545"/>
                  </a:cubicBezTo>
                  <a:cubicBezTo>
                    <a:pt x="264719" y="270364"/>
                    <a:pt x="278223" y="262303"/>
                    <a:pt x="293590" y="257661"/>
                  </a:cubicBezTo>
                  <a:cubicBezTo>
                    <a:pt x="303677" y="254620"/>
                    <a:pt x="313717" y="254997"/>
                    <a:pt x="324888" y="258061"/>
                  </a:cubicBezTo>
                  <a:cubicBezTo>
                    <a:pt x="314330" y="272344"/>
                    <a:pt x="296088" y="277811"/>
                    <a:pt x="288499" y="294828"/>
                  </a:cubicBezTo>
                  <a:cubicBezTo>
                    <a:pt x="291280" y="295228"/>
                    <a:pt x="292223" y="295440"/>
                    <a:pt x="293165" y="295488"/>
                  </a:cubicBezTo>
                  <a:cubicBezTo>
                    <a:pt x="294155" y="295535"/>
                    <a:pt x="295239" y="295676"/>
                    <a:pt x="296111" y="295346"/>
                  </a:cubicBezTo>
                  <a:cubicBezTo>
                    <a:pt x="313246" y="289077"/>
                    <a:pt x="325407" y="277387"/>
                    <a:pt x="332972" y="260937"/>
                  </a:cubicBezTo>
                  <a:cubicBezTo>
                    <a:pt x="333561" y="259664"/>
                    <a:pt x="332666" y="256317"/>
                    <a:pt x="331700" y="255940"/>
                  </a:cubicBezTo>
                  <a:cubicBezTo>
                    <a:pt x="325878" y="253725"/>
                    <a:pt x="328259" y="249977"/>
                    <a:pt x="330050" y="247031"/>
                  </a:cubicBezTo>
                  <a:cubicBezTo>
                    <a:pt x="334033" y="240503"/>
                    <a:pt x="338676" y="234399"/>
                    <a:pt x="342753" y="227917"/>
                  </a:cubicBezTo>
                  <a:cubicBezTo>
                    <a:pt x="344709" y="224806"/>
                    <a:pt x="346005" y="221248"/>
                    <a:pt x="348598" y="215827"/>
                  </a:cubicBezTo>
                  <a:cubicBezTo>
                    <a:pt x="342659" y="216746"/>
                    <a:pt x="338746" y="216487"/>
                    <a:pt x="335659" y="217948"/>
                  </a:cubicBezTo>
                  <a:cubicBezTo>
                    <a:pt x="320293" y="225231"/>
                    <a:pt x="304950" y="232584"/>
                    <a:pt x="289984" y="240668"/>
                  </a:cubicBezTo>
                  <a:cubicBezTo>
                    <a:pt x="268914" y="252028"/>
                    <a:pt x="248315" y="264307"/>
                    <a:pt x="227198" y="275620"/>
                  </a:cubicBezTo>
                  <a:cubicBezTo>
                    <a:pt x="221424" y="278707"/>
                    <a:pt x="214542" y="279744"/>
                    <a:pt x="208178" y="281724"/>
                  </a:cubicBezTo>
                  <a:cubicBezTo>
                    <a:pt x="207707" y="281017"/>
                    <a:pt x="207236" y="280333"/>
                    <a:pt x="206764" y="279626"/>
                  </a:cubicBezTo>
                  <a:cubicBezTo>
                    <a:pt x="207471" y="277151"/>
                    <a:pt x="207636" y="274347"/>
                    <a:pt x="208980" y="272273"/>
                  </a:cubicBezTo>
                  <a:cubicBezTo>
                    <a:pt x="219303" y="256459"/>
                    <a:pt x="232029" y="243920"/>
                    <a:pt x="252062" y="241563"/>
                  </a:cubicBezTo>
                  <a:cubicBezTo>
                    <a:pt x="255409" y="241163"/>
                    <a:pt x="258897" y="239961"/>
                    <a:pt x="261820" y="238264"/>
                  </a:cubicBezTo>
                  <a:cubicBezTo>
                    <a:pt x="274405" y="230981"/>
                    <a:pt x="286826" y="223392"/>
                    <a:pt x="299270" y="215874"/>
                  </a:cubicBezTo>
                  <a:cubicBezTo>
                    <a:pt x="309404" y="209746"/>
                    <a:pt x="319208" y="203006"/>
                    <a:pt x="329673" y="197561"/>
                  </a:cubicBezTo>
                  <a:cubicBezTo>
                    <a:pt x="337050" y="193720"/>
                    <a:pt x="344992" y="191410"/>
                    <a:pt x="353759" y="195582"/>
                  </a:cubicBezTo>
                  <a:cubicBezTo>
                    <a:pt x="359864" y="198504"/>
                    <a:pt x="363446" y="195700"/>
                    <a:pt x="364672" y="188888"/>
                  </a:cubicBezTo>
                  <a:cubicBezTo>
                    <a:pt x="366086" y="181087"/>
                    <a:pt x="370870" y="176350"/>
                    <a:pt x="378836" y="175054"/>
                  </a:cubicBezTo>
                  <a:cubicBezTo>
                    <a:pt x="382489" y="174465"/>
                    <a:pt x="386260" y="174323"/>
                    <a:pt x="389866" y="173545"/>
                  </a:cubicBezTo>
                  <a:cubicBezTo>
                    <a:pt x="398751" y="171636"/>
                    <a:pt x="406953" y="168195"/>
                    <a:pt x="411949" y="160064"/>
                  </a:cubicBezTo>
                  <a:cubicBezTo>
                    <a:pt x="413151" y="158108"/>
                    <a:pt x="413693" y="154337"/>
                    <a:pt x="412586" y="152711"/>
                  </a:cubicBezTo>
                  <a:cubicBezTo>
                    <a:pt x="411431" y="150991"/>
                    <a:pt x="407896" y="150001"/>
                    <a:pt x="405492" y="150142"/>
                  </a:cubicBezTo>
                  <a:cubicBezTo>
                    <a:pt x="390290" y="151038"/>
                    <a:pt x="388334" y="149317"/>
                    <a:pt x="388570" y="134069"/>
                  </a:cubicBezTo>
                  <a:cubicBezTo>
                    <a:pt x="388711" y="125231"/>
                    <a:pt x="386378" y="123581"/>
                    <a:pt x="378553" y="127045"/>
                  </a:cubicBezTo>
                  <a:cubicBezTo>
                    <a:pt x="373887" y="129096"/>
                    <a:pt x="368749" y="131618"/>
                    <a:pt x="365614" y="125584"/>
                  </a:cubicBezTo>
                  <a:cubicBezTo>
                    <a:pt x="362503" y="119598"/>
                    <a:pt x="365897" y="115026"/>
                    <a:pt x="371200" y="112150"/>
                  </a:cubicBezTo>
                  <a:cubicBezTo>
                    <a:pt x="382913" y="105787"/>
                    <a:pt x="395263" y="104844"/>
                    <a:pt x="407660" y="109628"/>
                  </a:cubicBezTo>
                  <a:cubicBezTo>
                    <a:pt x="410182" y="110618"/>
                    <a:pt x="413741" y="114955"/>
                    <a:pt x="413246" y="116722"/>
                  </a:cubicBezTo>
                  <a:cubicBezTo>
                    <a:pt x="411195" y="123958"/>
                    <a:pt x="415603" y="124712"/>
                    <a:pt x="420269" y="124524"/>
                  </a:cubicBezTo>
                  <a:cubicBezTo>
                    <a:pt x="430356" y="124123"/>
                    <a:pt x="440443" y="123180"/>
                    <a:pt x="450531" y="122261"/>
                  </a:cubicBezTo>
                  <a:cubicBezTo>
                    <a:pt x="456918" y="121672"/>
                    <a:pt x="463281" y="120729"/>
                    <a:pt x="469645" y="119928"/>
                  </a:cubicBezTo>
                  <a:cubicBezTo>
                    <a:pt x="470375" y="121177"/>
                    <a:pt x="471106" y="122450"/>
                    <a:pt x="471836" y="123699"/>
                  </a:cubicBezTo>
                  <a:cubicBezTo>
                    <a:pt x="469173" y="125396"/>
                    <a:pt x="466345" y="126880"/>
                    <a:pt x="463870" y="128837"/>
                  </a:cubicBezTo>
                  <a:cubicBezTo>
                    <a:pt x="458049" y="133432"/>
                    <a:pt x="452228" y="138099"/>
                    <a:pt x="446736" y="143072"/>
                  </a:cubicBezTo>
                  <a:cubicBezTo>
                    <a:pt x="445134" y="144533"/>
                    <a:pt x="443389" y="147620"/>
                    <a:pt x="443955" y="149152"/>
                  </a:cubicBezTo>
                  <a:cubicBezTo>
                    <a:pt x="444544" y="150802"/>
                    <a:pt x="447679" y="152263"/>
                    <a:pt x="449847" y="152523"/>
                  </a:cubicBezTo>
                  <a:cubicBezTo>
                    <a:pt x="456965" y="153347"/>
                    <a:pt x="464177" y="154196"/>
                    <a:pt x="471294" y="153960"/>
                  </a:cubicBezTo>
                  <a:cubicBezTo>
                    <a:pt x="506175" y="152758"/>
                    <a:pt x="541033" y="150708"/>
                    <a:pt x="575937" y="149907"/>
                  </a:cubicBezTo>
                  <a:cubicBezTo>
                    <a:pt x="634410" y="148563"/>
                    <a:pt x="692647" y="152051"/>
                    <a:pt x="750649" y="159923"/>
                  </a:cubicBezTo>
                  <a:cubicBezTo>
                    <a:pt x="804267" y="167206"/>
                    <a:pt x="857177" y="177576"/>
                    <a:pt x="909169" y="192683"/>
                  </a:cubicBezTo>
                  <a:cubicBezTo>
                    <a:pt x="916027" y="194686"/>
                    <a:pt x="922909" y="196784"/>
                    <a:pt x="929909" y="198056"/>
                  </a:cubicBezTo>
                  <a:cubicBezTo>
                    <a:pt x="933208" y="198669"/>
                    <a:pt x="936838" y="197420"/>
                    <a:pt x="940326" y="197019"/>
                  </a:cubicBezTo>
                  <a:cubicBezTo>
                    <a:pt x="939053" y="193531"/>
                    <a:pt x="938676" y="189218"/>
                    <a:pt x="936343" y="186767"/>
                  </a:cubicBezTo>
                  <a:cubicBezTo>
                    <a:pt x="932855" y="183138"/>
                    <a:pt x="928330" y="179791"/>
                    <a:pt x="923616" y="178283"/>
                  </a:cubicBezTo>
                  <a:cubicBezTo>
                    <a:pt x="916428" y="175973"/>
                    <a:pt x="908721" y="175360"/>
                    <a:pt x="901226" y="173993"/>
                  </a:cubicBezTo>
                  <a:cubicBezTo>
                    <a:pt x="892577" y="172438"/>
                    <a:pt x="891563" y="169704"/>
                    <a:pt x="897055" y="162893"/>
                  </a:cubicBezTo>
                  <a:cubicBezTo>
                    <a:pt x="905799" y="151981"/>
                    <a:pt x="917253" y="150849"/>
                    <a:pt x="929178" y="155327"/>
                  </a:cubicBezTo>
                  <a:cubicBezTo>
                    <a:pt x="943225" y="160630"/>
                    <a:pt x="956565" y="167818"/>
                    <a:pt x="970682" y="172956"/>
                  </a:cubicBezTo>
                  <a:cubicBezTo>
                    <a:pt x="979049" y="175997"/>
                    <a:pt x="988240" y="177175"/>
                    <a:pt x="997173" y="178236"/>
                  </a:cubicBezTo>
                  <a:cubicBezTo>
                    <a:pt x="1002405" y="178848"/>
                    <a:pt x="1006435" y="175384"/>
                    <a:pt x="1006647" y="169892"/>
                  </a:cubicBezTo>
                  <a:cubicBezTo>
                    <a:pt x="1006883" y="163906"/>
                    <a:pt x="1002051" y="162068"/>
                    <a:pt x="997149" y="161596"/>
                  </a:cubicBezTo>
                  <a:cubicBezTo>
                    <a:pt x="974618" y="159428"/>
                    <a:pt x="953972" y="151108"/>
                    <a:pt x="934010" y="141375"/>
                  </a:cubicBezTo>
                  <a:cubicBezTo>
                    <a:pt x="898398" y="123981"/>
                    <a:pt x="861632" y="109958"/>
                    <a:pt x="823380" y="99800"/>
                  </a:cubicBezTo>
                  <a:cubicBezTo>
                    <a:pt x="770941" y="85872"/>
                    <a:pt x="718101" y="74842"/>
                    <a:pt x="663305" y="78306"/>
                  </a:cubicBezTo>
                  <a:cubicBezTo>
                    <a:pt x="661584" y="78424"/>
                    <a:pt x="659840" y="78047"/>
                    <a:pt x="656046" y="77741"/>
                  </a:cubicBezTo>
                  <a:cubicBezTo>
                    <a:pt x="664035" y="74465"/>
                    <a:pt x="670045" y="72296"/>
                    <a:pt x="675796" y="69586"/>
                  </a:cubicBezTo>
                  <a:cubicBezTo>
                    <a:pt x="704644" y="55963"/>
                    <a:pt x="734599" y="54219"/>
                    <a:pt x="765544" y="60300"/>
                  </a:cubicBezTo>
                  <a:cubicBezTo>
                    <a:pt x="799812" y="67041"/>
                    <a:pt x="832548" y="78613"/>
                    <a:pt x="865025" y="91080"/>
                  </a:cubicBezTo>
                  <a:cubicBezTo>
                    <a:pt x="899529" y="104326"/>
                    <a:pt x="933585" y="118938"/>
                    <a:pt x="969951" y="126668"/>
                  </a:cubicBezTo>
                  <a:cubicBezTo>
                    <a:pt x="977635" y="128294"/>
                    <a:pt x="985601" y="130793"/>
                    <a:pt x="994934" y="126975"/>
                  </a:cubicBezTo>
                  <a:cubicBezTo>
                    <a:pt x="992270" y="124076"/>
                    <a:pt x="990691" y="121577"/>
                    <a:pt x="988429" y="120022"/>
                  </a:cubicBezTo>
                  <a:cubicBezTo>
                    <a:pt x="983126" y="116416"/>
                    <a:pt x="977729" y="112857"/>
                    <a:pt x="972025" y="109982"/>
                  </a:cubicBezTo>
                  <a:cubicBezTo>
                    <a:pt x="924559" y="85919"/>
                    <a:pt x="875466" y="65980"/>
                    <a:pt x="823687" y="53371"/>
                  </a:cubicBezTo>
                  <a:cubicBezTo>
                    <a:pt x="775325" y="41587"/>
                    <a:pt x="726727" y="30698"/>
                    <a:pt x="678153" y="19810"/>
                  </a:cubicBezTo>
                  <a:cubicBezTo>
                    <a:pt x="671059" y="18207"/>
                    <a:pt x="663470" y="18796"/>
                    <a:pt x="656117" y="18372"/>
                  </a:cubicBezTo>
                  <a:cubicBezTo>
                    <a:pt x="655975" y="19173"/>
                    <a:pt x="655834" y="19998"/>
                    <a:pt x="655692" y="20800"/>
                  </a:cubicBezTo>
                  <a:cubicBezTo>
                    <a:pt x="658850" y="23463"/>
                    <a:pt x="662244" y="25914"/>
                    <a:pt x="665120" y="28860"/>
                  </a:cubicBezTo>
                  <a:cubicBezTo>
                    <a:pt x="668254" y="32065"/>
                    <a:pt x="671365" y="35742"/>
                    <a:pt x="667971" y="40573"/>
                  </a:cubicBezTo>
                  <a:cubicBezTo>
                    <a:pt x="664389" y="45688"/>
                    <a:pt x="658945" y="47856"/>
                    <a:pt x="653783" y="44627"/>
                  </a:cubicBezTo>
                  <a:cubicBezTo>
                    <a:pt x="649447" y="41917"/>
                    <a:pt x="646359" y="37085"/>
                    <a:pt x="643060" y="32914"/>
                  </a:cubicBezTo>
                  <a:cubicBezTo>
                    <a:pt x="639289" y="28106"/>
                    <a:pt x="636390" y="22544"/>
                    <a:pt x="632218" y="18136"/>
                  </a:cubicBezTo>
                  <a:cubicBezTo>
                    <a:pt x="627575" y="13234"/>
                    <a:pt x="621118" y="10359"/>
                    <a:pt x="614778" y="14153"/>
                  </a:cubicBezTo>
                  <a:cubicBezTo>
                    <a:pt x="608297" y="18042"/>
                    <a:pt x="609970" y="24759"/>
                    <a:pt x="611596" y="30934"/>
                  </a:cubicBezTo>
                  <a:cubicBezTo>
                    <a:pt x="612350" y="33786"/>
                    <a:pt x="613269" y="36755"/>
                    <a:pt x="613128" y="39607"/>
                  </a:cubicBezTo>
                  <a:cubicBezTo>
                    <a:pt x="613010" y="41823"/>
                    <a:pt x="611902" y="44556"/>
                    <a:pt x="610300" y="46065"/>
                  </a:cubicBezTo>
                  <a:cubicBezTo>
                    <a:pt x="603041" y="52923"/>
                    <a:pt x="581523" y="49176"/>
                    <a:pt x="577139" y="40243"/>
                  </a:cubicBezTo>
                  <a:cubicBezTo>
                    <a:pt x="575937" y="37792"/>
                    <a:pt x="575631" y="34469"/>
                    <a:pt x="576032" y="31688"/>
                  </a:cubicBezTo>
                  <a:cubicBezTo>
                    <a:pt x="577493" y="21625"/>
                    <a:pt x="575160" y="17807"/>
                    <a:pt x="565025" y="17524"/>
                  </a:cubicBezTo>
                  <a:cubicBezTo>
                    <a:pt x="556446" y="17288"/>
                    <a:pt x="547679" y="17665"/>
                    <a:pt x="539242" y="19173"/>
                  </a:cubicBezTo>
                  <a:cubicBezTo>
                    <a:pt x="522791" y="22096"/>
                    <a:pt x="507189" y="27587"/>
                    <a:pt x="494674" y="39348"/>
                  </a:cubicBezTo>
                  <a:cubicBezTo>
                    <a:pt x="492058" y="41799"/>
                    <a:pt x="490361" y="45264"/>
                    <a:pt x="488263" y="48280"/>
                  </a:cubicBezTo>
                  <a:cubicBezTo>
                    <a:pt x="488735" y="49176"/>
                    <a:pt x="489230" y="50071"/>
                    <a:pt x="489701" y="50967"/>
                  </a:cubicBezTo>
                  <a:cubicBezTo>
                    <a:pt x="503559" y="49647"/>
                    <a:pt x="517441" y="48351"/>
                    <a:pt x="531299" y="47031"/>
                  </a:cubicBezTo>
                  <a:cubicBezTo>
                    <a:pt x="526114" y="50519"/>
                    <a:pt x="520646" y="52711"/>
                    <a:pt x="515697" y="55799"/>
                  </a:cubicBezTo>
                  <a:cubicBezTo>
                    <a:pt x="509734" y="59522"/>
                    <a:pt x="510017" y="64118"/>
                    <a:pt x="516592" y="66475"/>
                  </a:cubicBezTo>
                  <a:cubicBezTo>
                    <a:pt x="522791" y="68690"/>
                    <a:pt x="529508" y="70647"/>
                    <a:pt x="535989" y="70694"/>
                  </a:cubicBezTo>
                  <a:cubicBezTo>
                    <a:pt x="559699" y="70835"/>
                    <a:pt x="583432" y="70317"/>
                    <a:pt x="607165" y="69680"/>
                  </a:cubicBezTo>
                  <a:cubicBezTo>
                    <a:pt x="620411" y="69327"/>
                    <a:pt x="633632" y="68313"/>
                    <a:pt x="646854" y="67583"/>
                  </a:cubicBezTo>
                  <a:cubicBezTo>
                    <a:pt x="635494" y="71872"/>
                    <a:pt x="623946" y="74959"/>
                    <a:pt x="612350" y="77835"/>
                  </a:cubicBezTo>
                  <a:cubicBezTo>
                    <a:pt x="578648" y="86154"/>
                    <a:pt x="544851" y="92942"/>
                    <a:pt x="509875" y="85895"/>
                  </a:cubicBezTo>
                  <a:cubicBezTo>
                    <a:pt x="505115" y="84929"/>
                    <a:pt x="499812" y="84952"/>
                    <a:pt x="495145" y="86060"/>
                  </a:cubicBezTo>
                  <a:cubicBezTo>
                    <a:pt x="491869" y="86838"/>
                    <a:pt x="487580" y="89690"/>
                    <a:pt x="486614" y="92589"/>
                  </a:cubicBezTo>
                  <a:cubicBezTo>
                    <a:pt x="484233" y="99683"/>
                    <a:pt x="479331" y="103430"/>
                    <a:pt x="472921" y="104773"/>
                  </a:cubicBezTo>
                  <a:cubicBezTo>
                    <a:pt x="466227" y="106187"/>
                    <a:pt x="459227" y="106541"/>
                    <a:pt x="452345" y="106494"/>
                  </a:cubicBezTo>
                  <a:cubicBezTo>
                    <a:pt x="440656" y="106447"/>
                    <a:pt x="437050" y="101686"/>
                    <a:pt x="440019" y="90467"/>
                  </a:cubicBezTo>
                  <a:cubicBezTo>
                    <a:pt x="448150" y="59829"/>
                    <a:pt x="463022" y="33338"/>
                    <a:pt x="487981" y="13022"/>
                  </a:cubicBezTo>
                  <a:cubicBezTo>
                    <a:pt x="491327" y="10288"/>
                    <a:pt x="493731" y="6399"/>
                    <a:pt x="497431" y="2039"/>
                  </a:cubicBezTo>
                  <a:cubicBezTo>
                    <a:pt x="493401" y="955"/>
                    <a:pt x="491469" y="-129"/>
                    <a:pt x="489654" y="12"/>
                  </a:cubicBezTo>
                  <a:cubicBezTo>
                    <a:pt x="470658" y="1544"/>
                    <a:pt x="451780" y="4090"/>
                    <a:pt x="434999" y="13941"/>
                  </a:cubicBezTo>
                  <a:cubicBezTo>
                    <a:pt x="427316" y="18466"/>
                    <a:pt x="425454" y="25136"/>
                    <a:pt x="427599" y="33856"/>
                  </a:cubicBezTo>
                  <a:cubicBezTo>
                    <a:pt x="428353" y="36944"/>
                    <a:pt x="429366" y="40149"/>
                    <a:pt x="429296" y="43260"/>
                  </a:cubicBezTo>
                  <a:cubicBezTo>
                    <a:pt x="429107" y="51179"/>
                    <a:pt x="422862" y="55469"/>
                    <a:pt x="416192" y="51462"/>
                  </a:cubicBezTo>
                  <a:cubicBezTo>
                    <a:pt x="410960" y="48351"/>
                    <a:pt x="406293" y="43519"/>
                    <a:pt x="402852" y="38429"/>
                  </a:cubicBezTo>
                  <a:cubicBezTo>
                    <a:pt x="399623" y="33644"/>
                    <a:pt x="396677" y="29520"/>
                    <a:pt x="390667" y="28789"/>
                  </a:cubicBezTo>
                  <a:cubicBezTo>
                    <a:pt x="370257" y="26291"/>
                    <a:pt x="351355" y="30510"/>
                    <a:pt x="334834" y="42860"/>
                  </a:cubicBezTo>
                  <a:cubicBezTo>
                    <a:pt x="332359" y="44721"/>
                    <a:pt x="330969" y="50307"/>
                    <a:pt x="331652" y="53654"/>
                  </a:cubicBezTo>
                  <a:cubicBezTo>
                    <a:pt x="332878" y="59734"/>
                    <a:pt x="330545" y="62775"/>
                    <a:pt x="325619" y="64519"/>
                  </a:cubicBezTo>
                  <a:cubicBezTo>
                    <a:pt x="322414" y="65650"/>
                    <a:pt x="318878" y="65886"/>
                    <a:pt x="315461" y="66357"/>
                  </a:cubicBezTo>
                  <a:cubicBezTo>
                    <a:pt x="308862" y="67253"/>
                    <a:pt x="302145" y="67535"/>
                    <a:pt x="295687" y="68973"/>
                  </a:cubicBezTo>
                  <a:cubicBezTo>
                    <a:pt x="253264" y="78495"/>
                    <a:pt x="213411" y="94851"/>
                    <a:pt x="175018" y="115026"/>
                  </a:cubicBezTo>
                  <a:cubicBezTo>
                    <a:pt x="162668" y="121507"/>
                    <a:pt x="151473" y="129284"/>
                    <a:pt x="143154" y="141021"/>
                  </a:cubicBezTo>
                  <a:cubicBezTo>
                    <a:pt x="138534" y="147526"/>
                    <a:pt x="132100" y="151863"/>
                    <a:pt x="122885" y="150873"/>
                  </a:cubicBezTo>
                  <a:cubicBezTo>
                    <a:pt x="116074" y="150142"/>
                    <a:pt x="112633" y="155233"/>
                    <a:pt x="109804" y="163505"/>
                  </a:cubicBezTo>
                  <a:cubicBezTo>
                    <a:pt x="117276" y="161832"/>
                    <a:pt x="123380" y="161337"/>
                    <a:pt x="128824" y="159122"/>
                  </a:cubicBezTo>
                  <a:cubicBezTo>
                    <a:pt x="159651" y="146560"/>
                    <a:pt x="190290" y="133527"/>
                    <a:pt x="221070" y="120776"/>
                  </a:cubicBezTo>
                  <a:cubicBezTo>
                    <a:pt x="251355" y="108238"/>
                    <a:pt x="281381" y="95040"/>
                    <a:pt x="313717" y="88040"/>
                  </a:cubicBezTo>
                  <a:cubicBezTo>
                    <a:pt x="331016" y="84293"/>
                    <a:pt x="346053" y="75855"/>
                    <a:pt x="355739" y="59970"/>
                  </a:cubicBezTo>
                  <a:cubicBezTo>
                    <a:pt x="357035" y="57825"/>
                    <a:pt x="359133" y="56176"/>
                    <a:pt x="361113" y="53984"/>
                  </a:cubicBezTo>
                  <a:cubicBezTo>
                    <a:pt x="370328" y="73098"/>
                    <a:pt x="359793" y="94922"/>
                    <a:pt x="339053" y="102110"/>
                  </a:cubicBezTo>
                  <a:cubicBezTo>
                    <a:pt x="310630" y="111962"/>
                    <a:pt x="281853" y="120988"/>
                    <a:pt x="253995" y="132254"/>
                  </a:cubicBezTo>
                  <a:cubicBezTo>
                    <a:pt x="218784" y="146466"/>
                    <a:pt x="184280" y="162421"/>
                    <a:pt x="149635" y="178000"/>
                  </a:cubicBezTo>
                  <a:cubicBezTo>
                    <a:pt x="143012" y="180969"/>
                    <a:pt x="136625" y="184623"/>
                    <a:pt x="133561" y="192471"/>
                  </a:cubicBezTo>
                  <a:cubicBezTo>
                    <a:pt x="132477" y="195275"/>
                    <a:pt x="128093" y="197609"/>
                    <a:pt x="124747" y="198528"/>
                  </a:cubicBezTo>
                  <a:cubicBezTo>
                    <a:pt x="118619" y="200225"/>
                    <a:pt x="111973" y="200060"/>
                    <a:pt x="105869" y="201827"/>
                  </a:cubicBezTo>
                  <a:cubicBezTo>
                    <a:pt x="96536" y="204514"/>
                    <a:pt x="87203" y="207578"/>
                    <a:pt x="78412" y="211679"/>
                  </a:cubicBezTo>
                  <a:cubicBezTo>
                    <a:pt x="73392" y="214012"/>
                    <a:pt x="70846" y="219409"/>
                    <a:pt x="70493" y="226598"/>
                  </a:cubicBezTo>
                  <a:cubicBezTo>
                    <a:pt x="74617" y="224759"/>
                    <a:pt x="77587" y="222803"/>
                    <a:pt x="80816" y="222120"/>
                  </a:cubicBezTo>
                  <a:cubicBezTo>
                    <a:pt x="84586" y="221342"/>
                    <a:pt x="88569" y="221719"/>
                    <a:pt x="92458" y="221578"/>
                  </a:cubicBezTo>
                  <a:cubicBezTo>
                    <a:pt x="92364" y="225961"/>
                    <a:pt x="93000" y="230510"/>
                    <a:pt x="91916" y="234634"/>
                  </a:cubicBezTo>
                  <a:cubicBezTo>
                    <a:pt x="91186" y="237439"/>
                    <a:pt x="88475" y="240220"/>
                    <a:pt x="85930" y="241964"/>
                  </a:cubicBezTo>
                  <a:cubicBezTo>
                    <a:pt x="77822" y="247526"/>
                    <a:pt x="69762" y="253418"/>
                    <a:pt x="60947" y="257590"/>
                  </a:cubicBezTo>
                  <a:cubicBezTo>
                    <a:pt x="51756" y="261950"/>
                    <a:pt x="41692" y="264425"/>
                    <a:pt x="30827" y="255964"/>
                  </a:cubicBezTo>
                  <a:cubicBezTo>
                    <a:pt x="33231" y="271754"/>
                    <a:pt x="38605" y="284246"/>
                    <a:pt x="47372" y="296100"/>
                  </a:cubicBezTo>
                  <a:cubicBezTo>
                    <a:pt x="50931" y="293437"/>
                    <a:pt x="54042" y="291410"/>
                    <a:pt x="56776" y="288983"/>
                  </a:cubicBezTo>
                  <a:cubicBezTo>
                    <a:pt x="76008" y="271849"/>
                    <a:pt x="94980" y="254432"/>
                    <a:pt x="114353" y="237463"/>
                  </a:cubicBezTo>
                  <a:cubicBezTo>
                    <a:pt x="174193" y="185070"/>
                    <a:pt x="241740" y="146772"/>
                    <a:pt x="318973" y="126433"/>
                  </a:cubicBezTo>
                  <a:cubicBezTo>
                    <a:pt x="323026" y="125372"/>
                    <a:pt x="327269" y="124948"/>
                    <a:pt x="331440" y="124241"/>
                  </a:cubicBezTo>
                  <a:cubicBezTo>
                    <a:pt x="331770" y="124995"/>
                    <a:pt x="332124" y="125749"/>
                    <a:pt x="332454" y="126527"/>
                  </a:cubicBezTo>
                  <a:cubicBezTo>
                    <a:pt x="329178" y="129261"/>
                    <a:pt x="326232" y="132607"/>
                    <a:pt x="322555" y="134658"/>
                  </a:cubicBezTo>
                  <a:cubicBezTo>
                    <a:pt x="303135" y="145452"/>
                    <a:pt x="283903" y="156671"/>
                    <a:pt x="263894" y="166286"/>
                  </a:cubicBezTo>
                  <a:cubicBezTo>
                    <a:pt x="243743" y="175973"/>
                    <a:pt x="223568" y="185966"/>
                    <a:pt x="200778" y="189053"/>
                  </a:cubicBezTo>
                  <a:cubicBezTo>
                    <a:pt x="196583" y="189619"/>
                    <a:pt x="192741" y="195275"/>
                    <a:pt x="189394" y="199164"/>
                  </a:cubicBezTo>
                  <a:cubicBezTo>
                    <a:pt x="185836" y="203265"/>
                    <a:pt x="183903" y="209228"/>
                    <a:pt x="179731" y="212268"/>
                  </a:cubicBezTo>
                  <a:cubicBezTo>
                    <a:pt x="173674" y="216699"/>
                    <a:pt x="166085" y="218985"/>
                    <a:pt x="159416" y="222638"/>
                  </a:cubicBezTo>
                  <a:cubicBezTo>
                    <a:pt x="154278" y="225443"/>
                    <a:pt x="148975" y="228365"/>
                    <a:pt x="144827" y="232372"/>
                  </a:cubicBezTo>
                  <a:cubicBezTo>
                    <a:pt x="142753" y="234399"/>
                    <a:pt x="141928" y="239207"/>
                    <a:pt x="142611" y="242294"/>
                  </a:cubicBezTo>
                  <a:cubicBezTo>
                    <a:pt x="144379" y="250519"/>
                    <a:pt x="142682" y="253371"/>
                    <a:pt x="134693" y="255304"/>
                  </a:cubicBezTo>
                  <a:cubicBezTo>
                    <a:pt x="129083" y="256671"/>
                    <a:pt x="123026" y="258344"/>
                    <a:pt x="118501" y="261714"/>
                  </a:cubicBezTo>
                  <a:cubicBezTo>
                    <a:pt x="82347" y="288676"/>
                    <a:pt x="51143" y="320706"/>
                    <a:pt x="23757" y="356482"/>
                  </a:cubicBezTo>
                  <a:cubicBezTo>
                    <a:pt x="20646" y="360536"/>
                    <a:pt x="18784" y="365556"/>
                    <a:pt x="16333" y="370128"/>
                  </a:cubicBezTo>
                  <a:cubicBezTo>
                    <a:pt x="17040" y="370741"/>
                    <a:pt x="17770" y="371377"/>
                    <a:pt x="18478" y="371990"/>
                  </a:cubicBezTo>
                  <a:cubicBezTo>
                    <a:pt x="22225" y="369515"/>
                    <a:pt x="26302" y="367418"/>
                    <a:pt x="29696" y="364542"/>
                  </a:cubicBezTo>
                  <a:cubicBezTo>
                    <a:pt x="58308" y="340126"/>
                    <a:pt x="86731" y="315450"/>
                    <a:pt x="115367" y="291057"/>
                  </a:cubicBezTo>
                  <a:cubicBezTo>
                    <a:pt x="138346" y="271495"/>
                    <a:pt x="161537" y="252122"/>
                    <a:pt x="184775" y="232843"/>
                  </a:cubicBezTo>
                  <a:cubicBezTo>
                    <a:pt x="189701" y="228742"/>
                    <a:pt x="196041" y="225348"/>
                    <a:pt x="201273" y="231288"/>
                  </a:cubicBezTo>
                  <a:cubicBezTo>
                    <a:pt x="205892" y="236520"/>
                    <a:pt x="201815" y="242506"/>
                    <a:pt x="198185" y="246560"/>
                  </a:cubicBezTo>
                  <a:cubicBezTo>
                    <a:pt x="188452" y="257378"/>
                    <a:pt x="178977" y="268761"/>
                    <a:pt x="167688" y="277788"/>
                  </a:cubicBezTo>
                  <a:cubicBezTo>
                    <a:pt x="128188" y="309416"/>
                    <a:pt x="89984" y="342459"/>
                    <a:pt x="55503" y="379508"/>
                  </a:cubicBezTo>
                  <a:cubicBezTo>
                    <a:pt x="38346" y="397962"/>
                    <a:pt x="22626" y="417760"/>
                    <a:pt x="6599" y="437251"/>
                  </a:cubicBezTo>
                  <a:cubicBezTo>
                    <a:pt x="3559" y="440951"/>
                    <a:pt x="2168" y="446018"/>
                    <a:pt x="0" y="450472"/>
                  </a:cubicBezTo>
                  <a:cubicBezTo>
                    <a:pt x="660" y="451062"/>
                    <a:pt x="1343" y="451674"/>
                    <a:pt x="2003" y="452263"/>
                  </a:cubicBezTo>
                  <a:cubicBezTo>
                    <a:pt x="5468" y="450590"/>
                    <a:pt x="9144" y="449247"/>
                    <a:pt x="12020" y="446890"/>
                  </a:cubicBezTo>
                  <a:close/>
                  <a:moveTo>
                    <a:pt x="522508" y="114248"/>
                  </a:moveTo>
                  <a:cubicBezTo>
                    <a:pt x="571342" y="111042"/>
                    <a:pt x="620198" y="107366"/>
                    <a:pt x="669103" y="105905"/>
                  </a:cubicBezTo>
                  <a:cubicBezTo>
                    <a:pt x="702428" y="104915"/>
                    <a:pt x="735966" y="106022"/>
                    <a:pt x="769197" y="108662"/>
                  </a:cubicBezTo>
                  <a:cubicBezTo>
                    <a:pt x="788429" y="110194"/>
                    <a:pt x="807354" y="116204"/>
                    <a:pt x="826232" y="120988"/>
                  </a:cubicBezTo>
                  <a:cubicBezTo>
                    <a:pt x="842447" y="125089"/>
                    <a:pt x="858403" y="130180"/>
                    <a:pt x="874406" y="135035"/>
                  </a:cubicBezTo>
                  <a:cubicBezTo>
                    <a:pt x="877187" y="135883"/>
                    <a:pt x="879803" y="137486"/>
                    <a:pt x="882325" y="138994"/>
                  </a:cubicBezTo>
                  <a:cubicBezTo>
                    <a:pt x="892435" y="145004"/>
                    <a:pt x="893449" y="150944"/>
                    <a:pt x="886166" y="160088"/>
                  </a:cubicBezTo>
                  <a:cubicBezTo>
                    <a:pt x="879190" y="168879"/>
                    <a:pt x="865733" y="172343"/>
                    <a:pt x="856918" y="161879"/>
                  </a:cubicBezTo>
                  <a:cubicBezTo>
                    <a:pt x="848622" y="152051"/>
                    <a:pt x="835165" y="150236"/>
                    <a:pt x="823145" y="148540"/>
                  </a:cubicBezTo>
                  <a:cubicBezTo>
                    <a:pt x="786520" y="143355"/>
                    <a:pt x="749824" y="137392"/>
                    <a:pt x="712963" y="135294"/>
                  </a:cubicBezTo>
                  <a:cubicBezTo>
                    <a:pt x="656659" y="132089"/>
                    <a:pt x="600189" y="131971"/>
                    <a:pt x="543790" y="130251"/>
                  </a:cubicBezTo>
                  <a:cubicBezTo>
                    <a:pt x="531959" y="129897"/>
                    <a:pt x="520128" y="128530"/>
                    <a:pt x="508344" y="127281"/>
                  </a:cubicBezTo>
                  <a:cubicBezTo>
                    <a:pt x="505091" y="126927"/>
                    <a:pt x="501980" y="125348"/>
                    <a:pt x="497243" y="123840"/>
                  </a:cubicBezTo>
                  <a:cubicBezTo>
                    <a:pt x="505233" y="115450"/>
                    <a:pt x="514212" y="114790"/>
                    <a:pt x="522508" y="114248"/>
                  </a:cubicBezTo>
                  <a:close/>
                  <a:moveTo>
                    <a:pt x="214188" y="222379"/>
                  </a:moveTo>
                  <a:cubicBezTo>
                    <a:pt x="222956" y="215615"/>
                    <a:pt x="231652" y="208544"/>
                    <a:pt x="241150" y="202959"/>
                  </a:cubicBezTo>
                  <a:cubicBezTo>
                    <a:pt x="275631" y="182690"/>
                    <a:pt x="311242" y="164707"/>
                    <a:pt x="349847" y="153489"/>
                  </a:cubicBezTo>
                  <a:cubicBezTo>
                    <a:pt x="356281" y="151627"/>
                    <a:pt x="363210" y="151415"/>
                    <a:pt x="369927" y="150449"/>
                  </a:cubicBezTo>
                  <a:cubicBezTo>
                    <a:pt x="370399" y="151344"/>
                    <a:pt x="370870" y="152216"/>
                    <a:pt x="371365" y="153112"/>
                  </a:cubicBezTo>
                  <a:cubicBezTo>
                    <a:pt x="367806" y="156435"/>
                    <a:pt x="364648" y="160465"/>
                    <a:pt x="360571" y="162963"/>
                  </a:cubicBezTo>
                  <a:cubicBezTo>
                    <a:pt x="344803" y="172626"/>
                    <a:pt x="329083" y="182431"/>
                    <a:pt x="312751" y="191033"/>
                  </a:cubicBezTo>
                  <a:cubicBezTo>
                    <a:pt x="283550" y="206447"/>
                    <a:pt x="253854" y="220894"/>
                    <a:pt x="222036" y="230345"/>
                  </a:cubicBezTo>
                  <a:cubicBezTo>
                    <a:pt x="218407" y="231429"/>
                    <a:pt x="214518" y="231618"/>
                    <a:pt x="210747" y="232207"/>
                  </a:cubicBezTo>
                  <a:cubicBezTo>
                    <a:pt x="210205" y="231382"/>
                    <a:pt x="209640" y="230581"/>
                    <a:pt x="209098" y="229756"/>
                  </a:cubicBezTo>
                  <a:cubicBezTo>
                    <a:pt x="210771" y="227234"/>
                    <a:pt x="211949" y="224123"/>
                    <a:pt x="214188" y="22237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483" name="Google Shape;2483;p53"/>
            <p:cNvSpPr/>
            <p:nvPr/>
          </p:nvSpPr>
          <p:spPr>
            <a:xfrm>
              <a:off x="169229" y="2355877"/>
              <a:ext cx="1154991" cy="545553"/>
            </a:xfrm>
            <a:custGeom>
              <a:rect b="b" l="l" r="r" t="t"/>
              <a:pathLst>
                <a:path extrusionOk="0" h="545553" w="1154991">
                  <a:moveTo>
                    <a:pt x="21541" y="418383"/>
                  </a:moveTo>
                  <a:cubicBezTo>
                    <a:pt x="22083" y="410606"/>
                    <a:pt x="27032" y="407024"/>
                    <a:pt x="33584" y="405138"/>
                  </a:cubicBezTo>
                  <a:cubicBezTo>
                    <a:pt x="37331" y="404077"/>
                    <a:pt x="41338" y="403960"/>
                    <a:pt x="45227" y="403488"/>
                  </a:cubicBezTo>
                  <a:cubicBezTo>
                    <a:pt x="55832" y="402192"/>
                    <a:pt x="58778" y="397950"/>
                    <a:pt x="59415" y="387627"/>
                  </a:cubicBezTo>
                  <a:cubicBezTo>
                    <a:pt x="59792" y="381263"/>
                    <a:pt x="61748" y="374429"/>
                    <a:pt x="64906" y="368890"/>
                  </a:cubicBezTo>
                  <a:cubicBezTo>
                    <a:pt x="75818" y="349729"/>
                    <a:pt x="90831" y="333986"/>
                    <a:pt x="108625" y="320999"/>
                  </a:cubicBezTo>
                  <a:cubicBezTo>
                    <a:pt x="111760" y="318713"/>
                    <a:pt x="115389" y="316686"/>
                    <a:pt x="119090" y="315697"/>
                  </a:cubicBezTo>
                  <a:cubicBezTo>
                    <a:pt x="121729" y="314990"/>
                    <a:pt x="126207" y="315202"/>
                    <a:pt x="127456" y="316851"/>
                  </a:cubicBezTo>
                  <a:cubicBezTo>
                    <a:pt x="128776" y="318619"/>
                    <a:pt x="128399" y="323545"/>
                    <a:pt x="126796" y="325289"/>
                  </a:cubicBezTo>
                  <a:cubicBezTo>
                    <a:pt x="122342" y="330120"/>
                    <a:pt x="117133" y="334433"/>
                    <a:pt x="111713" y="338204"/>
                  </a:cubicBezTo>
                  <a:cubicBezTo>
                    <a:pt x="100824" y="345793"/>
                    <a:pt x="91043" y="354513"/>
                    <a:pt x="89441" y="368254"/>
                  </a:cubicBezTo>
                  <a:cubicBezTo>
                    <a:pt x="87673" y="383502"/>
                    <a:pt x="80791" y="395781"/>
                    <a:pt x="71387" y="407259"/>
                  </a:cubicBezTo>
                  <a:cubicBezTo>
                    <a:pt x="44496" y="440090"/>
                    <a:pt x="23921" y="476456"/>
                    <a:pt x="11147" y="516993"/>
                  </a:cubicBezTo>
                  <a:cubicBezTo>
                    <a:pt x="9403" y="522532"/>
                    <a:pt x="8366" y="528706"/>
                    <a:pt x="8884" y="534410"/>
                  </a:cubicBezTo>
                  <a:cubicBezTo>
                    <a:pt x="9262" y="538487"/>
                    <a:pt x="12373" y="545086"/>
                    <a:pt x="15036" y="545487"/>
                  </a:cubicBezTo>
                  <a:cubicBezTo>
                    <a:pt x="18760" y="546053"/>
                    <a:pt x="24581" y="542918"/>
                    <a:pt x="27008" y="539548"/>
                  </a:cubicBezTo>
                  <a:cubicBezTo>
                    <a:pt x="30779" y="534316"/>
                    <a:pt x="34150" y="527717"/>
                    <a:pt x="34668" y="521447"/>
                  </a:cubicBezTo>
                  <a:cubicBezTo>
                    <a:pt x="35823" y="507424"/>
                    <a:pt x="41149" y="495098"/>
                    <a:pt x="47395" y="483055"/>
                  </a:cubicBezTo>
                  <a:cubicBezTo>
                    <a:pt x="70586" y="438275"/>
                    <a:pt x="99881" y="397526"/>
                    <a:pt x="130827" y="357931"/>
                  </a:cubicBezTo>
                  <a:cubicBezTo>
                    <a:pt x="155102" y="326868"/>
                    <a:pt x="180037" y="296253"/>
                    <a:pt x="210723" y="271223"/>
                  </a:cubicBezTo>
                  <a:cubicBezTo>
                    <a:pt x="269596" y="223215"/>
                    <a:pt x="333773" y="183267"/>
                    <a:pt x="401296" y="148668"/>
                  </a:cubicBezTo>
                  <a:cubicBezTo>
                    <a:pt x="413716" y="142305"/>
                    <a:pt x="427268" y="138039"/>
                    <a:pt x="440631" y="133797"/>
                  </a:cubicBezTo>
                  <a:cubicBezTo>
                    <a:pt x="443766" y="132807"/>
                    <a:pt x="449634" y="134740"/>
                    <a:pt x="451614" y="137332"/>
                  </a:cubicBezTo>
                  <a:cubicBezTo>
                    <a:pt x="453523" y="139830"/>
                    <a:pt x="453122" y="145322"/>
                    <a:pt x="451850" y="148810"/>
                  </a:cubicBezTo>
                  <a:cubicBezTo>
                    <a:pt x="449516" y="155173"/>
                    <a:pt x="444049" y="158308"/>
                    <a:pt x="437355" y="160170"/>
                  </a:cubicBezTo>
                  <a:cubicBezTo>
                    <a:pt x="426726" y="163116"/>
                    <a:pt x="416120" y="166439"/>
                    <a:pt x="405986" y="170752"/>
                  </a:cubicBezTo>
                  <a:cubicBezTo>
                    <a:pt x="396252" y="174900"/>
                    <a:pt x="386684" y="179826"/>
                    <a:pt x="377893" y="185671"/>
                  </a:cubicBezTo>
                  <a:cubicBezTo>
                    <a:pt x="349469" y="204502"/>
                    <a:pt x="321447" y="223969"/>
                    <a:pt x="293188" y="243059"/>
                  </a:cubicBezTo>
                  <a:cubicBezTo>
                    <a:pt x="289370" y="245652"/>
                    <a:pt x="284115" y="250177"/>
                    <a:pt x="281145" y="249140"/>
                  </a:cubicBezTo>
                  <a:cubicBezTo>
                    <a:pt x="274758" y="246948"/>
                    <a:pt x="272024" y="250554"/>
                    <a:pt x="268654" y="253618"/>
                  </a:cubicBezTo>
                  <a:cubicBezTo>
                    <a:pt x="213410" y="303488"/>
                    <a:pt x="161913" y="357035"/>
                    <a:pt x="112679" y="412751"/>
                  </a:cubicBezTo>
                  <a:cubicBezTo>
                    <a:pt x="102898" y="423828"/>
                    <a:pt x="94531" y="436177"/>
                    <a:pt x="85882" y="448197"/>
                  </a:cubicBezTo>
                  <a:cubicBezTo>
                    <a:pt x="84232" y="450483"/>
                    <a:pt x="84044" y="453971"/>
                    <a:pt x="83714" y="456965"/>
                  </a:cubicBezTo>
                  <a:cubicBezTo>
                    <a:pt x="83360" y="459934"/>
                    <a:pt x="84704" y="463493"/>
                    <a:pt x="83478" y="465873"/>
                  </a:cubicBezTo>
                  <a:cubicBezTo>
                    <a:pt x="80768" y="471106"/>
                    <a:pt x="76525" y="475513"/>
                    <a:pt x="73674" y="480674"/>
                  </a:cubicBezTo>
                  <a:cubicBezTo>
                    <a:pt x="70492" y="486449"/>
                    <a:pt x="67452" y="492482"/>
                    <a:pt x="65778" y="498798"/>
                  </a:cubicBezTo>
                  <a:cubicBezTo>
                    <a:pt x="65024" y="501650"/>
                    <a:pt x="66815" y="506529"/>
                    <a:pt x="69125" y="508438"/>
                  </a:cubicBezTo>
                  <a:cubicBezTo>
                    <a:pt x="71034" y="509993"/>
                    <a:pt x="76266" y="509734"/>
                    <a:pt x="78576" y="508155"/>
                  </a:cubicBezTo>
                  <a:cubicBezTo>
                    <a:pt x="83124" y="505020"/>
                    <a:pt x="87225" y="500825"/>
                    <a:pt x="90548" y="496347"/>
                  </a:cubicBezTo>
                  <a:cubicBezTo>
                    <a:pt x="101296" y="481876"/>
                    <a:pt x="103393" y="481711"/>
                    <a:pt x="114635" y="496017"/>
                  </a:cubicBezTo>
                  <a:cubicBezTo>
                    <a:pt x="114942" y="496418"/>
                    <a:pt x="115224" y="496819"/>
                    <a:pt x="115554" y="497196"/>
                  </a:cubicBezTo>
                  <a:cubicBezTo>
                    <a:pt x="120386" y="502781"/>
                    <a:pt x="124227" y="502993"/>
                    <a:pt x="129035" y="497573"/>
                  </a:cubicBezTo>
                  <a:cubicBezTo>
                    <a:pt x="131157" y="495192"/>
                    <a:pt x="133231" y="492553"/>
                    <a:pt x="134503" y="489677"/>
                  </a:cubicBezTo>
                  <a:cubicBezTo>
                    <a:pt x="141126" y="474547"/>
                    <a:pt x="147607" y="459345"/>
                    <a:pt x="153829" y="444049"/>
                  </a:cubicBezTo>
                  <a:cubicBezTo>
                    <a:pt x="155102" y="440938"/>
                    <a:pt x="155055" y="437262"/>
                    <a:pt x="155620" y="433844"/>
                  </a:cubicBezTo>
                  <a:cubicBezTo>
                    <a:pt x="139570" y="445652"/>
                    <a:pt x="135658" y="466651"/>
                    <a:pt x="118335" y="477398"/>
                  </a:cubicBezTo>
                  <a:cubicBezTo>
                    <a:pt x="117133" y="473533"/>
                    <a:pt x="116285" y="469762"/>
                    <a:pt x="117275" y="466533"/>
                  </a:cubicBezTo>
                  <a:cubicBezTo>
                    <a:pt x="122177" y="450295"/>
                    <a:pt x="125830" y="433373"/>
                    <a:pt x="133160" y="418266"/>
                  </a:cubicBezTo>
                  <a:cubicBezTo>
                    <a:pt x="144496" y="394909"/>
                    <a:pt x="163092" y="376479"/>
                    <a:pt x="181357" y="358355"/>
                  </a:cubicBezTo>
                  <a:cubicBezTo>
                    <a:pt x="239288" y="300943"/>
                    <a:pt x="303464" y="251402"/>
                    <a:pt x="372920" y="208815"/>
                  </a:cubicBezTo>
                  <a:cubicBezTo>
                    <a:pt x="400518" y="191893"/>
                    <a:pt x="428989" y="176479"/>
                    <a:pt x="460523" y="167759"/>
                  </a:cubicBezTo>
                  <a:cubicBezTo>
                    <a:pt x="467876" y="165732"/>
                    <a:pt x="475300" y="163729"/>
                    <a:pt x="482300" y="160759"/>
                  </a:cubicBezTo>
                  <a:cubicBezTo>
                    <a:pt x="489182" y="157860"/>
                    <a:pt x="489253" y="153971"/>
                    <a:pt x="483290" y="149234"/>
                  </a:cubicBezTo>
                  <a:cubicBezTo>
                    <a:pt x="479613" y="146312"/>
                    <a:pt x="475607" y="143766"/>
                    <a:pt x="472166" y="140608"/>
                  </a:cubicBezTo>
                  <a:cubicBezTo>
                    <a:pt x="467923" y="136696"/>
                    <a:pt x="466509" y="131652"/>
                    <a:pt x="469927" y="126585"/>
                  </a:cubicBezTo>
                  <a:cubicBezTo>
                    <a:pt x="478411" y="114000"/>
                    <a:pt x="488828" y="107306"/>
                    <a:pt x="502451" y="121306"/>
                  </a:cubicBezTo>
                  <a:cubicBezTo>
                    <a:pt x="506080" y="125030"/>
                    <a:pt x="509191" y="129295"/>
                    <a:pt x="513104" y="132689"/>
                  </a:cubicBezTo>
                  <a:cubicBezTo>
                    <a:pt x="517912" y="136884"/>
                    <a:pt x="522908" y="141150"/>
                    <a:pt x="528494" y="144096"/>
                  </a:cubicBezTo>
                  <a:cubicBezTo>
                    <a:pt x="538180" y="149234"/>
                    <a:pt x="546052" y="145063"/>
                    <a:pt x="546641" y="133962"/>
                  </a:cubicBezTo>
                  <a:cubicBezTo>
                    <a:pt x="547348" y="120222"/>
                    <a:pt x="554914" y="113128"/>
                    <a:pt x="567146" y="110582"/>
                  </a:cubicBezTo>
                  <a:cubicBezTo>
                    <a:pt x="581357" y="107636"/>
                    <a:pt x="595757" y="104478"/>
                    <a:pt x="610181" y="103912"/>
                  </a:cubicBezTo>
                  <a:cubicBezTo>
                    <a:pt x="629908" y="103135"/>
                    <a:pt x="649729" y="104502"/>
                    <a:pt x="669503" y="105374"/>
                  </a:cubicBezTo>
                  <a:cubicBezTo>
                    <a:pt x="680038" y="105845"/>
                    <a:pt x="689583" y="103465"/>
                    <a:pt x="695970" y="95051"/>
                  </a:cubicBezTo>
                  <a:cubicBezTo>
                    <a:pt x="699057" y="90950"/>
                    <a:pt x="699363" y="84751"/>
                    <a:pt x="700919" y="79496"/>
                  </a:cubicBezTo>
                  <a:cubicBezTo>
                    <a:pt x="696323" y="78341"/>
                    <a:pt x="691586" y="75795"/>
                    <a:pt x="687179" y="76290"/>
                  </a:cubicBezTo>
                  <a:cubicBezTo>
                    <a:pt x="671247" y="78058"/>
                    <a:pt x="655432" y="80792"/>
                    <a:pt x="639594" y="83219"/>
                  </a:cubicBezTo>
                  <a:cubicBezTo>
                    <a:pt x="622036" y="85906"/>
                    <a:pt x="604525" y="88805"/>
                    <a:pt x="586943" y="91327"/>
                  </a:cubicBezTo>
                  <a:cubicBezTo>
                    <a:pt x="582182" y="92010"/>
                    <a:pt x="577115" y="91657"/>
                    <a:pt x="575489" y="85741"/>
                  </a:cubicBezTo>
                  <a:cubicBezTo>
                    <a:pt x="573768" y="79496"/>
                    <a:pt x="574758" y="73486"/>
                    <a:pt x="580886" y="70280"/>
                  </a:cubicBezTo>
                  <a:cubicBezTo>
                    <a:pt x="585128" y="68089"/>
                    <a:pt x="590078" y="66627"/>
                    <a:pt x="594838" y="66227"/>
                  </a:cubicBezTo>
                  <a:cubicBezTo>
                    <a:pt x="607565" y="65119"/>
                    <a:pt x="611713" y="62055"/>
                    <a:pt x="615413" y="49540"/>
                  </a:cubicBezTo>
                  <a:cubicBezTo>
                    <a:pt x="617134" y="43719"/>
                    <a:pt x="621093" y="43059"/>
                    <a:pt x="626490" y="44497"/>
                  </a:cubicBezTo>
                  <a:cubicBezTo>
                    <a:pt x="641456" y="48433"/>
                    <a:pt x="656328" y="53029"/>
                    <a:pt x="671553" y="55527"/>
                  </a:cubicBezTo>
                  <a:cubicBezTo>
                    <a:pt x="695663" y="59510"/>
                    <a:pt x="720127" y="61348"/>
                    <a:pt x="744261" y="65284"/>
                  </a:cubicBezTo>
                  <a:cubicBezTo>
                    <a:pt x="798680" y="74146"/>
                    <a:pt x="851614" y="88970"/>
                    <a:pt x="903417" y="107801"/>
                  </a:cubicBezTo>
                  <a:cubicBezTo>
                    <a:pt x="969597" y="131841"/>
                    <a:pt x="1033161" y="161018"/>
                    <a:pt x="1090361" y="202875"/>
                  </a:cubicBezTo>
                  <a:cubicBezTo>
                    <a:pt x="1098044" y="208485"/>
                    <a:pt x="1106859" y="212774"/>
                    <a:pt x="1115626" y="216592"/>
                  </a:cubicBezTo>
                  <a:cubicBezTo>
                    <a:pt x="1124323" y="220363"/>
                    <a:pt x="1132996" y="218501"/>
                    <a:pt x="1139171" y="211124"/>
                  </a:cubicBezTo>
                  <a:cubicBezTo>
                    <a:pt x="1144356" y="204926"/>
                    <a:pt x="1148645" y="197926"/>
                    <a:pt x="1152793" y="190950"/>
                  </a:cubicBezTo>
                  <a:cubicBezTo>
                    <a:pt x="1156116" y="185341"/>
                    <a:pt x="1155692" y="179142"/>
                    <a:pt x="1151379" y="174287"/>
                  </a:cubicBezTo>
                  <a:cubicBezTo>
                    <a:pt x="1141575" y="163210"/>
                    <a:pt x="1131817" y="151992"/>
                    <a:pt x="1121070" y="141881"/>
                  </a:cubicBezTo>
                  <a:cubicBezTo>
                    <a:pt x="1110818" y="132241"/>
                    <a:pt x="1099529" y="123615"/>
                    <a:pt x="1085341" y="120151"/>
                  </a:cubicBezTo>
                  <a:cubicBezTo>
                    <a:pt x="1078459" y="118454"/>
                    <a:pt x="1077021" y="115673"/>
                    <a:pt x="1079732" y="109074"/>
                  </a:cubicBezTo>
                  <a:cubicBezTo>
                    <a:pt x="1083691" y="99505"/>
                    <a:pt x="1091893" y="96701"/>
                    <a:pt x="1102357" y="100306"/>
                  </a:cubicBezTo>
                  <a:cubicBezTo>
                    <a:pt x="1105444" y="101367"/>
                    <a:pt x="1110629" y="101202"/>
                    <a:pt x="1112751" y="99269"/>
                  </a:cubicBezTo>
                  <a:cubicBezTo>
                    <a:pt x="1116498" y="95852"/>
                    <a:pt x="1114188" y="91539"/>
                    <a:pt x="1110771" y="88381"/>
                  </a:cubicBezTo>
                  <a:cubicBezTo>
                    <a:pt x="1107872" y="85694"/>
                    <a:pt x="1105067" y="82842"/>
                    <a:pt x="1101862" y="80556"/>
                  </a:cubicBezTo>
                  <a:cubicBezTo>
                    <a:pt x="1068489" y="56469"/>
                    <a:pt x="1031582" y="39524"/>
                    <a:pt x="992670" y="26774"/>
                  </a:cubicBezTo>
                  <a:cubicBezTo>
                    <a:pt x="988876" y="25524"/>
                    <a:pt x="984634" y="25666"/>
                    <a:pt x="980603" y="25171"/>
                  </a:cubicBezTo>
                  <a:cubicBezTo>
                    <a:pt x="980179" y="25925"/>
                    <a:pt x="979731" y="26679"/>
                    <a:pt x="979307" y="27433"/>
                  </a:cubicBezTo>
                  <a:cubicBezTo>
                    <a:pt x="982560" y="30474"/>
                    <a:pt x="985388" y="34292"/>
                    <a:pt x="989159" y="36413"/>
                  </a:cubicBezTo>
                  <a:cubicBezTo>
                    <a:pt x="1006387" y="46076"/>
                    <a:pt x="1024040" y="54938"/>
                    <a:pt x="1041197" y="64695"/>
                  </a:cubicBezTo>
                  <a:cubicBezTo>
                    <a:pt x="1051874" y="70775"/>
                    <a:pt x="1062197" y="77610"/>
                    <a:pt x="1072143" y="84822"/>
                  </a:cubicBezTo>
                  <a:cubicBezTo>
                    <a:pt x="1074829" y="86778"/>
                    <a:pt x="1075536" y="91421"/>
                    <a:pt x="1077163" y="94839"/>
                  </a:cubicBezTo>
                  <a:cubicBezTo>
                    <a:pt x="1073627" y="96182"/>
                    <a:pt x="1069715" y="99246"/>
                    <a:pt x="1066604" y="98562"/>
                  </a:cubicBezTo>
                  <a:cubicBezTo>
                    <a:pt x="1054184" y="95899"/>
                    <a:pt x="1041504" y="93283"/>
                    <a:pt x="1029837" y="88428"/>
                  </a:cubicBezTo>
                  <a:cubicBezTo>
                    <a:pt x="1008461" y="79566"/>
                    <a:pt x="988216" y="67947"/>
                    <a:pt x="964577" y="65402"/>
                  </a:cubicBezTo>
                  <a:cubicBezTo>
                    <a:pt x="959086" y="64813"/>
                    <a:pt x="953665" y="62008"/>
                    <a:pt x="952793" y="55715"/>
                  </a:cubicBezTo>
                  <a:cubicBezTo>
                    <a:pt x="951614" y="47207"/>
                    <a:pt x="945652" y="44285"/>
                    <a:pt x="938746" y="42517"/>
                  </a:cubicBezTo>
                  <a:cubicBezTo>
                    <a:pt x="932548" y="40938"/>
                    <a:pt x="926114" y="40302"/>
                    <a:pt x="919821" y="39005"/>
                  </a:cubicBezTo>
                  <a:cubicBezTo>
                    <a:pt x="858944" y="26467"/>
                    <a:pt x="798822" y="10181"/>
                    <a:pt x="736955" y="2852"/>
                  </a:cubicBezTo>
                  <a:cubicBezTo>
                    <a:pt x="723898" y="1320"/>
                    <a:pt x="710700" y="919"/>
                    <a:pt x="697572" y="0"/>
                  </a:cubicBezTo>
                  <a:cubicBezTo>
                    <a:pt x="697337" y="1013"/>
                    <a:pt x="697101" y="2027"/>
                    <a:pt x="696865" y="3040"/>
                  </a:cubicBezTo>
                  <a:cubicBezTo>
                    <a:pt x="702357" y="5209"/>
                    <a:pt x="707683" y="7990"/>
                    <a:pt x="713339" y="9427"/>
                  </a:cubicBezTo>
                  <a:cubicBezTo>
                    <a:pt x="744402" y="17323"/>
                    <a:pt x="775725" y="24205"/>
                    <a:pt x="806599" y="32736"/>
                  </a:cubicBezTo>
                  <a:cubicBezTo>
                    <a:pt x="897007" y="57719"/>
                    <a:pt x="983927" y="92010"/>
                    <a:pt x="1068112" y="133161"/>
                  </a:cubicBezTo>
                  <a:cubicBezTo>
                    <a:pt x="1088240" y="142989"/>
                    <a:pt x="1107471" y="154891"/>
                    <a:pt x="1126232" y="167170"/>
                  </a:cubicBezTo>
                  <a:cubicBezTo>
                    <a:pt x="1132571" y="171318"/>
                    <a:pt x="1137144" y="179095"/>
                    <a:pt x="1140820" y="186095"/>
                  </a:cubicBezTo>
                  <a:cubicBezTo>
                    <a:pt x="1144143" y="192411"/>
                    <a:pt x="1140891" y="196111"/>
                    <a:pt x="1133773" y="195569"/>
                  </a:cubicBezTo>
                  <a:cubicBezTo>
                    <a:pt x="1129908" y="195263"/>
                    <a:pt x="1125737" y="194650"/>
                    <a:pt x="1122343" y="192906"/>
                  </a:cubicBezTo>
                  <a:cubicBezTo>
                    <a:pt x="1103512" y="183172"/>
                    <a:pt x="1084351" y="173886"/>
                    <a:pt x="1066250" y="162880"/>
                  </a:cubicBezTo>
                  <a:cubicBezTo>
                    <a:pt x="1029696" y="140702"/>
                    <a:pt x="993967" y="116804"/>
                    <a:pt x="954348" y="100495"/>
                  </a:cubicBezTo>
                  <a:cubicBezTo>
                    <a:pt x="906316" y="80698"/>
                    <a:pt x="855739" y="68843"/>
                    <a:pt x="804902" y="58873"/>
                  </a:cubicBezTo>
                  <a:cubicBezTo>
                    <a:pt x="760853" y="50224"/>
                    <a:pt x="716498" y="43153"/>
                    <a:pt x="672142" y="36248"/>
                  </a:cubicBezTo>
                  <a:cubicBezTo>
                    <a:pt x="634457" y="30379"/>
                    <a:pt x="596465" y="27292"/>
                    <a:pt x="558237" y="29060"/>
                  </a:cubicBezTo>
                  <a:cubicBezTo>
                    <a:pt x="550671" y="29413"/>
                    <a:pt x="542917" y="30639"/>
                    <a:pt x="535753" y="33019"/>
                  </a:cubicBezTo>
                  <a:cubicBezTo>
                    <a:pt x="532359" y="34150"/>
                    <a:pt x="530167" y="38935"/>
                    <a:pt x="527433" y="42069"/>
                  </a:cubicBezTo>
                  <a:cubicBezTo>
                    <a:pt x="530921" y="43625"/>
                    <a:pt x="534527" y="46759"/>
                    <a:pt x="537874" y="46477"/>
                  </a:cubicBezTo>
                  <a:cubicBezTo>
                    <a:pt x="550884" y="45416"/>
                    <a:pt x="563775" y="42941"/>
                    <a:pt x="576785" y="41716"/>
                  </a:cubicBezTo>
                  <a:cubicBezTo>
                    <a:pt x="584563" y="40985"/>
                    <a:pt x="592481" y="41574"/>
                    <a:pt x="600330" y="41574"/>
                  </a:cubicBezTo>
                  <a:cubicBezTo>
                    <a:pt x="599269" y="44709"/>
                    <a:pt x="597879" y="46594"/>
                    <a:pt x="596040" y="47301"/>
                  </a:cubicBezTo>
                  <a:cubicBezTo>
                    <a:pt x="587108" y="50766"/>
                    <a:pt x="578246" y="54773"/>
                    <a:pt x="568984" y="57059"/>
                  </a:cubicBezTo>
                  <a:cubicBezTo>
                    <a:pt x="543153" y="63469"/>
                    <a:pt x="516875" y="68207"/>
                    <a:pt x="491256" y="75348"/>
                  </a:cubicBezTo>
                  <a:cubicBezTo>
                    <a:pt x="470681" y="81098"/>
                    <a:pt x="450718" y="89182"/>
                    <a:pt x="430662" y="96701"/>
                  </a:cubicBezTo>
                  <a:cubicBezTo>
                    <a:pt x="424676" y="98939"/>
                    <a:pt x="419231" y="102215"/>
                    <a:pt x="420150" y="110724"/>
                  </a:cubicBezTo>
                  <a:cubicBezTo>
                    <a:pt x="420433" y="113340"/>
                    <a:pt x="417322" y="117016"/>
                    <a:pt x="414824" y="119090"/>
                  </a:cubicBezTo>
                  <a:cubicBezTo>
                    <a:pt x="409333" y="123639"/>
                    <a:pt x="403535" y="128023"/>
                    <a:pt x="397336" y="131511"/>
                  </a:cubicBezTo>
                  <a:cubicBezTo>
                    <a:pt x="367499" y="148244"/>
                    <a:pt x="336130" y="159911"/>
                    <a:pt x="301414" y="161513"/>
                  </a:cubicBezTo>
                  <a:cubicBezTo>
                    <a:pt x="291774" y="161961"/>
                    <a:pt x="282465" y="165261"/>
                    <a:pt x="277845" y="175536"/>
                  </a:cubicBezTo>
                  <a:cubicBezTo>
                    <a:pt x="275159" y="181523"/>
                    <a:pt x="272825" y="187980"/>
                    <a:pt x="268842" y="193047"/>
                  </a:cubicBezTo>
                  <a:cubicBezTo>
                    <a:pt x="242870" y="225949"/>
                    <a:pt x="210912" y="252628"/>
                    <a:pt x="178081" y="278270"/>
                  </a:cubicBezTo>
                  <a:cubicBezTo>
                    <a:pt x="167405" y="286613"/>
                    <a:pt x="155668" y="293637"/>
                    <a:pt x="144001" y="300589"/>
                  </a:cubicBezTo>
                  <a:cubicBezTo>
                    <a:pt x="140914" y="302428"/>
                    <a:pt x="136342" y="301744"/>
                    <a:pt x="132429" y="302239"/>
                  </a:cubicBezTo>
                  <a:cubicBezTo>
                    <a:pt x="133160" y="298162"/>
                    <a:pt x="132688" y="293165"/>
                    <a:pt x="134904" y="290172"/>
                  </a:cubicBezTo>
                  <a:cubicBezTo>
                    <a:pt x="140277" y="282866"/>
                    <a:pt x="146335" y="275843"/>
                    <a:pt x="153099" y="269833"/>
                  </a:cubicBezTo>
                  <a:cubicBezTo>
                    <a:pt x="175465" y="249894"/>
                    <a:pt x="199057" y="231299"/>
                    <a:pt x="220645" y="210559"/>
                  </a:cubicBezTo>
                  <a:cubicBezTo>
                    <a:pt x="243271" y="188805"/>
                    <a:pt x="264223" y="165284"/>
                    <a:pt x="285599" y="142258"/>
                  </a:cubicBezTo>
                  <a:cubicBezTo>
                    <a:pt x="288404" y="139241"/>
                    <a:pt x="290148" y="134645"/>
                    <a:pt x="290949" y="130521"/>
                  </a:cubicBezTo>
                  <a:cubicBezTo>
                    <a:pt x="291468" y="127834"/>
                    <a:pt x="290266" y="123285"/>
                    <a:pt x="288263" y="122060"/>
                  </a:cubicBezTo>
                  <a:cubicBezTo>
                    <a:pt x="286377" y="120882"/>
                    <a:pt x="281899" y="122107"/>
                    <a:pt x="279613" y="123757"/>
                  </a:cubicBezTo>
                  <a:cubicBezTo>
                    <a:pt x="273415" y="128211"/>
                    <a:pt x="267782" y="133491"/>
                    <a:pt x="261913" y="138393"/>
                  </a:cubicBezTo>
                  <a:cubicBezTo>
                    <a:pt x="256045" y="143295"/>
                    <a:pt x="250435" y="148598"/>
                    <a:pt x="244166" y="152934"/>
                  </a:cubicBezTo>
                  <a:cubicBezTo>
                    <a:pt x="238557" y="156823"/>
                    <a:pt x="231439" y="157978"/>
                    <a:pt x="226160" y="153194"/>
                  </a:cubicBezTo>
                  <a:cubicBezTo>
                    <a:pt x="216214" y="144190"/>
                    <a:pt x="206740" y="146736"/>
                    <a:pt x="198161" y="153759"/>
                  </a:cubicBezTo>
                  <a:cubicBezTo>
                    <a:pt x="177727" y="170516"/>
                    <a:pt x="157317" y="187415"/>
                    <a:pt x="137921" y="205350"/>
                  </a:cubicBezTo>
                  <a:cubicBezTo>
                    <a:pt x="101555" y="238982"/>
                    <a:pt x="66108" y="273580"/>
                    <a:pt x="29860" y="307353"/>
                  </a:cubicBezTo>
                  <a:cubicBezTo>
                    <a:pt x="22342" y="314377"/>
                    <a:pt x="13056" y="319491"/>
                    <a:pt x="4642" y="325548"/>
                  </a:cubicBezTo>
                  <a:cubicBezTo>
                    <a:pt x="-1768" y="330168"/>
                    <a:pt x="-1509" y="332901"/>
                    <a:pt x="5231" y="336790"/>
                  </a:cubicBezTo>
                  <a:cubicBezTo>
                    <a:pt x="11595" y="340443"/>
                    <a:pt x="17982" y="340962"/>
                    <a:pt x="24157" y="336932"/>
                  </a:cubicBezTo>
                  <a:cubicBezTo>
                    <a:pt x="32641" y="331417"/>
                    <a:pt x="41833" y="326514"/>
                    <a:pt x="49021" y="319585"/>
                  </a:cubicBezTo>
                  <a:cubicBezTo>
                    <a:pt x="73249" y="296206"/>
                    <a:pt x="96323" y="271648"/>
                    <a:pt x="120598" y="248339"/>
                  </a:cubicBezTo>
                  <a:cubicBezTo>
                    <a:pt x="141809" y="227976"/>
                    <a:pt x="163893" y="208508"/>
                    <a:pt x="185929" y="189017"/>
                  </a:cubicBezTo>
                  <a:cubicBezTo>
                    <a:pt x="191727" y="183879"/>
                    <a:pt x="198727" y="180226"/>
                    <a:pt x="207070" y="185765"/>
                  </a:cubicBezTo>
                  <a:cubicBezTo>
                    <a:pt x="207565" y="185176"/>
                    <a:pt x="208036" y="184610"/>
                    <a:pt x="208531" y="184021"/>
                  </a:cubicBezTo>
                  <a:cubicBezTo>
                    <a:pt x="206740" y="179849"/>
                    <a:pt x="204949" y="175678"/>
                    <a:pt x="203134" y="171530"/>
                  </a:cubicBezTo>
                  <a:cubicBezTo>
                    <a:pt x="201249" y="167287"/>
                    <a:pt x="201696" y="162597"/>
                    <a:pt x="206151" y="161702"/>
                  </a:cubicBezTo>
                  <a:cubicBezTo>
                    <a:pt x="210794" y="160783"/>
                    <a:pt x="216238" y="161914"/>
                    <a:pt x="220739" y="163705"/>
                  </a:cubicBezTo>
                  <a:cubicBezTo>
                    <a:pt x="221753" y="164106"/>
                    <a:pt x="220787" y="171035"/>
                    <a:pt x="219726" y="174664"/>
                  </a:cubicBezTo>
                  <a:cubicBezTo>
                    <a:pt x="218925" y="177351"/>
                    <a:pt x="216780" y="179826"/>
                    <a:pt x="214777" y="181970"/>
                  </a:cubicBezTo>
                  <a:cubicBezTo>
                    <a:pt x="199269" y="198633"/>
                    <a:pt x="184232" y="215814"/>
                    <a:pt x="167923" y="231699"/>
                  </a:cubicBezTo>
                  <a:cubicBezTo>
                    <a:pt x="123002" y="275442"/>
                    <a:pt x="77916" y="318996"/>
                    <a:pt x="39028" y="368372"/>
                  </a:cubicBezTo>
                  <a:cubicBezTo>
                    <a:pt x="26702" y="384021"/>
                    <a:pt x="16143" y="401131"/>
                    <a:pt x="5420" y="417983"/>
                  </a:cubicBezTo>
                  <a:cubicBezTo>
                    <a:pt x="3558" y="420929"/>
                    <a:pt x="4878" y="425902"/>
                    <a:pt x="4736" y="429932"/>
                  </a:cubicBezTo>
                  <a:cubicBezTo>
                    <a:pt x="9379" y="428306"/>
                    <a:pt x="14258" y="427127"/>
                    <a:pt x="18571" y="424841"/>
                  </a:cubicBezTo>
                  <a:cubicBezTo>
                    <a:pt x="20197" y="423946"/>
                    <a:pt x="21376" y="420670"/>
                    <a:pt x="21541" y="418383"/>
                  </a:cubicBezTo>
                  <a:close/>
                  <a:moveTo>
                    <a:pt x="498161" y="87203"/>
                  </a:moveTo>
                  <a:cubicBezTo>
                    <a:pt x="508319" y="78694"/>
                    <a:pt x="545015" y="76691"/>
                    <a:pt x="557954" y="84304"/>
                  </a:cubicBezTo>
                  <a:cubicBezTo>
                    <a:pt x="546712" y="95828"/>
                    <a:pt x="533632" y="102192"/>
                    <a:pt x="518831" y="104784"/>
                  </a:cubicBezTo>
                  <a:cubicBezTo>
                    <a:pt x="513410" y="105727"/>
                    <a:pt x="507329" y="105680"/>
                    <a:pt x="502144" y="104101"/>
                  </a:cubicBezTo>
                  <a:cubicBezTo>
                    <a:pt x="498916" y="103111"/>
                    <a:pt x="495922" y="98704"/>
                    <a:pt x="494650" y="95192"/>
                  </a:cubicBezTo>
                  <a:cubicBezTo>
                    <a:pt x="493895" y="93142"/>
                    <a:pt x="496064" y="88947"/>
                    <a:pt x="498161" y="8720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484" name="Google Shape;2484;p53"/>
            <p:cNvSpPr/>
            <p:nvPr/>
          </p:nvSpPr>
          <p:spPr>
            <a:xfrm>
              <a:off x="437812" y="2880888"/>
              <a:ext cx="459214" cy="631201"/>
            </a:xfrm>
            <a:custGeom>
              <a:rect b="b" l="l" r="r" t="t"/>
              <a:pathLst>
                <a:path extrusionOk="0" h="631201" w="459214">
                  <a:moveTo>
                    <a:pt x="119444" y="78172"/>
                  </a:moveTo>
                  <a:cubicBezTo>
                    <a:pt x="124488" y="60284"/>
                    <a:pt x="132595" y="43762"/>
                    <a:pt x="147066" y="30776"/>
                  </a:cubicBezTo>
                  <a:cubicBezTo>
                    <a:pt x="151874" y="26463"/>
                    <a:pt x="154844" y="19298"/>
                    <a:pt x="156706" y="12888"/>
                  </a:cubicBezTo>
                  <a:cubicBezTo>
                    <a:pt x="157625" y="9753"/>
                    <a:pt x="155103" y="4144"/>
                    <a:pt x="152322" y="1787"/>
                  </a:cubicBezTo>
                  <a:cubicBezTo>
                    <a:pt x="148339" y="-1583"/>
                    <a:pt x="143460" y="67"/>
                    <a:pt x="140231" y="4615"/>
                  </a:cubicBezTo>
                  <a:cubicBezTo>
                    <a:pt x="137804" y="8033"/>
                    <a:pt x="134811" y="11191"/>
                    <a:pt x="132972" y="14915"/>
                  </a:cubicBezTo>
                  <a:cubicBezTo>
                    <a:pt x="119256" y="42513"/>
                    <a:pt x="105068" y="69947"/>
                    <a:pt x="92388" y="98016"/>
                  </a:cubicBezTo>
                  <a:cubicBezTo>
                    <a:pt x="83267" y="118191"/>
                    <a:pt x="75183" y="138907"/>
                    <a:pt x="72190" y="161274"/>
                  </a:cubicBezTo>
                  <a:cubicBezTo>
                    <a:pt x="71695" y="165044"/>
                    <a:pt x="66793" y="169499"/>
                    <a:pt x="62880" y="171196"/>
                  </a:cubicBezTo>
                  <a:cubicBezTo>
                    <a:pt x="58992" y="172893"/>
                    <a:pt x="53689" y="172068"/>
                    <a:pt x="49164" y="171408"/>
                  </a:cubicBezTo>
                  <a:cubicBezTo>
                    <a:pt x="33255" y="169004"/>
                    <a:pt x="28282" y="171266"/>
                    <a:pt x="23639" y="187081"/>
                  </a:cubicBezTo>
                  <a:cubicBezTo>
                    <a:pt x="18077" y="205982"/>
                    <a:pt x="13434" y="225167"/>
                    <a:pt x="9192" y="244422"/>
                  </a:cubicBezTo>
                  <a:cubicBezTo>
                    <a:pt x="5586" y="260779"/>
                    <a:pt x="2758" y="277347"/>
                    <a:pt x="283" y="293939"/>
                  </a:cubicBezTo>
                  <a:cubicBezTo>
                    <a:pt x="-660" y="300350"/>
                    <a:pt x="472" y="307279"/>
                    <a:pt x="7990" y="309777"/>
                  </a:cubicBezTo>
                  <a:cubicBezTo>
                    <a:pt x="13151" y="311497"/>
                    <a:pt x="18737" y="306383"/>
                    <a:pt x="20505" y="296862"/>
                  </a:cubicBezTo>
                  <a:cubicBezTo>
                    <a:pt x="22461" y="286232"/>
                    <a:pt x="22249" y="275202"/>
                    <a:pt x="23969" y="264502"/>
                  </a:cubicBezTo>
                  <a:cubicBezTo>
                    <a:pt x="26585" y="248240"/>
                    <a:pt x="29084" y="231860"/>
                    <a:pt x="33538" y="216046"/>
                  </a:cubicBezTo>
                  <a:cubicBezTo>
                    <a:pt x="35777" y="208104"/>
                    <a:pt x="41245" y="200538"/>
                    <a:pt x="46878" y="194222"/>
                  </a:cubicBezTo>
                  <a:cubicBezTo>
                    <a:pt x="53948" y="186303"/>
                    <a:pt x="67830" y="187741"/>
                    <a:pt x="73816" y="195660"/>
                  </a:cubicBezTo>
                  <a:cubicBezTo>
                    <a:pt x="79590" y="203319"/>
                    <a:pt x="76809" y="211332"/>
                    <a:pt x="66204" y="218002"/>
                  </a:cubicBezTo>
                  <a:cubicBezTo>
                    <a:pt x="64153" y="219299"/>
                    <a:pt x="61985" y="220854"/>
                    <a:pt x="60712" y="222834"/>
                  </a:cubicBezTo>
                  <a:cubicBezTo>
                    <a:pt x="48692" y="241806"/>
                    <a:pt x="42235" y="262570"/>
                    <a:pt x="41858" y="285054"/>
                  </a:cubicBezTo>
                  <a:cubicBezTo>
                    <a:pt x="41740" y="291653"/>
                    <a:pt x="45628" y="296107"/>
                    <a:pt x="52251" y="296320"/>
                  </a:cubicBezTo>
                  <a:cubicBezTo>
                    <a:pt x="64624" y="296744"/>
                    <a:pt x="73840" y="302919"/>
                    <a:pt x="79779" y="312700"/>
                  </a:cubicBezTo>
                  <a:cubicBezTo>
                    <a:pt x="86119" y="323117"/>
                    <a:pt x="91280" y="334477"/>
                    <a:pt x="95546" y="345931"/>
                  </a:cubicBezTo>
                  <a:cubicBezTo>
                    <a:pt x="100990" y="360543"/>
                    <a:pt x="104384" y="375815"/>
                    <a:pt x="102664" y="391677"/>
                  </a:cubicBezTo>
                  <a:cubicBezTo>
                    <a:pt x="101980" y="398064"/>
                    <a:pt x="99270" y="403437"/>
                    <a:pt x="92529" y="404733"/>
                  </a:cubicBezTo>
                  <a:cubicBezTo>
                    <a:pt x="85412" y="406100"/>
                    <a:pt x="81664" y="401128"/>
                    <a:pt x="79095" y="395424"/>
                  </a:cubicBezTo>
                  <a:cubicBezTo>
                    <a:pt x="78011" y="393020"/>
                    <a:pt x="77799" y="390192"/>
                    <a:pt x="77210" y="387576"/>
                  </a:cubicBezTo>
                  <a:cubicBezTo>
                    <a:pt x="75890" y="381849"/>
                    <a:pt x="75207" y="375862"/>
                    <a:pt x="72968" y="370536"/>
                  </a:cubicBezTo>
                  <a:cubicBezTo>
                    <a:pt x="71907" y="368014"/>
                    <a:pt x="67735" y="365139"/>
                    <a:pt x="65237" y="365375"/>
                  </a:cubicBezTo>
                  <a:cubicBezTo>
                    <a:pt x="63116" y="365563"/>
                    <a:pt x="60288" y="369782"/>
                    <a:pt x="59722" y="372610"/>
                  </a:cubicBezTo>
                  <a:cubicBezTo>
                    <a:pt x="56753" y="387387"/>
                    <a:pt x="60170" y="401528"/>
                    <a:pt x="65237" y="415339"/>
                  </a:cubicBezTo>
                  <a:cubicBezTo>
                    <a:pt x="72614" y="435396"/>
                    <a:pt x="85624" y="436268"/>
                    <a:pt x="95617" y="420218"/>
                  </a:cubicBezTo>
                  <a:cubicBezTo>
                    <a:pt x="98963" y="414868"/>
                    <a:pt x="103064" y="414467"/>
                    <a:pt x="107047" y="418615"/>
                  </a:cubicBezTo>
                  <a:cubicBezTo>
                    <a:pt x="113364" y="425167"/>
                    <a:pt x="120081" y="431648"/>
                    <a:pt x="124936" y="439237"/>
                  </a:cubicBezTo>
                  <a:cubicBezTo>
                    <a:pt x="136649" y="457550"/>
                    <a:pt x="147160" y="476617"/>
                    <a:pt x="158520" y="495165"/>
                  </a:cubicBezTo>
                  <a:cubicBezTo>
                    <a:pt x="182041" y="533581"/>
                    <a:pt x="210795" y="567331"/>
                    <a:pt x="252558" y="586280"/>
                  </a:cubicBezTo>
                  <a:cubicBezTo>
                    <a:pt x="287533" y="602141"/>
                    <a:pt x="323616" y="615716"/>
                    <a:pt x="359746" y="628867"/>
                  </a:cubicBezTo>
                  <a:cubicBezTo>
                    <a:pt x="379237" y="635962"/>
                    <a:pt x="402263" y="626181"/>
                    <a:pt x="412704" y="609070"/>
                  </a:cubicBezTo>
                  <a:cubicBezTo>
                    <a:pt x="406741" y="606548"/>
                    <a:pt x="408650" y="602612"/>
                    <a:pt x="411384" y="599101"/>
                  </a:cubicBezTo>
                  <a:cubicBezTo>
                    <a:pt x="420175" y="587788"/>
                    <a:pt x="429720" y="577017"/>
                    <a:pt x="437969" y="565327"/>
                  </a:cubicBezTo>
                  <a:cubicBezTo>
                    <a:pt x="445605" y="554510"/>
                    <a:pt x="452228" y="542938"/>
                    <a:pt x="458709" y="531366"/>
                  </a:cubicBezTo>
                  <a:cubicBezTo>
                    <a:pt x="459982" y="529103"/>
                    <a:pt x="458473" y="525309"/>
                    <a:pt x="458261" y="522245"/>
                  </a:cubicBezTo>
                  <a:cubicBezTo>
                    <a:pt x="455315" y="522763"/>
                    <a:pt x="451639" y="522363"/>
                    <a:pt x="449518" y="523965"/>
                  </a:cubicBezTo>
                  <a:cubicBezTo>
                    <a:pt x="440467" y="530824"/>
                    <a:pt x="431299" y="537682"/>
                    <a:pt x="423263" y="545624"/>
                  </a:cubicBezTo>
                  <a:cubicBezTo>
                    <a:pt x="409734" y="559011"/>
                    <a:pt x="396277" y="572846"/>
                    <a:pt x="389159" y="590946"/>
                  </a:cubicBezTo>
                  <a:cubicBezTo>
                    <a:pt x="386873" y="596791"/>
                    <a:pt x="383998" y="598464"/>
                    <a:pt x="378436" y="598417"/>
                  </a:cubicBezTo>
                  <a:cubicBezTo>
                    <a:pt x="340491" y="598111"/>
                    <a:pt x="304502" y="589956"/>
                    <a:pt x="271082" y="571597"/>
                  </a:cubicBezTo>
                  <a:cubicBezTo>
                    <a:pt x="223592" y="545530"/>
                    <a:pt x="187934" y="507373"/>
                    <a:pt x="159982" y="461651"/>
                  </a:cubicBezTo>
                  <a:cubicBezTo>
                    <a:pt x="124818" y="404121"/>
                    <a:pt x="105280" y="341500"/>
                    <a:pt x="101108" y="274213"/>
                  </a:cubicBezTo>
                  <a:cubicBezTo>
                    <a:pt x="99953" y="255452"/>
                    <a:pt x="100802" y="236574"/>
                    <a:pt x="99435" y="217837"/>
                  </a:cubicBezTo>
                  <a:cubicBezTo>
                    <a:pt x="98492" y="204828"/>
                    <a:pt x="98327" y="190145"/>
                    <a:pt x="78412" y="186986"/>
                  </a:cubicBezTo>
                  <a:cubicBezTo>
                    <a:pt x="81829" y="183428"/>
                    <a:pt x="83880" y="180835"/>
                    <a:pt x="86378" y="178785"/>
                  </a:cubicBezTo>
                  <a:cubicBezTo>
                    <a:pt x="91539" y="174542"/>
                    <a:pt x="97243" y="170937"/>
                    <a:pt x="102074" y="166388"/>
                  </a:cubicBezTo>
                  <a:cubicBezTo>
                    <a:pt x="104031" y="164549"/>
                    <a:pt x="105044" y="160944"/>
                    <a:pt x="105138" y="158115"/>
                  </a:cubicBezTo>
                  <a:cubicBezTo>
                    <a:pt x="105280" y="153520"/>
                    <a:pt x="103111" y="148641"/>
                    <a:pt x="104031" y="144304"/>
                  </a:cubicBezTo>
                  <a:cubicBezTo>
                    <a:pt x="108744" y="122150"/>
                    <a:pt x="113293" y="99949"/>
                    <a:pt x="119444" y="78172"/>
                  </a:cubicBezTo>
                  <a:close/>
                  <a:moveTo>
                    <a:pt x="68631" y="277583"/>
                  </a:moveTo>
                  <a:cubicBezTo>
                    <a:pt x="63917" y="263253"/>
                    <a:pt x="64719" y="249678"/>
                    <a:pt x="68230" y="235113"/>
                  </a:cubicBezTo>
                  <a:cubicBezTo>
                    <a:pt x="77116" y="244422"/>
                    <a:pt x="77210" y="267873"/>
                    <a:pt x="68631" y="27758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485" name="Google Shape;2485;p53"/>
            <p:cNvSpPr/>
            <p:nvPr/>
          </p:nvSpPr>
          <p:spPr>
            <a:xfrm>
              <a:off x="406776" y="3394388"/>
              <a:ext cx="471525" cy="358476"/>
            </a:xfrm>
            <a:custGeom>
              <a:rect b="b" l="l" r="r" t="t"/>
              <a:pathLst>
                <a:path extrusionOk="0" h="358476" w="471525">
                  <a:moveTo>
                    <a:pt x="200798" y="236672"/>
                  </a:moveTo>
                  <a:cubicBezTo>
                    <a:pt x="196296" y="236272"/>
                    <a:pt x="190781" y="237497"/>
                    <a:pt x="187458" y="235329"/>
                  </a:cubicBezTo>
                  <a:cubicBezTo>
                    <a:pt x="177206" y="228659"/>
                    <a:pt x="167355" y="221164"/>
                    <a:pt x="158234" y="213010"/>
                  </a:cubicBezTo>
                  <a:cubicBezTo>
                    <a:pt x="154015" y="209239"/>
                    <a:pt x="151399" y="203418"/>
                    <a:pt x="148877" y="198138"/>
                  </a:cubicBezTo>
                  <a:cubicBezTo>
                    <a:pt x="146143" y="192435"/>
                    <a:pt x="145106" y="185836"/>
                    <a:pt x="141995" y="180415"/>
                  </a:cubicBezTo>
                  <a:cubicBezTo>
                    <a:pt x="135467" y="169079"/>
                    <a:pt x="127736" y="158449"/>
                    <a:pt x="121067" y="147184"/>
                  </a:cubicBezTo>
                  <a:cubicBezTo>
                    <a:pt x="111404" y="130875"/>
                    <a:pt x="101316" y="114707"/>
                    <a:pt x="93138" y="97667"/>
                  </a:cubicBezTo>
                  <a:cubicBezTo>
                    <a:pt x="85714" y="82159"/>
                    <a:pt x="81236" y="65284"/>
                    <a:pt x="74284" y="49517"/>
                  </a:cubicBezTo>
                  <a:cubicBezTo>
                    <a:pt x="67425" y="33985"/>
                    <a:pt x="59200" y="19020"/>
                    <a:pt x="51281" y="3959"/>
                  </a:cubicBezTo>
                  <a:cubicBezTo>
                    <a:pt x="50338" y="2168"/>
                    <a:pt x="47628" y="1296"/>
                    <a:pt x="45742" y="0"/>
                  </a:cubicBezTo>
                  <a:cubicBezTo>
                    <a:pt x="44375" y="2121"/>
                    <a:pt x="42136" y="4148"/>
                    <a:pt x="41830" y="6411"/>
                  </a:cubicBezTo>
                  <a:cubicBezTo>
                    <a:pt x="41359" y="9993"/>
                    <a:pt x="41806" y="13835"/>
                    <a:pt x="42514" y="17417"/>
                  </a:cubicBezTo>
                  <a:cubicBezTo>
                    <a:pt x="47604" y="43625"/>
                    <a:pt x="58116" y="68018"/>
                    <a:pt x="70819" y="91115"/>
                  </a:cubicBezTo>
                  <a:cubicBezTo>
                    <a:pt x="91394" y="128541"/>
                    <a:pt x="114114" y="164766"/>
                    <a:pt x="135349" y="201838"/>
                  </a:cubicBezTo>
                  <a:cubicBezTo>
                    <a:pt x="143291" y="215697"/>
                    <a:pt x="149608" y="230497"/>
                    <a:pt x="156584" y="244898"/>
                  </a:cubicBezTo>
                  <a:cubicBezTo>
                    <a:pt x="159035" y="249965"/>
                    <a:pt x="156702" y="254136"/>
                    <a:pt x="152247" y="255810"/>
                  </a:cubicBezTo>
                  <a:cubicBezTo>
                    <a:pt x="150032" y="256635"/>
                    <a:pt x="146355" y="254443"/>
                    <a:pt x="143716" y="252934"/>
                  </a:cubicBezTo>
                  <a:cubicBezTo>
                    <a:pt x="141901" y="251897"/>
                    <a:pt x="140581" y="249800"/>
                    <a:pt x="139308" y="248009"/>
                  </a:cubicBezTo>
                  <a:cubicBezTo>
                    <a:pt x="125780" y="228801"/>
                    <a:pt x="111946" y="209781"/>
                    <a:pt x="98912" y="190243"/>
                  </a:cubicBezTo>
                  <a:cubicBezTo>
                    <a:pt x="72186" y="150153"/>
                    <a:pt x="45625" y="109970"/>
                    <a:pt x="31154" y="63257"/>
                  </a:cubicBezTo>
                  <a:cubicBezTo>
                    <a:pt x="28962" y="56187"/>
                    <a:pt x="24295" y="49611"/>
                    <a:pt x="19699" y="43625"/>
                  </a:cubicBezTo>
                  <a:cubicBezTo>
                    <a:pt x="15410" y="38039"/>
                    <a:pt x="8952" y="39453"/>
                    <a:pt x="3343" y="41975"/>
                  </a:cubicBezTo>
                  <a:cubicBezTo>
                    <a:pt x="-2973" y="44803"/>
                    <a:pt x="1552" y="49682"/>
                    <a:pt x="1811" y="53641"/>
                  </a:cubicBezTo>
                  <a:cubicBezTo>
                    <a:pt x="1929" y="55527"/>
                    <a:pt x="3060" y="57365"/>
                    <a:pt x="3744" y="59227"/>
                  </a:cubicBezTo>
                  <a:cubicBezTo>
                    <a:pt x="16848" y="94579"/>
                    <a:pt x="34430" y="127716"/>
                    <a:pt x="54486" y="159510"/>
                  </a:cubicBezTo>
                  <a:cubicBezTo>
                    <a:pt x="63843" y="174334"/>
                    <a:pt x="74307" y="188475"/>
                    <a:pt x="84041" y="203088"/>
                  </a:cubicBezTo>
                  <a:cubicBezTo>
                    <a:pt x="85903" y="205869"/>
                    <a:pt x="88566" y="210182"/>
                    <a:pt x="87623" y="212397"/>
                  </a:cubicBezTo>
                  <a:cubicBezTo>
                    <a:pt x="84182" y="220410"/>
                    <a:pt x="89791" y="224299"/>
                    <a:pt x="93845" y="228659"/>
                  </a:cubicBezTo>
                  <a:cubicBezTo>
                    <a:pt x="102448" y="237898"/>
                    <a:pt x="111663" y="246547"/>
                    <a:pt x="120289" y="255763"/>
                  </a:cubicBezTo>
                  <a:cubicBezTo>
                    <a:pt x="126369" y="262244"/>
                    <a:pt x="132497" y="268819"/>
                    <a:pt x="137541" y="276078"/>
                  </a:cubicBezTo>
                  <a:cubicBezTo>
                    <a:pt x="144093" y="285459"/>
                    <a:pt x="142867" y="290125"/>
                    <a:pt x="133911" y="297290"/>
                  </a:cubicBezTo>
                  <a:cubicBezTo>
                    <a:pt x="127289" y="302593"/>
                    <a:pt x="126228" y="307448"/>
                    <a:pt x="131932" y="313599"/>
                  </a:cubicBezTo>
                  <a:cubicBezTo>
                    <a:pt x="137423" y="319538"/>
                    <a:pt x="143763" y="324865"/>
                    <a:pt x="150315" y="329625"/>
                  </a:cubicBezTo>
                  <a:cubicBezTo>
                    <a:pt x="156937" y="334433"/>
                    <a:pt x="161415" y="332760"/>
                    <a:pt x="161934" y="324676"/>
                  </a:cubicBezTo>
                  <a:cubicBezTo>
                    <a:pt x="162994" y="308178"/>
                    <a:pt x="162664" y="291586"/>
                    <a:pt x="162994" y="275041"/>
                  </a:cubicBezTo>
                  <a:cubicBezTo>
                    <a:pt x="163042" y="272213"/>
                    <a:pt x="163489" y="269385"/>
                    <a:pt x="163725" y="266557"/>
                  </a:cubicBezTo>
                  <a:cubicBezTo>
                    <a:pt x="167025" y="266958"/>
                    <a:pt x="170937" y="266345"/>
                    <a:pt x="173506" y="267924"/>
                  </a:cubicBezTo>
                  <a:cubicBezTo>
                    <a:pt x="182745" y="273604"/>
                    <a:pt x="191960" y="279496"/>
                    <a:pt x="200421" y="286236"/>
                  </a:cubicBezTo>
                  <a:cubicBezTo>
                    <a:pt x="225403" y="306199"/>
                    <a:pt x="251281" y="324818"/>
                    <a:pt x="279752" y="339501"/>
                  </a:cubicBezTo>
                  <a:cubicBezTo>
                    <a:pt x="296579" y="348174"/>
                    <a:pt x="314326" y="354325"/>
                    <a:pt x="333487" y="354301"/>
                  </a:cubicBezTo>
                  <a:cubicBezTo>
                    <a:pt x="338083" y="354301"/>
                    <a:pt x="342679" y="351167"/>
                    <a:pt x="347275" y="349446"/>
                  </a:cubicBezTo>
                  <a:cubicBezTo>
                    <a:pt x="344517" y="345628"/>
                    <a:pt x="342184" y="341386"/>
                    <a:pt x="338884" y="338086"/>
                  </a:cubicBezTo>
                  <a:cubicBezTo>
                    <a:pt x="335208" y="334410"/>
                    <a:pt x="330706" y="331582"/>
                    <a:pt x="326535" y="328376"/>
                  </a:cubicBezTo>
                  <a:cubicBezTo>
                    <a:pt x="326794" y="327434"/>
                    <a:pt x="327053" y="326491"/>
                    <a:pt x="327312" y="325548"/>
                  </a:cubicBezTo>
                  <a:cubicBezTo>
                    <a:pt x="332992" y="324959"/>
                    <a:pt x="338672" y="323781"/>
                    <a:pt x="344352" y="323898"/>
                  </a:cubicBezTo>
                  <a:cubicBezTo>
                    <a:pt x="358941" y="324181"/>
                    <a:pt x="373742" y="324087"/>
                    <a:pt x="382957" y="338935"/>
                  </a:cubicBezTo>
                  <a:cubicBezTo>
                    <a:pt x="384748" y="341810"/>
                    <a:pt x="388684" y="343625"/>
                    <a:pt x="391960" y="345204"/>
                  </a:cubicBezTo>
                  <a:cubicBezTo>
                    <a:pt x="408151" y="353052"/>
                    <a:pt x="425474" y="356941"/>
                    <a:pt x="443268" y="358284"/>
                  </a:cubicBezTo>
                  <a:cubicBezTo>
                    <a:pt x="450574" y="358827"/>
                    <a:pt x="458069" y="358143"/>
                    <a:pt x="465351" y="357177"/>
                  </a:cubicBezTo>
                  <a:cubicBezTo>
                    <a:pt x="467732" y="356870"/>
                    <a:pt x="471244" y="354066"/>
                    <a:pt x="471503" y="352039"/>
                  </a:cubicBezTo>
                  <a:cubicBezTo>
                    <a:pt x="471786" y="349894"/>
                    <a:pt x="469358" y="346406"/>
                    <a:pt x="467166" y="345133"/>
                  </a:cubicBezTo>
                  <a:cubicBezTo>
                    <a:pt x="462783" y="342541"/>
                    <a:pt x="457880" y="339948"/>
                    <a:pt x="452931" y="339312"/>
                  </a:cubicBezTo>
                  <a:cubicBezTo>
                    <a:pt x="437282" y="337285"/>
                    <a:pt x="421491" y="336225"/>
                    <a:pt x="405771" y="334645"/>
                  </a:cubicBezTo>
                  <a:cubicBezTo>
                    <a:pt x="402872" y="334363"/>
                    <a:pt x="400044" y="333467"/>
                    <a:pt x="397192" y="332854"/>
                  </a:cubicBezTo>
                  <a:cubicBezTo>
                    <a:pt x="397145" y="332147"/>
                    <a:pt x="397098" y="331440"/>
                    <a:pt x="397027" y="330733"/>
                  </a:cubicBezTo>
                  <a:cubicBezTo>
                    <a:pt x="407020" y="325595"/>
                    <a:pt x="417037" y="320457"/>
                    <a:pt x="427030" y="315320"/>
                  </a:cubicBezTo>
                  <a:cubicBezTo>
                    <a:pt x="426817" y="314565"/>
                    <a:pt x="426629" y="313835"/>
                    <a:pt x="426417" y="313081"/>
                  </a:cubicBezTo>
                  <a:cubicBezTo>
                    <a:pt x="423636" y="312350"/>
                    <a:pt x="420878" y="311195"/>
                    <a:pt x="418074" y="310959"/>
                  </a:cubicBezTo>
                  <a:cubicBezTo>
                    <a:pt x="403791" y="309757"/>
                    <a:pt x="389462" y="308980"/>
                    <a:pt x="375179" y="307707"/>
                  </a:cubicBezTo>
                  <a:cubicBezTo>
                    <a:pt x="364621" y="306764"/>
                    <a:pt x="353992" y="305751"/>
                    <a:pt x="343574" y="303889"/>
                  </a:cubicBezTo>
                  <a:cubicBezTo>
                    <a:pt x="333959" y="302169"/>
                    <a:pt x="329976" y="297549"/>
                    <a:pt x="330188" y="290691"/>
                  </a:cubicBezTo>
                  <a:cubicBezTo>
                    <a:pt x="330353" y="285199"/>
                    <a:pt x="335349" y="281381"/>
                    <a:pt x="344729" y="280839"/>
                  </a:cubicBezTo>
                  <a:cubicBezTo>
                    <a:pt x="351611" y="280439"/>
                    <a:pt x="358540" y="281381"/>
                    <a:pt x="365446" y="281405"/>
                  </a:cubicBezTo>
                  <a:cubicBezTo>
                    <a:pt x="368887" y="281428"/>
                    <a:pt x="372328" y="280721"/>
                    <a:pt x="376476" y="280250"/>
                  </a:cubicBezTo>
                  <a:cubicBezTo>
                    <a:pt x="375533" y="277634"/>
                    <a:pt x="375486" y="277092"/>
                    <a:pt x="375203" y="276738"/>
                  </a:cubicBezTo>
                  <a:cubicBezTo>
                    <a:pt x="364857" y="263823"/>
                    <a:pt x="330989" y="255503"/>
                    <a:pt x="316141" y="262645"/>
                  </a:cubicBezTo>
                  <a:cubicBezTo>
                    <a:pt x="313713" y="263823"/>
                    <a:pt x="311286" y="267028"/>
                    <a:pt x="310697" y="269691"/>
                  </a:cubicBezTo>
                  <a:cubicBezTo>
                    <a:pt x="308175" y="281098"/>
                    <a:pt x="303603" y="284280"/>
                    <a:pt x="292337" y="281476"/>
                  </a:cubicBezTo>
                  <a:cubicBezTo>
                    <a:pt x="276334" y="277516"/>
                    <a:pt x="263513" y="267830"/>
                    <a:pt x="250197" y="258803"/>
                  </a:cubicBezTo>
                  <a:cubicBezTo>
                    <a:pt x="239214" y="251355"/>
                    <a:pt x="227736" y="244521"/>
                    <a:pt x="215929" y="238440"/>
                  </a:cubicBezTo>
                  <a:cubicBezTo>
                    <a:pt x="211710" y="236295"/>
                    <a:pt x="205912" y="237144"/>
                    <a:pt x="200798" y="236672"/>
                  </a:cubicBezTo>
                  <a:close/>
                  <a:moveTo>
                    <a:pt x="306831" y="306717"/>
                  </a:moveTo>
                  <a:cubicBezTo>
                    <a:pt x="307868" y="307401"/>
                    <a:pt x="308811" y="308202"/>
                    <a:pt x="309777" y="308980"/>
                  </a:cubicBezTo>
                  <a:cubicBezTo>
                    <a:pt x="320454" y="317488"/>
                    <a:pt x="319676" y="328070"/>
                    <a:pt x="307374" y="334551"/>
                  </a:cubicBezTo>
                  <a:cubicBezTo>
                    <a:pt x="305111" y="335753"/>
                    <a:pt x="300421" y="334975"/>
                    <a:pt x="298347" y="333279"/>
                  </a:cubicBezTo>
                  <a:cubicBezTo>
                    <a:pt x="294623" y="330238"/>
                    <a:pt x="292031" y="325807"/>
                    <a:pt x="289014" y="321919"/>
                  </a:cubicBezTo>
                  <a:cubicBezTo>
                    <a:pt x="285314" y="317134"/>
                    <a:pt x="280529" y="313269"/>
                    <a:pt x="274496" y="315272"/>
                  </a:cubicBezTo>
                  <a:cubicBezTo>
                    <a:pt x="266200" y="318030"/>
                    <a:pt x="259436" y="315107"/>
                    <a:pt x="254109" y="310158"/>
                  </a:cubicBezTo>
                  <a:cubicBezTo>
                    <a:pt x="240039" y="297125"/>
                    <a:pt x="226629" y="283361"/>
                    <a:pt x="213218" y="269621"/>
                  </a:cubicBezTo>
                  <a:cubicBezTo>
                    <a:pt x="210272" y="266604"/>
                    <a:pt x="208387" y="262550"/>
                    <a:pt x="206030" y="258991"/>
                  </a:cubicBezTo>
                  <a:cubicBezTo>
                    <a:pt x="206643" y="258449"/>
                    <a:pt x="207232" y="257907"/>
                    <a:pt x="207845" y="257389"/>
                  </a:cubicBezTo>
                  <a:cubicBezTo>
                    <a:pt x="241241" y="272991"/>
                    <a:pt x="275721" y="286425"/>
                    <a:pt x="306831" y="30671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486" name="Google Shape;2486;p53"/>
            <p:cNvSpPr/>
            <p:nvPr/>
          </p:nvSpPr>
          <p:spPr>
            <a:xfrm>
              <a:off x="425960" y="3624014"/>
              <a:ext cx="499682" cy="282108"/>
            </a:xfrm>
            <a:custGeom>
              <a:rect b="b" l="l" r="r" t="t"/>
              <a:pathLst>
                <a:path extrusionOk="0" h="282108" w="499682">
                  <a:moveTo>
                    <a:pt x="481968" y="218619"/>
                  </a:moveTo>
                  <a:cubicBezTo>
                    <a:pt x="483618" y="222602"/>
                    <a:pt x="485362" y="226302"/>
                    <a:pt x="486658" y="230168"/>
                  </a:cubicBezTo>
                  <a:cubicBezTo>
                    <a:pt x="488921" y="236932"/>
                    <a:pt x="484843" y="245558"/>
                    <a:pt x="477466" y="250201"/>
                  </a:cubicBezTo>
                  <a:cubicBezTo>
                    <a:pt x="469571" y="255173"/>
                    <a:pt x="461888" y="255221"/>
                    <a:pt x="456561" y="248975"/>
                  </a:cubicBezTo>
                  <a:cubicBezTo>
                    <a:pt x="437259" y="226350"/>
                    <a:pt x="411051" y="215579"/>
                    <a:pt x="384113" y="206128"/>
                  </a:cubicBezTo>
                  <a:cubicBezTo>
                    <a:pt x="348407" y="193613"/>
                    <a:pt x="310839" y="190620"/>
                    <a:pt x="273743" y="185411"/>
                  </a:cubicBezTo>
                  <a:cubicBezTo>
                    <a:pt x="256868" y="183055"/>
                    <a:pt x="240983" y="178907"/>
                    <a:pt x="226441" y="169668"/>
                  </a:cubicBezTo>
                  <a:cubicBezTo>
                    <a:pt x="200775" y="153382"/>
                    <a:pt x="175133" y="137026"/>
                    <a:pt x="149019" y="121494"/>
                  </a:cubicBezTo>
                  <a:cubicBezTo>
                    <a:pt x="107351" y="96724"/>
                    <a:pt x="70325" y="66910"/>
                    <a:pt x="40511" y="28235"/>
                  </a:cubicBezTo>
                  <a:cubicBezTo>
                    <a:pt x="32521" y="17865"/>
                    <a:pt x="21209" y="9969"/>
                    <a:pt x="10909" y="1556"/>
                  </a:cubicBezTo>
                  <a:cubicBezTo>
                    <a:pt x="8576" y="-330"/>
                    <a:pt x="4075" y="448"/>
                    <a:pt x="563" y="0"/>
                  </a:cubicBezTo>
                  <a:cubicBezTo>
                    <a:pt x="516" y="3370"/>
                    <a:pt x="-710" y="7283"/>
                    <a:pt x="610" y="9969"/>
                  </a:cubicBezTo>
                  <a:cubicBezTo>
                    <a:pt x="5371" y="19680"/>
                    <a:pt x="10132" y="29602"/>
                    <a:pt x="16448" y="38322"/>
                  </a:cubicBezTo>
                  <a:cubicBezTo>
                    <a:pt x="37400" y="67311"/>
                    <a:pt x="63914" y="90644"/>
                    <a:pt x="92738" y="111549"/>
                  </a:cubicBezTo>
                  <a:cubicBezTo>
                    <a:pt x="99102" y="116168"/>
                    <a:pt x="105230" y="121400"/>
                    <a:pt x="110297" y="127363"/>
                  </a:cubicBezTo>
                  <a:cubicBezTo>
                    <a:pt x="112913" y="130450"/>
                    <a:pt x="112960" y="135730"/>
                    <a:pt x="114162" y="140019"/>
                  </a:cubicBezTo>
                  <a:cubicBezTo>
                    <a:pt x="110014" y="139571"/>
                    <a:pt x="105017" y="140467"/>
                    <a:pt x="101836" y="138463"/>
                  </a:cubicBezTo>
                  <a:cubicBezTo>
                    <a:pt x="88472" y="130073"/>
                    <a:pt x="75463" y="121094"/>
                    <a:pt x="62689" y="111831"/>
                  </a:cubicBezTo>
                  <a:cubicBezTo>
                    <a:pt x="48289" y="101391"/>
                    <a:pt x="34407" y="90243"/>
                    <a:pt x="20030" y="79802"/>
                  </a:cubicBezTo>
                  <a:cubicBezTo>
                    <a:pt x="16943" y="77563"/>
                    <a:pt x="12630" y="77068"/>
                    <a:pt x="8859" y="75772"/>
                  </a:cubicBezTo>
                  <a:cubicBezTo>
                    <a:pt x="8340" y="76432"/>
                    <a:pt x="7846" y="77068"/>
                    <a:pt x="7327" y="77728"/>
                  </a:cubicBezTo>
                  <a:cubicBezTo>
                    <a:pt x="9425" y="81452"/>
                    <a:pt x="10980" y="85671"/>
                    <a:pt x="13738" y="88805"/>
                  </a:cubicBezTo>
                  <a:cubicBezTo>
                    <a:pt x="19936" y="95876"/>
                    <a:pt x="26134" y="103111"/>
                    <a:pt x="33370" y="109027"/>
                  </a:cubicBezTo>
                  <a:cubicBezTo>
                    <a:pt x="70349" y="139241"/>
                    <a:pt x="107421" y="169362"/>
                    <a:pt x="144966" y="198845"/>
                  </a:cubicBezTo>
                  <a:cubicBezTo>
                    <a:pt x="157480" y="208673"/>
                    <a:pt x="172046" y="214447"/>
                    <a:pt x="188590" y="215390"/>
                  </a:cubicBezTo>
                  <a:cubicBezTo>
                    <a:pt x="200304" y="216050"/>
                    <a:pt x="211145" y="220269"/>
                    <a:pt x="218711" y="230568"/>
                  </a:cubicBezTo>
                  <a:cubicBezTo>
                    <a:pt x="223354" y="236884"/>
                    <a:pt x="229646" y="241598"/>
                    <a:pt x="237942" y="241645"/>
                  </a:cubicBezTo>
                  <a:cubicBezTo>
                    <a:pt x="241077" y="241669"/>
                    <a:pt x="244211" y="239878"/>
                    <a:pt x="247346" y="238911"/>
                  </a:cubicBezTo>
                  <a:cubicBezTo>
                    <a:pt x="246215" y="235871"/>
                    <a:pt x="245979" y="231817"/>
                    <a:pt x="243811" y="229979"/>
                  </a:cubicBezTo>
                  <a:cubicBezTo>
                    <a:pt x="233511" y="221188"/>
                    <a:pt x="223306" y="212020"/>
                    <a:pt x="211923" y="204832"/>
                  </a:cubicBezTo>
                  <a:cubicBezTo>
                    <a:pt x="191065" y="191633"/>
                    <a:pt x="169241" y="179991"/>
                    <a:pt x="148147" y="167146"/>
                  </a:cubicBezTo>
                  <a:cubicBezTo>
                    <a:pt x="141925" y="163351"/>
                    <a:pt x="136717" y="157789"/>
                    <a:pt x="131320" y="152722"/>
                  </a:cubicBezTo>
                  <a:cubicBezTo>
                    <a:pt x="130188" y="151662"/>
                    <a:pt x="129411" y="148692"/>
                    <a:pt x="130070" y="147584"/>
                  </a:cubicBezTo>
                  <a:cubicBezTo>
                    <a:pt x="130825" y="146359"/>
                    <a:pt x="133535" y="145557"/>
                    <a:pt x="135185" y="145817"/>
                  </a:cubicBezTo>
                  <a:cubicBezTo>
                    <a:pt x="139545" y="146524"/>
                    <a:pt x="143929" y="147490"/>
                    <a:pt x="148029" y="149069"/>
                  </a:cubicBezTo>
                  <a:cubicBezTo>
                    <a:pt x="184065" y="162833"/>
                    <a:pt x="216802" y="182583"/>
                    <a:pt x="247982" y="205020"/>
                  </a:cubicBezTo>
                  <a:cubicBezTo>
                    <a:pt x="258447" y="212538"/>
                    <a:pt x="267898" y="221023"/>
                    <a:pt x="273672" y="233208"/>
                  </a:cubicBezTo>
                  <a:cubicBezTo>
                    <a:pt x="275722" y="237521"/>
                    <a:pt x="280530" y="241056"/>
                    <a:pt x="284843" y="243696"/>
                  </a:cubicBezTo>
                  <a:cubicBezTo>
                    <a:pt x="298206" y="251921"/>
                    <a:pt x="313007" y="254113"/>
                    <a:pt x="328374" y="251921"/>
                  </a:cubicBezTo>
                  <a:cubicBezTo>
                    <a:pt x="339168" y="250389"/>
                    <a:pt x="343245" y="245723"/>
                    <a:pt x="345084" y="234528"/>
                  </a:cubicBezTo>
                  <a:cubicBezTo>
                    <a:pt x="345956" y="229296"/>
                    <a:pt x="348147" y="224794"/>
                    <a:pt x="353898" y="223969"/>
                  </a:cubicBezTo>
                  <a:cubicBezTo>
                    <a:pt x="369194" y="221706"/>
                    <a:pt x="382722" y="227669"/>
                    <a:pt x="396510" y="232359"/>
                  </a:cubicBezTo>
                  <a:cubicBezTo>
                    <a:pt x="396674" y="233231"/>
                    <a:pt x="396839" y="234080"/>
                    <a:pt x="397004" y="234952"/>
                  </a:cubicBezTo>
                  <a:cubicBezTo>
                    <a:pt x="387082" y="240066"/>
                    <a:pt x="377160" y="245204"/>
                    <a:pt x="367238" y="250318"/>
                  </a:cubicBezTo>
                  <a:cubicBezTo>
                    <a:pt x="367450" y="251049"/>
                    <a:pt x="367686" y="251780"/>
                    <a:pt x="367898" y="252487"/>
                  </a:cubicBezTo>
                  <a:cubicBezTo>
                    <a:pt x="371244" y="252487"/>
                    <a:pt x="374591" y="252628"/>
                    <a:pt x="377914" y="252463"/>
                  </a:cubicBezTo>
                  <a:cubicBezTo>
                    <a:pt x="389274" y="251874"/>
                    <a:pt x="400610" y="250978"/>
                    <a:pt x="411970" y="250601"/>
                  </a:cubicBezTo>
                  <a:cubicBezTo>
                    <a:pt x="429976" y="249988"/>
                    <a:pt x="445696" y="252958"/>
                    <a:pt x="453450" y="272826"/>
                  </a:cubicBezTo>
                  <a:cubicBezTo>
                    <a:pt x="456986" y="281900"/>
                    <a:pt x="466177" y="284587"/>
                    <a:pt x="473059" y="279708"/>
                  </a:cubicBezTo>
                  <a:cubicBezTo>
                    <a:pt x="488473" y="268796"/>
                    <a:pt x="497877" y="253618"/>
                    <a:pt x="499621" y="234645"/>
                  </a:cubicBezTo>
                  <a:cubicBezTo>
                    <a:pt x="500493" y="225548"/>
                    <a:pt x="492079" y="218430"/>
                    <a:pt x="481968" y="218619"/>
                  </a:cubicBezTo>
                  <a:close/>
                  <a:moveTo>
                    <a:pt x="327879" y="234645"/>
                  </a:moveTo>
                  <a:cubicBezTo>
                    <a:pt x="325711" y="234363"/>
                    <a:pt x="324414" y="234433"/>
                    <a:pt x="323283" y="234033"/>
                  </a:cubicBezTo>
                  <a:cubicBezTo>
                    <a:pt x="308953" y="228730"/>
                    <a:pt x="296274" y="220905"/>
                    <a:pt x="286163" y="209333"/>
                  </a:cubicBezTo>
                  <a:cubicBezTo>
                    <a:pt x="284937" y="207943"/>
                    <a:pt x="284985" y="205444"/>
                    <a:pt x="284442" y="203465"/>
                  </a:cubicBezTo>
                  <a:cubicBezTo>
                    <a:pt x="286257" y="203040"/>
                    <a:pt x="288284" y="201886"/>
                    <a:pt x="289863" y="202310"/>
                  </a:cubicBezTo>
                  <a:cubicBezTo>
                    <a:pt x="305135" y="206364"/>
                    <a:pt x="318946" y="213151"/>
                    <a:pt x="329458" y="225312"/>
                  </a:cubicBezTo>
                  <a:cubicBezTo>
                    <a:pt x="330966" y="227033"/>
                    <a:pt x="331155" y="230191"/>
                    <a:pt x="331202" y="232689"/>
                  </a:cubicBezTo>
                  <a:cubicBezTo>
                    <a:pt x="331225" y="233444"/>
                    <a:pt x="328633" y="234245"/>
                    <a:pt x="327879" y="23464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487" name="Google Shape;2487;p53"/>
            <p:cNvSpPr/>
            <p:nvPr/>
          </p:nvSpPr>
          <p:spPr>
            <a:xfrm>
              <a:off x="1023012" y="2543575"/>
              <a:ext cx="418240" cy="362550"/>
            </a:xfrm>
            <a:custGeom>
              <a:rect b="b" l="l" r="r" t="t"/>
              <a:pathLst>
                <a:path extrusionOk="0" h="362550" w="418240">
                  <a:moveTo>
                    <a:pt x="272001" y="124794"/>
                  </a:moveTo>
                  <a:cubicBezTo>
                    <a:pt x="255103" y="112043"/>
                    <a:pt x="237427" y="100047"/>
                    <a:pt x="216757" y="93613"/>
                  </a:cubicBezTo>
                  <a:cubicBezTo>
                    <a:pt x="209569" y="91374"/>
                    <a:pt x="203865" y="92647"/>
                    <a:pt x="197502" y="97101"/>
                  </a:cubicBezTo>
                  <a:cubicBezTo>
                    <a:pt x="190856" y="101744"/>
                    <a:pt x="182772" y="104431"/>
                    <a:pt x="175088" y="107377"/>
                  </a:cubicBezTo>
                  <a:cubicBezTo>
                    <a:pt x="173415" y="108013"/>
                    <a:pt x="170186" y="106599"/>
                    <a:pt x="168819" y="105091"/>
                  </a:cubicBezTo>
                  <a:cubicBezTo>
                    <a:pt x="168089" y="104289"/>
                    <a:pt x="169173" y="100778"/>
                    <a:pt x="170422" y="99364"/>
                  </a:cubicBezTo>
                  <a:cubicBezTo>
                    <a:pt x="174240" y="95074"/>
                    <a:pt x="172402" y="91610"/>
                    <a:pt x="169385" y="88310"/>
                  </a:cubicBezTo>
                  <a:cubicBezTo>
                    <a:pt x="167570" y="86307"/>
                    <a:pt x="165473" y="84469"/>
                    <a:pt x="163187" y="83007"/>
                  </a:cubicBezTo>
                  <a:cubicBezTo>
                    <a:pt x="115343" y="52156"/>
                    <a:pt x="65072" y="25807"/>
                    <a:pt x="12915" y="3064"/>
                  </a:cubicBezTo>
                  <a:cubicBezTo>
                    <a:pt x="9262" y="1461"/>
                    <a:pt x="5114" y="990"/>
                    <a:pt x="1202" y="0"/>
                  </a:cubicBezTo>
                  <a:cubicBezTo>
                    <a:pt x="801" y="660"/>
                    <a:pt x="401" y="1296"/>
                    <a:pt x="0" y="1956"/>
                  </a:cubicBezTo>
                  <a:cubicBezTo>
                    <a:pt x="2687" y="4643"/>
                    <a:pt x="5020" y="7778"/>
                    <a:pt x="8084" y="9922"/>
                  </a:cubicBezTo>
                  <a:cubicBezTo>
                    <a:pt x="26326" y="22649"/>
                    <a:pt x="44332" y="35777"/>
                    <a:pt x="63163" y="47608"/>
                  </a:cubicBezTo>
                  <a:cubicBezTo>
                    <a:pt x="116026" y="80839"/>
                    <a:pt x="167570" y="115885"/>
                    <a:pt x="214282" y="157459"/>
                  </a:cubicBezTo>
                  <a:cubicBezTo>
                    <a:pt x="251662" y="190714"/>
                    <a:pt x="288593" y="224487"/>
                    <a:pt x="324888" y="258921"/>
                  </a:cubicBezTo>
                  <a:cubicBezTo>
                    <a:pt x="344638" y="277634"/>
                    <a:pt x="366698" y="293849"/>
                    <a:pt x="379779" y="319656"/>
                  </a:cubicBezTo>
                  <a:cubicBezTo>
                    <a:pt x="388004" y="335895"/>
                    <a:pt x="403630" y="348386"/>
                    <a:pt x="415933" y="362550"/>
                  </a:cubicBezTo>
                  <a:cubicBezTo>
                    <a:pt x="416687" y="362197"/>
                    <a:pt x="417417" y="361867"/>
                    <a:pt x="418171" y="361513"/>
                  </a:cubicBezTo>
                  <a:cubicBezTo>
                    <a:pt x="418195" y="344591"/>
                    <a:pt x="419067" y="327599"/>
                    <a:pt x="413858" y="311101"/>
                  </a:cubicBezTo>
                  <a:cubicBezTo>
                    <a:pt x="413057" y="308532"/>
                    <a:pt x="411242" y="305680"/>
                    <a:pt x="409050" y="304313"/>
                  </a:cubicBezTo>
                  <a:cubicBezTo>
                    <a:pt x="404195" y="301296"/>
                    <a:pt x="398091" y="300047"/>
                    <a:pt x="393802" y="296489"/>
                  </a:cubicBezTo>
                  <a:cubicBezTo>
                    <a:pt x="383526" y="287980"/>
                    <a:pt x="373839" y="278718"/>
                    <a:pt x="364200" y="269456"/>
                  </a:cubicBezTo>
                  <a:cubicBezTo>
                    <a:pt x="337427" y="243672"/>
                    <a:pt x="314235" y="214636"/>
                    <a:pt x="282630" y="193330"/>
                  </a:cubicBezTo>
                  <a:cubicBezTo>
                    <a:pt x="253500" y="173698"/>
                    <a:pt x="231157" y="145628"/>
                    <a:pt x="210370" y="117087"/>
                  </a:cubicBezTo>
                  <a:cubicBezTo>
                    <a:pt x="207471" y="113104"/>
                    <a:pt x="206694" y="107565"/>
                    <a:pt x="204949" y="102758"/>
                  </a:cubicBezTo>
                  <a:cubicBezTo>
                    <a:pt x="209946" y="104242"/>
                    <a:pt x="215720" y="104619"/>
                    <a:pt x="219797" y="107424"/>
                  </a:cubicBezTo>
                  <a:cubicBezTo>
                    <a:pt x="233632" y="116946"/>
                    <a:pt x="247679" y="126396"/>
                    <a:pt x="260170" y="137544"/>
                  </a:cubicBezTo>
                  <a:cubicBezTo>
                    <a:pt x="296182" y="169715"/>
                    <a:pt x="331464" y="202710"/>
                    <a:pt x="367075" y="235329"/>
                  </a:cubicBezTo>
                  <a:cubicBezTo>
                    <a:pt x="376102" y="243601"/>
                    <a:pt x="385317" y="251685"/>
                    <a:pt x="395711" y="260995"/>
                  </a:cubicBezTo>
                  <a:cubicBezTo>
                    <a:pt x="395711" y="254843"/>
                    <a:pt x="395947" y="250460"/>
                    <a:pt x="395664" y="246123"/>
                  </a:cubicBezTo>
                  <a:cubicBezTo>
                    <a:pt x="395027" y="236036"/>
                    <a:pt x="394910" y="225831"/>
                    <a:pt x="393118" y="215956"/>
                  </a:cubicBezTo>
                  <a:cubicBezTo>
                    <a:pt x="391657" y="207872"/>
                    <a:pt x="388758" y="207047"/>
                    <a:pt x="381122" y="209451"/>
                  </a:cubicBezTo>
                  <a:cubicBezTo>
                    <a:pt x="375772" y="211124"/>
                    <a:pt x="371223" y="210724"/>
                    <a:pt x="367264" y="205751"/>
                  </a:cubicBezTo>
                  <a:cubicBezTo>
                    <a:pt x="362220" y="199411"/>
                    <a:pt x="357106" y="192835"/>
                    <a:pt x="350884" y="187745"/>
                  </a:cubicBezTo>
                  <a:cubicBezTo>
                    <a:pt x="324888" y="166368"/>
                    <a:pt x="298845" y="145015"/>
                    <a:pt x="272001" y="1247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488" name="Google Shape;2488;p53"/>
            <p:cNvSpPr/>
            <p:nvPr/>
          </p:nvSpPr>
          <p:spPr>
            <a:xfrm>
              <a:off x="700050" y="3045042"/>
              <a:ext cx="117417" cy="253593"/>
            </a:xfrm>
            <a:custGeom>
              <a:rect b="b" l="l" r="r" t="t"/>
              <a:pathLst>
                <a:path extrusionOk="0" h="253593" w="117417">
                  <a:moveTo>
                    <a:pt x="2858" y="188210"/>
                  </a:moveTo>
                  <a:cubicBezTo>
                    <a:pt x="76" y="190920"/>
                    <a:pt x="-324" y="197308"/>
                    <a:pt x="194" y="201785"/>
                  </a:cubicBezTo>
                  <a:cubicBezTo>
                    <a:pt x="736" y="206476"/>
                    <a:pt x="3187" y="211213"/>
                    <a:pt x="5686" y="215384"/>
                  </a:cubicBezTo>
                  <a:cubicBezTo>
                    <a:pt x="14924" y="230822"/>
                    <a:pt x="25412" y="245292"/>
                    <a:pt x="42641" y="252599"/>
                  </a:cubicBezTo>
                  <a:cubicBezTo>
                    <a:pt x="45846" y="253966"/>
                    <a:pt x="52492" y="253612"/>
                    <a:pt x="53859" y="251562"/>
                  </a:cubicBezTo>
                  <a:cubicBezTo>
                    <a:pt x="56193" y="248074"/>
                    <a:pt x="56546" y="242488"/>
                    <a:pt x="55933" y="238033"/>
                  </a:cubicBezTo>
                  <a:cubicBezTo>
                    <a:pt x="55533" y="235135"/>
                    <a:pt x="52374" y="232094"/>
                    <a:pt x="49688" y="230138"/>
                  </a:cubicBezTo>
                  <a:cubicBezTo>
                    <a:pt x="45139" y="226815"/>
                    <a:pt x="40072" y="224199"/>
                    <a:pt x="35099" y="221512"/>
                  </a:cubicBezTo>
                  <a:cubicBezTo>
                    <a:pt x="27227" y="217246"/>
                    <a:pt x="20934" y="211613"/>
                    <a:pt x="18083" y="202822"/>
                  </a:cubicBezTo>
                  <a:cubicBezTo>
                    <a:pt x="15066" y="193489"/>
                    <a:pt x="19803" y="186537"/>
                    <a:pt x="29419" y="187173"/>
                  </a:cubicBezTo>
                  <a:cubicBezTo>
                    <a:pt x="33920" y="187456"/>
                    <a:pt x="38776" y="188894"/>
                    <a:pt x="42641" y="191203"/>
                  </a:cubicBezTo>
                  <a:cubicBezTo>
                    <a:pt x="57206" y="199900"/>
                    <a:pt x="68637" y="211920"/>
                    <a:pt x="75589" y="227404"/>
                  </a:cubicBezTo>
                  <a:cubicBezTo>
                    <a:pt x="77592" y="231835"/>
                    <a:pt x="76343" y="237727"/>
                    <a:pt x="76626" y="242936"/>
                  </a:cubicBezTo>
                  <a:cubicBezTo>
                    <a:pt x="76791" y="246094"/>
                    <a:pt x="75943" y="250972"/>
                    <a:pt x="77545" y="252033"/>
                  </a:cubicBezTo>
                  <a:cubicBezTo>
                    <a:pt x="80067" y="253683"/>
                    <a:pt x="85488" y="254248"/>
                    <a:pt x="87538" y="252622"/>
                  </a:cubicBezTo>
                  <a:cubicBezTo>
                    <a:pt x="92558" y="248592"/>
                    <a:pt x="97555" y="243666"/>
                    <a:pt x="100430" y="238010"/>
                  </a:cubicBezTo>
                  <a:cubicBezTo>
                    <a:pt x="109999" y="219273"/>
                    <a:pt x="113157" y="198651"/>
                    <a:pt x="115255" y="177982"/>
                  </a:cubicBezTo>
                  <a:cubicBezTo>
                    <a:pt x="118413" y="146872"/>
                    <a:pt x="118248" y="115738"/>
                    <a:pt x="113864" y="84698"/>
                  </a:cubicBezTo>
                  <a:cubicBezTo>
                    <a:pt x="109975" y="57053"/>
                    <a:pt x="100006" y="31764"/>
                    <a:pt x="83791" y="9068"/>
                  </a:cubicBezTo>
                  <a:cubicBezTo>
                    <a:pt x="75141" y="-3046"/>
                    <a:pt x="66657" y="-3046"/>
                    <a:pt x="58054" y="9209"/>
                  </a:cubicBezTo>
                  <a:cubicBezTo>
                    <a:pt x="52115" y="17670"/>
                    <a:pt x="46577" y="26579"/>
                    <a:pt x="42217" y="35912"/>
                  </a:cubicBezTo>
                  <a:cubicBezTo>
                    <a:pt x="34392" y="52646"/>
                    <a:pt x="31304" y="70322"/>
                    <a:pt x="37008" y="88469"/>
                  </a:cubicBezTo>
                  <a:cubicBezTo>
                    <a:pt x="40685" y="100183"/>
                    <a:pt x="48415" y="103035"/>
                    <a:pt x="59445" y="97802"/>
                  </a:cubicBezTo>
                  <a:cubicBezTo>
                    <a:pt x="62155" y="96506"/>
                    <a:pt x="65031" y="95563"/>
                    <a:pt x="69344" y="93866"/>
                  </a:cubicBezTo>
                  <a:cubicBezTo>
                    <a:pt x="64983" y="106546"/>
                    <a:pt x="60482" y="111943"/>
                    <a:pt x="50159" y="114371"/>
                  </a:cubicBezTo>
                  <a:cubicBezTo>
                    <a:pt x="43112" y="116044"/>
                    <a:pt x="35547" y="115691"/>
                    <a:pt x="28193" y="115856"/>
                  </a:cubicBezTo>
                  <a:cubicBezTo>
                    <a:pt x="19214" y="116044"/>
                    <a:pt x="15042" y="118613"/>
                    <a:pt x="14335" y="127569"/>
                  </a:cubicBezTo>
                  <a:cubicBezTo>
                    <a:pt x="13510" y="137586"/>
                    <a:pt x="14618" y="147744"/>
                    <a:pt x="14241" y="157831"/>
                  </a:cubicBezTo>
                  <a:cubicBezTo>
                    <a:pt x="13817" y="169096"/>
                    <a:pt x="11648" y="179608"/>
                    <a:pt x="2858" y="188210"/>
                  </a:cubicBezTo>
                  <a:close/>
                  <a:moveTo>
                    <a:pt x="28688" y="124552"/>
                  </a:moveTo>
                  <a:cubicBezTo>
                    <a:pt x="34203" y="127711"/>
                    <a:pt x="39341" y="131599"/>
                    <a:pt x="44455" y="135417"/>
                  </a:cubicBezTo>
                  <a:cubicBezTo>
                    <a:pt x="50560" y="139990"/>
                    <a:pt x="56051" y="145552"/>
                    <a:pt x="62579" y="149393"/>
                  </a:cubicBezTo>
                  <a:cubicBezTo>
                    <a:pt x="69862" y="153683"/>
                    <a:pt x="76414" y="151279"/>
                    <a:pt x="79337" y="143265"/>
                  </a:cubicBezTo>
                  <a:cubicBezTo>
                    <a:pt x="85700" y="125896"/>
                    <a:pt x="86030" y="107890"/>
                    <a:pt x="82118" y="89954"/>
                  </a:cubicBezTo>
                  <a:cubicBezTo>
                    <a:pt x="80751" y="83685"/>
                    <a:pt x="75801" y="80668"/>
                    <a:pt x="68990" y="82530"/>
                  </a:cubicBezTo>
                  <a:cubicBezTo>
                    <a:pt x="64724" y="83685"/>
                    <a:pt x="60529" y="85311"/>
                    <a:pt x="56193" y="86113"/>
                  </a:cubicBezTo>
                  <a:cubicBezTo>
                    <a:pt x="49829" y="87267"/>
                    <a:pt x="46883" y="84793"/>
                    <a:pt x="47873" y="78547"/>
                  </a:cubicBezTo>
                  <a:cubicBezTo>
                    <a:pt x="50583" y="61342"/>
                    <a:pt x="55768" y="44868"/>
                    <a:pt x="64913" y="29973"/>
                  </a:cubicBezTo>
                  <a:cubicBezTo>
                    <a:pt x="70333" y="21158"/>
                    <a:pt x="76791" y="21323"/>
                    <a:pt x="80373" y="30869"/>
                  </a:cubicBezTo>
                  <a:cubicBezTo>
                    <a:pt x="84498" y="41851"/>
                    <a:pt x="87845" y="53400"/>
                    <a:pt x="89518" y="65019"/>
                  </a:cubicBezTo>
                  <a:cubicBezTo>
                    <a:pt x="93289" y="90920"/>
                    <a:pt x="95811" y="116987"/>
                    <a:pt x="98521" y="140319"/>
                  </a:cubicBezTo>
                  <a:cubicBezTo>
                    <a:pt x="97531" y="149558"/>
                    <a:pt x="97932" y="156299"/>
                    <a:pt x="95811" y="162144"/>
                  </a:cubicBezTo>
                  <a:cubicBezTo>
                    <a:pt x="94373" y="166127"/>
                    <a:pt x="89801" y="170958"/>
                    <a:pt x="85936" y="171689"/>
                  </a:cubicBezTo>
                  <a:cubicBezTo>
                    <a:pt x="69414" y="174753"/>
                    <a:pt x="52940" y="174376"/>
                    <a:pt x="37856" y="165184"/>
                  </a:cubicBezTo>
                  <a:cubicBezTo>
                    <a:pt x="24493" y="157029"/>
                    <a:pt x="20769" y="144043"/>
                    <a:pt x="20322" y="129667"/>
                  </a:cubicBezTo>
                  <a:cubicBezTo>
                    <a:pt x="20157" y="124269"/>
                    <a:pt x="23645" y="121653"/>
                    <a:pt x="28688" y="12455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489" name="Google Shape;2489;p53"/>
            <p:cNvSpPr/>
            <p:nvPr/>
          </p:nvSpPr>
          <p:spPr>
            <a:xfrm>
              <a:off x="858634" y="3448973"/>
              <a:ext cx="234682" cy="295687"/>
            </a:xfrm>
            <a:custGeom>
              <a:rect b="b" l="l" r="r" t="t"/>
              <a:pathLst>
                <a:path extrusionOk="0" h="295687" w="234682">
                  <a:moveTo>
                    <a:pt x="136921" y="122248"/>
                  </a:moveTo>
                  <a:cubicBezTo>
                    <a:pt x="124524" y="118336"/>
                    <a:pt x="116864" y="124346"/>
                    <a:pt x="115686" y="137497"/>
                  </a:cubicBezTo>
                  <a:cubicBezTo>
                    <a:pt x="114673" y="148692"/>
                    <a:pt x="111373" y="158567"/>
                    <a:pt x="104090" y="167287"/>
                  </a:cubicBezTo>
                  <a:cubicBezTo>
                    <a:pt x="82361" y="193307"/>
                    <a:pt x="55563" y="209545"/>
                    <a:pt x="21060" y="211737"/>
                  </a:cubicBezTo>
                  <a:cubicBezTo>
                    <a:pt x="7555" y="212585"/>
                    <a:pt x="2087" y="217111"/>
                    <a:pt x="437" y="229484"/>
                  </a:cubicBezTo>
                  <a:cubicBezTo>
                    <a:pt x="-482" y="236437"/>
                    <a:pt x="178" y="243790"/>
                    <a:pt x="1215" y="250790"/>
                  </a:cubicBezTo>
                  <a:cubicBezTo>
                    <a:pt x="2771" y="261254"/>
                    <a:pt x="8121" y="268042"/>
                    <a:pt x="19810" y="269385"/>
                  </a:cubicBezTo>
                  <a:cubicBezTo>
                    <a:pt x="29803" y="270540"/>
                    <a:pt x="32891" y="275230"/>
                    <a:pt x="34258" y="285129"/>
                  </a:cubicBezTo>
                  <a:cubicBezTo>
                    <a:pt x="34753" y="288758"/>
                    <a:pt x="36850" y="292175"/>
                    <a:pt x="38217" y="295687"/>
                  </a:cubicBezTo>
                  <a:cubicBezTo>
                    <a:pt x="38948" y="295522"/>
                    <a:pt x="39702" y="295334"/>
                    <a:pt x="40433" y="295169"/>
                  </a:cubicBezTo>
                  <a:cubicBezTo>
                    <a:pt x="40951" y="294155"/>
                    <a:pt x="41705" y="293189"/>
                    <a:pt x="41941" y="292105"/>
                  </a:cubicBezTo>
                  <a:cubicBezTo>
                    <a:pt x="45193" y="276950"/>
                    <a:pt x="44557" y="262079"/>
                    <a:pt x="37628" y="248032"/>
                  </a:cubicBezTo>
                  <a:cubicBezTo>
                    <a:pt x="36261" y="245298"/>
                    <a:pt x="32891" y="242588"/>
                    <a:pt x="29945" y="241787"/>
                  </a:cubicBezTo>
                  <a:cubicBezTo>
                    <a:pt x="24807" y="240443"/>
                    <a:pt x="23676" y="236814"/>
                    <a:pt x="25420" y="233538"/>
                  </a:cubicBezTo>
                  <a:cubicBezTo>
                    <a:pt x="28154" y="228353"/>
                    <a:pt x="32419" y="223969"/>
                    <a:pt x="36049" y="219232"/>
                  </a:cubicBezTo>
                  <a:cubicBezTo>
                    <a:pt x="39749" y="222131"/>
                    <a:pt x="43473" y="224982"/>
                    <a:pt x="47150" y="227928"/>
                  </a:cubicBezTo>
                  <a:cubicBezTo>
                    <a:pt x="47715" y="228376"/>
                    <a:pt x="48045" y="229107"/>
                    <a:pt x="48493" y="229696"/>
                  </a:cubicBezTo>
                  <a:cubicBezTo>
                    <a:pt x="53607" y="236224"/>
                    <a:pt x="58533" y="237851"/>
                    <a:pt x="65910" y="233797"/>
                  </a:cubicBezTo>
                  <a:cubicBezTo>
                    <a:pt x="72108" y="230380"/>
                    <a:pt x="77529" y="225525"/>
                    <a:pt x="83398" y="221447"/>
                  </a:cubicBezTo>
                  <a:cubicBezTo>
                    <a:pt x="94074" y="213976"/>
                    <a:pt x="104468" y="206010"/>
                    <a:pt x="115686" y="199458"/>
                  </a:cubicBezTo>
                  <a:cubicBezTo>
                    <a:pt x="120447" y="196653"/>
                    <a:pt x="127399" y="194886"/>
                    <a:pt x="132608" y="196041"/>
                  </a:cubicBezTo>
                  <a:cubicBezTo>
                    <a:pt x="146773" y="199175"/>
                    <a:pt x="157166" y="195923"/>
                    <a:pt x="165038" y="183432"/>
                  </a:cubicBezTo>
                  <a:cubicBezTo>
                    <a:pt x="169398" y="176502"/>
                    <a:pt x="173805" y="176785"/>
                    <a:pt x="179132" y="183149"/>
                  </a:cubicBezTo>
                  <a:cubicBezTo>
                    <a:pt x="184882" y="190031"/>
                    <a:pt x="186839" y="190172"/>
                    <a:pt x="190185" y="181381"/>
                  </a:cubicBezTo>
                  <a:cubicBezTo>
                    <a:pt x="195347" y="167829"/>
                    <a:pt x="200108" y="154018"/>
                    <a:pt x="203525" y="139948"/>
                  </a:cubicBezTo>
                  <a:cubicBezTo>
                    <a:pt x="214201" y="95876"/>
                    <a:pt x="224171" y="51638"/>
                    <a:pt x="234352" y="7448"/>
                  </a:cubicBezTo>
                  <a:cubicBezTo>
                    <a:pt x="234800" y="5468"/>
                    <a:pt x="234588" y="3323"/>
                    <a:pt x="234682" y="1249"/>
                  </a:cubicBezTo>
                  <a:cubicBezTo>
                    <a:pt x="233904" y="825"/>
                    <a:pt x="233150" y="424"/>
                    <a:pt x="232373" y="0"/>
                  </a:cubicBezTo>
                  <a:cubicBezTo>
                    <a:pt x="227871" y="5916"/>
                    <a:pt x="222545" y="11407"/>
                    <a:pt x="219009" y="17865"/>
                  </a:cubicBezTo>
                  <a:cubicBezTo>
                    <a:pt x="205740" y="42022"/>
                    <a:pt x="197044" y="67994"/>
                    <a:pt x="191835" y="94980"/>
                  </a:cubicBezTo>
                  <a:cubicBezTo>
                    <a:pt x="189573" y="106693"/>
                    <a:pt x="189243" y="118831"/>
                    <a:pt x="188842" y="130827"/>
                  </a:cubicBezTo>
                  <a:cubicBezTo>
                    <a:pt x="188724" y="134575"/>
                    <a:pt x="191222" y="138416"/>
                    <a:pt x="193343" y="144615"/>
                  </a:cubicBezTo>
                  <a:cubicBezTo>
                    <a:pt x="187286" y="142258"/>
                    <a:pt x="183303" y="140773"/>
                    <a:pt x="179391" y="139170"/>
                  </a:cubicBezTo>
                  <a:cubicBezTo>
                    <a:pt x="165227" y="133443"/>
                    <a:pt x="151416" y="126797"/>
                    <a:pt x="136921" y="122248"/>
                  </a:cubicBezTo>
                  <a:close/>
                  <a:moveTo>
                    <a:pt x="135248" y="182041"/>
                  </a:moveTo>
                  <a:cubicBezTo>
                    <a:pt x="131170" y="182677"/>
                    <a:pt x="128601" y="181169"/>
                    <a:pt x="129120" y="177021"/>
                  </a:cubicBezTo>
                  <a:cubicBezTo>
                    <a:pt x="130840" y="163045"/>
                    <a:pt x="137251" y="151237"/>
                    <a:pt x="147362" y="141669"/>
                  </a:cubicBezTo>
                  <a:cubicBezTo>
                    <a:pt x="149129" y="139995"/>
                    <a:pt x="154149" y="139406"/>
                    <a:pt x="156011" y="140702"/>
                  </a:cubicBezTo>
                  <a:cubicBezTo>
                    <a:pt x="159099" y="142847"/>
                    <a:pt x="160819" y="146948"/>
                    <a:pt x="161880" y="148433"/>
                  </a:cubicBezTo>
                  <a:cubicBezTo>
                    <a:pt x="161903" y="162079"/>
                    <a:pt x="146207" y="180297"/>
                    <a:pt x="135248" y="1820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490" name="Google Shape;2490;p53"/>
            <p:cNvSpPr/>
            <p:nvPr/>
          </p:nvSpPr>
          <p:spPr>
            <a:xfrm>
              <a:off x="719618" y="2154563"/>
              <a:ext cx="409209" cy="90285"/>
            </a:xfrm>
            <a:custGeom>
              <a:rect b="b" l="l" r="r" t="t"/>
              <a:pathLst>
                <a:path extrusionOk="0" h="90285" w="409209">
                  <a:moveTo>
                    <a:pt x="20080" y="18990"/>
                  </a:moveTo>
                  <a:cubicBezTo>
                    <a:pt x="45086" y="19108"/>
                    <a:pt x="70116" y="18000"/>
                    <a:pt x="95098" y="18731"/>
                  </a:cubicBezTo>
                  <a:cubicBezTo>
                    <a:pt x="121188" y="19485"/>
                    <a:pt x="147749" y="15502"/>
                    <a:pt x="172944" y="27687"/>
                  </a:cubicBezTo>
                  <a:cubicBezTo>
                    <a:pt x="179779" y="30986"/>
                    <a:pt x="189394" y="28936"/>
                    <a:pt x="197714" y="28653"/>
                  </a:cubicBezTo>
                  <a:cubicBezTo>
                    <a:pt x="207071" y="28347"/>
                    <a:pt x="216404" y="26791"/>
                    <a:pt x="225737" y="26673"/>
                  </a:cubicBezTo>
                  <a:cubicBezTo>
                    <a:pt x="231652" y="26603"/>
                    <a:pt x="238228" y="27899"/>
                    <a:pt x="239878" y="34993"/>
                  </a:cubicBezTo>
                  <a:cubicBezTo>
                    <a:pt x="241362" y="41427"/>
                    <a:pt x="245463" y="45080"/>
                    <a:pt x="250978" y="46754"/>
                  </a:cubicBezTo>
                  <a:cubicBezTo>
                    <a:pt x="258473" y="49016"/>
                    <a:pt x="266274" y="51255"/>
                    <a:pt x="274028" y="51585"/>
                  </a:cubicBezTo>
                  <a:cubicBezTo>
                    <a:pt x="299647" y="52646"/>
                    <a:pt x="323616" y="59292"/>
                    <a:pt x="346430" y="70722"/>
                  </a:cubicBezTo>
                  <a:cubicBezTo>
                    <a:pt x="356140" y="75577"/>
                    <a:pt x="365709" y="80857"/>
                    <a:pt x="375796" y="84769"/>
                  </a:cubicBezTo>
                  <a:cubicBezTo>
                    <a:pt x="383267" y="87668"/>
                    <a:pt x="391374" y="89553"/>
                    <a:pt x="399340" y="90237"/>
                  </a:cubicBezTo>
                  <a:cubicBezTo>
                    <a:pt x="406859" y="90873"/>
                    <a:pt x="410936" y="85240"/>
                    <a:pt x="408509" y="77981"/>
                  </a:cubicBezTo>
                  <a:cubicBezTo>
                    <a:pt x="406293" y="71312"/>
                    <a:pt x="402805" y="64948"/>
                    <a:pt x="399034" y="58985"/>
                  </a:cubicBezTo>
                  <a:cubicBezTo>
                    <a:pt x="397596" y="56699"/>
                    <a:pt x="393920" y="55073"/>
                    <a:pt x="391021" y="54602"/>
                  </a:cubicBezTo>
                  <a:cubicBezTo>
                    <a:pt x="382748" y="53282"/>
                    <a:pt x="374217" y="53376"/>
                    <a:pt x="366015" y="51703"/>
                  </a:cubicBezTo>
                  <a:cubicBezTo>
                    <a:pt x="344309" y="47248"/>
                    <a:pt x="322532" y="42912"/>
                    <a:pt x="301202" y="37043"/>
                  </a:cubicBezTo>
                  <a:cubicBezTo>
                    <a:pt x="288145" y="33461"/>
                    <a:pt x="287179" y="28017"/>
                    <a:pt x="294815" y="17010"/>
                  </a:cubicBezTo>
                  <a:cubicBezTo>
                    <a:pt x="300377" y="8997"/>
                    <a:pt x="299458" y="5344"/>
                    <a:pt x="289795" y="4001"/>
                  </a:cubicBezTo>
                  <a:cubicBezTo>
                    <a:pt x="274664" y="1880"/>
                    <a:pt x="259345" y="65"/>
                    <a:pt x="244120" y="18"/>
                  </a:cubicBezTo>
                  <a:cubicBezTo>
                    <a:pt x="200307" y="-53"/>
                    <a:pt x="156446" y="18"/>
                    <a:pt x="112656" y="1597"/>
                  </a:cubicBezTo>
                  <a:cubicBezTo>
                    <a:pt x="81310" y="2704"/>
                    <a:pt x="50035" y="6145"/>
                    <a:pt x="18784" y="8950"/>
                  </a:cubicBezTo>
                  <a:cubicBezTo>
                    <a:pt x="12444" y="9516"/>
                    <a:pt x="6246" y="11849"/>
                    <a:pt x="0" y="13357"/>
                  </a:cubicBezTo>
                  <a:cubicBezTo>
                    <a:pt x="71" y="14441"/>
                    <a:pt x="118" y="15526"/>
                    <a:pt x="189" y="16586"/>
                  </a:cubicBezTo>
                  <a:cubicBezTo>
                    <a:pt x="6835" y="17411"/>
                    <a:pt x="13457" y="18943"/>
                    <a:pt x="20080" y="1899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491" name="Google Shape;2491;p53"/>
            <p:cNvSpPr/>
            <p:nvPr/>
          </p:nvSpPr>
          <p:spPr>
            <a:xfrm>
              <a:off x="288460" y="2544271"/>
              <a:ext cx="355244" cy="424215"/>
            </a:xfrm>
            <a:custGeom>
              <a:rect b="b" l="l" r="r" t="t"/>
              <a:pathLst>
                <a:path extrusionOk="0" h="424215" w="355244">
                  <a:moveTo>
                    <a:pt x="64978" y="294991"/>
                  </a:moveTo>
                  <a:cubicBezTo>
                    <a:pt x="80226" y="264517"/>
                    <a:pt x="96536" y="234562"/>
                    <a:pt x="113151" y="204795"/>
                  </a:cubicBezTo>
                  <a:cubicBezTo>
                    <a:pt x="137474" y="161265"/>
                    <a:pt x="172496" y="127209"/>
                    <a:pt x="210747" y="96004"/>
                  </a:cubicBezTo>
                  <a:cubicBezTo>
                    <a:pt x="239995" y="72153"/>
                    <a:pt x="270705" y="50918"/>
                    <a:pt x="305115" y="34986"/>
                  </a:cubicBezTo>
                  <a:cubicBezTo>
                    <a:pt x="319138" y="28505"/>
                    <a:pt x="331935" y="19266"/>
                    <a:pt x="345039" y="10876"/>
                  </a:cubicBezTo>
                  <a:cubicBezTo>
                    <a:pt x="348480" y="8684"/>
                    <a:pt x="350978" y="5031"/>
                    <a:pt x="355244" y="694"/>
                  </a:cubicBezTo>
                  <a:cubicBezTo>
                    <a:pt x="344144" y="-1710"/>
                    <a:pt x="336955" y="2627"/>
                    <a:pt x="329932" y="6092"/>
                  </a:cubicBezTo>
                  <a:cubicBezTo>
                    <a:pt x="284563" y="28387"/>
                    <a:pt x="242588" y="56292"/>
                    <a:pt x="200377" y="83937"/>
                  </a:cubicBezTo>
                  <a:cubicBezTo>
                    <a:pt x="132171" y="128623"/>
                    <a:pt x="89253" y="191550"/>
                    <a:pt x="62692" y="267251"/>
                  </a:cubicBezTo>
                  <a:cubicBezTo>
                    <a:pt x="60641" y="273073"/>
                    <a:pt x="56116" y="278116"/>
                    <a:pt x="52345" y="283231"/>
                  </a:cubicBezTo>
                  <a:cubicBezTo>
                    <a:pt x="47655" y="289570"/>
                    <a:pt x="41810" y="295133"/>
                    <a:pt x="37780" y="301826"/>
                  </a:cubicBezTo>
                  <a:cubicBezTo>
                    <a:pt x="22272" y="327445"/>
                    <a:pt x="12915" y="355491"/>
                    <a:pt x="6882" y="384668"/>
                  </a:cubicBezTo>
                  <a:cubicBezTo>
                    <a:pt x="4219" y="397607"/>
                    <a:pt x="2263" y="410688"/>
                    <a:pt x="0" y="423697"/>
                  </a:cubicBezTo>
                  <a:cubicBezTo>
                    <a:pt x="848" y="423862"/>
                    <a:pt x="1673" y="424051"/>
                    <a:pt x="2522" y="424216"/>
                  </a:cubicBezTo>
                  <a:cubicBezTo>
                    <a:pt x="3983" y="421411"/>
                    <a:pt x="5515" y="418630"/>
                    <a:pt x="6882" y="415778"/>
                  </a:cubicBezTo>
                  <a:cubicBezTo>
                    <a:pt x="26184" y="375500"/>
                    <a:pt x="44992" y="334939"/>
                    <a:pt x="64978" y="2949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492" name="Google Shape;2492;p53"/>
            <p:cNvSpPr/>
            <p:nvPr/>
          </p:nvSpPr>
          <p:spPr>
            <a:xfrm>
              <a:off x="1133971" y="2516189"/>
              <a:ext cx="242198" cy="173723"/>
            </a:xfrm>
            <a:custGeom>
              <a:rect b="b" l="l" r="r" t="t"/>
              <a:pathLst>
                <a:path extrusionOk="0" h="173723" w="242198">
                  <a:moveTo>
                    <a:pt x="186142" y="76927"/>
                  </a:moveTo>
                  <a:cubicBezTo>
                    <a:pt x="190832" y="81310"/>
                    <a:pt x="196324" y="84869"/>
                    <a:pt x="200778" y="89465"/>
                  </a:cubicBezTo>
                  <a:cubicBezTo>
                    <a:pt x="204832" y="93637"/>
                    <a:pt x="208791" y="98280"/>
                    <a:pt x="211337" y="103441"/>
                  </a:cubicBezTo>
                  <a:cubicBezTo>
                    <a:pt x="213976" y="108791"/>
                    <a:pt x="209569" y="113293"/>
                    <a:pt x="203700" y="111973"/>
                  </a:cubicBezTo>
                  <a:cubicBezTo>
                    <a:pt x="200354" y="111219"/>
                    <a:pt x="196842" y="110394"/>
                    <a:pt x="193896" y="108744"/>
                  </a:cubicBezTo>
                  <a:cubicBezTo>
                    <a:pt x="166981" y="93684"/>
                    <a:pt x="139995" y="78765"/>
                    <a:pt x="113410" y="63139"/>
                  </a:cubicBezTo>
                  <a:cubicBezTo>
                    <a:pt x="82300" y="44874"/>
                    <a:pt x="51685" y="25831"/>
                    <a:pt x="20622" y="7495"/>
                  </a:cubicBezTo>
                  <a:cubicBezTo>
                    <a:pt x="14872" y="4101"/>
                    <a:pt x="8084" y="2451"/>
                    <a:pt x="1791" y="0"/>
                  </a:cubicBezTo>
                  <a:cubicBezTo>
                    <a:pt x="1202" y="943"/>
                    <a:pt x="589" y="1862"/>
                    <a:pt x="0" y="2805"/>
                  </a:cubicBezTo>
                  <a:cubicBezTo>
                    <a:pt x="3111" y="6151"/>
                    <a:pt x="5868" y="9922"/>
                    <a:pt x="9404" y="12750"/>
                  </a:cubicBezTo>
                  <a:cubicBezTo>
                    <a:pt x="22508" y="23285"/>
                    <a:pt x="35517" y="34033"/>
                    <a:pt x="49211" y="43743"/>
                  </a:cubicBezTo>
                  <a:cubicBezTo>
                    <a:pt x="104902" y="83196"/>
                    <a:pt x="160830" y="122343"/>
                    <a:pt x="216710" y="161513"/>
                  </a:cubicBezTo>
                  <a:cubicBezTo>
                    <a:pt x="222555" y="165614"/>
                    <a:pt x="228706" y="169361"/>
                    <a:pt x="234952" y="172849"/>
                  </a:cubicBezTo>
                  <a:cubicBezTo>
                    <a:pt x="236649" y="173792"/>
                    <a:pt x="239760" y="174099"/>
                    <a:pt x="241103" y="173132"/>
                  </a:cubicBezTo>
                  <a:cubicBezTo>
                    <a:pt x="242258" y="172307"/>
                    <a:pt x="242376" y="169149"/>
                    <a:pt x="242022" y="167193"/>
                  </a:cubicBezTo>
                  <a:cubicBezTo>
                    <a:pt x="241245" y="163092"/>
                    <a:pt x="240160" y="158991"/>
                    <a:pt x="238629" y="155126"/>
                  </a:cubicBezTo>
                  <a:cubicBezTo>
                    <a:pt x="228494" y="129272"/>
                    <a:pt x="221306" y="102710"/>
                    <a:pt x="218289" y="75041"/>
                  </a:cubicBezTo>
                  <a:cubicBezTo>
                    <a:pt x="216993" y="63257"/>
                    <a:pt x="211784" y="59510"/>
                    <a:pt x="200377" y="62055"/>
                  </a:cubicBezTo>
                  <a:cubicBezTo>
                    <a:pt x="195899" y="63045"/>
                    <a:pt x="191610" y="65308"/>
                    <a:pt x="187438" y="67382"/>
                  </a:cubicBezTo>
                  <a:cubicBezTo>
                    <a:pt x="182630" y="69786"/>
                    <a:pt x="182489" y="73509"/>
                    <a:pt x="186142" y="7692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493" name="Google Shape;2493;p53"/>
            <p:cNvSpPr/>
            <p:nvPr/>
          </p:nvSpPr>
          <p:spPr>
            <a:xfrm>
              <a:off x="434135" y="2112369"/>
              <a:ext cx="278034" cy="117825"/>
            </a:xfrm>
            <a:custGeom>
              <a:rect b="b" l="l" r="r" t="t"/>
              <a:pathLst>
                <a:path extrusionOk="0" h="117825" w="278034">
                  <a:moveTo>
                    <a:pt x="19397" y="115391"/>
                  </a:moveTo>
                  <a:cubicBezTo>
                    <a:pt x="83785" y="94251"/>
                    <a:pt x="148197" y="73157"/>
                    <a:pt x="212421" y="51474"/>
                  </a:cubicBezTo>
                  <a:cubicBezTo>
                    <a:pt x="232006" y="44875"/>
                    <a:pt x="251238" y="37051"/>
                    <a:pt x="270116" y="28684"/>
                  </a:cubicBezTo>
                  <a:cubicBezTo>
                    <a:pt x="279991" y="24300"/>
                    <a:pt x="280179" y="19516"/>
                    <a:pt x="273180" y="11479"/>
                  </a:cubicBezTo>
                  <a:cubicBezTo>
                    <a:pt x="270917" y="8887"/>
                    <a:pt x="268466" y="6388"/>
                    <a:pt x="265779" y="4244"/>
                  </a:cubicBezTo>
                  <a:cubicBezTo>
                    <a:pt x="257719" y="-2214"/>
                    <a:pt x="253217" y="-1177"/>
                    <a:pt x="246288" y="6506"/>
                  </a:cubicBezTo>
                  <a:cubicBezTo>
                    <a:pt x="241763" y="11526"/>
                    <a:pt x="236555" y="16923"/>
                    <a:pt x="230521" y="19351"/>
                  </a:cubicBezTo>
                  <a:cubicBezTo>
                    <a:pt x="210417" y="27411"/>
                    <a:pt x="190078" y="35071"/>
                    <a:pt x="169361" y="41269"/>
                  </a:cubicBezTo>
                  <a:cubicBezTo>
                    <a:pt x="140750" y="49825"/>
                    <a:pt x="111643" y="56777"/>
                    <a:pt x="81664" y="58309"/>
                  </a:cubicBezTo>
                  <a:cubicBezTo>
                    <a:pt x="73297" y="58733"/>
                    <a:pt x="64836" y="57154"/>
                    <a:pt x="56022" y="56471"/>
                  </a:cubicBezTo>
                  <a:cubicBezTo>
                    <a:pt x="56257" y="57390"/>
                    <a:pt x="56422" y="58781"/>
                    <a:pt x="56941" y="60030"/>
                  </a:cubicBezTo>
                  <a:cubicBezTo>
                    <a:pt x="62385" y="72945"/>
                    <a:pt x="61065" y="78436"/>
                    <a:pt x="48951" y="85790"/>
                  </a:cubicBezTo>
                  <a:cubicBezTo>
                    <a:pt x="41622" y="90244"/>
                    <a:pt x="33278" y="92978"/>
                    <a:pt x="25689" y="97079"/>
                  </a:cubicBezTo>
                  <a:cubicBezTo>
                    <a:pt x="17676" y="101392"/>
                    <a:pt x="9993" y="106271"/>
                    <a:pt x="2310" y="111173"/>
                  </a:cubicBezTo>
                  <a:cubicBezTo>
                    <a:pt x="1108" y="111950"/>
                    <a:pt x="754" y="114048"/>
                    <a:pt x="0" y="115509"/>
                  </a:cubicBezTo>
                  <a:cubicBezTo>
                    <a:pt x="1626" y="116334"/>
                    <a:pt x="3323" y="117937"/>
                    <a:pt x="4879" y="117819"/>
                  </a:cubicBezTo>
                  <a:cubicBezTo>
                    <a:pt x="9781" y="117371"/>
                    <a:pt x="14777" y="116900"/>
                    <a:pt x="19397" y="1153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494" name="Google Shape;2494;p53"/>
            <p:cNvSpPr/>
            <p:nvPr/>
          </p:nvSpPr>
          <p:spPr>
            <a:xfrm>
              <a:off x="1170871" y="3380907"/>
              <a:ext cx="64372" cy="255206"/>
            </a:xfrm>
            <a:custGeom>
              <a:rect b="b" l="l" r="r" t="t"/>
              <a:pathLst>
                <a:path extrusionOk="0" h="255206" w="64372">
                  <a:moveTo>
                    <a:pt x="38730" y="250413"/>
                  </a:moveTo>
                  <a:cubicBezTo>
                    <a:pt x="42030" y="243696"/>
                    <a:pt x="44693" y="236319"/>
                    <a:pt x="45753" y="228942"/>
                  </a:cubicBezTo>
                  <a:cubicBezTo>
                    <a:pt x="48110" y="212821"/>
                    <a:pt x="48110" y="196300"/>
                    <a:pt x="51221" y="180344"/>
                  </a:cubicBezTo>
                  <a:cubicBezTo>
                    <a:pt x="59282" y="138935"/>
                    <a:pt x="62605" y="97148"/>
                    <a:pt x="64372" y="55008"/>
                  </a:cubicBezTo>
                  <a:cubicBezTo>
                    <a:pt x="63170" y="39500"/>
                    <a:pt x="62181" y="23945"/>
                    <a:pt x="60601" y="8485"/>
                  </a:cubicBezTo>
                  <a:cubicBezTo>
                    <a:pt x="60295" y="5538"/>
                    <a:pt x="57655" y="2828"/>
                    <a:pt x="56076" y="0"/>
                  </a:cubicBezTo>
                  <a:cubicBezTo>
                    <a:pt x="53649" y="2498"/>
                    <a:pt x="51103" y="4879"/>
                    <a:pt x="48888" y="7542"/>
                  </a:cubicBezTo>
                  <a:cubicBezTo>
                    <a:pt x="48016" y="8602"/>
                    <a:pt x="47710" y="10276"/>
                    <a:pt x="47521" y="11713"/>
                  </a:cubicBezTo>
                  <a:cubicBezTo>
                    <a:pt x="46461" y="19279"/>
                    <a:pt x="45895" y="26915"/>
                    <a:pt x="44410" y="34386"/>
                  </a:cubicBezTo>
                  <a:cubicBezTo>
                    <a:pt x="42619" y="43318"/>
                    <a:pt x="38377" y="51308"/>
                    <a:pt x="28690" y="53029"/>
                  </a:cubicBezTo>
                  <a:cubicBezTo>
                    <a:pt x="21596" y="54278"/>
                    <a:pt x="17448" y="58143"/>
                    <a:pt x="14738" y="63799"/>
                  </a:cubicBezTo>
                  <a:cubicBezTo>
                    <a:pt x="2529" y="89300"/>
                    <a:pt x="-2726" y="116121"/>
                    <a:pt x="1374" y="144332"/>
                  </a:cubicBezTo>
                  <a:cubicBezTo>
                    <a:pt x="2105" y="149352"/>
                    <a:pt x="3307" y="155951"/>
                    <a:pt x="9529" y="155645"/>
                  </a:cubicBezTo>
                  <a:cubicBezTo>
                    <a:pt x="11933" y="155527"/>
                    <a:pt x="15374" y="148786"/>
                    <a:pt x="15987" y="144709"/>
                  </a:cubicBezTo>
                  <a:cubicBezTo>
                    <a:pt x="17707" y="132996"/>
                    <a:pt x="17377" y="120952"/>
                    <a:pt x="19451" y="109333"/>
                  </a:cubicBezTo>
                  <a:cubicBezTo>
                    <a:pt x="21313" y="98798"/>
                    <a:pt x="24966" y="88522"/>
                    <a:pt x="28549" y="78364"/>
                  </a:cubicBezTo>
                  <a:cubicBezTo>
                    <a:pt x="29397" y="75937"/>
                    <a:pt x="33121" y="74546"/>
                    <a:pt x="35525" y="72661"/>
                  </a:cubicBezTo>
                  <a:cubicBezTo>
                    <a:pt x="36986" y="75371"/>
                    <a:pt x="39319" y="77964"/>
                    <a:pt x="39720" y="80815"/>
                  </a:cubicBezTo>
                  <a:cubicBezTo>
                    <a:pt x="40757" y="88145"/>
                    <a:pt x="41629" y="95616"/>
                    <a:pt x="41370" y="102993"/>
                  </a:cubicBezTo>
                  <a:cubicBezTo>
                    <a:pt x="39956" y="143318"/>
                    <a:pt x="35572" y="183267"/>
                    <a:pt x="25673" y="222508"/>
                  </a:cubicBezTo>
                  <a:cubicBezTo>
                    <a:pt x="23764" y="230073"/>
                    <a:pt x="22515" y="238039"/>
                    <a:pt x="22562" y="245793"/>
                  </a:cubicBezTo>
                  <a:cubicBezTo>
                    <a:pt x="22586" y="249046"/>
                    <a:pt x="26192" y="253853"/>
                    <a:pt x="29279" y="255032"/>
                  </a:cubicBezTo>
                  <a:cubicBezTo>
                    <a:pt x="31613" y="255951"/>
                    <a:pt x="37410" y="253076"/>
                    <a:pt x="38730" y="25041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495" name="Google Shape;2495;p53"/>
            <p:cNvSpPr/>
            <p:nvPr/>
          </p:nvSpPr>
          <p:spPr>
            <a:xfrm>
              <a:off x="383276" y="2786340"/>
              <a:ext cx="130642" cy="246511"/>
            </a:xfrm>
            <a:custGeom>
              <a:rect b="b" l="l" r="r" t="t"/>
              <a:pathLst>
                <a:path extrusionOk="0" h="246511" w="130642">
                  <a:moveTo>
                    <a:pt x="14611" y="120233"/>
                  </a:moveTo>
                  <a:cubicBezTo>
                    <a:pt x="20291" y="111913"/>
                    <a:pt x="24250" y="102438"/>
                    <a:pt x="29742" y="93954"/>
                  </a:cubicBezTo>
                  <a:cubicBezTo>
                    <a:pt x="35068" y="85705"/>
                    <a:pt x="40866" y="77598"/>
                    <a:pt x="47630" y="70527"/>
                  </a:cubicBezTo>
                  <a:cubicBezTo>
                    <a:pt x="49869" y="68194"/>
                    <a:pt x="55997" y="68288"/>
                    <a:pt x="59768" y="69349"/>
                  </a:cubicBezTo>
                  <a:cubicBezTo>
                    <a:pt x="61394" y="69797"/>
                    <a:pt x="62266" y="75547"/>
                    <a:pt x="62148" y="78847"/>
                  </a:cubicBezTo>
                  <a:cubicBezTo>
                    <a:pt x="62030" y="82170"/>
                    <a:pt x="60569" y="85564"/>
                    <a:pt x="59131" y="88675"/>
                  </a:cubicBezTo>
                  <a:cubicBezTo>
                    <a:pt x="53616" y="100529"/>
                    <a:pt x="48219" y="112479"/>
                    <a:pt x="42115" y="124027"/>
                  </a:cubicBezTo>
                  <a:cubicBezTo>
                    <a:pt x="25782" y="154925"/>
                    <a:pt x="17958" y="187614"/>
                    <a:pt x="20574" y="222542"/>
                  </a:cubicBezTo>
                  <a:cubicBezTo>
                    <a:pt x="21139" y="230178"/>
                    <a:pt x="22648" y="237744"/>
                    <a:pt x="23897" y="246511"/>
                  </a:cubicBezTo>
                  <a:cubicBezTo>
                    <a:pt x="26536" y="244720"/>
                    <a:pt x="27762" y="244343"/>
                    <a:pt x="28045" y="243612"/>
                  </a:cubicBezTo>
                  <a:cubicBezTo>
                    <a:pt x="31556" y="234727"/>
                    <a:pt x="35846" y="226030"/>
                    <a:pt x="38203" y="216815"/>
                  </a:cubicBezTo>
                  <a:cubicBezTo>
                    <a:pt x="44637" y="191527"/>
                    <a:pt x="48313" y="165366"/>
                    <a:pt x="56610" y="140760"/>
                  </a:cubicBezTo>
                  <a:cubicBezTo>
                    <a:pt x="70138" y="100624"/>
                    <a:pt x="87036" y="61854"/>
                    <a:pt x="119584" y="32347"/>
                  </a:cubicBezTo>
                  <a:cubicBezTo>
                    <a:pt x="125971" y="26572"/>
                    <a:pt x="130826" y="19078"/>
                    <a:pt x="130637" y="9627"/>
                  </a:cubicBezTo>
                  <a:cubicBezTo>
                    <a:pt x="130496" y="1849"/>
                    <a:pt x="123402" y="-2487"/>
                    <a:pt x="116779" y="1519"/>
                  </a:cubicBezTo>
                  <a:cubicBezTo>
                    <a:pt x="113456" y="3523"/>
                    <a:pt x="110157" y="6162"/>
                    <a:pt x="107918" y="9273"/>
                  </a:cubicBezTo>
                  <a:cubicBezTo>
                    <a:pt x="101295" y="18488"/>
                    <a:pt x="95426" y="28246"/>
                    <a:pt x="88851" y="37484"/>
                  </a:cubicBezTo>
                  <a:cubicBezTo>
                    <a:pt x="84444" y="43683"/>
                    <a:pt x="80013" y="50141"/>
                    <a:pt x="74309" y="54972"/>
                  </a:cubicBezTo>
                  <a:cubicBezTo>
                    <a:pt x="71599" y="57282"/>
                    <a:pt x="64623" y="57989"/>
                    <a:pt x="61842" y="56103"/>
                  </a:cubicBezTo>
                  <a:cubicBezTo>
                    <a:pt x="53993" y="50824"/>
                    <a:pt x="46829" y="52002"/>
                    <a:pt x="40701" y="57093"/>
                  </a:cubicBezTo>
                  <a:cubicBezTo>
                    <a:pt x="31816" y="64447"/>
                    <a:pt x="22695" y="72177"/>
                    <a:pt x="16096" y="81463"/>
                  </a:cubicBezTo>
                  <a:cubicBezTo>
                    <a:pt x="9214" y="91102"/>
                    <a:pt x="4477" y="102533"/>
                    <a:pt x="352" y="113728"/>
                  </a:cubicBezTo>
                  <a:cubicBezTo>
                    <a:pt x="-1062" y="117593"/>
                    <a:pt x="2167" y="123155"/>
                    <a:pt x="3275" y="127939"/>
                  </a:cubicBezTo>
                  <a:cubicBezTo>
                    <a:pt x="7093" y="125441"/>
                    <a:pt x="12207" y="123744"/>
                    <a:pt x="14611" y="12023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496" name="Google Shape;2496;p53"/>
            <p:cNvSpPr/>
            <p:nvPr/>
          </p:nvSpPr>
          <p:spPr>
            <a:xfrm>
              <a:off x="395541" y="3043174"/>
              <a:ext cx="61705" cy="337316"/>
            </a:xfrm>
            <a:custGeom>
              <a:rect b="b" l="l" r="r" t="t"/>
              <a:pathLst>
                <a:path extrusionOk="0" h="337316" w="61705">
                  <a:moveTo>
                    <a:pt x="11044" y="214848"/>
                  </a:moveTo>
                  <a:cubicBezTo>
                    <a:pt x="17784" y="221824"/>
                    <a:pt x="18491" y="230733"/>
                    <a:pt x="20047" y="239359"/>
                  </a:cubicBezTo>
                  <a:cubicBezTo>
                    <a:pt x="25326" y="268725"/>
                    <a:pt x="30275" y="298138"/>
                    <a:pt x="35719" y="327481"/>
                  </a:cubicBezTo>
                  <a:cubicBezTo>
                    <a:pt x="37251" y="335800"/>
                    <a:pt x="52217" y="340443"/>
                    <a:pt x="58722" y="334905"/>
                  </a:cubicBezTo>
                  <a:cubicBezTo>
                    <a:pt x="60254" y="333609"/>
                    <a:pt x="61597" y="331205"/>
                    <a:pt x="61668" y="329296"/>
                  </a:cubicBezTo>
                  <a:cubicBezTo>
                    <a:pt x="61786" y="325430"/>
                    <a:pt x="61692" y="321259"/>
                    <a:pt x="60419" y="317676"/>
                  </a:cubicBezTo>
                  <a:cubicBezTo>
                    <a:pt x="47032" y="280698"/>
                    <a:pt x="36945" y="242847"/>
                    <a:pt x="31336" y="203960"/>
                  </a:cubicBezTo>
                  <a:cubicBezTo>
                    <a:pt x="27282" y="175866"/>
                    <a:pt x="24218" y="147608"/>
                    <a:pt x="21767" y="119350"/>
                  </a:cubicBezTo>
                  <a:cubicBezTo>
                    <a:pt x="19080" y="88569"/>
                    <a:pt x="17902" y="57671"/>
                    <a:pt x="15357" y="26868"/>
                  </a:cubicBezTo>
                  <a:cubicBezTo>
                    <a:pt x="14602" y="17818"/>
                    <a:pt x="11491" y="8956"/>
                    <a:pt x="9464" y="0"/>
                  </a:cubicBezTo>
                  <a:cubicBezTo>
                    <a:pt x="7933" y="71"/>
                    <a:pt x="6424" y="141"/>
                    <a:pt x="4892" y="189"/>
                  </a:cubicBezTo>
                  <a:cubicBezTo>
                    <a:pt x="3549" y="9993"/>
                    <a:pt x="1381" y="19750"/>
                    <a:pt x="956" y="29602"/>
                  </a:cubicBezTo>
                  <a:cubicBezTo>
                    <a:pt x="-1542" y="88546"/>
                    <a:pt x="838" y="147302"/>
                    <a:pt x="8286" y="205845"/>
                  </a:cubicBezTo>
                  <a:cubicBezTo>
                    <a:pt x="8663" y="208956"/>
                    <a:pt x="9087" y="212821"/>
                    <a:pt x="11044" y="21484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497" name="Google Shape;2497;p53"/>
            <p:cNvSpPr/>
            <p:nvPr/>
          </p:nvSpPr>
          <p:spPr>
            <a:xfrm>
              <a:off x="946077" y="3590547"/>
              <a:ext cx="147414" cy="163626"/>
            </a:xfrm>
            <a:custGeom>
              <a:rect b="b" l="l" r="r" t="t"/>
              <a:pathLst>
                <a:path extrusionOk="0" h="163626" w="147414">
                  <a:moveTo>
                    <a:pt x="6230" y="163516"/>
                  </a:moveTo>
                  <a:cubicBezTo>
                    <a:pt x="9836" y="163022"/>
                    <a:pt x="13489" y="161890"/>
                    <a:pt x="16788" y="160335"/>
                  </a:cubicBezTo>
                  <a:cubicBezTo>
                    <a:pt x="25697" y="156116"/>
                    <a:pt x="34252" y="151190"/>
                    <a:pt x="43255" y="147184"/>
                  </a:cubicBezTo>
                  <a:cubicBezTo>
                    <a:pt x="49265" y="144520"/>
                    <a:pt x="52565" y="146712"/>
                    <a:pt x="53908" y="153005"/>
                  </a:cubicBezTo>
                  <a:cubicBezTo>
                    <a:pt x="55817" y="161937"/>
                    <a:pt x="58386" y="163069"/>
                    <a:pt x="66494" y="158426"/>
                  </a:cubicBezTo>
                  <a:cubicBezTo>
                    <a:pt x="68850" y="157082"/>
                    <a:pt x="71184" y="155621"/>
                    <a:pt x="73211" y="153830"/>
                  </a:cubicBezTo>
                  <a:cubicBezTo>
                    <a:pt x="105334" y="125902"/>
                    <a:pt x="130670" y="93377"/>
                    <a:pt x="141983" y="51473"/>
                  </a:cubicBezTo>
                  <a:cubicBezTo>
                    <a:pt x="146484" y="34763"/>
                    <a:pt x="149784" y="17935"/>
                    <a:pt x="145235" y="707"/>
                  </a:cubicBezTo>
                  <a:cubicBezTo>
                    <a:pt x="144504" y="471"/>
                    <a:pt x="143774" y="236"/>
                    <a:pt x="143067" y="0"/>
                  </a:cubicBezTo>
                  <a:cubicBezTo>
                    <a:pt x="141040" y="4902"/>
                    <a:pt x="138895" y="9781"/>
                    <a:pt x="136963" y="14754"/>
                  </a:cubicBezTo>
                  <a:cubicBezTo>
                    <a:pt x="131801" y="28046"/>
                    <a:pt x="127488" y="41763"/>
                    <a:pt x="121361" y="54608"/>
                  </a:cubicBezTo>
                  <a:cubicBezTo>
                    <a:pt x="115539" y="66816"/>
                    <a:pt x="107549" y="69338"/>
                    <a:pt x="94304" y="66227"/>
                  </a:cubicBezTo>
                  <a:cubicBezTo>
                    <a:pt x="89543" y="65119"/>
                    <a:pt x="84618" y="64294"/>
                    <a:pt x="79739" y="64082"/>
                  </a:cubicBezTo>
                  <a:cubicBezTo>
                    <a:pt x="73046" y="63799"/>
                    <a:pt x="70005" y="67594"/>
                    <a:pt x="68238" y="74098"/>
                  </a:cubicBezTo>
                  <a:cubicBezTo>
                    <a:pt x="66140" y="81805"/>
                    <a:pt x="64113" y="90549"/>
                    <a:pt x="59070" y="96182"/>
                  </a:cubicBezTo>
                  <a:cubicBezTo>
                    <a:pt x="45471" y="111431"/>
                    <a:pt x="30222" y="125194"/>
                    <a:pt x="15822" y="139760"/>
                  </a:cubicBezTo>
                  <a:cubicBezTo>
                    <a:pt x="10637" y="144992"/>
                    <a:pt x="5523" y="150460"/>
                    <a:pt x="1375" y="156493"/>
                  </a:cubicBezTo>
                  <a:cubicBezTo>
                    <a:pt x="-1736" y="161065"/>
                    <a:pt x="667" y="164271"/>
                    <a:pt x="6230" y="163516"/>
                  </a:cubicBezTo>
                  <a:close/>
                  <a:moveTo>
                    <a:pt x="69935" y="124440"/>
                  </a:moveTo>
                  <a:cubicBezTo>
                    <a:pt x="77688" y="107730"/>
                    <a:pt x="92112" y="97337"/>
                    <a:pt x="106654" y="87250"/>
                  </a:cubicBezTo>
                  <a:cubicBezTo>
                    <a:pt x="107220" y="87721"/>
                    <a:pt x="107809" y="88192"/>
                    <a:pt x="108374" y="88664"/>
                  </a:cubicBezTo>
                  <a:cubicBezTo>
                    <a:pt x="95907" y="105963"/>
                    <a:pt x="83439" y="123238"/>
                    <a:pt x="70972" y="140537"/>
                  </a:cubicBezTo>
                  <a:cubicBezTo>
                    <a:pt x="69982" y="140207"/>
                    <a:pt x="68992" y="139901"/>
                    <a:pt x="68002" y="139571"/>
                  </a:cubicBezTo>
                  <a:cubicBezTo>
                    <a:pt x="68568" y="134504"/>
                    <a:pt x="67884" y="128848"/>
                    <a:pt x="69935" y="12444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498" name="Google Shape;2498;p53"/>
            <p:cNvSpPr/>
            <p:nvPr/>
          </p:nvSpPr>
          <p:spPr>
            <a:xfrm>
              <a:off x="910894" y="3764127"/>
              <a:ext cx="266277" cy="168717"/>
            </a:xfrm>
            <a:custGeom>
              <a:rect b="b" l="l" r="r" t="t"/>
              <a:pathLst>
                <a:path extrusionOk="0" h="168717" w="266277">
                  <a:moveTo>
                    <a:pt x="181950" y="80651"/>
                  </a:moveTo>
                  <a:cubicBezTo>
                    <a:pt x="188950" y="76668"/>
                    <a:pt x="197458" y="74994"/>
                    <a:pt x="203774" y="70257"/>
                  </a:cubicBezTo>
                  <a:cubicBezTo>
                    <a:pt x="224279" y="54867"/>
                    <a:pt x="241295" y="35824"/>
                    <a:pt x="256803" y="15484"/>
                  </a:cubicBezTo>
                  <a:cubicBezTo>
                    <a:pt x="260008" y="11289"/>
                    <a:pt x="262365" y="6458"/>
                    <a:pt x="266277" y="0"/>
                  </a:cubicBezTo>
                  <a:cubicBezTo>
                    <a:pt x="260927" y="448"/>
                    <a:pt x="258146" y="212"/>
                    <a:pt x="255648" y="966"/>
                  </a:cubicBezTo>
                  <a:cubicBezTo>
                    <a:pt x="238325" y="6269"/>
                    <a:pt x="221780" y="13316"/>
                    <a:pt x="207050" y="24016"/>
                  </a:cubicBezTo>
                  <a:cubicBezTo>
                    <a:pt x="203704" y="26444"/>
                    <a:pt x="200875" y="29649"/>
                    <a:pt x="198118" y="32760"/>
                  </a:cubicBezTo>
                  <a:cubicBezTo>
                    <a:pt x="194913" y="36413"/>
                    <a:pt x="192579" y="40985"/>
                    <a:pt x="188926" y="44073"/>
                  </a:cubicBezTo>
                  <a:cubicBezTo>
                    <a:pt x="155695" y="72048"/>
                    <a:pt x="119023" y="94956"/>
                    <a:pt x="81455" y="116498"/>
                  </a:cubicBezTo>
                  <a:cubicBezTo>
                    <a:pt x="73560" y="121023"/>
                    <a:pt x="65405" y="126043"/>
                    <a:pt x="56732" y="128023"/>
                  </a:cubicBezTo>
                  <a:cubicBezTo>
                    <a:pt x="37147" y="132454"/>
                    <a:pt x="21521" y="143083"/>
                    <a:pt x="6767" y="155715"/>
                  </a:cubicBezTo>
                  <a:cubicBezTo>
                    <a:pt x="4740" y="157459"/>
                    <a:pt x="2996" y="159675"/>
                    <a:pt x="1511" y="161914"/>
                  </a:cubicBezTo>
                  <a:cubicBezTo>
                    <a:pt x="-1482" y="166486"/>
                    <a:pt x="50" y="168937"/>
                    <a:pt x="5400" y="168702"/>
                  </a:cubicBezTo>
                  <a:cubicBezTo>
                    <a:pt x="15134" y="168277"/>
                    <a:pt x="22864" y="163870"/>
                    <a:pt x="28615" y="156069"/>
                  </a:cubicBezTo>
                  <a:cubicBezTo>
                    <a:pt x="32645" y="150601"/>
                    <a:pt x="37618" y="145652"/>
                    <a:pt x="44641" y="147820"/>
                  </a:cubicBezTo>
                  <a:cubicBezTo>
                    <a:pt x="52089" y="150130"/>
                    <a:pt x="58405" y="147914"/>
                    <a:pt x="64557" y="145204"/>
                  </a:cubicBezTo>
                  <a:cubicBezTo>
                    <a:pt x="76506" y="139925"/>
                    <a:pt x="88408" y="134386"/>
                    <a:pt x="99768" y="127976"/>
                  </a:cubicBezTo>
                  <a:cubicBezTo>
                    <a:pt x="127319" y="112515"/>
                    <a:pt x="154470" y="96300"/>
                    <a:pt x="181950" y="8065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499" name="Google Shape;2499;p53"/>
            <p:cNvSpPr/>
            <p:nvPr/>
          </p:nvSpPr>
          <p:spPr>
            <a:xfrm>
              <a:off x="537211" y="2345150"/>
              <a:ext cx="282335" cy="124380"/>
            </a:xfrm>
            <a:custGeom>
              <a:rect b="b" l="l" r="r" t="t"/>
              <a:pathLst>
                <a:path extrusionOk="0" h="124380" w="282335">
                  <a:moveTo>
                    <a:pt x="40950" y="87206"/>
                  </a:moveTo>
                  <a:cubicBezTo>
                    <a:pt x="60794" y="84614"/>
                    <a:pt x="80356" y="80536"/>
                    <a:pt x="98668" y="72122"/>
                  </a:cubicBezTo>
                  <a:cubicBezTo>
                    <a:pt x="109486" y="67150"/>
                    <a:pt x="122072" y="61776"/>
                    <a:pt x="124263" y="49238"/>
                  </a:cubicBezTo>
                  <a:cubicBezTo>
                    <a:pt x="126880" y="34272"/>
                    <a:pt x="136330" y="28498"/>
                    <a:pt x="148327" y="24373"/>
                  </a:cubicBezTo>
                  <a:cubicBezTo>
                    <a:pt x="178965" y="13791"/>
                    <a:pt x="210523" y="11529"/>
                    <a:pt x="242600" y="15299"/>
                  </a:cubicBezTo>
                  <a:cubicBezTo>
                    <a:pt x="252875" y="16501"/>
                    <a:pt x="263151" y="18033"/>
                    <a:pt x="273474" y="18623"/>
                  </a:cubicBezTo>
                  <a:cubicBezTo>
                    <a:pt x="276349" y="18788"/>
                    <a:pt x="279390" y="16148"/>
                    <a:pt x="282336" y="14804"/>
                  </a:cubicBezTo>
                  <a:cubicBezTo>
                    <a:pt x="280639" y="11693"/>
                    <a:pt x="279696" y="7522"/>
                    <a:pt x="277080" y="5754"/>
                  </a:cubicBezTo>
                  <a:cubicBezTo>
                    <a:pt x="273356" y="3232"/>
                    <a:pt x="268501" y="1276"/>
                    <a:pt x="264047" y="1135"/>
                  </a:cubicBezTo>
                  <a:cubicBezTo>
                    <a:pt x="243613" y="428"/>
                    <a:pt x="223085" y="-586"/>
                    <a:pt x="202699" y="428"/>
                  </a:cubicBezTo>
                  <a:cubicBezTo>
                    <a:pt x="180026" y="1536"/>
                    <a:pt x="157495" y="5047"/>
                    <a:pt x="134846" y="6862"/>
                  </a:cubicBezTo>
                  <a:cubicBezTo>
                    <a:pt x="116745" y="8300"/>
                    <a:pt x="116910" y="7923"/>
                    <a:pt x="111678" y="25269"/>
                  </a:cubicBezTo>
                  <a:cubicBezTo>
                    <a:pt x="108921" y="34437"/>
                    <a:pt x="105833" y="43581"/>
                    <a:pt x="101897" y="52302"/>
                  </a:cubicBezTo>
                  <a:cubicBezTo>
                    <a:pt x="99069" y="58547"/>
                    <a:pt x="94143" y="62459"/>
                    <a:pt x="86342" y="58359"/>
                  </a:cubicBezTo>
                  <a:cubicBezTo>
                    <a:pt x="83891" y="57062"/>
                    <a:pt x="80568" y="57416"/>
                    <a:pt x="77669" y="57015"/>
                  </a:cubicBezTo>
                  <a:cubicBezTo>
                    <a:pt x="46748" y="62766"/>
                    <a:pt x="20492" y="75540"/>
                    <a:pt x="4584" y="104222"/>
                  </a:cubicBezTo>
                  <a:cubicBezTo>
                    <a:pt x="2463" y="108040"/>
                    <a:pt x="931" y="112353"/>
                    <a:pt x="82" y="116619"/>
                  </a:cubicBezTo>
                  <a:cubicBezTo>
                    <a:pt x="-365" y="118882"/>
                    <a:pt x="1119" y="123619"/>
                    <a:pt x="1968" y="123690"/>
                  </a:cubicBezTo>
                  <a:cubicBezTo>
                    <a:pt x="8567" y="124161"/>
                    <a:pt x="15708" y="125198"/>
                    <a:pt x="21718" y="123195"/>
                  </a:cubicBezTo>
                  <a:cubicBezTo>
                    <a:pt x="27233" y="121357"/>
                    <a:pt x="27657" y="115158"/>
                    <a:pt x="25890" y="109148"/>
                  </a:cubicBezTo>
                  <a:cubicBezTo>
                    <a:pt x="21742" y="94960"/>
                    <a:pt x="26172" y="89139"/>
                    <a:pt x="40950" y="8720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00" name="Google Shape;2500;p53"/>
            <p:cNvSpPr/>
            <p:nvPr/>
          </p:nvSpPr>
          <p:spPr>
            <a:xfrm>
              <a:off x="313772" y="2934986"/>
              <a:ext cx="76125" cy="241349"/>
            </a:xfrm>
            <a:custGeom>
              <a:rect b="b" l="l" r="r" t="t"/>
              <a:pathLst>
                <a:path extrusionOk="0" h="241349" w="76125">
                  <a:moveTo>
                    <a:pt x="73745" y="94778"/>
                  </a:moveTo>
                  <a:cubicBezTo>
                    <a:pt x="66038" y="97182"/>
                    <a:pt x="58379" y="99775"/>
                    <a:pt x="50577" y="101919"/>
                  </a:cubicBezTo>
                  <a:cubicBezTo>
                    <a:pt x="44073" y="103711"/>
                    <a:pt x="41150" y="101425"/>
                    <a:pt x="40962" y="94755"/>
                  </a:cubicBezTo>
                  <a:cubicBezTo>
                    <a:pt x="40891" y="92327"/>
                    <a:pt x="41103" y="89758"/>
                    <a:pt x="41763" y="87425"/>
                  </a:cubicBezTo>
                  <a:cubicBezTo>
                    <a:pt x="47514" y="66779"/>
                    <a:pt x="53382" y="46181"/>
                    <a:pt x="59203" y="25535"/>
                  </a:cubicBezTo>
                  <a:cubicBezTo>
                    <a:pt x="60476" y="21033"/>
                    <a:pt x="62173" y="16555"/>
                    <a:pt x="62715" y="11960"/>
                  </a:cubicBezTo>
                  <a:cubicBezTo>
                    <a:pt x="63540" y="4983"/>
                    <a:pt x="59533" y="199"/>
                    <a:pt x="53641" y="10"/>
                  </a:cubicBezTo>
                  <a:cubicBezTo>
                    <a:pt x="45722" y="-249"/>
                    <a:pt x="40655" y="4347"/>
                    <a:pt x="40938" y="11724"/>
                  </a:cubicBezTo>
                  <a:cubicBezTo>
                    <a:pt x="41127" y="16414"/>
                    <a:pt x="42022" y="21104"/>
                    <a:pt x="41857" y="25747"/>
                  </a:cubicBezTo>
                  <a:cubicBezTo>
                    <a:pt x="41197" y="44177"/>
                    <a:pt x="33726" y="52026"/>
                    <a:pt x="15531" y="53935"/>
                  </a:cubicBezTo>
                  <a:cubicBezTo>
                    <a:pt x="10535" y="54453"/>
                    <a:pt x="5562" y="55089"/>
                    <a:pt x="589" y="55655"/>
                  </a:cubicBezTo>
                  <a:cubicBezTo>
                    <a:pt x="401" y="56315"/>
                    <a:pt x="189" y="56975"/>
                    <a:pt x="0" y="57635"/>
                  </a:cubicBezTo>
                  <a:cubicBezTo>
                    <a:pt x="2522" y="59732"/>
                    <a:pt x="5350" y="61547"/>
                    <a:pt x="7495" y="63975"/>
                  </a:cubicBezTo>
                  <a:cubicBezTo>
                    <a:pt x="12774" y="69985"/>
                    <a:pt x="19420" y="75570"/>
                    <a:pt x="22437" y="82664"/>
                  </a:cubicBezTo>
                  <a:cubicBezTo>
                    <a:pt x="26609" y="92492"/>
                    <a:pt x="29083" y="103381"/>
                    <a:pt x="30332" y="114057"/>
                  </a:cubicBezTo>
                  <a:cubicBezTo>
                    <a:pt x="33019" y="137130"/>
                    <a:pt x="34127" y="160369"/>
                    <a:pt x="36554" y="183466"/>
                  </a:cubicBezTo>
                  <a:cubicBezTo>
                    <a:pt x="38487" y="201731"/>
                    <a:pt x="42564" y="219549"/>
                    <a:pt x="53029" y="235174"/>
                  </a:cubicBezTo>
                  <a:cubicBezTo>
                    <a:pt x="54537" y="237413"/>
                    <a:pt x="56587" y="239299"/>
                    <a:pt x="58402" y="241349"/>
                  </a:cubicBezTo>
                  <a:cubicBezTo>
                    <a:pt x="59109" y="241114"/>
                    <a:pt x="59793" y="240878"/>
                    <a:pt x="60500" y="240619"/>
                  </a:cubicBezTo>
                  <a:cubicBezTo>
                    <a:pt x="60500" y="236306"/>
                    <a:pt x="60877" y="231946"/>
                    <a:pt x="60429" y="227680"/>
                  </a:cubicBezTo>
                  <a:cubicBezTo>
                    <a:pt x="59038" y="214175"/>
                    <a:pt x="56799" y="200718"/>
                    <a:pt x="55904" y="187189"/>
                  </a:cubicBezTo>
                  <a:cubicBezTo>
                    <a:pt x="54042" y="159544"/>
                    <a:pt x="58143" y="132982"/>
                    <a:pt x="72284" y="108519"/>
                  </a:cubicBezTo>
                  <a:cubicBezTo>
                    <a:pt x="74334" y="104960"/>
                    <a:pt x="74876" y="100529"/>
                    <a:pt x="76125" y="96499"/>
                  </a:cubicBezTo>
                  <a:cubicBezTo>
                    <a:pt x="75301" y="95957"/>
                    <a:pt x="74523" y="95368"/>
                    <a:pt x="73745" y="947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01" name="Google Shape;2501;p53"/>
            <p:cNvSpPr/>
            <p:nvPr/>
          </p:nvSpPr>
          <p:spPr>
            <a:xfrm>
              <a:off x="609188" y="3002390"/>
              <a:ext cx="50132" cy="228685"/>
            </a:xfrm>
            <a:custGeom>
              <a:rect b="b" l="l" r="r" t="t"/>
              <a:pathLst>
                <a:path extrusionOk="0" h="228685" w="50132">
                  <a:moveTo>
                    <a:pt x="23251" y="28104"/>
                  </a:moveTo>
                  <a:cubicBezTo>
                    <a:pt x="23062" y="20798"/>
                    <a:pt x="21483" y="13374"/>
                    <a:pt x="19409" y="6351"/>
                  </a:cubicBezTo>
                  <a:cubicBezTo>
                    <a:pt x="17170" y="-1285"/>
                    <a:pt x="11349" y="-2251"/>
                    <a:pt x="7437" y="4631"/>
                  </a:cubicBezTo>
                  <a:cubicBezTo>
                    <a:pt x="4137" y="10405"/>
                    <a:pt x="1497" y="17452"/>
                    <a:pt x="1356" y="23980"/>
                  </a:cubicBezTo>
                  <a:cubicBezTo>
                    <a:pt x="413" y="61854"/>
                    <a:pt x="-459" y="99776"/>
                    <a:pt x="272" y="137650"/>
                  </a:cubicBezTo>
                  <a:cubicBezTo>
                    <a:pt x="625" y="155279"/>
                    <a:pt x="4349" y="172884"/>
                    <a:pt x="7272" y="190372"/>
                  </a:cubicBezTo>
                  <a:cubicBezTo>
                    <a:pt x="7884" y="193978"/>
                    <a:pt x="11019" y="197937"/>
                    <a:pt x="14083" y="200200"/>
                  </a:cubicBezTo>
                  <a:cubicBezTo>
                    <a:pt x="21365" y="205550"/>
                    <a:pt x="22732" y="207977"/>
                    <a:pt x="19621" y="216768"/>
                  </a:cubicBezTo>
                  <a:cubicBezTo>
                    <a:pt x="17500" y="222802"/>
                    <a:pt x="19621" y="227044"/>
                    <a:pt x="25419" y="227963"/>
                  </a:cubicBezTo>
                  <a:cubicBezTo>
                    <a:pt x="31900" y="228977"/>
                    <a:pt x="38664" y="228765"/>
                    <a:pt x="45240" y="228293"/>
                  </a:cubicBezTo>
                  <a:cubicBezTo>
                    <a:pt x="49341" y="227987"/>
                    <a:pt x="51273" y="224923"/>
                    <a:pt x="49435" y="220775"/>
                  </a:cubicBezTo>
                  <a:cubicBezTo>
                    <a:pt x="47620" y="216721"/>
                    <a:pt x="45735" y="212667"/>
                    <a:pt x="43425" y="208920"/>
                  </a:cubicBezTo>
                  <a:cubicBezTo>
                    <a:pt x="35483" y="196028"/>
                    <a:pt x="28954" y="182641"/>
                    <a:pt x="26338" y="167487"/>
                  </a:cubicBezTo>
                  <a:cubicBezTo>
                    <a:pt x="21742" y="140973"/>
                    <a:pt x="21248" y="114317"/>
                    <a:pt x="23439" y="85917"/>
                  </a:cubicBezTo>
                  <a:cubicBezTo>
                    <a:pt x="23439" y="67723"/>
                    <a:pt x="23769" y="47902"/>
                    <a:pt x="23251" y="2810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02" name="Google Shape;2502;p53"/>
            <p:cNvSpPr/>
            <p:nvPr/>
          </p:nvSpPr>
          <p:spPr>
            <a:xfrm>
              <a:off x="357150" y="3447786"/>
              <a:ext cx="154218" cy="225815"/>
            </a:xfrm>
            <a:custGeom>
              <a:rect b="b" l="l" r="r" t="t"/>
              <a:pathLst>
                <a:path extrusionOk="0" h="225815" w="154218">
                  <a:moveTo>
                    <a:pt x="139111" y="216223"/>
                  </a:moveTo>
                  <a:cubicBezTo>
                    <a:pt x="142363" y="220159"/>
                    <a:pt x="147384" y="222657"/>
                    <a:pt x="151579" y="225815"/>
                  </a:cubicBezTo>
                  <a:cubicBezTo>
                    <a:pt x="152451" y="225108"/>
                    <a:pt x="153346" y="224401"/>
                    <a:pt x="154218" y="223694"/>
                  </a:cubicBezTo>
                  <a:cubicBezTo>
                    <a:pt x="153111" y="220607"/>
                    <a:pt x="152333" y="217354"/>
                    <a:pt x="150824" y="214456"/>
                  </a:cubicBezTo>
                  <a:cubicBezTo>
                    <a:pt x="132724" y="179622"/>
                    <a:pt x="110570" y="147427"/>
                    <a:pt x="84857" y="117873"/>
                  </a:cubicBezTo>
                  <a:cubicBezTo>
                    <a:pt x="74298" y="105759"/>
                    <a:pt x="65767" y="92749"/>
                    <a:pt x="58602" y="78585"/>
                  </a:cubicBezTo>
                  <a:cubicBezTo>
                    <a:pt x="53935" y="69322"/>
                    <a:pt x="49976" y="59659"/>
                    <a:pt x="44791" y="50703"/>
                  </a:cubicBezTo>
                  <a:cubicBezTo>
                    <a:pt x="35882" y="35360"/>
                    <a:pt x="26431" y="20324"/>
                    <a:pt x="16745" y="5452"/>
                  </a:cubicBezTo>
                  <a:cubicBezTo>
                    <a:pt x="14011" y="1281"/>
                    <a:pt x="9415" y="-1830"/>
                    <a:pt x="3947" y="1234"/>
                  </a:cubicBezTo>
                  <a:cubicBezTo>
                    <a:pt x="-1379" y="4227"/>
                    <a:pt x="-342" y="9553"/>
                    <a:pt x="1449" y="13772"/>
                  </a:cubicBezTo>
                  <a:cubicBezTo>
                    <a:pt x="5998" y="24401"/>
                    <a:pt x="10051" y="35525"/>
                    <a:pt x="16438" y="45023"/>
                  </a:cubicBezTo>
                  <a:cubicBezTo>
                    <a:pt x="44296" y="86480"/>
                    <a:pt x="72601" y="127630"/>
                    <a:pt x="101402" y="168450"/>
                  </a:cubicBezTo>
                  <a:cubicBezTo>
                    <a:pt x="113092" y="185042"/>
                    <a:pt x="126196" y="200597"/>
                    <a:pt x="139111" y="216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03" name="Google Shape;2503;p53"/>
            <p:cNvSpPr/>
            <p:nvPr/>
          </p:nvSpPr>
          <p:spPr>
            <a:xfrm>
              <a:off x="478628" y="3355901"/>
              <a:ext cx="122887" cy="213703"/>
            </a:xfrm>
            <a:custGeom>
              <a:rect b="b" l="l" r="r" t="t"/>
              <a:pathLst>
                <a:path extrusionOk="0" h="213703" w="122887">
                  <a:moveTo>
                    <a:pt x="115489" y="197950"/>
                  </a:moveTo>
                  <a:cubicBezTo>
                    <a:pt x="107664" y="188405"/>
                    <a:pt x="97931" y="180085"/>
                    <a:pt x="91709" y="169644"/>
                  </a:cubicBezTo>
                  <a:cubicBezTo>
                    <a:pt x="77308" y="145534"/>
                    <a:pt x="63969" y="120740"/>
                    <a:pt x="51218" y="95711"/>
                  </a:cubicBezTo>
                  <a:cubicBezTo>
                    <a:pt x="37455" y="68701"/>
                    <a:pt x="24916" y="41056"/>
                    <a:pt x="11577" y="13811"/>
                  </a:cubicBezTo>
                  <a:cubicBezTo>
                    <a:pt x="9385" y="9333"/>
                    <a:pt x="5802" y="5539"/>
                    <a:pt x="1819" y="0"/>
                  </a:cubicBezTo>
                  <a:cubicBezTo>
                    <a:pt x="688" y="3606"/>
                    <a:pt x="-66" y="4808"/>
                    <a:pt x="5" y="5916"/>
                  </a:cubicBezTo>
                  <a:cubicBezTo>
                    <a:pt x="971" y="19609"/>
                    <a:pt x="3304" y="33019"/>
                    <a:pt x="11765" y="44285"/>
                  </a:cubicBezTo>
                  <a:cubicBezTo>
                    <a:pt x="17940" y="52487"/>
                    <a:pt x="20815" y="61537"/>
                    <a:pt x="22135" y="71553"/>
                  </a:cubicBezTo>
                  <a:cubicBezTo>
                    <a:pt x="23149" y="79331"/>
                    <a:pt x="24351" y="87320"/>
                    <a:pt x="27155" y="94579"/>
                  </a:cubicBezTo>
                  <a:cubicBezTo>
                    <a:pt x="38209" y="123333"/>
                    <a:pt x="53198" y="150083"/>
                    <a:pt x="72171" y="174264"/>
                  </a:cubicBezTo>
                  <a:cubicBezTo>
                    <a:pt x="82022" y="186826"/>
                    <a:pt x="93830" y="197879"/>
                    <a:pt x="105308" y="209050"/>
                  </a:cubicBezTo>
                  <a:cubicBezTo>
                    <a:pt x="109644" y="213269"/>
                    <a:pt x="117139" y="215956"/>
                    <a:pt x="121381" y="211124"/>
                  </a:cubicBezTo>
                  <a:cubicBezTo>
                    <a:pt x="126048" y="205798"/>
                    <a:pt x="118671" y="201815"/>
                    <a:pt x="115489" y="1979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04" name="Google Shape;2504;p53"/>
            <p:cNvSpPr/>
            <p:nvPr/>
          </p:nvSpPr>
          <p:spPr>
            <a:xfrm>
              <a:off x="460579" y="3776288"/>
              <a:ext cx="175526" cy="116078"/>
            </a:xfrm>
            <a:custGeom>
              <a:rect b="b" l="l" r="r" t="t"/>
              <a:pathLst>
                <a:path extrusionOk="0" h="116078" w="175526">
                  <a:moveTo>
                    <a:pt x="169833" y="99199"/>
                  </a:moveTo>
                  <a:cubicBezTo>
                    <a:pt x="160735" y="93307"/>
                    <a:pt x="151685" y="87203"/>
                    <a:pt x="142046" y="82300"/>
                  </a:cubicBezTo>
                  <a:cubicBezTo>
                    <a:pt x="118925" y="70563"/>
                    <a:pt x="95711" y="59227"/>
                    <a:pt x="74735" y="43530"/>
                  </a:cubicBezTo>
                  <a:cubicBezTo>
                    <a:pt x="57389" y="30544"/>
                    <a:pt x="38817" y="19184"/>
                    <a:pt x="20434" y="7660"/>
                  </a:cubicBezTo>
                  <a:cubicBezTo>
                    <a:pt x="14824" y="4148"/>
                    <a:pt x="8060" y="2498"/>
                    <a:pt x="1815" y="0"/>
                  </a:cubicBezTo>
                  <a:cubicBezTo>
                    <a:pt x="1202" y="660"/>
                    <a:pt x="589" y="1343"/>
                    <a:pt x="0" y="2003"/>
                  </a:cubicBezTo>
                  <a:cubicBezTo>
                    <a:pt x="1626" y="5303"/>
                    <a:pt x="2757" y="8979"/>
                    <a:pt x="4926" y="11878"/>
                  </a:cubicBezTo>
                  <a:cubicBezTo>
                    <a:pt x="19844" y="31817"/>
                    <a:pt x="39218" y="46783"/>
                    <a:pt x="60311" y="59463"/>
                  </a:cubicBezTo>
                  <a:cubicBezTo>
                    <a:pt x="69550" y="65025"/>
                    <a:pt x="79991" y="68536"/>
                    <a:pt x="89654" y="73462"/>
                  </a:cubicBezTo>
                  <a:cubicBezTo>
                    <a:pt x="100943" y="79213"/>
                    <a:pt x="102993" y="84162"/>
                    <a:pt x="98727" y="97643"/>
                  </a:cubicBezTo>
                  <a:cubicBezTo>
                    <a:pt x="104266" y="96818"/>
                    <a:pt x="108485" y="96653"/>
                    <a:pt x="112444" y="95522"/>
                  </a:cubicBezTo>
                  <a:cubicBezTo>
                    <a:pt x="125171" y="91845"/>
                    <a:pt x="135706" y="93967"/>
                    <a:pt x="143790" y="105374"/>
                  </a:cubicBezTo>
                  <a:cubicBezTo>
                    <a:pt x="148409" y="111878"/>
                    <a:pt x="155079" y="116238"/>
                    <a:pt x="163163" y="116074"/>
                  </a:cubicBezTo>
                  <a:cubicBezTo>
                    <a:pt x="167028" y="116003"/>
                    <a:pt x="172237" y="113976"/>
                    <a:pt x="174311" y="111030"/>
                  </a:cubicBezTo>
                  <a:cubicBezTo>
                    <a:pt x="177445" y="106505"/>
                    <a:pt x="174004" y="101909"/>
                    <a:pt x="169833" y="9919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05" name="Google Shape;2505;p53"/>
            <p:cNvSpPr/>
            <p:nvPr/>
          </p:nvSpPr>
          <p:spPr>
            <a:xfrm>
              <a:off x="986991" y="3827031"/>
              <a:ext cx="170354" cy="118103"/>
            </a:xfrm>
            <a:custGeom>
              <a:rect b="b" l="l" r="r" t="t"/>
              <a:pathLst>
                <a:path extrusionOk="0" h="118103" w="170354">
                  <a:moveTo>
                    <a:pt x="170313" y="12350"/>
                  </a:moveTo>
                  <a:cubicBezTo>
                    <a:pt x="169393" y="71"/>
                    <a:pt x="162771" y="-3370"/>
                    <a:pt x="152495" y="3464"/>
                  </a:cubicBezTo>
                  <a:cubicBezTo>
                    <a:pt x="147593" y="6740"/>
                    <a:pt x="142691" y="10370"/>
                    <a:pt x="138778" y="14730"/>
                  </a:cubicBezTo>
                  <a:cubicBezTo>
                    <a:pt x="116506" y="39547"/>
                    <a:pt x="88271" y="55668"/>
                    <a:pt x="59070" y="70540"/>
                  </a:cubicBezTo>
                  <a:cubicBezTo>
                    <a:pt x="45448" y="77492"/>
                    <a:pt x="31849" y="84563"/>
                    <a:pt x="18557" y="92105"/>
                  </a:cubicBezTo>
                  <a:cubicBezTo>
                    <a:pt x="13018" y="95239"/>
                    <a:pt x="8116" y="99552"/>
                    <a:pt x="3214" y="103676"/>
                  </a:cubicBezTo>
                  <a:cubicBezTo>
                    <a:pt x="-1123" y="107330"/>
                    <a:pt x="-628" y="112680"/>
                    <a:pt x="2082" y="116356"/>
                  </a:cubicBezTo>
                  <a:cubicBezTo>
                    <a:pt x="3473" y="118242"/>
                    <a:pt x="8776" y="118477"/>
                    <a:pt x="11816" y="117652"/>
                  </a:cubicBezTo>
                  <a:cubicBezTo>
                    <a:pt x="16977" y="116262"/>
                    <a:pt x="22092" y="113952"/>
                    <a:pt x="26640" y="111101"/>
                  </a:cubicBezTo>
                  <a:cubicBezTo>
                    <a:pt x="50327" y="96300"/>
                    <a:pt x="73400" y="80485"/>
                    <a:pt x="97510" y="66439"/>
                  </a:cubicBezTo>
                  <a:cubicBezTo>
                    <a:pt x="115116" y="56210"/>
                    <a:pt x="133546" y="46971"/>
                    <a:pt x="152495" y="39594"/>
                  </a:cubicBezTo>
                  <a:cubicBezTo>
                    <a:pt x="165293" y="34622"/>
                    <a:pt x="170643" y="30639"/>
                    <a:pt x="170313" y="16804"/>
                  </a:cubicBezTo>
                  <a:cubicBezTo>
                    <a:pt x="170313" y="15319"/>
                    <a:pt x="170407" y="13811"/>
                    <a:pt x="170313" y="123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06" name="Google Shape;2506;p53"/>
            <p:cNvSpPr/>
            <p:nvPr/>
          </p:nvSpPr>
          <p:spPr>
            <a:xfrm>
              <a:off x="1126948" y="3562437"/>
              <a:ext cx="48156" cy="187816"/>
            </a:xfrm>
            <a:custGeom>
              <a:rect b="b" l="l" r="r" t="t"/>
              <a:pathLst>
                <a:path extrusionOk="0" h="187816" w="48156">
                  <a:moveTo>
                    <a:pt x="38416" y="3175"/>
                  </a:moveTo>
                  <a:cubicBezTo>
                    <a:pt x="35305" y="7865"/>
                    <a:pt x="32430" y="12814"/>
                    <a:pt x="30356" y="18023"/>
                  </a:cubicBezTo>
                  <a:cubicBezTo>
                    <a:pt x="23757" y="34544"/>
                    <a:pt x="22767" y="52103"/>
                    <a:pt x="21424" y="69614"/>
                  </a:cubicBezTo>
                  <a:cubicBezTo>
                    <a:pt x="20410" y="83001"/>
                    <a:pt x="18124" y="96529"/>
                    <a:pt x="9639" y="107229"/>
                  </a:cubicBezTo>
                  <a:cubicBezTo>
                    <a:pt x="1956" y="116915"/>
                    <a:pt x="306" y="127615"/>
                    <a:pt x="0" y="136972"/>
                  </a:cubicBezTo>
                  <a:cubicBezTo>
                    <a:pt x="283" y="142746"/>
                    <a:pt x="-141" y="146611"/>
                    <a:pt x="754" y="150123"/>
                  </a:cubicBezTo>
                  <a:cubicBezTo>
                    <a:pt x="3417" y="160587"/>
                    <a:pt x="5892" y="171193"/>
                    <a:pt x="9828" y="181209"/>
                  </a:cubicBezTo>
                  <a:cubicBezTo>
                    <a:pt x="12963" y="189175"/>
                    <a:pt x="18525" y="189670"/>
                    <a:pt x="25171" y="184132"/>
                  </a:cubicBezTo>
                  <a:cubicBezTo>
                    <a:pt x="37780" y="173597"/>
                    <a:pt x="37521" y="166503"/>
                    <a:pt x="24228" y="156769"/>
                  </a:cubicBezTo>
                  <a:cubicBezTo>
                    <a:pt x="15225" y="150170"/>
                    <a:pt x="13269" y="144490"/>
                    <a:pt x="16568" y="133625"/>
                  </a:cubicBezTo>
                  <a:cubicBezTo>
                    <a:pt x="17723" y="129854"/>
                    <a:pt x="18855" y="125989"/>
                    <a:pt x="20669" y="122548"/>
                  </a:cubicBezTo>
                  <a:cubicBezTo>
                    <a:pt x="34716" y="95845"/>
                    <a:pt x="44379" y="67752"/>
                    <a:pt x="47396" y="37655"/>
                  </a:cubicBezTo>
                  <a:cubicBezTo>
                    <a:pt x="48456" y="27120"/>
                    <a:pt x="48150" y="16444"/>
                    <a:pt x="47985" y="5838"/>
                  </a:cubicBezTo>
                  <a:cubicBezTo>
                    <a:pt x="47961" y="3788"/>
                    <a:pt x="46052" y="606"/>
                    <a:pt x="44355" y="87"/>
                  </a:cubicBezTo>
                  <a:cubicBezTo>
                    <a:pt x="42776" y="-431"/>
                    <a:pt x="39548" y="1454"/>
                    <a:pt x="38416" y="317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07" name="Google Shape;2507;p53"/>
            <p:cNvSpPr/>
            <p:nvPr/>
          </p:nvSpPr>
          <p:spPr>
            <a:xfrm>
              <a:off x="772286" y="3765846"/>
              <a:ext cx="146553" cy="39818"/>
            </a:xfrm>
            <a:custGeom>
              <a:rect b="b" l="l" r="r" t="t"/>
              <a:pathLst>
                <a:path extrusionOk="0" h="39818" w="146553">
                  <a:moveTo>
                    <a:pt x="146554" y="2688"/>
                  </a:moveTo>
                  <a:cubicBezTo>
                    <a:pt x="142689" y="1533"/>
                    <a:pt x="140756" y="543"/>
                    <a:pt x="138800" y="449"/>
                  </a:cubicBezTo>
                  <a:cubicBezTo>
                    <a:pt x="132884" y="142"/>
                    <a:pt x="126921" y="-235"/>
                    <a:pt x="121029" y="190"/>
                  </a:cubicBezTo>
                  <a:cubicBezTo>
                    <a:pt x="94209" y="2146"/>
                    <a:pt x="67364" y="4055"/>
                    <a:pt x="40615" y="6624"/>
                  </a:cubicBezTo>
                  <a:cubicBezTo>
                    <a:pt x="29632" y="7684"/>
                    <a:pt x="18672" y="9829"/>
                    <a:pt x="7925" y="12398"/>
                  </a:cubicBezTo>
                  <a:cubicBezTo>
                    <a:pt x="-653" y="14472"/>
                    <a:pt x="-1643" y="18667"/>
                    <a:pt x="1986" y="26845"/>
                  </a:cubicBezTo>
                  <a:cubicBezTo>
                    <a:pt x="7313" y="38889"/>
                    <a:pt x="17824" y="40444"/>
                    <a:pt x="28618" y="39643"/>
                  </a:cubicBezTo>
                  <a:cubicBezTo>
                    <a:pt x="67200" y="36815"/>
                    <a:pt x="103047" y="23829"/>
                    <a:pt x="138164" y="8556"/>
                  </a:cubicBezTo>
                  <a:cubicBezTo>
                    <a:pt x="140615" y="7472"/>
                    <a:pt x="142689" y="5422"/>
                    <a:pt x="146554" y="268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08" name="Google Shape;2508;p53"/>
            <p:cNvSpPr/>
            <p:nvPr/>
          </p:nvSpPr>
          <p:spPr>
            <a:xfrm>
              <a:off x="339584" y="3336599"/>
              <a:ext cx="79558" cy="92570"/>
            </a:xfrm>
            <a:custGeom>
              <a:rect b="b" l="l" r="r" t="t"/>
              <a:pathLst>
                <a:path extrusionOk="0" h="92570" w="79558">
                  <a:moveTo>
                    <a:pt x="24011" y="91539"/>
                  </a:moveTo>
                  <a:cubicBezTo>
                    <a:pt x="30611" y="89489"/>
                    <a:pt x="35159" y="84633"/>
                    <a:pt x="35324" y="77445"/>
                  </a:cubicBezTo>
                  <a:cubicBezTo>
                    <a:pt x="35395" y="74216"/>
                    <a:pt x="33109" y="71011"/>
                    <a:pt x="32166" y="67712"/>
                  </a:cubicBezTo>
                  <a:cubicBezTo>
                    <a:pt x="30351" y="61419"/>
                    <a:pt x="33038" y="56281"/>
                    <a:pt x="37681" y="52675"/>
                  </a:cubicBezTo>
                  <a:cubicBezTo>
                    <a:pt x="40274" y="50672"/>
                    <a:pt x="46189" y="48692"/>
                    <a:pt x="47273" y="49823"/>
                  </a:cubicBezTo>
                  <a:cubicBezTo>
                    <a:pt x="50361" y="53099"/>
                    <a:pt x="52128" y="57836"/>
                    <a:pt x="53637" y="62267"/>
                  </a:cubicBezTo>
                  <a:cubicBezTo>
                    <a:pt x="55216" y="66863"/>
                    <a:pt x="55169" y="72095"/>
                    <a:pt x="57101" y="76479"/>
                  </a:cubicBezTo>
                  <a:cubicBezTo>
                    <a:pt x="60354" y="83832"/>
                    <a:pt x="67330" y="86142"/>
                    <a:pt x="74471" y="82819"/>
                  </a:cubicBezTo>
                  <a:cubicBezTo>
                    <a:pt x="81117" y="79731"/>
                    <a:pt x="79868" y="73580"/>
                    <a:pt x="78360" y="68560"/>
                  </a:cubicBezTo>
                  <a:cubicBezTo>
                    <a:pt x="71148" y="44237"/>
                    <a:pt x="56512" y="23615"/>
                    <a:pt x="44445" y="0"/>
                  </a:cubicBezTo>
                  <a:cubicBezTo>
                    <a:pt x="40156" y="15131"/>
                    <a:pt x="36668" y="28635"/>
                    <a:pt x="32402" y="41904"/>
                  </a:cubicBezTo>
                  <a:cubicBezTo>
                    <a:pt x="30964" y="46359"/>
                    <a:pt x="27523" y="50153"/>
                    <a:pt x="25001" y="54254"/>
                  </a:cubicBezTo>
                  <a:cubicBezTo>
                    <a:pt x="21443" y="51143"/>
                    <a:pt x="17577" y="48315"/>
                    <a:pt x="14372" y="44850"/>
                  </a:cubicBezTo>
                  <a:cubicBezTo>
                    <a:pt x="10743" y="40938"/>
                    <a:pt x="7726" y="36460"/>
                    <a:pt x="4426" y="32218"/>
                  </a:cubicBezTo>
                  <a:cubicBezTo>
                    <a:pt x="3507" y="32548"/>
                    <a:pt x="2588" y="32854"/>
                    <a:pt x="1669" y="33184"/>
                  </a:cubicBezTo>
                  <a:cubicBezTo>
                    <a:pt x="-924" y="51426"/>
                    <a:pt x="-1513" y="69644"/>
                    <a:pt x="7537" y="86731"/>
                  </a:cubicBezTo>
                  <a:cubicBezTo>
                    <a:pt x="10931" y="93165"/>
                    <a:pt x="17837" y="93448"/>
                    <a:pt x="24011" y="9153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09" name="Google Shape;2509;p53"/>
            <p:cNvSpPr/>
            <p:nvPr/>
          </p:nvSpPr>
          <p:spPr>
            <a:xfrm>
              <a:off x="1072081" y="2529929"/>
              <a:ext cx="157417" cy="93493"/>
            </a:xfrm>
            <a:custGeom>
              <a:rect b="b" l="l" r="r" t="t"/>
              <a:pathLst>
                <a:path extrusionOk="0" h="93493" w="157417">
                  <a:moveTo>
                    <a:pt x="1391" y="0"/>
                  </a:moveTo>
                  <a:cubicBezTo>
                    <a:pt x="919" y="801"/>
                    <a:pt x="471" y="1603"/>
                    <a:pt x="0" y="2404"/>
                  </a:cubicBezTo>
                  <a:cubicBezTo>
                    <a:pt x="5020" y="6576"/>
                    <a:pt x="9663" y="11289"/>
                    <a:pt x="15084" y="14824"/>
                  </a:cubicBezTo>
                  <a:cubicBezTo>
                    <a:pt x="46712" y="35517"/>
                    <a:pt x="78388" y="56163"/>
                    <a:pt x="110394" y="76290"/>
                  </a:cubicBezTo>
                  <a:cubicBezTo>
                    <a:pt x="119727" y="82159"/>
                    <a:pt x="129955" y="86755"/>
                    <a:pt x="140137" y="91068"/>
                  </a:cubicBezTo>
                  <a:cubicBezTo>
                    <a:pt x="145345" y="93260"/>
                    <a:pt x="152369" y="95946"/>
                    <a:pt x="156116" y="89206"/>
                  </a:cubicBezTo>
                  <a:cubicBezTo>
                    <a:pt x="160311" y="81688"/>
                    <a:pt x="153453" y="78129"/>
                    <a:pt x="148456" y="74735"/>
                  </a:cubicBezTo>
                  <a:cubicBezTo>
                    <a:pt x="106034" y="45864"/>
                    <a:pt x="60853" y="22178"/>
                    <a:pt x="13293" y="3064"/>
                  </a:cubicBezTo>
                  <a:cubicBezTo>
                    <a:pt x="9545" y="1556"/>
                    <a:pt x="5374" y="990"/>
                    <a:pt x="1391"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10" name="Google Shape;2510;p53"/>
            <p:cNvSpPr/>
            <p:nvPr/>
          </p:nvSpPr>
          <p:spPr>
            <a:xfrm>
              <a:off x="965293" y="3326492"/>
              <a:ext cx="40370" cy="117107"/>
            </a:xfrm>
            <a:custGeom>
              <a:rect b="b" l="l" r="r" t="t"/>
              <a:pathLst>
                <a:path extrusionOk="0" h="117107" w="40370">
                  <a:moveTo>
                    <a:pt x="36931" y="34193"/>
                  </a:moveTo>
                  <a:cubicBezTo>
                    <a:pt x="38086" y="26651"/>
                    <a:pt x="39571" y="19157"/>
                    <a:pt x="40302" y="11591"/>
                  </a:cubicBezTo>
                  <a:cubicBezTo>
                    <a:pt x="40773" y="6618"/>
                    <a:pt x="38841" y="2518"/>
                    <a:pt x="33443" y="679"/>
                  </a:cubicBezTo>
                  <a:cubicBezTo>
                    <a:pt x="27622" y="-1324"/>
                    <a:pt x="23828" y="1316"/>
                    <a:pt x="20976" y="5817"/>
                  </a:cubicBezTo>
                  <a:cubicBezTo>
                    <a:pt x="18737" y="9329"/>
                    <a:pt x="16663" y="13029"/>
                    <a:pt x="15060" y="16871"/>
                  </a:cubicBezTo>
                  <a:cubicBezTo>
                    <a:pt x="5421" y="39920"/>
                    <a:pt x="1673" y="64172"/>
                    <a:pt x="0" y="91983"/>
                  </a:cubicBezTo>
                  <a:cubicBezTo>
                    <a:pt x="825" y="96107"/>
                    <a:pt x="1532" y="103295"/>
                    <a:pt x="3818" y="109965"/>
                  </a:cubicBezTo>
                  <a:cubicBezTo>
                    <a:pt x="6293" y="117154"/>
                    <a:pt x="12750" y="118874"/>
                    <a:pt x="19562" y="115315"/>
                  </a:cubicBezTo>
                  <a:cubicBezTo>
                    <a:pt x="28895" y="110484"/>
                    <a:pt x="33349" y="100491"/>
                    <a:pt x="31228" y="89626"/>
                  </a:cubicBezTo>
                  <a:cubicBezTo>
                    <a:pt x="30568" y="86256"/>
                    <a:pt x="29672" y="82720"/>
                    <a:pt x="30120" y="79421"/>
                  </a:cubicBezTo>
                  <a:cubicBezTo>
                    <a:pt x="32147" y="64314"/>
                    <a:pt x="34622" y="49277"/>
                    <a:pt x="36931" y="3419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11" name="Google Shape;2511;p53"/>
            <p:cNvSpPr/>
            <p:nvPr/>
          </p:nvSpPr>
          <p:spPr>
            <a:xfrm>
              <a:off x="1259118" y="3717485"/>
              <a:ext cx="134786" cy="117228"/>
            </a:xfrm>
            <a:custGeom>
              <a:rect b="b" l="l" r="r" t="t"/>
              <a:pathLst>
                <a:path extrusionOk="0" h="117228" w="134786">
                  <a:moveTo>
                    <a:pt x="121801" y="4596"/>
                  </a:moveTo>
                  <a:cubicBezTo>
                    <a:pt x="100141" y="18077"/>
                    <a:pt x="82253" y="35706"/>
                    <a:pt x="67122" y="56140"/>
                  </a:cubicBezTo>
                  <a:cubicBezTo>
                    <a:pt x="64577" y="59580"/>
                    <a:pt x="62574" y="63941"/>
                    <a:pt x="61914" y="68112"/>
                  </a:cubicBezTo>
                  <a:cubicBezTo>
                    <a:pt x="60547" y="76950"/>
                    <a:pt x="58143" y="80627"/>
                    <a:pt x="49258" y="81193"/>
                  </a:cubicBezTo>
                  <a:cubicBezTo>
                    <a:pt x="31204" y="82347"/>
                    <a:pt x="18642" y="92317"/>
                    <a:pt x="7990" y="105633"/>
                  </a:cubicBezTo>
                  <a:cubicBezTo>
                    <a:pt x="5491" y="108767"/>
                    <a:pt x="3394" y="112256"/>
                    <a:pt x="0" y="117228"/>
                  </a:cubicBezTo>
                  <a:cubicBezTo>
                    <a:pt x="13717" y="116427"/>
                    <a:pt x="23639" y="111902"/>
                    <a:pt x="32501" y="105185"/>
                  </a:cubicBezTo>
                  <a:cubicBezTo>
                    <a:pt x="66934" y="79095"/>
                    <a:pt x="97738" y="49187"/>
                    <a:pt x="125595" y="16215"/>
                  </a:cubicBezTo>
                  <a:cubicBezTo>
                    <a:pt x="129225" y="11926"/>
                    <a:pt x="131747" y="6740"/>
                    <a:pt x="134787" y="1980"/>
                  </a:cubicBezTo>
                  <a:cubicBezTo>
                    <a:pt x="134174" y="1320"/>
                    <a:pt x="133538" y="660"/>
                    <a:pt x="132925" y="0"/>
                  </a:cubicBezTo>
                  <a:cubicBezTo>
                    <a:pt x="129225" y="1508"/>
                    <a:pt x="125171" y="2498"/>
                    <a:pt x="121801" y="459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12" name="Google Shape;2512;p53"/>
            <p:cNvSpPr/>
            <p:nvPr/>
          </p:nvSpPr>
          <p:spPr>
            <a:xfrm>
              <a:off x="362760" y="3205159"/>
              <a:ext cx="26916" cy="122436"/>
            </a:xfrm>
            <a:custGeom>
              <a:rect b="b" l="l" r="r" t="t"/>
              <a:pathLst>
                <a:path extrusionOk="0" h="122436" w="26916">
                  <a:moveTo>
                    <a:pt x="13940" y="0"/>
                  </a:moveTo>
                  <a:cubicBezTo>
                    <a:pt x="12502" y="1131"/>
                    <a:pt x="11748" y="1438"/>
                    <a:pt x="11512" y="1980"/>
                  </a:cubicBezTo>
                  <a:cubicBezTo>
                    <a:pt x="10782" y="3535"/>
                    <a:pt x="10098" y="5138"/>
                    <a:pt x="9627" y="6788"/>
                  </a:cubicBezTo>
                  <a:cubicBezTo>
                    <a:pt x="2250" y="32642"/>
                    <a:pt x="-1097" y="59133"/>
                    <a:pt x="317" y="85859"/>
                  </a:cubicBezTo>
                  <a:cubicBezTo>
                    <a:pt x="883" y="96300"/>
                    <a:pt x="4795" y="107023"/>
                    <a:pt x="9297" y="116616"/>
                  </a:cubicBezTo>
                  <a:cubicBezTo>
                    <a:pt x="13256" y="125077"/>
                    <a:pt x="21482" y="124110"/>
                    <a:pt x="24074" y="115037"/>
                  </a:cubicBezTo>
                  <a:cubicBezTo>
                    <a:pt x="26384" y="106953"/>
                    <a:pt x="27492" y="97973"/>
                    <a:pt x="26620" y="89654"/>
                  </a:cubicBezTo>
                  <a:cubicBezTo>
                    <a:pt x="24734" y="71530"/>
                    <a:pt x="21152" y="53594"/>
                    <a:pt x="18489" y="35564"/>
                  </a:cubicBezTo>
                  <a:cubicBezTo>
                    <a:pt x="16768" y="23992"/>
                    <a:pt x="15495" y="12373"/>
                    <a:pt x="1394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13" name="Google Shape;2513;p53"/>
            <p:cNvSpPr/>
            <p:nvPr/>
          </p:nvSpPr>
          <p:spPr>
            <a:xfrm>
              <a:off x="286268" y="3354335"/>
              <a:ext cx="34646" cy="106563"/>
            </a:xfrm>
            <a:custGeom>
              <a:rect b="b" l="l" r="r" t="t"/>
              <a:pathLst>
                <a:path extrusionOk="0" h="106563" w="34646">
                  <a:moveTo>
                    <a:pt x="34386" y="100129"/>
                  </a:moveTo>
                  <a:cubicBezTo>
                    <a:pt x="34481" y="91079"/>
                    <a:pt x="35070" y="81934"/>
                    <a:pt x="34080" y="72978"/>
                  </a:cubicBezTo>
                  <a:cubicBezTo>
                    <a:pt x="31558" y="50424"/>
                    <a:pt x="27080" y="28222"/>
                    <a:pt x="17724" y="7364"/>
                  </a:cubicBezTo>
                  <a:cubicBezTo>
                    <a:pt x="16286" y="4136"/>
                    <a:pt x="10889" y="-578"/>
                    <a:pt x="9475" y="58"/>
                  </a:cubicBezTo>
                  <a:cubicBezTo>
                    <a:pt x="5845" y="1732"/>
                    <a:pt x="3206" y="5880"/>
                    <a:pt x="613" y="9368"/>
                  </a:cubicBezTo>
                  <a:cubicBezTo>
                    <a:pt x="-259" y="10546"/>
                    <a:pt x="48" y="12714"/>
                    <a:pt x="71" y="14435"/>
                  </a:cubicBezTo>
                  <a:cubicBezTo>
                    <a:pt x="495" y="45309"/>
                    <a:pt x="10795" y="73214"/>
                    <a:pt x="25690" y="99752"/>
                  </a:cubicBezTo>
                  <a:cubicBezTo>
                    <a:pt x="27010" y="102085"/>
                    <a:pt x="28565" y="104301"/>
                    <a:pt x="30003" y="106563"/>
                  </a:cubicBezTo>
                  <a:cubicBezTo>
                    <a:pt x="30922" y="105974"/>
                    <a:pt x="31841" y="105408"/>
                    <a:pt x="32760" y="104819"/>
                  </a:cubicBezTo>
                  <a:cubicBezTo>
                    <a:pt x="33326" y="103264"/>
                    <a:pt x="34363" y="101708"/>
                    <a:pt x="34386" y="1001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14" name="Google Shape;2514;p53"/>
            <p:cNvSpPr/>
            <p:nvPr/>
          </p:nvSpPr>
          <p:spPr>
            <a:xfrm>
              <a:off x="513513" y="2105197"/>
              <a:ext cx="137143" cy="31235"/>
            </a:xfrm>
            <a:custGeom>
              <a:rect b="b" l="l" r="r" t="t"/>
              <a:pathLst>
                <a:path extrusionOk="0" h="31235" w="137143">
                  <a:moveTo>
                    <a:pt x="109545" y="21455"/>
                  </a:moveTo>
                  <a:cubicBezTo>
                    <a:pt x="117252" y="20677"/>
                    <a:pt x="124912" y="18038"/>
                    <a:pt x="132194" y="15186"/>
                  </a:cubicBezTo>
                  <a:cubicBezTo>
                    <a:pt x="134645" y="14220"/>
                    <a:pt x="137120" y="10001"/>
                    <a:pt x="137144" y="7244"/>
                  </a:cubicBezTo>
                  <a:cubicBezTo>
                    <a:pt x="137167" y="5287"/>
                    <a:pt x="133255" y="1870"/>
                    <a:pt x="130804" y="1587"/>
                  </a:cubicBezTo>
                  <a:cubicBezTo>
                    <a:pt x="122531" y="621"/>
                    <a:pt x="113740" y="-982"/>
                    <a:pt x="105845" y="809"/>
                  </a:cubicBezTo>
                  <a:cubicBezTo>
                    <a:pt x="70422" y="8823"/>
                    <a:pt x="35258" y="17920"/>
                    <a:pt x="0" y="26640"/>
                  </a:cubicBezTo>
                  <a:cubicBezTo>
                    <a:pt x="189" y="28172"/>
                    <a:pt x="354" y="29704"/>
                    <a:pt x="542" y="31236"/>
                  </a:cubicBezTo>
                  <a:cubicBezTo>
                    <a:pt x="36884" y="28031"/>
                    <a:pt x="73250" y="25061"/>
                    <a:pt x="109545" y="2145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15" name="Google Shape;2515;p53"/>
            <p:cNvSpPr/>
            <p:nvPr/>
          </p:nvSpPr>
          <p:spPr>
            <a:xfrm>
              <a:off x="228856" y="2983641"/>
              <a:ext cx="20797" cy="133891"/>
            </a:xfrm>
            <a:custGeom>
              <a:rect b="b" l="l" r="r" t="t"/>
              <a:pathLst>
                <a:path extrusionOk="0" h="133891" w="20797">
                  <a:moveTo>
                    <a:pt x="7259" y="133891"/>
                  </a:moveTo>
                  <a:cubicBezTo>
                    <a:pt x="17441" y="116309"/>
                    <a:pt x="25619" y="12680"/>
                    <a:pt x="17488" y="0"/>
                  </a:cubicBezTo>
                  <a:cubicBezTo>
                    <a:pt x="519" y="15791"/>
                    <a:pt x="-6434" y="110606"/>
                    <a:pt x="7259" y="1338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16" name="Google Shape;2516;p53"/>
            <p:cNvSpPr/>
            <p:nvPr/>
          </p:nvSpPr>
          <p:spPr>
            <a:xfrm>
              <a:off x="664239" y="3758117"/>
              <a:ext cx="86818" cy="39365"/>
            </a:xfrm>
            <a:custGeom>
              <a:rect b="b" l="l" r="r" t="t"/>
              <a:pathLst>
                <a:path extrusionOk="0" h="39365" w="86818">
                  <a:moveTo>
                    <a:pt x="80314" y="25642"/>
                  </a:moveTo>
                  <a:cubicBezTo>
                    <a:pt x="62284" y="9545"/>
                    <a:pt x="40719" y="2286"/>
                    <a:pt x="17292" y="0"/>
                  </a:cubicBezTo>
                  <a:cubicBezTo>
                    <a:pt x="13851" y="189"/>
                    <a:pt x="10481" y="-165"/>
                    <a:pt x="7512" y="707"/>
                  </a:cubicBezTo>
                  <a:cubicBezTo>
                    <a:pt x="4707" y="1532"/>
                    <a:pt x="912" y="3205"/>
                    <a:pt x="111" y="5421"/>
                  </a:cubicBezTo>
                  <a:cubicBezTo>
                    <a:pt x="-549" y="7259"/>
                    <a:pt x="1855" y="11431"/>
                    <a:pt x="4047" y="12892"/>
                  </a:cubicBezTo>
                  <a:cubicBezTo>
                    <a:pt x="26319" y="27740"/>
                    <a:pt x="50877" y="36625"/>
                    <a:pt x="77509" y="39335"/>
                  </a:cubicBezTo>
                  <a:cubicBezTo>
                    <a:pt x="80479" y="39642"/>
                    <a:pt x="83708" y="37521"/>
                    <a:pt x="86819" y="36531"/>
                  </a:cubicBezTo>
                  <a:cubicBezTo>
                    <a:pt x="85381" y="33561"/>
                    <a:pt x="84038" y="30568"/>
                    <a:pt x="82482" y="27669"/>
                  </a:cubicBezTo>
                  <a:cubicBezTo>
                    <a:pt x="82034" y="26821"/>
                    <a:pt x="81044" y="26302"/>
                    <a:pt x="80314" y="2564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17" name="Google Shape;2517;p53"/>
            <p:cNvSpPr/>
            <p:nvPr/>
          </p:nvSpPr>
          <p:spPr>
            <a:xfrm>
              <a:off x="920278" y="3664283"/>
              <a:ext cx="75865" cy="61617"/>
            </a:xfrm>
            <a:custGeom>
              <a:rect b="b" l="l" r="r" t="t"/>
              <a:pathLst>
                <a:path extrusionOk="0" h="61617" w="75865">
                  <a:moveTo>
                    <a:pt x="75866" y="8635"/>
                  </a:moveTo>
                  <a:cubicBezTo>
                    <a:pt x="75253" y="8305"/>
                    <a:pt x="74664" y="7951"/>
                    <a:pt x="74051" y="7621"/>
                  </a:cubicBezTo>
                  <a:cubicBezTo>
                    <a:pt x="74051" y="127"/>
                    <a:pt x="70445" y="-2254"/>
                    <a:pt x="63492" y="2342"/>
                  </a:cubicBezTo>
                  <a:cubicBezTo>
                    <a:pt x="49728" y="11487"/>
                    <a:pt x="36224" y="21126"/>
                    <a:pt x="23450" y="31543"/>
                  </a:cubicBezTo>
                  <a:cubicBezTo>
                    <a:pt x="15272" y="38213"/>
                    <a:pt x="8437" y="46556"/>
                    <a:pt x="1296" y="54404"/>
                  </a:cubicBezTo>
                  <a:cubicBezTo>
                    <a:pt x="117" y="55701"/>
                    <a:pt x="-331" y="58576"/>
                    <a:pt x="259" y="60249"/>
                  </a:cubicBezTo>
                  <a:cubicBezTo>
                    <a:pt x="612" y="61239"/>
                    <a:pt x="3652" y="61640"/>
                    <a:pt x="5467" y="61616"/>
                  </a:cubicBezTo>
                  <a:cubicBezTo>
                    <a:pt x="7376" y="61593"/>
                    <a:pt x="9332" y="60933"/>
                    <a:pt x="11171" y="60273"/>
                  </a:cubicBezTo>
                  <a:cubicBezTo>
                    <a:pt x="31769" y="53037"/>
                    <a:pt x="50105" y="41913"/>
                    <a:pt x="65495" y="26547"/>
                  </a:cubicBezTo>
                  <a:cubicBezTo>
                    <a:pt x="70233" y="21857"/>
                    <a:pt x="72495" y="14668"/>
                    <a:pt x="75866" y="863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18" name="Google Shape;2518;p53"/>
            <p:cNvSpPr/>
            <p:nvPr/>
          </p:nvSpPr>
          <p:spPr>
            <a:xfrm>
              <a:off x="623675" y="3585848"/>
              <a:ext cx="74872" cy="64444"/>
            </a:xfrm>
            <a:custGeom>
              <a:rect b="b" l="l" r="r" t="t"/>
              <a:pathLst>
                <a:path extrusionOk="0" h="64444" w="74872">
                  <a:moveTo>
                    <a:pt x="10862" y="31944"/>
                  </a:moveTo>
                  <a:cubicBezTo>
                    <a:pt x="14939" y="30719"/>
                    <a:pt x="20336" y="30907"/>
                    <a:pt x="24154" y="32628"/>
                  </a:cubicBezTo>
                  <a:cubicBezTo>
                    <a:pt x="29386" y="35008"/>
                    <a:pt x="33723" y="39392"/>
                    <a:pt x="38389" y="42998"/>
                  </a:cubicBezTo>
                  <a:cubicBezTo>
                    <a:pt x="46756" y="49432"/>
                    <a:pt x="54887" y="56172"/>
                    <a:pt x="63513" y="62182"/>
                  </a:cubicBezTo>
                  <a:cubicBezTo>
                    <a:pt x="66082" y="63973"/>
                    <a:pt x="70065" y="63738"/>
                    <a:pt x="73412" y="64445"/>
                  </a:cubicBezTo>
                  <a:cubicBezTo>
                    <a:pt x="73907" y="63549"/>
                    <a:pt x="74402" y="62653"/>
                    <a:pt x="74873" y="61758"/>
                  </a:cubicBezTo>
                  <a:cubicBezTo>
                    <a:pt x="72469" y="58105"/>
                    <a:pt x="70678" y="53792"/>
                    <a:pt x="67543" y="50940"/>
                  </a:cubicBezTo>
                  <a:cubicBezTo>
                    <a:pt x="50975" y="35762"/>
                    <a:pt x="34147" y="20867"/>
                    <a:pt x="17225" y="6090"/>
                  </a:cubicBezTo>
                  <a:cubicBezTo>
                    <a:pt x="14303" y="3521"/>
                    <a:pt x="10767" y="1258"/>
                    <a:pt x="7138" y="103"/>
                  </a:cubicBezTo>
                  <a:cubicBezTo>
                    <a:pt x="5299" y="-486"/>
                    <a:pt x="609" y="1588"/>
                    <a:pt x="539" y="2672"/>
                  </a:cubicBezTo>
                  <a:cubicBezTo>
                    <a:pt x="20" y="10733"/>
                    <a:pt x="-404" y="18934"/>
                    <a:pt x="657" y="26900"/>
                  </a:cubicBezTo>
                  <a:cubicBezTo>
                    <a:pt x="1293" y="31543"/>
                    <a:pt x="5064" y="33665"/>
                    <a:pt x="10862" y="3194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19" name="Google Shape;2519;p53"/>
            <p:cNvSpPr/>
            <p:nvPr/>
          </p:nvSpPr>
          <p:spPr>
            <a:xfrm>
              <a:off x="470006" y="2948303"/>
              <a:ext cx="44197" cy="79717"/>
            </a:xfrm>
            <a:custGeom>
              <a:rect b="b" l="l" r="r" t="t"/>
              <a:pathLst>
                <a:path extrusionOk="0" h="79717" w="44197">
                  <a:moveTo>
                    <a:pt x="14683" y="71728"/>
                  </a:moveTo>
                  <a:cubicBezTo>
                    <a:pt x="24087" y="52025"/>
                    <a:pt x="33538" y="32345"/>
                    <a:pt x="42611" y="12477"/>
                  </a:cubicBezTo>
                  <a:cubicBezTo>
                    <a:pt x="44261" y="8895"/>
                    <a:pt x="45817" y="4205"/>
                    <a:pt x="40726" y="1400"/>
                  </a:cubicBezTo>
                  <a:cubicBezTo>
                    <a:pt x="35470" y="-1499"/>
                    <a:pt x="31087" y="340"/>
                    <a:pt x="27763" y="4747"/>
                  </a:cubicBezTo>
                  <a:cubicBezTo>
                    <a:pt x="12868" y="24403"/>
                    <a:pt x="4855" y="46910"/>
                    <a:pt x="0" y="71916"/>
                  </a:cubicBezTo>
                  <a:cubicBezTo>
                    <a:pt x="943" y="74132"/>
                    <a:pt x="2145" y="76936"/>
                    <a:pt x="3323" y="79717"/>
                  </a:cubicBezTo>
                  <a:cubicBezTo>
                    <a:pt x="6033" y="78398"/>
                    <a:pt x="8885" y="77290"/>
                    <a:pt x="11431" y="75687"/>
                  </a:cubicBezTo>
                  <a:cubicBezTo>
                    <a:pt x="12798" y="74815"/>
                    <a:pt x="13952" y="73236"/>
                    <a:pt x="14683" y="717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20" name="Google Shape;2520;p53"/>
            <p:cNvSpPr/>
            <p:nvPr/>
          </p:nvSpPr>
          <p:spPr>
            <a:xfrm>
              <a:off x="316044" y="3208741"/>
              <a:ext cx="20637" cy="104784"/>
            </a:xfrm>
            <a:custGeom>
              <a:rect b="b" l="l" r="r" t="t"/>
              <a:pathLst>
                <a:path extrusionOk="0" h="104784" w="20637">
                  <a:moveTo>
                    <a:pt x="18680" y="72567"/>
                  </a:moveTo>
                  <a:cubicBezTo>
                    <a:pt x="21532" y="54089"/>
                    <a:pt x="21697" y="35659"/>
                    <a:pt x="16276" y="17535"/>
                  </a:cubicBezTo>
                  <a:cubicBezTo>
                    <a:pt x="13966" y="9828"/>
                    <a:pt x="10525" y="2805"/>
                    <a:pt x="2064" y="0"/>
                  </a:cubicBezTo>
                  <a:cubicBezTo>
                    <a:pt x="-3875" y="7683"/>
                    <a:pt x="3997" y="86001"/>
                    <a:pt x="13047" y="104784"/>
                  </a:cubicBezTo>
                  <a:cubicBezTo>
                    <a:pt x="15098" y="93118"/>
                    <a:pt x="17077" y="82866"/>
                    <a:pt x="18680" y="725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21" name="Google Shape;2521;p53"/>
            <p:cNvSpPr/>
            <p:nvPr/>
          </p:nvSpPr>
          <p:spPr>
            <a:xfrm>
              <a:off x="797812" y="3933889"/>
              <a:ext cx="62342" cy="39731"/>
            </a:xfrm>
            <a:custGeom>
              <a:rect b="b" l="l" r="r" t="t"/>
              <a:pathLst>
                <a:path extrusionOk="0" h="39731" w="62342">
                  <a:moveTo>
                    <a:pt x="58973" y="10299"/>
                  </a:moveTo>
                  <a:cubicBezTo>
                    <a:pt x="60811" y="8367"/>
                    <a:pt x="61259" y="5138"/>
                    <a:pt x="62343" y="2522"/>
                  </a:cubicBezTo>
                  <a:cubicBezTo>
                    <a:pt x="59774" y="1532"/>
                    <a:pt x="57181" y="566"/>
                    <a:pt x="55697" y="0"/>
                  </a:cubicBezTo>
                  <a:cubicBezTo>
                    <a:pt x="36913" y="2215"/>
                    <a:pt x="20226" y="6222"/>
                    <a:pt x="6580" y="17983"/>
                  </a:cubicBezTo>
                  <a:cubicBezTo>
                    <a:pt x="-231" y="23851"/>
                    <a:pt x="-1810" y="30002"/>
                    <a:pt x="2102" y="35564"/>
                  </a:cubicBezTo>
                  <a:cubicBezTo>
                    <a:pt x="6439" y="41716"/>
                    <a:pt x="12779" y="39783"/>
                    <a:pt x="18270" y="37780"/>
                  </a:cubicBezTo>
                  <a:cubicBezTo>
                    <a:pt x="34037" y="32006"/>
                    <a:pt x="47471" y="22437"/>
                    <a:pt x="58973" y="1029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22" name="Google Shape;2522;p53"/>
            <p:cNvSpPr/>
            <p:nvPr/>
          </p:nvSpPr>
          <p:spPr>
            <a:xfrm>
              <a:off x="652354" y="3096920"/>
              <a:ext cx="30903" cy="53823"/>
            </a:xfrm>
            <a:custGeom>
              <a:rect b="b" l="l" r="r" t="t"/>
              <a:pathLst>
                <a:path extrusionOk="0" h="53823" w="30903">
                  <a:moveTo>
                    <a:pt x="17464" y="956"/>
                  </a:moveTo>
                  <a:cubicBezTo>
                    <a:pt x="11501" y="-1212"/>
                    <a:pt x="6434" y="202"/>
                    <a:pt x="4101" y="6283"/>
                  </a:cubicBezTo>
                  <a:cubicBezTo>
                    <a:pt x="2192" y="11232"/>
                    <a:pt x="1485" y="16653"/>
                    <a:pt x="0" y="22827"/>
                  </a:cubicBezTo>
                  <a:cubicBezTo>
                    <a:pt x="1862" y="30676"/>
                    <a:pt x="3205" y="39184"/>
                    <a:pt x="5939" y="47221"/>
                  </a:cubicBezTo>
                  <a:cubicBezTo>
                    <a:pt x="8626" y="55069"/>
                    <a:pt x="14471" y="55964"/>
                    <a:pt x="19915" y="49672"/>
                  </a:cubicBezTo>
                  <a:cubicBezTo>
                    <a:pt x="27056" y="41423"/>
                    <a:pt x="30686" y="31571"/>
                    <a:pt x="30898" y="20588"/>
                  </a:cubicBezTo>
                  <a:cubicBezTo>
                    <a:pt x="31087" y="10548"/>
                    <a:pt x="26844" y="4350"/>
                    <a:pt x="17464" y="95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23" name="Google Shape;2523;p53"/>
            <p:cNvSpPr/>
            <p:nvPr/>
          </p:nvSpPr>
          <p:spPr>
            <a:xfrm>
              <a:off x="756478" y="2572234"/>
              <a:ext cx="108823" cy="22766"/>
            </a:xfrm>
            <a:custGeom>
              <a:rect b="b" l="l" r="r" t="t"/>
              <a:pathLst>
                <a:path extrusionOk="0" h="22766" w="108823">
                  <a:moveTo>
                    <a:pt x="0" y="2687"/>
                  </a:moveTo>
                  <a:cubicBezTo>
                    <a:pt x="35376" y="9357"/>
                    <a:pt x="70775" y="16003"/>
                    <a:pt x="106646" y="22767"/>
                  </a:cubicBezTo>
                  <a:cubicBezTo>
                    <a:pt x="110794" y="10134"/>
                    <a:pt x="109616" y="7683"/>
                    <a:pt x="97832" y="4337"/>
                  </a:cubicBezTo>
                  <a:cubicBezTo>
                    <a:pt x="95946" y="3794"/>
                    <a:pt x="94037" y="3017"/>
                    <a:pt x="92128" y="2946"/>
                  </a:cubicBezTo>
                  <a:cubicBezTo>
                    <a:pt x="61490" y="1909"/>
                    <a:pt x="30827" y="966"/>
                    <a:pt x="189" y="0"/>
                  </a:cubicBezTo>
                  <a:cubicBezTo>
                    <a:pt x="118" y="896"/>
                    <a:pt x="71" y="1791"/>
                    <a:pt x="0" y="268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24" name="Google Shape;2524;p53"/>
            <p:cNvSpPr/>
            <p:nvPr/>
          </p:nvSpPr>
          <p:spPr>
            <a:xfrm>
              <a:off x="1138920" y="2923280"/>
              <a:ext cx="36297" cy="52054"/>
            </a:xfrm>
            <a:custGeom>
              <a:rect b="b" l="l" r="r" t="t"/>
              <a:pathLst>
                <a:path extrusionOk="0" h="52054" w="36297">
                  <a:moveTo>
                    <a:pt x="6010" y="215"/>
                  </a:moveTo>
                  <a:cubicBezTo>
                    <a:pt x="2828" y="1205"/>
                    <a:pt x="1249" y="7474"/>
                    <a:pt x="0" y="9643"/>
                  </a:cubicBezTo>
                  <a:cubicBezTo>
                    <a:pt x="1862" y="26235"/>
                    <a:pt x="6293" y="38749"/>
                    <a:pt x="16946" y="48342"/>
                  </a:cubicBezTo>
                  <a:cubicBezTo>
                    <a:pt x="21141" y="52136"/>
                    <a:pt x="26043" y="53362"/>
                    <a:pt x="31204" y="50416"/>
                  </a:cubicBezTo>
                  <a:cubicBezTo>
                    <a:pt x="36366" y="47470"/>
                    <a:pt x="37426" y="42355"/>
                    <a:pt x="35187" y="37571"/>
                  </a:cubicBezTo>
                  <a:cubicBezTo>
                    <a:pt x="30026" y="26541"/>
                    <a:pt x="24676" y="15488"/>
                    <a:pt x="18148" y="5259"/>
                  </a:cubicBezTo>
                  <a:cubicBezTo>
                    <a:pt x="16097" y="2054"/>
                    <a:pt x="9357" y="-822"/>
                    <a:pt x="6010" y="21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25" name="Google Shape;2525;p53"/>
            <p:cNvSpPr/>
            <p:nvPr/>
          </p:nvSpPr>
          <p:spPr>
            <a:xfrm>
              <a:off x="206183" y="3138543"/>
              <a:ext cx="41622" cy="60471"/>
            </a:xfrm>
            <a:custGeom>
              <a:rect b="b" l="l" r="r" t="t"/>
              <a:pathLst>
                <a:path extrusionOk="0" h="60471" w="41622">
                  <a:moveTo>
                    <a:pt x="22461" y="1450"/>
                  </a:moveTo>
                  <a:cubicBezTo>
                    <a:pt x="12043" y="5739"/>
                    <a:pt x="5656" y="14389"/>
                    <a:pt x="0" y="24122"/>
                  </a:cubicBezTo>
                  <a:cubicBezTo>
                    <a:pt x="5421" y="21436"/>
                    <a:pt x="10724" y="18513"/>
                    <a:pt x="16286" y="16156"/>
                  </a:cubicBezTo>
                  <a:cubicBezTo>
                    <a:pt x="18360" y="15261"/>
                    <a:pt x="20976" y="15638"/>
                    <a:pt x="23333" y="15449"/>
                  </a:cubicBezTo>
                  <a:cubicBezTo>
                    <a:pt x="23498" y="17735"/>
                    <a:pt x="24157" y="20139"/>
                    <a:pt x="23686" y="22331"/>
                  </a:cubicBezTo>
                  <a:cubicBezTo>
                    <a:pt x="22720" y="26903"/>
                    <a:pt x="20457" y="31287"/>
                    <a:pt x="20057" y="35859"/>
                  </a:cubicBezTo>
                  <a:cubicBezTo>
                    <a:pt x="19491" y="42129"/>
                    <a:pt x="19185" y="48751"/>
                    <a:pt x="20552" y="54808"/>
                  </a:cubicBezTo>
                  <a:cubicBezTo>
                    <a:pt x="22060" y="61525"/>
                    <a:pt x="27481" y="62421"/>
                    <a:pt x="31016" y="56670"/>
                  </a:cubicBezTo>
                  <a:cubicBezTo>
                    <a:pt x="39830" y="42388"/>
                    <a:pt x="44120" y="26809"/>
                    <a:pt x="40113" y="10052"/>
                  </a:cubicBezTo>
                  <a:cubicBezTo>
                    <a:pt x="37945" y="931"/>
                    <a:pt x="31087" y="-2109"/>
                    <a:pt x="22461" y="14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26" name="Google Shape;2526;p53"/>
            <p:cNvSpPr/>
            <p:nvPr/>
          </p:nvSpPr>
          <p:spPr>
            <a:xfrm>
              <a:off x="273948" y="3156773"/>
              <a:ext cx="20357" cy="72849"/>
            </a:xfrm>
            <a:custGeom>
              <a:rect b="b" l="l" r="r" t="t"/>
              <a:pathLst>
                <a:path extrusionOk="0" h="72849" w="20357">
                  <a:moveTo>
                    <a:pt x="3576" y="71223"/>
                  </a:moveTo>
                  <a:cubicBezTo>
                    <a:pt x="4731" y="71765"/>
                    <a:pt x="5909" y="72307"/>
                    <a:pt x="7064" y="72849"/>
                  </a:cubicBezTo>
                  <a:cubicBezTo>
                    <a:pt x="8054" y="70846"/>
                    <a:pt x="8926" y="68772"/>
                    <a:pt x="10057" y="66863"/>
                  </a:cubicBezTo>
                  <a:cubicBezTo>
                    <a:pt x="20852" y="48433"/>
                    <a:pt x="23232" y="28918"/>
                    <a:pt x="16869" y="8626"/>
                  </a:cubicBezTo>
                  <a:cubicBezTo>
                    <a:pt x="15808" y="5209"/>
                    <a:pt x="11424" y="2852"/>
                    <a:pt x="8596" y="0"/>
                  </a:cubicBezTo>
                  <a:cubicBezTo>
                    <a:pt x="6004" y="3300"/>
                    <a:pt x="1431" y="6458"/>
                    <a:pt x="1196" y="9899"/>
                  </a:cubicBezTo>
                  <a:cubicBezTo>
                    <a:pt x="88" y="26019"/>
                    <a:pt x="-101" y="42234"/>
                    <a:pt x="41" y="58402"/>
                  </a:cubicBezTo>
                  <a:cubicBezTo>
                    <a:pt x="64" y="62668"/>
                    <a:pt x="2327" y="66934"/>
                    <a:pt x="3576" y="71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27" name="Google Shape;2527;p53"/>
            <p:cNvSpPr/>
            <p:nvPr/>
          </p:nvSpPr>
          <p:spPr>
            <a:xfrm>
              <a:off x="245628" y="2882038"/>
              <a:ext cx="39110" cy="60416"/>
            </a:xfrm>
            <a:custGeom>
              <a:rect b="b" l="l" r="r" t="t"/>
              <a:pathLst>
                <a:path extrusionOk="0" h="60416" w="39110">
                  <a:moveTo>
                    <a:pt x="37789" y="0"/>
                  </a:moveTo>
                  <a:cubicBezTo>
                    <a:pt x="34631" y="1673"/>
                    <a:pt x="33075" y="2074"/>
                    <a:pt x="32156" y="3064"/>
                  </a:cubicBezTo>
                  <a:cubicBezTo>
                    <a:pt x="18604" y="17653"/>
                    <a:pt x="6797" y="33420"/>
                    <a:pt x="457" y="52581"/>
                  </a:cubicBezTo>
                  <a:cubicBezTo>
                    <a:pt x="-274" y="54773"/>
                    <a:pt x="-180" y="58873"/>
                    <a:pt x="1117" y="59722"/>
                  </a:cubicBezTo>
                  <a:cubicBezTo>
                    <a:pt x="2861" y="60877"/>
                    <a:pt x="6372" y="60429"/>
                    <a:pt x="8682" y="59557"/>
                  </a:cubicBezTo>
                  <a:cubicBezTo>
                    <a:pt x="23789" y="53853"/>
                    <a:pt x="38944" y="31699"/>
                    <a:pt x="39109" y="15154"/>
                  </a:cubicBezTo>
                  <a:cubicBezTo>
                    <a:pt x="39156" y="10606"/>
                    <a:pt x="38354" y="6033"/>
                    <a:pt x="37789"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28" name="Google Shape;2528;p53"/>
            <p:cNvSpPr/>
            <p:nvPr/>
          </p:nvSpPr>
          <p:spPr>
            <a:xfrm>
              <a:off x="183763" y="2948213"/>
              <a:ext cx="43408" cy="40419"/>
            </a:xfrm>
            <a:custGeom>
              <a:rect b="b" l="l" r="r" t="t"/>
              <a:pathLst>
                <a:path extrusionOk="0" h="40419" w="43408">
                  <a:moveTo>
                    <a:pt x="7" y="30973"/>
                  </a:moveTo>
                  <a:cubicBezTo>
                    <a:pt x="-205" y="39741"/>
                    <a:pt x="4367" y="42734"/>
                    <a:pt x="12239" y="38562"/>
                  </a:cubicBezTo>
                  <a:cubicBezTo>
                    <a:pt x="24754" y="31940"/>
                    <a:pt x="34040" y="21805"/>
                    <a:pt x="41558" y="10045"/>
                  </a:cubicBezTo>
                  <a:cubicBezTo>
                    <a:pt x="45117" y="4483"/>
                    <a:pt x="43514" y="1560"/>
                    <a:pt x="37009" y="405"/>
                  </a:cubicBezTo>
                  <a:cubicBezTo>
                    <a:pt x="19215" y="-2729"/>
                    <a:pt x="455" y="12779"/>
                    <a:pt x="7" y="3097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29" name="Google Shape;2529;p53"/>
            <p:cNvSpPr/>
            <p:nvPr/>
          </p:nvSpPr>
          <p:spPr>
            <a:xfrm>
              <a:off x="725180" y="3917369"/>
              <a:ext cx="85599" cy="16684"/>
            </a:xfrm>
            <a:custGeom>
              <a:rect b="b" l="l" r="r" t="t"/>
              <a:pathLst>
                <a:path extrusionOk="0" h="16684" w="85599">
                  <a:moveTo>
                    <a:pt x="0" y="4194"/>
                  </a:moveTo>
                  <a:cubicBezTo>
                    <a:pt x="10818" y="16308"/>
                    <a:pt x="74099" y="21352"/>
                    <a:pt x="85600" y="11382"/>
                  </a:cubicBezTo>
                  <a:cubicBezTo>
                    <a:pt x="72897" y="1154"/>
                    <a:pt x="10464" y="-4314"/>
                    <a:pt x="0" y="41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30" name="Google Shape;2530;p53"/>
            <p:cNvSpPr/>
            <p:nvPr/>
          </p:nvSpPr>
          <p:spPr>
            <a:xfrm>
              <a:off x="302847" y="3044918"/>
              <a:ext cx="21216" cy="73438"/>
            </a:xfrm>
            <a:custGeom>
              <a:rect b="b" l="l" r="r" t="t"/>
              <a:pathLst>
                <a:path extrusionOk="0" h="73438" w="21216">
                  <a:moveTo>
                    <a:pt x="15238" y="73439"/>
                  </a:moveTo>
                  <a:cubicBezTo>
                    <a:pt x="16959" y="70021"/>
                    <a:pt x="18349" y="68254"/>
                    <a:pt x="18773" y="66274"/>
                  </a:cubicBezTo>
                  <a:cubicBezTo>
                    <a:pt x="23204" y="45652"/>
                    <a:pt x="21861" y="25477"/>
                    <a:pt x="12669" y="6340"/>
                  </a:cubicBezTo>
                  <a:cubicBezTo>
                    <a:pt x="11349" y="3582"/>
                    <a:pt x="7343" y="2098"/>
                    <a:pt x="4585" y="0"/>
                  </a:cubicBezTo>
                  <a:cubicBezTo>
                    <a:pt x="3006" y="3252"/>
                    <a:pt x="131" y="6481"/>
                    <a:pt x="37" y="9781"/>
                  </a:cubicBezTo>
                  <a:cubicBezTo>
                    <a:pt x="-482" y="29295"/>
                    <a:pt x="4585" y="47844"/>
                    <a:pt x="11019" y="66038"/>
                  </a:cubicBezTo>
                  <a:cubicBezTo>
                    <a:pt x="11774" y="68183"/>
                    <a:pt x="13282" y="70045"/>
                    <a:pt x="15238" y="7343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31" name="Google Shape;2531;p53"/>
            <p:cNvSpPr/>
            <p:nvPr/>
          </p:nvSpPr>
          <p:spPr>
            <a:xfrm>
              <a:off x="650280" y="3887752"/>
              <a:ext cx="53236" cy="30841"/>
            </a:xfrm>
            <a:custGeom>
              <a:rect b="b" l="l" r="r" t="t"/>
              <a:pathLst>
                <a:path extrusionOk="0" h="30841" w="53236">
                  <a:moveTo>
                    <a:pt x="47961" y="12223"/>
                  </a:moveTo>
                  <a:cubicBezTo>
                    <a:pt x="36601" y="3620"/>
                    <a:pt x="23663" y="-669"/>
                    <a:pt x="9404" y="85"/>
                  </a:cubicBezTo>
                  <a:cubicBezTo>
                    <a:pt x="6198" y="250"/>
                    <a:pt x="3135" y="2890"/>
                    <a:pt x="0" y="4398"/>
                  </a:cubicBezTo>
                  <a:cubicBezTo>
                    <a:pt x="1650" y="7721"/>
                    <a:pt x="2451" y="12223"/>
                    <a:pt x="5114" y="14202"/>
                  </a:cubicBezTo>
                  <a:cubicBezTo>
                    <a:pt x="18666" y="24313"/>
                    <a:pt x="35258" y="26199"/>
                    <a:pt x="50813" y="30841"/>
                  </a:cubicBezTo>
                  <a:cubicBezTo>
                    <a:pt x="54537" y="23182"/>
                    <a:pt x="54254" y="16983"/>
                    <a:pt x="47961" y="12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32" name="Google Shape;2532;p53"/>
            <p:cNvSpPr/>
            <p:nvPr/>
          </p:nvSpPr>
          <p:spPr>
            <a:xfrm>
              <a:off x="273793" y="2995072"/>
              <a:ext cx="15487" cy="74664"/>
            </a:xfrm>
            <a:custGeom>
              <a:rect b="b" l="l" r="r" t="t"/>
              <a:pathLst>
                <a:path extrusionOk="0" h="74664" w="15487">
                  <a:moveTo>
                    <a:pt x="5122" y="74664"/>
                  </a:moveTo>
                  <a:cubicBezTo>
                    <a:pt x="6843" y="71412"/>
                    <a:pt x="9199" y="68324"/>
                    <a:pt x="10142" y="64836"/>
                  </a:cubicBezTo>
                  <a:cubicBezTo>
                    <a:pt x="14809" y="47561"/>
                    <a:pt x="17000" y="29979"/>
                    <a:pt x="14337" y="12114"/>
                  </a:cubicBezTo>
                  <a:cubicBezTo>
                    <a:pt x="13607" y="7212"/>
                    <a:pt x="14361" y="71"/>
                    <a:pt x="7856" y="0"/>
                  </a:cubicBezTo>
                  <a:cubicBezTo>
                    <a:pt x="5381" y="-24"/>
                    <a:pt x="880" y="7471"/>
                    <a:pt x="668" y="11713"/>
                  </a:cubicBezTo>
                  <a:cubicBezTo>
                    <a:pt x="-252" y="29154"/>
                    <a:pt x="8" y="46665"/>
                    <a:pt x="126" y="64129"/>
                  </a:cubicBezTo>
                  <a:cubicBezTo>
                    <a:pt x="149" y="67405"/>
                    <a:pt x="1540" y="70681"/>
                    <a:pt x="2294" y="73957"/>
                  </a:cubicBezTo>
                  <a:cubicBezTo>
                    <a:pt x="3213" y="74216"/>
                    <a:pt x="4179" y="74429"/>
                    <a:pt x="5122" y="7466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33" name="Google Shape;2533;p53"/>
            <p:cNvSpPr/>
            <p:nvPr/>
          </p:nvSpPr>
          <p:spPr>
            <a:xfrm>
              <a:off x="844279" y="3812063"/>
              <a:ext cx="47590" cy="27176"/>
            </a:xfrm>
            <a:custGeom>
              <a:rect b="b" l="l" r="r" t="t"/>
              <a:pathLst>
                <a:path extrusionOk="0" h="27176" w="47590">
                  <a:moveTo>
                    <a:pt x="8004" y="2029"/>
                  </a:moveTo>
                  <a:cubicBezTo>
                    <a:pt x="-1187" y="4857"/>
                    <a:pt x="-2649" y="11527"/>
                    <a:pt x="4587" y="17726"/>
                  </a:cubicBezTo>
                  <a:cubicBezTo>
                    <a:pt x="11492" y="23641"/>
                    <a:pt x="19623" y="26870"/>
                    <a:pt x="30983" y="27176"/>
                  </a:cubicBezTo>
                  <a:cubicBezTo>
                    <a:pt x="32774" y="26634"/>
                    <a:pt x="37158" y="26352"/>
                    <a:pt x="40010" y="24160"/>
                  </a:cubicBezTo>
                  <a:cubicBezTo>
                    <a:pt x="43404" y="21544"/>
                    <a:pt x="47151" y="17443"/>
                    <a:pt x="47575" y="13625"/>
                  </a:cubicBezTo>
                  <a:cubicBezTo>
                    <a:pt x="47882" y="10891"/>
                    <a:pt x="43545" y="6436"/>
                    <a:pt x="40269" y="4740"/>
                  </a:cubicBezTo>
                  <a:cubicBezTo>
                    <a:pt x="30064" y="-563"/>
                    <a:pt x="19034" y="-1341"/>
                    <a:pt x="8004" y="20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34" name="Google Shape;2534;p53"/>
            <p:cNvSpPr/>
            <p:nvPr/>
          </p:nvSpPr>
          <p:spPr>
            <a:xfrm>
              <a:off x="272219" y="3249109"/>
              <a:ext cx="24684" cy="63238"/>
            </a:xfrm>
            <a:custGeom>
              <a:rect b="b" l="l" r="r" t="t"/>
              <a:pathLst>
                <a:path extrusionOk="0" h="63238" w="24684">
                  <a:moveTo>
                    <a:pt x="19753" y="63026"/>
                  </a:moveTo>
                  <a:cubicBezTo>
                    <a:pt x="21167" y="57417"/>
                    <a:pt x="23170" y="51855"/>
                    <a:pt x="23901" y="46151"/>
                  </a:cubicBezTo>
                  <a:cubicBezTo>
                    <a:pt x="26022" y="29418"/>
                    <a:pt x="24608" y="13509"/>
                    <a:pt x="9925" y="2102"/>
                  </a:cubicBezTo>
                  <a:cubicBezTo>
                    <a:pt x="8039" y="641"/>
                    <a:pt x="4858" y="-396"/>
                    <a:pt x="2713" y="146"/>
                  </a:cubicBezTo>
                  <a:cubicBezTo>
                    <a:pt x="1346" y="476"/>
                    <a:pt x="-68" y="4105"/>
                    <a:pt x="3" y="6203"/>
                  </a:cubicBezTo>
                  <a:cubicBezTo>
                    <a:pt x="497" y="26849"/>
                    <a:pt x="8958" y="45044"/>
                    <a:pt x="17255" y="63238"/>
                  </a:cubicBezTo>
                  <a:cubicBezTo>
                    <a:pt x="18056" y="63191"/>
                    <a:pt x="18904" y="63120"/>
                    <a:pt x="19753" y="6302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35" name="Google Shape;2535;p53"/>
            <p:cNvSpPr/>
            <p:nvPr/>
          </p:nvSpPr>
          <p:spPr>
            <a:xfrm>
              <a:off x="353673" y="2233375"/>
              <a:ext cx="66415" cy="25761"/>
            </a:xfrm>
            <a:custGeom>
              <a:rect b="b" l="l" r="r" t="t"/>
              <a:pathLst>
                <a:path extrusionOk="0" h="25761" w="66415">
                  <a:moveTo>
                    <a:pt x="66415" y="2140"/>
                  </a:moveTo>
                  <a:cubicBezTo>
                    <a:pt x="52816" y="-5685"/>
                    <a:pt x="7966" y="9352"/>
                    <a:pt x="0" y="24600"/>
                  </a:cubicBezTo>
                  <a:cubicBezTo>
                    <a:pt x="19208" y="29502"/>
                    <a:pt x="52887" y="18284"/>
                    <a:pt x="66415" y="214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36" name="Google Shape;2536;p53"/>
            <p:cNvSpPr/>
            <p:nvPr/>
          </p:nvSpPr>
          <p:spPr>
            <a:xfrm>
              <a:off x="744105" y="2539634"/>
              <a:ext cx="66910" cy="16852"/>
            </a:xfrm>
            <a:custGeom>
              <a:rect b="b" l="l" r="r" t="t"/>
              <a:pathLst>
                <a:path extrusionOk="0" h="16852" w="66910">
                  <a:moveTo>
                    <a:pt x="19090" y="4224"/>
                  </a:moveTo>
                  <a:cubicBezTo>
                    <a:pt x="12562" y="5285"/>
                    <a:pt x="6340" y="8372"/>
                    <a:pt x="0" y="10540"/>
                  </a:cubicBezTo>
                  <a:cubicBezTo>
                    <a:pt x="118" y="11931"/>
                    <a:pt x="212" y="13298"/>
                    <a:pt x="330" y="14688"/>
                  </a:cubicBezTo>
                  <a:cubicBezTo>
                    <a:pt x="12468" y="15490"/>
                    <a:pt x="24605" y="17045"/>
                    <a:pt x="36719" y="16833"/>
                  </a:cubicBezTo>
                  <a:cubicBezTo>
                    <a:pt x="44662" y="16715"/>
                    <a:pt x="52722" y="14547"/>
                    <a:pt x="60429" y="12285"/>
                  </a:cubicBezTo>
                  <a:cubicBezTo>
                    <a:pt x="63045" y="11530"/>
                    <a:pt x="64789" y="7736"/>
                    <a:pt x="66910" y="5308"/>
                  </a:cubicBezTo>
                  <a:cubicBezTo>
                    <a:pt x="64059" y="3446"/>
                    <a:pt x="61112" y="-160"/>
                    <a:pt x="58402" y="5"/>
                  </a:cubicBezTo>
                  <a:cubicBezTo>
                    <a:pt x="45251" y="807"/>
                    <a:pt x="32100" y="2127"/>
                    <a:pt x="19090" y="422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37" name="Google Shape;2537;p53"/>
            <p:cNvSpPr/>
            <p:nvPr/>
          </p:nvSpPr>
          <p:spPr>
            <a:xfrm>
              <a:off x="1155324" y="3913500"/>
              <a:ext cx="33592" cy="33118"/>
            </a:xfrm>
            <a:custGeom>
              <a:rect b="b" l="l" r="r" t="t"/>
              <a:pathLst>
                <a:path extrusionOk="0" h="33118" w="33592">
                  <a:moveTo>
                    <a:pt x="22248" y="3"/>
                  </a:moveTo>
                  <a:cubicBezTo>
                    <a:pt x="12091" y="-186"/>
                    <a:pt x="-23" y="9053"/>
                    <a:pt x="0" y="16925"/>
                  </a:cubicBezTo>
                  <a:cubicBezTo>
                    <a:pt x="24" y="24137"/>
                    <a:pt x="10182" y="32975"/>
                    <a:pt x="18525" y="33116"/>
                  </a:cubicBezTo>
                  <a:cubicBezTo>
                    <a:pt x="27528" y="33258"/>
                    <a:pt x="33326" y="26258"/>
                    <a:pt x="33585" y="14992"/>
                  </a:cubicBezTo>
                  <a:cubicBezTo>
                    <a:pt x="33797" y="5518"/>
                    <a:pt x="29720" y="144"/>
                    <a:pt x="22248" y="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38" name="Google Shape;2538;p53"/>
            <p:cNvSpPr/>
            <p:nvPr/>
          </p:nvSpPr>
          <p:spPr>
            <a:xfrm>
              <a:off x="614610" y="2571373"/>
              <a:ext cx="41969" cy="39442"/>
            </a:xfrm>
            <a:custGeom>
              <a:rect b="b" l="l" r="r" t="t"/>
              <a:pathLst>
                <a:path extrusionOk="0" h="39442" w="41969">
                  <a:moveTo>
                    <a:pt x="670" y="31900"/>
                  </a:moveTo>
                  <a:cubicBezTo>
                    <a:pt x="-861" y="35718"/>
                    <a:pt x="-37" y="39419"/>
                    <a:pt x="5973" y="39442"/>
                  </a:cubicBezTo>
                  <a:cubicBezTo>
                    <a:pt x="6704" y="39230"/>
                    <a:pt x="7906" y="39018"/>
                    <a:pt x="9037" y="38547"/>
                  </a:cubicBezTo>
                  <a:cubicBezTo>
                    <a:pt x="23320" y="32749"/>
                    <a:pt x="33831" y="22591"/>
                    <a:pt x="41279" y="9346"/>
                  </a:cubicBezTo>
                  <a:cubicBezTo>
                    <a:pt x="42575" y="7036"/>
                    <a:pt x="41632" y="3453"/>
                    <a:pt x="41726" y="460"/>
                  </a:cubicBezTo>
                  <a:cubicBezTo>
                    <a:pt x="38686" y="460"/>
                    <a:pt x="34821" y="-718"/>
                    <a:pt x="32770" y="696"/>
                  </a:cubicBezTo>
                  <a:cubicBezTo>
                    <a:pt x="24121" y="6635"/>
                    <a:pt x="15683" y="12999"/>
                    <a:pt x="7859" y="19998"/>
                  </a:cubicBezTo>
                  <a:cubicBezTo>
                    <a:pt x="4536" y="22968"/>
                    <a:pt x="2367" y="27635"/>
                    <a:pt x="670" y="3190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39" name="Google Shape;2539;p53"/>
            <p:cNvSpPr/>
            <p:nvPr/>
          </p:nvSpPr>
          <p:spPr>
            <a:xfrm>
              <a:off x="601629" y="3717698"/>
              <a:ext cx="41788" cy="33354"/>
            </a:xfrm>
            <a:custGeom>
              <a:rect b="b" l="l" r="r" t="t"/>
              <a:pathLst>
                <a:path extrusionOk="0" h="33354" w="41788">
                  <a:moveTo>
                    <a:pt x="6" y="6552"/>
                  </a:moveTo>
                  <a:cubicBezTo>
                    <a:pt x="760" y="17983"/>
                    <a:pt x="20298" y="34622"/>
                    <a:pt x="31729" y="33278"/>
                  </a:cubicBezTo>
                  <a:cubicBezTo>
                    <a:pt x="35146" y="32878"/>
                    <a:pt x="39082" y="30285"/>
                    <a:pt x="41156" y="27504"/>
                  </a:cubicBezTo>
                  <a:cubicBezTo>
                    <a:pt x="42429" y="25784"/>
                    <a:pt x="41651" y="20787"/>
                    <a:pt x="39977" y="18949"/>
                  </a:cubicBezTo>
                  <a:cubicBezTo>
                    <a:pt x="30739" y="8815"/>
                    <a:pt x="18648" y="3630"/>
                    <a:pt x="3706" y="0"/>
                  </a:cubicBezTo>
                  <a:cubicBezTo>
                    <a:pt x="2410" y="2145"/>
                    <a:pt x="-136" y="4454"/>
                    <a:pt x="6" y="655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40" name="Google Shape;2540;p53"/>
            <p:cNvSpPr/>
            <p:nvPr/>
          </p:nvSpPr>
          <p:spPr>
            <a:xfrm>
              <a:off x="205446" y="2886289"/>
              <a:ext cx="39182" cy="41739"/>
            </a:xfrm>
            <a:custGeom>
              <a:rect b="b" l="l" r="r" t="t"/>
              <a:pathLst>
                <a:path extrusionOk="0" h="41739" w="39182">
                  <a:moveTo>
                    <a:pt x="37857" y="10692"/>
                  </a:moveTo>
                  <a:cubicBezTo>
                    <a:pt x="38564" y="9137"/>
                    <a:pt x="38918" y="7440"/>
                    <a:pt x="39177" y="6615"/>
                  </a:cubicBezTo>
                  <a:cubicBezTo>
                    <a:pt x="39319" y="416"/>
                    <a:pt x="36443" y="-1493"/>
                    <a:pt x="30716" y="1171"/>
                  </a:cubicBezTo>
                  <a:cubicBezTo>
                    <a:pt x="16764" y="7699"/>
                    <a:pt x="6983" y="18587"/>
                    <a:pt x="643" y="32446"/>
                  </a:cubicBezTo>
                  <a:cubicBezTo>
                    <a:pt x="-535" y="34991"/>
                    <a:pt x="290" y="38455"/>
                    <a:pt x="172" y="41496"/>
                  </a:cubicBezTo>
                  <a:cubicBezTo>
                    <a:pt x="3377" y="41402"/>
                    <a:pt x="7195" y="42368"/>
                    <a:pt x="9717" y="41001"/>
                  </a:cubicBezTo>
                  <a:cubicBezTo>
                    <a:pt x="22491" y="34190"/>
                    <a:pt x="31871" y="23914"/>
                    <a:pt x="37857" y="1069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41" name="Google Shape;2541;p53"/>
            <p:cNvSpPr/>
            <p:nvPr/>
          </p:nvSpPr>
          <p:spPr>
            <a:xfrm>
              <a:off x="456519" y="3259342"/>
              <a:ext cx="27537" cy="63021"/>
            </a:xfrm>
            <a:custGeom>
              <a:rect b="b" l="l" r="r" t="t"/>
              <a:pathLst>
                <a:path extrusionOk="0" h="63021" w="27537">
                  <a:moveTo>
                    <a:pt x="1916" y="0"/>
                  </a:moveTo>
                  <a:cubicBezTo>
                    <a:pt x="1279" y="4337"/>
                    <a:pt x="-606" y="8909"/>
                    <a:pt x="195" y="12939"/>
                  </a:cubicBezTo>
                  <a:cubicBezTo>
                    <a:pt x="3518" y="29366"/>
                    <a:pt x="11178" y="44049"/>
                    <a:pt x="20346" y="57931"/>
                  </a:cubicBezTo>
                  <a:cubicBezTo>
                    <a:pt x="21595" y="59816"/>
                    <a:pt x="23433" y="61348"/>
                    <a:pt x="24989" y="63021"/>
                  </a:cubicBezTo>
                  <a:cubicBezTo>
                    <a:pt x="25625" y="62691"/>
                    <a:pt x="26238" y="62338"/>
                    <a:pt x="26874" y="62008"/>
                  </a:cubicBezTo>
                  <a:cubicBezTo>
                    <a:pt x="27110" y="60123"/>
                    <a:pt x="27581" y="58237"/>
                    <a:pt x="27534" y="56352"/>
                  </a:cubicBezTo>
                  <a:cubicBezTo>
                    <a:pt x="27134" y="38558"/>
                    <a:pt x="20652" y="22626"/>
                    <a:pt x="11720" y="7660"/>
                  </a:cubicBezTo>
                  <a:cubicBezTo>
                    <a:pt x="9764" y="4337"/>
                    <a:pt x="5262" y="2522"/>
                    <a:pt x="1916"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42" name="Google Shape;2542;p53"/>
            <p:cNvSpPr/>
            <p:nvPr/>
          </p:nvSpPr>
          <p:spPr>
            <a:xfrm>
              <a:off x="1059613" y="2484313"/>
              <a:ext cx="49611" cy="25818"/>
            </a:xfrm>
            <a:custGeom>
              <a:rect b="b" l="l" r="r" t="t"/>
              <a:pathLst>
                <a:path extrusionOk="0" h="25818" w="49611">
                  <a:moveTo>
                    <a:pt x="43413" y="10688"/>
                  </a:moveTo>
                  <a:cubicBezTo>
                    <a:pt x="33773" y="3334"/>
                    <a:pt x="22555" y="-719"/>
                    <a:pt x="10323" y="106"/>
                  </a:cubicBezTo>
                  <a:cubicBezTo>
                    <a:pt x="6764" y="341"/>
                    <a:pt x="3441" y="3712"/>
                    <a:pt x="0" y="5644"/>
                  </a:cubicBezTo>
                  <a:cubicBezTo>
                    <a:pt x="2239" y="8684"/>
                    <a:pt x="3818" y="13233"/>
                    <a:pt x="6811" y="14506"/>
                  </a:cubicBezTo>
                  <a:cubicBezTo>
                    <a:pt x="17087" y="18913"/>
                    <a:pt x="27858" y="22165"/>
                    <a:pt x="38346" y="25819"/>
                  </a:cubicBezTo>
                  <a:cubicBezTo>
                    <a:pt x="42988" y="23674"/>
                    <a:pt x="46288" y="22142"/>
                    <a:pt x="49611" y="20610"/>
                  </a:cubicBezTo>
                  <a:cubicBezTo>
                    <a:pt x="47584" y="17240"/>
                    <a:pt x="46312" y="12880"/>
                    <a:pt x="43413" y="1068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43" name="Google Shape;2543;p53"/>
            <p:cNvSpPr/>
            <p:nvPr/>
          </p:nvSpPr>
          <p:spPr>
            <a:xfrm>
              <a:off x="1216188" y="3885281"/>
              <a:ext cx="33982" cy="29824"/>
            </a:xfrm>
            <a:custGeom>
              <a:rect b="b" l="l" r="r" t="t"/>
              <a:pathLst>
                <a:path extrusionOk="0" h="29824" w="33982">
                  <a:moveTo>
                    <a:pt x="18867" y="270"/>
                  </a:moveTo>
                  <a:cubicBezTo>
                    <a:pt x="10170" y="1849"/>
                    <a:pt x="4208" y="7246"/>
                    <a:pt x="1144" y="15448"/>
                  </a:cubicBezTo>
                  <a:cubicBezTo>
                    <a:pt x="-2014" y="23862"/>
                    <a:pt x="1379" y="28340"/>
                    <a:pt x="11184" y="29825"/>
                  </a:cubicBezTo>
                  <a:cubicBezTo>
                    <a:pt x="17217" y="26808"/>
                    <a:pt x="23604" y="24333"/>
                    <a:pt x="29143" y="20562"/>
                  </a:cubicBezTo>
                  <a:cubicBezTo>
                    <a:pt x="33762" y="17404"/>
                    <a:pt x="35365" y="11936"/>
                    <a:pt x="32678" y="6657"/>
                  </a:cubicBezTo>
                  <a:cubicBezTo>
                    <a:pt x="29921" y="1260"/>
                    <a:pt x="24688" y="-791"/>
                    <a:pt x="18867" y="27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44" name="Google Shape;2544;p53"/>
            <p:cNvSpPr/>
            <p:nvPr/>
          </p:nvSpPr>
          <p:spPr>
            <a:xfrm>
              <a:off x="177611" y="3034557"/>
              <a:ext cx="27300" cy="35124"/>
            </a:xfrm>
            <a:custGeom>
              <a:rect b="b" l="l" r="r" t="t"/>
              <a:pathLst>
                <a:path extrusionOk="0" h="35124" w="27300">
                  <a:moveTo>
                    <a:pt x="10590" y="4021"/>
                  </a:moveTo>
                  <a:cubicBezTo>
                    <a:pt x="6772" y="7627"/>
                    <a:pt x="3567" y="12270"/>
                    <a:pt x="1304" y="17031"/>
                  </a:cubicBezTo>
                  <a:cubicBezTo>
                    <a:pt x="-1925" y="23819"/>
                    <a:pt x="1116" y="30866"/>
                    <a:pt x="7408" y="33812"/>
                  </a:cubicBezTo>
                  <a:cubicBezTo>
                    <a:pt x="13984" y="36875"/>
                    <a:pt x="20347" y="34542"/>
                    <a:pt x="23741" y="27189"/>
                  </a:cubicBezTo>
                  <a:cubicBezTo>
                    <a:pt x="25556" y="23253"/>
                    <a:pt x="26310" y="18822"/>
                    <a:pt x="27300" y="15452"/>
                  </a:cubicBezTo>
                  <a:cubicBezTo>
                    <a:pt x="26782" y="12482"/>
                    <a:pt x="26593" y="10503"/>
                    <a:pt x="26098" y="8641"/>
                  </a:cubicBezTo>
                  <a:cubicBezTo>
                    <a:pt x="23529" y="-787"/>
                    <a:pt x="17731" y="-2766"/>
                    <a:pt x="10590" y="402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45" name="Google Shape;2545;p53"/>
            <p:cNvSpPr/>
            <p:nvPr/>
          </p:nvSpPr>
          <p:spPr>
            <a:xfrm>
              <a:off x="703551" y="3938976"/>
              <a:ext cx="27543" cy="34163"/>
            </a:xfrm>
            <a:custGeom>
              <a:rect b="b" l="l" r="r" t="t"/>
              <a:pathLst>
                <a:path extrusionOk="0" h="34163" w="27543">
                  <a:moveTo>
                    <a:pt x="11895" y="970"/>
                  </a:moveTo>
                  <a:cubicBezTo>
                    <a:pt x="7370" y="-1387"/>
                    <a:pt x="4329" y="829"/>
                    <a:pt x="2161" y="4623"/>
                  </a:cubicBezTo>
                  <a:cubicBezTo>
                    <a:pt x="-2058" y="11953"/>
                    <a:pt x="87" y="27037"/>
                    <a:pt x="6969" y="31892"/>
                  </a:cubicBezTo>
                  <a:cubicBezTo>
                    <a:pt x="9962" y="33989"/>
                    <a:pt x="15618" y="34885"/>
                    <a:pt x="18824" y="33494"/>
                  </a:cubicBezTo>
                  <a:cubicBezTo>
                    <a:pt x="22713" y="31821"/>
                    <a:pt x="25305" y="27131"/>
                    <a:pt x="27544" y="24727"/>
                  </a:cubicBezTo>
                  <a:cubicBezTo>
                    <a:pt x="25211" y="13014"/>
                    <a:pt x="20591" y="5519"/>
                    <a:pt x="11895" y="97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46" name="Google Shape;2546;p53"/>
            <p:cNvSpPr/>
            <p:nvPr/>
          </p:nvSpPr>
          <p:spPr>
            <a:xfrm>
              <a:off x="392632" y="3641995"/>
              <a:ext cx="27649" cy="35120"/>
            </a:xfrm>
            <a:custGeom>
              <a:rect b="b" l="l" r="r" t="t"/>
              <a:pathLst>
                <a:path extrusionOk="0" h="35120" w="27649">
                  <a:moveTo>
                    <a:pt x="14023" y="2029"/>
                  </a:moveTo>
                  <a:cubicBezTo>
                    <a:pt x="9993" y="-2001"/>
                    <a:pt x="4431" y="332"/>
                    <a:pt x="2310" y="5870"/>
                  </a:cubicBezTo>
                  <a:cubicBezTo>
                    <a:pt x="1273" y="8581"/>
                    <a:pt x="919" y="11574"/>
                    <a:pt x="0" y="15580"/>
                  </a:cubicBezTo>
                  <a:cubicBezTo>
                    <a:pt x="1461" y="19681"/>
                    <a:pt x="2640" y="24796"/>
                    <a:pt x="5020" y="29227"/>
                  </a:cubicBezTo>
                  <a:cubicBezTo>
                    <a:pt x="7943" y="34647"/>
                    <a:pt x="13033" y="36391"/>
                    <a:pt x="18996" y="34199"/>
                  </a:cubicBezTo>
                  <a:cubicBezTo>
                    <a:pt x="24912" y="32031"/>
                    <a:pt x="29460" y="25503"/>
                    <a:pt x="26939" y="20200"/>
                  </a:cubicBezTo>
                  <a:cubicBezTo>
                    <a:pt x="23804" y="13577"/>
                    <a:pt x="19255" y="7237"/>
                    <a:pt x="14023" y="20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47" name="Google Shape;2547;p53"/>
            <p:cNvSpPr/>
            <p:nvPr/>
          </p:nvSpPr>
          <p:spPr>
            <a:xfrm>
              <a:off x="487847" y="3196528"/>
              <a:ext cx="26544" cy="35131"/>
            </a:xfrm>
            <a:custGeom>
              <a:rect b="b" l="l" r="r" t="t"/>
              <a:pathLst>
                <a:path extrusionOk="0" h="35131" w="26544">
                  <a:moveTo>
                    <a:pt x="17959" y="34321"/>
                  </a:moveTo>
                  <a:cubicBezTo>
                    <a:pt x="24370" y="32035"/>
                    <a:pt x="28423" y="25930"/>
                    <a:pt x="25666" y="19213"/>
                  </a:cubicBezTo>
                  <a:cubicBezTo>
                    <a:pt x="23120" y="12944"/>
                    <a:pt x="18666" y="7005"/>
                    <a:pt x="13740" y="2315"/>
                  </a:cubicBezTo>
                  <a:cubicBezTo>
                    <a:pt x="8838" y="-2351"/>
                    <a:pt x="2687" y="430"/>
                    <a:pt x="943" y="7147"/>
                  </a:cubicBezTo>
                  <a:cubicBezTo>
                    <a:pt x="330" y="9503"/>
                    <a:pt x="424" y="12025"/>
                    <a:pt x="0" y="16220"/>
                  </a:cubicBezTo>
                  <a:cubicBezTo>
                    <a:pt x="707" y="18860"/>
                    <a:pt x="1296" y="23291"/>
                    <a:pt x="3040" y="27227"/>
                  </a:cubicBezTo>
                  <a:cubicBezTo>
                    <a:pt x="6222" y="34226"/>
                    <a:pt x="11690" y="36536"/>
                    <a:pt x="17959" y="3432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48" name="Google Shape;2548;p53"/>
            <p:cNvSpPr/>
            <p:nvPr/>
          </p:nvSpPr>
          <p:spPr>
            <a:xfrm>
              <a:off x="1054659" y="3920419"/>
              <a:ext cx="34603" cy="26311"/>
            </a:xfrm>
            <a:custGeom>
              <a:rect b="b" l="l" r="r" t="t"/>
              <a:pathLst>
                <a:path extrusionOk="0" h="26311" w="34603">
                  <a:moveTo>
                    <a:pt x="27981" y="1167"/>
                  </a:moveTo>
                  <a:cubicBezTo>
                    <a:pt x="20462" y="-836"/>
                    <a:pt x="12756" y="-482"/>
                    <a:pt x="5874" y="3972"/>
                  </a:cubicBezTo>
                  <a:cubicBezTo>
                    <a:pt x="-2352" y="9299"/>
                    <a:pt x="-1833" y="20493"/>
                    <a:pt x="6769" y="25160"/>
                  </a:cubicBezTo>
                  <a:cubicBezTo>
                    <a:pt x="15631" y="29968"/>
                    <a:pt x="34368" y="18938"/>
                    <a:pt x="34603" y="6635"/>
                  </a:cubicBezTo>
                  <a:cubicBezTo>
                    <a:pt x="33119" y="5339"/>
                    <a:pt x="30903" y="1922"/>
                    <a:pt x="27981" y="11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49" name="Google Shape;2549;p53"/>
            <p:cNvSpPr/>
            <p:nvPr/>
          </p:nvSpPr>
          <p:spPr>
            <a:xfrm>
              <a:off x="1017722" y="3345274"/>
              <a:ext cx="18939" cy="46993"/>
            </a:xfrm>
            <a:custGeom>
              <a:rect b="b" l="l" r="r" t="t"/>
              <a:pathLst>
                <a:path extrusionOk="0" h="46993" w="18939">
                  <a:moveTo>
                    <a:pt x="14034" y="46994"/>
                  </a:moveTo>
                  <a:cubicBezTo>
                    <a:pt x="14693" y="46051"/>
                    <a:pt x="15919" y="45132"/>
                    <a:pt x="15990" y="44118"/>
                  </a:cubicBezTo>
                  <a:cubicBezTo>
                    <a:pt x="17145" y="30873"/>
                    <a:pt x="18582" y="17651"/>
                    <a:pt x="18936" y="4382"/>
                  </a:cubicBezTo>
                  <a:cubicBezTo>
                    <a:pt x="19077" y="-1180"/>
                    <a:pt x="14788" y="-732"/>
                    <a:pt x="11040" y="1790"/>
                  </a:cubicBezTo>
                  <a:cubicBezTo>
                    <a:pt x="-4868" y="12513"/>
                    <a:pt x="-3336" y="37519"/>
                    <a:pt x="14034" y="469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50" name="Google Shape;2550;p53"/>
            <p:cNvSpPr/>
            <p:nvPr/>
          </p:nvSpPr>
          <p:spPr>
            <a:xfrm>
              <a:off x="663655" y="3166531"/>
              <a:ext cx="22848" cy="48833"/>
            </a:xfrm>
            <a:custGeom>
              <a:rect b="b" l="l" r="r" t="t"/>
              <a:pathLst>
                <a:path extrusionOk="0" h="48833" w="22848">
                  <a:moveTo>
                    <a:pt x="271" y="754"/>
                  </a:moveTo>
                  <a:cubicBezTo>
                    <a:pt x="271" y="7283"/>
                    <a:pt x="-437" y="13905"/>
                    <a:pt x="436" y="20316"/>
                  </a:cubicBezTo>
                  <a:cubicBezTo>
                    <a:pt x="1802" y="30309"/>
                    <a:pt x="3711" y="40420"/>
                    <a:pt x="13209" y="46665"/>
                  </a:cubicBezTo>
                  <a:cubicBezTo>
                    <a:pt x="19149" y="50577"/>
                    <a:pt x="22849" y="49234"/>
                    <a:pt x="22849" y="42329"/>
                  </a:cubicBezTo>
                  <a:cubicBezTo>
                    <a:pt x="22872" y="25336"/>
                    <a:pt x="12974" y="12845"/>
                    <a:pt x="4065" y="0"/>
                  </a:cubicBezTo>
                  <a:cubicBezTo>
                    <a:pt x="2816" y="259"/>
                    <a:pt x="1543" y="519"/>
                    <a:pt x="271" y="75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51" name="Google Shape;2551;p53"/>
            <p:cNvSpPr/>
            <p:nvPr/>
          </p:nvSpPr>
          <p:spPr>
            <a:xfrm>
              <a:off x="1365507" y="3612300"/>
              <a:ext cx="34833" cy="38957"/>
            </a:xfrm>
            <a:custGeom>
              <a:rect b="b" l="l" r="r" t="t"/>
              <a:pathLst>
                <a:path extrusionOk="0" h="38957" w="34833">
                  <a:moveTo>
                    <a:pt x="988" y="29837"/>
                  </a:moveTo>
                  <a:cubicBezTo>
                    <a:pt x="-285" y="31487"/>
                    <a:pt x="-332" y="35635"/>
                    <a:pt x="870" y="37214"/>
                  </a:cubicBezTo>
                  <a:cubicBezTo>
                    <a:pt x="2025" y="38723"/>
                    <a:pt x="5819" y="39312"/>
                    <a:pt x="8035" y="38746"/>
                  </a:cubicBezTo>
                  <a:cubicBezTo>
                    <a:pt x="21728" y="35235"/>
                    <a:pt x="34997" y="16616"/>
                    <a:pt x="34832" y="0"/>
                  </a:cubicBezTo>
                  <a:cubicBezTo>
                    <a:pt x="21209" y="8555"/>
                    <a:pt x="10062" y="18077"/>
                    <a:pt x="988" y="2983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52" name="Google Shape;2552;p53"/>
            <p:cNvSpPr/>
            <p:nvPr/>
          </p:nvSpPr>
          <p:spPr>
            <a:xfrm>
              <a:off x="852306" y="3967506"/>
              <a:ext cx="34710" cy="20637"/>
            </a:xfrm>
            <a:custGeom>
              <a:rect b="b" l="l" r="r" t="t"/>
              <a:pathLst>
                <a:path extrusionOk="0" h="20637" w="34710">
                  <a:moveTo>
                    <a:pt x="1321" y="8806"/>
                  </a:moveTo>
                  <a:cubicBezTo>
                    <a:pt x="-1012" y="13072"/>
                    <a:pt x="-470" y="16536"/>
                    <a:pt x="4691" y="17880"/>
                  </a:cubicBezTo>
                  <a:cubicBezTo>
                    <a:pt x="9193" y="19035"/>
                    <a:pt x="13788" y="19742"/>
                    <a:pt x="18314" y="20637"/>
                  </a:cubicBezTo>
                  <a:cubicBezTo>
                    <a:pt x="21637" y="20072"/>
                    <a:pt x="24889" y="19907"/>
                    <a:pt x="27859" y="18940"/>
                  </a:cubicBezTo>
                  <a:cubicBezTo>
                    <a:pt x="35518" y="16466"/>
                    <a:pt x="36933" y="9749"/>
                    <a:pt x="31205" y="4257"/>
                  </a:cubicBezTo>
                  <a:cubicBezTo>
                    <a:pt x="23522" y="-3096"/>
                    <a:pt x="6412" y="-503"/>
                    <a:pt x="1321" y="880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53" name="Google Shape;2553;p53"/>
            <p:cNvSpPr/>
            <p:nvPr/>
          </p:nvSpPr>
          <p:spPr>
            <a:xfrm>
              <a:off x="802710" y="3663838"/>
              <a:ext cx="31291" cy="26580"/>
            </a:xfrm>
            <a:custGeom>
              <a:rect b="b" l="l" r="r" t="t"/>
              <a:pathLst>
                <a:path extrusionOk="0" h="26580" w="31291">
                  <a:moveTo>
                    <a:pt x="22777" y="26567"/>
                  </a:moveTo>
                  <a:cubicBezTo>
                    <a:pt x="30318" y="26874"/>
                    <a:pt x="33476" y="21830"/>
                    <a:pt x="29682" y="14924"/>
                  </a:cubicBezTo>
                  <a:cubicBezTo>
                    <a:pt x="25133" y="6676"/>
                    <a:pt x="17827" y="1821"/>
                    <a:pt x="8612" y="171"/>
                  </a:cubicBezTo>
                  <a:cubicBezTo>
                    <a:pt x="2084" y="-984"/>
                    <a:pt x="-1593" y="3871"/>
                    <a:pt x="670" y="10187"/>
                  </a:cubicBezTo>
                  <a:cubicBezTo>
                    <a:pt x="3521" y="18153"/>
                    <a:pt x="14433" y="26214"/>
                    <a:pt x="22777" y="265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54" name="Google Shape;2554;p53"/>
            <p:cNvSpPr/>
            <p:nvPr/>
          </p:nvSpPr>
          <p:spPr>
            <a:xfrm>
              <a:off x="770993" y="2664950"/>
              <a:ext cx="26730" cy="26539"/>
            </a:xfrm>
            <a:custGeom>
              <a:rect b="b" l="l" r="r" t="t"/>
              <a:pathLst>
                <a:path extrusionOk="0" h="26539" w="26730">
                  <a:moveTo>
                    <a:pt x="13390" y="1"/>
                  </a:moveTo>
                  <a:cubicBezTo>
                    <a:pt x="6461" y="95"/>
                    <a:pt x="145" y="6317"/>
                    <a:pt x="3" y="13176"/>
                  </a:cubicBezTo>
                  <a:cubicBezTo>
                    <a:pt x="-162" y="20553"/>
                    <a:pt x="6037" y="26586"/>
                    <a:pt x="13673" y="26539"/>
                  </a:cubicBezTo>
                  <a:cubicBezTo>
                    <a:pt x="21262" y="26492"/>
                    <a:pt x="26659" y="21165"/>
                    <a:pt x="26730" y="13647"/>
                  </a:cubicBezTo>
                  <a:cubicBezTo>
                    <a:pt x="26800" y="5987"/>
                    <a:pt x="20861" y="-93"/>
                    <a:pt x="13390" y="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55" name="Google Shape;2555;p53"/>
            <p:cNvSpPr/>
            <p:nvPr/>
          </p:nvSpPr>
          <p:spPr>
            <a:xfrm>
              <a:off x="317727" y="2940566"/>
              <a:ext cx="21710" cy="34107"/>
            </a:xfrm>
            <a:custGeom>
              <a:rect b="b" l="l" r="r" t="t"/>
              <a:pathLst>
                <a:path extrusionOk="0" h="34107" w="21710">
                  <a:moveTo>
                    <a:pt x="52" y="13450"/>
                  </a:moveTo>
                  <a:cubicBezTo>
                    <a:pt x="-585" y="21675"/>
                    <a:pt x="4765" y="27119"/>
                    <a:pt x="10280" y="32069"/>
                  </a:cubicBezTo>
                  <a:cubicBezTo>
                    <a:pt x="14145" y="35533"/>
                    <a:pt x="17728" y="34520"/>
                    <a:pt x="19142" y="29500"/>
                  </a:cubicBezTo>
                  <a:cubicBezTo>
                    <a:pt x="20509" y="24598"/>
                    <a:pt x="21075" y="19460"/>
                    <a:pt x="21711" y="15948"/>
                  </a:cubicBezTo>
                  <a:cubicBezTo>
                    <a:pt x="21711" y="5672"/>
                    <a:pt x="18600" y="370"/>
                    <a:pt x="13344" y="16"/>
                  </a:cubicBezTo>
                  <a:cubicBezTo>
                    <a:pt x="7287" y="-361"/>
                    <a:pt x="641" y="5979"/>
                    <a:pt x="52" y="134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56" name="Google Shape;2556;p53"/>
            <p:cNvSpPr/>
            <p:nvPr/>
          </p:nvSpPr>
          <p:spPr>
            <a:xfrm>
              <a:off x="1176150" y="3654684"/>
              <a:ext cx="26138" cy="31666"/>
            </a:xfrm>
            <a:custGeom>
              <a:rect b="b" l="l" r="r" t="t"/>
              <a:pathLst>
                <a:path extrusionOk="0" h="31666" w="26138">
                  <a:moveTo>
                    <a:pt x="15116" y="1477"/>
                  </a:moveTo>
                  <a:cubicBezTo>
                    <a:pt x="6843" y="5884"/>
                    <a:pt x="1564" y="12790"/>
                    <a:pt x="173" y="22241"/>
                  </a:cubicBezTo>
                  <a:cubicBezTo>
                    <a:pt x="-981" y="30018"/>
                    <a:pt x="3756" y="33883"/>
                    <a:pt x="10755" y="30348"/>
                  </a:cubicBezTo>
                  <a:cubicBezTo>
                    <a:pt x="19617" y="25894"/>
                    <a:pt x="24944" y="18446"/>
                    <a:pt x="26122" y="9443"/>
                  </a:cubicBezTo>
                  <a:cubicBezTo>
                    <a:pt x="26452" y="935"/>
                    <a:pt x="21856" y="-2105"/>
                    <a:pt x="15116" y="147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57" name="Google Shape;2557;p53"/>
            <p:cNvSpPr/>
            <p:nvPr/>
          </p:nvSpPr>
          <p:spPr>
            <a:xfrm>
              <a:off x="839036" y="3893445"/>
              <a:ext cx="26399" cy="26403"/>
            </a:xfrm>
            <a:custGeom>
              <a:rect b="b" l="l" r="r" t="t"/>
              <a:pathLst>
                <a:path extrusionOk="0" h="26403" w="26399">
                  <a:moveTo>
                    <a:pt x="26399" y="13223"/>
                  </a:moveTo>
                  <a:cubicBezTo>
                    <a:pt x="26304" y="6011"/>
                    <a:pt x="20365" y="96"/>
                    <a:pt x="13106" y="1"/>
                  </a:cubicBezTo>
                  <a:cubicBezTo>
                    <a:pt x="5588" y="-93"/>
                    <a:pt x="120" y="5328"/>
                    <a:pt x="2" y="12940"/>
                  </a:cubicBezTo>
                  <a:cubicBezTo>
                    <a:pt x="-116" y="20977"/>
                    <a:pt x="4716" y="26185"/>
                    <a:pt x="12446" y="26398"/>
                  </a:cubicBezTo>
                  <a:cubicBezTo>
                    <a:pt x="20106" y="26610"/>
                    <a:pt x="26469" y="20576"/>
                    <a:pt x="26399" y="13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58" name="Google Shape;2558;p53"/>
            <p:cNvSpPr/>
            <p:nvPr/>
          </p:nvSpPr>
          <p:spPr>
            <a:xfrm>
              <a:off x="318149" y="3481100"/>
              <a:ext cx="22938" cy="32891"/>
            </a:xfrm>
            <a:custGeom>
              <a:rect b="b" l="l" r="r" t="t"/>
              <a:pathLst>
                <a:path extrusionOk="0" h="32891" w="22938">
                  <a:moveTo>
                    <a:pt x="13606" y="161"/>
                  </a:moveTo>
                  <a:cubicBezTo>
                    <a:pt x="10895" y="-923"/>
                    <a:pt x="4273" y="3696"/>
                    <a:pt x="1704" y="7349"/>
                  </a:cubicBezTo>
                  <a:cubicBezTo>
                    <a:pt x="-3387" y="14608"/>
                    <a:pt x="3731" y="30800"/>
                    <a:pt x="12498" y="32850"/>
                  </a:cubicBezTo>
                  <a:cubicBezTo>
                    <a:pt x="14218" y="33251"/>
                    <a:pt x="18037" y="30635"/>
                    <a:pt x="18673" y="28702"/>
                  </a:cubicBezTo>
                  <a:cubicBezTo>
                    <a:pt x="20275" y="23870"/>
                    <a:pt x="20605" y="18615"/>
                    <a:pt x="21454" y="13524"/>
                  </a:cubicBezTo>
                  <a:cubicBezTo>
                    <a:pt x="21949" y="13100"/>
                    <a:pt x="22444" y="12699"/>
                    <a:pt x="22939" y="12275"/>
                  </a:cubicBezTo>
                  <a:cubicBezTo>
                    <a:pt x="19922" y="8009"/>
                    <a:pt x="17683" y="1787"/>
                    <a:pt x="13606" y="16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59" name="Google Shape;2559;p53"/>
            <p:cNvSpPr/>
            <p:nvPr/>
          </p:nvSpPr>
          <p:spPr>
            <a:xfrm>
              <a:off x="447145" y="3206317"/>
              <a:ext cx="21267" cy="32733"/>
            </a:xfrm>
            <a:custGeom>
              <a:rect b="b" l="l" r="r" t="t"/>
              <a:pathLst>
                <a:path extrusionOk="0" h="32733" w="21267">
                  <a:moveTo>
                    <a:pt x="9144" y="67"/>
                  </a:moveTo>
                  <a:cubicBezTo>
                    <a:pt x="7424" y="-428"/>
                    <a:pt x="3441" y="1906"/>
                    <a:pt x="2734" y="3768"/>
                  </a:cubicBezTo>
                  <a:cubicBezTo>
                    <a:pt x="1037" y="8293"/>
                    <a:pt x="660" y="13313"/>
                    <a:pt x="0" y="16848"/>
                  </a:cubicBezTo>
                  <a:cubicBezTo>
                    <a:pt x="236" y="19723"/>
                    <a:pt x="-71" y="21420"/>
                    <a:pt x="589" y="22622"/>
                  </a:cubicBezTo>
                  <a:cubicBezTo>
                    <a:pt x="2569" y="26299"/>
                    <a:pt x="5020" y="32804"/>
                    <a:pt x="7070" y="32733"/>
                  </a:cubicBezTo>
                  <a:cubicBezTo>
                    <a:pt x="11218" y="32568"/>
                    <a:pt x="16404" y="29716"/>
                    <a:pt x="19020" y="26322"/>
                  </a:cubicBezTo>
                  <a:cubicBezTo>
                    <a:pt x="24817" y="18757"/>
                    <a:pt x="18642" y="2825"/>
                    <a:pt x="9144" y="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60" name="Google Shape;2560;p53"/>
            <p:cNvSpPr/>
            <p:nvPr/>
          </p:nvSpPr>
          <p:spPr>
            <a:xfrm>
              <a:off x="1418322" y="3503319"/>
              <a:ext cx="21332" cy="32965"/>
            </a:xfrm>
            <a:custGeom>
              <a:rect b="b" l="l" r="r" t="t"/>
              <a:pathLst>
                <a:path extrusionOk="0" h="32965" w="21332">
                  <a:moveTo>
                    <a:pt x="9121" y="49"/>
                  </a:moveTo>
                  <a:cubicBezTo>
                    <a:pt x="7283" y="-375"/>
                    <a:pt x="3464" y="2052"/>
                    <a:pt x="2663" y="4008"/>
                  </a:cubicBezTo>
                  <a:cubicBezTo>
                    <a:pt x="1013" y="7991"/>
                    <a:pt x="801" y="12587"/>
                    <a:pt x="0" y="16924"/>
                  </a:cubicBezTo>
                  <a:cubicBezTo>
                    <a:pt x="236" y="16971"/>
                    <a:pt x="448" y="16994"/>
                    <a:pt x="683" y="17042"/>
                  </a:cubicBezTo>
                  <a:cubicBezTo>
                    <a:pt x="683" y="19257"/>
                    <a:pt x="0" y="21802"/>
                    <a:pt x="825" y="23641"/>
                  </a:cubicBezTo>
                  <a:cubicBezTo>
                    <a:pt x="2333" y="27034"/>
                    <a:pt x="4148" y="31748"/>
                    <a:pt x="6929" y="32738"/>
                  </a:cubicBezTo>
                  <a:cubicBezTo>
                    <a:pt x="9639" y="33681"/>
                    <a:pt x="14589" y="31536"/>
                    <a:pt x="17111" y="29179"/>
                  </a:cubicBezTo>
                  <a:cubicBezTo>
                    <a:pt x="25595" y="21260"/>
                    <a:pt x="20457" y="2618"/>
                    <a:pt x="9121" y="4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61" name="Google Shape;2561;p53"/>
            <p:cNvSpPr/>
            <p:nvPr/>
          </p:nvSpPr>
          <p:spPr>
            <a:xfrm>
              <a:off x="1431953" y="3262303"/>
              <a:ext cx="26036" cy="32364"/>
            </a:xfrm>
            <a:custGeom>
              <a:rect b="b" l="l" r="r" t="t"/>
              <a:pathLst>
                <a:path extrusionOk="0" h="32364" w="26036">
                  <a:moveTo>
                    <a:pt x="5907" y="32"/>
                  </a:moveTo>
                  <a:cubicBezTo>
                    <a:pt x="4281" y="-227"/>
                    <a:pt x="1335" y="1117"/>
                    <a:pt x="745" y="2483"/>
                  </a:cubicBezTo>
                  <a:cubicBezTo>
                    <a:pt x="-2884" y="11133"/>
                    <a:pt x="7439" y="29988"/>
                    <a:pt x="16630" y="32085"/>
                  </a:cubicBezTo>
                  <a:cubicBezTo>
                    <a:pt x="22122" y="33334"/>
                    <a:pt x="26152" y="30294"/>
                    <a:pt x="26034" y="24944"/>
                  </a:cubicBezTo>
                  <a:cubicBezTo>
                    <a:pt x="25893" y="17355"/>
                    <a:pt x="13095" y="1140"/>
                    <a:pt x="5907" y="3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62" name="Google Shape;2562;p53"/>
            <p:cNvSpPr/>
            <p:nvPr/>
          </p:nvSpPr>
          <p:spPr>
            <a:xfrm>
              <a:off x="354326" y="3574809"/>
              <a:ext cx="18359" cy="48497"/>
            </a:xfrm>
            <a:custGeom>
              <a:rect b="b" l="l" r="r" t="t"/>
              <a:pathLst>
                <a:path extrusionOk="0" h="48497" w="18359">
                  <a:moveTo>
                    <a:pt x="3118" y="41"/>
                  </a:moveTo>
                  <a:cubicBezTo>
                    <a:pt x="1892" y="348"/>
                    <a:pt x="643" y="2869"/>
                    <a:pt x="408" y="4566"/>
                  </a:cubicBezTo>
                  <a:cubicBezTo>
                    <a:pt x="-1643" y="19862"/>
                    <a:pt x="4296" y="32895"/>
                    <a:pt x="12498" y="45174"/>
                  </a:cubicBezTo>
                  <a:cubicBezTo>
                    <a:pt x="13300" y="46353"/>
                    <a:pt x="15161" y="46824"/>
                    <a:pt x="18013" y="48497"/>
                  </a:cubicBezTo>
                  <a:cubicBezTo>
                    <a:pt x="19569" y="30868"/>
                    <a:pt x="15845" y="16209"/>
                    <a:pt x="7785" y="2563"/>
                  </a:cubicBezTo>
                  <a:cubicBezTo>
                    <a:pt x="6960" y="1196"/>
                    <a:pt x="4414" y="-265"/>
                    <a:pt x="3118" y="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63" name="Google Shape;2563;p53"/>
            <p:cNvSpPr/>
            <p:nvPr/>
          </p:nvSpPr>
          <p:spPr>
            <a:xfrm>
              <a:off x="393407" y="3572107"/>
              <a:ext cx="24734" cy="31189"/>
            </a:xfrm>
            <a:custGeom>
              <a:rect b="b" l="l" r="r" t="t"/>
              <a:pathLst>
                <a:path extrusionOk="0" h="31189" w="24734">
                  <a:moveTo>
                    <a:pt x="8134" y="1871"/>
                  </a:moveTo>
                  <a:cubicBezTo>
                    <a:pt x="3538" y="-2112"/>
                    <a:pt x="-115" y="480"/>
                    <a:pt x="3" y="7598"/>
                  </a:cubicBezTo>
                  <a:cubicBezTo>
                    <a:pt x="1228" y="15564"/>
                    <a:pt x="3184" y="24567"/>
                    <a:pt x="11033" y="29823"/>
                  </a:cubicBezTo>
                  <a:cubicBezTo>
                    <a:pt x="14238" y="31968"/>
                    <a:pt x="19612" y="30836"/>
                    <a:pt x="23972" y="31190"/>
                  </a:cubicBezTo>
                  <a:cubicBezTo>
                    <a:pt x="24066" y="27348"/>
                    <a:pt x="25669" y="22517"/>
                    <a:pt x="23925" y="19901"/>
                  </a:cubicBezTo>
                  <a:cubicBezTo>
                    <a:pt x="19517" y="13278"/>
                    <a:pt x="14144" y="7080"/>
                    <a:pt x="8134" y="187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64" name="Google Shape;2564;p53"/>
            <p:cNvSpPr/>
            <p:nvPr/>
          </p:nvSpPr>
          <p:spPr>
            <a:xfrm>
              <a:off x="357392" y="3513644"/>
              <a:ext cx="21384" cy="27248"/>
            </a:xfrm>
            <a:custGeom>
              <a:rect b="b" l="l" r="r" t="t"/>
              <a:pathLst>
                <a:path extrusionOk="0" h="27248" w="21384">
                  <a:moveTo>
                    <a:pt x="9574" y="0"/>
                  </a:moveTo>
                  <a:cubicBezTo>
                    <a:pt x="1938" y="1791"/>
                    <a:pt x="-1974" y="6717"/>
                    <a:pt x="995" y="12043"/>
                  </a:cubicBezTo>
                  <a:cubicBezTo>
                    <a:pt x="4012" y="17464"/>
                    <a:pt x="8514" y="22154"/>
                    <a:pt x="12897" y="26656"/>
                  </a:cubicBezTo>
                  <a:cubicBezTo>
                    <a:pt x="13934" y="27716"/>
                    <a:pt x="18884" y="27127"/>
                    <a:pt x="18978" y="26632"/>
                  </a:cubicBezTo>
                  <a:cubicBezTo>
                    <a:pt x="20109" y="21353"/>
                    <a:pt x="22442" y="15296"/>
                    <a:pt x="20840" y="10747"/>
                  </a:cubicBezTo>
                  <a:cubicBezTo>
                    <a:pt x="19308" y="6387"/>
                    <a:pt x="13510" y="3512"/>
                    <a:pt x="9574"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65" name="Google Shape;2565;p53"/>
            <p:cNvSpPr/>
            <p:nvPr/>
          </p:nvSpPr>
          <p:spPr>
            <a:xfrm>
              <a:off x="424681" y="3070160"/>
              <a:ext cx="22181" cy="26364"/>
            </a:xfrm>
            <a:custGeom>
              <a:rect b="b" l="l" r="r" t="t"/>
              <a:pathLst>
                <a:path extrusionOk="0" h="26364" w="22181">
                  <a:moveTo>
                    <a:pt x="946" y="9428"/>
                  </a:moveTo>
                  <a:cubicBezTo>
                    <a:pt x="3397" y="14377"/>
                    <a:pt x="6814" y="19114"/>
                    <a:pt x="10703" y="23050"/>
                  </a:cubicBezTo>
                  <a:cubicBezTo>
                    <a:pt x="16147" y="28565"/>
                    <a:pt x="19989" y="27080"/>
                    <a:pt x="21780" y="19468"/>
                  </a:cubicBezTo>
                  <a:cubicBezTo>
                    <a:pt x="22181" y="17818"/>
                    <a:pt x="22134" y="16050"/>
                    <a:pt x="22181" y="15555"/>
                  </a:cubicBezTo>
                  <a:cubicBezTo>
                    <a:pt x="22275" y="4950"/>
                    <a:pt x="15794" y="-1013"/>
                    <a:pt x="6673" y="142"/>
                  </a:cubicBezTo>
                  <a:cubicBezTo>
                    <a:pt x="1016" y="873"/>
                    <a:pt x="-1529" y="4431"/>
                    <a:pt x="946" y="94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66" name="Google Shape;2566;p53"/>
            <p:cNvSpPr/>
            <p:nvPr/>
          </p:nvSpPr>
          <p:spPr>
            <a:xfrm>
              <a:off x="1205100" y="2369792"/>
              <a:ext cx="32759" cy="10679"/>
            </a:xfrm>
            <a:custGeom>
              <a:rect b="b" l="l" r="r" t="t"/>
              <a:pathLst>
                <a:path extrusionOk="0" h="10679" w="32759">
                  <a:moveTo>
                    <a:pt x="32760" y="6684"/>
                  </a:moveTo>
                  <a:cubicBezTo>
                    <a:pt x="23804" y="-1989"/>
                    <a:pt x="6599" y="-2366"/>
                    <a:pt x="0" y="6401"/>
                  </a:cubicBezTo>
                  <a:cubicBezTo>
                    <a:pt x="8838" y="12057"/>
                    <a:pt x="25737" y="12057"/>
                    <a:pt x="32760" y="668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67" name="Google Shape;2567;p53"/>
            <p:cNvSpPr/>
            <p:nvPr/>
          </p:nvSpPr>
          <p:spPr>
            <a:xfrm>
              <a:off x="232642" y="3261935"/>
              <a:ext cx="10529" cy="32217"/>
            </a:xfrm>
            <a:custGeom>
              <a:rect b="b" l="l" r="r" t="t"/>
              <a:pathLst>
                <a:path extrusionOk="0" h="32217" w="10529">
                  <a:moveTo>
                    <a:pt x="4793" y="0"/>
                  </a:moveTo>
                  <a:cubicBezTo>
                    <a:pt x="3638" y="1367"/>
                    <a:pt x="1823" y="2569"/>
                    <a:pt x="1470" y="4124"/>
                  </a:cubicBezTo>
                  <a:cubicBezTo>
                    <a:pt x="-769" y="13575"/>
                    <a:pt x="-699" y="22979"/>
                    <a:pt x="3426" y="32218"/>
                  </a:cubicBezTo>
                  <a:cubicBezTo>
                    <a:pt x="10261" y="23545"/>
                    <a:pt x="12405" y="14117"/>
                    <a:pt x="8799" y="3842"/>
                  </a:cubicBezTo>
                  <a:cubicBezTo>
                    <a:pt x="8234" y="2286"/>
                    <a:pt x="6160" y="1273"/>
                    <a:pt x="4793"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68" name="Google Shape;2568;p53"/>
            <p:cNvSpPr/>
            <p:nvPr/>
          </p:nvSpPr>
          <p:spPr>
            <a:xfrm>
              <a:off x="340633" y="3166837"/>
              <a:ext cx="10070" cy="34056"/>
            </a:xfrm>
            <a:custGeom>
              <a:rect b="b" l="l" r="r" t="t"/>
              <a:pathLst>
                <a:path extrusionOk="0" h="34056" w="10070">
                  <a:moveTo>
                    <a:pt x="3047" y="0"/>
                  </a:moveTo>
                  <a:cubicBezTo>
                    <a:pt x="-1667" y="10983"/>
                    <a:pt x="-40" y="21754"/>
                    <a:pt x="2128" y="34056"/>
                  </a:cubicBezTo>
                  <a:cubicBezTo>
                    <a:pt x="12451" y="23780"/>
                    <a:pt x="12663" y="5020"/>
                    <a:pt x="304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569" name="Google Shape;2569;p53"/>
            <p:cNvSpPr/>
            <p:nvPr/>
          </p:nvSpPr>
          <p:spPr>
            <a:xfrm>
              <a:off x="1406508" y="3639982"/>
              <a:ext cx="10152" cy="33383"/>
            </a:xfrm>
            <a:custGeom>
              <a:rect b="b" l="l" r="r" t="t"/>
              <a:pathLst>
                <a:path extrusionOk="0" h="33383" w="10152">
                  <a:moveTo>
                    <a:pt x="4225" y="11"/>
                  </a:moveTo>
                  <a:cubicBezTo>
                    <a:pt x="3565" y="-177"/>
                    <a:pt x="1396" y="2062"/>
                    <a:pt x="1161" y="3381"/>
                  </a:cubicBezTo>
                  <a:cubicBezTo>
                    <a:pt x="-442" y="13044"/>
                    <a:pt x="-701" y="22707"/>
                    <a:pt x="2433" y="33384"/>
                  </a:cubicBezTo>
                  <a:cubicBezTo>
                    <a:pt x="9527" y="25559"/>
                    <a:pt x="12238" y="10475"/>
                    <a:pt x="8420" y="3405"/>
                  </a:cubicBezTo>
                  <a:cubicBezTo>
                    <a:pt x="7618" y="1897"/>
                    <a:pt x="5851" y="483"/>
                    <a:pt x="4225" y="1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grpSp>
      <p:grpSp>
        <p:nvGrpSpPr>
          <p:cNvPr id="2570" name="Google Shape;2570;p53"/>
          <p:cNvGrpSpPr/>
          <p:nvPr/>
        </p:nvGrpSpPr>
        <p:grpSpPr>
          <a:xfrm>
            <a:off x="0" y="0"/>
            <a:ext cx="227000" cy="253951"/>
            <a:chOff x="1582614" y="2839915"/>
            <a:chExt cx="589086" cy="589086"/>
          </a:xfrm>
        </p:grpSpPr>
        <p:sp>
          <p:nvSpPr>
            <p:cNvPr id="2571" name="Google Shape;2571;p53"/>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2572" name="Google Shape;2572;p53"/>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2573" name="Google Shape;2573;p53"/>
          <p:cNvGrpSpPr/>
          <p:nvPr/>
        </p:nvGrpSpPr>
        <p:grpSpPr>
          <a:xfrm rot="5400000">
            <a:off x="833427" y="13476"/>
            <a:ext cx="253951" cy="227000"/>
            <a:chOff x="1582614" y="2839915"/>
            <a:chExt cx="589086" cy="589086"/>
          </a:xfrm>
        </p:grpSpPr>
        <p:sp>
          <p:nvSpPr>
            <p:cNvPr id="2574" name="Google Shape;2574;p53"/>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2575" name="Google Shape;2575;p53"/>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2576" name="Google Shape;2576;p53"/>
          <p:cNvGrpSpPr/>
          <p:nvPr/>
        </p:nvGrpSpPr>
        <p:grpSpPr>
          <a:xfrm flipH="1" rot="10800000">
            <a:off x="0" y="1006216"/>
            <a:ext cx="227000" cy="253951"/>
            <a:chOff x="1582614" y="2839915"/>
            <a:chExt cx="589086" cy="589086"/>
          </a:xfrm>
        </p:grpSpPr>
        <p:sp>
          <p:nvSpPr>
            <p:cNvPr id="2577" name="Google Shape;2577;p53"/>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2578" name="Google Shape;2578;p53"/>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2579" name="Google Shape;2579;p53"/>
          <p:cNvGrpSpPr/>
          <p:nvPr/>
        </p:nvGrpSpPr>
        <p:grpSpPr>
          <a:xfrm flipH="1" rot="5400000">
            <a:off x="847071" y="1019692"/>
            <a:ext cx="253953" cy="227003"/>
            <a:chOff x="1582614" y="2839909"/>
            <a:chExt cx="589091" cy="589092"/>
          </a:xfrm>
        </p:grpSpPr>
        <p:sp>
          <p:nvSpPr>
            <p:cNvPr id="2580" name="Google Shape;2580;p53"/>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2581" name="Google Shape;2581;p53"/>
            <p:cNvSpPr/>
            <p:nvPr/>
          </p:nvSpPr>
          <p:spPr>
            <a:xfrm rot="5400000">
              <a:off x="1808581" y="2613946"/>
              <a:ext cx="137161" cy="58908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2582" name="Google Shape;2582;p53"/>
          <p:cNvGrpSpPr/>
          <p:nvPr/>
        </p:nvGrpSpPr>
        <p:grpSpPr>
          <a:xfrm>
            <a:off x="11027391" y="5854890"/>
            <a:ext cx="1127771" cy="970434"/>
            <a:chOff x="7350231" y="1734252"/>
            <a:chExt cx="4870814" cy="5345793"/>
          </a:xfrm>
        </p:grpSpPr>
        <p:grpSp>
          <p:nvGrpSpPr>
            <p:cNvPr id="2583" name="Google Shape;2583;p53"/>
            <p:cNvGrpSpPr/>
            <p:nvPr/>
          </p:nvGrpSpPr>
          <p:grpSpPr>
            <a:xfrm>
              <a:off x="7496004" y="1839383"/>
              <a:ext cx="3874490" cy="3979118"/>
              <a:chOff x="7496004" y="1839383"/>
              <a:chExt cx="3874490" cy="3979118"/>
            </a:xfrm>
          </p:grpSpPr>
          <p:sp>
            <p:nvSpPr>
              <p:cNvPr id="2584" name="Google Shape;2584;p53"/>
              <p:cNvSpPr/>
              <p:nvPr/>
            </p:nvSpPr>
            <p:spPr>
              <a:xfrm rot="8201235">
                <a:off x="10839502" y="4413955"/>
                <a:ext cx="427534" cy="471394"/>
              </a:xfrm>
              <a:custGeom>
                <a:rect b="b" l="l" r="r" t="t"/>
                <a:pathLst>
                  <a:path extrusionOk="0" h="4725490" w="4285801">
                    <a:moveTo>
                      <a:pt x="1428251" y="4622752"/>
                    </a:moveTo>
                    <a:cubicBezTo>
                      <a:pt x="1313180" y="4505074"/>
                      <a:pt x="1240588" y="4345285"/>
                      <a:pt x="1235771" y="4167715"/>
                    </a:cubicBezTo>
                    <a:cubicBezTo>
                      <a:pt x="1227835" y="3875156"/>
                      <a:pt x="1406218" y="3620819"/>
                      <a:pt x="1664050" y="3520754"/>
                    </a:cubicBezTo>
                    <a:lnTo>
                      <a:pt x="1635892" y="2482688"/>
                    </a:lnTo>
                    <a:lnTo>
                      <a:pt x="1044642" y="2469039"/>
                    </a:lnTo>
                    <a:lnTo>
                      <a:pt x="1044642" y="2667331"/>
                    </a:lnTo>
                    <a:cubicBezTo>
                      <a:pt x="1044642" y="2727000"/>
                      <a:pt x="996271" y="2775371"/>
                      <a:pt x="936601" y="2775372"/>
                    </a:cubicBezTo>
                    <a:lnTo>
                      <a:pt x="657382" y="2775371"/>
                    </a:lnTo>
                    <a:cubicBezTo>
                      <a:pt x="637755" y="2823613"/>
                      <a:pt x="630101" y="2874237"/>
                      <a:pt x="622448" y="2945800"/>
                    </a:cubicBezTo>
                    <a:lnTo>
                      <a:pt x="252030" y="2945800"/>
                    </a:lnTo>
                    <a:cubicBezTo>
                      <a:pt x="256275" y="2883407"/>
                      <a:pt x="252593" y="2828938"/>
                      <a:pt x="235967" y="2775370"/>
                    </a:cubicBezTo>
                    <a:lnTo>
                      <a:pt x="7267" y="2775370"/>
                    </a:lnTo>
                    <a:cubicBezTo>
                      <a:pt x="1003" y="2679903"/>
                      <a:pt x="-1109" y="2594661"/>
                      <a:pt x="535" y="2514852"/>
                    </a:cubicBezTo>
                    <a:cubicBezTo>
                      <a:pt x="5466" y="2275424"/>
                      <a:pt x="44187" y="2084887"/>
                      <a:pt x="105917" y="1813823"/>
                    </a:cubicBezTo>
                    <a:cubicBezTo>
                      <a:pt x="258635" y="1288584"/>
                      <a:pt x="488046" y="911620"/>
                      <a:pt x="870837" y="570445"/>
                    </a:cubicBezTo>
                    <a:cubicBezTo>
                      <a:pt x="674179" y="1284154"/>
                      <a:pt x="622718" y="1497188"/>
                      <a:pt x="741752" y="1669956"/>
                    </a:cubicBezTo>
                    <a:cubicBezTo>
                      <a:pt x="882751" y="1699943"/>
                      <a:pt x="788174" y="1674807"/>
                      <a:pt x="936601" y="1710419"/>
                    </a:cubicBezTo>
                    <a:cubicBezTo>
                      <a:pt x="1001384" y="1730870"/>
                      <a:pt x="1044642" y="1758791"/>
                      <a:pt x="1044642" y="1818460"/>
                    </a:cubicBezTo>
                    <a:lnTo>
                      <a:pt x="1044642" y="1970448"/>
                    </a:lnTo>
                    <a:lnTo>
                      <a:pt x="1621635" y="1957128"/>
                    </a:lnTo>
                    <a:lnTo>
                      <a:pt x="1601569" y="1217379"/>
                    </a:lnTo>
                    <a:cubicBezTo>
                      <a:pt x="1338692" y="1131438"/>
                      <a:pt x="1146783" y="887145"/>
                      <a:pt x="1138847" y="594588"/>
                    </a:cubicBezTo>
                    <a:cubicBezTo>
                      <a:pt x="1132425" y="357828"/>
                      <a:pt x="1248029" y="146099"/>
                      <a:pt x="1428910" y="20243"/>
                    </a:cubicBezTo>
                    <a:lnTo>
                      <a:pt x="1447318" y="698863"/>
                    </a:lnTo>
                    <a:lnTo>
                      <a:pt x="2193594" y="678620"/>
                    </a:lnTo>
                    <a:lnTo>
                      <a:pt x="2175185" y="0"/>
                    </a:lnTo>
                    <a:cubicBezTo>
                      <a:pt x="2362624" y="115865"/>
                      <a:pt x="2489536" y="321015"/>
                      <a:pt x="2495958" y="557775"/>
                    </a:cubicBezTo>
                    <a:cubicBezTo>
                      <a:pt x="2503894" y="850332"/>
                      <a:pt x="2325511" y="1104670"/>
                      <a:pt x="2067679" y="1204735"/>
                    </a:cubicBezTo>
                    <a:lnTo>
                      <a:pt x="2087796" y="1946367"/>
                    </a:lnTo>
                    <a:lnTo>
                      <a:pt x="4285801" y="1895627"/>
                    </a:lnTo>
                    <a:lnTo>
                      <a:pt x="4285801" y="2543859"/>
                    </a:lnTo>
                    <a:lnTo>
                      <a:pt x="2102637" y="2493462"/>
                    </a:lnTo>
                    <a:lnTo>
                      <a:pt x="2130160" y="3508110"/>
                    </a:lnTo>
                    <a:cubicBezTo>
                      <a:pt x="2393037" y="3594051"/>
                      <a:pt x="2584946" y="3838344"/>
                      <a:pt x="2592882" y="4130902"/>
                    </a:cubicBezTo>
                    <a:cubicBezTo>
                      <a:pt x="2599304" y="4367662"/>
                      <a:pt x="2483700" y="4579391"/>
                      <a:pt x="2302820" y="4705247"/>
                    </a:cubicBezTo>
                    <a:lnTo>
                      <a:pt x="2284411" y="4026626"/>
                    </a:lnTo>
                    <a:lnTo>
                      <a:pt x="1538135" y="4046869"/>
                    </a:lnTo>
                    <a:lnTo>
                      <a:pt x="1556544" y="4725490"/>
                    </a:lnTo>
                    <a:cubicBezTo>
                      <a:pt x="1509684" y="4696524"/>
                      <a:pt x="1466607" y="4661977"/>
                      <a:pt x="1428251" y="4622752"/>
                    </a:cubicBezTo>
                    <a:close/>
                    <a:moveTo>
                      <a:pt x="44807" y="3562389"/>
                    </a:moveTo>
                    <a:cubicBezTo>
                      <a:pt x="25255" y="3542837"/>
                      <a:pt x="13162" y="3515827"/>
                      <a:pt x="13162" y="3485992"/>
                    </a:cubicBezTo>
                    <a:lnTo>
                      <a:pt x="13162" y="3053842"/>
                    </a:lnTo>
                    <a:cubicBezTo>
                      <a:pt x="13162" y="2994173"/>
                      <a:pt x="61534" y="2945801"/>
                      <a:pt x="121203" y="2945801"/>
                    </a:cubicBezTo>
                    <a:lnTo>
                      <a:pt x="757287" y="2945801"/>
                    </a:lnTo>
                    <a:cubicBezTo>
                      <a:pt x="816956" y="2945801"/>
                      <a:pt x="865328" y="2994173"/>
                      <a:pt x="865328" y="3053842"/>
                    </a:cubicBezTo>
                    <a:lnTo>
                      <a:pt x="865328" y="3485992"/>
                    </a:lnTo>
                    <a:cubicBezTo>
                      <a:pt x="865328" y="3545662"/>
                      <a:pt x="816956" y="3594033"/>
                      <a:pt x="757287" y="3594033"/>
                    </a:cubicBezTo>
                    <a:lnTo>
                      <a:pt x="121203" y="3594033"/>
                    </a:lnTo>
                    <a:cubicBezTo>
                      <a:pt x="91368" y="3594033"/>
                      <a:pt x="64358" y="3581940"/>
                      <a:pt x="44807" y="356238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585" name="Google Shape;2585;p53"/>
              <p:cNvSpPr/>
              <p:nvPr/>
            </p:nvSpPr>
            <p:spPr>
              <a:xfrm rot="-900000">
                <a:off x="7608221" y="2961416"/>
                <a:ext cx="392828" cy="319096"/>
              </a:xfrm>
              <a:custGeom>
                <a:rect b="b" l="l" r="r" t="t"/>
                <a:pathLst>
                  <a:path extrusionOk="0" h="3321003" w="4088377">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586" name="Google Shape;2586;p53"/>
              <p:cNvSpPr/>
              <p:nvPr/>
            </p:nvSpPr>
            <p:spPr>
              <a:xfrm flipH="1" rot="5400000">
                <a:off x="10824557" y="2917080"/>
                <a:ext cx="392828" cy="392828"/>
              </a:xfrm>
              <a:custGeom>
                <a:rect b="b" l="l" r="r" t="t"/>
                <a:pathLst>
                  <a:path extrusionOk="0" h="3786923" w="3287892">
                    <a:moveTo>
                      <a:pt x="2574092" y="3411971"/>
                    </a:moveTo>
                    <a:cubicBezTo>
                      <a:pt x="2577477" y="3551838"/>
                      <a:pt x="2489596" y="3681234"/>
                      <a:pt x="2347458" y="3745664"/>
                    </a:cubicBezTo>
                    <a:cubicBezTo>
                      <a:pt x="2228355" y="3799653"/>
                      <a:pt x="2086904" y="3800713"/>
                      <a:pt x="1966757" y="3748519"/>
                    </a:cubicBezTo>
                    <a:cubicBezTo>
                      <a:pt x="1823914" y="3686464"/>
                      <a:pt x="1733597" y="3559106"/>
                      <a:pt x="1733597" y="3419734"/>
                    </a:cubicBezTo>
                    <a:cubicBezTo>
                      <a:pt x="2013762" y="3417146"/>
                      <a:pt x="2293927" y="3414559"/>
                      <a:pt x="2574092" y="3411971"/>
                    </a:cubicBezTo>
                    <a:close/>
                    <a:moveTo>
                      <a:pt x="2574187" y="367189"/>
                    </a:moveTo>
                    <a:cubicBezTo>
                      <a:pt x="2294022" y="369777"/>
                      <a:pt x="2013857" y="372364"/>
                      <a:pt x="1733692" y="374952"/>
                    </a:cubicBezTo>
                    <a:cubicBezTo>
                      <a:pt x="1730307" y="235085"/>
                      <a:pt x="1818188" y="105689"/>
                      <a:pt x="1960326" y="41259"/>
                    </a:cubicBezTo>
                    <a:cubicBezTo>
                      <a:pt x="2079429" y="-12730"/>
                      <a:pt x="2220880" y="-13790"/>
                      <a:pt x="2341027" y="38404"/>
                    </a:cubicBezTo>
                    <a:cubicBezTo>
                      <a:pt x="2483870" y="100459"/>
                      <a:pt x="2574187" y="227817"/>
                      <a:pt x="2574187" y="367189"/>
                    </a:cubicBezTo>
                    <a:close/>
                    <a:moveTo>
                      <a:pt x="2688290" y="635445"/>
                    </a:moveTo>
                    <a:lnTo>
                      <a:pt x="2688290" y="1612884"/>
                    </a:lnTo>
                    <a:lnTo>
                      <a:pt x="1619492" y="1612884"/>
                    </a:lnTo>
                    <a:lnTo>
                      <a:pt x="1619492" y="1396859"/>
                    </a:lnTo>
                    <a:lnTo>
                      <a:pt x="201708" y="1396859"/>
                    </a:lnTo>
                    <a:cubicBezTo>
                      <a:pt x="90308" y="1396859"/>
                      <a:pt x="0" y="1306551"/>
                      <a:pt x="0" y="1195151"/>
                    </a:cubicBezTo>
                    <a:lnTo>
                      <a:pt x="0" y="907003"/>
                    </a:lnTo>
                    <a:cubicBezTo>
                      <a:pt x="0" y="795603"/>
                      <a:pt x="90308" y="705295"/>
                      <a:pt x="201708" y="705295"/>
                    </a:cubicBezTo>
                    <a:lnTo>
                      <a:pt x="1619492" y="705295"/>
                    </a:lnTo>
                    <a:lnTo>
                      <a:pt x="1619492" y="635445"/>
                    </a:lnTo>
                    <a:cubicBezTo>
                      <a:pt x="1619492" y="537063"/>
                      <a:pt x="1699247" y="457308"/>
                      <a:pt x="1797629" y="457308"/>
                    </a:cubicBezTo>
                    <a:lnTo>
                      <a:pt x="2510153" y="457308"/>
                    </a:lnTo>
                    <a:cubicBezTo>
                      <a:pt x="2608535" y="457308"/>
                      <a:pt x="2688290" y="537063"/>
                      <a:pt x="2688290" y="635445"/>
                    </a:cubicBezTo>
                    <a:close/>
                    <a:moveTo>
                      <a:pt x="3177333" y="2901044"/>
                    </a:moveTo>
                    <a:lnTo>
                      <a:pt x="1130451" y="2901044"/>
                    </a:lnTo>
                    <a:cubicBezTo>
                      <a:pt x="1350134" y="2526253"/>
                      <a:pt x="1481437" y="2165059"/>
                      <a:pt x="1605942" y="1684892"/>
                    </a:cubicBezTo>
                    <a:lnTo>
                      <a:pt x="2701842" y="1684892"/>
                    </a:lnTo>
                    <a:cubicBezTo>
                      <a:pt x="2809350" y="2117470"/>
                      <a:pt x="2933855" y="2516056"/>
                      <a:pt x="3177333" y="2901044"/>
                    </a:cubicBezTo>
                    <a:close/>
                    <a:moveTo>
                      <a:pt x="3287892" y="3137537"/>
                    </a:moveTo>
                    <a:lnTo>
                      <a:pt x="3287892" y="3248909"/>
                    </a:lnTo>
                    <a:cubicBezTo>
                      <a:pt x="3287892" y="3295849"/>
                      <a:pt x="3249839" y="3333902"/>
                      <a:pt x="3202899" y="3333902"/>
                    </a:cubicBezTo>
                    <a:lnTo>
                      <a:pt x="1104885" y="3333902"/>
                    </a:lnTo>
                    <a:cubicBezTo>
                      <a:pt x="1057945" y="3333902"/>
                      <a:pt x="1019892" y="3295849"/>
                      <a:pt x="1019892" y="3248909"/>
                    </a:cubicBezTo>
                    <a:lnTo>
                      <a:pt x="1019892" y="3137537"/>
                    </a:lnTo>
                    <a:cubicBezTo>
                      <a:pt x="1019892" y="3090597"/>
                      <a:pt x="1057945" y="3052544"/>
                      <a:pt x="1104885" y="3052544"/>
                    </a:cubicBezTo>
                    <a:lnTo>
                      <a:pt x="3202899" y="3052544"/>
                    </a:lnTo>
                    <a:cubicBezTo>
                      <a:pt x="3249839" y="3052544"/>
                      <a:pt x="3287892" y="3090597"/>
                      <a:pt x="3287892" y="313753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587" name="Google Shape;2587;p53"/>
              <p:cNvSpPr/>
              <p:nvPr/>
            </p:nvSpPr>
            <p:spPr>
              <a:xfrm>
                <a:off x="11062223" y="3784811"/>
                <a:ext cx="285020" cy="285020"/>
              </a:xfrm>
              <a:custGeom>
                <a:rect b="b" l="l" r="r" t="t"/>
                <a:pathLst>
                  <a:path extrusionOk="0" h="2964099" w="2801488">
                    <a:moveTo>
                      <a:pt x="1393788" y="2251706"/>
                    </a:moveTo>
                    <a:cubicBezTo>
                      <a:pt x="1338380" y="2251706"/>
                      <a:pt x="1293463" y="2296623"/>
                      <a:pt x="1293463" y="2352031"/>
                    </a:cubicBezTo>
                    <a:cubicBezTo>
                      <a:pt x="1293463" y="2407439"/>
                      <a:pt x="1338380" y="2452356"/>
                      <a:pt x="1393788" y="2452356"/>
                    </a:cubicBezTo>
                    <a:cubicBezTo>
                      <a:pt x="1449196" y="2452356"/>
                      <a:pt x="1494113" y="2407439"/>
                      <a:pt x="1494113" y="2352031"/>
                    </a:cubicBezTo>
                    <a:cubicBezTo>
                      <a:pt x="1494113" y="2296623"/>
                      <a:pt x="1449196" y="2251706"/>
                      <a:pt x="1393788" y="2251706"/>
                    </a:cubicBezTo>
                    <a:close/>
                    <a:moveTo>
                      <a:pt x="2189420" y="1936547"/>
                    </a:moveTo>
                    <a:cubicBezTo>
                      <a:pt x="1959955" y="1936547"/>
                      <a:pt x="1773936" y="2122566"/>
                      <a:pt x="1773936" y="2352031"/>
                    </a:cubicBezTo>
                    <a:cubicBezTo>
                      <a:pt x="1773936" y="2581496"/>
                      <a:pt x="1959955" y="2767515"/>
                      <a:pt x="2189420" y="2767515"/>
                    </a:cubicBezTo>
                    <a:cubicBezTo>
                      <a:pt x="2418885" y="2767515"/>
                      <a:pt x="2604904" y="2581496"/>
                      <a:pt x="2604904" y="2352031"/>
                    </a:cubicBezTo>
                    <a:cubicBezTo>
                      <a:pt x="2604904" y="2122566"/>
                      <a:pt x="2418885" y="1936547"/>
                      <a:pt x="2189420" y="1936547"/>
                    </a:cubicBezTo>
                    <a:close/>
                    <a:moveTo>
                      <a:pt x="612068" y="1936547"/>
                    </a:moveTo>
                    <a:cubicBezTo>
                      <a:pt x="382603" y="1936547"/>
                      <a:pt x="196584" y="2122566"/>
                      <a:pt x="196584" y="2352031"/>
                    </a:cubicBezTo>
                    <a:cubicBezTo>
                      <a:pt x="196584" y="2581496"/>
                      <a:pt x="382603" y="2767515"/>
                      <a:pt x="612068" y="2767515"/>
                    </a:cubicBezTo>
                    <a:cubicBezTo>
                      <a:pt x="841533" y="2767515"/>
                      <a:pt x="1027552" y="2581496"/>
                      <a:pt x="1027552" y="2352031"/>
                    </a:cubicBezTo>
                    <a:cubicBezTo>
                      <a:pt x="1027552" y="2122566"/>
                      <a:pt x="841533" y="1936547"/>
                      <a:pt x="612068" y="1936547"/>
                    </a:cubicBezTo>
                    <a:close/>
                    <a:moveTo>
                      <a:pt x="845776" y="315"/>
                    </a:moveTo>
                    <a:cubicBezTo>
                      <a:pt x="1032101" y="7965"/>
                      <a:pt x="1181399" y="153129"/>
                      <a:pt x="1195696" y="335717"/>
                    </a:cubicBezTo>
                    <a:lnTo>
                      <a:pt x="1198885" y="335806"/>
                    </a:lnTo>
                    <a:lnTo>
                      <a:pt x="1198706" y="366401"/>
                    </a:lnTo>
                    <a:cubicBezTo>
                      <a:pt x="1198883" y="367005"/>
                      <a:pt x="1198884" y="367612"/>
                      <a:pt x="1198884" y="368218"/>
                    </a:cubicBezTo>
                    <a:lnTo>
                      <a:pt x="1198695" y="368210"/>
                    </a:lnTo>
                    <a:lnTo>
                      <a:pt x="1197421" y="585651"/>
                    </a:lnTo>
                    <a:cubicBezTo>
                      <a:pt x="1245519" y="531733"/>
                      <a:pt x="1316597" y="499778"/>
                      <a:pt x="1394104" y="502960"/>
                    </a:cubicBezTo>
                    <a:cubicBezTo>
                      <a:pt x="1472998" y="506199"/>
                      <a:pt x="1542269" y="545176"/>
                      <a:pt x="1585751" y="604519"/>
                    </a:cubicBezTo>
                    <a:cubicBezTo>
                      <a:pt x="1585226" y="514948"/>
                      <a:pt x="1584701" y="425377"/>
                      <a:pt x="1584176" y="335806"/>
                    </a:cubicBezTo>
                    <a:lnTo>
                      <a:pt x="1585829" y="335760"/>
                    </a:lnTo>
                    <a:cubicBezTo>
                      <a:pt x="1602915" y="140060"/>
                      <a:pt x="1770945" y="-7755"/>
                      <a:pt x="1967493" y="315"/>
                    </a:cubicBezTo>
                    <a:cubicBezTo>
                      <a:pt x="2146853" y="7679"/>
                      <a:pt x="2291902" y="142468"/>
                      <a:pt x="2315427" y="315465"/>
                    </a:cubicBezTo>
                    <a:lnTo>
                      <a:pt x="2320109" y="315335"/>
                    </a:lnTo>
                    <a:lnTo>
                      <a:pt x="2729306" y="2069418"/>
                    </a:lnTo>
                    <a:cubicBezTo>
                      <a:pt x="2776307" y="2152970"/>
                      <a:pt x="2801488" y="2249560"/>
                      <a:pt x="2801488" y="2352031"/>
                    </a:cubicBezTo>
                    <a:cubicBezTo>
                      <a:pt x="2801488" y="2690067"/>
                      <a:pt x="2527456" y="2964099"/>
                      <a:pt x="2189420" y="2964099"/>
                    </a:cubicBezTo>
                    <a:cubicBezTo>
                      <a:pt x="1922036" y="2964099"/>
                      <a:pt x="1694697" y="2792645"/>
                      <a:pt x="1613824" y="2552817"/>
                    </a:cubicBezTo>
                    <a:cubicBezTo>
                      <a:pt x="1559905" y="2613347"/>
                      <a:pt x="1481232" y="2650901"/>
                      <a:pt x="1393788" y="2650901"/>
                    </a:cubicBezTo>
                    <a:cubicBezTo>
                      <a:pt x="1311973" y="2650901"/>
                      <a:pt x="1237837" y="2618027"/>
                      <a:pt x="1183996" y="2564635"/>
                    </a:cubicBezTo>
                    <a:cubicBezTo>
                      <a:pt x="1099341" y="2798210"/>
                      <a:pt x="875077" y="2964099"/>
                      <a:pt x="612068" y="2964099"/>
                    </a:cubicBezTo>
                    <a:cubicBezTo>
                      <a:pt x="274032" y="2964099"/>
                      <a:pt x="0" y="2690067"/>
                      <a:pt x="0" y="2352031"/>
                    </a:cubicBezTo>
                    <a:cubicBezTo>
                      <a:pt x="0" y="2288533"/>
                      <a:pt x="9669" y="2227293"/>
                      <a:pt x="30466" y="2170591"/>
                    </a:cubicBezTo>
                    <a:lnTo>
                      <a:pt x="30153" y="2170591"/>
                    </a:lnTo>
                    <a:lnTo>
                      <a:pt x="462952" y="315335"/>
                    </a:lnTo>
                    <a:lnTo>
                      <a:pt x="467801" y="315470"/>
                    </a:lnTo>
                    <a:cubicBezTo>
                      <a:pt x="493068" y="129842"/>
                      <a:pt x="656149" y="-7470"/>
                      <a:pt x="845776" y="3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588" name="Google Shape;2588;p53"/>
              <p:cNvSpPr/>
              <p:nvPr/>
            </p:nvSpPr>
            <p:spPr>
              <a:xfrm>
                <a:off x="8077159" y="2346892"/>
                <a:ext cx="392828" cy="303948"/>
              </a:xfrm>
              <a:custGeom>
                <a:rect b="b" l="l" r="r" t="t"/>
                <a:pathLst>
                  <a:path extrusionOk="0" h="3064028" w="3960000">
                    <a:moveTo>
                      <a:pt x="1955333" y="1285185"/>
                    </a:moveTo>
                    <a:cubicBezTo>
                      <a:pt x="2192176" y="1285185"/>
                      <a:pt x="2384176" y="1477185"/>
                      <a:pt x="2384176" y="1714028"/>
                    </a:cubicBezTo>
                    <a:cubicBezTo>
                      <a:pt x="2384176" y="1950871"/>
                      <a:pt x="2192176" y="2142871"/>
                      <a:pt x="1955333" y="2142871"/>
                    </a:cubicBezTo>
                    <a:cubicBezTo>
                      <a:pt x="1718490" y="2142871"/>
                      <a:pt x="1526490" y="1950871"/>
                      <a:pt x="1526490" y="1714028"/>
                    </a:cubicBezTo>
                    <a:cubicBezTo>
                      <a:pt x="1526490" y="1477185"/>
                      <a:pt x="1718490" y="1285185"/>
                      <a:pt x="1955333" y="1285185"/>
                    </a:cubicBezTo>
                    <a:close/>
                    <a:moveTo>
                      <a:pt x="1955333" y="1074136"/>
                    </a:moveTo>
                    <a:cubicBezTo>
                      <a:pt x="1601930" y="1074136"/>
                      <a:pt x="1315441" y="1360625"/>
                      <a:pt x="1315441" y="1714028"/>
                    </a:cubicBezTo>
                    <a:cubicBezTo>
                      <a:pt x="1315441" y="2067431"/>
                      <a:pt x="1601930" y="2353920"/>
                      <a:pt x="1955333" y="2353920"/>
                    </a:cubicBezTo>
                    <a:cubicBezTo>
                      <a:pt x="2308736" y="2353920"/>
                      <a:pt x="2595225" y="2067431"/>
                      <a:pt x="2595225" y="1714028"/>
                    </a:cubicBezTo>
                    <a:cubicBezTo>
                      <a:pt x="2595225" y="1360625"/>
                      <a:pt x="2308736" y="1074136"/>
                      <a:pt x="1955333" y="1074136"/>
                    </a:cubicBezTo>
                    <a:close/>
                    <a:moveTo>
                      <a:pt x="1955333" y="849503"/>
                    </a:moveTo>
                    <a:cubicBezTo>
                      <a:pt x="2432797" y="849503"/>
                      <a:pt x="2819858" y="1236564"/>
                      <a:pt x="2819858" y="1714028"/>
                    </a:cubicBezTo>
                    <a:cubicBezTo>
                      <a:pt x="2819858" y="2191492"/>
                      <a:pt x="2432797" y="2578553"/>
                      <a:pt x="1955333" y="2578553"/>
                    </a:cubicBezTo>
                    <a:cubicBezTo>
                      <a:pt x="1477869" y="2578553"/>
                      <a:pt x="1090808" y="2191492"/>
                      <a:pt x="1090808" y="1714028"/>
                    </a:cubicBezTo>
                    <a:cubicBezTo>
                      <a:pt x="1090808" y="1236564"/>
                      <a:pt x="1477869" y="849503"/>
                      <a:pt x="1955333" y="849503"/>
                    </a:cubicBezTo>
                    <a:close/>
                    <a:moveTo>
                      <a:pt x="3253503" y="756254"/>
                    </a:moveTo>
                    <a:cubicBezTo>
                      <a:pt x="3162525" y="756254"/>
                      <a:pt x="3088773" y="830006"/>
                      <a:pt x="3088773" y="920984"/>
                    </a:cubicBezTo>
                    <a:cubicBezTo>
                      <a:pt x="3088773" y="1011962"/>
                      <a:pt x="3162525" y="1085714"/>
                      <a:pt x="3253503" y="1085714"/>
                    </a:cubicBezTo>
                    <a:cubicBezTo>
                      <a:pt x="3344481" y="1085714"/>
                      <a:pt x="3418233" y="1011962"/>
                      <a:pt x="3418233" y="920984"/>
                    </a:cubicBezTo>
                    <a:cubicBezTo>
                      <a:pt x="3418233" y="830006"/>
                      <a:pt x="3344481" y="756254"/>
                      <a:pt x="3253503" y="756254"/>
                    </a:cubicBezTo>
                    <a:close/>
                    <a:moveTo>
                      <a:pt x="1955333" y="744677"/>
                    </a:moveTo>
                    <a:cubicBezTo>
                      <a:pt x="1419975" y="744677"/>
                      <a:pt x="985982" y="1178670"/>
                      <a:pt x="985982" y="1714028"/>
                    </a:cubicBezTo>
                    <a:cubicBezTo>
                      <a:pt x="985982" y="2249386"/>
                      <a:pt x="1419975" y="2683379"/>
                      <a:pt x="1955333" y="2683379"/>
                    </a:cubicBezTo>
                    <a:cubicBezTo>
                      <a:pt x="2490691" y="2683379"/>
                      <a:pt x="2924684" y="2249386"/>
                      <a:pt x="2924684" y="1714028"/>
                    </a:cubicBezTo>
                    <a:cubicBezTo>
                      <a:pt x="2924684" y="1178670"/>
                      <a:pt x="2490691" y="744677"/>
                      <a:pt x="1955333" y="744677"/>
                    </a:cubicBezTo>
                    <a:close/>
                    <a:moveTo>
                      <a:pt x="1333922" y="0"/>
                    </a:moveTo>
                    <a:lnTo>
                      <a:pt x="2626078" y="0"/>
                    </a:lnTo>
                    <a:lnTo>
                      <a:pt x="2717085" y="364028"/>
                    </a:lnTo>
                    <a:lnTo>
                      <a:pt x="3699990" y="364028"/>
                    </a:lnTo>
                    <a:cubicBezTo>
                      <a:pt x="3843590" y="364028"/>
                      <a:pt x="3960000" y="480438"/>
                      <a:pt x="3960000" y="624038"/>
                    </a:cubicBezTo>
                    <a:lnTo>
                      <a:pt x="3960000" y="2804018"/>
                    </a:lnTo>
                    <a:cubicBezTo>
                      <a:pt x="3960000" y="2947618"/>
                      <a:pt x="3843590" y="3064028"/>
                      <a:pt x="3699990" y="3064028"/>
                    </a:cubicBezTo>
                    <a:lnTo>
                      <a:pt x="260010" y="3064028"/>
                    </a:lnTo>
                    <a:cubicBezTo>
                      <a:pt x="116410" y="3064028"/>
                      <a:pt x="0" y="2947618"/>
                      <a:pt x="0" y="2804018"/>
                    </a:cubicBezTo>
                    <a:lnTo>
                      <a:pt x="0" y="624038"/>
                    </a:lnTo>
                    <a:cubicBezTo>
                      <a:pt x="0" y="480438"/>
                      <a:pt x="116410" y="364028"/>
                      <a:pt x="260010" y="364028"/>
                    </a:cubicBezTo>
                    <a:lnTo>
                      <a:pt x="443165" y="364028"/>
                    </a:lnTo>
                    <a:lnTo>
                      <a:pt x="443165" y="237982"/>
                    </a:lnTo>
                    <a:cubicBezTo>
                      <a:pt x="443165" y="195266"/>
                      <a:pt x="477794" y="160637"/>
                      <a:pt x="520510" y="160637"/>
                    </a:cubicBezTo>
                    <a:lnTo>
                      <a:pt x="1049896" y="160637"/>
                    </a:lnTo>
                    <a:cubicBezTo>
                      <a:pt x="1092612" y="160637"/>
                      <a:pt x="1127241" y="195266"/>
                      <a:pt x="1127241" y="237982"/>
                    </a:cubicBezTo>
                    <a:lnTo>
                      <a:pt x="1127241" y="364028"/>
                    </a:lnTo>
                    <a:lnTo>
                      <a:pt x="1242915" y="364028"/>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589" name="Google Shape;2589;p53"/>
              <p:cNvSpPr/>
              <p:nvPr/>
            </p:nvSpPr>
            <p:spPr>
              <a:xfrm>
                <a:off x="8560619" y="5355763"/>
                <a:ext cx="372889" cy="259826"/>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590" name="Google Shape;2590;p53"/>
              <p:cNvSpPr/>
              <p:nvPr/>
            </p:nvSpPr>
            <p:spPr>
              <a:xfrm rot="2498363">
                <a:off x="8831623" y="1920263"/>
                <a:ext cx="392828" cy="392828"/>
              </a:xfrm>
              <a:custGeom>
                <a:rect b="b" l="l" r="r" t="t"/>
                <a:pathLst>
                  <a:path extrusionOk="0" h="3938940" w="3860438">
                    <a:moveTo>
                      <a:pt x="1862067" y="2433815"/>
                    </a:moveTo>
                    <a:lnTo>
                      <a:pt x="1970067" y="2433815"/>
                    </a:lnTo>
                    <a:lnTo>
                      <a:pt x="1970067" y="3362873"/>
                    </a:lnTo>
                    <a:lnTo>
                      <a:pt x="2004792" y="3362873"/>
                    </a:lnTo>
                    <a:lnTo>
                      <a:pt x="2004792" y="3650907"/>
                    </a:lnTo>
                    <a:cubicBezTo>
                      <a:pt x="2004792" y="3808349"/>
                      <a:pt x="1878374" y="3936619"/>
                      <a:pt x="1720949" y="3938909"/>
                    </a:cubicBezTo>
                    <a:cubicBezTo>
                      <a:pt x="1564029" y="3941192"/>
                      <a:pt x="1434265" y="3817458"/>
                      <a:pt x="1429045" y="3660794"/>
                    </a:cubicBezTo>
                    <a:lnTo>
                      <a:pt x="1428727" y="3660794"/>
                    </a:lnTo>
                    <a:lnTo>
                      <a:pt x="1428727" y="3588794"/>
                    </a:lnTo>
                    <a:cubicBezTo>
                      <a:pt x="1428727" y="3549029"/>
                      <a:pt x="1460962" y="3516794"/>
                      <a:pt x="1500727" y="3516794"/>
                    </a:cubicBezTo>
                    <a:lnTo>
                      <a:pt x="1536727" y="3516794"/>
                    </a:lnTo>
                    <a:cubicBezTo>
                      <a:pt x="1576492" y="3516794"/>
                      <a:pt x="1608727" y="3549029"/>
                      <a:pt x="1608727" y="3588794"/>
                    </a:cubicBezTo>
                    <a:lnTo>
                      <a:pt x="1608727" y="3654789"/>
                    </a:lnTo>
                    <a:cubicBezTo>
                      <a:pt x="1610687" y="3713589"/>
                      <a:pt x="1659418" y="3760001"/>
                      <a:pt x="1718334" y="3759144"/>
                    </a:cubicBezTo>
                    <a:cubicBezTo>
                      <a:pt x="1777498" y="3758284"/>
                      <a:pt x="1825008" y="3710077"/>
                      <a:pt x="1825008" y="3650907"/>
                    </a:cubicBezTo>
                    <a:lnTo>
                      <a:pt x="1824792" y="3650907"/>
                    </a:lnTo>
                    <a:lnTo>
                      <a:pt x="1824792" y="3362873"/>
                    </a:lnTo>
                    <a:lnTo>
                      <a:pt x="1862067" y="3362873"/>
                    </a:lnTo>
                    <a:close/>
                    <a:moveTo>
                      <a:pt x="1963773" y="341826"/>
                    </a:moveTo>
                    <a:cubicBezTo>
                      <a:pt x="2603866" y="1105515"/>
                      <a:pt x="2803203" y="1464631"/>
                      <a:pt x="2867684" y="2396069"/>
                    </a:cubicBezTo>
                    <a:cubicBezTo>
                      <a:pt x="2523234" y="2107144"/>
                      <a:pt x="2324834" y="2107144"/>
                      <a:pt x="1967684" y="2396069"/>
                    </a:cubicBezTo>
                    <a:cubicBezTo>
                      <a:pt x="1966380" y="1713514"/>
                      <a:pt x="1965077" y="1024381"/>
                      <a:pt x="1963773" y="341826"/>
                    </a:cubicBezTo>
                    <a:close/>
                    <a:moveTo>
                      <a:pt x="1882676" y="341826"/>
                    </a:moveTo>
                    <a:cubicBezTo>
                      <a:pt x="1881372" y="1024381"/>
                      <a:pt x="1880069" y="1713514"/>
                      <a:pt x="1878765" y="2396069"/>
                    </a:cubicBezTo>
                    <a:cubicBezTo>
                      <a:pt x="1521615" y="2107144"/>
                      <a:pt x="1323215" y="2107144"/>
                      <a:pt x="978765" y="2396069"/>
                    </a:cubicBezTo>
                    <a:cubicBezTo>
                      <a:pt x="1043246" y="1464631"/>
                      <a:pt x="1242583" y="1105515"/>
                      <a:pt x="1882676" y="341826"/>
                    </a:cubicBezTo>
                    <a:close/>
                    <a:moveTo>
                      <a:pt x="2058573" y="335248"/>
                    </a:moveTo>
                    <a:cubicBezTo>
                      <a:pt x="3026489" y="598978"/>
                      <a:pt x="3714825" y="1273857"/>
                      <a:pt x="3860438" y="2396070"/>
                    </a:cubicBezTo>
                    <a:cubicBezTo>
                      <a:pt x="3515988" y="2107145"/>
                      <a:pt x="3317588" y="2107145"/>
                      <a:pt x="2960438" y="2396070"/>
                    </a:cubicBezTo>
                    <a:cubicBezTo>
                      <a:pt x="2910892" y="1313327"/>
                      <a:pt x="2647549" y="1036442"/>
                      <a:pt x="2058573" y="335248"/>
                    </a:cubicBezTo>
                    <a:close/>
                    <a:moveTo>
                      <a:pt x="1801865" y="335248"/>
                    </a:moveTo>
                    <a:cubicBezTo>
                      <a:pt x="1212889" y="1036442"/>
                      <a:pt x="949546" y="1313327"/>
                      <a:pt x="900000" y="2396070"/>
                    </a:cubicBezTo>
                    <a:cubicBezTo>
                      <a:pt x="542850" y="2107145"/>
                      <a:pt x="344450" y="2107145"/>
                      <a:pt x="0" y="2396070"/>
                    </a:cubicBezTo>
                    <a:cubicBezTo>
                      <a:pt x="145613" y="1273857"/>
                      <a:pt x="833949" y="598978"/>
                      <a:pt x="1801865" y="335248"/>
                    </a:cubicBezTo>
                    <a:close/>
                    <a:moveTo>
                      <a:pt x="1902679" y="0"/>
                    </a:moveTo>
                    <a:lnTo>
                      <a:pt x="1929455" y="0"/>
                    </a:lnTo>
                    <a:lnTo>
                      <a:pt x="1970067" y="288000"/>
                    </a:lnTo>
                    <a:lnTo>
                      <a:pt x="1862067" y="288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591" name="Google Shape;2591;p53"/>
              <p:cNvSpPr/>
              <p:nvPr/>
            </p:nvSpPr>
            <p:spPr>
              <a:xfrm rot="-2129845">
                <a:off x="10110329" y="1972655"/>
                <a:ext cx="132806" cy="502999"/>
              </a:xfrm>
              <a:custGeom>
                <a:rect b="b" l="l" r="r" t="t"/>
                <a:pathLst>
                  <a:path extrusionOk="0" h="5014044" w="1323851">
                    <a:moveTo>
                      <a:pt x="797140" y="4503940"/>
                    </a:moveTo>
                    <a:cubicBezTo>
                      <a:pt x="732770" y="4439570"/>
                      <a:pt x="628407" y="4439570"/>
                      <a:pt x="564037" y="4503940"/>
                    </a:cubicBezTo>
                    <a:cubicBezTo>
                      <a:pt x="499667" y="4568310"/>
                      <a:pt x="499667" y="4672672"/>
                      <a:pt x="564037" y="4737042"/>
                    </a:cubicBezTo>
                    <a:cubicBezTo>
                      <a:pt x="628407" y="4801412"/>
                      <a:pt x="732770" y="4801413"/>
                      <a:pt x="797140" y="4737043"/>
                    </a:cubicBezTo>
                    <a:cubicBezTo>
                      <a:pt x="861510" y="4672673"/>
                      <a:pt x="861510" y="4568310"/>
                      <a:pt x="797140" y="4503940"/>
                    </a:cubicBezTo>
                    <a:close/>
                    <a:moveTo>
                      <a:pt x="1019859" y="4396571"/>
                    </a:moveTo>
                    <a:lnTo>
                      <a:pt x="1019859" y="4844408"/>
                    </a:lnTo>
                    <a:lnTo>
                      <a:pt x="680589" y="5014044"/>
                    </a:lnTo>
                    <a:lnTo>
                      <a:pt x="341319" y="4844409"/>
                    </a:lnTo>
                    <a:lnTo>
                      <a:pt x="341319" y="4396572"/>
                    </a:lnTo>
                    <a:lnTo>
                      <a:pt x="680589" y="4226937"/>
                    </a:lnTo>
                    <a:close/>
                    <a:moveTo>
                      <a:pt x="800624" y="237293"/>
                    </a:moveTo>
                    <a:cubicBezTo>
                      <a:pt x="730322" y="166991"/>
                      <a:pt x="616339" y="166991"/>
                      <a:pt x="546037" y="237293"/>
                    </a:cubicBezTo>
                    <a:cubicBezTo>
                      <a:pt x="475735" y="307595"/>
                      <a:pt x="475735" y="421577"/>
                      <a:pt x="546037" y="491879"/>
                    </a:cubicBezTo>
                    <a:cubicBezTo>
                      <a:pt x="616339" y="562181"/>
                      <a:pt x="730322" y="562181"/>
                      <a:pt x="800624" y="491879"/>
                    </a:cubicBezTo>
                    <a:cubicBezTo>
                      <a:pt x="870926" y="421577"/>
                      <a:pt x="870926" y="307595"/>
                      <a:pt x="800624" y="237293"/>
                    </a:cubicBezTo>
                    <a:close/>
                    <a:moveTo>
                      <a:pt x="1079384" y="68015"/>
                    </a:moveTo>
                    <a:cubicBezTo>
                      <a:pt x="1121407" y="110039"/>
                      <a:pt x="1147399" y="168093"/>
                      <a:pt x="1147399" y="232219"/>
                    </a:cubicBezTo>
                    <a:cubicBezTo>
                      <a:pt x="1147399" y="1159793"/>
                      <a:pt x="1034554" y="2087367"/>
                      <a:pt x="1023948" y="3014957"/>
                    </a:cubicBezTo>
                    <a:cubicBezTo>
                      <a:pt x="1133082" y="3060182"/>
                      <a:pt x="1235152" y="3127360"/>
                      <a:pt x="1323851" y="3216059"/>
                    </a:cubicBezTo>
                    <a:cubicBezTo>
                      <a:pt x="1689423" y="3581630"/>
                      <a:pt x="1689423" y="4174338"/>
                      <a:pt x="1323851" y="4539910"/>
                    </a:cubicBezTo>
                    <a:cubicBezTo>
                      <a:pt x="1261218" y="4602543"/>
                      <a:pt x="1191917" y="4654446"/>
                      <a:pt x="1117803" y="4694845"/>
                    </a:cubicBezTo>
                    <a:lnTo>
                      <a:pt x="1117303" y="3872699"/>
                    </a:lnTo>
                    <a:lnTo>
                      <a:pt x="684319" y="3565900"/>
                    </a:lnTo>
                    <a:lnTo>
                      <a:pt x="251709" y="3873225"/>
                    </a:lnTo>
                    <a:lnTo>
                      <a:pt x="252223" y="4718882"/>
                    </a:lnTo>
                    <a:cubicBezTo>
                      <a:pt x="160837" y="4675423"/>
                      <a:pt x="75567" y="4615476"/>
                      <a:pt x="0" y="4539910"/>
                    </a:cubicBezTo>
                    <a:cubicBezTo>
                      <a:pt x="-365571" y="4174338"/>
                      <a:pt x="-365571" y="3581630"/>
                      <a:pt x="0" y="3216059"/>
                    </a:cubicBezTo>
                    <a:cubicBezTo>
                      <a:pt x="100968" y="3115091"/>
                      <a:pt x="219261" y="3042010"/>
                      <a:pt x="345675" y="2997831"/>
                    </a:cubicBezTo>
                    <a:lnTo>
                      <a:pt x="211295" y="232219"/>
                    </a:lnTo>
                    <a:cubicBezTo>
                      <a:pt x="211295" y="103968"/>
                      <a:pt x="315263" y="0"/>
                      <a:pt x="443514" y="0"/>
                    </a:cubicBezTo>
                    <a:lnTo>
                      <a:pt x="915180" y="0"/>
                    </a:lnTo>
                    <a:cubicBezTo>
                      <a:pt x="979305" y="0"/>
                      <a:pt x="1037360" y="25992"/>
                      <a:pt x="1079384" y="680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592" name="Google Shape;2592;p53"/>
              <p:cNvSpPr/>
              <p:nvPr/>
            </p:nvSpPr>
            <p:spPr>
              <a:xfrm rot="-8100000">
                <a:off x="9503918" y="5364438"/>
                <a:ext cx="71616" cy="502304"/>
              </a:xfrm>
              <a:custGeom>
                <a:rect b="b" l="l" r="r" t="t"/>
                <a:pathLst>
                  <a:path extrusionOk="0" h="460327" w="65631">
                    <a:moveTo>
                      <a:pt x="42919" y="215685"/>
                    </a:moveTo>
                    <a:lnTo>
                      <a:pt x="22708" y="215685"/>
                    </a:lnTo>
                    <a:lnTo>
                      <a:pt x="0" y="185855"/>
                    </a:lnTo>
                    <a:lnTo>
                      <a:pt x="3" y="185856"/>
                    </a:lnTo>
                    <a:lnTo>
                      <a:pt x="3" y="32814"/>
                    </a:lnTo>
                    <a:cubicBezTo>
                      <a:pt x="3" y="14690"/>
                      <a:pt x="14694" y="0"/>
                      <a:pt x="32817" y="0"/>
                    </a:cubicBezTo>
                    <a:cubicBezTo>
                      <a:pt x="50940" y="0"/>
                      <a:pt x="65631" y="14690"/>
                      <a:pt x="65631" y="32814"/>
                    </a:cubicBezTo>
                    <a:lnTo>
                      <a:pt x="65631" y="185856"/>
                    </a:lnTo>
                    <a:lnTo>
                      <a:pt x="65626" y="185856"/>
                    </a:lnTo>
                    <a:close/>
                    <a:moveTo>
                      <a:pt x="57234" y="460327"/>
                    </a:moveTo>
                    <a:lnTo>
                      <a:pt x="11300" y="460327"/>
                    </a:lnTo>
                    <a:lnTo>
                      <a:pt x="11300" y="366559"/>
                    </a:lnTo>
                    <a:cubicBezTo>
                      <a:pt x="13577" y="349655"/>
                      <a:pt x="25635" y="358815"/>
                      <a:pt x="25452" y="346112"/>
                    </a:cubicBezTo>
                    <a:cubicBezTo>
                      <a:pt x="25288" y="302926"/>
                      <a:pt x="25124" y="259739"/>
                      <a:pt x="24960" y="216553"/>
                    </a:cubicBezTo>
                    <a:lnTo>
                      <a:pt x="42858" y="216553"/>
                    </a:lnTo>
                    <a:cubicBezTo>
                      <a:pt x="42694" y="259576"/>
                      <a:pt x="42530" y="302598"/>
                      <a:pt x="42366" y="345621"/>
                    </a:cubicBezTo>
                    <a:cubicBezTo>
                      <a:pt x="39843" y="359799"/>
                      <a:pt x="54756" y="347441"/>
                      <a:pt x="57234" y="36655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593" name="Google Shape;2593;p53"/>
              <p:cNvSpPr/>
              <p:nvPr/>
            </p:nvSpPr>
            <p:spPr>
              <a:xfrm>
                <a:off x="10146073" y="5282722"/>
                <a:ext cx="141778" cy="392828"/>
              </a:xfrm>
              <a:custGeom>
                <a:rect b="b" l="l" r="r" t="t"/>
                <a:pathLst>
                  <a:path extrusionOk="0" h="3871427" w="1397263">
                    <a:moveTo>
                      <a:pt x="698631" y="1778701"/>
                    </a:moveTo>
                    <a:cubicBezTo>
                      <a:pt x="609151" y="1778701"/>
                      <a:pt x="536613" y="1851239"/>
                      <a:pt x="536613" y="1940719"/>
                    </a:cubicBezTo>
                    <a:cubicBezTo>
                      <a:pt x="536613" y="2030199"/>
                      <a:pt x="609151" y="2102737"/>
                      <a:pt x="698631" y="2102737"/>
                    </a:cubicBezTo>
                    <a:cubicBezTo>
                      <a:pt x="788111" y="2102737"/>
                      <a:pt x="860649" y="2030199"/>
                      <a:pt x="860649" y="1940719"/>
                    </a:cubicBezTo>
                    <a:cubicBezTo>
                      <a:pt x="860649" y="1851239"/>
                      <a:pt x="788111" y="1778701"/>
                      <a:pt x="698631" y="1778701"/>
                    </a:cubicBezTo>
                    <a:close/>
                    <a:moveTo>
                      <a:pt x="999594" y="0"/>
                    </a:moveTo>
                    <a:lnTo>
                      <a:pt x="1321063" y="0"/>
                    </a:lnTo>
                    <a:lnTo>
                      <a:pt x="1390119" y="95250"/>
                    </a:lnTo>
                    <a:cubicBezTo>
                      <a:pt x="1392500" y="284956"/>
                      <a:pt x="1394882" y="474663"/>
                      <a:pt x="1397263" y="664369"/>
                    </a:cubicBezTo>
                    <a:lnTo>
                      <a:pt x="1256769" y="833438"/>
                    </a:lnTo>
                    <a:lnTo>
                      <a:pt x="921013" y="978694"/>
                    </a:lnTo>
                    <a:lnTo>
                      <a:pt x="913199" y="978651"/>
                    </a:lnTo>
                    <a:lnTo>
                      <a:pt x="913199" y="1700779"/>
                    </a:lnTo>
                    <a:cubicBezTo>
                      <a:pt x="979823" y="1759212"/>
                      <a:pt x="1021211" y="1845132"/>
                      <a:pt x="1021211" y="1940719"/>
                    </a:cubicBezTo>
                    <a:cubicBezTo>
                      <a:pt x="1021211" y="2036306"/>
                      <a:pt x="979823" y="2122226"/>
                      <a:pt x="913199" y="2180659"/>
                    </a:cubicBezTo>
                    <a:lnTo>
                      <a:pt x="913199" y="2896482"/>
                    </a:lnTo>
                    <a:lnTo>
                      <a:pt x="1238250" y="3021320"/>
                    </a:lnTo>
                    <a:lnTo>
                      <a:pt x="1390650" y="3199914"/>
                    </a:lnTo>
                    <a:lnTo>
                      <a:pt x="1393032" y="3764270"/>
                    </a:lnTo>
                    <a:lnTo>
                      <a:pt x="1316832" y="3869045"/>
                    </a:lnTo>
                    <a:lnTo>
                      <a:pt x="997744" y="3869045"/>
                    </a:lnTo>
                    <a:lnTo>
                      <a:pt x="995363" y="3276114"/>
                    </a:lnTo>
                    <a:lnTo>
                      <a:pt x="700088" y="3111808"/>
                    </a:lnTo>
                    <a:lnTo>
                      <a:pt x="409575" y="3288020"/>
                    </a:lnTo>
                    <a:lnTo>
                      <a:pt x="397669" y="3871427"/>
                    </a:lnTo>
                    <a:lnTo>
                      <a:pt x="76200" y="3871427"/>
                    </a:lnTo>
                    <a:lnTo>
                      <a:pt x="7144" y="3776177"/>
                    </a:lnTo>
                    <a:cubicBezTo>
                      <a:pt x="4763" y="3586471"/>
                      <a:pt x="2381" y="3396764"/>
                      <a:pt x="0" y="3207058"/>
                    </a:cubicBezTo>
                    <a:lnTo>
                      <a:pt x="140494" y="3037989"/>
                    </a:lnTo>
                    <a:lnTo>
                      <a:pt x="476250" y="2892733"/>
                    </a:lnTo>
                    <a:lnTo>
                      <a:pt x="481151" y="2892760"/>
                    </a:lnTo>
                    <a:lnTo>
                      <a:pt x="481151" y="2180659"/>
                    </a:lnTo>
                    <a:cubicBezTo>
                      <a:pt x="414527" y="2122226"/>
                      <a:pt x="373139" y="2036306"/>
                      <a:pt x="373139" y="1940719"/>
                    </a:cubicBezTo>
                    <a:cubicBezTo>
                      <a:pt x="373139" y="1845132"/>
                      <a:pt x="414527" y="1759212"/>
                      <a:pt x="481151" y="1700779"/>
                    </a:cubicBezTo>
                    <a:lnTo>
                      <a:pt x="481151" y="973827"/>
                    </a:lnTo>
                    <a:lnTo>
                      <a:pt x="159013" y="850107"/>
                    </a:lnTo>
                    <a:lnTo>
                      <a:pt x="6613" y="671513"/>
                    </a:lnTo>
                    <a:lnTo>
                      <a:pt x="4231" y="107157"/>
                    </a:lnTo>
                    <a:lnTo>
                      <a:pt x="80431" y="2382"/>
                    </a:lnTo>
                    <a:lnTo>
                      <a:pt x="399519" y="2382"/>
                    </a:lnTo>
                    <a:cubicBezTo>
                      <a:pt x="400313" y="198438"/>
                      <a:pt x="401106" y="396875"/>
                      <a:pt x="401900" y="595313"/>
                    </a:cubicBezTo>
                    <a:lnTo>
                      <a:pt x="697175" y="759619"/>
                    </a:lnTo>
                    <a:lnTo>
                      <a:pt x="987688" y="583407"/>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594" name="Google Shape;2594;p53"/>
              <p:cNvSpPr/>
              <p:nvPr/>
            </p:nvSpPr>
            <p:spPr>
              <a:xfrm rot="10800000">
                <a:off x="9233259" y="1922064"/>
                <a:ext cx="351266" cy="351266"/>
              </a:xfrm>
              <a:custGeom>
                <a:rect b="b" l="l" r="r" t="t"/>
                <a:pathLst>
                  <a:path extrusionOk="0" h="3915008" w="3982665">
                    <a:moveTo>
                      <a:pt x="0" y="2664000"/>
                    </a:moveTo>
                    <a:lnTo>
                      <a:pt x="1911318" y="72000"/>
                    </a:lnTo>
                    <a:lnTo>
                      <a:pt x="1142725" y="2655962"/>
                    </a:lnTo>
                    <a:close/>
                    <a:moveTo>
                      <a:pt x="3982665" y="2664000"/>
                    </a:moveTo>
                    <a:lnTo>
                      <a:pt x="2839940" y="2655962"/>
                    </a:lnTo>
                    <a:lnTo>
                      <a:pt x="2071347" y="72000"/>
                    </a:lnTo>
                    <a:close/>
                    <a:moveTo>
                      <a:pt x="2621333" y="2664000"/>
                    </a:moveTo>
                    <a:lnTo>
                      <a:pt x="1361333" y="2664000"/>
                    </a:lnTo>
                    <a:lnTo>
                      <a:pt x="1991333" y="0"/>
                    </a:lnTo>
                    <a:close/>
                    <a:moveTo>
                      <a:pt x="1806654" y="3915007"/>
                    </a:moveTo>
                    <a:lnTo>
                      <a:pt x="726654" y="3915007"/>
                    </a:lnTo>
                    <a:lnTo>
                      <a:pt x="1266654" y="2835007"/>
                    </a:lnTo>
                    <a:close/>
                    <a:moveTo>
                      <a:pt x="555902" y="3915008"/>
                    </a:moveTo>
                    <a:lnTo>
                      <a:pt x="15902" y="2835008"/>
                    </a:lnTo>
                    <a:lnTo>
                      <a:pt x="1095902" y="2835008"/>
                    </a:lnTo>
                    <a:close/>
                    <a:moveTo>
                      <a:pt x="1977406" y="3915008"/>
                    </a:moveTo>
                    <a:lnTo>
                      <a:pt x="1437406" y="2835008"/>
                    </a:lnTo>
                    <a:lnTo>
                      <a:pt x="2517406" y="2835008"/>
                    </a:lnTo>
                    <a:close/>
                    <a:moveTo>
                      <a:pt x="3228158" y="3915008"/>
                    </a:moveTo>
                    <a:lnTo>
                      <a:pt x="2148158" y="3915008"/>
                    </a:lnTo>
                    <a:lnTo>
                      <a:pt x="2688158" y="2835008"/>
                    </a:lnTo>
                    <a:close/>
                    <a:moveTo>
                      <a:pt x="3398910" y="3915008"/>
                    </a:moveTo>
                    <a:lnTo>
                      <a:pt x="2858910" y="2835008"/>
                    </a:lnTo>
                    <a:lnTo>
                      <a:pt x="3938910" y="2835008"/>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595" name="Google Shape;2595;p53"/>
              <p:cNvSpPr/>
              <p:nvPr/>
            </p:nvSpPr>
            <p:spPr>
              <a:xfrm>
                <a:off x="8136976" y="5049647"/>
                <a:ext cx="351266" cy="351266"/>
              </a:xfrm>
              <a:custGeom>
                <a:rect b="b" l="l" r="r" t="t"/>
                <a:pathLst>
                  <a:path extrusionOk="0" h="3954781" w="3928707">
                    <a:moveTo>
                      <a:pt x="2773336" y="2238726"/>
                    </a:moveTo>
                    <a:cubicBezTo>
                      <a:pt x="2746826" y="2238726"/>
                      <a:pt x="2725335" y="2260217"/>
                      <a:pt x="2725335" y="2286727"/>
                    </a:cubicBezTo>
                    <a:lnTo>
                      <a:pt x="2725335" y="2478725"/>
                    </a:lnTo>
                    <a:cubicBezTo>
                      <a:pt x="2725335" y="2505235"/>
                      <a:pt x="2746826" y="2526726"/>
                      <a:pt x="2773336" y="2526726"/>
                    </a:cubicBezTo>
                    <a:lnTo>
                      <a:pt x="2965334" y="2526726"/>
                    </a:lnTo>
                    <a:cubicBezTo>
                      <a:pt x="2991844" y="2526726"/>
                      <a:pt x="3013335" y="2505235"/>
                      <a:pt x="3013335" y="2478725"/>
                    </a:cubicBezTo>
                    <a:lnTo>
                      <a:pt x="3013335" y="2286727"/>
                    </a:lnTo>
                    <a:cubicBezTo>
                      <a:pt x="3013335" y="2260217"/>
                      <a:pt x="2991844" y="2238726"/>
                      <a:pt x="2965334" y="2238726"/>
                    </a:cubicBezTo>
                    <a:close/>
                    <a:moveTo>
                      <a:pt x="2313922" y="2238726"/>
                    </a:moveTo>
                    <a:cubicBezTo>
                      <a:pt x="2287412" y="2238726"/>
                      <a:pt x="2265921" y="2260217"/>
                      <a:pt x="2265921" y="2286727"/>
                    </a:cubicBezTo>
                    <a:lnTo>
                      <a:pt x="2265921" y="2478725"/>
                    </a:lnTo>
                    <a:cubicBezTo>
                      <a:pt x="2265921" y="2505235"/>
                      <a:pt x="2287412" y="2526726"/>
                      <a:pt x="2313922" y="2526726"/>
                    </a:cubicBezTo>
                    <a:lnTo>
                      <a:pt x="2505920" y="2526726"/>
                    </a:lnTo>
                    <a:cubicBezTo>
                      <a:pt x="2532430" y="2526726"/>
                      <a:pt x="2553921" y="2505235"/>
                      <a:pt x="2553921" y="2478725"/>
                    </a:cubicBezTo>
                    <a:lnTo>
                      <a:pt x="2553921" y="2286727"/>
                    </a:lnTo>
                    <a:cubicBezTo>
                      <a:pt x="2553921" y="2260217"/>
                      <a:pt x="2532430" y="2238726"/>
                      <a:pt x="2505920" y="2238726"/>
                    </a:cubicBezTo>
                    <a:close/>
                    <a:moveTo>
                      <a:pt x="1854508" y="2238726"/>
                    </a:moveTo>
                    <a:cubicBezTo>
                      <a:pt x="1827998" y="2238726"/>
                      <a:pt x="1806507" y="2260217"/>
                      <a:pt x="1806507" y="2286727"/>
                    </a:cubicBezTo>
                    <a:lnTo>
                      <a:pt x="1806507" y="2478725"/>
                    </a:lnTo>
                    <a:cubicBezTo>
                      <a:pt x="1806507" y="2505235"/>
                      <a:pt x="1827998" y="2526726"/>
                      <a:pt x="1854508" y="2526726"/>
                    </a:cubicBezTo>
                    <a:lnTo>
                      <a:pt x="2046506" y="2526726"/>
                    </a:lnTo>
                    <a:cubicBezTo>
                      <a:pt x="2073016" y="2526726"/>
                      <a:pt x="2094507" y="2505235"/>
                      <a:pt x="2094507" y="2478725"/>
                    </a:cubicBezTo>
                    <a:lnTo>
                      <a:pt x="2094507" y="2286727"/>
                    </a:lnTo>
                    <a:cubicBezTo>
                      <a:pt x="2094507" y="2260217"/>
                      <a:pt x="2073016" y="2238726"/>
                      <a:pt x="2046506" y="2238726"/>
                    </a:cubicBezTo>
                    <a:close/>
                    <a:moveTo>
                      <a:pt x="879732" y="2133675"/>
                    </a:moveTo>
                    <a:cubicBezTo>
                      <a:pt x="767330" y="2133675"/>
                      <a:pt x="676210" y="2224795"/>
                      <a:pt x="676210" y="2337197"/>
                    </a:cubicBezTo>
                    <a:cubicBezTo>
                      <a:pt x="676210" y="2449599"/>
                      <a:pt x="767330" y="2540719"/>
                      <a:pt x="879732" y="2540719"/>
                    </a:cubicBezTo>
                    <a:cubicBezTo>
                      <a:pt x="956121" y="2540719"/>
                      <a:pt x="1022681" y="2498634"/>
                      <a:pt x="1054808" y="2434886"/>
                    </a:cubicBezTo>
                    <a:lnTo>
                      <a:pt x="1469273" y="2434887"/>
                    </a:lnTo>
                    <a:cubicBezTo>
                      <a:pt x="1529381" y="2434887"/>
                      <a:pt x="1578108" y="2386160"/>
                      <a:pt x="1578108" y="2326052"/>
                    </a:cubicBezTo>
                    <a:cubicBezTo>
                      <a:pt x="1578108" y="2265944"/>
                      <a:pt x="1529381" y="2217217"/>
                      <a:pt x="1469273" y="2217217"/>
                    </a:cubicBezTo>
                    <a:lnTo>
                      <a:pt x="1039779" y="2217217"/>
                    </a:lnTo>
                    <a:cubicBezTo>
                      <a:pt x="1005455" y="2165662"/>
                      <a:pt x="946329" y="2133675"/>
                      <a:pt x="879732" y="2133675"/>
                    </a:cubicBezTo>
                    <a:close/>
                    <a:moveTo>
                      <a:pt x="2773336" y="1699178"/>
                    </a:moveTo>
                    <a:cubicBezTo>
                      <a:pt x="2746826" y="1699178"/>
                      <a:pt x="2725335" y="1720669"/>
                      <a:pt x="2725335" y="1747179"/>
                    </a:cubicBezTo>
                    <a:lnTo>
                      <a:pt x="2725335" y="1939177"/>
                    </a:lnTo>
                    <a:cubicBezTo>
                      <a:pt x="2725335" y="1965687"/>
                      <a:pt x="2746826" y="1987178"/>
                      <a:pt x="2773336" y="1987178"/>
                    </a:cubicBezTo>
                    <a:lnTo>
                      <a:pt x="2965334" y="1987178"/>
                    </a:lnTo>
                    <a:cubicBezTo>
                      <a:pt x="2991844" y="1987178"/>
                      <a:pt x="3013335" y="1965687"/>
                      <a:pt x="3013335" y="1939177"/>
                    </a:cubicBezTo>
                    <a:lnTo>
                      <a:pt x="3013335" y="1747179"/>
                    </a:lnTo>
                    <a:cubicBezTo>
                      <a:pt x="3013335" y="1720669"/>
                      <a:pt x="2991844" y="1699178"/>
                      <a:pt x="2965334" y="1699178"/>
                    </a:cubicBezTo>
                    <a:close/>
                    <a:moveTo>
                      <a:pt x="2313922" y="1699178"/>
                    </a:moveTo>
                    <a:cubicBezTo>
                      <a:pt x="2287412" y="1699178"/>
                      <a:pt x="2265921" y="1720669"/>
                      <a:pt x="2265921" y="1747179"/>
                    </a:cubicBezTo>
                    <a:lnTo>
                      <a:pt x="2265921" y="1939177"/>
                    </a:lnTo>
                    <a:cubicBezTo>
                      <a:pt x="2265921" y="1965687"/>
                      <a:pt x="2287412" y="1987178"/>
                      <a:pt x="2313922" y="1987178"/>
                    </a:cubicBezTo>
                    <a:lnTo>
                      <a:pt x="2505920" y="1987178"/>
                    </a:lnTo>
                    <a:cubicBezTo>
                      <a:pt x="2532430" y="1987178"/>
                      <a:pt x="2553921" y="1965687"/>
                      <a:pt x="2553921" y="1939177"/>
                    </a:cubicBezTo>
                    <a:lnTo>
                      <a:pt x="2553921" y="1747179"/>
                    </a:lnTo>
                    <a:cubicBezTo>
                      <a:pt x="2553921" y="1720669"/>
                      <a:pt x="2532430" y="1699178"/>
                      <a:pt x="2505920" y="1699178"/>
                    </a:cubicBezTo>
                    <a:close/>
                    <a:moveTo>
                      <a:pt x="1854508" y="1699178"/>
                    </a:moveTo>
                    <a:cubicBezTo>
                      <a:pt x="1827998" y="1699178"/>
                      <a:pt x="1806507" y="1720669"/>
                      <a:pt x="1806507" y="1747179"/>
                    </a:cubicBezTo>
                    <a:lnTo>
                      <a:pt x="1806507" y="1939177"/>
                    </a:lnTo>
                    <a:cubicBezTo>
                      <a:pt x="1806507" y="1965687"/>
                      <a:pt x="1827998" y="1987178"/>
                      <a:pt x="1854508" y="1987178"/>
                    </a:cubicBezTo>
                    <a:lnTo>
                      <a:pt x="2046506" y="1987178"/>
                    </a:lnTo>
                    <a:cubicBezTo>
                      <a:pt x="2073016" y="1987178"/>
                      <a:pt x="2094507" y="1965687"/>
                      <a:pt x="2094507" y="1939177"/>
                    </a:cubicBezTo>
                    <a:lnTo>
                      <a:pt x="2094507" y="1747179"/>
                    </a:lnTo>
                    <a:cubicBezTo>
                      <a:pt x="2094507" y="1720669"/>
                      <a:pt x="2073016" y="1699178"/>
                      <a:pt x="2046506" y="1699178"/>
                    </a:cubicBezTo>
                    <a:close/>
                    <a:moveTo>
                      <a:pt x="1035948" y="1186216"/>
                    </a:moveTo>
                    <a:cubicBezTo>
                      <a:pt x="1165960" y="1186216"/>
                      <a:pt x="1271356" y="1291612"/>
                      <a:pt x="1271356" y="1421624"/>
                    </a:cubicBezTo>
                    <a:cubicBezTo>
                      <a:pt x="1271356" y="1551636"/>
                      <a:pt x="1165960" y="1657032"/>
                      <a:pt x="1035948" y="1657032"/>
                    </a:cubicBezTo>
                    <a:cubicBezTo>
                      <a:pt x="905936" y="1657032"/>
                      <a:pt x="800540" y="1551636"/>
                      <a:pt x="800540" y="1421624"/>
                    </a:cubicBezTo>
                    <a:cubicBezTo>
                      <a:pt x="800540" y="1291612"/>
                      <a:pt x="905936" y="1186216"/>
                      <a:pt x="1035948" y="1186216"/>
                    </a:cubicBezTo>
                    <a:close/>
                    <a:moveTo>
                      <a:pt x="2773336" y="1159631"/>
                    </a:moveTo>
                    <a:cubicBezTo>
                      <a:pt x="2746826" y="1159631"/>
                      <a:pt x="2725335" y="1181122"/>
                      <a:pt x="2725335" y="1207632"/>
                    </a:cubicBezTo>
                    <a:lnTo>
                      <a:pt x="2725335" y="1399630"/>
                    </a:lnTo>
                    <a:cubicBezTo>
                      <a:pt x="2725335" y="1426140"/>
                      <a:pt x="2746826" y="1447631"/>
                      <a:pt x="2773336" y="1447631"/>
                    </a:cubicBezTo>
                    <a:lnTo>
                      <a:pt x="2965334" y="1447631"/>
                    </a:lnTo>
                    <a:cubicBezTo>
                      <a:pt x="2991844" y="1447631"/>
                      <a:pt x="3013335" y="1426140"/>
                      <a:pt x="3013335" y="1399630"/>
                    </a:cubicBezTo>
                    <a:lnTo>
                      <a:pt x="3013335" y="1207632"/>
                    </a:lnTo>
                    <a:cubicBezTo>
                      <a:pt x="3013335" y="1181122"/>
                      <a:pt x="2991844" y="1159631"/>
                      <a:pt x="2965334" y="1159631"/>
                    </a:cubicBezTo>
                    <a:close/>
                    <a:moveTo>
                      <a:pt x="2313922" y="1159631"/>
                    </a:moveTo>
                    <a:cubicBezTo>
                      <a:pt x="2287412" y="1159631"/>
                      <a:pt x="2265921" y="1181122"/>
                      <a:pt x="2265921" y="1207632"/>
                    </a:cubicBezTo>
                    <a:lnTo>
                      <a:pt x="2265921" y="1399630"/>
                    </a:lnTo>
                    <a:cubicBezTo>
                      <a:pt x="2265921" y="1426140"/>
                      <a:pt x="2287412" y="1447631"/>
                      <a:pt x="2313922" y="1447631"/>
                    </a:cubicBezTo>
                    <a:lnTo>
                      <a:pt x="2505920" y="1447631"/>
                    </a:lnTo>
                    <a:cubicBezTo>
                      <a:pt x="2532430" y="1447631"/>
                      <a:pt x="2553921" y="1426140"/>
                      <a:pt x="2553921" y="1399630"/>
                    </a:cubicBezTo>
                    <a:lnTo>
                      <a:pt x="2553921" y="1207632"/>
                    </a:lnTo>
                    <a:cubicBezTo>
                      <a:pt x="2553921" y="1181122"/>
                      <a:pt x="2532430" y="1159631"/>
                      <a:pt x="2505920" y="1159631"/>
                    </a:cubicBezTo>
                    <a:close/>
                    <a:moveTo>
                      <a:pt x="1854508" y="1159631"/>
                    </a:moveTo>
                    <a:cubicBezTo>
                      <a:pt x="1827998" y="1159631"/>
                      <a:pt x="1806507" y="1181122"/>
                      <a:pt x="1806507" y="1207632"/>
                    </a:cubicBezTo>
                    <a:lnTo>
                      <a:pt x="1806507" y="1399630"/>
                    </a:lnTo>
                    <a:cubicBezTo>
                      <a:pt x="1806507" y="1426140"/>
                      <a:pt x="1827998" y="1447631"/>
                      <a:pt x="1854508" y="1447631"/>
                    </a:cubicBezTo>
                    <a:lnTo>
                      <a:pt x="2046506" y="1447631"/>
                    </a:lnTo>
                    <a:cubicBezTo>
                      <a:pt x="2073016" y="1447631"/>
                      <a:pt x="2094507" y="1426140"/>
                      <a:pt x="2094507" y="1399630"/>
                    </a:cubicBezTo>
                    <a:lnTo>
                      <a:pt x="2094507" y="1207632"/>
                    </a:lnTo>
                    <a:cubicBezTo>
                      <a:pt x="2094507" y="1181122"/>
                      <a:pt x="2073016" y="1159631"/>
                      <a:pt x="2046506" y="1159631"/>
                    </a:cubicBezTo>
                    <a:close/>
                    <a:moveTo>
                      <a:pt x="1035947" y="1097587"/>
                    </a:moveTo>
                    <a:cubicBezTo>
                      <a:pt x="856987" y="1097587"/>
                      <a:pt x="711911" y="1242663"/>
                      <a:pt x="711911" y="1421623"/>
                    </a:cubicBezTo>
                    <a:cubicBezTo>
                      <a:pt x="711911" y="1600583"/>
                      <a:pt x="856987" y="1745659"/>
                      <a:pt x="1035947" y="1745659"/>
                    </a:cubicBezTo>
                    <a:cubicBezTo>
                      <a:pt x="1214907" y="1745659"/>
                      <a:pt x="1359983" y="1600583"/>
                      <a:pt x="1359983" y="1421623"/>
                    </a:cubicBezTo>
                    <a:cubicBezTo>
                      <a:pt x="1359983" y="1242663"/>
                      <a:pt x="1214907" y="1097587"/>
                      <a:pt x="1035947" y="1097587"/>
                    </a:cubicBezTo>
                    <a:close/>
                    <a:moveTo>
                      <a:pt x="593124" y="376367"/>
                    </a:moveTo>
                    <a:lnTo>
                      <a:pt x="3225543" y="376367"/>
                    </a:lnTo>
                    <a:cubicBezTo>
                      <a:pt x="3328637" y="376367"/>
                      <a:pt x="3412211" y="459941"/>
                      <a:pt x="3412211" y="563035"/>
                    </a:cubicBezTo>
                    <a:lnTo>
                      <a:pt x="3412211" y="3074837"/>
                    </a:lnTo>
                    <a:cubicBezTo>
                      <a:pt x="3412211" y="3177931"/>
                      <a:pt x="3328637" y="3261505"/>
                      <a:pt x="3225543" y="3261505"/>
                    </a:cubicBezTo>
                    <a:lnTo>
                      <a:pt x="593124" y="3261505"/>
                    </a:lnTo>
                    <a:cubicBezTo>
                      <a:pt x="490030" y="3261505"/>
                      <a:pt x="406456" y="3177931"/>
                      <a:pt x="406456" y="3074837"/>
                    </a:cubicBezTo>
                    <a:lnTo>
                      <a:pt x="406456" y="563035"/>
                    </a:lnTo>
                    <a:cubicBezTo>
                      <a:pt x="406456" y="459941"/>
                      <a:pt x="490030" y="376367"/>
                      <a:pt x="593124" y="376367"/>
                    </a:cubicBezTo>
                    <a:close/>
                    <a:moveTo>
                      <a:pt x="466365" y="263607"/>
                    </a:moveTo>
                    <a:cubicBezTo>
                      <a:pt x="353740" y="263607"/>
                      <a:pt x="262440" y="354907"/>
                      <a:pt x="262440" y="467532"/>
                    </a:cubicBezTo>
                    <a:lnTo>
                      <a:pt x="262440" y="3211530"/>
                    </a:lnTo>
                    <a:cubicBezTo>
                      <a:pt x="262440" y="3324155"/>
                      <a:pt x="353740" y="3415455"/>
                      <a:pt x="466365" y="3415455"/>
                    </a:cubicBezTo>
                    <a:lnTo>
                      <a:pt x="3352302" y="3415455"/>
                    </a:lnTo>
                    <a:cubicBezTo>
                      <a:pt x="3464927" y="3415455"/>
                      <a:pt x="3556227" y="3324155"/>
                      <a:pt x="3556227" y="3211530"/>
                    </a:cubicBezTo>
                    <a:lnTo>
                      <a:pt x="3556227" y="2945906"/>
                    </a:lnTo>
                    <a:lnTo>
                      <a:pt x="3604113" y="2945906"/>
                    </a:lnTo>
                    <a:cubicBezTo>
                      <a:pt x="3647262" y="2945906"/>
                      <a:pt x="3682241" y="2910927"/>
                      <a:pt x="3682241" y="2867778"/>
                    </a:cubicBezTo>
                    <a:lnTo>
                      <a:pt x="3682241" y="2555278"/>
                    </a:lnTo>
                    <a:cubicBezTo>
                      <a:pt x="3682241" y="2512129"/>
                      <a:pt x="3647262" y="2477150"/>
                      <a:pt x="3604113" y="2477150"/>
                    </a:cubicBezTo>
                    <a:lnTo>
                      <a:pt x="3556227" y="2477150"/>
                    </a:lnTo>
                    <a:lnTo>
                      <a:pt x="3556227" y="1181006"/>
                    </a:lnTo>
                    <a:lnTo>
                      <a:pt x="3604113" y="1181006"/>
                    </a:lnTo>
                    <a:cubicBezTo>
                      <a:pt x="3647262" y="1181006"/>
                      <a:pt x="3682241" y="1146027"/>
                      <a:pt x="3682241" y="1102878"/>
                    </a:cubicBezTo>
                    <a:lnTo>
                      <a:pt x="3682241" y="790378"/>
                    </a:lnTo>
                    <a:cubicBezTo>
                      <a:pt x="3682241" y="747229"/>
                      <a:pt x="3647262" y="712250"/>
                      <a:pt x="3604113" y="712250"/>
                    </a:cubicBezTo>
                    <a:lnTo>
                      <a:pt x="3556227" y="712250"/>
                    </a:lnTo>
                    <a:lnTo>
                      <a:pt x="3556227" y="467532"/>
                    </a:lnTo>
                    <a:cubicBezTo>
                      <a:pt x="3556227" y="354907"/>
                      <a:pt x="3464927" y="263607"/>
                      <a:pt x="3352302" y="263607"/>
                    </a:cubicBezTo>
                    <a:close/>
                    <a:moveTo>
                      <a:pt x="235370" y="0"/>
                    </a:moveTo>
                    <a:lnTo>
                      <a:pt x="3693337" y="0"/>
                    </a:lnTo>
                    <a:cubicBezTo>
                      <a:pt x="3823328" y="0"/>
                      <a:pt x="3928707" y="105379"/>
                      <a:pt x="3928707" y="235370"/>
                    </a:cubicBezTo>
                    <a:lnTo>
                      <a:pt x="3928707" y="3402502"/>
                    </a:lnTo>
                    <a:cubicBezTo>
                      <a:pt x="3928707" y="3485210"/>
                      <a:pt x="3886047" y="3557954"/>
                      <a:pt x="3821334" y="3599629"/>
                    </a:cubicBezTo>
                    <a:lnTo>
                      <a:pt x="3732546" y="3954781"/>
                    </a:lnTo>
                    <a:lnTo>
                      <a:pt x="2998166" y="3954781"/>
                    </a:lnTo>
                    <a:lnTo>
                      <a:pt x="2918939" y="3637872"/>
                    </a:lnTo>
                    <a:lnTo>
                      <a:pt x="1025164" y="3637872"/>
                    </a:lnTo>
                    <a:lnTo>
                      <a:pt x="945937" y="3954781"/>
                    </a:lnTo>
                    <a:lnTo>
                      <a:pt x="211557" y="3954781"/>
                    </a:lnTo>
                    <a:lnTo>
                      <a:pt x="125186" y="3609298"/>
                    </a:lnTo>
                    <a:cubicBezTo>
                      <a:pt x="50483" y="3570656"/>
                      <a:pt x="0" y="3492475"/>
                      <a:pt x="0" y="3402502"/>
                    </a:cubicBezTo>
                    <a:lnTo>
                      <a:pt x="0" y="235370"/>
                    </a:lnTo>
                    <a:cubicBezTo>
                      <a:pt x="0" y="105379"/>
                      <a:pt x="105379" y="0"/>
                      <a:pt x="23537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596" name="Google Shape;2596;p53"/>
              <p:cNvSpPr/>
              <p:nvPr/>
            </p:nvSpPr>
            <p:spPr>
              <a:xfrm>
                <a:off x="9626515" y="1969444"/>
                <a:ext cx="330976" cy="339180"/>
              </a:xfrm>
              <a:custGeom>
                <a:rect b="b" l="l" r="r" t="t"/>
                <a:pathLst>
                  <a:path extrusionOk="0" h="3984815" w="3888432">
                    <a:moveTo>
                      <a:pt x="3131805" y="2156163"/>
                    </a:moveTo>
                    <a:lnTo>
                      <a:pt x="3132791" y="2156712"/>
                    </a:lnTo>
                    <a:lnTo>
                      <a:pt x="3132791" y="3458037"/>
                    </a:lnTo>
                    <a:lnTo>
                      <a:pt x="2592791" y="3458037"/>
                    </a:lnTo>
                    <a:lnTo>
                      <a:pt x="2592791" y="2392416"/>
                    </a:lnTo>
                    <a:lnTo>
                      <a:pt x="3131805" y="2392416"/>
                    </a:lnTo>
                    <a:close/>
                    <a:moveTo>
                      <a:pt x="1894806" y="1447696"/>
                    </a:moveTo>
                    <a:lnTo>
                      <a:pt x="2434806" y="1447696"/>
                    </a:lnTo>
                    <a:lnTo>
                      <a:pt x="2434806" y="3067696"/>
                    </a:lnTo>
                    <a:lnTo>
                      <a:pt x="2425859" y="3067696"/>
                    </a:lnTo>
                    <a:lnTo>
                      <a:pt x="2425859" y="3458037"/>
                    </a:lnTo>
                    <a:lnTo>
                      <a:pt x="1885859" y="3458037"/>
                    </a:lnTo>
                    <a:lnTo>
                      <a:pt x="1885859" y="1462222"/>
                    </a:lnTo>
                    <a:lnTo>
                      <a:pt x="1894806" y="1467205"/>
                    </a:lnTo>
                    <a:close/>
                    <a:moveTo>
                      <a:pt x="1178927" y="1068489"/>
                    </a:moveTo>
                    <a:lnTo>
                      <a:pt x="1179306" y="1068700"/>
                    </a:lnTo>
                    <a:lnTo>
                      <a:pt x="1179306" y="1992407"/>
                    </a:lnTo>
                    <a:lnTo>
                      <a:pt x="1718927" y="1992407"/>
                    </a:lnTo>
                    <a:lnTo>
                      <a:pt x="1718927" y="3458037"/>
                    </a:lnTo>
                    <a:lnTo>
                      <a:pt x="1178927" y="3458037"/>
                    </a:lnTo>
                    <a:close/>
                    <a:moveTo>
                      <a:pt x="471995" y="674757"/>
                    </a:moveTo>
                    <a:lnTo>
                      <a:pt x="482407" y="680556"/>
                    </a:lnTo>
                    <a:lnTo>
                      <a:pt x="1022307" y="680556"/>
                    </a:lnTo>
                    <a:lnTo>
                      <a:pt x="1022307" y="2085638"/>
                    </a:lnTo>
                    <a:lnTo>
                      <a:pt x="1011995" y="2085638"/>
                    </a:lnTo>
                    <a:lnTo>
                      <a:pt x="1011995" y="3458037"/>
                    </a:lnTo>
                    <a:lnTo>
                      <a:pt x="471995" y="3458037"/>
                    </a:lnTo>
                    <a:close/>
                    <a:moveTo>
                      <a:pt x="3301860" y="259154"/>
                    </a:moveTo>
                    <a:lnTo>
                      <a:pt x="3841860" y="259154"/>
                    </a:lnTo>
                    <a:lnTo>
                      <a:pt x="3841860" y="2548347"/>
                    </a:lnTo>
                    <a:lnTo>
                      <a:pt x="3835956" y="2548347"/>
                    </a:lnTo>
                    <a:lnTo>
                      <a:pt x="3839723" y="2550445"/>
                    </a:lnTo>
                    <a:lnTo>
                      <a:pt x="3839723" y="3458037"/>
                    </a:lnTo>
                    <a:lnTo>
                      <a:pt x="3299723" y="3458037"/>
                    </a:lnTo>
                    <a:lnTo>
                      <a:pt x="3299723" y="2249687"/>
                    </a:lnTo>
                    <a:lnTo>
                      <a:pt x="3301860" y="2250877"/>
                    </a:lnTo>
                    <a:close/>
                    <a:moveTo>
                      <a:pt x="0" y="0"/>
                    </a:moveTo>
                    <a:lnTo>
                      <a:pt x="360000" y="0"/>
                    </a:lnTo>
                    <a:lnTo>
                      <a:pt x="360000" y="3624815"/>
                    </a:lnTo>
                    <a:lnTo>
                      <a:pt x="3888432" y="3624815"/>
                    </a:lnTo>
                    <a:lnTo>
                      <a:pt x="3888432" y="3984815"/>
                    </a:lnTo>
                    <a:lnTo>
                      <a:pt x="0" y="3984815"/>
                    </a:lnTo>
                    <a:lnTo>
                      <a:pt x="0" y="3888432"/>
                    </a:lnTo>
                    <a:lnTo>
                      <a:pt x="0" y="362481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597" name="Google Shape;2597;p53"/>
              <p:cNvSpPr/>
              <p:nvPr/>
            </p:nvSpPr>
            <p:spPr>
              <a:xfrm>
                <a:off x="10765361" y="4863776"/>
                <a:ext cx="330939" cy="234666"/>
              </a:xfrm>
              <a:custGeom>
                <a:rect b="b" l="l" r="r" t="t"/>
                <a:pathLst>
                  <a:path extrusionOk="0" h="2808000" w="3960000">
                    <a:moveTo>
                      <a:pt x="2137982" y="2165237"/>
                    </a:moveTo>
                    <a:lnTo>
                      <a:pt x="2111402" y="2204211"/>
                    </a:lnTo>
                    <a:lnTo>
                      <a:pt x="2137982" y="2204211"/>
                    </a:lnTo>
                    <a:close/>
                    <a:moveTo>
                      <a:pt x="2635730" y="2101964"/>
                    </a:moveTo>
                    <a:cubicBezTo>
                      <a:pt x="2615812" y="2101964"/>
                      <a:pt x="2599666" y="2142287"/>
                      <a:pt x="2599666" y="2192028"/>
                    </a:cubicBezTo>
                    <a:cubicBezTo>
                      <a:pt x="2599666" y="2241769"/>
                      <a:pt x="2615812" y="2282092"/>
                      <a:pt x="2635730" y="2282092"/>
                    </a:cubicBezTo>
                    <a:cubicBezTo>
                      <a:pt x="2655648" y="2282092"/>
                      <a:pt x="2671794" y="2241769"/>
                      <a:pt x="2671794" y="2192028"/>
                    </a:cubicBezTo>
                    <a:cubicBezTo>
                      <a:pt x="2671794" y="2142287"/>
                      <a:pt x="2655648" y="2101964"/>
                      <a:pt x="2635730" y="2101964"/>
                    </a:cubicBezTo>
                    <a:close/>
                    <a:moveTo>
                      <a:pt x="1280012" y="2101964"/>
                    </a:moveTo>
                    <a:cubicBezTo>
                      <a:pt x="1260094" y="2101964"/>
                      <a:pt x="1243948" y="2142287"/>
                      <a:pt x="1243948" y="2192028"/>
                    </a:cubicBezTo>
                    <a:cubicBezTo>
                      <a:pt x="1243948" y="2241769"/>
                      <a:pt x="1260094" y="2282092"/>
                      <a:pt x="1280012" y="2282092"/>
                    </a:cubicBezTo>
                    <a:cubicBezTo>
                      <a:pt x="1299930" y="2282092"/>
                      <a:pt x="1316076" y="2241769"/>
                      <a:pt x="1316076" y="2192028"/>
                    </a:cubicBezTo>
                    <a:cubicBezTo>
                      <a:pt x="1316076" y="2142287"/>
                      <a:pt x="1299930" y="2101964"/>
                      <a:pt x="1280012" y="2101964"/>
                    </a:cubicBezTo>
                    <a:close/>
                    <a:moveTo>
                      <a:pt x="2138296" y="2025749"/>
                    </a:moveTo>
                    <a:lnTo>
                      <a:pt x="2139137" y="2026323"/>
                    </a:lnTo>
                    <a:lnTo>
                      <a:pt x="2216315" y="2026323"/>
                    </a:lnTo>
                    <a:lnTo>
                      <a:pt x="2216315" y="2204211"/>
                    </a:lnTo>
                    <a:lnTo>
                      <a:pt x="2256063" y="2204211"/>
                    </a:lnTo>
                    <a:lnTo>
                      <a:pt x="2256063" y="2282544"/>
                    </a:lnTo>
                    <a:lnTo>
                      <a:pt x="2216315" y="2282544"/>
                    </a:lnTo>
                    <a:lnTo>
                      <a:pt x="2216315" y="2357732"/>
                    </a:lnTo>
                    <a:lnTo>
                      <a:pt x="2137982" y="2357732"/>
                    </a:lnTo>
                    <a:lnTo>
                      <a:pt x="2137982" y="2282544"/>
                    </a:lnTo>
                    <a:lnTo>
                      <a:pt x="2015039" y="2282544"/>
                    </a:lnTo>
                    <a:lnTo>
                      <a:pt x="2015039" y="2208059"/>
                    </a:lnTo>
                    <a:lnTo>
                      <a:pt x="2014304" y="2207558"/>
                    </a:lnTo>
                    <a:lnTo>
                      <a:pt x="2015039" y="2206481"/>
                    </a:lnTo>
                    <a:lnTo>
                      <a:pt x="2015039" y="2204211"/>
                    </a:lnTo>
                    <a:lnTo>
                      <a:pt x="2016587" y="2204211"/>
                    </a:lnTo>
                    <a:close/>
                    <a:moveTo>
                      <a:pt x="1855876" y="2017651"/>
                    </a:moveTo>
                    <a:cubicBezTo>
                      <a:pt x="1914135" y="2017257"/>
                      <a:pt x="1961791" y="2063958"/>
                      <a:pt x="1962577" y="2122214"/>
                    </a:cubicBezTo>
                    <a:cubicBezTo>
                      <a:pt x="1962954" y="2150145"/>
                      <a:pt x="1952489" y="2175712"/>
                      <a:pt x="1934995" y="2194820"/>
                    </a:cubicBezTo>
                    <a:cubicBezTo>
                      <a:pt x="1952694" y="2214184"/>
                      <a:pt x="1963194" y="2240138"/>
                      <a:pt x="1962560" y="2268406"/>
                    </a:cubicBezTo>
                    <a:cubicBezTo>
                      <a:pt x="1961260" y="2326468"/>
                      <a:pt x="1913477" y="2372672"/>
                      <a:pt x="1855404" y="2372021"/>
                    </a:cubicBezTo>
                    <a:cubicBezTo>
                      <a:pt x="1797331" y="2371371"/>
                      <a:pt x="1750595" y="2324109"/>
                      <a:pt x="1750595" y="2266032"/>
                    </a:cubicBezTo>
                    <a:lnTo>
                      <a:pt x="1826499" y="2266032"/>
                    </a:lnTo>
                    <a:cubicBezTo>
                      <a:pt x="1826499" y="2282520"/>
                      <a:pt x="1839767" y="2295938"/>
                      <a:pt x="1856254" y="2296122"/>
                    </a:cubicBezTo>
                    <a:cubicBezTo>
                      <a:pt x="1872741" y="2296307"/>
                      <a:pt x="1886306" y="2283190"/>
                      <a:pt x="1886676" y="2266706"/>
                    </a:cubicBezTo>
                    <a:cubicBezTo>
                      <a:pt x="1887039" y="2250493"/>
                      <a:pt x="1874503" y="2236962"/>
                      <a:pt x="1858407" y="2236065"/>
                    </a:cubicBezTo>
                    <a:lnTo>
                      <a:pt x="1814193" y="2236065"/>
                    </a:lnTo>
                    <a:lnTo>
                      <a:pt x="1814193" y="2152552"/>
                    </a:lnTo>
                    <a:lnTo>
                      <a:pt x="1857384" y="2152552"/>
                    </a:lnTo>
                    <a:cubicBezTo>
                      <a:pt x="1873190" y="2152141"/>
                      <a:pt x="1885741" y="2139089"/>
                      <a:pt x="1885527" y="2123254"/>
                    </a:cubicBezTo>
                    <a:cubicBezTo>
                      <a:pt x="1885313" y="2107349"/>
                      <a:pt x="1872302" y="2094598"/>
                      <a:pt x="1856396" y="2094706"/>
                    </a:cubicBezTo>
                    <a:cubicBezTo>
                      <a:pt x="1840490" y="2094813"/>
                      <a:pt x="1827652" y="2107738"/>
                      <a:pt x="1827652" y="2123644"/>
                    </a:cubicBezTo>
                    <a:lnTo>
                      <a:pt x="1750595" y="2123644"/>
                    </a:lnTo>
                    <a:cubicBezTo>
                      <a:pt x="1750595" y="2065383"/>
                      <a:pt x="1797616" y="2018044"/>
                      <a:pt x="1855876" y="2017651"/>
                    </a:cubicBezTo>
                    <a:close/>
                    <a:moveTo>
                      <a:pt x="2930344" y="2012028"/>
                    </a:moveTo>
                    <a:cubicBezTo>
                      <a:pt x="2996416" y="2014229"/>
                      <a:pt x="3045968" y="2074602"/>
                      <a:pt x="3038901" y="2136479"/>
                    </a:cubicBezTo>
                    <a:cubicBezTo>
                      <a:pt x="3029916" y="2202312"/>
                      <a:pt x="2982346" y="2231435"/>
                      <a:pt x="2939412" y="2275597"/>
                    </a:cubicBezTo>
                    <a:lnTo>
                      <a:pt x="3031192" y="2275597"/>
                    </a:lnTo>
                    <a:lnTo>
                      <a:pt x="3031192" y="2357732"/>
                    </a:lnTo>
                    <a:lnTo>
                      <a:pt x="2819358" y="2357732"/>
                    </a:lnTo>
                    <a:cubicBezTo>
                      <a:pt x="2819409" y="2335416"/>
                      <a:pt x="2820521" y="2314113"/>
                      <a:pt x="2820571" y="2291797"/>
                    </a:cubicBezTo>
                    <a:cubicBezTo>
                      <a:pt x="2870625" y="2240158"/>
                      <a:pt x="2905662" y="2213324"/>
                      <a:pt x="2965770" y="2143601"/>
                    </a:cubicBezTo>
                    <a:cubicBezTo>
                      <a:pt x="2980233" y="2116927"/>
                      <a:pt x="2957264" y="2092452"/>
                      <a:pt x="2931831" y="2093607"/>
                    </a:cubicBezTo>
                    <a:cubicBezTo>
                      <a:pt x="2910102" y="2094595"/>
                      <a:pt x="2891536" y="2110969"/>
                      <a:pt x="2889885" y="2139461"/>
                    </a:cubicBezTo>
                    <a:lnTo>
                      <a:pt x="2818945" y="2139461"/>
                    </a:lnTo>
                    <a:cubicBezTo>
                      <a:pt x="2821421" y="2064364"/>
                      <a:pt x="2869776" y="2012037"/>
                      <a:pt x="2930344" y="2012028"/>
                    </a:cubicBezTo>
                    <a:close/>
                    <a:moveTo>
                      <a:pt x="2635730" y="2012028"/>
                    </a:moveTo>
                    <a:cubicBezTo>
                      <a:pt x="2705318" y="2012028"/>
                      <a:pt x="2761730" y="2092617"/>
                      <a:pt x="2761730" y="2192028"/>
                    </a:cubicBezTo>
                    <a:cubicBezTo>
                      <a:pt x="2761730" y="2291439"/>
                      <a:pt x="2705318" y="2372028"/>
                      <a:pt x="2635730" y="2372028"/>
                    </a:cubicBezTo>
                    <a:cubicBezTo>
                      <a:pt x="2566142" y="2372028"/>
                      <a:pt x="2509730" y="2291439"/>
                      <a:pt x="2509730" y="2192028"/>
                    </a:cubicBezTo>
                    <a:cubicBezTo>
                      <a:pt x="2509730" y="2092617"/>
                      <a:pt x="2566142" y="2012028"/>
                      <a:pt x="2635730" y="2012028"/>
                    </a:cubicBezTo>
                    <a:close/>
                    <a:moveTo>
                      <a:pt x="2436237" y="2012028"/>
                    </a:moveTo>
                    <a:lnTo>
                      <a:pt x="2436206" y="2012510"/>
                    </a:lnTo>
                    <a:lnTo>
                      <a:pt x="2452515" y="2012510"/>
                    </a:lnTo>
                    <a:lnTo>
                      <a:pt x="2452515" y="2372028"/>
                    </a:lnTo>
                    <a:lnTo>
                      <a:pt x="2364870" y="2372028"/>
                    </a:lnTo>
                    <a:lnTo>
                      <a:pt x="2364870" y="2101874"/>
                    </a:lnTo>
                    <a:cubicBezTo>
                      <a:pt x="2347394" y="2108434"/>
                      <a:pt x="2328091" y="2111607"/>
                      <a:pt x="2308515" y="2111039"/>
                    </a:cubicBezTo>
                    <a:lnTo>
                      <a:pt x="2311564" y="2043892"/>
                    </a:lnTo>
                    <a:cubicBezTo>
                      <a:pt x="2321741" y="2044066"/>
                      <a:pt x="2331771" y="2042373"/>
                      <a:pt x="2340372" y="2039030"/>
                    </a:cubicBezTo>
                    <a:cubicBezTo>
                      <a:pt x="2355279" y="2033236"/>
                      <a:pt x="2364268" y="2023137"/>
                      <a:pt x="2364156" y="2012310"/>
                    </a:cubicBezTo>
                    <a:cubicBezTo>
                      <a:pt x="2388183" y="2012216"/>
                      <a:pt x="2412210" y="2012122"/>
                      <a:pt x="2436237" y="2012028"/>
                    </a:cubicBezTo>
                    <a:close/>
                    <a:moveTo>
                      <a:pt x="1574625" y="2012028"/>
                    </a:moveTo>
                    <a:cubicBezTo>
                      <a:pt x="1640698" y="2014229"/>
                      <a:pt x="1690250" y="2074602"/>
                      <a:pt x="1683183" y="2136479"/>
                    </a:cubicBezTo>
                    <a:cubicBezTo>
                      <a:pt x="1674198" y="2202312"/>
                      <a:pt x="1626628" y="2231435"/>
                      <a:pt x="1583694" y="2275597"/>
                    </a:cubicBezTo>
                    <a:lnTo>
                      <a:pt x="1675474" y="2275597"/>
                    </a:lnTo>
                    <a:lnTo>
                      <a:pt x="1675474" y="2357732"/>
                    </a:lnTo>
                    <a:lnTo>
                      <a:pt x="1463640" y="2357732"/>
                    </a:lnTo>
                    <a:cubicBezTo>
                      <a:pt x="1463691" y="2335416"/>
                      <a:pt x="1464802" y="2314113"/>
                      <a:pt x="1464853" y="2291797"/>
                    </a:cubicBezTo>
                    <a:cubicBezTo>
                      <a:pt x="1514907" y="2240158"/>
                      <a:pt x="1549943" y="2213324"/>
                      <a:pt x="1610052" y="2143601"/>
                    </a:cubicBezTo>
                    <a:cubicBezTo>
                      <a:pt x="1624515" y="2116927"/>
                      <a:pt x="1601546" y="2092452"/>
                      <a:pt x="1576112" y="2093607"/>
                    </a:cubicBezTo>
                    <a:cubicBezTo>
                      <a:pt x="1554383" y="2094595"/>
                      <a:pt x="1535817" y="2110969"/>
                      <a:pt x="1534167" y="2139461"/>
                    </a:cubicBezTo>
                    <a:lnTo>
                      <a:pt x="1463227" y="2139461"/>
                    </a:lnTo>
                    <a:cubicBezTo>
                      <a:pt x="1465703" y="2064364"/>
                      <a:pt x="1514058" y="2012037"/>
                      <a:pt x="1574625" y="2012028"/>
                    </a:cubicBezTo>
                    <a:close/>
                    <a:moveTo>
                      <a:pt x="1280012" y="2012028"/>
                    </a:moveTo>
                    <a:cubicBezTo>
                      <a:pt x="1349600" y="2012028"/>
                      <a:pt x="1406012" y="2092617"/>
                      <a:pt x="1406012" y="2192028"/>
                    </a:cubicBezTo>
                    <a:cubicBezTo>
                      <a:pt x="1406012" y="2291439"/>
                      <a:pt x="1349600" y="2372028"/>
                      <a:pt x="1280012" y="2372028"/>
                    </a:cubicBezTo>
                    <a:cubicBezTo>
                      <a:pt x="1210424" y="2372028"/>
                      <a:pt x="1154012" y="2291439"/>
                      <a:pt x="1154012" y="2192028"/>
                    </a:cubicBezTo>
                    <a:cubicBezTo>
                      <a:pt x="1154012" y="2092617"/>
                      <a:pt x="1210424" y="2012028"/>
                      <a:pt x="1280012" y="2012028"/>
                    </a:cubicBezTo>
                    <a:close/>
                    <a:moveTo>
                      <a:pt x="1080519" y="2012028"/>
                    </a:moveTo>
                    <a:lnTo>
                      <a:pt x="1080488" y="2012510"/>
                    </a:lnTo>
                    <a:lnTo>
                      <a:pt x="1096797" y="2012510"/>
                    </a:lnTo>
                    <a:lnTo>
                      <a:pt x="1096797" y="2372028"/>
                    </a:lnTo>
                    <a:lnTo>
                      <a:pt x="1009152" y="2372028"/>
                    </a:lnTo>
                    <a:lnTo>
                      <a:pt x="1009152" y="2101874"/>
                    </a:lnTo>
                    <a:cubicBezTo>
                      <a:pt x="991676" y="2108434"/>
                      <a:pt x="972373" y="2111607"/>
                      <a:pt x="952797" y="2111039"/>
                    </a:cubicBezTo>
                    <a:lnTo>
                      <a:pt x="955846" y="2043892"/>
                    </a:lnTo>
                    <a:cubicBezTo>
                      <a:pt x="966023" y="2044066"/>
                      <a:pt x="976053" y="2042373"/>
                      <a:pt x="984654" y="2039030"/>
                    </a:cubicBezTo>
                    <a:cubicBezTo>
                      <a:pt x="999561" y="2033236"/>
                      <a:pt x="1008550" y="2023137"/>
                      <a:pt x="1008438" y="2012310"/>
                    </a:cubicBezTo>
                    <a:cubicBezTo>
                      <a:pt x="1032465" y="2012216"/>
                      <a:pt x="1056492" y="2012122"/>
                      <a:pt x="1080519" y="2012028"/>
                    </a:cubicBezTo>
                    <a:close/>
                    <a:moveTo>
                      <a:pt x="3373743" y="362438"/>
                    </a:moveTo>
                    <a:lnTo>
                      <a:pt x="3553743" y="362438"/>
                    </a:lnTo>
                    <a:lnTo>
                      <a:pt x="3553743" y="2414438"/>
                    </a:lnTo>
                    <a:lnTo>
                      <a:pt x="3373743" y="2414438"/>
                    </a:lnTo>
                    <a:close/>
                    <a:moveTo>
                      <a:pt x="3129580" y="362438"/>
                    </a:moveTo>
                    <a:lnTo>
                      <a:pt x="3273580" y="362438"/>
                    </a:lnTo>
                    <a:lnTo>
                      <a:pt x="3273580" y="2414438"/>
                    </a:lnTo>
                    <a:lnTo>
                      <a:pt x="3129580" y="2414438"/>
                    </a:lnTo>
                    <a:close/>
                    <a:moveTo>
                      <a:pt x="2939411" y="362438"/>
                    </a:moveTo>
                    <a:lnTo>
                      <a:pt x="3029411" y="362438"/>
                    </a:lnTo>
                    <a:lnTo>
                      <a:pt x="3029411" y="1957238"/>
                    </a:lnTo>
                    <a:lnTo>
                      <a:pt x="2939411" y="1957238"/>
                    </a:lnTo>
                    <a:close/>
                    <a:moveTo>
                      <a:pt x="2731242" y="362438"/>
                    </a:moveTo>
                    <a:lnTo>
                      <a:pt x="2839242" y="362438"/>
                    </a:lnTo>
                    <a:lnTo>
                      <a:pt x="2839242" y="1957238"/>
                    </a:lnTo>
                    <a:lnTo>
                      <a:pt x="2731242" y="1957238"/>
                    </a:lnTo>
                    <a:close/>
                    <a:moveTo>
                      <a:pt x="2487073" y="362438"/>
                    </a:moveTo>
                    <a:lnTo>
                      <a:pt x="2631073" y="362438"/>
                    </a:lnTo>
                    <a:lnTo>
                      <a:pt x="2631073" y="1957238"/>
                    </a:lnTo>
                    <a:lnTo>
                      <a:pt x="2487073" y="1957238"/>
                    </a:lnTo>
                    <a:close/>
                    <a:moveTo>
                      <a:pt x="2296904" y="362438"/>
                    </a:moveTo>
                    <a:lnTo>
                      <a:pt x="2386904" y="362438"/>
                    </a:lnTo>
                    <a:lnTo>
                      <a:pt x="2386904" y="1957238"/>
                    </a:lnTo>
                    <a:lnTo>
                      <a:pt x="2296904" y="1957238"/>
                    </a:lnTo>
                    <a:close/>
                    <a:moveTo>
                      <a:pt x="2016735" y="362438"/>
                    </a:moveTo>
                    <a:lnTo>
                      <a:pt x="2196735" y="362438"/>
                    </a:lnTo>
                    <a:lnTo>
                      <a:pt x="2196735" y="1957238"/>
                    </a:lnTo>
                    <a:lnTo>
                      <a:pt x="2016735" y="1957238"/>
                    </a:lnTo>
                    <a:close/>
                    <a:moveTo>
                      <a:pt x="1826566" y="362438"/>
                    </a:moveTo>
                    <a:lnTo>
                      <a:pt x="1916566" y="362438"/>
                    </a:lnTo>
                    <a:lnTo>
                      <a:pt x="1916566" y="1957238"/>
                    </a:lnTo>
                    <a:lnTo>
                      <a:pt x="1826566" y="1957238"/>
                    </a:lnTo>
                    <a:close/>
                    <a:moveTo>
                      <a:pt x="1582397" y="362438"/>
                    </a:moveTo>
                    <a:lnTo>
                      <a:pt x="1726397" y="362438"/>
                    </a:lnTo>
                    <a:lnTo>
                      <a:pt x="1726397" y="1957238"/>
                    </a:lnTo>
                    <a:lnTo>
                      <a:pt x="1582397" y="1957238"/>
                    </a:lnTo>
                    <a:close/>
                    <a:moveTo>
                      <a:pt x="1302228" y="362438"/>
                    </a:moveTo>
                    <a:lnTo>
                      <a:pt x="1482228" y="362438"/>
                    </a:lnTo>
                    <a:lnTo>
                      <a:pt x="1482228" y="1957238"/>
                    </a:lnTo>
                    <a:lnTo>
                      <a:pt x="1302228" y="1957238"/>
                    </a:lnTo>
                    <a:close/>
                    <a:moveTo>
                      <a:pt x="1094059" y="362438"/>
                    </a:moveTo>
                    <a:lnTo>
                      <a:pt x="1202059" y="362438"/>
                    </a:lnTo>
                    <a:lnTo>
                      <a:pt x="1202059" y="1957238"/>
                    </a:lnTo>
                    <a:lnTo>
                      <a:pt x="1094059" y="1957238"/>
                    </a:lnTo>
                    <a:close/>
                    <a:moveTo>
                      <a:pt x="903890" y="362438"/>
                    </a:moveTo>
                    <a:lnTo>
                      <a:pt x="993890" y="362438"/>
                    </a:lnTo>
                    <a:lnTo>
                      <a:pt x="993890" y="1957238"/>
                    </a:lnTo>
                    <a:lnTo>
                      <a:pt x="903890" y="1957238"/>
                    </a:lnTo>
                    <a:close/>
                    <a:moveTo>
                      <a:pt x="623721" y="362438"/>
                    </a:moveTo>
                    <a:lnTo>
                      <a:pt x="803721" y="362438"/>
                    </a:lnTo>
                    <a:lnTo>
                      <a:pt x="803721" y="2414438"/>
                    </a:lnTo>
                    <a:lnTo>
                      <a:pt x="623721" y="2414438"/>
                    </a:lnTo>
                    <a:close/>
                    <a:moveTo>
                      <a:pt x="433552" y="362438"/>
                    </a:moveTo>
                    <a:lnTo>
                      <a:pt x="523552" y="362438"/>
                    </a:lnTo>
                    <a:lnTo>
                      <a:pt x="523552" y="2414438"/>
                    </a:lnTo>
                    <a:lnTo>
                      <a:pt x="433552" y="2414438"/>
                    </a:lnTo>
                    <a:close/>
                    <a:moveTo>
                      <a:pt x="303674" y="216000"/>
                    </a:moveTo>
                    <a:cubicBezTo>
                      <a:pt x="255253" y="216000"/>
                      <a:pt x="216000" y="255253"/>
                      <a:pt x="216000" y="303674"/>
                    </a:cubicBezTo>
                    <a:lnTo>
                      <a:pt x="216000" y="2504326"/>
                    </a:lnTo>
                    <a:cubicBezTo>
                      <a:pt x="216000" y="2552747"/>
                      <a:pt x="255253" y="2592000"/>
                      <a:pt x="303674" y="2592000"/>
                    </a:cubicBezTo>
                    <a:lnTo>
                      <a:pt x="3656326" y="2592000"/>
                    </a:lnTo>
                    <a:cubicBezTo>
                      <a:pt x="3704747" y="2592000"/>
                      <a:pt x="3744000" y="2552747"/>
                      <a:pt x="3744000" y="2504326"/>
                    </a:cubicBezTo>
                    <a:lnTo>
                      <a:pt x="3744000" y="303674"/>
                    </a:lnTo>
                    <a:cubicBezTo>
                      <a:pt x="3744000" y="255253"/>
                      <a:pt x="3704747" y="216000"/>
                      <a:pt x="3656326" y="216000"/>
                    </a:cubicBezTo>
                    <a:close/>
                    <a:moveTo>
                      <a:pt x="149021" y="0"/>
                    </a:moveTo>
                    <a:lnTo>
                      <a:pt x="3810979" y="0"/>
                    </a:lnTo>
                    <a:cubicBezTo>
                      <a:pt x="3893281" y="0"/>
                      <a:pt x="3960000" y="66719"/>
                      <a:pt x="3960000" y="149021"/>
                    </a:cubicBezTo>
                    <a:lnTo>
                      <a:pt x="3960000" y="2658979"/>
                    </a:lnTo>
                    <a:cubicBezTo>
                      <a:pt x="3960000" y="2741281"/>
                      <a:pt x="3893281" y="2808000"/>
                      <a:pt x="3810979" y="2808000"/>
                    </a:cubicBezTo>
                    <a:lnTo>
                      <a:pt x="149021" y="2808000"/>
                    </a:lnTo>
                    <a:cubicBezTo>
                      <a:pt x="66719" y="2808000"/>
                      <a:pt x="0" y="2741281"/>
                      <a:pt x="0" y="2658979"/>
                    </a:cubicBezTo>
                    <a:lnTo>
                      <a:pt x="0" y="149021"/>
                    </a:lnTo>
                    <a:cubicBezTo>
                      <a:pt x="0" y="66719"/>
                      <a:pt x="66719" y="0"/>
                      <a:pt x="14902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598" name="Google Shape;2598;p53"/>
              <p:cNvSpPr/>
              <p:nvPr/>
            </p:nvSpPr>
            <p:spPr>
              <a:xfrm>
                <a:off x="7818475" y="4673961"/>
                <a:ext cx="330939" cy="330692"/>
              </a:xfrm>
              <a:custGeom>
                <a:rect b="b" l="l" r="r" t="t"/>
                <a:pathLst>
                  <a:path extrusionOk="0" h="3968213" w="3971162">
                    <a:moveTo>
                      <a:pt x="808855" y="2815607"/>
                    </a:moveTo>
                    <a:lnTo>
                      <a:pt x="1168895" y="2815607"/>
                    </a:lnTo>
                    <a:lnTo>
                      <a:pt x="1168895" y="3175607"/>
                    </a:lnTo>
                    <a:lnTo>
                      <a:pt x="808855" y="3175607"/>
                    </a:lnTo>
                    <a:close/>
                    <a:moveTo>
                      <a:pt x="697665" y="2704397"/>
                    </a:moveTo>
                    <a:lnTo>
                      <a:pt x="697665" y="3286817"/>
                    </a:lnTo>
                    <a:lnTo>
                      <a:pt x="1280085" y="3286817"/>
                    </a:lnTo>
                    <a:lnTo>
                      <a:pt x="1280085" y="2704397"/>
                    </a:lnTo>
                    <a:close/>
                    <a:moveTo>
                      <a:pt x="537750" y="2544482"/>
                    </a:moveTo>
                    <a:lnTo>
                      <a:pt x="1440000" y="2544482"/>
                    </a:lnTo>
                    <a:lnTo>
                      <a:pt x="1440000" y="3446732"/>
                    </a:lnTo>
                    <a:lnTo>
                      <a:pt x="537750" y="3446732"/>
                    </a:lnTo>
                    <a:close/>
                    <a:moveTo>
                      <a:pt x="0" y="2528213"/>
                    </a:moveTo>
                    <a:lnTo>
                      <a:pt x="360000" y="2528213"/>
                    </a:lnTo>
                    <a:lnTo>
                      <a:pt x="360000" y="3608213"/>
                    </a:lnTo>
                    <a:lnTo>
                      <a:pt x="1440000" y="3608213"/>
                    </a:lnTo>
                    <a:lnTo>
                      <a:pt x="1440000" y="3968213"/>
                    </a:lnTo>
                    <a:lnTo>
                      <a:pt x="360000" y="3968213"/>
                    </a:lnTo>
                    <a:lnTo>
                      <a:pt x="0" y="3968213"/>
                    </a:lnTo>
                    <a:lnTo>
                      <a:pt x="0" y="3608213"/>
                    </a:lnTo>
                    <a:close/>
                    <a:moveTo>
                      <a:pt x="3605829" y="2524046"/>
                    </a:moveTo>
                    <a:lnTo>
                      <a:pt x="3965829" y="2524046"/>
                    </a:lnTo>
                    <a:lnTo>
                      <a:pt x="3965829" y="3604046"/>
                    </a:lnTo>
                    <a:lnTo>
                      <a:pt x="3965829" y="3964046"/>
                    </a:lnTo>
                    <a:lnTo>
                      <a:pt x="3605829" y="3964046"/>
                    </a:lnTo>
                    <a:lnTo>
                      <a:pt x="2525829" y="3964046"/>
                    </a:lnTo>
                    <a:lnTo>
                      <a:pt x="2525829" y="3604046"/>
                    </a:lnTo>
                    <a:lnTo>
                      <a:pt x="3605829" y="3604046"/>
                    </a:lnTo>
                    <a:close/>
                    <a:moveTo>
                      <a:pt x="1542677" y="2468095"/>
                    </a:moveTo>
                    <a:lnTo>
                      <a:pt x="1758701" y="2468095"/>
                    </a:lnTo>
                    <a:lnTo>
                      <a:pt x="1758701" y="2835684"/>
                    </a:lnTo>
                    <a:lnTo>
                      <a:pt x="1542677" y="2835684"/>
                    </a:lnTo>
                    <a:close/>
                    <a:moveTo>
                      <a:pt x="3174101" y="2437460"/>
                    </a:moveTo>
                    <a:lnTo>
                      <a:pt x="3390125" y="2437460"/>
                    </a:lnTo>
                    <a:lnTo>
                      <a:pt x="3390125" y="2663201"/>
                    </a:lnTo>
                    <a:lnTo>
                      <a:pt x="3174101" y="2663201"/>
                    </a:lnTo>
                    <a:close/>
                    <a:moveTo>
                      <a:pt x="2809842" y="2295613"/>
                    </a:moveTo>
                    <a:lnTo>
                      <a:pt x="3025866" y="2295613"/>
                    </a:lnTo>
                    <a:lnTo>
                      <a:pt x="3025866" y="2663202"/>
                    </a:lnTo>
                    <a:lnTo>
                      <a:pt x="3389097" y="2663202"/>
                    </a:lnTo>
                    <a:lnTo>
                      <a:pt x="3389097" y="2873898"/>
                    </a:lnTo>
                    <a:lnTo>
                      <a:pt x="3389097" y="2873898"/>
                    </a:lnTo>
                    <a:lnTo>
                      <a:pt x="3389097" y="3446732"/>
                    </a:lnTo>
                    <a:lnTo>
                      <a:pt x="3173073" y="3446732"/>
                    </a:lnTo>
                    <a:lnTo>
                      <a:pt x="3173073" y="2879226"/>
                    </a:lnTo>
                    <a:lnTo>
                      <a:pt x="3021508" y="2879226"/>
                    </a:lnTo>
                    <a:lnTo>
                      <a:pt x="3021508" y="2663202"/>
                    </a:lnTo>
                    <a:lnTo>
                      <a:pt x="2809842" y="2663202"/>
                    </a:lnTo>
                    <a:close/>
                    <a:moveTo>
                      <a:pt x="2093780" y="2089306"/>
                    </a:moveTo>
                    <a:lnTo>
                      <a:pt x="2309804" y="2089306"/>
                    </a:lnTo>
                    <a:lnTo>
                      <a:pt x="2309804" y="2315047"/>
                    </a:lnTo>
                    <a:lnTo>
                      <a:pt x="2093780" y="2315047"/>
                    </a:lnTo>
                    <a:close/>
                    <a:moveTo>
                      <a:pt x="2656492" y="1853849"/>
                    </a:moveTo>
                    <a:lnTo>
                      <a:pt x="2872516" y="1853849"/>
                    </a:lnTo>
                    <a:lnTo>
                      <a:pt x="2872516" y="2038657"/>
                    </a:lnTo>
                    <a:lnTo>
                      <a:pt x="2989835" y="2038657"/>
                    </a:lnTo>
                    <a:lnTo>
                      <a:pt x="2989835" y="1887092"/>
                    </a:lnTo>
                    <a:lnTo>
                      <a:pt x="3205859" y="1887092"/>
                    </a:lnTo>
                    <a:lnTo>
                      <a:pt x="3205859" y="2028940"/>
                    </a:lnTo>
                    <a:lnTo>
                      <a:pt x="3390125" y="2028940"/>
                    </a:lnTo>
                    <a:lnTo>
                      <a:pt x="3390125" y="2254681"/>
                    </a:lnTo>
                    <a:lnTo>
                      <a:pt x="3205859" y="2254681"/>
                    </a:lnTo>
                    <a:lnTo>
                      <a:pt x="3174101" y="2254681"/>
                    </a:lnTo>
                    <a:lnTo>
                      <a:pt x="3005149" y="2254681"/>
                    </a:lnTo>
                    <a:lnTo>
                      <a:pt x="2989835" y="2254681"/>
                    </a:lnTo>
                    <a:lnTo>
                      <a:pt x="2688721" y="2254681"/>
                    </a:lnTo>
                    <a:lnTo>
                      <a:pt x="2688721" y="2447179"/>
                    </a:lnTo>
                    <a:lnTo>
                      <a:pt x="2488606" y="2447179"/>
                    </a:lnTo>
                    <a:lnTo>
                      <a:pt x="2488606" y="2663841"/>
                    </a:lnTo>
                    <a:lnTo>
                      <a:pt x="2486018" y="2663841"/>
                    </a:lnTo>
                    <a:lnTo>
                      <a:pt x="2486018" y="2846997"/>
                    </a:lnTo>
                    <a:lnTo>
                      <a:pt x="2840287" y="2846997"/>
                    </a:lnTo>
                    <a:lnTo>
                      <a:pt x="2840287" y="3046907"/>
                    </a:lnTo>
                    <a:lnTo>
                      <a:pt x="3045880" y="3046907"/>
                    </a:lnTo>
                    <a:lnTo>
                      <a:pt x="3045880" y="3272648"/>
                    </a:lnTo>
                    <a:lnTo>
                      <a:pt x="2829856" y="3272648"/>
                    </a:lnTo>
                    <a:lnTo>
                      <a:pt x="2829856" y="3063021"/>
                    </a:lnTo>
                    <a:lnTo>
                      <a:pt x="2472698" y="3063021"/>
                    </a:lnTo>
                    <a:lnTo>
                      <a:pt x="2472698" y="2847499"/>
                    </a:lnTo>
                    <a:lnTo>
                      <a:pt x="2093780" y="2847499"/>
                    </a:lnTo>
                    <a:lnTo>
                      <a:pt x="2088510" y="2847499"/>
                    </a:lnTo>
                    <a:lnTo>
                      <a:pt x="1910267" y="2847499"/>
                    </a:lnTo>
                    <a:lnTo>
                      <a:pt x="1910267" y="3028023"/>
                    </a:lnTo>
                    <a:lnTo>
                      <a:pt x="2277575" y="3028023"/>
                    </a:lnTo>
                    <a:lnTo>
                      <a:pt x="2277575" y="3241488"/>
                    </a:lnTo>
                    <a:lnTo>
                      <a:pt x="2829855" y="3241488"/>
                    </a:lnTo>
                    <a:lnTo>
                      <a:pt x="2829855" y="3457512"/>
                    </a:lnTo>
                    <a:lnTo>
                      <a:pt x="2269993" y="3457512"/>
                    </a:lnTo>
                    <a:lnTo>
                      <a:pt x="2269993" y="3244047"/>
                    </a:lnTo>
                    <a:lnTo>
                      <a:pt x="2111604" y="3244047"/>
                    </a:lnTo>
                    <a:lnTo>
                      <a:pt x="2111604" y="3446733"/>
                    </a:lnTo>
                    <a:lnTo>
                      <a:pt x="1744015" y="3446733"/>
                    </a:lnTo>
                    <a:lnTo>
                      <a:pt x="1744015" y="3230709"/>
                    </a:lnTo>
                    <a:lnTo>
                      <a:pt x="1909986" y="3230709"/>
                    </a:lnTo>
                    <a:lnTo>
                      <a:pt x="1909986" y="3051709"/>
                    </a:lnTo>
                    <a:lnTo>
                      <a:pt x="1542678" y="3051709"/>
                    </a:lnTo>
                    <a:lnTo>
                      <a:pt x="1542678" y="2835685"/>
                    </a:lnTo>
                    <a:lnTo>
                      <a:pt x="1877756" y="2835685"/>
                    </a:lnTo>
                    <a:lnTo>
                      <a:pt x="1877756" y="2315047"/>
                    </a:lnTo>
                    <a:lnTo>
                      <a:pt x="2093780" y="2315047"/>
                    </a:lnTo>
                    <a:lnTo>
                      <a:pt x="2093780" y="2631475"/>
                    </a:lnTo>
                    <a:lnTo>
                      <a:pt x="2272582" y="2631475"/>
                    </a:lnTo>
                    <a:lnTo>
                      <a:pt x="2272582" y="2438100"/>
                    </a:lnTo>
                    <a:lnTo>
                      <a:pt x="2472697" y="2438100"/>
                    </a:lnTo>
                    <a:lnTo>
                      <a:pt x="2472697" y="2254681"/>
                    </a:lnTo>
                    <a:lnTo>
                      <a:pt x="2472697" y="2221438"/>
                    </a:lnTo>
                    <a:lnTo>
                      <a:pt x="2472697" y="2038657"/>
                    </a:lnTo>
                    <a:lnTo>
                      <a:pt x="2656492" y="2038657"/>
                    </a:lnTo>
                    <a:close/>
                    <a:moveTo>
                      <a:pt x="2989836" y="1667759"/>
                    </a:moveTo>
                    <a:lnTo>
                      <a:pt x="3357425" y="1667759"/>
                    </a:lnTo>
                    <a:lnTo>
                      <a:pt x="3357425" y="1883783"/>
                    </a:lnTo>
                    <a:lnTo>
                      <a:pt x="2989836" y="1883783"/>
                    </a:lnTo>
                    <a:close/>
                    <a:moveTo>
                      <a:pt x="2309586" y="1554888"/>
                    </a:moveTo>
                    <a:lnTo>
                      <a:pt x="2829824" y="1554888"/>
                    </a:lnTo>
                    <a:lnTo>
                      <a:pt x="2829824" y="1770912"/>
                    </a:lnTo>
                    <a:lnTo>
                      <a:pt x="2525643" y="1770912"/>
                    </a:lnTo>
                    <a:lnTo>
                      <a:pt x="2525643" y="1927296"/>
                    </a:lnTo>
                    <a:lnTo>
                      <a:pt x="2309619" y="1927296"/>
                    </a:lnTo>
                    <a:lnTo>
                      <a:pt x="2309619" y="1770912"/>
                    </a:lnTo>
                    <a:lnTo>
                      <a:pt x="2309586" y="1770912"/>
                    </a:lnTo>
                    <a:close/>
                    <a:moveTo>
                      <a:pt x="616397" y="1550030"/>
                    </a:moveTo>
                    <a:lnTo>
                      <a:pt x="808855" y="1550030"/>
                    </a:lnTo>
                    <a:lnTo>
                      <a:pt x="832421" y="1550030"/>
                    </a:lnTo>
                    <a:lnTo>
                      <a:pt x="1024879" y="1550030"/>
                    </a:lnTo>
                    <a:lnTo>
                      <a:pt x="1024879" y="1775771"/>
                    </a:lnTo>
                    <a:lnTo>
                      <a:pt x="832421" y="1775771"/>
                    </a:lnTo>
                    <a:lnTo>
                      <a:pt x="832421" y="2079590"/>
                    </a:lnTo>
                    <a:lnTo>
                      <a:pt x="1028931" y="2079590"/>
                    </a:lnTo>
                    <a:lnTo>
                      <a:pt x="1192537" y="2079590"/>
                    </a:lnTo>
                    <a:lnTo>
                      <a:pt x="1244955" y="2079590"/>
                    </a:lnTo>
                    <a:lnTo>
                      <a:pt x="1244955" y="2231155"/>
                    </a:lnTo>
                    <a:lnTo>
                      <a:pt x="1468668" y="2231155"/>
                    </a:lnTo>
                    <a:lnTo>
                      <a:pt x="1468668" y="2447179"/>
                    </a:lnTo>
                    <a:lnTo>
                      <a:pt x="1244955" y="2447179"/>
                    </a:lnTo>
                    <a:lnTo>
                      <a:pt x="1244955" y="2447179"/>
                    </a:lnTo>
                    <a:lnTo>
                      <a:pt x="1028931" y="2447179"/>
                    </a:lnTo>
                    <a:lnTo>
                      <a:pt x="1028931" y="2295614"/>
                    </a:lnTo>
                    <a:lnTo>
                      <a:pt x="619703" y="2295614"/>
                    </a:lnTo>
                    <a:lnTo>
                      <a:pt x="619703" y="2082482"/>
                    </a:lnTo>
                    <a:lnTo>
                      <a:pt x="616397" y="2082482"/>
                    </a:lnTo>
                    <a:close/>
                    <a:moveTo>
                      <a:pt x="1747452" y="1324289"/>
                    </a:moveTo>
                    <a:lnTo>
                      <a:pt x="1963476" y="1324289"/>
                    </a:lnTo>
                    <a:lnTo>
                      <a:pt x="1963476" y="1528779"/>
                    </a:lnTo>
                    <a:lnTo>
                      <a:pt x="2151955" y="1528779"/>
                    </a:lnTo>
                    <a:lnTo>
                      <a:pt x="2151955" y="1754520"/>
                    </a:lnTo>
                    <a:lnTo>
                      <a:pt x="1935931" y="1754520"/>
                    </a:lnTo>
                    <a:lnTo>
                      <a:pt x="1935931" y="1550030"/>
                    </a:lnTo>
                    <a:lnTo>
                      <a:pt x="1758702" y="1550030"/>
                    </a:lnTo>
                    <a:lnTo>
                      <a:pt x="1758702" y="1863566"/>
                    </a:lnTo>
                    <a:lnTo>
                      <a:pt x="2119726" y="1863566"/>
                    </a:lnTo>
                    <a:lnTo>
                      <a:pt x="2119726" y="2079590"/>
                    </a:lnTo>
                    <a:lnTo>
                      <a:pt x="1761543" y="2079590"/>
                    </a:lnTo>
                    <a:lnTo>
                      <a:pt x="1761543" y="2259540"/>
                    </a:lnTo>
                    <a:lnTo>
                      <a:pt x="1545519" y="2259540"/>
                    </a:lnTo>
                    <a:lnTo>
                      <a:pt x="1545519" y="2082482"/>
                    </a:lnTo>
                    <a:lnTo>
                      <a:pt x="1542678" y="2082482"/>
                    </a:lnTo>
                    <a:lnTo>
                      <a:pt x="1542678" y="2079589"/>
                    </a:lnTo>
                    <a:lnTo>
                      <a:pt x="1030691" y="2079589"/>
                    </a:lnTo>
                    <a:lnTo>
                      <a:pt x="1030691" y="1863565"/>
                    </a:lnTo>
                    <a:lnTo>
                      <a:pt x="1192537" y="1863565"/>
                    </a:lnTo>
                    <a:lnTo>
                      <a:pt x="1192537" y="1662900"/>
                    </a:lnTo>
                    <a:lnTo>
                      <a:pt x="1440000" y="1662900"/>
                    </a:lnTo>
                    <a:lnTo>
                      <a:pt x="1440000" y="1863565"/>
                    </a:lnTo>
                    <a:lnTo>
                      <a:pt x="1542678" y="1863565"/>
                    </a:lnTo>
                    <a:lnTo>
                      <a:pt x="1542678" y="1550030"/>
                    </a:lnTo>
                    <a:lnTo>
                      <a:pt x="1747452" y="1550030"/>
                    </a:lnTo>
                    <a:close/>
                    <a:moveTo>
                      <a:pt x="2802267" y="814725"/>
                    </a:moveTo>
                    <a:lnTo>
                      <a:pt x="3162307" y="814725"/>
                    </a:lnTo>
                    <a:lnTo>
                      <a:pt x="3162307" y="1174725"/>
                    </a:lnTo>
                    <a:lnTo>
                      <a:pt x="2802267" y="1174725"/>
                    </a:lnTo>
                    <a:close/>
                    <a:moveTo>
                      <a:pt x="884915" y="814725"/>
                    </a:moveTo>
                    <a:lnTo>
                      <a:pt x="1244955" y="814725"/>
                    </a:lnTo>
                    <a:lnTo>
                      <a:pt x="1244955" y="1174725"/>
                    </a:lnTo>
                    <a:lnTo>
                      <a:pt x="884915" y="1174725"/>
                    </a:lnTo>
                    <a:close/>
                    <a:moveTo>
                      <a:pt x="2691077" y="703515"/>
                    </a:moveTo>
                    <a:lnTo>
                      <a:pt x="2691077" y="1285935"/>
                    </a:lnTo>
                    <a:lnTo>
                      <a:pt x="3273497" y="1285935"/>
                    </a:lnTo>
                    <a:lnTo>
                      <a:pt x="3273497" y="703515"/>
                    </a:lnTo>
                    <a:close/>
                    <a:moveTo>
                      <a:pt x="773725" y="703515"/>
                    </a:moveTo>
                    <a:lnTo>
                      <a:pt x="773725" y="1285935"/>
                    </a:lnTo>
                    <a:lnTo>
                      <a:pt x="1356145" y="1285935"/>
                    </a:lnTo>
                    <a:lnTo>
                      <a:pt x="1356145" y="703515"/>
                    </a:lnTo>
                    <a:close/>
                    <a:moveTo>
                      <a:pt x="2531162" y="543600"/>
                    </a:moveTo>
                    <a:lnTo>
                      <a:pt x="3433412" y="543600"/>
                    </a:lnTo>
                    <a:lnTo>
                      <a:pt x="3433412" y="1445850"/>
                    </a:lnTo>
                    <a:lnTo>
                      <a:pt x="2531162" y="1445850"/>
                    </a:lnTo>
                    <a:close/>
                    <a:moveTo>
                      <a:pt x="613810" y="543600"/>
                    </a:moveTo>
                    <a:lnTo>
                      <a:pt x="1516060" y="543600"/>
                    </a:lnTo>
                    <a:lnTo>
                      <a:pt x="1516060" y="1445850"/>
                    </a:lnTo>
                    <a:lnTo>
                      <a:pt x="613810" y="1445850"/>
                    </a:lnTo>
                    <a:close/>
                    <a:moveTo>
                      <a:pt x="2088509" y="543244"/>
                    </a:moveTo>
                    <a:lnTo>
                      <a:pt x="2283187" y="543244"/>
                    </a:lnTo>
                    <a:lnTo>
                      <a:pt x="2283187" y="759268"/>
                    </a:lnTo>
                    <a:lnTo>
                      <a:pt x="2088509" y="759268"/>
                    </a:lnTo>
                    <a:close/>
                    <a:moveTo>
                      <a:pt x="1751276" y="543243"/>
                    </a:moveTo>
                    <a:lnTo>
                      <a:pt x="1967300" y="543243"/>
                    </a:lnTo>
                    <a:lnTo>
                      <a:pt x="1967300" y="986389"/>
                    </a:lnTo>
                    <a:lnTo>
                      <a:pt x="2119726" y="986389"/>
                    </a:lnTo>
                    <a:lnTo>
                      <a:pt x="2119726" y="986388"/>
                    </a:lnTo>
                    <a:lnTo>
                      <a:pt x="2335750" y="986388"/>
                    </a:lnTo>
                    <a:lnTo>
                      <a:pt x="2335750" y="1491348"/>
                    </a:lnTo>
                    <a:lnTo>
                      <a:pt x="2119726" y="1491348"/>
                    </a:lnTo>
                    <a:lnTo>
                      <a:pt x="2119726" y="1202413"/>
                    </a:lnTo>
                    <a:lnTo>
                      <a:pt x="1747396" y="1202413"/>
                    </a:lnTo>
                    <a:lnTo>
                      <a:pt x="1747396" y="986389"/>
                    </a:lnTo>
                    <a:lnTo>
                      <a:pt x="1751276" y="986389"/>
                    </a:lnTo>
                    <a:close/>
                    <a:moveTo>
                      <a:pt x="4409" y="5850"/>
                    </a:moveTo>
                    <a:lnTo>
                      <a:pt x="364409" y="5850"/>
                    </a:lnTo>
                    <a:lnTo>
                      <a:pt x="1444409" y="5850"/>
                    </a:lnTo>
                    <a:lnTo>
                      <a:pt x="1444409" y="365850"/>
                    </a:lnTo>
                    <a:lnTo>
                      <a:pt x="364409" y="365850"/>
                    </a:lnTo>
                    <a:lnTo>
                      <a:pt x="364409" y="1445850"/>
                    </a:lnTo>
                    <a:lnTo>
                      <a:pt x="4409" y="1445850"/>
                    </a:lnTo>
                    <a:lnTo>
                      <a:pt x="4409" y="365850"/>
                    </a:lnTo>
                    <a:close/>
                    <a:moveTo>
                      <a:pt x="2531162" y="0"/>
                    </a:moveTo>
                    <a:lnTo>
                      <a:pt x="3611162" y="0"/>
                    </a:lnTo>
                    <a:lnTo>
                      <a:pt x="3971162" y="0"/>
                    </a:lnTo>
                    <a:lnTo>
                      <a:pt x="3971162" y="360000"/>
                    </a:lnTo>
                    <a:lnTo>
                      <a:pt x="3971162" y="1440000"/>
                    </a:lnTo>
                    <a:lnTo>
                      <a:pt x="3611162" y="1440000"/>
                    </a:lnTo>
                    <a:lnTo>
                      <a:pt x="3611162" y="360000"/>
                    </a:lnTo>
                    <a:lnTo>
                      <a:pt x="2531162" y="36000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599" name="Google Shape;2599;p53"/>
              <p:cNvSpPr/>
              <p:nvPr/>
            </p:nvSpPr>
            <p:spPr>
              <a:xfrm>
                <a:off x="10999746" y="4139499"/>
                <a:ext cx="330940" cy="232884"/>
              </a:xfrm>
              <a:custGeom>
                <a:rect b="b" l="l" r="r" t="t"/>
                <a:pathLst>
                  <a:path extrusionOk="0" h="2736304" w="3888432">
                    <a:moveTo>
                      <a:pt x="1324542" y="1693069"/>
                    </a:moveTo>
                    <a:lnTo>
                      <a:pt x="1371242" y="1693069"/>
                    </a:lnTo>
                    <a:cubicBezTo>
                      <a:pt x="1385857" y="1693069"/>
                      <a:pt x="1397704" y="1704917"/>
                      <a:pt x="1397704" y="1719531"/>
                    </a:cubicBezTo>
                    <a:lnTo>
                      <a:pt x="1397704" y="1766231"/>
                    </a:lnTo>
                    <a:cubicBezTo>
                      <a:pt x="1397704" y="1780846"/>
                      <a:pt x="1385857" y="1792693"/>
                      <a:pt x="1371242" y="1792693"/>
                    </a:cubicBezTo>
                    <a:lnTo>
                      <a:pt x="1324542" y="1792693"/>
                    </a:lnTo>
                    <a:cubicBezTo>
                      <a:pt x="1309928" y="1792693"/>
                      <a:pt x="1298080" y="1780846"/>
                      <a:pt x="1298080" y="1766231"/>
                    </a:cubicBezTo>
                    <a:lnTo>
                      <a:pt x="1298080" y="1719531"/>
                    </a:lnTo>
                    <a:cubicBezTo>
                      <a:pt x="1298080" y="1704917"/>
                      <a:pt x="1309928" y="1693069"/>
                      <a:pt x="1324542" y="1693069"/>
                    </a:cubicBezTo>
                    <a:close/>
                    <a:moveTo>
                      <a:pt x="1174792" y="1693069"/>
                    </a:moveTo>
                    <a:lnTo>
                      <a:pt x="1221492" y="1693069"/>
                    </a:lnTo>
                    <a:cubicBezTo>
                      <a:pt x="1236107" y="1693069"/>
                      <a:pt x="1247954" y="1704917"/>
                      <a:pt x="1247954" y="1719531"/>
                    </a:cubicBezTo>
                    <a:lnTo>
                      <a:pt x="1247954" y="1766231"/>
                    </a:lnTo>
                    <a:cubicBezTo>
                      <a:pt x="1247954" y="1780846"/>
                      <a:pt x="1236107" y="1792693"/>
                      <a:pt x="1221492" y="1792693"/>
                    </a:cubicBezTo>
                    <a:lnTo>
                      <a:pt x="1174792" y="1792693"/>
                    </a:lnTo>
                    <a:cubicBezTo>
                      <a:pt x="1160178" y="1792693"/>
                      <a:pt x="1148330" y="1780846"/>
                      <a:pt x="1148330" y="1766231"/>
                    </a:cubicBezTo>
                    <a:lnTo>
                      <a:pt x="1148330" y="1719531"/>
                    </a:lnTo>
                    <a:cubicBezTo>
                      <a:pt x="1148330" y="1704917"/>
                      <a:pt x="1160178" y="1693069"/>
                      <a:pt x="1174792" y="1693069"/>
                    </a:cubicBezTo>
                    <a:close/>
                    <a:moveTo>
                      <a:pt x="1025670" y="1693069"/>
                    </a:moveTo>
                    <a:lnTo>
                      <a:pt x="1072369" y="1693069"/>
                    </a:lnTo>
                    <a:cubicBezTo>
                      <a:pt x="1086984" y="1693069"/>
                      <a:pt x="1098832" y="1704917"/>
                      <a:pt x="1098832" y="1719531"/>
                    </a:cubicBezTo>
                    <a:lnTo>
                      <a:pt x="1098832" y="1766231"/>
                    </a:lnTo>
                    <a:cubicBezTo>
                      <a:pt x="1098832" y="1780846"/>
                      <a:pt x="1086984" y="1792693"/>
                      <a:pt x="1072369" y="1792693"/>
                    </a:cubicBezTo>
                    <a:lnTo>
                      <a:pt x="1025670" y="1792693"/>
                    </a:lnTo>
                    <a:cubicBezTo>
                      <a:pt x="1011055" y="1792693"/>
                      <a:pt x="999207" y="1780846"/>
                      <a:pt x="999207" y="1766231"/>
                    </a:cubicBezTo>
                    <a:lnTo>
                      <a:pt x="999207" y="1719531"/>
                    </a:lnTo>
                    <a:cubicBezTo>
                      <a:pt x="999207" y="1704917"/>
                      <a:pt x="1011055" y="1693069"/>
                      <a:pt x="1025670" y="1693069"/>
                    </a:cubicBezTo>
                    <a:close/>
                    <a:moveTo>
                      <a:pt x="2538530" y="1609316"/>
                    </a:moveTo>
                    <a:lnTo>
                      <a:pt x="2133002" y="1939195"/>
                    </a:lnTo>
                    <a:lnTo>
                      <a:pt x="3272021" y="1939195"/>
                    </a:lnTo>
                    <a:lnTo>
                      <a:pt x="2866494" y="1609316"/>
                    </a:lnTo>
                    <a:close/>
                    <a:moveTo>
                      <a:pt x="1324542" y="1547147"/>
                    </a:moveTo>
                    <a:lnTo>
                      <a:pt x="1371242" y="1547147"/>
                    </a:lnTo>
                    <a:cubicBezTo>
                      <a:pt x="1385857" y="1547147"/>
                      <a:pt x="1397704" y="1558995"/>
                      <a:pt x="1397704" y="1573609"/>
                    </a:cubicBezTo>
                    <a:lnTo>
                      <a:pt x="1397704" y="1620309"/>
                    </a:lnTo>
                    <a:cubicBezTo>
                      <a:pt x="1397704" y="1634924"/>
                      <a:pt x="1385857" y="1646771"/>
                      <a:pt x="1371242" y="1646771"/>
                    </a:cubicBezTo>
                    <a:lnTo>
                      <a:pt x="1324542" y="1646771"/>
                    </a:lnTo>
                    <a:cubicBezTo>
                      <a:pt x="1309928" y="1646771"/>
                      <a:pt x="1298080" y="1634924"/>
                      <a:pt x="1298080" y="1620309"/>
                    </a:cubicBezTo>
                    <a:lnTo>
                      <a:pt x="1298080" y="1573609"/>
                    </a:lnTo>
                    <a:cubicBezTo>
                      <a:pt x="1298080" y="1558995"/>
                      <a:pt x="1309928" y="1547147"/>
                      <a:pt x="1324542" y="1547147"/>
                    </a:cubicBezTo>
                    <a:close/>
                    <a:moveTo>
                      <a:pt x="1174792" y="1547147"/>
                    </a:moveTo>
                    <a:lnTo>
                      <a:pt x="1221492" y="1547147"/>
                    </a:lnTo>
                    <a:cubicBezTo>
                      <a:pt x="1236107" y="1547147"/>
                      <a:pt x="1247954" y="1558995"/>
                      <a:pt x="1247954" y="1573609"/>
                    </a:cubicBezTo>
                    <a:lnTo>
                      <a:pt x="1247954" y="1620309"/>
                    </a:lnTo>
                    <a:cubicBezTo>
                      <a:pt x="1247954" y="1634924"/>
                      <a:pt x="1236107" y="1646771"/>
                      <a:pt x="1221492" y="1646771"/>
                    </a:cubicBezTo>
                    <a:lnTo>
                      <a:pt x="1174792" y="1646771"/>
                    </a:lnTo>
                    <a:cubicBezTo>
                      <a:pt x="1160178" y="1646771"/>
                      <a:pt x="1148330" y="1634924"/>
                      <a:pt x="1148330" y="1620309"/>
                    </a:cubicBezTo>
                    <a:lnTo>
                      <a:pt x="1148330" y="1573609"/>
                    </a:lnTo>
                    <a:cubicBezTo>
                      <a:pt x="1148330" y="1558995"/>
                      <a:pt x="1160178" y="1547147"/>
                      <a:pt x="1174792" y="1547147"/>
                    </a:cubicBezTo>
                    <a:close/>
                    <a:moveTo>
                      <a:pt x="1025670" y="1547147"/>
                    </a:moveTo>
                    <a:lnTo>
                      <a:pt x="1072369" y="1547147"/>
                    </a:lnTo>
                    <a:cubicBezTo>
                      <a:pt x="1086984" y="1547147"/>
                      <a:pt x="1098832" y="1558995"/>
                      <a:pt x="1098832" y="1573609"/>
                    </a:cubicBezTo>
                    <a:lnTo>
                      <a:pt x="1098832" y="1620309"/>
                    </a:lnTo>
                    <a:cubicBezTo>
                      <a:pt x="1098832" y="1634924"/>
                      <a:pt x="1086984" y="1646771"/>
                      <a:pt x="1072369" y="1646771"/>
                    </a:cubicBezTo>
                    <a:lnTo>
                      <a:pt x="1025670" y="1646771"/>
                    </a:lnTo>
                    <a:cubicBezTo>
                      <a:pt x="1011055" y="1646771"/>
                      <a:pt x="999207" y="1634924"/>
                      <a:pt x="999207" y="1620309"/>
                    </a:cubicBezTo>
                    <a:lnTo>
                      <a:pt x="999207" y="1573609"/>
                    </a:lnTo>
                    <a:cubicBezTo>
                      <a:pt x="999207" y="1558995"/>
                      <a:pt x="1011055" y="1547147"/>
                      <a:pt x="1025670" y="1547147"/>
                    </a:cubicBezTo>
                    <a:close/>
                    <a:moveTo>
                      <a:pt x="2504665" y="1505875"/>
                    </a:moveTo>
                    <a:cubicBezTo>
                      <a:pt x="2501347" y="1505875"/>
                      <a:pt x="2498657" y="1508565"/>
                      <a:pt x="2498657" y="1511883"/>
                    </a:cubicBezTo>
                    <a:lnTo>
                      <a:pt x="2498657" y="1535912"/>
                    </a:lnTo>
                    <a:cubicBezTo>
                      <a:pt x="2498657" y="1539230"/>
                      <a:pt x="2501347" y="1541920"/>
                      <a:pt x="2504665" y="1541920"/>
                    </a:cubicBezTo>
                    <a:lnTo>
                      <a:pt x="2893211" y="1541920"/>
                    </a:lnTo>
                    <a:cubicBezTo>
                      <a:pt x="2896529" y="1541920"/>
                      <a:pt x="2899219" y="1539230"/>
                      <a:pt x="2899219" y="1535912"/>
                    </a:cubicBezTo>
                    <a:lnTo>
                      <a:pt x="2899219" y="1511883"/>
                    </a:lnTo>
                    <a:cubicBezTo>
                      <a:pt x="2899219" y="1508565"/>
                      <a:pt x="2896529" y="1505875"/>
                      <a:pt x="2893211" y="1505875"/>
                    </a:cubicBezTo>
                    <a:close/>
                    <a:moveTo>
                      <a:pt x="2504665" y="1422733"/>
                    </a:moveTo>
                    <a:cubicBezTo>
                      <a:pt x="2501347" y="1422733"/>
                      <a:pt x="2498657" y="1425422"/>
                      <a:pt x="2498657" y="1428740"/>
                    </a:cubicBezTo>
                    <a:lnTo>
                      <a:pt x="2498657" y="1452770"/>
                    </a:lnTo>
                    <a:cubicBezTo>
                      <a:pt x="2498657" y="1456088"/>
                      <a:pt x="2501347" y="1458777"/>
                      <a:pt x="2504665" y="1458777"/>
                    </a:cubicBezTo>
                    <a:lnTo>
                      <a:pt x="2893211" y="1458777"/>
                    </a:lnTo>
                    <a:cubicBezTo>
                      <a:pt x="2896529" y="1458777"/>
                      <a:pt x="2899219" y="1456088"/>
                      <a:pt x="2899219" y="1452770"/>
                    </a:cubicBezTo>
                    <a:lnTo>
                      <a:pt x="2899219" y="1428740"/>
                    </a:lnTo>
                    <a:cubicBezTo>
                      <a:pt x="2899219" y="1425422"/>
                      <a:pt x="2896529" y="1422733"/>
                      <a:pt x="2893211" y="1422733"/>
                    </a:cubicBezTo>
                    <a:close/>
                    <a:moveTo>
                      <a:pt x="1324542" y="1401225"/>
                    </a:moveTo>
                    <a:lnTo>
                      <a:pt x="1371242" y="1401225"/>
                    </a:lnTo>
                    <a:cubicBezTo>
                      <a:pt x="1385857" y="1401225"/>
                      <a:pt x="1397704" y="1413073"/>
                      <a:pt x="1397704" y="1427687"/>
                    </a:cubicBezTo>
                    <a:lnTo>
                      <a:pt x="1397704" y="1474387"/>
                    </a:lnTo>
                    <a:cubicBezTo>
                      <a:pt x="1397704" y="1489001"/>
                      <a:pt x="1385857" y="1500849"/>
                      <a:pt x="1371242" y="1500849"/>
                    </a:cubicBezTo>
                    <a:lnTo>
                      <a:pt x="1324542" y="1500849"/>
                    </a:lnTo>
                    <a:cubicBezTo>
                      <a:pt x="1309928" y="1500849"/>
                      <a:pt x="1298080" y="1489001"/>
                      <a:pt x="1298080" y="1474387"/>
                    </a:cubicBezTo>
                    <a:lnTo>
                      <a:pt x="1298080" y="1427687"/>
                    </a:lnTo>
                    <a:cubicBezTo>
                      <a:pt x="1298080" y="1413073"/>
                      <a:pt x="1309928" y="1401225"/>
                      <a:pt x="1324542" y="1401225"/>
                    </a:cubicBezTo>
                    <a:close/>
                    <a:moveTo>
                      <a:pt x="1174792" y="1401225"/>
                    </a:moveTo>
                    <a:lnTo>
                      <a:pt x="1221492" y="1401225"/>
                    </a:lnTo>
                    <a:cubicBezTo>
                      <a:pt x="1236107" y="1401225"/>
                      <a:pt x="1247954" y="1413073"/>
                      <a:pt x="1247954" y="1427687"/>
                    </a:cubicBezTo>
                    <a:lnTo>
                      <a:pt x="1247954" y="1474387"/>
                    </a:lnTo>
                    <a:cubicBezTo>
                      <a:pt x="1247954" y="1489001"/>
                      <a:pt x="1236107" y="1500849"/>
                      <a:pt x="1221492" y="1500849"/>
                    </a:cubicBezTo>
                    <a:lnTo>
                      <a:pt x="1174792" y="1500849"/>
                    </a:lnTo>
                    <a:cubicBezTo>
                      <a:pt x="1160178" y="1500849"/>
                      <a:pt x="1148330" y="1489001"/>
                      <a:pt x="1148330" y="1474387"/>
                    </a:cubicBezTo>
                    <a:lnTo>
                      <a:pt x="1148330" y="1427687"/>
                    </a:lnTo>
                    <a:cubicBezTo>
                      <a:pt x="1148330" y="1413073"/>
                      <a:pt x="1160178" y="1401225"/>
                      <a:pt x="1174792" y="1401225"/>
                    </a:cubicBezTo>
                    <a:close/>
                    <a:moveTo>
                      <a:pt x="1025670" y="1401225"/>
                    </a:moveTo>
                    <a:lnTo>
                      <a:pt x="1072369" y="1401225"/>
                    </a:lnTo>
                    <a:cubicBezTo>
                      <a:pt x="1086984" y="1401225"/>
                      <a:pt x="1098832" y="1413073"/>
                      <a:pt x="1098832" y="1427687"/>
                    </a:cubicBezTo>
                    <a:lnTo>
                      <a:pt x="1098832" y="1474387"/>
                    </a:lnTo>
                    <a:cubicBezTo>
                      <a:pt x="1098832" y="1489001"/>
                      <a:pt x="1086984" y="1500849"/>
                      <a:pt x="1072369" y="1500849"/>
                    </a:cubicBezTo>
                    <a:lnTo>
                      <a:pt x="1025670" y="1500849"/>
                    </a:lnTo>
                    <a:cubicBezTo>
                      <a:pt x="1011055" y="1500849"/>
                      <a:pt x="999207" y="1489001"/>
                      <a:pt x="999207" y="1474387"/>
                    </a:cubicBezTo>
                    <a:lnTo>
                      <a:pt x="999207" y="1427687"/>
                    </a:lnTo>
                    <a:cubicBezTo>
                      <a:pt x="999207" y="1413073"/>
                      <a:pt x="1011055" y="1401225"/>
                      <a:pt x="1025670" y="1401225"/>
                    </a:cubicBezTo>
                    <a:close/>
                    <a:moveTo>
                      <a:pt x="2504665" y="1339590"/>
                    </a:moveTo>
                    <a:cubicBezTo>
                      <a:pt x="2501347" y="1339590"/>
                      <a:pt x="2498657" y="1342280"/>
                      <a:pt x="2498657" y="1345598"/>
                    </a:cubicBezTo>
                    <a:lnTo>
                      <a:pt x="2498657" y="1369628"/>
                    </a:lnTo>
                    <a:cubicBezTo>
                      <a:pt x="2498657" y="1372945"/>
                      <a:pt x="2501347" y="1375635"/>
                      <a:pt x="2504665" y="1375635"/>
                    </a:cubicBezTo>
                    <a:lnTo>
                      <a:pt x="2893211" y="1375635"/>
                    </a:lnTo>
                    <a:cubicBezTo>
                      <a:pt x="2896529" y="1375635"/>
                      <a:pt x="2899219" y="1372945"/>
                      <a:pt x="2899219" y="1369628"/>
                    </a:cubicBezTo>
                    <a:lnTo>
                      <a:pt x="2899219" y="1345598"/>
                    </a:lnTo>
                    <a:cubicBezTo>
                      <a:pt x="2899219" y="1342280"/>
                      <a:pt x="2896529" y="1339590"/>
                      <a:pt x="2893211" y="1339590"/>
                    </a:cubicBezTo>
                    <a:close/>
                    <a:moveTo>
                      <a:pt x="2088232" y="1285358"/>
                    </a:moveTo>
                    <a:lnTo>
                      <a:pt x="2088232" y="1938513"/>
                    </a:lnTo>
                    <a:lnTo>
                      <a:pt x="2504773" y="1611936"/>
                    </a:lnTo>
                    <a:close/>
                    <a:moveTo>
                      <a:pt x="3314199" y="1280118"/>
                    </a:moveTo>
                    <a:lnTo>
                      <a:pt x="2897658" y="1608841"/>
                    </a:lnTo>
                    <a:lnTo>
                      <a:pt x="3314199" y="1937564"/>
                    </a:lnTo>
                    <a:close/>
                    <a:moveTo>
                      <a:pt x="1527230" y="1221901"/>
                    </a:moveTo>
                    <a:cubicBezTo>
                      <a:pt x="1521727" y="1221901"/>
                      <a:pt x="1517267" y="1226362"/>
                      <a:pt x="1517267" y="1231864"/>
                    </a:cubicBezTo>
                    <a:lnTo>
                      <a:pt x="1517267" y="1271713"/>
                    </a:lnTo>
                    <a:cubicBezTo>
                      <a:pt x="1517267" y="1277215"/>
                      <a:pt x="1521727" y="1281676"/>
                      <a:pt x="1527230" y="1281676"/>
                    </a:cubicBezTo>
                    <a:lnTo>
                      <a:pt x="1732319" y="1281676"/>
                    </a:lnTo>
                    <a:cubicBezTo>
                      <a:pt x="1737821" y="1281676"/>
                      <a:pt x="1742281" y="1277215"/>
                      <a:pt x="1742281" y="1271713"/>
                    </a:cubicBezTo>
                    <a:lnTo>
                      <a:pt x="1742281" y="1231864"/>
                    </a:lnTo>
                    <a:cubicBezTo>
                      <a:pt x="1742281" y="1226362"/>
                      <a:pt x="1737821" y="1221901"/>
                      <a:pt x="1732319" y="1221901"/>
                    </a:cubicBezTo>
                    <a:close/>
                    <a:moveTo>
                      <a:pt x="666834" y="1221901"/>
                    </a:moveTo>
                    <a:cubicBezTo>
                      <a:pt x="661332" y="1221901"/>
                      <a:pt x="656871" y="1226362"/>
                      <a:pt x="656871" y="1231864"/>
                    </a:cubicBezTo>
                    <a:lnTo>
                      <a:pt x="656871" y="1271713"/>
                    </a:lnTo>
                    <a:cubicBezTo>
                      <a:pt x="656871" y="1277215"/>
                      <a:pt x="661332" y="1281676"/>
                      <a:pt x="666834" y="1281676"/>
                    </a:cubicBezTo>
                    <a:lnTo>
                      <a:pt x="871923" y="1281676"/>
                    </a:lnTo>
                    <a:cubicBezTo>
                      <a:pt x="877425" y="1281676"/>
                      <a:pt x="881885" y="1277215"/>
                      <a:pt x="881885" y="1271713"/>
                    </a:cubicBezTo>
                    <a:lnTo>
                      <a:pt x="881885" y="1231864"/>
                    </a:lnTo>
                    <a:cubicBezTo>
                      <a:pt x="881885" y="1226362"/>
                      <a:pt x="877425" y="1221901"/>
                      <a:pt x="871923" y="1221901"/>
                    </a:cubicBezTo>
                    <a:close/>
                    <a:moveTo>
                      <a:pt x="1052149" y="1111644"/>
                    </a:moveTo>
                    <a:cubicBezTo>
                      <a:pt x="1044919" y="1111644"/>
                      <a:pt x="1039057" y="1117506"/>
                      <a:pt x="1039057" y="1124736"/>
                    </a:cubicBezTo>
                    <a:lnTo>
                      <a:pt x="1039057" y="1168203"/>
                    </a:lnTo>
                    <a:lnTo>
                      <a:pt x="1009466" y="1168203"/>
                    </a:lnTo>
                    <a:cubicBezTo>
                      <a:pt x="969193" y="1174775"/>
                      <a:pt x="956437" y="1243393"/>
                      <a:pt x="940007" y="1277093"/>
                    </a:cubicBezTo>
                    <a:cubicBezTo>
                      <a:pt x="776268" y="1309492"/>
                      <a:pt x="775043" y="1328679"/>
                      <a:pt x="736793" y="1421744"/>
                    </a:cubicBezTo>
                    <a:lnTo>
                      <a:pt x="648072" y="1812480"/>
                    </a:lnTo>
                    <a:cubicBezTo>
                      <a:pt x="648072" y="1882463"/>
                      <a:pt x="704805" y="1939195"/>
                      <a:pt x="774788" y="1939195"/>
                    </a:cubicBezTo>
                    <a:lnTo>
                      <a:pt x="1183772" y="1939195"/>
                    </a:lnTo>
                    <a:lnTo>
                      <a:pt x="1198456" y="1939195"/>
                    </a:lnTo>
                    <a:lnTo>
                      <a:pt x="1607440" y="1939195"/>
                    </a:lnTo>
                    <a:cubicBezTo>
                      <a:pt x="1677423" y="1939195"/>
                      <a:pt x="1734156" y="1882463"/>
                      <a:pt x="1734156" y="1812480"/>
                    </a:cubicBezTo>
                    <a:lnTo>
                      <a:pt x="1645435" y="1421744"/>
                    </a:lnTo>
                    <a:cubicBezTo>
                      <a:pt x="1607185" y="1328679"/>
                      <a:pt x="1605960" y="1309492"/>
                      <a:pt x="1442221" y="1277093"/>
                    </a:cubicBezTo>
                    <a:cubicBezTo>
                      <a:pt x="1425791" y="1243393"/>
                      <a:pt x="1413035" y="1174775"/>
                      <a:pt x="1372762" y="1168203"/>
                    </a:cubicBezTo>
                    <a:lnTo>
                      <a:pt x="1357854" y="1168203"/>
                    </a:lnTo>
                    <a:lnTo>
                      <a:pt x="1357854" y="1124736"/>
                    </a:lnTo>
                    <a:cubicBezTo>
                      <a:pt x="1357854" y="1117506"/>
                      <a:pt x="1351993" y="1111644"/>
                      <a:pt x="1344762" y="1111644"/>
                    </a:cubicBezTo>
                    <a:lnTo>
                      <a:pt x="1268702" y="1111644"/>
                    </a:lnTo>
                    <a:cubicBezTo>
                      <a:pt x="1261471" y="1111644"/>
                      <a:pt x="1255610" y="1117506"/>
                      <a:pt x="1255610" y="1124736"/>
                    </a:cubicBezTo>
                    <a:lnTo>
                      <a:pt x="1255610" y="1168203"/>
                    </a:lnTo>
                    <a:lnTo>
                      <a:pt x="1198456" y="1168203"/>
                    </a:lnTo>
                    <a:lnTo>
                      <a:pt x="1183772" y="1168203"/>
                    </a:lnTo>
                    <a:lnTo>
                      <a:pt x="1141302" y="1168203"/>
                    </a:lnTo>
                    <a:lnTo>
                      <a:pt x="1141302" y="1124736"/>
                    </a:lnTo>
                    <a:cubicBezTo>
                      <a:pt x="1141302" y="1117506"/>
                      <a:pt x="1135440" y="1111644"/>
                      <a:pt x="1128210" y="1111644"/>
                    </a:cubicBezTo>
                    <a:close/>
                    <a:moveTo>
                      <a:pt x="2705133" y="840243"/>
                    </a:moveTo>
                    <a:lnTo>
                      <a:pt x="2088233" y="1255464"/>
                    </a:lnTo>
                    <a:lnTo>
                      <a:pt x="2299068" y="1414858"/>
                    </a:lnTo>
                    <a:lnTo>
                      <a:pt x="2299068" y="1228076"/>
                    </a:lnTo>
                    <a:lnTo>
                      <a:pt x="3108494" y="1228076"/>
                    </a:lnTo>
                    <a:lnTo>
                      <a:pt x="3108494" y="1416902"/>
                    </a:lnTo>
                    <a:lnTo>
                      <a:pt x="3322033" y="1255464"/>
                    </a:lnTo>
                    <a:lnTo>
                      <a:pt x="3322033" y="1255464"/>
                    </a:lnTo>
                    <a:close/>
                    <a:moveTo>
                      <a:pt x="1195706" y="835207"/>
                    </a:moveTo>
                    <a:lnTo>
                      <a:pt x="1195706" y="835221"/>
                    </a:lnTo>
                    <a:cubicBezTo>
                      <a:pt x="866618" y="834160"/>
                      <a:pt x="692194" y="969423"/>
                      <a:pt x="665970" y="1132153"/>
                    </a:cubicBezTo>
                    <a:cubicBezTo>
                      <a:pt x="665970" y="1145595"/>
                      <a:pt x="659622" y="1181725"/>
                      <a:pt x="663418" y="1194550"/>
                    </a:cubicBezTo>
                    <a:lnTo>
                      <a:pt x="878440" y="1194550"/>
                    </a:lnTo>
                    <a:cubicBezTo>
                      <a:pt x="887485" y="1007425"/>
                      <a:pt x="1085027" y="1006045"/>
                      <a:pt x="1195706" y="1007712"/>
                    </a:cubicBezTo>
                    <a:lnTo>
                      <a:pt x="1195706" y="1007714"/>
                    </a:lnTo>
                    <a:cubicBezTo>
                      <a:pt x="1195809" y="1007712"/>
                      <a:pt x="1195911" y="1007710"/>
                      <a:pt x="1196014" y="1007712"/>
                    </a:cubicBezTo>
                    <a:lnTo>
                      <a:pt x="1196322" y="1007714"/>
                    </a:lnTo>
                    <a:lnTo>
                      <a:pt x="1196322" y="1007712"/>
                    </a:lnTo>
                    <a:cubicBezTo>
                      <a:pt x="1307001" y="1006045"/>
                      <a:pt x="1504542" y="1007425"/>
                      <a:pt x="1513587" y="1194550"/>
                    </a:cubicBezTo>
                    <a:lnTo>
                      <a:pt x="1728609" y="1194550"/>
                    </a:lnTo>
                    <a:cubicBezTo>
                      <a:pt x="1732405" y="1181725"/>
                      <a:pt x="1726057" y="1145595"/>
                      <a:pt x="1726057" y="1132153"/>
                    </a:cubicBezTo>
                    <a:cubicBezTo>
                      <a:pt x="1699834" y="969423"/>
                      <a:pt x="1525410" y="834160"/>
                      <a:pt x="1196322" y="835221"/>
                    </a:cubicBezTo>
                    <a:lnTo>
                      <a:pt x="1196322" y="835207"/>
                    </a:lnTo>
                    <a:cubicBezTo>
                      <a:pt x="1196219" y="835207"/>
                      <a:pt x="1196117" y="835206"/>
                      <a:pt x="1196014" y="835214"/>
                    </a:cubicBezTo>
                    <a:close/>
                    <a:moveTo>
                      <a:pt x="713043" y="263029"/>
                    </a:moveTo>
                    <a:lnTo>
                      <a:pt x="3158596" y="263029"/>
                    </a:lnTo>
                    <a:cubicBezTo>
                      <a:pt x="3365555" y="263029"/>
                      <a:pt x="3533328" y="430802"/>
                      <a:pt x="3533328" y="637761"/>
                    </a:cubicBezTo>
                    <a:lnTo>
                      <a:pt x="3533328" y="2136642"/>
                    </a:lnTo>
                    <a:cubicBezTo>
                      <a:pt x="3533328" y="2343601"/>
                      <a:pt x="3365555" y="2511374"/>
                      <a:pt x="3158596" y="2511374"/>
                    </a:cubicBezTo>
                    <a:lnTo>
                      <a:pt x="713043" y="2511374"/>
                    </a:lnTo>
                    <a:cubicBezTo>
                      <a:pt x="506084" y="2511374"/>
                      <a:pt x="338311" y="2343601"/>
                      <a:pt x="338311" y="2136642"/>
                    </a:cubicBezTo>
                    <a:lnTo>
                      <a:pt x="338311" y="637761"/>
                    </a:lnTo>
                    <a:cubicBezTo>
                      <a:pt x="338311" y="430802"/>
                      <a:pt x="506084" y="263029"/>
                      <a:pt x="713043" y="263029"/>
                    </a:cubicBezTo>
                    <a:close/>
                    <a:moveTo>
                      <a:pt x="593824" y="142875"/>
                    </a:moveTo>
                    <a:cubicBezTo>
                      <a:pt x="365814" y="142875"/>
                      <a:pt x="180975" y="327714"/>
                      <a:pt x="180975" y="555724"/>
                    </a:cubicBezTo>
                    <a:lnTo>
                      <a:pt x="180975" y="2207068"/>
                    </a:lnTo>
                    <a:cubicBezTo>
                      <a:pt x="180975" y="2435078"/>
                      <a:pt x="365814" y="2619917"/>
                      <a:pt x="593824" y="2619917"/>
                    </a:cubicBezTo>
                    <a:lnTo>
                      <a:pt x="3288134" y="2619917"/>
                    </a:lnTo>
                    <a:cubicBezTo>
                      <a:pt x="3516144" y="2619917"/>
                      <a:pt x="3700983" y="2435078"/>
                      <a:pt x="3700983" y="2207068"/>
                    </a:cubicBezTo>
                    <a:lnTo>
                      <a:pt x="3700983" y="555724"/>
                    </a:lnTo>
                    <a:cubicBezTo>
                      <a:pt x="3700983" y="327714"/>
                      <a:pt x="3516144" y="142875"/>
                      <a:pt x="3288134" y="142875"/>
                    </a:cubicBezTo>
                    <a:close/>
                    <a:moveTo>
                      <a:pt x="456060" y="0"/>
                    </a:moveTo>
                    <a:lnTo>
                      <a:pt x="3432372" y="0"/>
                    </a:lnTo>
                    <a:cubicBezTo>
                      <a:pt x="3684247" y="0"/>
                      <a:pt x="3888432" y="204185"/>
                      <a:pt x="3888432" y="456060"/>
                    </a:cubicBezTo>
                    <a:lnTo>
                      <a:pt x="3888432" y="2280244"/>
                    </a:lnTo>
                    <a:cubicBezTo>
                      <a:pt x="3888432" y="2532119"/>
                      <a:pt x="3684247" y="2736304"/>
                      <a:pt x="3432372" y="2736304"/>
                    </a:cubicBezTo>
                    <a:lnTo>
                      <a:pt x="456060" y="2736304"/>
                    </a:lnTo>
                    <a:cubicBezTo>
                      <a:pt x="204185" y="2736304"/>
                      <a:pt x="0" y="2532119"/>
                      <a:pt x="0" y="2280244"/>
                    </a:cubicBezTo>
                    <a:lnTo>
                      <a:pt x="0" y="456060"/>
                    </a:lnTo>
                    <a:cubicBezTo>
                      <a:pt x="0" y="204185"/>
                      <a:pt x="204185" y="0"/>
                      <a:pt x="456060"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600" name="Google Shape;2600;p53"/>
              <p:cNvSpPr/>
              <p:nvPr/>
            </p:nvSpPr>
            <p:spPr>
              <a:xfrm>
                <a:off x="9698244" y="5398653"/>
                <a:ext cx="300703" cy="366439"/>
              </a:xfrm>
              <a:custGeom>
                <a:rect b="b" l="l" r="r" t="t"/>
                <a:pathLst>
                  <a:path extrusionOk="0" h="3949460" w="3240944">
                    <a:moveTo>
                      <a:pt x="2411668" y="919204"/>
                    </a:moveTo>
                    <a:cubicBezTo>
                      <a:pt x="2652037" y="921566"/>
                      <a:pt x="2997179" y="1088232"/>
                      <a:pt x="3147060" y="1333480"/>
                    </a:cubicBezTo>
                    <a:cubicBezTo>
                      <a:pt x="2837519" y="1559133"/>
                      <a:pt x="2713715" y="1818123"/>
                      <a:pt x="2716116" y="2148550"/>
                    </a:cubicBezTo>
                    <a:cubicBezTo>
                      <a:pt x="2724370" y="2506677"/>
                      <a:pt x="2937416" y="2788602"/>
                      <a:pt x="3240944" y="2908604"/>
                    </a:cubicBezTo>
                    <a:cubicBezTo>
                      <a:pt x="3111039" y="3296832"/>
                      <a:pt x="2835874" y="3920800"/>
                      <a:pt x="2360688" y="3949460"/>
                    </a:cubicBezTo>
                    <a:cubicBezTo>
                      <a:pt x="2104982" y="3948826"/>
                      <a:pt x="1887379" y="3871989"/>
                      <a:pt x="1655487" y="3790391"/>
                    </a:cubicBezTo>
                    <a:cubicBezTo>
                      <a:pt x="1465920" y="3881513"/>
                      <a:pt x="1178719" y="3984543"/>
                      <a:pt x="936764" y="3932790"/>
                    </a:cubicBezTo>
                    <a:cubicBezTo>
                      <a:pt x="634032" y="3867349"/>
                      <a:pt x="33306" y="3304229"/>
                      <a:pt x="0" y="2002921"/>
                    </a:cubicBezTo>
                    <a:cubicBezTo>
                      <a:pt x="5122" y="1625861"/>
                      <a:pt x="224231" y="988116"/>
                      <a:pt x="1004287" y="951010"/>
                    </a:cubicBezTo>
                    <a:cubicBezTo>
                      <a:pt x="1237754" y="955627"/>
                      <a:pt x="1430737" y="1013358"/>
                      <a:pt x="1654678" y="1150601"/>
                    </a:cubicBezTo>
                    <a:cubicBezTo>
                      <a:pt x="1907007" y="1025844"/>
                      <a:pt x="2042657" y="934423"/>
                      <a:pt x="2411668" y="919204"/>
                    </a:cubicBezTo>
                    <a:close/>
                    <a:moveTo>
                      <a:pt x="2423572" y="0"/>
                    </a:moveTo>
                    <a:cubicBezTo>
                      <a:pt x="2449670" y="236641"/>
                      <a:pt x="2449574" y="370890"/>
                      <a:pt x="2275646" y="605149"/>
                    </a:cubicBezTo>
                    <a:cubicBezTo>
                      <a:pt x="2098536" y="787863"/>
                      <a:pt x="1909519" y="903902"/>
                      <a:pt x="1627634" y="908022"/>
                    </a:cubicBezTo>
                    <a:cubicBezTo>
                      <a:pt x="1601565" y="662380"/>
                      <a:pt x="1689794" y="371496"/>
                      <a:pt x="1823269" y="256823"/>
                    </a:cubicBezTo>
                    <a:cubicBezTo>
                      <a:pt x="1945582" y="131527"/>
                      <a:pt x="2156003" y="39571"/>
                      <a:pt x="2423572" y="0"/>
                    </a:cubicBez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601" name="Google Shape;2601;p53"/>
              <p:cNvSpPr/>
              <p:nvPr/>
            </p:nvSpPr>
            <p:spPr>
              <a:xfrm>
                <a:off x="7800500" y="2582839"/>
                <a:ext cx="300170" cy="347427"/>
              </a:xfrm>
              <a:custGeom>
                <a:rect b="b" l="l" r="r" t="t"/>
                <a:pathLst>
                  <a:path extrusionOk="0" h="3842533" w="3319870">
                    <a:moveTo>
                      <a:pt x="579936" y="1296382"/>
                    </a:moveTo>
                    <a:lnTo>
                      <a:pt x="2739936" y="1296382"/>
                    </a:lnTo>
                    <a:lnTo>
                      <a:pt x="2739936" y="2796543"/>
                    </a:lnTo>
                    <a:cubicBezTo>
                      <a:pt x="2739936" y="2962250"/>
                      <a:pt x="2605604" y="3096582"/>
                      <a:pt x="2439897" y="3096582"/>
                    </a:cubicBezTo>
                    <a:lnTo>
                      <a:pt x="2272003" y="3096582"/>
                    </a:lnTo>
                    <a:lnTo>
                      <a:pt x="2272003" y="3590505"/>
                    </a:lnTo>
                    <a:cubicBezTo>
                      <a:pt x="2272003" y="3729696"/>
                      <a:pt x="2159166" y="3842533"/>
                      <a:pt x="2019975" y="3842533"/>
                    </a:cubicBezTo>
                    <a:cubicBezTo>
                      <a:pt x="1880784" y="3842533"/>
                      <a:pt x="1767947" y="3729696"/>
                      <a:pt x="1767947" y="3590505"/>
                    </a:cubicBezTo>
                    <a:lnTo>
                      <a:pt x="1767947" y="3096582"/>
                    </a:lnTo>
                    <a:lnTo>
                      <a:pt x="1492066" y="3096582"/>
                    </a:lnTo>
                    <a:lnTo>
                      <a:pt x="1492066" y="3590505"/>
                    </a:lnTo>
                    <a:cubicBezTo>
                      <a:pt x="1492066" y="3729696"/>
                      <a:pt x="1379229" y="3842533"/>
                      <a:pt x="1240038" y="3842533"/>
                    </a:cubicBezTo>
                    <a:cubicBezTo>
                      <a:pt x="1100847" y="3842533"/>
                      <a:pt x="988010" y="3729696"/>
                      <a:pt x="988010" y="3590505"/>
                    </a:cubicBezTo>
                    <a:lnTo>
                      <a:pt x="988010" y="3096582"/>
                    </a:lnTo>
                    <a:lnTo>
                      <a:pt x="879975" y="3096582"/>
                    </a:lnTo>
                    <a:cubicBezTo>
                      <a:pt x="714268" y="3096582"/>
                      <a:pt x="579936" y="2962250"/>
                      <a:pt x="579936" y="2796543"/>
                    </a:cubicBezTo>
                    <a:close/>
                    <a:moveTo>
                      <a:pt x="3067842" y="1281925"/>
                    </a:moveTo>
                    <a:cubicBezTo>
                      <a:pt x="3207033" y="1281925"/>
                      <a:pt x="3319870" y="1394762"/>
                      <a:pt x="3319870" y="1533953"/>
                    </a:cubicBezTo>
                    <a:lnTo>
                      <a:pt x="3319870" y="2505897"/>
                    </a:lnTo>
                    <a:cubicBezTo>
                      <a:pt x="3319870" y="2645088"/>
                      <a:pt x="3207033" y="2757925"/>
                      <a:pt x="3067842" y="2757925"/>
                    </a:cubicBezTo>
                    <a:cubicBezTo>
                      <a:pt x="2928651" y="2757925"/>
                      <a:pt x="2815814" y="2645088"/>
                      <a:pt x="2815814" y="2505897"/>
                    </a:cubicBezTo>
                    <a:lnTo>
                      <a:pt x="2815814" y="1533953"/>
                    </a:lnTo>
                    <a:cubicBezTo>
                      <a:pt x="2815814" y="1394762"/>
                      <a:pt x="2928651" y="1281925"/>
                      <a:pt x="3067842" y="1281925"/>
                    </a:cubicBezTo>
                    <a:close/>
                    <a:moveTo>
                      <a:pt x="252028" y="1281925"/>
                    </a:moveTo>
                    <a:cubicBezTo>
                      <a:pt x="391219" y="1281925"/>
                      <a:pt x="504056" y="1394762"/>
                      <a:pt x="504056" y="1533953"/>
                    </a:cubicBezTo>
                    <a:lnTo>
                      <a:pt x="504056" y="2505897"/>
                    </a:lnTo>
                    <a:cubicBezTo>
                      <a:pt x="504056" y="2645088"/>
                      <a:pt x="391219" y="2757925"/>
                      <a:pt x="252028" y="2757925"/>
                    </a:cubicBezTo>
                    <a:cubicBezTo>
                      <a:pt x="112837" y="2757925"/>
                      <a:pt x="0" y="2645088"/>
                      <a:pt x="0" y="2505897"/>
                    </a:cubicBezTo>
                    <a:lnTo>
                      <a:pt x="0" y="1533953"/>
                    </a:lnTo>
                    <a:cubicBezTo>
                      <a:pt x="0" y="1394762"/>
                      <a:pt x="112837" y="1281925"/>
                      <a:pt x="252028" y="1281925"/>
                    </a:cubicBezTo>
                    <a:close/>
                    <a:moveTo>
                      <a:pt x="2134062" y="558521"/>
                    </a:moveTo>
                    <a:cubicBezTo>
                      <a:pt x="2073373" y="558521"/>
                      <a:pt x="2024174" y="607720"/>
                      <a:pt x="2024174" y="668409"/>
                    </a:cubicBezTo>
                    <a:cubicBezTo>
                      <a:pt x="2024174" y="729098"/>
                      <a:pt x="2073373" y="778297"/>
                      <a:pt x="2134062" y="778297"/>
                    </a:cubicBezTo>
                    <a:cubicBezTo>
                      <a:pt x="2194751" y="778297"/>
                      <a:pt x="2243950" y="729098"/>
                      <a:pt x="2243950" y="668409"/>
                    </a:cubicBezTo>
                    <a:cubicBezTo>
                      <a:pt x="2243950" y="607720"/>
                      <a:pt x="2194751" y="558521"/>
                      <a:pt x="2134062" y="558521"/>
                    </a:cubicBezTo>
                    <a:close/>
                    <a:moveTo>
                      <a:pt x="1177409" y="558521"/>
                    </a:moveTo>
                    <a:cubicBezTo>
                      <a:pt x="1116720" y="558521"/>
                      <a:pt x="1067521" y="607720"/>
                      <a:pt x="1067521" y="668409"/>
                    </a:cubicBezTo>
                    <a:cubicBezTo>
                      <a:pt x="1067521" y="729098"/>
                      <a:pt x="1116720" y="778297"/>
                      <a:pt x="1177409" y="778297"/>
                    </a:cubicBezTo>
                    <a:cubicBezTo>
                      <a:pt x="1238098" y="778297"/>
                      <a:pt x="1287297" y="729098"/>
                      <a:pt x="1287297" y="668409"/>
                    </a:cubicBezTo>
                    <a:cubicBezTo>
                      <a:pt x="1287297" y="607720"/>
                      <a:pt x="1238098" y="558521"/>
                      <a:pt x="1177409" y="558521"/>
                    </a:cubicBezTo>
                    <a:close/>
                    <a:moveTo>
                      <a:pt x="1041854" y="0"/>
                    </a:moveTo>
                    <a:lnTo>
                      <a:pt x="1215617" y="300965"/>
                    </a:lnTo>
                    <a:cubicBezTo>
                      <a:pt x="1350827" y="238508"/>
                      <a:pt x="1501239" y="204386"/>
                      <a:pt x="1659158" y="204272"/>
                    </a:cubicBezTo>
                    <a:cubicBezTo>
                      <a:pt x="1823689" y="204153"/>
                      <a:pt x="1980124" y="240963"/>
                      <a:pt x="2119837" y="308065"/>
                    </a:cubicBezTo>
                    <a:lnTo>
                      <a:pt x="2297698" y="0"/>
                    </a:lnTo>
                    <a:lnTo>
                      <a:pt x="2391229" y="54000"/>
                    </a:lnTo>
                    <a:lnTo>
                      <a:pt x="2215205" y="358882"/>
                    </a:lnTo>
                    <a:cubicBezTo>
                      <a:pt x="2507692" y="533629"/>
                      <a:pt x="2710924" y="843756"/>
                      <a:pt x="2737127" y="1206450"/>
                    </a:cubicBezTo>
                    <a:cubicBezTo>
                      <a:pt x="2018962" y="1206967"/>
                      <a:pt x="1300797" y="1207483"/>
                      <a:pt x="582632" y="1208000"/>
                    </a:cubicBezTo>
                    <a:cubicBezTo>
                      <a:pt x="608780" y="838665"/>
                      <a:pt x="818541" y="523565"/>
                      <a:pt x="1119462" y="350420"/>
                    </a:cubicBezTo>
                    <a:lnTo>
                      <a:pt x="948323" y="5400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602" name="Google Shape;2602;p53"/>
              <p:cNvSpPr/>
              <p:nvPr/>
            </p:nvSpPr>
            <p:spPr>
              <a:xfrm>
                <a:off x="10645011" y="2518278"/>
                <a:ext cx="340001" cy="338281"/>
              </a:xfrm>
              <a:custGeom>
                <a:rect b="b" l="l" r="r" t="t"/>
                <a:pathLst>
                  <a:path extrusionOk="0" h="2941055" w="2956013">
                    <a:moveTo>
                      <a:pt x="2169165" y="2259549"/>
                    </a:moveTo>
                    <a:cubicBezTo>
                      <a:pt x="2305163" y="2320579"/>
                      <a:pt x="2430502" y="2400997"/>
                      <a:pt x="2542352" y="2496872"/>
                    </a:cubicBezTo>
                    <a:cubicBezTo>
                      <a:pt x="2303978" y="2744099"/>
                      <a:pt x="1979593" y="2907447"/>
                      <a:pt x="1617206" y="2939204"/>
                    </a:cubicBezTo>
                    <a:lnTo>
                      <a:pt x="1588575" y="2925411"/>
                    </a:lnTo>
                    <a:cubicBezTo>
                      <a:pt x="1835671" y="2758142"/>
                      <a:pt x="2037335" y="2529257"/>
                      <a:pt x="2169165" y="2259549"/>
                    </a:cubicBezTo>
                    <a:close/>
                    <a:moveTo>
                      <a:pt x="797309" y="2254509"/>
                    </a:moveTo>
                    <a:cubicBezTo>
                      <a:pt x="928512" y="2525684"/>
                      <a:pt x="1129977" y="2756161"/>
                      <a:pt x="1376879" y="2925229"/>
                    </a:cubicBezTo>
                    <a:cubicBezTo>
                      <a:pt x="1367940" y="2931748"/>
                      <a:pt x="1358086" y="2936536"/>
                      <a:pt x="1348086" y="2941055"/>
                    </a:cubicBezTo>
                    <a:cubicBezTo>
                      <a:pt x="981929" y="2910776"/>
                      <a:pt x="654006" y="2746454"/>
                      <a:pt x="413461" y="2497054"/>
                    </a:cubicBezTo>
                    <a:cubicBezTo>
                      <a:pt x="528278" y="2398621"/>
                      <a:pt x="657289" y="2316447"/>
                      <a:pt x="797309" y="2254509"/>
                    </a:cubicBezTo>
                    <a:close/>
                    <a:moveTo>
                      <a:pt x="1426305" y="2108791"/>
                    </a:moveTo>
                    <a:lnTo>
                      <a:pt x="1426305" y="2824067"/>
                    </a:lnTo>
                    <a:cubicBezTo>
                      <a:pt x="1203050" y="2668305"/>
                      <a:pt x="1020431" y="2458508"/>
                      <a:pt x="899682" y="2212532"/>
                    </a:cubicBezTo>
                    <a:cubicBezTo>
                      <a:pt x="1063835" y="2148883"/>
                      <a:pt x="1241204" y="2112683"/>
                      <a:pt x="1426305" y="2108791"/>
                    </a:cubicBezTo>
                    <a:close/>
                    <a:moveTo>
                      <a:pt x="1527809" y="2108695"/>
                    </a:moveTo>
                    <a:cubicBezTo>
                      <a:pt x="1717707" y="2112557"/>
                      <a:pt x="1899494" y="2150291"/>
                      <a:pt x="2067336" y="2216559"/>
                    </a:cubicBezTo>
                    <a:cubicBezTo>
                      <a:pt x="1943936" y="2466549"/>
                      <a:pt x="1756622" y="2679032"/>
                      <a:pt x="1527809" y="2835300"/>
                    </a:cubicBezTo>
                    <a:close/>
                    <a:moveTo>
                      <a:pt x="2354776" y="1530125"/>
                    </a:moveTo>
                    <a:lnTo>
                      <a:pt x="2955077" y="1530125"/>
                    </a:lnTo>
                    <a:cubicBezTo>
                      <a:pt x="2942393" y="1866074"/>
                      <a:pt x="2817414" y="2173186"/>
                      <a:pt x="2615767" y="2414127"/>
                    </a:cubicBezTo>
                    <a:cubicBezTo>
                      <a:pt x="2496453" y="2311434"/>
                      <a:pt x="2362630" y="2225327"/>
                      <a:pt x="2217376" y="2159975"/>
                    </a:cubicBezTo>
                    <a:cubicBezTo>
                      <a:pt x="2300477" y="1965771"/>
                      <a:pt x="2348521" y="1753185"/>
                      <a:pt x="2354776" y="1530125"/>
                    </a:cubicBezTo>
                    <a:close/>
                    <a:moveTo>
                      <a:pt x="1527809" y="1530125"/>
                    </a:moveTo>
                    <a:lnTo>
                      <a:pt x="2244039" y="1530125"/>
                    </a:lnTo>
                    <a:cubicBezTo>
                      <a:pt x="2237819" y="1737690"/>
                      <a:pt x="2192963" y="1935525"/>
                      <a:pt x="2115825" y="2116496"/>
                    </a:cubicBezTo>
                    <a:cubicBezTo>
                      <a:pt x="1933189" y="2043464"/>
                      <a:pt x="1735000" y="2001899"/>
                      <a:pt x="1527809" y="1997958"/>
                    </a:cubicBezTo>
                    <a:close/>
                    <a:moveTo>
                      <a:pt x="725097" y="1530125"/>
                    </a:moveTo>
                    <a:lnTo>
                      <a:pt x="1426305" y="1530125"/>
                    </a:lnTo>
                    <a:lnTo>
                      <a:pt x="1426305" y="1998054"/>
                    </a:lnTo>
                    <a:cubicBezTo>
                      <a:pt x="1224105" y="2002029"/>
                      <a:pt x="1030504" y="2041966"/>
                      <a:pt x="851699" y="2112283"/>
                    </a:cubicBezTo>
                    <a:cubicBezTo>
                      <a:pt x="775482" y="1932518"/>
                      <a:pt x="731260" y="1736112"/>
                      <a:pt x="725097" y="1530125"/>
                    </a:cubicBezTo>
                    <a:close/>
                    <a:moveTo>
                      <a:pt x="934" y="1530125"/>
                    </a:moveTo>
                    <a:lnTo>
                      <a:pt x="614360" y="1530125"/>
                    </a:lnTo>
                    <a:cubicBezTo>
                      <a:pt x="620543" y="1751166"/>
                      <a:pt x="667772" y="1961919"/>
                      <a:pt x="749235" y="2154869"/>
                    </a:cubicBezTo>
                    <a:cubicBezTo>
                      <a:pt x="599936" y="2221117"/>
                      <a:pt x="462426" y="2308980"/>
                      <a:pt x="340129" y="2414234"/>
                    </a:cubicBezTo>
                    <a:cubicBezTo>
                      <a:pt x="138582" y="2173144"/>
                      <a:pt x="13619" y="1866051"/>
                      <a:pt x="934" y="1530125"/>
                    </a:cubicBezTo>
                    <a:close/>
                    <a:moveTo>
                      <a:pt x="883886" y="768586"/>
                    </a:moveTo>
                    <a:cubicBezTo>
                      <a:pt x="1053566" y="831753"/>
                      <a:pt x="1236128" y="867407"/>
                      <a:pt x="1426305" y="871035"/>
                    </a:cubicBezTo>
                    <a:lnTo>
                      <a:pt x="1426305" y="1428622"/>
                    </a:lnTo>
                    <a:lnTo>
                      <a:pt x="724559" y="1428622"/>
                    </a:lnTo>
                    <a:cubicBezTo>
                      <a:pt x="730221" y="1192426"/>
                      <a:pt x="785872" y="968634"/>
                      <a:pt x="883886" y="768586"/>
                    </a:cubicBezTo>
                    <a:close/>
                    <a:moveTo>
                      <a:pt x="2083288" y="764501"/>
                    </a:moveTo>
                    <a:cubicBezTo>
                      <a:pt x="2182501" y="965616"/>
                      <a:pt x="2238869" y="1190833"/>
                      <a:pt x="2244577" y="1428622"/>
                    </a:cubicBezTo>
                    <a:lnTo>
                      <a:pt x="1527809" y="1428622"/>
                    </a:lnTo>
                    <a:lnTo>
                      <a:pt x="1527809" y="871130"/>
                    </a:lnTo>
                    <a:cubicBezTo>
                      <a:pt x="1722835" y="867528"/>
                      <a:pt x="1909881" y="830382"/>
                      <a:pt x="2083288" y="764501"/>
                    </a:cubicBezTo>
                    <a:close/>
                    <a:moveTo>
                      <a:pt x="375750" y="484510"/>
                    </a:moveTo>
                    <a:cubicBezTo>
                      <a:pt x="497688" y="583858"/>
                      <a:pt x="633678" y="666438"/>
                      <a:pt x="780212" y="729142"/>
                    </a:cubicBezTo>
                    <a:cubicBezTo>
                      <a:pt x="677519" y="941475"/>
                      <a:pt x="619429" y="1178562"/>
                      <a:pt x="613822" y="1428622"/>
                    </a:cubicBezTo>
                    <a:lnTo>
                      <a:pt x="0" y="1428622"/>
                    </a:lnTo>
                    <a:cubicBezTo>
                      <a:pt x="9263" y="1065848"/>
                      <a:pt x="149371" y="735691"/>
                      <a:pt x="375750" y="484510"/>
                    </a:cubicBezTo>
                    <a:close/>
                    <a:moveTo>
                      <a:pt x="2580304" y="484479"/>
                    </a:moveTo>
                    <a:cubicBezTo>
                      <a:pt x="2806628" y="735651"/>
                      <a:pt x="2946750" y="1065827"/>
                      <a:pt x="2956013" y="1428622"/>
                    </a:cubicBezTo>
                    <a:lnTo>
                      <a:pt x="2355314" y="1428622"/>
                    </a:lnTo>
                    <a:cubicBezTo>
                      <a:pt x="2349636" y="1176504"/>
                      <a:pt x="2290630" y="937573"/>
                      <a:pt x="2186241" y="724113"/>
                    </a:cubicBezTo>
                    <a:cubicBezTo>
                      <a:pt x="2328935" y="662418"/>
                      <a:pt x="2461323" y="581449"/>
                      <a:pt x="2580304" y="484479"/>
                    </a:cubicBezTo>
                    <a:close/>
                    <a:moveTo>
                      <a:pt x="1426305" y="124032"/>
                    </a:moveTo>
                    <a:lnTo>
                      <a:pt x="1426305" y="760298"/>
                    </a:lnTo>
                    <a:cubicBezTo>
                      <a:pt x="1253727" y="756791"/>
                      <a:pt x="1087879" y="724966"/>
                      <a:pt x="933247" y="668842"/>
                    </a:cubicBezTo>
                    <a:cubicBezTo>
                      <a:pt x="1054039" y="451822"/>
                      <a:pt x="1223389" y="265609"/>
                      <a:pt x="1426305" y="124032"/>
                    </a:cubicBezTo>
                    <a:close/>
                    <a:moveTo>
                      <a:pt x="1527809" y="112799"/>
                    </a:moveTo>
                    <a:cubicBezTo>
                      <a:pt x="1736145" y="255085"/>
                      <a:pt x="1910079" y="443973"/>
                      <a:pt x="2033951" y="664748"/>
                    </a:cubicBezTo>
                    <a:cubicBezTo>
                      <a:pt x="1875578" y="723616"/>
                      <a:pt x="1705238" y="756901"/>
                      <a:pt x="1527809" y="760394"/>
                    </a:cubicBezTo>
                    <a:close/>
                    <a:moveTo>
                      <a:pt x="1632157" y="1693"/>
                    </a:moveTo>
                    <a:cubicBezTo>
                      <a:pt x="1969090" y="34839"/>
                      <a:pt x="2272411" y="181752"/>
                      <a:pt x="2502559" y="404493"/>
                    </a:cubicBezTo>
                    <a:cubicBezTo>
                      <a:pt x="2392455" y="493535"/>
                      <a:pt x="2270018" y="567692"/>
                      <a:pt x="2138287" y="624414"/>
                    </a:cubicBezTo>
                    <a:cubicBezTo>
                      <a:pt x="2004803" y="382989"/>
                      <a:pt x="1815448" y="176841"/>
                      <a:pt x="1587368" y="23269"/>
                    </a:cubicBezTo>
                    <a:close/>
                    <a:moveTo>
                      <a:pt x="1333466" y="0"/>
                    </a:moveTo>
                    <a:lnTo>
                      <a:pt x="1376468" y="23177"/>
                    </a:lnTo>
                    <a:cubicBezTo>
                      <a:pt x="1149236" y="178863"/>
                      <a:pt x="960516" y="386575"/>
                      <a:pt x="827965" y="629347"/>
                    </a:cubicBezTo>
                    <a:cubicBezTo>
                      <a:pt x="692459" y="571593"/>
                      <a:pt x="566467" y="495851"/>
                      <a:pt x="453430" y="404475"/>
                    </a:cubicBezTo>
                    <a:cubicBezTo>
                      <a:pt x="685742" y="179438"/>
                      <a:pt x="992667" y="31629"/>
                      <a:pt x="1333466"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2603" name="Google Shape;2603;p53"/>
              <p:cNvSpPr/>
              <p:nvPr/>
            </p:nvSpPr>
            <p:spPr>
              <a:xfrm flipH="1">
                <a:off x="10345251" y="2251006"/>
                <a:ext cx="441966" cy="281210"/>
              </a:xfrm>
              <a:custGeom>
                <a:rect b="b" l="l" r="r" t="t"/>
                <a:pathLst>
                  <a:path extrusionOk="0" h="2532594" w="3980365">
                    <a:moveTo>
                      <a:pt x="1988360" y="58973"/>
                    </a:moveTo>
                    <a:cubicBezTo>
                      <a:pt x="1988306" y="58975"/>
                      <a:pt x="1988252" y="58977"/>
                      <a:pt x="1988199" y="58995"/>
                    </a:cubicBezTo>
                    <a:cubicBezTo>
                      <a:pt x="1988145" y="58977"/>
                      <a:pt x="1988091" y="58975"/>
                      <a:pt x="1988037" y="58973"/>
                    </a:cubicBezTo>
                    <a:lnTo>
                      <a:pt x="1988037" y="59017"/>
                    </a:lnTo>
                    <a:cubicBezTo>
                      <a:pt x="1574406" y="74019"/>
                      <a:pt x="1375335" y="406725"/>
                      <a:pt x="1370318" y="708381"/>
                    </a:cubicBezTo>
                    <a:cubicBezTo>
                      <a:pt x="1362506" y="1089140"/>
                      <a:pt x="1497435" y="1312904"/>
                      <a:pt x="1568575" y="1407072"/>
                    </a:cubicBezTo>
                    <a:cubicBezTo>
                      <a:pt x="1631785" y="1490670"/>
                      <a:pt x="1727890" y="1649476"/>
                      <a:pt x="1617443" y="1704159"/>
                    </a:cubicBezTo>
                    <a:cubicBezTo>
                      <a:pt x="1318592" y="1846636"/>
                      <a:pt x="1062028" y="1946829"/>
                      <a:pt x="927030" y="2049664"/>
                    </a:cubicBezTo>
                    <a:cubicBezTo>
                      <a:pt x="705669" y="2234426"/>
                      <a:pt x="740656" y="2445615"/>
                      <a:pt x="754501" y="2532594"/>
                    </a:cubicBezTo>
                    <a:lnTo>
                      <a:pt x="1988199" y="2531551"/>
                    </a:lnTo>
                    <a:lnTo>
                      <a:pt x="3221896" y="2532594"/>
                    </a:lnTo>
                    <a:cubicBezTo>
                      <a:pt x="3235741" y="2445615"/>
                      <a:pt x="3270728" y="2234426"/>
                      <a:pt x="3049367" y="2049664"/>
                    </a:cubicBezTo>
                    <a:cubicBezTo>
                      <a:pt x="2914369" y="1946829"/>
                      <a:pt x="2657805" y="1846636"/>
                      <a:pt x="2358954" y="1704159"/>
                    </a:cubicBezTo>
                    <a:cubicBezTo>
                      <a:pt x="2248507" y="1649476"/>
                      <a:pt x="2344612" y="1490670"/>
                      <a:pt x="2407822" y="1407072"/>
                    </a:cubicBezTo>
                    <a:cubicBezTo>
                      <a:pt x="2478962" y="1312904"/>
                      <a:pt x="2613891" y="1089140"/>
                      <a:pt x="2606079" y="708381"/>
                    </a:cubicBezTo>
                    <a:cubicBezTo>
                      <a:pt x="2601062" y="406725"/>
                      <a:pt x="2401991" y="74019"/>
                      <a:pt x="1988360" y="59017"/>
                    </a:cubicBezTo>
                    <a:close/>
                    <a:moveTo>
                      <a:pt x="1093515" y="0"/>
                    </a:moveTo>
                    <a:cubicBezTo>
                      <a:pt x="736613" y="12826"/>
                      <a:pt x="553627" y="327881"/>
                      <a:pt x="549299" y="588096"/>
                    </a:cubicBezTo>
                    <a:cubicBezTo>
                      <a:pt x="542562" y="916461"/>
                      <a:pt x="658924" y="1109434"/>
                      <a:pt x="720275" y="1190644"/>
                    </a:cubicBezTo>
                    <a:cubicBezTo>
                      <a:pt x="774787" y="1262738"/>
                      <a:pt x="857667" y="1399692"/>
                      <a:pt x="762418" y="1446850"/>
                    </a:cubicBezTo>
                    <a:cubicBezTo>
                      <a:pt x="504691" y="1569722"/>
                      <a:pt x="283431" y="1656128"/>
                      <a:pt x="167010" y="1744812"/>
                    </a:cubicBezTo>
                    <a:cubicBezTo>
                      <a:pt x="-23891" y="1904150"/>
                      <a:pt x="672" y="2013351"/>
                      <a:pt x="1392" y="2161289"/>
                    </a:cubicBezTo>
                    <a:cubicBezTo>
                      <a:pt x="356083" y="2160989"/>
                      <a:pt x="261990" y="2166300"/>
                      <a:pt x="616681" y="2166000"/>
                    </a:cubicBezTo>
                    <a:cubicBezTo>
                      <a:pt x="794788" y="1846239"/>
                      <a:pt x="1045824" y="1778915"/>
                      <a:pt x="1453932" y="1593789"/>
                    </a:cubicBezTo>
                    <a:cubicBezTo>
                      <a:pt x="1171572" y="1115084"/>
                      <a:pt x="1046285" y="714919"/>
                      <a:pt x="1414663" y="124017"/>
                    </a:cubicBezTo>
                    <a:cubicBezTo>
                      <a:pt x="1309485" y="41539"/>
                      <a:pt x="1305280" y="26381"/>
                      <a:pt x="1093515" y="0"/>
                    </a:cubicBezTo>
                    <a:close/>
                    <a:moveTo>
                      <a:pt x="2886850" y="0"/>
                    </a:moveTo>
                    <a:cubicBezTo>
                      <a:pt x="2675085" y="26381"/>
                      <a:pt x="2670880" y="41539"/>
                      <a:pt x="2565702" y="124017"/>
                    </a:cubicBezTo>
                    <a:cubicBezTo>
                      <a:pt x="2934080" y="714919"/>
                      <a:pt x="2808793" y="1115084"/>
                      <a:pt x="2526433" y="1593789"/>
                    </a:cubicBezTo>
                    <a:cubicBezTo>
                      <a:pt x="2934542" y="1778915"/>
                      <a:pt x="3185577" y="1846239"/>
                      <a:pt x="3363685" y="2166000"/>
                    </a:cubicBezTo>
                    <a:cubicBezTo>
                      <a:pt x="3718376" y="2166300"/>
                      <a:pt x="3624282" y="2160989"/>
                      <a:pt x="3978973" y="2161289"/>
                    </a:cubicBezTo>
                    <a:cubicBezTo>
                      <a:pt x="3979693" y="2013351"/>
                      <a:pt x="4004256" y="1904150"/>
                      <a:pt x="3813355" y="1744812"/>
                    </a:cubicBezTo>
                    <a:cubicBezTo>
                      <a:pt x="3696934" y="1656128"/>
                      <a:pt x="3475674" y="1569722"/>
                      <a:pt x="3217947" y="1446850"/>
                    </a:cubicBezTo>
                    <a:cubicBezTo>
                      <a:pt x="3122698" y="1399692"/>
                      <a:pt x="3205579" y="1262738"/>
                      <a:pt x="3260090" y="1190644"/>
                    </a:cubicBezTo>
                    <a:cubicBezTo>
                      <a:pt x="3321441" y="1109434"/>
                      <a:pt x="3437803" y="916461"/>
                      <a:pt x="3431066" y="588096"/>
                    </a:cubicBezTo>
                    <a:cubicBezTo>
                      <a:pt x="3426739" y="327881"/>
                      <a:pt x="3243752" y="12826"/>
                      <a:pt x="288685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604" name="Google Shape;2604;p53"/>
              <p:cNvSpPr/>
              <p:nvPr/>
            </p:nvSpPr>
            <p:spPr>
              <a:xfrm>
                <a:off x="11003273" y="3365017"/>
                <a:ext cx="357359" cy="364685"/>
              </a:xfrm>
              <a:custGeom>
                <a:rect b="b" l="l" r="r" t="t"/>
                <a:pathLst>
                  <a:path extrusionOk="0" h="3940019" w="3860876">
                    <a:moveTo>
                      <a:pt x="3248876" y="1942264"/>
                    </a:moveTo>
                    <a:lnTo>
                      <a:pt x="3860876" y="1942264"/>
                    </a:lnTo>
                    <a:lnTo>
                      <a:pt x="3860876" y="2090815"/>
                    </a:lnTo>
                    <a:lnTo>
                      <a:pt x="3859023" y="2090815"/>
                    </a:lnTo>
                    <a:cubicBezTo>
                      <a:pt x="3817225" y="2949620"/>
                      <a:pt x="3215273" y="3679864"/>
                      <a:pt x="2378197" y="3884304"/>
                    </a:cubicBezTo>
                    <a:cubicBezTo>
                      <a:pt x="2219818" y="3922985"/>
                      <a:pt x="2060231" y="3941082"/>
                      <a:pt x="1902626" y="3939971"/>
                    </a:cubicBezTo>
                    <a:cubicBezTo>
                      <a:pt x="1286982" y="3935631"/>
                      <a:pt x="701577" y="3638194"/>
                      <a:pt x="337583" y="3128887"/>
                    </a:cubicBezTo>
                    <a:lnTo>
                      <a:pt x="30667" y="3435803"/>
                    </a:lnTo>
                    <a:lnTo>
                      <a:pt x="30667" y="2342045"/>
                    </a:lnTo>
                    <a:lnTo>
                      <a:pt x="1124425" y="2342045"/>
                    </a:lnTo>
                    <a:lnTo>
                      <a:pt x="781340" y="2685130"/>
                    </a:lnTo>
                    <a:cubicBezTo>
                      <a:pt x="1079782" y="3180935"/>
                      <a:pt x="1667379" y="3425841"/>
                      <a:pt x="2232517" y="3287817"/>
                    </a:cubicBezTo>
                    <a:cubicBezTo>
                      <a:pt x="2810639" y="3146622"/>
                      <a:pt x="3224897" y="2638979"/>
                      <a:pt x="3247291" y="2044286"/>
                    </a:cubicBezTo>
                    <a:lnTo>
                      <a:pt x="3248876" y="2044345"/>
                    </a:lnTo>
                    <a:close/>
                    <a:moveTo>
                      <a:pt x="1958249" y="48"/>
                    </a:moveTo>
                    <a:cubicBezTo>
                      <a:pt x="2573893" y="4388"/>
                      <a:pt x="3159298" y="301825"/>
                      <a:pt x="3523293" y="811132"/>
                    </a:cubicBezTo>
                    <a:lnTo>
                      <a:pt x="3830209" y="504216"/>
                    </a:lnTo>
                    <a:lnTo>
                      <a:pt x="3830209" y="1597974"/>
                    </a:lnTo>
                    <a:lnTo>
                      <a:pt x="2736450" y="1597974"/>
                    </a:lnTo>
                    <a:lnTo>
                      <a:pt x="3079535" y="1254889"/>
                    </a:lnTo>
                    <a:cubicBezTo>
                      <a:pt x="2781093" y="759084"/>
                      <a:pt x="2193496" y="514178"/>
                      <a:pt x="1628358" y="652202"/>
                    </a:cubicBezTo>
                    <a:cubicBezTo>
                      <a:pt x="1050236" y="793397"/>
                      <a:pt x="635978" y="1301040"/>
                      <a:pt x="613584" y="1895733"/>
                    </a:cubicBezTo>
                    <a:lnTo>
                      <a:pt x="612000" y="1895674"/>
                    </a:lnTo>
                    <a:lnTo>
                      <a:pt x="612000" y="1985958"/>
                    </a:lnTo>
                    <a:lnTo>
                      <a:pt x="0" y="1985958"/>
                    </a:lnTo>
                    <a:lnTo>
                      <a:pt x="0" y="1837407"/>
                    </a:lnTo>
                    <a:lnTo>
                      <a:pt x="2787" y="1837407"/>
                    </a:lnTo>
                    <a:cubicBezTo>
                      <a:pt x="49183" y="983705"/>
                      <a:pt x="649445" y="259216"/>
                      <a:pt x="1482678" y="55715"/>
                    </a:cubicBezTo>
                    <a:cubicBezTo>
                      <a:pt x="1641057" y="17034"/>
                      <a:pt x="1800644" y="-1063"/>
                      <a:pt x="1958249" y="4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605" name="Google Shape;2605;p53"/>
              <p:cNvSpPr/>
              <p:nvPr/>
            </p:nvSpPr>
            <p:spPr>
              <a:xfrm>
                <a:off x="9028038" y="5418963"/>
                <a:ext cx="353455" cy="397548"/>
              </a:xfrm>
              <a:custGeom>
                <a:rect b="b" l="l" r="r" t="t"/>
                <a:pathLst>
                  <a:path extrusionOk="0" h="3110058" w="2765122">
                    <a:moveTo>
                      <a:pt x="1376433" y="2257187"/>
                    </a:moveTo>
                    <a:lnTo>
                      <a:pt x="1145400" y="2354829"/>
                    </a:lnTo>
                    <a:lnTo>
                      <a:pt x="1036105" y="2389775"/>
                    </a:lnTo>
                    <a:lnTo>
                      <a:pt x="1040146" y="2406930"/>
                    </a:lnTo>
                    <a:cubicBezTo>
                      <a:pt x="1121535" y="2704580"/>
                      <a:pt x="1244707" y="2894301"/>
                      <a:pt x="1382560" y="2894301"/>
                    </a:cubicBezTo>
                    <a:cubicBezTo>
                      <a:pt x="1520414" y="2894301"/>
                      <a:pt x="1643585" y="2704580"/>
                      <a:pt x="1724974" y="2406930"/>
                    </a:cubicBezTo>
                    <a:lnTo>
                      <a:pt x="1726723" y="2399874"/>
                    </a:lnTo>
                    <a:lnTo>
                      <a:pt x="1605728" y="2358846"/>
                    </a:lnTo>
                    <a:close/>
                    <a:moveTo>
                      <a:pt x="1795887" y="2033026"/>
                    </a:moveTo>
                    <a:lnTo>
                      <a:pt x="1694075" y="2094586"/>
                    </a:lnTo>
                    <a:lnTo>
                      <a:pt x="1578650" y="2155153"/>
                    </a:lnTo>
                    <a:lnTo>
                      <a:pt x="1618821" y="2173994"/>
                    </a:lnTo>
                    <a:lnTo>
                      <a:pt x="1763952" y="2229138"/>
                    </a:lnTo>
                    <a:lnTo>
                      <a:pt x="1791432" y="2076334"/>
                    </a:lnTo>
                    <a:close/>
                    <a:moveTo>
                      <a:pt x="969005" y="2030800"/>
                    </a:moveTo>
                    <a:lnTo>
                      <a:pt x="973688" y="2076334"/>
                    </a:lnTo>
                    <a:lnTo>
                      <a:pt x="997942" y="2219324"/>
                    </a:lnTo>
                    <a:lnTo>
                      <a:pt x="1135534" y="2169774"/>
                    </a:lnTo>
                    <a:lnTo>
                      <a:pt x="1176026" y="2151638"/>
                    </a:lnTo>
                    <a:lnTo>
                      <a:pt x="1061678" y="2089068"/>
                    </a:lnTo>
                    <a:close/>
                    <a:moveTo>
                      <a:pt x="2270995" y="1682607"/>
                    </a:moveTo>
                    <a:lnTo>
                      <a:pt x="2193789" y="1749541"/>
                    </a:lnTo>
                    <a:cubicBezTo>
                      <a:pt x="2157450" y="1779622"/>
                      <a:pt x="2119670" y="1809519"/>
                      <a:pt x="2080535" y="1839120"/>
                    </a:cubicBezTo>
                    <a:lnTo>
                      <a:pt x="1988274" y="1905861"/>
                    </a:lnTo>
                    <a:lnTo>
                      <a:pt x="1956628" y="2160317"/>
                    </a:lnTo>
                    <a:lnTo>
                      <a:pt x="1929983" y="2282840"/>
                    </a:lnTo>
                    <a:lnTo>
                      <a:pt x="2032699" y="2311732"/>
                    </a:lnTo>
                    <a:cubicBezTo>
                      <a:pt x="2281801" y="2367725"/>
                      <a:pt x="2467430" y="2349840"/>
                      <a:pt x="2530541" y="2244806"/>
                    </a:cubicBezTo>
                    <a:cubicBezTo>
                      <a:pt x="2601541" y="2126643"/>
                      <a:pt x="2502356" y="1923350"/>
                      <a:pt x="2289139" y="1700285"/>
                    </a:cubicBezTo>
                    <a:close/>
                    <a:moveTo>
                      <a:pt x="491768" y="1666932"/>
                    </a:moveTo>
                    <a:lnTo>
                      <a:pt x="473585" y="1684439"/>
                    </a:lnTo>
                    <a:cubicBezTo>
                      <a:pt x="256508" y="1903749"/>
                      <a:pt x="153790" y="2105280"/>
                      <a:pt x="222717" y="2224664"/>
                    </a:cubicBezTo>
                    <a:cubicBezTo>
                      <a:pt x="283985" y="2330784"/>
                      <a:pt x="469273" y="2351906"/>
                      <a:pt x="719315" y="2300269"/>
                    </a:cubicBezTo>
                    <a:lnTo>
                      <a:pt x="831176" y="2270901"/>
                    </a:lnTo>
                    <a:lnTo>
                      <a:pt x="808495" y="2160317"/>
                    </a:lnTo>
                    <a:lnTo>
                      <a:pt x="776012" y="1899134"/>
                    </a:lnTo>
                    <a:lnTo>
                      <a:pt x="679735" y="1826895"/>
                    </a:lnTo>
                    <a:cubicBezTo>
                      <a:pt x="616990" y="1777691"/>
                      <a:pt x="557836" y="1727770"/>
                      <a:pt x="502637" y="1677612"/>
                    </a:cubicBezTo>
                    <a:close/>
                    <a:moveTo>
                      <a:pt x="2001099" y="1443878"/>
                    </a:moveTo>
                    <a:lnTo>
                      <a:pt x="2005588" y="1555029"/>
                    </a:lnTo>
                    <a:lnTo>
                      <a:pt x="2000712" y="1675767"/>
                    </a:lnTo>
                    <a:lnTo>
                      <a:pt x="2038461" y="1648469"/>
                    </a:lnTo>
                    <a:cubicBezTo>
                      <a:pt x="2070345" y="1623579"/>
                      <a:pt x="2101053" y="1598643"/>
                      <a:pt x="2130505" y="1573751"/>
                    </a:cubicBezTo>
                    <a:lnTo>
                      <a:pt x="2143759" y="1562074"/>
                    </a:lnTo>
                    <a:lnTo>
                      <a:pt x="2039991" y="1473050"/>
                    </a:lnTo>
                    <a:close/>
                    <a:moveTo>
                      <a:pt x="764411" y="1434288"/>
                    </a:moveTo>
                    <a:lnTo>
                      <a:pt x="726661" y="1461587"/>
                    </a:lnTo>
                    <a:cubicBezTo>
                      <a:pt x="694778" y="1486477"/>
                      <a:pt x="664070" y="1511412"/>
                      <a:pt x="634617" y="1536305"/>
                    </a:cubicBezTo>
                    <a:lnTo>
                      <a:pt x="621360" y="1547985"/>
                    </a:lnTo>
                    <a:lnTo>
                      <a:pt x="725129" y="1637009"/>
                    </a:lnTo>
                    <a:lnTo>
                      <a:pt x="764024" y="1666183"/>
                    </a:lnTo>
                    <a:lnTo>
                      <a:pt x="759534" y="1555029"/>
                    </a:lnTo>
                    <a:close/>
                    <a:moveTo>
                      <a:pt x="1386966" y="1049980"/>
                    </a:moveTo>
                    <a:lnTo>
                      <a:pt x="1160689" y="1170734"/>
                    </a:lnTo>
                    <a:lnTo>
                      <a:pt x="947211" y="1303680"/>
                    </a:lnTo>
                    <a:lnTo>
                      <a:pt x="938816" y="1555028"/>
                    </a:lnTo>
                    <a:lnTo>
                      <a:pt x="947046" y="1801432"/>
                    </a:lnTo>
                    <a:lnTo>
                      <a:pt x="1154015" y="1935392"/>
                    </a:lnTo>
                    <a:lnTo>
                      <a:pt x="1378151" y="2060078"/>
                    </a:lnTo>
                    <a:lnTo>
                      <a:pt x="1604433" y="1939321"/>
                    </a:lnTo>
                    <a:lnTo>
                      <a:pt x="1817909" y="1806377"/>
                    </a:lnTo>
                    <a:lnTo>
                      <a:pt x="1826304" y="1555028"/>
                    </a:lnTo>
                    <a:lnTo>
                      <a:pt x="1818074" y="1308628"/>
                    </a:lnTo>
                    <a:lnTo>
                      <a:pt x="1611105" y="1174667"/>
                    </a:lnTo>
                    <a:close/>
                    <a:moveTo>
                      <a:pt x="1767179" y="890733"/>
                    </a:moveTo>
                    <a:lnTo>
                      <a:pt x="1629589" y="940281"/>
                    </a:lnTo>
                    <a:lnTo>
                      <a:pt x="1589093" y="958419"/>
                    </a:lnTo>
                    <a:lnTo>
                      <a:pt x="1703444" y="1020991"/>
                    </a:lnTo>
                    <a:lnTo>
                      <a:pt x="1796116" y="1079257"/>
                    </a:lnTo>
                    <a:lnTo>
                      <a:pt x="1791432" y="1033723"/>
                    </a:lnTo>
                    <a:close/>
                    <a:moveTo>
                      <a:pt x="1001168" y="880921"/>
                    </a:moveTo>
                    <a:lnTo>
                      <a:pt x="973688" y="1033723"/>
                    </a:lnTo>
                    <a:lnTo>
                      <a:pt x="969233" y="1077033"/>
                    </a:lnTo>
                    <a:lnTo>
                      <a:pt x="1071048" y="1015472"/>
                    </a:lnTo>
                    <a:lnTo>
                      <a:pt x="1186470" y="954907"/>
                    </a:lnTo>
                    <a:lnTo>
                      <a:pt x="1146299" y="936065"/>
                    </a:lnTo>
                    <a:close/>
                    <a:moveTo>
                      <a:pt x="2296662" y="783036"/>
                    </a:moveTo>
                    <a:cubicBezTo>
                      <a:pt x="2224233" y="781291"/>
                      <a:pt x="2139574" y="790423"/>
                      <a:pt x="2045808" y="809787"/>
                    </a:cubicBezTo>
                    <a:lnTo>
                      <a:pt x="1933945" y="839155"/>
                    </a:lnTo>
                    <a:lnTo>
                      <a:pt x="1956628" y="949742"/>
                    </a:lnTo>
                    <a:lnTo>
                      <a:pt x="1989111" y="1210925"/>
                    </a:lnTo>
                    <a:lnTo>
                      <a:pt x="2085387" y="1283163"/>
                    </a:lnTo>
                    <a:cubicBezTo>
                      <a:pt x="2148132" y="1332368"/>
                      <a:pt x="2207286" y="1382289"/>
                      <a:pt x="2262485" y="1432446"/>
                    </a:cubicBezTo>
                    <a:lnTo>
                      <a:pt x="2273353" y="1443125"/>
                    </a:lnTo>
                    <a:lnTo>
                      <a:pt x="2291537" y="1425616"/>
                    </a:lnTo>
                    <a:cubicBezTo>
                      <a:pt x="2508615" y="1206306"/>
                      <a:pt x="2611333" y="1004776"/>
                      <a:pt x="2542406" y="885391"/>
                    </a:cubicBezTo>
                    <a:cubicBezTo>
                      <a:pt x="2504113" y="819067"/>
                      <a:pt x="2417375" y="785944"/>
                      <a:pt x="2296662" y="783036"/>
                    </a:cubicBezTo>
                    <a:close/>
                    <a:moveTo>
                      <a:pt x="482072" y="767202"/>
                    </a:moveTo>
                    <a:cubicBezTo>
                      <a:pt x="361326" y="768003"/>
                      <a:pt x="274023" y="799606"/>
                      <a:pt x="234579" y="865253"/>
                    </a:cubicBezTo>
                    <a:cubicBezTo>
                      <a:pt x="163579" y="983417"/>
                      <a:pt x="262764" y="1186709"/>
                      <a:pt x="475981" y="1409774"/>
                    </a:cubicBezTo>
                    <a:lnTo>
                      <a:pt x="494126" y="1427453"/>
                    </a:lnTo>
                    <a:lnTo>
                      <a:pt x="571333" y="1360517"/>
                    </a:lnTo>
                    <a:cubicBezTo>
                      <a:pt x="607672" y="1330436"/>
                      <a:pt x="645452" y="1300540"/>
                      <a:pt x="684587" y="1270938"/>
                    </a:cubicBezTo>
                    <a:lnTo>
                      <a:pt x="776848" y="1204197"/>
                    </a:lnTo>
                    <a:lnTo>
                      <a:pt x="808495" y="949742"/>
                    </a:lnTo>
                    <a:lnTo>
                      <a:pt x="835139" y="827220"/>
                    </a:lnTo>
                    <a:lnTo>
                      <a:pt x="732420" y="798327"/>
                    </a:lnTo>
                    <a:cubicBezTo>
                      <a:pt x="639007" y="777329"/>
                      <a:pt x="554520" y="766721"/>
                      <a:pt x="482072" y="767202"/>
                    </a:cubicBezTo>
                    <a:close/>
                    <a:moveTo>
                      <a:pt x="1382560" y="215755"/>
                    </a:moveTo>
                    <a:cubicBezTo>
                      <a:pt x="1244707" y="215755"/>
                      <a:pt x="1121535" y="405476"/>
                      <a:pt x="1040146" y="703126"/>
                    </a:cubicBezTo>
                    <a:lnTo>
                      <a:pt x="1038397" y="710184"/>
                    </a:lnTo>
                    <a:lnTo>
                      <a:pt x="1159394" y="751212"/>
                    </a:lnTo>
                    <a:lnTo>
                      <a:pt x="1388689" y="852872"/>
                    </a:lnTo>
                    <a:lnTo>
                      <a:pt x="1619722" y="755229"/>
                    </a:lnTo>
                    <a:lnTo>
                      <a:pt x="1729016" y="720284"/>
                    </a:lnTo>
                    <a:lnTo>
                      <a:pt x="1724974" y="703126"/>
                    </a:lnTo>
                    <a:cubicBezTo>
                      <a:pt x="1643585" y="405476"/>
                      <a:pt x="1520414" y="215755"/>
                      <a:pt x="1382560" y="215755"/>
                    </a:cubicBezTo>
                    <a:close/>
                    <a:moveTo>
                      <a:pt x="1382561" y="0"/>
                    </a:moveTo>
                    <a:cubicBezTo>
                      <a:pt x="1576111" y="0"/>
                      <a:pt x="1749046" y="220285"/>
                      <a:pt x="1863319" y="565886"/>
                    </a:cubicBezTo>
                    <a:lnTo>
                      <a:pt x="1892754" y="669221"/>
                    </a:lnTo>
                    <a:lnTo>
                      <a:pt x="1998805" y="644109"/>
                    </a:lnTo>
                    <a:cubicBezTo>
                      <a:pt x="2355240" y="570272"/>
                      <a:pt x="2632481" y="609896"/>
                      <a:pt x="2729256" y="777515"/>
                    </a:cubicBezTo>
                    <a:cubicBezTo>
                      <a:pt x="2826030" y="945133"/>
                      <a:pt x="2721726" y="1205043"/>
                      <a:pt x="2479563" y="1476806"/>
                    </a:cubicBezTo>
                    <a:lnTo>
                      <a:pt x="2396868" y="1564493"/>
                    </a:lnTo>
                    <a:lnTo>
                      <a:pt x="2415853" y="1583149"/>
                    </a:lnTo>
                    <a:cubicBezTo>
                      <a:pt x="2697403" y="1884053"/>
                      <a:pt x="2823474" y="2176199"/>
                      <a:pt x="2715481" y="2355928"/>
                    </a:cubicBezTo>
                    <a:cubicBezTo>
                      <a:pt x="2615796" y="2521833"/>
                      <a:pt x="2337906" y="2556612"/>
                      <a:pt x="1982813" y="2476565"/>
                    </a:cubicBezTo>
                    <a:lnTo>
                      <a:pt x="1890625" y="2453030"/>
                    </a:lnTo>
                    <a:lnTo>
                      <a:pt x="1863319" y="2544172"/>
                    </a:lnTo>
                    <a:cubicBezTo>
                      <a:pt x="1749047" y="2889773"/>
                      <a:pt x="1576111" y="3110058"/>
                      <a:pt x="1382561" y="3110058"/>
                    </a:cubicBezTo>
                    <a:cubicBezTo>
                      <a:pt x="1189012" y="3110058"/>
                      <a:pt x="1016076" y="2889773"/>
                      <a:pt x="901803" y="2544172"/>
                    </a:cubicBezTo>
                    <a:lnTo>
                      <a:pt x="872368" y="2440837"/>
                    </a:lnTo>
                    <a:lnTo>
                      <a:pt x="766317" y="2465949"/>
                    </a:lnTo>
                    <a:cubicBezTo>
                      <a:pt x="409882" y="2539787"/>
                      <a:pt x="132641" y="2500163"/>
                      <a:pt x="35866" y="2332544"/>
                    </a:cubicBezTo>
                    <a:cubicBezTo>
                      <a:pt x="-60908" y="2164925"/>
                      <a:pt x="43396" y="1905015"/>
                      <a:pt x="285559" y="1633252"/>
                    </a:cubicBezTo>
                    <a:lnTo>
                      <a:pt x="368254" y="1545565"/>
                    </a:lnTo>
                    <a:lnTo>
                      <a:pt x="349269" y="1526910"/>
                    </a:lnTo>
                    <a:cubicBezTo>
                      <a:pt x="67719" y="1226005"/>
                      <a:pt x="-58351" y="933860"/>
                      <a:pt x="49641" y="754130"/>
                    </a:cubicBezTo>
                    <a:cubicBezTo>
                      <a:pt x="149326" y="588226"/>
                      <a:pt x="427216" y="553446"/>
                      <a:pt x="782309" y="633493"/>
                    </a:cubicBezTo>
                    <a:lnTo>
                      <a:pt x="874497" y="657029"/>
                    </a:lnTo>
                    <a:lnTo>
                      <a:pt x="901803" y="565886"/>
                    </a:lnTo>
                    <a:cubicBezTo>
                      <a:pt x="1016076" y="220285"/>
                      <a:pt x="1189012" y="0"/>
                      <a:pt x="138256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2606" name="Google Shape;2606;p53"/>
              <p:cNvSpPr/>
              <p:nvPr/>
            </p:nvSpPr>
            <p:spPr>
              <a:xfrm>
                <a:off x="7496004" y="3682990"/>
                <a:ext cx="320490" cy="269438"/>
              </a:xfrm>
              <a:custGeom>
                <a:rect b="b" l="l" r="r" t="t"/>
                <a:pathLst>
                  <a:path extrusionOk="0" h="3350285" w="3985089">
                    <a:moveTo>
                      <a:pt x="1489879" y="1687056"/>
                    </a:moveTo>
                    <a:cubicBezTo>
                      <a:pt x="1413602" y="1687056"/>
                      <a:pt x="1351768" y="1748890"/>
                      <a:pt x="1351768" y="1825167"/>
                    </a:cubicBezTo>
                    <a:lnTo>
                      <a:pt x="1351768" y="1828965"/>
                    </a:lnTo>
                    <a:cubicBezTo>
                      <a:pt x="1351768" y="1905242"/>
                      <a:pt x="1413602" y="1967076"/>
                      <a:pt x="1489879" y="1967076"/>
                    </a:cubicBezTo>
                    <a:lnTo>
                      <a:pt x="1717713" y="1967076"/>
                    </a:lnTo>
                    <a:cubicBezTo>
                      <a:pt x="1793990" y="1967076"/>
                      <a:pt x="1855824" y="1905242"/>
                      <a:pt x="1855824" y="1828965"/>
                    </a:cubicBezTo>
                    <a:lnTo>
                      <a:pt x="1855824" y="1825167"/>
                    </a:lnTo>
                    <a:cubicBezTo>
                      <a:pt x="1855824" y="1748890"/>
                      <a:pt x="1793990" y="1687056"/>
                      <a:pt x="1717713" y="1687056"/>
                    </a:cubicBezTo>
                    <a:close/>
                    <a:moveTo>
                      <a:pt x="2281462" y="1675141"/>
                    </a:moveTo>
                    <a:cubicBezTo>
                      <a:pt x="2205185" y="1675141"/>
                      <a:pt x="2143351" y="1736975"/>
                      <a:pt x="2143351" y="1813252"/>
                    </a:cubicBezTo>
                    <a:lnTo>
                      <a:pt x="2143351" y="1817050"/>
                    </a:lnTo>
                    <a:cubicBezTo>
                      <a:pt x="2143351" y="1893327"/>
                      <a:pt x="2205185" y="1955161"/>
                      <a:pt x="2281462" y="1955161"/>
                    </a:cubicBezTo>
                    <a:lnTo>
                      <a:pt x="2509296" y="1955161"/>
                    </a:lnTo>
                    <a:cubicBezTo>
                      <a:pt x="2585573" y="1955161"/>
                      <a:pt x="2647407" y="1893327"/>
                      <a:pt x="2647407" y="1817050"/>
                    </a:cubicBezTo>
                    <a:lnTo>
                      <a:pt x="2647407" y="1813252"/>
                    </a:lnTo>
                    <a:cubicBezTo>
                      <a:pt x="2647407" y="1736975"/>
                      <a:pt x="2585573" y="1675141"/>
                      <a:pt x="2509296" y="1675141"/>
                    </a:cubicBezTo>
                    <a:close/>
                    <a:moveTo>
                      <a:pt x="2837535" y="1159396"/>
                    </a:moveTo>
                    <a:cubicBezTo>
                      <a:pt x="2731595" y="1159396"/>
                      <a:pt x="2645713" y="1245278"/>
                      <a:pt x="2645713" y="1351218"/>
                    </a:cubicBezTo>
                    <a:cubicBezTo>
                      <a:pt x="2645713" y="1457158"/>
                      <a:pt x="2731595" y="1543040"/>
                      <a:pt x="2837535" y="1543040"/>
                    </a:cubicBezTo>
                    <a:cubicBezTo>
                      <a:pt x="2943475" y="1543040"/>
                      <a:pt x="3029357" y="1457158"/>
                      <a:pt x="3029357" y="1351218"/>
                    </a:cubicBezTo>
                    <a:cubicBezTo>
                      <a:pt x="3029357" y="1245278"/>
                      <a:pt x="2943475" y="1159396"/>
                      <a:pt x="2837535" y="1159396"/>
                    </a:cubicBezTo>
                    <a:close/>
                    <a:moveTo>
                      <a:pt x="3235655" y="750352"/>
                    </a:moveTo>
                    <a:cubicBezTo>
                      <a:pt x="3129715" y="750352"/>
                      <a:pt x="3043833" y="836234"/>
                      <a:pt x="3043833" y="942174"/>
                    </a:cubicBezTo>
                    <a:cubicBezTo>
                      <a:pt x="3043833" y="1048114"/>
                      <a:pt x="3129715" y="1133996"/>
                      <a:pt x="3235655" y="1133996"/>
                    </a:cubicBezTo>
                    <a:cubicBezTo>
                      <a:pt x="3341595" y="1133996"/>
                      <a:pt x="3427477" y="1048114"/>
                      <a:pt x="3427477" y="942174"/>
                    </a:cubicBezTo>
                    <a:cubicBezTo>
                      <a:pt x="3427477" y="836234"/>
                      <a:pt x="3341595" y="750352"/>
                      <a:pt x="3235655" y="750352"/>
                    </a:cubicBezTo>
                    <a:close/>
                    <a:moveTo>
                      <a:pt x="2455585" y="750352"/>
                    </a:moveTo>
                    <a:cubicBezTo>
                      <a:pt x="2349645" y="750352"/>
                      <a:pt x="2263763" y="836234"/>
                      <a:pt x="2263763" y="942174"/>
                    </a:cubicBezTo>
                    <a:cubicBezTo>
                      <a:pt x="2263763" y="1048114"/>
                      <a:pt x="2349645" y="1133996"/>
                      <a:pt x="2455585" y="1133996"/>
                    </a:cubicBezTo>
                    <a:cubicBezTo>
                      <a:pt x="2561525" y="1133996"/>
                      <a:pt x="2647407" y="1048114"/>
                      <a:pt x="2647407" y="942174"/>
                    </a:cubicBezTo>
                    <a:cubicBezTo>
                      <a:pt x="2647407" y="836234"/>
                      <a:pt x="2561525" y="750352"/>
                      <a:pt x="2455585" y="750352"/>
                    </a:cubicBezTo>
                    <a:close/>
                    <a:moveTo>
                      <a:pt x="941776" y="640989"/>
                    </a:moveTo>
                    <a:lnTo>
                      <a:pt x="1181794" y="640989"/>
                    </a:lnTo>
                    <a:lnTo>
                      <a:pt x="1181794" y="881020"/>
                    </a:lnTo>
                    <a:lnTo>
                      <a:pt x="1421825" y="881020"/>
                    </a:lnTo>
                    <a:lnTo>
                      <a:pt x="1421825" y="1121038"/>
                    </a:lnTo>
                    <a:lnTo>
                      <a:pt x="1181794" y="1121038"/>
                    </a:lnTo>
                    <a:lnTo>
                      <a:pt x="1181794" y="1361069"/>
                    </a:lnTo>
                    <a:lnTo>
                      <a:pt x="941776" y="1361069"/>
                    </a:lnTo>
                    <a:lnTo>
                      <a:pt x="941776" y="1121038"/>
                    </a:lnTo>
                    <a:lnTo>
                      <a:pt x="701745" y="1121038"/>
                    </a:lnTo>
                    <a:lnTo>
                      <a:pt x="701745" y="881020"/>
                    </a:lnTo>
                    <a:lnTo>
                      <a:pt x="941776" y="881020"/>
                    </a:lnTo>
                    <a:close/>
                    <a:moveTo>
                      <a:pt x="1061785" y="459017"/>
                    </a:moveTo>
                    <a:cubicBezTo>
                      <a:pt x="762440" y="459017"/>
                      <a:pt x="519773" y="701684"/>
                      <a:pt x="519773" y="1001029"/>
                    </a:cubicBezTo>
                    <a:cubicBezTo>
                      <a:pt x="519773" y="1300374"/>
                      <a:pt x="762440" y="1543041"/>
                      <a:pt x="1061785" y="1543041"/>
                    </a:cubicBezTo>
                    <a:cubicBezTo>
                      <a:pt x="1361130" y="1543041"/>
                      <a:pt x="1603797" y="1300374"/>
                      <a:pt x="1603797" y="1001029"/>
                    </a:cubicBezTo>
                    <a:cubicBezTo>
                      <a:pt x="1603797" y="701684"/>
                      <a:pt x="1361130" y="459017"/>
                      <a:pt x="1061785" y="459017"/>
                    </a:cubicBezTo>
                    <a:close/>
                    <a:moveTo>
                      <a:pt x="2837535" y="359296"/>
                    </a:moveTo>
                    <a:cubicBezTo>
                      <a:pt x="2731595" y="359296"/>
                      <a:pt x="2645713" y="445178"/>
                      <a:pt x="2645713" y="551118"/>
                    </a:cubicBezTo>
                    <a:cubicBezTo>
                      <a:pt x="2645713" y="657058"/>
                      <a:pt x="2731595" y="742940"/>
                      <a:pt x="2837535" y="742940"/>
                    </a:cubicBezTo>
                    <a:cubicBezTo>
                      <a:pt x="2943475" y="742940"/>
                      <a:pt x="3029357" y="657058"/>
                      <a:pt x="3029357" y="551118"/>
                    </a:cubicBezTo>
                    <a:cubicBezTo>
                      <a:pt x="3029357" y="445178"/>
                      <a:pt x="2943475" y="359296"/>
                      <a:pt x="2837535" y="359296"/>
                    </a:cubicBezTo>
                    <a:close/>
                    <a:moveTo>
                      <a:pt x="927799" y="0"/>
                    </a:moveTo>
                    <a:lnTo>
                      <a:pt x="2978398" y="0"/>
                    </a:lnTo>
                    <a:cubicBezTo>
                      <a:pt x="3447374" y="0"/>
                      <a:pt x="3902811" y="418280"/>
                      <a:pt x="3926614" y="887256"/>
                    </a:cubicBezTo>
                    <a:cubicBezTo>
                      <a:pt x="4011721" y="1784310"/>
                      <a:pt x="4065643" y="3326870"/>
                      <a:pt x="3630620" y="3349891"/>
                    </a:cubicBezTo>
                    <a:cubicBezTo>
                      <a:pt x="3101375" y="3362701"/>
                      <a:pt x="2778421" y="2566209"/>
                      <a:pt x="2352321" y="2174369"/>
                    </a:cubicBezTo>
                    <a:lnTo>
                      <a:pt x="1572952" y="2174369"/>
                    </a:lnTo>
                    <a:cubicBezTo>
                      <a:pt x="1161652" y="2566210"/>
                      <a:pt x="901104" y="3370635"/>
                      <a:pt x="339051" y="3349892"/>
                    </a:cubicBezTo>
                    <a:cubicBezTo>
                      <a:pt x="-171518" y="3349299"/>
                      <a:pt x="45251" y="1463012"/>
                      <a:pt x="48163" y="849156"/>
                    </a:cubicBezTo>
                    <a:cubicBezTo>
                      <a:pt x="48163" y="380180"/>
                      <a:pt x="458823" y="0"/>
                      <a:pt x="927799"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607" name="Google Shape;2607;p53"/>
              <p:cNvSpPr/>
              <p:nvPr/>
            </p:nvSpPr>
            <p:spPr>
              <a:xfrm>
                <a:off x="7501595" y="3961380"/>
                <a:ext cx="348693" cy="269437"/>
              </a:xfrm>
              <a:custGeom>
                <a:rect b="b" l="l" r="r" t="t"/>
                <a:pathLst>
                  <a:path extrusionOk="0" h="3051548" w="3949160">
                    <a:moveTo>
                      <a:pt x="2339911" y="638678"/>
                    </a:moveTo>
                    <a:cubicBezTo>
                      <a:pt x="3228675" y="638678"/>
                      <a:pt x="3949160" y="1138384"/>
                      <a:pt x="3949160" y="1754802"/>
                    </a:cubicBezTo>
                    <a:cubicBezTo>
                      <a:pt x="3949160" y="2075792"/>
                      <a:pt x="3753790" y="2365135"/>
                      <a:pt x="3440317" y="2567662"/>
                    </a:cubicBezTo>
                    <a:lnTo>
                      <a:pt x="3655878" y="3051548"/>
                    </a:lnTo>
                    <a:lnTo>
                      <a:pt x="2882697" y="2804439"/>
                    </a:lnTo>
                    <a:cubicBezTo>
                      <a:pt x="2713357" y="2847946"/>
                      <a:pt x="2530504" y="2870926"/>
                      <a:pt x="2339911" y="2870926"/>
                    </a:cubicBezTo>
                    <a:cubicBezTo>
                      <a:pt x="1451147" y="2870926"/>
                      <a:pt x="730662" y="2371220"/>
                      <a:pt x="730662" y="1754802"/>
                    </a:cubicBezTo>
                    <a:cubicBezTo>
                      <a:pt x="730662" y="1138384"/>
                      <a:pt x="1451147" y="638678"/>
                      <a:pt x="2339911" y="638678"/>
                    </a:cubicBezTo>
                    <a:close/>
                    <a:moveTo>
                      <a:pt x="1609249" y="0"/>
                    </a:moveTo>
                    <a:cubicBezTo>
                      <a:pt x="2214487" y="0"/>
                      <a:pt x="2741687" y="231736"/>
                      <a:pt x="3015976" y="574644"/>
                    </a:cubicBezTo>
                    <a:cubicBezTo>
                      <a:pt x="2789246" y="488504"/>
                      <a:pt x="2533611" y="440957"/>
                      <a:pt x="2263344" y="440957"/>
                    </a:cubicBezTo>
                    <a:cubicBezTo>
                      <a:pt x="1318096" y="440957"/>
                      <a:pt x="551821" y="1022559"/>
                      <a:pt x="551821" y="1740001"/>
                    </a:cubicBezTo>
                    <a:cubicBezTo>
                      <a:pt x="551821" y="1819940"/>
                      <a:pt x="561334" y="1898193"/>
                      <a:pt x="580963" y="1973803"/>
                    </a:cubicBezTo>
                    <a:cubicBezTo>
                      <a:pt x="578579" y="1972737"/>
                      <a:pt x="677277" y="2155498"/>
                      <a:pt x="675039" y="2154187"/>
                    </a:cubicBezTo>
                    <a:lnTo>
                      <a:pt x="502119" y="2089690"/>
                    </a:lnTo>
                    <a:lnTo>
                      <a:pt x="213774" y="2502637"/>
                    </a:lnTo>
                    <a:cubicBezTo>
                      <a:pt x="162937" y="2145510"/>
                      <a:pt x="82414" y="1758692"/>
                      <a:pt x="31577" y="1383752"/>
                    </a:cubicBezTo>
                    <a:cubicBezTo>
                      <a:pt x="6733" y="1307252"/>
                      <a:pt x="0" y="1197870"/>
                      <a:pt x="0" y="1116124"/>
                    </a:cubicBezTo>
                    <a:cubicBezTo>
                      <a:pt x="0" y="499706"/>
                      <a:pt x="720485" y="0"/>
                      <a:pt x="1609249"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608" name="Google Shape;2608;p53"/>
              <p:cNvSpPr/>
              <p:nvPr/>
            </p:nvSpPr>
            <p:spPr>
              <a:xfrm rot="10800000">
                <a:off x="7556822" y="3332187"/>
                <a:ext cx="299221" cy="322665"/>
              </a:xfrm>
              <a:custGeom>
                <a:rect b="b" l="l" r="r" t="t"/>
                <a:pathLst>
                  <a:path extrusionOk="0" h="3963955" w="3672275">
                    <a:moveTo>
                      <a:pt x="984766" y="3417555"/>
                    </a:moveTo>
                    <a:cubicBezTo>
                      <a:pt x="932254" y="3417555"/>
                      <a:pt x="882982" y="3403623"/>
                      <a:pt x="841068" y="3378104"/>
                    </a:cubicBezTo>
                    <a:lnTo>
                      <a:pt x="840676" y="3378710"/>
                    </a:lnTo>
                    <a:lnTo>
                      <a:pt x="835545" y="3375094"/>
                    </a:lnTo>
                    <a:cubicBezTo>
                      <a:pt x="823791" y="3369308"/>
                      <a:pt x="813094" y="3361844"/>
                      <a:pt x="803763" y="3352697"/>
                    </a:cubicBezTo>
                    <a:cubicBezTo>
                      <a:pt x="147868" y="2908007"/>
                      <a:pt x="-148746" y="2089941"/>
                      <a:pt x="72539" y="1325492"/>
                    </a:cubicBezTo>
                    <a:cubicBezTo>
                      <a:pt x="298018" y="546553"/>
                      <a:pt x="1007805" y="7791"/>
                      <a:pt x="1818686" y="83"/>
                    </a:cubicBezTo>
                    <a:cubicBezTo>
                      <a:pt x="2629567" y="-7624"/>
                      <a:pt x="3349467" y="517549"/>
                      <a:pt x="3589711" y="1292061"/>
                    </a:cubicBezTo>
                    <a:cubicBezTo>
                      <a:pt x="3828334" y="2061344"/>
                      <a:pt x="3537615" y="2895621"/>
                      <a:pt x="2873980" y="3349798"/>
                    </a:cubicBezTo>
                    <a:cubicBezTo>
                      <a:pt x="2824845" y="3391084"/>
                      <a:pt x="2761401" y="3415171"/>
                      <a:pt x="2692355" y="3415171"/>
                    </a:cubicBezTo>
                    <a:cubicBezTo>
                      <a:pt x="2531252" y="3415171"/>
                      <a:pt x="2400652" y="3284038"/>
                      <a:pt x="2400652" y="3122277"/>
                    </a:cubicBezTo>
                    <a:cubicBezTo>
                      <a:pt x="2400652" y="3018609"/>
                      <a:pt x="2454292" y="2927520"/>
                      <a:pt x="2535552" y="2875976"/>
                    </a:cubicBezTo>
                    <a:lnTo>
                      <a:pt x="2534959" y="2875094"/>
                    </a:lnTo>
                    <a:cubicBezTo>
                      <a:pt x="2993902" y="2566441"/>
                      <a:pt x="3196002" y="1993261"/>
                      <a:pt x="3032146" y="1465012"/>
                    </a:cubicBezTo>
                    <a:cubicBezTo>
                      <a:pt x="2868290" y="936764"/>
                      <a:pt x="2377289" y="578575"/>
                      <a:pt x="1824236" y="583831"/>
                    </a:cubicBezTo>
                    <a:cubicBezTo>
                      <a:pt x="1271183" y="589088"/>
                      <a:pt x="787080" y="956545"/>
                      <a:pt x="633294" y="1487812"/>
                    </a:cubicBezTo>
                    <a:cubicBezTo>
                      <a:pt x="479508" y="2019079"/>
                      <a:pt x="692467" y="2588315"/>
                      <a:pt x="1157194" y="2888188"/>
                    </a:cubicBezTo>
                    <a:lnTo>
                      <a:pt x="1156634" y="2889057"/>
                    </a:lnTo>
                    <a:cubicBezTo>
                      <a:pt x="1229500" y="2941659"/>
                      <a:pt x="1276469" y="3027652"/>
                      <a:pt x="1276469" y="3124661"/>
                    </a:cubicBezTo>
                    <a:cubicBezTo>
                      <a:pt x="1276469" y="3286422"/>
                      <a:pt x="1145869" y="3417555"/>
                      <a:pt x="984766" y="3417555"/>
                    </a:cubicBezTo>
                    <a:close/>
                    <a:moveTo>
                      <a:pt x="1836138" y="3963955"/>
                    </a:moveTo>
                    <a:cubicBezTo>
                      <a:pt x="1677062" y="3963955"/>
                      <a:pt x="1548106" y="3834999"/>
                      <a:pt x="1548106" y="3675923"/>
                    </a:cubicBezTo>
                    <a:lnTo>
                      <a:pt x="1548106" y="1958036"/>
                    </a:lnTo>
                    <a:cubicBezTo>
                      <a:pt x="1548106" y="1798960"/>
                      <a:pt x="1677062" y="1670004"/>
                      <a:pt x="1836138" y="1670004"/>
                    </a:cubicBezTo>
                    <a:cubicBezTo>
                      <a:pt x="1995214" y="1670004"/>
                      <a:pt x="2124170" y="1798960"/>
                      <a:pt x="2124170" y="1958036"/>
                    </a:cubicBezTo>
                    <a:lnTo>
                      <a:pt x="2124170" y="3675923"/>
                    </a:lnTo>
                    <a:cubicBezTo>
                      <a:pt x="2124170" y="3834999"/>
                      <a:pt x="1995214" y="3963955"/>
                      <a:pt x="1836138" y="396395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609" name="Google Shape;2609;p53"/>
              <p:cNvSpPr/>
              <p:nvPr/>
            </p:nvSpPr>
            <p:spPr>
              <a:xfrm>
                <a:off x="8516432" y="2099615"/>
                <a:ext cx="296548" cy="296548"/>
              </a:xfrm>
              <a:custGeom>
                <a:rect b="b" l="l" r="r" t="t"/>
                <a:pathLst>
                  <a:path extrusionOk="0" h="3960000" w="3960440">
                    <a:moveTo>
                      <a:pt x="1588743" y="1414211"/>
                    </a:moveTo>
                    <a:cubicBezTo>
                      <a:pt x="1540407" y="1411706"/>
                      <a:pt x="1506842" y="1440258"/>
                      <a:pt x="1506842" y="1478573"/>
                    </a:cubicBezTo>
                    <a:lnTo>
                      <a:pt x="1506842" y="2462752"/>
                    </a:lnTo>
                    <a:cubicBezTo>
                      <a:pt x="1506842" y="2484086"/>
                      <a:pt x="1516471" y="2503171"/>
                      <a:pt x="1532201" y="2515206"/>
                    </a:cubicBezTo>
                    <a:cubicBezTo>
                      <a:pt x="1552351" y="2541621"/>
                      <a:pt x="1589483" y="2548946"/>
                      <a:pt x="1619199" y="2531790"/>
                    </a:cubicBezTo>
                    <a:lnTo>
                      <a:pt x="2471524" y="2039700"/>
                    </a:lnTo>
                    <a:cubicBezTo>
                      <a:pt x="2509339" y="2017643"/>
                      <a:pt x="2509577" y="1945490"/>
                      <a:pt x="2464719" y="1913406"/>
                    </a:cubicBezTo>
                    <a:cubicBezTo>
                      <a:pt x="2315501" y="1808322"/>
                      <a:pt x="1748389" y="1486683"/>
                      <a:pt x="1588743" y="1414211"/>
                    </a:cubicBezTo>
                    <a:close/>
                    <a:moveTo>
                      <a:pt x="1982320" y="904379"/>
                    </a:moveTo>
                    <a:cubicBezTo>
                      <a:pt x="2575020" y="904379"/>
                      <a:pt x="3055498" y="1384857"/>
                      <a:pt x="3055498" y="1977557"/>
                    </a:cubicBezTo>
                    <a:cubicBezTo>
                      <a:pt x="3055498" y="2570257"/>
                      <a:pt x="2575020" y="3050735"/>
                      <a:pt x="1982320" y="3050735"/>
                    </a:cubicBezTo>
                    <a:cubicBezTo>
                      <a:pt x="1389620" y="3050735"/>
                      <a:pt x="909142" y="2570257"/>
                      <a:pt x="909142" y="1977557"/>
                    </a:cubicBezTo>
                    <a:cubicBezTo>
                      <a:pt x="909142" y="1384857"/>
                      <a:pt x="1389620" y="904379"/>
                      <a:pt x="1982320" y="904379"/>
                    </a:cubicBezTo>
                    <a:close/>
                    <a:moveTo>
                      <a:pt x="1982320" y="537397"/>
                    </a:moveTo>
                    <a:cubicBezTo>
                      <a:pt x="1186942" y="537397"/>
                      <a:pt x="542160" y="1182179"/>
                      <a:pt x="542160" y="1977557"/>
                    </a:cubicBezTo>
                    <a:cubicBezTo>
                      <a:pt x="542160" y="2772935"/>
                      <a:pt x="1186942" y="3417717"/>
                      <a:pt x="1982320" y="3417717"/>
                    </a:cubicBezTo>
                    <a:cubicBezTo>
                      <a:pt x="2777698" y="3417717"/>
                      <a:pt x="3422480" y="2772935"/>
                      <a:pt x="3422480" y="1977557"/>
                    </a:cubicBezTo>
                    <a:cubicBezTo>
                      <a:pt x="3422480" y="1182179"/>
                      <a:pt x="2777698" y="537397"/>
                      <a:pt x="1982320" y="537397"/>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610" name="Google Shape;2610;p53"/>
              <p:cNvSpPr/>
              <p:nvPr/>
            </p:nvSpPr>
            <p:spPr>
              <a:xfrm flipH="1">
                <a:off x="7608791" y="4297323"/>
                <a:ext cx="336694" cy="323742"/>
              </a:xfrm>
              <a:custGeom>
                <a:rect b="b" l="l" r="r" t="t"/>
                <a:pathLst>
                  <a:path extrusionOk="0" h="3817544" w="3948393">
                    <a:moveTo>
                      <a:pt x="1888045" y="2370407"/>
                    </a:moveTo>
                    <a:lnTo>
                      <a:pt x="1180379" y="2998560"/>
                    </a:lnTo>
                    <a:lnTo>
                      <a:pt x="695350" y="2712314"/>
                    </a:lnTo>
                    <a:lnTo>
                      <a:pt x="703301" y="3014463"/>
                    </a:lnTo>
                    <a:lnTo>
                      <a:pt x="1888044" y="3817544"/>
                    </a:lnTo>
                    <a:cubicBezTo>
                      <a:pt x="1885393" y="3356368"/>
                      <a:pt x="1874793" y="2911096"/>
                      <a:pt x="1888045" y="2370407"/>
                    </a:cubicBezTo>
                    <a:close/>
                    <a:moveTo>
                      <a:pt x="2059390" y="2370407"/>
                    </a:moveTo>
                    <a:cubicBezTo>
                      <a:pt x="2072642" y="2911096"/>
                      <a:pt x="2062042" y="3356368"/>
                      <a:pt x="2059391" y="3817544"/>
                    </a:cubicBezTo>
                    <a:lnTo>
                      <a:pt x="3244134" y="3014463"/>
                    </a:lnTo>
                    <a:lnTo>
                      <a:pt x="3252085" y="2712314"/>
                    </a:lnTo>
                    <a:lnTo>
                      <a:pt x="2767056" y="2998560"/>
                    </a:lnTo>
                    <a:close/>
                    <a:moveTo>
                      <a:pt x="733907" y="1451867"/>
                    </a:moveTo>
                    <a:lnTo>
                      <a:pt x="0" y="2113471"/>
                    </a:lnTo>
                    <a:lnTo>
                      <a:pt x="1170450" y="2848461"/>
                    </a:lnTo>
                    <a:lnTo>
                      <a:pt x="1919327" y="2170968"/>
                    </a:lnTo>
                    <a:close/>
                    <a:moveTo>
                      <a:pt x="3206900" y="1451867"/>
                    </a:moveTo>
                    <a:lnTo>
                      <a:pt x="2021479" y="2170968"/>
                    </a:lnTo>
                    <a:lnTo>
                      <a:pt x="2770356" y="2848461"/>
                    </a:lnTo>
                    <a:lnTo>
                      <a:pt x="3940806" y="2113471"/>
                    </a:lnTo>
                    <a:close/>
                    <a:moveTo>
                      <a:pt x="1195981" y="0"/>
                    </a:moveTo>
                    <a:lnTo>
                      <a:pt x="10560" y="719101"/>
                    </a:lnTo>
                    <a:lnTo>
                      <a:pt x="759438" y="1396594"/>
                    </a:lnTo>
                    <a:lnTo>
                      <a:pt x="1929887" y="661605"/>
                    </a:lnTo>
                    <a:close/>
                    <a:moveTo>
                      <a:pt x="2762973" y="0"/>
                    </a:moveTo>
                    <a:lnTo>
                      <a:pt x="2029067" y="661605"/>
                    </a:lnTo>
                    <a:lnTo>
                      <a:pt x="3199516" y="1396594"/>
                    </a:lnTo>
                    <a:lnTo>
                      <a:pt x="3948393" y="719101"/>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sp>
          <p:nvSpPr>
            <p:cNvPr id="2611" name="Google Shape;2611;p53"/>
            <p:cNvSpPr/>
            <p:nvPr/>
          </p:nvSpPr>
          <p:spPr>
            <a:xfrm>
              <a:off x="7350231" y="1734252"/>
              <a:ext cx="4243993" cy="4243993"/>
            </a:xfrm>
            <a:prstGeom prst="donut">
              <a:avLst>
                <a:gd fmla="val 14003" name="adj"/>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grpSp>
          <p:nvGrpSpPr>
            <p:cNvPr id="2612" name="Google Shape;2612;p53"/>
            <p:cNvGrpSpPr/>
            <p:nvPr/>
          </p:nvGrpSpPr>
          <p:grpSpPr>
            <a:xfrm>
              <a:off x="7907899" y="2308624"/>
              <a:ext cx="4313146" cy="4771421"/>
              <a:chOff x="7907899" y="2308624"/>
              <a:chExt cx="4313146" cy="4771421"/>
            </a:xfrm>
          </p:grpSpPr>
          <p:sp>
            <p:nvSpPr>
              <p:cNvPr id="2613" name="Google Shape;2613;p53"/>
              <p:cNvSpPr/>
              <p:nvPr/>
            </p:nvSpPr>
            <p:spPr>
              <a:xfrm rot="8348922">
                <a:off x="11198871" y="4958370"/>
                <a:ext cx="306777" cy="2301677"/>
              </a:xfrm>
              <a:custGeom>
                <a:rect b="b" l="l" r="r" t="t"/>
                <a:pathLst>
                  <a:path extrusionOk="0" h="2109330" w="281140">
                    <a:moveTo>
                      <a:pt x="0" y="2109328"/>
                    </a:moveTo>
                    <a:lnTo>
                      <a:pt x="0" y="0"/>
                    </a:lnTo>
                    <a:lnTo>
                      <a:pt x="281140" y="243113"/>
                    </a:lnTo>
                    <a:lnTo>
                      <a:pt x="281140" y="2109330"/>
                    </a:lnTo>
                    <a:close/>
                  </a:path>
                </a:pathLst>
              </a:custGeom>
              <a:solidFill>
                <a:srgbClr val="3F3F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614" name="Google Shape;2614;p53"/>
              <p:cNvSpPr/>
              <p:nvPr/>
            </p:nvSpPr>
            <p:spPr>
              <a:xfrm>
                <a:off x="7907899" y="2308624"/>
                <a:ext cx="3099805" cy="3099806"/>
              </a:xfrm>
              <a:prstGeom prst="donut">
                <a:avLst>
                  <a:gd fmla="val 3665" name="adj"/>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615" name="Google Shape;2615;p53"/>
              <p:cNvSpPr/>
              <p:nvPr/>
            </p:nvSpPr>
            <p:spPr>
              <a:xfrm rot="8399802">
                <a:off x="10257449" y="4979836"/>
                <a:ext cx="498891" cy="307559"/>
              </a:xfrm>
              <a:prstGeom prst="round2SameRect">
                <a:avLst>
                  <a:gd fmla="val 31004" name="adj1"/>
                  <a:gd fmla="val 0" name="adj2"/>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grpSp>
        <p:grpSp>
          <p:nvGrpSpPr>
            <p:cNvPr id="2616" name="Google Shape;2616;p53"/>
            <p:cNvGrpSpPr/>
            <p:nvPr/>
          </p:nvGrpSpPr>
          <p:grpSpPr>
            <a:xfrm>
              <a:off x="8045579" y="2409380"/>
              <a:ext cx="2811142" cy="2844985"/>
              <a:chOff x="8045579" y="2409380"/>
              <a:chExt cx="2811142" cy="2844985"/>
            </a:xfrm>
          </p:grpSpPr>
          <p:sp>
            <p:nvSpPr>
              <p:cNvPr id="2617" name="Google Shape;2617;p53"/>
              <p:cNvSpPr/>
              <p:nvPr/>
            </p:nvSpPr>
            <p:spPr>
              <a:xfrm>
                <a:off x="10509374" y="3444941"/>
                <a:ext cx="343339" cy="343339"/>
              </a:xfrm>
              <a:custGeom>
                <a:rect b="b" l="l" r="r" t="t"/>
                <a:pathLst>
                  <a:path extrusionOk="0" h="2700265" w="2376266">
                    <a:moveTo>
                      <a:pt x="1656387" y="1972892"/>
                    </a:moveTo>
                    <a:cubicBezTo>
                      <a:pt x="1611887" y="1973356"/>
                      <a:pt x="1563385" y="2005080"/>
                      <a:pt x="1534629" y="2057337"/>
                    </a:cubicBezTo>
                    <a:cubicBezTo>
                      <a:pt x="1496288" y="2127013"/>
                      <a:pt x="1507568" y="2206808"/>
                      <a:pt x="1559826" y="2235565"/>
                    </a:cubicBezTo>
                    <a:cubicBezTo>
                      <a:pt x="1612084" y="2264320"/>
                      <a:pt x="1685527" y="2231149"/>
                      <a:pt x="1723869" y="2161473"/>
                    </a:cubicBezTo>
                    <a:cubicBezTo>
                      <a:pt x="1762211" y="2091796"/>
                      <a:pt x="1750931" y="2012000"/>
                      <a:pt x="1698673" y="1983245"/>
                    </a:cubicBezTo>
                    <a:cubicBezTo>
                      <a:pt x="1685608" y="1976055"/>
                      <a:pt x="1671220" y="1972736"/>
                      <a:pt x="1656387" y="1972892"/>
                    </a:cubicBezTo>
                    <a:close/>
                    <a:moveTo>
                      <a:pt x="312688" y="1634792"/>
                    </a:moveTo>
                    <a:cubicBezTo>
                      <a:pt x="281116" y="1626772"/>
                      <a:pt x="249981" y="1631172"/>
                      <a:pt x="226763" y="1649891"/>
                    </a:cubicBezTo>
                    <a:cubicBezTo>
                      <a:pt x="180329" y="1687329"/>
                      <a:pt x="183153" y="1767868"/>
                      <a:pt x="233071" y="1829780"/>
                    </a:cubicBezTo>
                    <a:cubicBezTo>
                      <a:pt x="282989" y="1891692"/>
                      <a:pt x="361097" y="1911533"/>
                      <a:pt x="407532" y="1874094"/>
                    </a:cubicBezTo>
                    <a:cubicBezTo>
                      <a:pt x="453966" y="1836657"/>
                      <a:pt x="451142" y="1756118"/>
                      <a:pt x="401224" y="1694205"/>
                    </a:cubicBezTo>
                    <a:cubicBezTo>
                      <a:pt x="376265" y="1663249"/>
                      <a:pt x="344258" y="1642811"/>
                      <a:pt x="312688" y="1634792"/>
                    </a:cubicBezTo>
                    <a:close/>
                    <a:moveTo>
                      <a:pt x="1869299" y="1519920"/>
                    </a:moveTo>
                    <a:cubicBezTo>
                      <a:pt x="1824865" y="1522388"/>
                      <a:pt x="1777842" y="1556264"/>
                      <a:pt x="1751468" y="1609764"/>
                    </a:cubicBezTo>
                    <a:cubicBezTo>
                      <a:pt x="1716305" y="1681096"/>
                      <a:pt x="1731168" y="1760303"/>
                      <a:pt x="1784668" y="1786676"/>
                    </a:cubicBezTo>
                    <a:cubicBezTo>
                      <a:pt x="1838168" y="1813049"/>
                      <a:pt x="1910044" y="1776602"/>
                      <a:pt x="1945208" y="1705269"/>
                    </a:cubicBezTo>
                    <a:cubicBezTo>
                      <a:pt x="1980371" y="1633937"/>
                      <a:pt x="1965508" y="1554730"/>
                      <a:pt x="1912008" y="1528357"/>
                    </a:cubicBezTo>
                    <a:cubicBezTo>
                      <a:pt x="1898633" y="1521764"/>
                      <a:pt x="1884109" y="1519097"/>
                      <a:pt x="1869299" y="1519920"/>
                    </a:cubicBezTo>
                    <a:close/>
                    <a:moveTo>
                      <a:pt x="741251" y="1329992"/>
                    </a:moveTo>
                    <a:cubicBezTo>
                      <a:pt x="709680" y="1321974"/>
                      <a:pt x="678544" y="1326372"/>
                      <a:pt x="655326" y="1345092"/>
                    </a:cubicBezTo>
                    <a:cubicBezTo>
                      <a:pt x="608892" y="1382530"/>
                      <a:pt x="611716" y="1463069"/>
                      <a:pt x="661634" y="1524981"/>
                    </a:cubicBezTo>
                    <a:cubicBezTo>
                      <a:pt x="711552" y="1586893"/>
                      <a:pt x="789660" y="1606734"/>
                      <a:pt x="836094" y="1569294"/>
                    </a:cubicBezTo>
                    <a:cubicBezTo>
                      <a:pt x="882529" y="1531856"/>
                      <a:pt x="879704" y="1451317"/>
                      <a:pt x="829787" y="1389406"/>
                    </a:cubicBezTo>
                    <a:cubicBezTo>
                      <a:pt x="804828" y="1358450"/>
                      <a:pt x="772822" y="1338012"/>
                      <a:pt x="741251" y="1329992"/>
                    </a:cubicBezTo>
                    <a:close/>
                    <a:moveTo>
                      <a:pt x="2079316" y="1065457"/>
                    </a:moveTo>
                    <a:cubicBezTo>
                      <a:pt x="2035146" y="1070876"/>
                      <a:pt x="1990481" y="1107807"/>
                      <a:pt x="1967725" y="1162943"/>
                    </a:cubicBezTo>
                    <a:cubicBezTo>
                      <a:pt x="1937386" y="1236457"/>
                      <a:pt x="1957487" y="1314499"/>
                      <a:pt x="2012623" y="1337253"/>
                    </a:cubicBezTo>
                    <a:cubicBezTo>
                      <a:pt x="2067759" y="1360009"/>
                      <a:pt x="2137051" y="1318860"/>
                      <a:pt x="2167391" y="1245345"/>
                    </a:cubicBezTo>
                    <a:cubicBezTo>
                      <a:pt x="2197730" y="1171831"/>
                      <a:pt x="2177629" y="1093789"/>
                      <a:pt x="2122493" y="1071035"/>
                    </a:cubicBezTo>
                    <a:cubicBezTo>
                      <a:pt x="2108709" y="1065345"/>
                      <a:pt x="2094040" y="1063650"/>
                      <a:pt x="2079316" y="1065457"/>
                    </a:cubicBezTo>
                    <a:close/>
                    <a:moveTo>
                      <a:pt x="0" y="654162"/>
                    </a:moveTo>
                    <a:lnTo>
                      <a:pt x="1082073" y="1244384"/>
                    </a:lnTo>
                    <a:lnTo>
                      <a:pt x="1121421" y="2700265"/>
                    </a:lnTo>
                    <a:lnTo>
                      <a:pt x="4918" y="1923139"/>
                    </a:lnTo>
                    <a:cubicBezTo>
                      <a:pt x="3279" y="1498508"/>
                      <a:pt x="1639" y="1073875"/>
                      <a:pt x="0" y="654162"/>
                    </a:cubicBezTo>
                    <a:close/>
                    <a:moveTo>
                      <a:pt x="2375644" y="688592"/>
                    </a:moveTo>
                    <a:lnTo>
                      <a:pt x="2360889" y="1967406"/>
                    </a:lnTo>
                    <a:lnTo>
                      <a:pt x="1293570" y="2700265"/>
                    </a:lnTo>
                    <a:lnTo>
                      <a:pt x="1249303" y="1239466"/>
                    </a:lnTo>
                    <a:close/>
                    <a:moveTo>
                      <a:pt x="1214923" y="371219"/>
                    </a:moveTo>
                    <a:cubicBezTo>
                      <a:pt x="1197013" y="368793"/>
                      <a:pt x="1177834" y="369067"/>
                      <a:pt x="1158247" y="372480"/>
                    </a:cubicBezTo>
                    <a:cubicBezTo>
                      <a:pt x="1079899" y="386133"/>
                      <a:pt x="1024686" y="444836"/>
                      <a:pt x="1034926" y="503598"/>
                    </a:cubicBezTo>
                    <a:cubicBezTo>
                      <a:pt x="1045165" y="562359"/>
                      <a:pt x="1116980" y="598927"/>
                      <a:pt x="1195328" y="585274"/>
                    </a:cubicBezTo>
                    <a:cubicBezTo>
                      <a:pt x="1273676" y="571621"/>
                      <a:pt x="1328889" y="512918"/>
                      <a:pt x="1318650" y="454156"/>
                    </a:cubicBezTo>
                    <a:cubicBezTo>
                      <a:pt x="1310970" y="410086"/>
                      <a:pt x="1268654" y="378499"/>
                      <a:pt x="1214923" y="371219"/>
                    </a:cubicBezTo>
                    <a:close/>
                    <a:moveTo>
                      <a:pt x="1185985" y="0"/>
                    </a:moveTo>
                    <a:lnTo>
                      <a:pt x="2376266" y="506608"/>
                    </a:lnTo>
                    <a:lnTo>
                      <a:pt x="1161392" y="1101748"/>
                    </a:lnTo>
                    <a:lnTo>
                      <a:pt x="10460" y="491852"/>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618" name="Google Shape;2618;p53"/>
              <p:cNvSpPr/>
              <p:nvPr/>
            </p:nvSpPr>
            <p:spPr>
              <a:xfrm>
                <a:off x="8174482" y="4174830"/>
                <a:ext cx="392828" cy="392828"/>
              </a:xfrm>
              <a:custGeom>
                <a:rect b="b" l="l" r="r" t="t"/>
                <a:pathLst>
                  <a:path extrusionOk="0" h="4259405" w="4088964">
                    <a:moveTo>
                      <a:pt x="1480605" y="2231940"/>
                    </a:moveTo>
                    <a:lnTo>
                      <a:pt x="1199818" y="2044620"/>
                    </a:lnTo>
                    <a:lnTo>
                      <a:pt x="761621" y="2687221"/>
                    </a:lnTo>
                    <a:cubicBezTo>
                      <a:pt x="501536" y="2652619"/>
                      <a:pt x="265323" y="2467912"/>
                      <a:pt x="39127" y="2272940"/>
                    </a:cubicBezTo>
                    <a:cubicBezTo>
                      <a:pt x="-80639" y="2070133"/>
                      <a:pt x="269496" y="1743507"/>
                      <a:pt x="374515" y="1494038"/>
                    </a:cubicBezTo>
                    <a:lnTo>
                      <a:pt x="93728" y="1306717"/>
                    </a:lnTo>
                    <a:lnTo>
                      <a:pt x="1091841" y="1312633"/>
                    </a:lnTo>
                    <a:close/>
                    <a:moveTo>
                      <a:pt x="2759566" y="226796"/>
                    </a:moveTo>
                    <a:cubicBezTo>
                      <a:pt x="2331051" y="377379"/>
                      <a:pt x="2150002" y="492309"/>
                      <a:pt x="1991062" y="643648"/>
                    </a:cubicBezTo>
                    <a:lnTo>
                      <a:pt x="1463599" y="1446568"/>
                    </a:lnTo>
                    <a:lnTo>
                      <a:pt x="610317" y="909936"/>
                    </a:lnTo>
                    <a:cubicBezTo>
                      <a:pt x="810411" y="627556"/>
                      <a:pt x="1020899" y="239191"/>
                      <a:pt x="1244930" y="61882"/>
                    </a:cubicBezTo>
                    <a:cubicBezTo>
                      <a:pt x="1491876" y="-75367"/>
                      <a:pt x="1697752" y="31605"/>
                      <a:pt x="2759566" y="226796"/>
                    </a:cubicBezTo>
                    <a:close/>
                    <a:moveTo>
                      <a:pt x="1722488" y="3820535"/>
                    </a:moveTo>
                    <a:cubicBezTo>
                      <a:pt x="1376925" y="3801485"/>
                      <a:pt x="936112" y="3830060"/>
                      <a:pt x="666750" y="3734810"/>
                    </a:cubicBezTo>
                    <a:cubicBezTo>
                      <a:pt x="419100" y="3598835"/>
                      <a:pt x="400050" y="3367610"/>
                      <a:pt x="0" y="2364860"/>
                    </a:cubicBezTo>
                    <a:cubicBezTo>
                      <a:pt x="355600" y="2647435"/>
                      <a:pt x="549276" y="2739510"/>
                      <a:pt x="762000" y="2793485"/>
                    </a:cubicBezTo>
                    <a:lnTo>
                      <a:pt x="1722487" y="2812535"/>
                    </a:lnTo>
                    <a:close/>
                    <a:moveTo>
                      <a:pt x="3605396" y="869465"/>
                    </a:moveTo>
                    <a:lnTo>
                      <a:pt x="3069019" y="1711228"/>
                    </a:lnTo>
                    <a:lnTo>
                      <a:pt x="2083849" y="1550906"/>
                    </a:lnTo>
                    <a:lnTo>
                      <a:pt x="2391902" y="1412941"/>
                    </a:lnTo>
                    <a:lnTo>
                      <a:pt x="2081217" y="699900"/>
                    </a:lnTo>
                    <a:cubicBezTo>
                      <a:pt x="2248971" y="498156"/>
                      <a:pt x="2531081" y="396532"/>
                      <a:pt x="2816547" y="308854"/>
                    </a:cubicBezTo>
                    <a:cubicBezTo>
                      <a:pt x="3051986" y="315439"/>
                      <a:pt x="3142075" y="785719"/>
                      <a:pt x="3297344" y="1007430"/>
                    </a:cubicBezTo>
                    <a:close/>
                    <a:moveTo>
                      <a:pt x="3222215" y="3788662"/>
                    </a:moveTo>
                    <a:cubicBezTo>
                      <a:pt x="3089072" y="3954283"/>
                      <a:pt x="2662122" y="3869088"/>
                      <a:pt x="2413930" y="3921936"/>
                    </a:cubicBezTo>
                    <a:lnTo>
                      <a:pt x="2420658" y="4259405"/>
                    </a:lnTo>
                    <a:lnTo>
                      <a:pt x="1855155" y="3436926"/>
                    </a:lnTo>
                    <a:lnTo>
                      <a:pt x="2387428" y="2592563"/>
                    </a:lnTo>
                    <a:lnTo>
                      <a:pt x="2394156" y="2930032"/>
                    </a:lnTo>
                    <a:lnTo>
                      <a:pt x="3171906" y="2922431"/>
                    </a:lnTo>
                    <a:cubicBezTo>
                      <a:pt x="3292132" y="3155642"/>
                      <a:pt x="3275533" y="3455038"/>
                      <a:pt x="3244786" y="3752078"/>
                    </a:cubicBezTo>
                    <a:cubicBezTo>
                      <a:pt x="3238662" y="3765464"/>
                      <a:pt x="3231091" y="3777620"/>
                      <a:pt x="3222215" y="3788662"/>
                    </a:cubicBezTo>
                    <a:close/>
                    <a:moveTo>
                      <a:pt x="3948285" y="2834020"/>
                    </a:moveTo>
                    <a:cubicBezTo>
                      <a:pt x="3833022" y="3018741"/>
                      <a:pt x="3639730" y="3281008"/>
                      <a:pt x="3342579" y="3731662"/>
                    </a:cubicBezTo>
                    <a:cubicBezTo>
                      <a:pt x="3371271" y="3278367"/>
                      <a:pt x="3336159" y="3066813"/>
                      <a:pt x="3258895" y="2861397"/>
                    </a:cubicBezTo>
                    <a:lnTo>
                      <a:pt x="2725671" y="2062291"/>
                    </a:lnTo>
                    <a:lnTo>
                      <a:pt x="3552883" y="1486284"/>
                    </a:lnTo>
                    <a:cubicBezTo>
                      <a:pt x="3734716" y="1780754"/>
                      <a:pt x="4010062" y="2126176"/>
                      <a:pt x="4085819" y="2401657"/>
                    </a:cubicBezTo>
                    <a:cubicBezTo>
                      <a:pt x="4100783" y="2542124"/>
                      <a:pt x="4063549" y="2649298"/>
                      <a:pt x="3948285" y="283402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619" name="Google Shape;2619;p53"/>
              <p:cNvSpPr/>
              <p:nvPr/>
            </p:nvSpPr>
            <p:spPr>
              <a:xfrm>
                <a:off x="9225535" y="2409380"/>
                <a:ext cx="393582" cy="392828"/>
              </a:xfrm>
              <a:custGeom>
                <a:rect b="b" l="l" r="r" t="t"/>
                <a:pathLst>
                  <a:path extrusionOk="0" h="4012920" w="4020621">
                    <a:moveTo>
                      <a:pt x="780213" y="3724888"/>
                    </a:moveTo>
                    <a:lnTo>
                      <a:pt x="2868445" y="3724888"/>
                    </a:lnTo>
                    <a:lnTo>
                      <a:pt x="2868445" y="4012920"/>
                    </a:lnTo>
                    <a:lnTo>
                      <a:pt x="780213" y="4012920"/>
                    </a:lnTo>
                    <a:close/>
                    <a:moveTo>
                      <a:pt x="4020621" y="2152587"/>
                    </a:moveTo>
                    <a:lnTo>
                      <a:pt x="4020621" y="3448731"/>
                    </a:lnTo>
                    <a:lnTo>
                      <a:pt x="3903908" y="3386593"/>
                    </a:lnTo>
                    <a:lnTo>
                      <a:pt x="3903908" y="2214725"/>
                    </a:lnTo>
                    <a:close/>
                    <a:moveTo>
                      <a:pt x="1582587" y="1544569"/>
                    </a:moveTo>
                    <a:cubicBezTo>
                      <a:pt x="1525677" y="1652847"/>
                      <a:pt x="1434945" y="1739939"/>
                      <a:pt x="1324158" y="1792547"/>
                    </a:cubicBezTo>
                    <a:lnTo>
                      <a:pt x="1790243" y="1792547"/>
                    </a:lnTo>
                    <a:cubicBezTo>
                      <a:pt x="1708293" y="1721838"/>
                      <a:pt x="1638004" y="1638154"/>
                      <a:pt x="1582587" y="1544569"/>
                    </a:cubicBezTo>
                    <a:close/>
                    <a:moveTo>
                      <a:pt x="1238323" y="1312673"/>
                    </a:moveTo>
                    <a:cubicBezTo>
                      <a:pt x="1173622" y="1312673"/>
                      <a:pt x="1121172" y="1365123"/>
                      <a:pt x="1121172" y="1429824"/>
                    </a:cubicBezTo>
                    <a:cubicBezTo>
                      <a:pt x="1121172" y="1494525"/>
                      <a:pt x="1173622" y="1546975"/>
                      <a:pt x="1238323" y="1546975"/>
                    </a:cubicBezTo>
                    <a:cubicBezTo>
                      <a:pt x="1303024" y="1546975"/>
                      <a:pt x="1355474" y="1494525"/>
                      <a:pt x="1355474" y="1429824"/>
                    </a:cubicBezTo>
                    <a:cubicBezTo>
                      <a:pt x="1355474" y="1365123"/>
                      <a:pt x="1303024" y="1312673"/>
                      <a:pt x="1238323" y="1312673"/>
                    </a:cubicBezTo>
                    <a:close/>
                    <a:moveTo>
                      <a:pt x="870057" y="1312673"/>
                    </a:moveTo>
                    <a:cubicBezTo>
                      <a:pt x="805356" y="1312673"/>
                      <a:pt x="752906" y="1365123"/>
                      <a:pt x="752906" y="1429824"/>
                    </a:cubicBezTo>
                    <a:cubicBezTo>
                      <a:pt x="752906" y="1494525"/>
                      <a:pt x="805356" y="1546975"/>
                      <a:pt x="870057" y="1546975"/>
                    </a:cubicBezTo>
                    <a:cubicBezTo>
                      <a:pt x="934758" y="1546975"/>
                      <a:pt x="987208" y="1494525"/>
                      <a:pt x="987208" y="1429824"/>
                    </a:cubicBezTo>
                    <a:cubicBezTo>
                      <a:pt x="987208" y="1365123"/>
                      <a:pt x="934758" y="1312673"/>
                      <a:pt x="870057" y="1312673"/>
                    </a:cubicBezTo>
                    <a:close/>
                    <a:moveTo>
                      <a:pt x="2775838" y="1127627"/>
                    </a:moveTo>
                    <a:cubicBezTo>
                      <a:pt x="2666578" y="1127627"/>
                      <a:pt x="2578006" y="1216199"/>
                      <a:pt x="2578006" y="1325459"/>
                    </a:cubicBezTo>
                    <a:cubicBezTo>
                      <a:pt x="2578006" y="1434719"/>
                      <a:pt x="2666578" y="1523291"/>
                      <a:pt x="2775838" y="1523291"/>
                    </a:cubicBezTo>
                    <a:cubicBezTo>
                      <a:pt x="2885098" y="1523291"/>
                      <a:pt x="2973670" y="1434719"/>
                      <a:pt x="2973670" y="1325459"/>
                    </a:cubicBezTo>
                    <a:cubicBezTo>
                      <a:pt x="2973670" y="1216199"/>
                      <a:pt x="2885098" y="1127627"/>
                      <a:pt x="2775838" y="1127627"/>
                    </a:cubicBezTo>
                    <a:close/>
                    <a:moveTo>
                      <a:pt x="2153949" y="1127627"/>
                    </a:moveTo>
                    <a:cubicBezTo>
                      <a:pt x="2044689" y="1127627"/>
                      <a:pt x="1956117" y="1216199"/>
                      <a:pt x="1956117" y="1325459"/>
                    </a:cubicBezTo>
                    <a:cubicBezTo>
                      <a:pt x="1956117" y="1434719"/>
                      <a:pt x="2044689" y="1523291"/>
                      <a:pt x="2153949" y="1523291"/>
                    </a:cubicBezTo>
                    <a:cubicBezTo>
                      <a:pt x="2263209" y="1523291"/>
                      <a:pt x="2351781" y="1434719"/>
                      <a:pt x="2351781" y="1325459"/>
                    </a:cubicBezTo>
                    <a:cubicBezTo>
                      <a:pt x="2351781" y="1216199"/>
                      <a:pt x="2263209" y="1127627"/>
                      <a:pt x="2153949" y="1127627"/>
                    </a:cubicBezTo>
                    <a:close/>
                    <a:moveTo>
                      <a:pt x="1238323" y="956510"/>
                    </a:moveTo>
                    <a:cubicBezTo>
                      <a:pt x="1173622" y="956510"/>
                      <a:pt x="1121172" y="1008960"/>
                      <a:pt x="1121172" y="1073661"/>
                    </a:cubicBezTo>
                    <a:cubicBezTo>
                      <a:pt x="1121172" y="1138362"/>
                      <a:pt x="1173622" y="1190812"/>
                      <a:pt x="1238323" y="1190812"/>
                    </a:cubicBezTo>
                    <a:cubicBezTo>
                      <a:pt x="1303024" y="1190812"/>
                      <a:pt x="1355474" y="1138362"/>
                      <a:pt x="1355474" y="1073661"/>
                    </a:cubicBezTo>
                    <a:cubicBezTo>
                      <a:pt x="1355474" y="1008960"/>
                      <a:pt x="1303024" y="956510"/>
                      <a:pt x="1238323" y="956510"/>
                    </a:cubicBezTo>
                    <a:close/>
                    <a:moveTo>
                      <a:pt x="870057" y="956510"/>
                    </a:moveTo>
                    <a:cubicBezTo>
                      <a:pt x="805356" y="956510"/>
                      <a:pt x="752906" y="1008960"/>
                      <a:pt x="752906" y="1073661"/>
                    </a:cubicBezTo>
                    <a:cubicBezTo>
                      <a:pt x="752906" y="1138362"/>
                      <a:pt x="805356" y="1190812"/>
                      <a:pt x="870057" y="1190812"/>
                    </a:cubicBezTo>
                    <a:cubicBezTo>
                      <a:pt x="934758" y="1190812"/>
                      <a:pt x="987208" y="1138362"/>
                      <a:pt x="987208" y="1073661"/>
                    </a:cubicBezTo>
                    <a:cubicBezTo>
                      <a:pt x="987208" y="1008960"/>
                      <a:pt x="934758" y="956510"/>
                      <a:pt x="870057" y="956510"/>
                    </a:cubicBezTo>
                    <a:close/>
                    <a:moveTo>
                      <a:pt x="2775838" y="526176"/>
                    </a:moveTo>
                    <a:cubicBezTo>
                      <a:pt x="2666578" y="526176"/>
                      <a:pt x="2578006" y="614748"/>
                      <a:pt x="2578006" y="724008"/>
                    </a:cubicBezTo>
                    <a:cubicBezTo>
                      <a:pt x="2578006" y="833268"/>
                      <a:pt x="2666578" y="921840"/>
                      <a:pt x="2775838" y="921840"/>
                    </a:cubicBezTo>
                    <a:cubicBezTo>
                      <a:pt x="2885098" y="921840"/>
                      <a:pt x="2973670" y="833268"/>
                      <a:pt x="2973670" y="724008"/>
                    </a:cubicBezTo>
                    <a:cubicBezTo>
                      <a:pt x="2973670" y="614748"/>
                      <a:pt x="2885098" y="526176"/>
                      <a:pt x="2775838" y="526176"/>
                    </a:cubicBezTo>
                    <a:close/>
                    <a:moveTo>
                      <a:pt x="2153949" y="526176"/>
                    </a:moveTo>
                    <a:cubicBezTo>
                      <a:pt x="2044689" y="526176"/>
                      <a:pt x="1956117" y="614748"/>
                      <a:pt x="1956117" y="724008"/>
                    </a:cubicBezTo>
                    <a:cubicBezTo>
                      <a:pt x="1956117" y="833268"/>
                      <a:pt x="2044689" y="921840"/>
                      <a:pt x="2153949" y="921840"/>
                    </a:cubicBezTo>
                    <a:cubicBezTo>
                      <a:pt x="2263209" y="921840"/>
                      <a:pt x="2351781" y="833268"/>
                      <a:pt x="2351781" y="724008"/>
                    </a:cubicBezTo>
                    <a:cubicBezTo>
                      <a:pt x="2351781" y="614748"/>
                      <a:pt x="2263209" y="526176"/>
                      <a:pt x="2153949" y="526176"/>
                    </a:cubicBezTo>
                    <a:close/>
                    <a:moveTo>
                      <a:pt x="2464893" y="0"/>
                    </a:moveTo>
                    <a:cubicBezTo>
                      <a:pt x="3030837" y="0"/>
                      <a:pt x="3489626" y="458789"/>
                      <a:pt x="3489626" y="1024733"/>
                    </a:cubicBezTo>
                    <a:cubicBezTo>
                      <a:pt x="3489626" y="1442455"/>
                      <a:pt x="3239684" y="1801800"/>
                      <a:pt x="2880320" y="1959209"/>
                    </a:cubicBezTo>
                    <a:lnTo>
                      <a:pt x="2880320" y="2008571"/>
                    </a:lnTo>
                    <a:lnTo>
                      <a:pt x="3250857" y="2008571"/>
                    </a:lnTo>
                    <a:lnTo>
                      <a:pt x="3250857" y="2359970"/>
                    </a:lnTo>
                    <a:lnTo>
                      <a:pt x="3437294" y="2359970"/>
                    </a:lnTo>
                    <a:lnTo>
                      <a:pt x="3437294" y="2360694"/>
                    </a:lnTo>
                    <a:lnTo>
                      <a:pt x="3852060" y="2233461"/>
                    </a:lnTo>
                    <a:lnTo>
                      <a:pt x="3852060" y="3367858"/>
                    </a:lnTo>
                    <a:lnTo>
                      <a:pt x="3437294" y="3240624"/>
                    </a:lnTo>
                    <a:lnTo>
                      <a:pt x="3437294" y="3241349"/>
                    </a:lnTo>
                    <a:lnTo>
                      <a:pt x="3250857" y="3241349"/>
                    </a:lnTo>
                    <a:lnTo>
                      <a:pt x="3250857" y="3633063"/>
                    </a:lnTo>
                    <a:lnTo>
                      <a:pt x="298529" y="3633063"/>
                    </a:lnTo>
                    <a:lnTo>
                      <a:pt x="298529" y="2431730"/>
                    </a:lnTo>
                    <a:lnTo>
                      <a:pt x="0" y="2008571"/>
                    </a:lnTo>
                    <a:lnTo>
                      <a:pt x="298529" y="2008571"/>
                    </a:lnTo>
                    <a:lnTo>
                      <a:pt x="792088" y="2008571"/>
                    </a:lnTo>
                    <a:lnTo>
                      <a:pt x="792088" y="1796817"/>
                    </a:lnTo>
                    <a:cubicBezTo>
                      <a:pt x="587745" y="1700755"/>
                      <a:pt x="447370" y="1492642"/>
                      <a:pt x="447370" y="1251742"/>
                    </a:cubicBezTo>
                    <a:cubicBezTo>
                      <a:pt x="447370" y="916605"/>
                      <a:pt x="719053" y="644923"/>
                      <a:pt x="1054190" y="644923"/>
                    </a:cubicBezTo>
                    <a:cubicBezTo>
                      <a:pt x="1212753" y="644923"/>
                      <a:pt x="1357112" y="705740"/>
                      <a:pt x="1463939" y="806702"/>
                    </a:cubicBezTo>
                    <a:cubicBezTo>
                      <a:pt x="1563407" y="345444"/>
                      <a:pt x="1973809" y="0"/>
                      <a:pt x="2464893"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620" name="Google Shape;2620;p53"/>
              <p:cNvSpPr/>
              <p:nvPr/>
            </p:nvSpPr>
            <p:spPr>
              <a:xfrm rot="9900000">
                <a:off x="10073915" y="2714730"/>
                <a:ext cx="351357" cy="423598"/>
              </a:xfrm>
              <a:custGeom>
                <a:rect b="b" l="l" r="r" t="t"/>
                <a:pathLst>
                  <a:path extrusionOk="0" h="4064034" w="3370953">
                    <a:moveTo>
                      <a:pt x="307836" y="3226369"/>
                    </a:moveTo>
                    <a:lnTo>
                      <a:pt x="307836" y="2810144"/>
                    </a:lnTo>
                    <a:lnTo>
                      <a:pt x="1258549" y="2810144"/>
                    </a:lnTo>
                    <a:lnTo>
                      <a:pt x="1331954" y="2516524"/>
                    </a:lnTo>
                    <a:lnTo>
                      <a:pt x="1639161" y="2516524"/>
                    </a:lnTo>
                    <a:lnTo>
                      <a:pt x="1806826" y="1890788"/>
                    </a:lnTo>
                    <a:cubicBezTo>
                      <a:pt x="1709407" y="1836984"/>
                      <a:pt x="1651662" y="1730051"/>
                      <a:pt x="1660897" y="1618049"/>
                    </a:cubicBezTo>
                    <a:lnTo>
                      <a:pt x="497736" y="946498"/>
                    </a:lnTo>
                    <a:lnTo>
                      <a:pt x="415801" y="1252284"/>
                    </a:lnTo>
                    <a:cubicBezTo>
                      <a:pt x="388670" y="1353539"/>
                      <a:pt x="284592" y="1413628"/>
                      <a:pt x="183338" y="1386497"/>
                    </a:cubicBezTo>
                    <a:lnTo>
                      <a:pt x="0" y="1337372"/>
                    </a:lnTo>
                    <a:lnTo>
                      <a:pt x="358348" y="0"/>
                    </a:lnTo>
                    <a:lnTo>
                      <a:pt x="541685" y="49125"/>
                    </a:lnTo>
                    <a:cubicBezTo>
                      <a:pt x="642940" y="76256"/>
                      <a:pt x="703029" y="180334"/>
                      <a:pt x="675898" y="281588"/>
                    </a:cubicBezTo>
                    <a:lnTo>
                      <a:pt x="574914" y="658466"/>
                    </a:lnTo>
                    <a:lnTo>
                      <a:pt x="1826395" y="1381009"/>
                    </a:lnTo>
                    <a:cubicBezTo>
                      <a:pt x="1885142" y="1352063"/>
                      <a:pt x="1954182" y="1344264"/>
                      <a:pt x="2022379" y="1362537"/>
                    </a:cubicBezTo>
                    <a:cubicBezTo>
                      <a:pt x="2176035" y="1403709"/>
                      <a:pt x="2267221" y="1561647"/>
                      <a:pt x="2226049" y="1715303"/>
                    </a:cubicBezTo>
                    <a:cubicBezTo>
                      <a:pt x="2207347" y="1785100"/>
                      <a:pt x="2164552" y="1842007"/>
                      <a:pt x="2108323" y="1878457"/>
                    </a:cubicBezTo>
                    <a:lnTo>
                      <a:pt x="1937353" y="2516524"/>
                    </a:lnTo>
                    <a:lnTo>
                      <a:pt x="2236046" y="2516524"/>
                    </a:lnTo>
                    <a:lnTo>
                      <a:pt x="2309451" y="2810144"/>
                    </a:lnTo>
                    <a:lnTo>
                      <a:pt x="2828116" y="2810144"/>
                    </a:lnTo>
                    <a:lnTo>
                      <a:pt x="2828116" y="2930119"/>
                    </a:lnTo>
                    <a:lnTo>
                      <a:pt x="2945247" y="2930119"/>
                    </a:lnTo>
                    <a:lnTo>
                      <a:pt x="3109201" y="2856867"/>
                    </a:lnTo>
                    <a:cubicBezTo>
                      <a:pt x="3112004" y="2849082"/>
                      <a:pt x="3119624" y="2844415"/>
                      <a:pt x="3128335" y="2844415"/>
                    </a:cubicBezTo>
                    <a:lnTo>
                      <a:pt x="3223771" y="2844415"/>
                    </a:lnTo>
                    <a:cubicBezTo>
                      <a:pt x="3236949" y="2844415"/>
                      <a:pt x="3247631" y="2855097"/>
                      <a:pt x="3247631" y="2868275"/>
                    </a:cubicBezTo>
                    <a:lnTo>
                      <a:pt x="3247631" y="3606750"/>
                    </a:lnTo>
                    <a:cubicBezTo>
                      <a:pt x="3247631" y="3619928"/>
                      <a:pt x="3236949" y="3630610"/>
                      <a:pt x="3223771" y="3630610"/>
                    </a:cubicBezTo>
                    <a:lnTo>
                      <a:pt x="3128335" y="3630610"/>
                    </a:lnTo>
                    <a:cubicBezTo>
                      <a:pt x="3120852" y="3630610"/>
                      <a:pt x="3114174" y="3627166"/>
                      <a:pt x="3110472" y="3621230"/>
                    </a:cubicBezTo>
                    <a:lnTo>
                      <a:pt x="3110472" y="3624351"/>
                    </a:lnTo>
                    <a:lnTo>
                      <a:pt x="2954172" y="3554518"/>
                    </a:lnTo>
                    <a:lnTo>
                      <a:pt x="2954172" y="3558788"/>
                    </a:lnTo>
                    <a:lnTo>
                      <a:pt x="2828116" y="3558788"/>
                    </a:lnTo>
                    <a:lnTo>
                      <a:pt x="2828116" y="3630610"/>
                    </a:lnTo>
                    <a:lnTo>
                      <a:pt x="2038337" y="3226369"/>
                    </a:lnTo>
                    <a:close/>
                    <a:moveTo>
                      <a:pt x="77048" y="4064034"/>
                    </a:moveTo>
                    <a:lnTo>
                      <a:pt x="77048" y="3342578"/>
                    </a:lnTo>
                    <a:lnTo>
                      <a:pt x="2050947" y="3342578"/>
                    </a:lnTo>
                    <a:lnTo>
                      <a:pt x="3370953" y="4058524"/>
                    </a:lnTo>
                    <a:lnTo>
                      <a:pt x="3370953" y="4064034"/>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621" name="Google Shape;2621;p53"/>
              <p:cNvSpPr/>
              <p:nvPr/>
            </p:nvSpPr>
            <p:spPr>
              <a:xfrm rot="3600000">
                <a:off x="8507130" y="4424299"/>
                <a:ext cx="162074" cy="478539"/>
              </a:xfrm>
              <a:custGeom>
                <a:rect b="b" l="l" r="r" t="t"/>
                <a:pathLst>
                  <a:path extrusionOk="0" h="3920353" w="1327763">
                    <a:moveTo>
                      <a:pt x="483881" y="2840232"/>
                    </a:moveTo>
                    <a:lnTo>
                      <a:pt x="843881" y="2840232"/>
                    </a:lnTo>
                    <a:lnTo>
                      <a:pt x="843881" y="3920353"/>
                    </a:lnTo>
                    <a:lnTo>
                      <a:pt x="483881" y="3920353"/>
                    </a:lnTo>
                    <a:close/>
                    <a:moveTo>
                      <a:pt x="757697" y="168239"/>
                    </a:moveTo>
                    <a:lnTo>
                      <a:pt x="757697" y="384263"/>
                    </a:lnTo>
                    <a:lnTo>
                      <a:pt x="930062" y="384263"/>
                    </a:lnTo>
                    <a:lnTo>
                      <a:pt x="930062" y="168239"/>
                    </a:lnTo>
                    <a:close/>
                    <a:moveTo>
                      <a:pt x="432932" y="168239"/>
                    </a:moveTo>
                    <a:lnTo>
                      <a:pt x="432932" y="384263"/>
                    </a:lnTo>
                    <a:lnTo>
                      <a:pt x="605297" y="384263"/>
                    </a:lnTo>
                    <a:lnTo>
                      <a:pt x="605297" y="168239"/>
                    </a:lnTo>
                    <a:close/>
                    <a:moveTo>
                      <a:pt x="168643" y="0"/>
                    </a:moveTo>
                    <a:lnTo>
                      <a:pt x="1159119" y="0"/>
                    </a:lnTo>
                    <a:lnTo>
                      <a:pt x="1159119" y="539093"/>
                    </a:lnTo>
                    <a:lnTo>
                      <a:pt x="1327763" y="539093"/>
                    </a:lnTo>
                    <a:lnTo>
                      <a:pt x="1327763" y="2245406"/>
                    </a:lnTo>
                    <a:lnTo>
                      <a:pt x="1318300" y="2245406"/>
                    </a:lnTo>
                    <a:lnTo>
                      <a:pt x="1127664" y="2719000"/>
                    </a:lnTo>
                    <a:lnTo>
                      <a:pt x="200100" y="2719000"/>
                    </a:lnTo>
                    <a:lnTo>
                      <a:pt x="9464" y="2245406"/>
                    </a:lnTo>
                    <a:lnTo>
                      <a:pt x="0" y="2245406"/>
                    </a:lnTo>
                    <a:lnTo>
                      <a:pt x="0" y="539093"/>
                    </a:lnTo>
                    <a:lnTo>
                      <a:pt x="168643" y="539093"/>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622" name="Google Shape;2622;p53"/>
              <p:cNvSpPr/>
              <p:nvPr/>
            </p:nvSpPr>
            <p:spPr>
              <a:xfrm>
                <a:off x="8045579" y="3848133"/>
                <a:ext cx="330939" cy="260933"/>
              </a:xfrm>
              <a:custGeom>
                <a:rect b="b" l="l" r="r" t="t"/>
                <a:pathLst>
                  <a:path extrusionOk="0" h="2952328" w="3744416">
                    <a:moveTo>
                      <a:pt x="184806" y="576064"/>
                    </a:moveTo>
                    <a:lnTo>
                      <a:pt x="895314" y="576064"/>
                    </a:lnTo>
                    <a:cubicBezTo>
                      <a:pt x="997380" y="576064"/>
                      <a:pt x="1080120" y="658804"/>
                      <a:pt x="1080120" y="760870"/>
                    </a:cubicBezTo>
                    <a:lnTo>
                      <a:pt x="1080120" y="792088"/>
                    </a:lnTo>
                    <a:lnTo>
                      <a:pt x="3312368" y="792088"/>
                    </a:lnTo>
                    <a:lnTo>
                      <a:pt x="3312368" y="2952328"/>
                    </a:lnTo>
                    <a:lnTo>
                      <a:pt x="0" y="2952328"/>
                    </a:lnTo>
                    <a:lnTo>
                      <a:pt x="0" y="1072569"/>
                    </a:lnTo>
                    <a:lnTo>
                      <a:pt x="0" y="792088"/>
                    </a:lnTo>
                    <a:lnTo>
                      <a:pt x="0" y="760870"/>
                    </a:lnTo>
                    <a:cubicBezTo>
                      <a:pt x="0" y="658804"/>
                      <a:pt x="82740" y="576064"/>
                      <a:pt x="184806" y="576064"/>
                    </a:cubicBezTo>
                    <a:close/>
                    <a:moveTo>
                      <a:pt x="616854" y="0"/>
                    </a:moveTo>
                    <a:lnTo>
                      <a:pt x="1327362" y="0"/>
                    </a:lnTo>
                    <a:cubicBezTo>
                      <a:pt x="1429428" y="0"/>
                      <a:pt x="1512168" y="82740"/>
                      <a:pt x="1512168" y="184806"/>
                    </a:cubicBezTo>
                    <a:lnTo>
                      <a:pt x="1512168" y="216024"/>
                    </a:lnTo>
                    <a:lnTo>
                      <a:pt x="3744416" y="216024"/>
                    </a:lnTo>
                    <a:lnTo>
                      <a:pt x="3744416" y="2376264"/>
                    </a:lnTo>
                    <a:lnTo>
                      <a:pt x="3464768" y="2376264"/>
                    </a:lnTo>
                    <a:lnTo>
                      <a:pt x="3464768" y="648072"/>
                    </a:lnTo>
                    <a:lnTo>
                      <a:pt x="1232520" y="648072"/>
                    </a:lnTo>
                    <a:lnTo>
                      <a:pt x="1232520" y="616854"/>
                    </a:lnTo>
                    <a:cubicBezTo>
                      <a:pt x="1232520" y="514788"/>
                      <a:pt x="1149780" y="432048"/>
                      <a:pt x="1047714" y="432048"/>
                    </a:cubicBezTo>
                    <a:lnTo>
                      <a:pt x="432048" y="432048"/>
                    </a:lnTo>
                    <a:lnTo>
                      <a:pt x="432048" y="216024"/>
                    </a:lnTo>
                    <a:lnTo>
                      <a:pt x="432048" y="184806"/>
                    </a:lnTo>
                    <a:cubicBezTo>
                      <a:pt x="432048" y="82740"/>
                      <a:pt x="514788" y="0"/>
                      <a:pt x="61685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623" name="Google Shape;2623;p53"/>
              <p:cNvSpPr/>
              <p:nvPr/>
            </p:nvSpPr>
            <p:spPr>
              <a:xfrm>
                <a:off x="9003511" y="4923426"/>
                <a:ext cx="304410" cy="330939"/>
              </a:xfrm>
              <a:custGeom>
                <a:rect b="b" l="l" r="r" t="t"/>
                <a:pathLst>
                  <a:path extrusionOk="0" h="4031150" w="3708000">
                    <a:moveTo>
                      <a:pt x="2226025" y="2078010"/>
                    </a:moveTo>
                    <a:lnTo>
                      <a:pt x="1976753" y="2339372"/>
                    </a:lnTo>
                    <a:lnTo>
                      <a:pt x="1976910" y="2339581"/>
                    </a:lnTo>
                    <a:lnTo>
                      <a:pt x="1976204" y="2339948"/>
                    </a:lnTo>
                    <a:lnTo>
                      <a:pt x="1975656" y="2340523"/>
                    </a:lnTo>
                    <a:lnTo>
                      <a:pt x="1975499" y="2340314"/>
                    </a:lnTo>
                    <a:lnTo>
                      <a:pt x="1688579" y="2489240"/>
                    </a:lnTo>
                    <a:cubicBezTo>
                      <a:pt x="1740712" y="2519877"/>
                      <a:pt x="1801557" y="2536438"/>
                      <a:pt x="1866270" y="2536438"/>
                    </a:cubicBezTo>
                    <a:cubicBezTo>
                      <a:pt x="2071258" y="2536438"/>
                      <a:pt x="2237434" y="2370262"/>
                      <a:pt x="2237434" y="2165274"/>
                    </a:cubicBezTo>
                    <a:cubicBezTo>
                      <a:pt x="2237434" y="2135129"/>
                      <a:pt x="2233840" y="2105822"/>
                      <a:pt x="2226025" y="2078010"/>
                    </a:cubicBezTo>
                    <a:close/>
                    <a:moveTo>
                      <a:pt x="1866270" y="1794110"/>
                    </a:moveTo>
                    <a:cubicBezTo>
                      <a:pt x="1661282" y="1794110"/>
                      <a:pt x="1495106" y="1960286"/>
                      <a:pt x="1495106" y="2165274"/>
                    </a:cubicBezTo>
                    <a:cubicBezTo>
                      <a:pt x="1495106" y="2194876"/>
                      <a:pt x="1498572" y="2223668"/>
                      <a:pt x="1506052" y="2251046"/>
                    </a:cubicBezTo>
                    <a:lnTo>
                      <a:pt x="1731247" y="2014929"/>
                    </a:lnTo>
                    <a:lnTo>
                      <a:pt x="1731090" y="2014720"/>
                    </a:lnTo>
                    <a:lnTo>
                      <a:pt x="1731796" y="2014353"/>
                    </a:lnTo>
                    <a:lnTo>
                      <a:pt x="1732344" y="2013778"/>
                    </a:lnTo>
                    <a:lnTo>
                      <a:pt x="1732501" y="2013987"/>
                    </a:lnTo>
                    <a:lnTo>
                      <a:pt x="2054335" y="1846939"/>
                    </a:lnTo>
                    <a:cubicBezTo>
                      <a:pt x="1999773" y="1812909"/>
                      <a:pt x="1935217" y="1794110"/>
                      <a:pt x="1866270" y="1794110"/>
                    </a:cubicBezTo>
                    <a:close/>
                    <a:moveTo>
                      <a:pt x="1866270" y="1281021"/>
                    </a:moveTo>
                    <a:lnTo>
                      <a:pt x="1995916" y="1728077"/>
                    </a:lnTo>
                    <a:cubicBezTo>
                      <a:pt x="2049420" y="1742880"/>
                      <a:pt x="2098387" y="1768442"/>
                      <a:pt x="2141027" y="1801941"/>
                    </a:cubicBezTo>
                    <a:lnTo>
                      <a:pt x="2830781" y="1443923"/>
                    </a:lnTo>
                    <a:lnTo>
                      <a:pt x="2293677" y="2007077"/>
                    </a:lnTo>
                    <a:lnTo>
                      <a:pt x="2302169" y="2036187"/>
                    </a:lnTo>
                    <a:lnTo>
                      <a:pt x="2755181" y="2167560"/>
                    </a:lnTo>
                    <a:lnTo>
                      <a:pt x="2301207" y="2299213"/>
                    </a:lnTo>
                    <a:cubicBezTo>
                      <a:pt x="2288949" y="2340747"/>
                      <a:pt x="2270868" y="2379745"/>
                      <a:pt x="2246307" y="2414255"/>
                    </a:cubicBezTo>
                    <a:lnTo>
                      <a:pt x="2368615" y="2636476"/>
                    </a:lnTo>
                    <a:lnTo>
                      <a:pt x="2152396" y="2517472"/>
                    </a:lnTo>
                    <a:cubicBezTo>
                      <a:pt x="2112986" y="2553805"/>
                      <a:pt x="2065424" y="2580505"/>
                      <a:pt x="2013636" y="2598144"/>
                    </a:cubicBezTo>
                    <a:lnTo>
                      <a:pt x="1875846" y="3073280"/>
                    </a:lnTo>
                    <a:lnTo>
                      <a:pt x="1739624" y="2603548"/>
                    </a:lnTo>
                    <a:cubicBezTo>
                      <a:pt x="1688445" y="2589723"/>
                      <a:pt x="1641302" y="2566161"/>
                      <a:pt x="1599709" y="2535368"/>
                    </a:cubicBezTo>
                    <a:lnTo>
                      <a:pt x="877219" y="2910378"/>
                    </a:lnTo>
                    <a:lnTo>
                      <a:pt x="1438400" y="2321979"/>
                    </a:lnTo>
                    <a:lnTo>
                      <a:pt x="1437655" y="2319411"/>
                    </a:lnTo>
                    <a:lnTo>
                      <a:pt x="963153" y="2181805"/>
                    </a:lnTo>
                    <a:lnTo>
                      <a:pt x="1425898" y="2047609"/>
                    </a:lnTo>
                    <a:cubicBezTo>
                      <a:pt x="1440318" y="1991458"/>
                      <a:pt x="1465316" y="1939627"/>
                      <a:pt x="1501635" y="1896529"/>
                    </a:cubicBezTo>
                    <a:lnTo>
                      <a:pt x="1375628" y="1667588"/>
                    </a:lnTo>
                    <a:lnTo>
                      <a:pt x="1605635" y="1794181"/>
                    </a:lnTo>
                    <a:cubicBezTo>
                      <a:pt x="1643852" y="1764149"/>
                      <a:pt x="1688437" y="1742763"/>
                      <a:pt x="1736328" y="1729097"/>
                    </a:cubicBezTo>
                    <a:close/>
                    <a:moveTo>
                      <a:pt x="1801446" y="873772"/>
                    </a:moveTo>
                    <a:cubicBezTo>
                      <a:pt x="1122607" y="899096"/>
                      <a:pt x="577020" y="1443990"/>
                      <a:pt x="550657" y="2122563"/>
                    </a:cubicBezTo>
                    <a:lnTo>
                      <a:pt x="754935" y="2181804"/>
                    </a:lnTo>
                    <a:lnTo>
                      <a:pt x="551187" y="2240891"/>
                    </a:lnTo>
                    <a:cubicBezTo>
                      <a:pt x="582476" y="2925954"/>
                      <a:pt x="1143118" y="3472541"/>
                      <a:pt x="1833783" y="3482192"/>
                    </a:cubicBezTo>
                    <a:lnTo>
                      <a:pt x="1883029" y="3312376"/>
                    </a:lnTo>
                    <a:lnTo>
                      <a:pt x="1931451" y="3479348"/>
                    </a:lnTo>
                    <a:cubicBezTo>
                      <a:pt x="2602724" y="3441618"/>
                      <a:pt x="3137685" y="2895457"/>
                      <a:pt x="3157888" y="2219621"/>
                    </a:cubicBezTo>
                    <a:lnTo>
                      <a:pt x="2970483" y="2165273"/>
                    </a:lnTo>
                    <a:lnTo>
                      <a:pt x="3156785" y="2111246"/>
                    </a:lnTo>
                    <a:cubicBezTo>
                      <a:pt x="3124894" y="1437932"/>
                      <a:pt x="2581609" y="898954"/>
                      <a:pt x="1906553" y="873772"/>
                    </a:cubicBezTo>
                    <a:lnTo>
                      <a:pt x="1853999" y="1054992"/>
                    </a:lnTo>
                    <a:close/>
                    <a:moveTo>
                      <a:pt x="1842112" y="204015"/>
                    </a:moveTo>
                    <a:cubicBezTo>
                      <a:pt x="1750186" y="208331"/>
                      <a:pt x="1671595" y="261235"/>
                      <a:pt x="1631665" y="337724"/>
                    </a:cubicBezTo>
                    <a:cubicBezTo>
                      <a:pt x="1704451" y="327639"/>
                      <a:pt x="1778701" y="323150"/>
                      <a:pt x="1854000" y="323150"/>
                    </a:cubicBezTo>
                    <a:cubicBezTo>
                      <a:pt x="1929687" y="323150"/>
                      <a:pt x="2004315" y="327685"/>
                      <a:pt x="2077458" y="337895"/>
                    </a:cubicBezTo>
                    <a:cubicBezTo>
                      <a:pt x="2032849" y="253989"/>
                      <a:pt x="1942703" y="199292"/>
                      <a:pt x="1842112" y="204015"/>
                    </a:cubicBezTo>
                    <a:close/>
                    <a:moveTo>
                      <a:pt x="1832557" y="511"/>
                    </a:moveTo>
                    <a:cubicBezTo>
                      <a:pt x="2064724" y="-10390"/>
                      <a:pt x="2266043" y="154192"/>
                      <a:pt x="2302551" y="380077"/>
                    </a:cubicBezTo>
                    <a:cubicBezTo>
                      <a:pt x="3110034" y="578670"/>
                      <a:pt x="3708000" y="1308079"/>
                      <a:pt x="3708000" y="2177150"/>
                    </a:cubicBezTo>
                    <a:cubicBezTo>
                      <a:pt x="3708000" y="3201086"/>
                      <a:pt x="2877936" y="4031150"/>
                      <a:pt x="1854000" y="4031150"/>
                    </a:cubicBezTo>
                    <a:cubicBezTo>
                      <a:pt x="830064" y="4031150"/>
                      <a:pt x="0" y="3201086"/>
                      <a:pt x="0" y="2177150"/>
                    </a:cubicBezTo>
                    <a:cubicBezTo>
                      <a:pt x="0" y="1308490"/>
                      <a:pt x="597400" y="579361"/>
                      <a:pt x="1404307" y="380371"/>
                    </a:cubicBezTo>
                    <a:cubicBezTo>
                      <a:pt x="1438620" y="172028"/>
                      <a:pt x="1614858" y="10733"/>
                      <a:pt x="1832557" y="51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624" name="Google Shape;2624;p53"/>
              <p:cNvSpPr/>
              <p:nvPr/>
            </p:nvSpPr>
            <p:spPr>
              <a:xfrm>
                <a:off x="9848127" y="4821478"/>
                <a:ext cx="257012" cy="330939"/>
              </a:xfrm>
              <a:custGeom>
                <a:rect b="b" l="l" r="r" t="t"/>
                <a:pathLst>
                  <a:path extrusionOk="0" h="3913585" w="3039346">
                    <a:moveTo>
                      <a:pt x="1527178" y="2618567"/>
                    </a:moveTo>
                    <a:cubicBezTo>
                      <a:pt x="1429201" y="2618567"/>
                      <a:pt x="1349775" y="2697993"/>
                      <a:pt x="1349775" y="2795971"/>
                    </a:cubicBezTo>
                    <a:cubicBezTo>
                      <a:pt x="1349775" y="2861110"/>
                      <a:pt x="1384883" y="2918050"/>
                      <a:pt x="1437574" y="2948279"/>
                    </a:cubicBezTo>
                    <a:lnTo>
                      <a:pt x="1275150" y="3311239"/>
                    </a:lnTo>
                    <a:lnTo>
                      <a:pt x="1779206" y="3311239"/>
                    </a:lnTo>
                    <a:lnTo>
                      <a:pt x="1616782" y="2948279"/>
                    </a:lnTo>
                    <a:cubicBezTo>
                      <a:pt x="1669475" y="2918050"/>
                      <a:pt x="1704582" y="2861110"/>
                      <a:pt x="1704582" y="2795971"/>
                    </a:cubicBezTo>
                    <a:cubicBezTo>
                      <a:pt x="1704582" y="2697993"/>
                      <a:pt x="1625156" y="2618567"/>
                      <a:pt x="1527178" y="2618567"/>
                    </a:cubicBezTo>
                    <a:close/>
                    <a:moveTo>
                      <a:pt x="1527178" y="0"/>
                    </a:moveTo>
                    <a:cubicBezTo>
                      <a:pt x="2026975" y="0"/>
                      <a:pt x="2435288" y="391686"/>
                      <a:pt x="2460697" y="884907"/>
                    </a:cubicBezTo>
                    <a:lnTo>
                      <a:pt x="2463282" y="884907"/>
                    </a:lnTo>
                    <a:lnTo>
                      <a:pt x="2463282" y="936104"/>
                    </a:lnTo>
                    <a:lnTo>
                      <a:pt x="2463282" y="1656184"/>
                    </a:lnTo>
                    <a:lnTo>
                      <a:pt x="2067282" y="1656184"/>
                    </a:lnTo>
                    <a:lnTo>
                      <a:pt x="2067282" y="1427425"/>
                    </a:lnTo>
                    <a:lnTo>
                      <a:pt x="2310132" y="1427584"/>
                    </a:lnTo>
                    <a:cubicBezTo>
                      <a:pt x="2310132" y="1320268"/>
                      <a:pt x="2206785" y="1230216"/>
                      <a:pt x="2067282" y="1206340"/>
                    </a:cubicBezTo>
                    <a:lnTo>
                      <a:pt x="2067282" y="936104"/>
                    </a:lnTo>
                    <a:lnTo>
                      <a:pt x="2066786" y="936104"/>
                    </a:lnTo>
                    <a:cubicBezTo>
                      <a:pt x="2066786" y="638087"/>
                      <a:pt x="1825195" y="396496"/>
                      <a:pt x="1527178" y="396496"/>
                    </a:cubicBezTo>
                    <a:cubicBezTo>
                      <a:pt x="1229161" y="396496"/>
                      <a:pt x="987570" y="638087"/>
                      <a:pt x="987570" y="936104"/>
                    </a:cubicBezTo>
                    <a:lnTo>
                      <a:pt x="987074" y="936104"/>
                    </a:lnTo>
                    <a:lnTo>
                      <a:pt x="987074" y="1872209"/>
                    </a:lnTo>
                    <a:lnTo>
                      <a:pt x="2699110" y="1872209"/>
                    </a:lnTo>
                    <a:cubicBezTo>
                      <a:pt x="2887017" y="1872209"/>
                      <a:pt x="3039346" y="2024538"/>
                      <a:pt x="3039346" y="2212445"/>
                    </a:cubicBezTo>
                    <a:lnTo>
                      <a:pt x="3039346" y="3573349"/>
                    </a:lnTo>
                    <a:cubicBezTo>
                      <a:pt x="3039346" y="3761256"/>
                      <a:pt x="2887017" y="3913585"/>
                      <a:pt x="2699110" y="3913585"/>
                    </a:cubicBezTo>
                    <a:lnTo>
                      <a:pt x="340236" y="3913585"/>
                    </a:lnTo>
                    <a:cubicBezTo>
                      <a:pt x="152329" y="3913585"/>
                      <a:pt x="0" y="3761256"/>
                      <a:pt x="0" y="3573349"/>
                    </a:cubicBezTo>
                    <a:lnTo>
                      <a:pt x="0" y="2212445"/>
                    </a:lnTo>
                    <a:cubicBezTo>
                      <a:pt x="0" y="2024538"/>
                      <a:pt x="152329" y="1872209"/>
                      <a:pt x="340236" y="1872209"/>
                    </a:cubicBezTo>
                    <a:lnTo>
                      <a:pt x="591074" y="1872209"/>
                    </a:lnTo>
                    <a:lnTo>
                      <a:pt x="591074" y="936104"/>
                    </a:lnTo>
                    <a:cubicBezTo>
                      <a:pt x="591074" y="419108"/>
                      <a:pt x="1010182" y="0"/>
                      <a:pt x="1527178"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625" name="Google Shape;2625;p53"/>
              <p:cNvSpPr/>
              <p:nvPr/>
            </p:nvSpPr>
            <p:spPr>
              <a:xfrm>
                <a:off x="10547386" y="3842640"/>
                <a:ext cx="309335" cy="309300"/>
              </a:xfrm>
              <a:custGeom>
                <a:rect b="b" l="l" r="r" t="t"/>
                <a:pathLst>
                  <a:path extrusionOk="0" h="3960000" w="3960440">
                    <a:moveTo>
                      <a:pt x="2117745" y="2289258"/>
                    </a:moveTo>
                    <a:cubicBezTo>
                      <a:pt x="2253931" y="2373161"/>
                      <a:pt x="2290104" y="2397532"/>
                      <a:pt x="2392952" y="2510010"/>
                    </a:cubicBezTo>
                    <a:cubicBezTo>
                      <a:pt x="2551302" y="2699530"/>
                      <a:pt x="2456894" y="2911213"/>
                      <a:pt x="2285214" y="2987744"/>
                    </a:cubicBezTo>
                    <a:cubicBezTo>
                      <a:pt x="2046443" y="3084914"/>
                      <a:pt x="1864058" y="3073352"/>
                      <a:pt x="1634211" y="2962065"/>
                    </a:cubicBezTo>
                    <a:cubicBezTo>
                      <a:pt x="1390134" y="2803501"/>
                      <a:pt x="1391670" y="2463226"/>
                      <a:pt x="1703848" y="2355742"/>
                    </a:cubicBezTo>
                    <a:cubicBezTo>
                      <a:pt x="1867216" y="2309770"/>
                      <a:pt x="1932946" y="2304275"/>
                      <a:pt x="2117745" y="2289258"/>
                    </a:cubicBezTo>
                    <a:close/>
                    <a:moveTo>
                      <a:pt x="1895201" y="880902"/>
                    </a:moveTo>
                    <a:cubicBezTo>
                      <a:pt x="2049819" y="878570"/>
                      <a:pt x="2210983" y="1023567"/>
                      <a:pt x="2276065" y="1236504"/>
                    </a:cubicBezTo>
                    <a:cubicBezTo>
                      <a:pt x="2350446" y="1479859"/>
                      <a:pt x="2271166" y="1719799"/>
                      <a:pt x="2098990" y="1772423"/>
                    </a:cubicBezTo>
                    <a:cubicBezTo>
                      <a:pt x="1926813" y="1825048"/>
                      <a:pt x="1726940" y="1670429"/>
                      <a:pt x="1652559" y="1427074"/>
                    </a:cubicBezTo>
                    <a:cubicBezTo>
                      <a:pt x="1578180" y="1183717"/>
                      <a:pt x="1657458" y="943778"/>
                      <a:pt x="1829635" y="891153"/>
                    </a:cubicBezTo>
                    <a:close/>
                    <a:moveTo>
                      <a:pt x="2577034" y="759541"/>
                    </a:moveTo>
                    <a:lnTo>
                      <a:pt x="1972441" y="767241"/>
                    </a:lnTo>
                    <a:cubicBezTo>
                      <a:pt x="1929619" y="768623"/>
                      <a:pt x="1886068" y="773785"/>
                      <a:pt x="1842289" y="783004"/>
                    </a:cubicBezTo>
                    <a:cubicBezTo>
                      <a:pt x="1492048" y="856758"/>
                      <a:pt x="1259862" y="1162246"/>
                      <a:pt x="1323686" y="1465331"/>
                    </a:cubicBezTo>
                    <a:cubicBezTo>
                      <a:pt x="1380617" y="1735681"/>
                      <a:pt x="1653838" y="1912801"/>
                      <a:pt x="1960688" y="1894227"/>
                    </a:cubicBezTo>
                    <a:lnTo>
                      <a:pt x="1954787" y="1896039"/>
                    </a:lnTo>
                    <a:cubicBezTo>
                      <a:pt x="1858317" y="2000800"/>
                      <a:pt x="1978682" y="2148499"/>
                      <a:pt x="2028445" y="2210716"/>
                    </a:cubicBezTo>
                    <a:lnTo>
                      <a:pt x="1914361" y="2213518"/>
                    </a:lnTo>
                    <a:cubicBezTo>
                      <a:pt x="1373805" y="2249742"/>
                      <a:pt x="1143478" y="2466102"/>
                      <a:pt x="1177422" y="2809298"/>
                    </a:cubicBezTo>
                    <a:cubicBezTo>
                      <a:pt x="1211366" y="3152493"/>
                      <a:pt x="1741992" y="3244646"/>
                      <a:pt x="2060873" y="3229704"/>
                    </a:cubicBezTo>
                    <a:cubicBezTo>
                      <a:pt x="2379755" y="3214763"/>
                      <a:pt x="2698110" y="2930571"/>
                      <a:pt x="2719230" y="2648210"/>
                    </a:cubicBezTo>
                    <a:cubicBezTo>
                      <a:pt x="2699867" y="2070575"/>
                      <a:pt x="2052418" y="2112562"/>
                      <a:pt x="2282832" y="1799863"/>
                    </a:cubicBezTo>
                    <a:cubicBezTo>
                      <a:pt x="2510843" y="1673695"/>
                      <a:pt x="2641919" y="1435236"/>
                      <a:pt x="2592014" y="1198247"/>
                    </a:cubicBezTo>
                    <a:cubicBezTo>
                      <a:pt x="2566015" y="1074781"/>
                      <a:pt x="2494906" y="970760"/>
                      <a:pt x="2395028" y="897200"/>
                    </a:cubicBezTo>
                    <a:lnTo>
                      <a:pt x="2564389" y="891152"/>
                    </a:lnTo>
                    <a:cubicBezTo>
                      <a:pt x="2644558" y="859402"/>
                      <a:pt x="2739013" y="796695"/>
                      <a:pt x="2769176" y="767327"/>
                    </a:cubicBezTo>
                    <a:cubicBezTo>
                      <a:pt x="2755484" y="761968"/>
                      <a:pt x="2680847" y="759625"/>
                      <a:pt x="2577034" y="759541"/>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626" name="Google Shape;2626;p53"/>
              <p:cNvSpPr/>
              <p:nvPr/>
            </p:nvSpPr>
            <p:spPr>
              <a:xfrm>
                <a:off x="10401733" y="3025716"/>
                <a:ext cx="257188" cy="377708"/>
              </a:xfrm>
              <a:custGeom>
                <a:rect b="b" l="l" r="r" t="t"/>
                <a:pathLst>
                  <a:path extrusionOk="0" h="4032448" w="2745756">
                    <a:moveTo>
                      <a:pt x="1622229" y="1008112"/>
                    </a:moveTo>
                    <a:lnTo>
                      <a:pt x="2371247" y="1008112"/>
                    </a:lnTo>
                    <a:lnTo>
                      <a:pt x="2371247" y="3081405"/>
                    </a:lnTo>
                    <a:lnTo>
                      <a:pt x="2745756" y="3081405"/>
                    </a:lnTo>
                    <a:lnTo>
                      <a:pt x="1996738" y="4032448"/>
                    </a:lnTo>
                    <a:lnTo>
                      <a:pt x="1247720" y="3081405"/>
                    </a:lnTo>
                    <a:lnTo>
                      <a:pt x="1622229" y="3081405"/>
                    </a:lnTo>
                    <a:close/>
                    <a:moveTo>
                      <a:pt x="749018" y="0"/>
                    </a:moveTo>
                    <a:lnTo>
                      <a:pt x="1498036" y="951043"/>
                    </a:lnTo>
                    <a:lnTo>
                      <a:pt x="1123527" y="951043"/>
                    </a:lnTo>
                    <a:lnTo>
                      <a:pt x="1123527" y="3024336"/>
                    </a:lnTo>
                    <a:lnTo>
                      <a:pt x="374509" y="3024336"/>
                    </a:lnTo>
                    <a:lnTo>
                      <a:pt x="374509" y="951043"/>
                    </a:lnTo>
                    <a:lnTo>
                      <a:pt x="0" y="951043"/>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627" name="Google Shape;2627;p53"/>
              <p:cNvSpPr/>
              <p:nvPr/>
            </p:nvSpPr>
            <p:spPr>
              <a:xfrm>
                <a:off x="9438297" y="5013963"/>
                <a:ext cx="300437" cy="209342"/>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628" name="Google Shape;2628;p53"/>
              <p:cNvSpPr/>
              <p:nvPr/>
            </p:nvSpPr>
            <p:spPr>
              <a:xfrm rot="678773">
                <a:off x="10108027" y="4569149"/>
                <a:ext cx="338104" cy="343148"/>
              </a:xfrm>
              <a:custGeom>
                <a:rect b="b" l="l" r="r" t="t"/>
                <a:pathLst>
                  <a:path extrusionOk="0" h="3948462" w="3890413">
                    <a:moveTo>
                      <a:pt x="1853384" y="1371624"/>
                    </a:moveTo>
                    <a:lnTo>
                      <a:pt x="1768767" y="1390324"/>
                    </a:lnTo>
                    <a:cubicBezTo>
                      <a:pt x="1579409" y="1463487"/>
                      <a:pt x="1490873" y="1833773"/>
                      <a:pt x="1517577" y="2042010"/>
                    </a:cubicBezTo>
                    <a:cubicBezTo>
                      <a:pt x="1544281" y="2250247"/>
                      <a:pt x="1644086" y="2624290"/>
                      <a:pt x="1928990" y="2639747"/>
                    </a:cubicBezTo>
                    <a:cubicBezTo>
                      <a:pt x="2177093" y="2653207"/>
                      <a:pt x="2337423" y="2363017"/>
                      <a:pt x="2318674" y="2006358"/>
                    </a:cubicBezTo>
                    <a:cubicBezTo>
                      <a:pt x="2310210" y="1948950"/>
                      <a:pt x="2301678" y="1891436"/>
                      <a:pt x="2293344" y="1834228"/>
                    </a:cubicBezTo>
                    <a:cubicBezTo>
                      <a:pt x="2229725" y="1555945"/>
                      <a:pt x="2050691" y="1359067"/>
                      <a:pt x="1853384" y="1371624"/>
                    </a:cubicBezTo>
                    <a:close/>
                    <a:moveTo>
                      <a:pt x="1594841" y="45653"/>
                    </a:moveTo>
                    <a:cubicBezTo>
                      <a:pt x="2527821" y="-128041"/>
                      <a:pt x="3626282" y="158796"/>
                      <a:pt x="3869632" y="1517323"/>
                    </a:cubicBezTo>
                    <a:cubicBezTo>
                      <a:pt x="3939308" y="2058696"/>
                      <a:pt x="3820785" y="2251376"/>
                      <a:pt x="3706266" y="2457195"/>
                    </a:cubicBezTo>
                    <a:cubicBezTo>
                      <a:pt x="3132098" y="3124925"/>
                      <a:pt x="2589274" y="2611359"/>
                      <a:pt x="2548384" y="2446988"/>
                    </a:cubicBezTo>
                    <a:cubicBezTo>
                      <a:pt x="2411721" y="3024903"/>
                      <a:pt x="2005702" y="3164775"/>
                      <a:pt x="1746058" y="3093574"/>
                    </a:cubicBezTo>
                    <a:cubicBezTo>
                      <a:pt x="1486414" y="3022373"/>
                      <a:pt x="990519" y="2612821"/>
                      <a:pt x="990519" y="2019783"/>
                    </a:cubicBezTo>
                    <a:cubicBezTo>
                      <a:pt x="990519" y="1500875"/>
                      <a:pt x="1249504" y="1067935"/>
                      <a:pt x="1593790" y="967808"/>
                    </a:cubicBezTo>
                    <a:cubicBezTo>
                      <a:pt x="1642974" y="953504"/>
                      <a:pt x="1694009" y="949376"/>
                      <a:pt x="1746058" y="945992"/>
                    </a:cubicBezTo>
                    <a:cubicBezTo>
                      <a:pt x="2004670" y="929176"/>
                      <a:pt x="2081338" y="1030119"/>
                      <a:pt x="2206475" y="1173924"/>
                    </a:cubicBezTo>
                    <a:cubicBezTo>
                      <a:pt x="2194343" y="1061758"/>
                      <a:pt x="2187003" y="961165"/>
                      <a:pt x="2185910" y="877882"/>
                    </a:cubicBezTo>
                    <a:lnTo>
                      <a:pt x="2656644" y="803138"/>
                    </a:lnTo>
                    <a:lnTo>
                      <a:pt x="2828567" y="2099525"/>
                    </a:lnTo>
                    <a:cubicBezTo>
                      <a:pt x="2888366" y="2544108"/>
                      <a:pt x="3261961" y="2420799"/>
                      <a:pt x="3362812" y="2002360"/>
                    </a:cubicBezTo>
                    <a:cubicBezTo>
                      <a:pt x="3355320" y="1625023"/>
                      <a:pt x="3366534" y="1729632"/>
                      <a:pt x="3289926" y="1346695"/>
                    </a:cubicBezTo>
                    <a:lnTo>
                      <a:pt x="3290031" y="1346798"/>
                    </a:lnTo>
                    <a:cubicBezTo>
                      <a:pt x="3068547" y="637774"/>
                      <a:pt x="2419129" y="439933"/>
                      <a:pt x="1700745" y="575031"/>
                    </a:cubicBezTo>
                    <a:cubicBezTo>
                      <a:pt x="890947" y="727320"/>
                      <a:pt x="415476" y="1491783"/>
                      <a:pt x="571995" y="2274165"/>
                    </a:cubicBezTo>
                    <a:cubicBezTo>
                      <a:pt x="728513" y="3056546"/>
                      <a:pt x="1580131" y="3572543"/>
                      <a:pt x="2267548" y="3408286"/>
                    </a:cubicBezTo>
                    <a:cubicBezTo>
                      <a:pt x="2796517" y="3281890"/>
                      <a:pt x="2641988" y="3320887"/>
                      <a:pt x="3194376" y="3072653"/>
                    </a:cubicBezTo>
                    <a:cubicBezTo>
                      <a:pt x="3249441" y="3306078"/>
                      <a:pt x="3239115" y="3309742"/>
                      <a:pt x="3268026" y="3509545"/>
                    </a:cubicBezTo>
                    <a:cubicBezTo>
                      <a:pt x="3021841" y="3717756"/>
                      <a:pt x="2685602" y="3836362"/>
                      <a:pt x="2347298" y="3904041"/>
                    </a:cubicBezTo>
                    <a:cubicBezTo>
                      <a:pt x="1157336" y="4112956"/>
                      <a:pt x="289475" y="3581660"/>
                      <a:pt x="42617" y="2380068"/>
                    </a:cubicBezTo>
                    <a:cubicBezTo>
                      <a:pt x="-204242" y="1178477"/>
                      <a:pt x="661862" y="219348"/>
                      <a:pt x="1594841" y="45653"/>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629" name="Google Shape;2629;p53"/>
              <p:cNvSpPr/>
              <p:nvPr/>
            </p:nvSpPr>
            <p:spPr>
              <a:xfrm>
                <a:off x="8506880" y="2771935"/>
                <a:ext cx="315652" cy="359610"/>
              </a:xfrm>
              <a:custGeom>
                <a:rect b="b" l="l" r="r" t="t"/>
                <a:pathLst>
                  <a:path extrusionOk="0" h="3938119" w="3456727">
                    <a:moveTo>
                      <a:pt x="1728364" y="1961325"/>
                    </a:moveTo>
                    <a:cubicBezTo>
                      <a:pt x="1726089" y="2407152"/>
                      <a:pt x="1737463" y="2812034"/>
                      <a:pt x="1735188" y="3257861"/>
                    </a:cubicBezTo>
                    <a:cubicBezTo>
                      <a:pt x="2394830" y="3057694"/>
                      <a:pt x="2610919" y="2352560"/>
                      <a:pt x="2765594" y="1981796"/>
                    </a:cubicBezTo>
                    <a:close/>
                    <a:moveTo>
                      <a:pt x="1728362" y="682044"/>
                    </a:moveTo>
                    <a:cubicBezTo>
                      <a:pt x="1355324" y="868563"/>
                      <a:pt x="1166530" y="952725"/>
                      <a:pt x="609247" y="1002767"/>
                    </a:cubicBezTo>
                    <a:cubicBezTo>
                      <a:pt x="606972" y="1330312"/>
                      <a:pt x="631992" y="1623739"/>
                      <a:pt x="704780" y="1964933"/>
                    </a:cubicBezTo>
                    <a:lnTo>
                      <a:pt x="1728363" y="1971757"/>
                    </a:lnTo>
                    <a:cubicBezTo>
                      <a:pt x="1728363" y="1541853"/>
                      <a:pt x="1728362" y="1111948"/>
                      <a:pt x="1728362" y="682044"/>
                    </a:cubicBezTo>
                    <a:close/>
                    <a:moveTo>
                      <a:pt x="1723409" y="487996"/>
                    </a:moveTo>
                    <a:cubicBezTo>
                      <a:pt x="1725062" y="488690"/>
                      <a:pt x="1726712" y="489384"/>
                      <a:pt x="1728363" y="490064"/>
                    </a:cubicBezTo>
                    <a:cubicBezTo>
                      <a:pt x="1730015" y="489384"/>
                      <a:pt x="1731666" y="488690"/>
                      <a:pt x="1733319" y="487996"/>
                    </a:cubicBezTo>
                    <a:lnTo>
                      <a:pt x="1733319" y="492131"/>
                    </a:lnTo>
                    <a:cubicBezTo>
                      <a:pt x="2179467" y="679460"/>
                      <a:pt x="2405896" y="769409"/>
                      <a:pt x="2817789" y="813808"/>
                    </a:cubicBezTo>
                    <a:cubicBezTo>
                      <a:pt x="2971516" y="823489"/>
                      <a:pt x="3036247" y="875307"/>
                      <a:pt x="3033236" y="1061333"/>
                    </a:cubicBezTo>
                    <a:cubicBezTo>
                      <a:pt x="3015439" y="2441328"/>
                      <a:pt x="2363638" y="3359629"/>
                      <a:pt x="1733319" y="3448048"/>
                    </a:cubicBezTo>
                    <a:lnTo>
                      <a:pt x="1733319" y="3450123"/>
                    </a:lnTo>
                    <a:lnTo>
                      <a:pt x="1728363" y="3449086"/>
                    </a:lnTo>
                    <a:lnTo>
                      <a:pt x="1723409" y="3450123"/>
                    </a:lnTo>
                    <a:lnTo>
                      <a:pt x="1723409" y="3448048"/>
                    </a:lnTo>
                    <a:cubicBezTo>
                      <a:pt x="1093089" y="3359629"/>
                      <a:pt x="441289" y="2441328"/>
                      <a:pt x="423491" y="1061333"/>
                    </a:cubicBezTo>
                    <a:cubicBezTo>
                      <a:pt x="420479" y="875307"/>
                      <a:pt x="485211" y="823489"/>
                      <a:pt x="638937" y="813808"/>
                    </a:cubicBezTo>
                    <a:cubicBezTo>
                      <a:pt x="1050832" y="769409"/>
                      <a:pt x="1277261" y="679460"/>
                      <a:pt x="1723409" y="492131"/>
                    </a:cubicBezTo>
                    <a:close/>
                    <a:moveTo>
                      <a:pt x="1722802" y="306889"/>
                    </a:moveTo>
                    <a:lnTo>
                      <a:pt x="1722802" y="311530"/>
                    </a:lnTo>
                    <a:cubicBezTo>
                      <a:pt x="1222099" y="521767"/>
                      <a:pt x="967982" y="622713"/>
                      <a:pt x="505720" y="672542"/>
                    </a:cubicBezTo>
                    <a:cubicBezTo>
                      <a:pt x="333196" y="683408"/>
                      <a:pt x="260550" y="741561"/>
                      <a:pt x="263929" y="950334"/>
                    </a:cubicBezTo>
                    <a:cubicBezTo>
                      <a:pt x="283902" y="2499079"/>
                      <a:pt x="1015407" y="3529669"/>
                      <a:pt x="1722802" y="3628902"/>
                    </a:cubicBezTo>
                    <a:lnTo>
                      <a:pt x="1722802" y="3631230"/>
                    </a:lnTo>
                    <a:lnTo>
                      <a:pt x="1728365" y="3630065"/>
                    </a:lnTo>
                    <a:lnTo>
                      <a:pt x="1733925" y="3631230"/>
                    </a:lnTo>
                    <a:lnTo>
                      <a:pt x="1733925" y="3628902"/>
                    </a:lnTo>
                    <a:cubicBezTo>
                      <a:pt x="2441322" y="3529669"/>
                      <a:pt x="3172826" y="2499079"/>
                      <a:pt x="3192800" y="950334"/>
                    </a:cubicBezTo>
                    <a:cubicBezTo>
                      <a:pt x="3196179" y="741561"/>
                      <a:pt x="3123532" y="683408"/>
                      <a:pt x="2951007" y="672542"/>
                    </a:cubicBezTo>
                    <a:cubicBezTo>
                      <a:pt x="2488747" y="622713"/>
                      <a:pt x="2234630" y="521767"/>
                      <a:pt x="1733925" y="311530"/>
                    </a:cubicBezTo>
                    <a:lnTo>
                      <a:pt x="1733925" y="306889"/>
                    </a:lnTo>
                    <a:cubicBezTo>
                      <a:pt x="1732071" y="307669"/>
                      <a:pt x="1730218" y="308445"/>
                      <a:pt x="1728365" y="309209"/>
                    </a:cubicBezTo>
                    <a:cubicBezTo>
                      <a:pt x="1726510" y="308445"/>
                      <a:pt x="1724659" y="307669"/>
                      <a:pt x="1722802" y="306889"/>
                    </a:cubicBezTo>
                    <a:close/>
                    <a:moveTo>
                      <a:pt x="1721800" y="0"/>
                    </a:moveTo>
                    <a:cubicBezTo>
                      <a:pt x="1723991" y="923"/>
                      <a:pt x="1726176" y="1844"/>
                      <a:pt x="1728363" y="2749"/>
                    </a:cubicBezTo>
                    <a:cubicBezTo>
                      <a:pt x="1730551" y="1844"/>
                      <a:pt x="1732737" y="923"/>
                      <a:pt x="1734926" y="0"/>
                    </a:cubicBezTo>
                    <a:lnTo>
                      <a:pt x="1734926" y="5497"/>
                    </a:lnTo>
                    <a:cubicBezTo>
                      <a:pt x="2325825" y="254550"/>
                      <a:pt x="2625718" y="374136"/>
                      <a:pt x="3171248" y="433164"/>
                    </a:cubicBezTo>
                    <a:cubicBezTo>
                      <a:pt x="3374850" y="446035"/>
                      <a:pt x="3460584" y="514926"/>
                      <a:pt x="3456595" y="762245"/>
                    </a:cubicBezTo>
                    <a:cubicBezTo>
                      <a:pt x="3433024" y="2596936"/>
                      <a:pt x="2569749" y="3817807"/>
                      <a:pt x="1734926" y="3935360"/>
                    </a:cubicBezTo>
                    <a:lnTo>
                      <a:pt x="1734926" y="3938119"/>
                    </a:lnTo>
                    <a:lnTo>
                      <a:pt x="1728363" y="3936740"/>
                    </a:lnTo>
                    <a:lnTo>
                      <a:pt x="1721800" y="3938119"/>
                    </a:lnTo>
                    <a:lnTo>
                      <a:pt x="1721800" y="3935360"/>
                    </a:lnTo>
                    <a:cubicBezTo>
                      <a:pt x="886977" y="3817807"/>
                      <a:pt x="23703" y="2596936"/>
                      <a:pt x="132" y="762245"/>
                    </a:cubicBezTo>
                    <a:cubicBezTo>
                      <a:pt x="-3858" y="514926"/>
                      <a:pt x="81876" y="446035"/>
                      <a:pt x="285478" y="433164"/>
                    </a:cubicBezTo>
                    <a:cubicBezTo>
                      <a:pt x="831010" y="374136"/>
                      <a:pt x="1130903" y="254550"/>
                      <a:pt x="1721800" y="549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630" name="Google Shape;2630;p53"/>
              <p:cNvSpPr/>
              <p:nvPr/>
            </p:nvSpPr>
            <p:spPr>
              <a:xfrm>
                <a:off x="9655543" y="2519661"/>
                <a:ext cx="338578" cy="338540"/>
              </a:xfrm>
              <a:custGeom>
                <a:rect b="b" l="l" r="r" t="t"/>
                <a:pathLst>
                  <a:path extrusionOk="0" h="3960000" w="3960440">
                    <a:moveTo>
                      <a:pt x="2764687" y="782779"/>
                    </a:moveTo>
                    <a:cubicBezTo>
                      <a:pt x="2512183" y="782779"/>
                      <a:pt x="2307488" y="987475"/>
                      <a:pt x="2307487" y="1239980"/>
                    </a:cubicBezTo>
                    <a:cubicBezTo>
                      <a:pt x="2307487" y="1241985"/>
                      <a:pt x="2307500" y="1243987"/>
                      <a:pt x="2308092" y="1245978"/>
                    </a:cubicBezTo>
                    <a:lnTo>
                      <a:pt x="1570677" y="1632536"/>
                    </a:lnTo>
                    <a:cubicBezTo>
                      <a:pt x="1488749" y="1552118"/>
                      <a:pt x="1376387" y="1502860"/>
                      <a:pt x="1252520" y="1502859"/>
                    </a:cubicBezTo>
                    <a:cubicBezTo>
                      <a:pt x="1000014" y="1502859"/>
                      <a:pt x="795319" y="1707555"/>
                      <a:pt x="795319" y="1960060"/>
                    </a:cubicBezTo>
                    <a:cubicBezTo>
                      <a:pt x="795319" y="2212565"/>
                      <a:pt x="1000014" y="2417260"/>
                      <a:pt x="1252520" y="2417260"/>
                    </a:cubicBezTo>
                    <a:cubicBezTo>
                      <a:pt x="1361432" y="2417260"/>
                      <a:pt x="1461449" y="2379178"/>
                      <a:pt x="1538674" y="2313987"/>
                    </a:cubicBezTo>
                    <a:lnTo>
                      <a:pt x="2308734" y="2717656"/>
                    </a:lnTo>
                    <a:cubicBezTo>
                      <a:pt x="2314220" y="2964461"/>
                      <a:pt x="2516327" y="3162492"/>
                      <a:pt x="2764688" y="3162492"/>
                    </a:cubicBezTo>
                    <a:cubicBezTo>
                      <a:pt x="3017192" y="3162492"/>
                      <a:pt x="3221888" y="2957797"/>
                      <a:pt x="3221887" y="2705292"/>
                    </a:cubicBezTo>
                    <a:cubicBezTo>
                      <a:pt x="3221887" y="2452786"/>
                      <a:pt x="3017192" y="2248092"/>
                      <a:pt x="2764688" y="2248092"/>
                    </a:cubicBezTo>
                    <a:cubicBezTo>
                      <a:pt x="2638870" y="2248092"/>
                      <a:pt x="2524924" y="2298913"/>
                      <a:pt x="2442337" y="2381228"/>
                    </a:cubicBezTo>
                    <a:lnTo>
                      <a:pt x="1706164" y="1995322"/>
                    </a:lnTo>
                    <a:lnTo>
                      <a:pt x="1709074" y="1966451"/>
                    </a:lnTo>
                    <a:lnTo>
                      <a:pt x="2455698" y="1575067"/>
                    </a:lnTo>
                    <a:cubicBezTo>
                      <a:pt x="2536225" y="1651261"/>
                      <a:pt x="2645094" y="1697180"/>
                      <a:pt x="2764687" y="1697179"/>
                    </a:cubicBezTo>
                    <a:cubicBezTo>
                      <a:pt x="3017193" y="1697180"/>
                      <a:pt x="3221887" y="1492485"/>
                      <a:pt x="3221888" y="1239980"/>
                    </a:cubicBezTo>
                    <a:cubicBezTo>
                      <a:pt x="3221887" y="987475"/>
                      <a:pt x="3017193" y="782779"/>
                      <a:pt x="2764687" y="782779"/>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631" name="Google Shape;2631;p53"/>
              <p:cNvSpPr/>
              <p:nvPr/>
            </p:nvSpPr>
            <p:spPr>
              <a:xfrm rot="2648398">
                <a:off x="8942310" y="2514803"/>
                <a:ext cx="148930" cy="380894"/>
              </a:xfrm>
              <a:custGeom>
                <a:rect b="b" l="l" r="r" t="t"/>
                <a:pathLst>
                  <a:path extrusionOk="0" h="4764557" w="1862952">
                    <a:moveTo>
                      <a:pt x="289679" y="2004751"/>
                    </a:moveTo>
                    <a:cubicBezTo>
                      <a:pt x="458860" y="1838972"/>
                      <a:pt x="691283" y="1737733"/>
                      <a:pt x="946849" y="1740329"/>
                    </a:cubicBezTo>
                    <a:cubicBezTo>
                      <a:pt x="982916" y="1740695"/>
                      <a:pt x="1018481" y="1743119"/>
                      <a:pt x="1053366" y="1748014"/>
                    </a:cubicBezTo>
                    <a:cubicBezTo>
                      <a:pt x="1317748" y="1888655"/>
                      <a:pt x="1203170" y="2165630"/>
                      <a:pt x="978473" y="2204473"/>
                    </a:cubicBezTo>
                    <a:cubicBezTo>
                      <a:pt x="966642" y="2201190"/>
                      <a:pt x="954470" y="2200566"/>
                      <a:pt x="942176" y="2200441"/>
                    </a:cubicBezTo>
                    <a:cubicBezTo>
                      <a:pt x="697403" y="2197955"/>
                      <a:pt x="496962" y="2394367"/>
                      <a:pt x="494475" y="2639137"/>
                    </a:cubicBezTo>
                    <a:lnTo>
                      <a:pt x="482110" y="3856696"/>
                    </a:lnTo>
                    <a:cubicBezTo>
                      <a:pt x="479624" y="4101467"/>
                      <a:pt x="676035" y="4301910"/>
                      <a:pt x="920807" y="4304396"/>
                    </a:cubicBezTo>
                    <a:cubicBezTo>
                      <a:pt x="1043193" y="4305639"/>
                      <a:pt x="1154496" y="4257158"/>
                      <a:pt x="1235513" y="4177768"/>
                    </a:cubicBezTo>
                    <a:cubicBezTo>
                      <a:pt x="1316531" y="4098380"/>
                      <a:pt x="1367262" y="3988084"/>
                      <a:pt x="1368506" y="3865699"/>
                    </a:cubicBezTo>
                    <a:lnTo>
                      <a:pt x="1375662" y="3161156"/>
                    </a:lnTo>
                    <a:cubicBezTo>
                      <a:pt x="1504082" y="3167548"/>
                      <a:pt x="1792622" y="2981572"/>
                      <a:pt x="1861834" y="2783546"/>
                    </a:cubicBezTo>
                    <a:lnTo>
                      <a:pt x="1851019" y="3848423"/>
                    </a:lnTo>
                    <a:cubicBezTo>
                      <a:pt x="1848423" y="4103989"/>
                      <a:pt x="1742485" y="4334308"/>
                      <a:pt x="1573304" y="4500088"/>
                    </a:cubicBezTo>
                    <a:cubicBezTo>
                      <a:pt x="1404123" y="4665866"/>
                      <a:pt x="1171700" y="4767105"/>
                      <a:pt x="916134" y="4764509"/>
                    </a:cubicBezTo>
                    <a:cubicBezTo>
                      <a:pt x="405002" y="4759318"/>
                      <a:pt x="-5143" y="4340756"/>
                      <a:pt x="48" y="3829624"/>
                    </a:cubicBezTo>
                    <a:lnTo>
                      <a:pt x="11964" y="2656415"/>
                    </a:lnTo>
                    <a:cubicBezTo>
                      <a:pt x="14559" y="2400849"/>
                      <a:pt x="120498" y="2170529"/>
                      <a:pt x="289679" y="2004751"/>
                    </a:cubicBezTo>
                    <a:close/>
                    <a:moveTo>
                      <a:pt x="282968" y="271082"/>
                    </a:moveTo>
                    <a:cubicBezTo>
                      <a:pt x="450457" y="103594"/>
                      <a:pt x="681840" y="0"/>
                      <a:pt x="937419" y="0"/>
                    </a:cubicBezTo>
                    <a:cubicBezTo>
                      <a:pt x="1448577" y="0"/>
                      <a:pt x="1862952" y="414375"/>
                      <a:pt x="1862952" y="925533"/>
                    </a:cubicBezTo>
                    <a:lnTo>
                      <a:pt x="1862952" y="2098803"/>
                    </a:lnTo>
                    <a:cubicBezTo>
                      <a:pt x="1862952" y="2609961"/>
                      <a:pt x="1448577" y="3024336"/>
                      <a:pt x="937419" y="3024336"/>
                    </a:cubicBezTo>
                    <a:cubicBezTo>
                      <a:pt x="901350" y="3024336"/>
                      <a:pt x="865762" y="3022273"/>
                      <a:pt x="830829" y="3017733"/>
                    </a:cubicBezTo>
                    <a:cubicBezTo>
                      <a:pt x="565032" y="2879784"/>
                      <a:pt x="676792" y="2601660"/>
                      <a:pt x="901083" y="2560538"/>
                    </a:cubicBezTo>
                    <a:cubicBezTo>
                      <a:pt x="912947" y="2563700"/>
                      <a:pt x="925124" y="2564200"/>
                      <a:pt x="937419" y="2564200"/>
                    </a:cubicBezTo>
                    <a:cubicBezTo>
                      <a:pt x="1182204" y="2564200"/>
                      <a:pt x="1380640" y="2365763"/>
                      <a:pt x="1380641" y="2120980"/>
                    </a:cubicBezTo>
                    <a:lnTo>
                      <a:pt x="1380640" y="903358"/>
                    </a:lnTo>
                    <a:cubicBezTo>
                      <a:pt x="1380640" y="658574"/>
                      <a:pt x="1182204" y="460137"/>
                      <a:pt x="937419" y="460137"/>
                    </a:cubicBezTo>
                    <a:cubicBezTo>
                      <a:pt x="815027" y="460137"/>
                      <a:pt x="704222" y="509746"/>
                      <a:pt x="624015" y="589954"/>
                    </a:cubicBezTo>
                    <a:cubicBezTo>
                      <a:pt x="543808" y="670161"/>
                      <a:pt x="494199" y="780966"/>
                      <a:pt x="494199" y="903358"/>
                    </a:cubicBezTo>
                    <a:lnTo>
                      <a:pt x="494198" y="1607937"/>
                    </a:lnTo>
                    <a:cubicBezTo>
                      <a:pt x="365720" y="1602850"/>
                      <a:pt x="79084" y="1791747"/>
                      <a:pt x="11886" y="1990465"/>
                    </a:cubicBezTo>
                    <a:lnTo>
                      <a:pt x="11886" y="925533"/>
                    </a:lnTo>
                    <a:cubicBezTo>
                      <a:pt x="11886" y="669954"/>
                      <a:pt x="115480" y="438571"/>
                      <a:pt x="282968" y="271082"/>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632" name="Google Shape;2632;p53"/>
              <p:cNvSpPr/>
              <p:nvPr/>
            </p:nvSpPr>
            <p:spPr>
              <a:xfrm rot="8580000">
                <a:off x="8651645" y="4749636"/>
                <a:ext cx="318301" cy="317452"/>
              </a:xfrm>
              <a:custGeom>
                <a:rect b="b" l="l" r="r" t="t"/>
                <a:pathLst>
                  <a:path extrusionOk="0" h="3862045" w="3872365">
                    <a:moveTo>
                      <a:pt x="1786489" y="808318"/>
                    </a:moveTo>
                    <a:cubicBezTo>
                      <a:pt x="1525809" y="610106"/>
                      <a:pt x="1257124" y="397966"/>
                      <a:pt x="1040385" y="230829"/>
                    </a:cubicBezTo>
                    <a:cubicBezTo>
                      <a:pt x="1905215" y="-194386"/>
                      <a:pt x="2650439" y="24572"/>
                      <a:pt x="3162062" y="429660"/>
                    </a:cubicBezTo>
                    <a:cubicBezTo>
                      <a:pt x="3007351" y="875340"/>
                      <a:pt x="2905932" y="1443216"/>
                      <a:pt x="2745609" y="1410478"/>
                    </a:cubicBezTo>
                    <a:cubicBezTo>
                      <a:pt x="2633182" y="1430335"/>
                      <a:pt x="2220955" y="1138671"/>
                      <a:pt x="1786489" y="808318"/>
                    </a:cubicBezTo>
                    <a:close/>
                    <a:moveTo>
                      <a:pt x="2701004" y="2590217"/>
                    </a:moveTo>
                    <a:cubicBezTo>
                      <a:pt x="2682933" y="2576481"/>
                      <a:pt x="2672282" y="2559744"/>
                      <a:pt x="2670336" y="2539383"/>
                    </a:cubicBezTo>
                    <a:cubicBezTo>
                      <a:pt x="2587360" y="2376647"/>
                      <a:pt x="3042640" y="1246798"/>
                      <a:pt x="3299881" y="563773"/>
                    </a:cubicBezTo>
                    <a:cubicBezTo>
                      <a:pt x="3959368" y="1266493"/>
                      <a:pt x="3967860" y="2043171"/>
                      <a:pt x="3730056" y="2650875"/>
                    </a:cubicBezTo>
                    <a:cubicBezTo>
                      <a:pt x="3317547" y="2635434"/>
                      <a:pt x="2827499" y="2686366"/>
                      <a:pt x="2701004" y="2590217"/>
                    </a:cubicBezTo>
                    <a:close/>
                    <a:moveTo>
                      <a:pt x="19691" y="2248546"/>
                    </a:moveTo>
                    <a:cubicBezTo>
                      <a:pt x="-100797" y="1292396"/>
                      <a:pt x="348853" y="659059"/>
                      <a:pt x="898439" y="307194"/>
                    </a:cubicBezTo>
                    <a:cubicBezTo>
                      <a:pt x="1269469" y="598575"/>
                      <a:pt x="1773388" y="879352"/>
                      <a:pt x="1690237" y="1020281"/>
                    </a:cubicBezTo>
                    <a:cubicBezTo>
                      <a:pt x="1661713" y="1200709"/>
                      <a:pt x="629275" y="1847170"/>
                      <a:pt x="19691" y="2248546"/>
                    </a:cubicBezTo>
                    <a:close/>
                    <a:moveTo>
                      <a:pt x="1805382" y="3858278"/>
                    </a:moveTo>
                    <a:cubicBezTo>
                      <a:pt x="1676483" y="3404460"/>
                      <a:pt x="1433840" y="2881111"/>
                      <a:pt x="1583946" y="2815971"/>
                    </a:cubicBezTo>
                    <a:cubicBezTo>
                      <a:pt x="1713076" y="2686769"/>
                      <a:pt x="2928316" y="2770622"/>
                      <a:pt x="3657403" y="2804207"/>
                    </a:cubicBezTo>
                    <a:cubicBezTo>
                      <a:pt x="3192869" y="3648569"/>
                      <a:pt x="2456828" y="3896652"/>
                      <a:pt x="1805382" y="3858278"/>
                    </a:cubicBezTo>
                    <a:close/>
                    <a:moveTo>
                      <a:pt x="762284" y="3480575"/>
                    </a:moveTo>
                    <a:cubicBezTo>
                      <a:pt x="380940" y="3198297"/>
                      <a:pt x="161300" y="2806810"/>
                      <a:pt x="58293" y="2412172"/>
                    </a:cubicBezTo>
                    <a:cubicBezTo>
                      <a:pt x="450067" y="2149344"/>
                      <a:pt x="872820" y="1756853"/>
                      <a:pt x="981158" y="1879484"/>
                    </a:cubicBezTo>
                    <a:cubicBezTo>
                      <a:pt x="1143940" y="1962367"/>
                      <a:pt x="1439720" y="3144041"/>
                      <a:pt x="1633080" y="3847823"/>
                    </a:cubicBezTo>
                    <a:cubicBezTo>
                      <a:pt x="1278110" y="3779994"/>
                      <a:pt x="991090" y="3649942"/>
                      <a:pt x="762284" y="348057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633" name="Google Shape;2633;p53"/>
              <p:cNvSpPr/>
              <p:nvPr/>
            </p:nvSpPr>
            <p:spPr>
              <a:xfrm>
                <a:off x="8268788" y="3120081"/>
                <a:ext cx="291831" cy="251871"/>
              </a:xfrm>
              <a:custGeom>
                <a:rect b="b" l="l" r="r" t="t"/>
                <a:pathLst>
                  <a:path extrusionOk="0" h="316007" w="366142">
                    <a:moveTo>
                      <a:pt x="241139" y="0"/>
                    </a:moveTo>
                    <a:cubicBezTo>
                      <a:pt x="265040" y="0"/>
                      <a:pt x="292051" y="14516"/>
                      <a:pt x="306633" y="31202"/>
                    </a:cubicBezTo>
                    <a:cubicBezTo>
                      <a:pt x="327151" y="29858"/>
                      <a:pt x="335397" y="19692"/>
                      <a:pt x="349699" y="10558"/>
                    </a:cubicBezTo>
                    <a:cubicBezTo>
                      <a:pt x="343170" y="29574"/>
                      <a:pt x="336047" y="54091"/>
                      <a:pt x="325569" y="59830"/>
                    </a:cubicBezTo>
                    <a:cubicBezTo>
                      <a:pt x="340338" y="61437"/>
                      <a:pt x="353079" y="55334"/>
                      <a:pt x="366142" y="52395"/>
                    </a:cubicBezTo>
                    <a:cubicBezTo>
                      <a:pt x="361514" y="66282"/>
                      <a:pt x="342655" y="74263"/>
                      <a:pt x="334454" y="94697"/>
                    </a:cubicBezTo>
                    <a:cubicBezTo>
                      <a:pt x="326254" y="115131"/>
                      <a:pt x="329982" y="126199"/>
                      <a:pt x="316939" y="174999"/>
                    </a:cubicBezTo>
                    <a:cubicBezTo>
                      <a:pt x="296102" y="242622"/>
                      <a:pt x="276174" y="279635"/>
                      <a:pt x="184305" y="311458"/>
                    </a:cubicBezTo>
                    <a:cubicBezTo>
                      <a:pt x="152057" y="320905"/>
                      <a:pt x="83508" y="315693"/>
                      <a:pt x="27716" y="295316"/>
                    </a:cubicBezTo>
                    <a:lnTo>
                      <a:pt x="0" y="281129"/>
                    </a:lnTo>
                    <a:lnTo>
                      <a:pt x="0" y="268036"/>
                    </a:lnTo>
                    <a:lnTo>
                      <a:pt x="23178" y="266110"/>
                    </a:lnTo>
                    <a:cubicBezTo>
                      <a:pt x="63548" y="261698"/>
                      <a:pt x="90116" y="254801"/>
                      <a:pt x="108726" y="240807"/>
                    </a:cubicBezTo>
                    <a:cubicBezTo>
                      <a:pt x="87700" y="241375"/>
                      <a:pt x="35310" y="244403"/>
                      <a:pt x="20535" y="200079"/>
                    </a:cubicBezTo>
                    <a:cubicBezTo>
                      <a:pt x="37583" y="203299"/>
                      <a:pt x="59856" y="197334"/>
                      <a:pt x="70653" y="194871"/>
                    </a:cubicBezTo>
                    <a:cubicBezTo>
                      <a:pt x="57204" y="189662"/>
                      <a:pt x="37595" y="181773"/>
                      <a:pt x="20899" y="168840"/>
                    </a:cubicBezTo>
                    <a:lnTo>
                      <a:pt x="0" y="146258"/>
                    </a:lnTo>
                    <a:lnTo>
                      <a:pt x="0" y="116697"/>
                    </a:lnTo>
                    <a:lnTo>
                      <a:pt x="14104" y="121836"/>
                    </a:lnTo>
                    <a:cubicBezTo>
                      <a:pt x="23887" y="123910"/>
                      <a:pt x="33812" y="125203"/>
                      <a:pt x="40441" y="126434"/>
                    </a:cubicBezTo>
                    <a:cubicBezTo>
                      <a:pt x="9945" y="103325"/>
                      <a:pt x="-5039" y="60063"/>
                      <a:pt x="20722" y="8541"/>
                    </a:cubicBezTo>
                    <a:cubicBezTo>
                      <a:pt x="76047" y="73391"/>
                      <a:pt x="116697" y="97001"/>
                      <a:pt x="168525" y="104817"/>
                    </a:cubicBezTo>
                    <a:cubicBezTo>
                      <a:pt x="166649" y="98530"/>
                      <a:pt x="164888" y="89662"/>
                      <a:pt x="165796" y="68430"/>
                    </a:cubicBezTo>
                    <a:cubicBezTo>
                      <a:pt x="166838" y="44047"/>
                      <a:pt x="190944" y="0"/>
                      <a:pt x="241139"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2634" name="Google Shape;2634;p53"/>
              <p:cNvSpPr/>
              <p:nvPr/>
            </p:nvSpPr>
            <p:spPr>
              <a:xfrm>
                <a:off x="10509375" y="4197069"/>
                <a:ext cx="172150" cy="348350"/>
              </a:xfrm>
              <a:custGeom>
                <a:rect b="b" l="l" r="r" t="t"/>
                <a:pathLst>
                  <a:path extrusionOk="0" h="455920" w="225309">
                    <a:moveTo>
                      <a:pt x="139383" y="455355"/>
                    </a:moveTo>
                    <a:lnTo>
                      <a:pt x="139383" y="455920"/>
                    </a:lnTo>
                    <a:lnTo>
                      <a:pt x="139383" y="455355"/>
                    </a:lnTo>
                    <a:close/>
                    <a:moveTo>
                      <a:pt x="54403" y="455920"/>
                    </a:moveTo>
                    <a:lnTo>
                      <a:pt x="54403" y="455355"/>
                    </a:lnTo>
                    <a:lnTo>
                      <a:pt x="54403" y="455920"/>
                    </a:lnTo>
                    <a:close/>
                    <a:moveTo>
                      <a:pt x="193296" y="6"/>
                    </a:moveTo>
                    <a:cubicBezTo>
                      <a:pt x="204595" y="73"/>
                      <a:pt x="214144" y="770"/>
                      <a:pt x="225309" y="2823"/>
                    </a:cubicBezTo>
                    <a:cubicBezTo>
                      <a:pt x="225271" y="27274"/>
                      <a:pt x="222913" y="50194"/>
                      <a:pt x="219909" y="69600"/>
                    </a:cubicBezTo>
                    <a:cubicBezTo>
                      <a:pt x="188141" y="67117"/>
                      <a:pt x="138250" y="66776"/>
                      <a:pt x="139383" y="96177"/>
                    </a:cubicBezTo>
                    <a:lnTo>
                      <a:pt x="139383" y="140898"/>
                    </a:lnTo>
                    <a:lnTo>
                      <a:pt x="217171" y="140898"/>
                    </a:lnTo>
                    <a:lnTo>
                      <a:pt x="211626" y="215050"/>
                    </a:lnTo>
                    <a:lnTo>
                      <a:pt x="139383" y="216436"/>
                    </a:lnTo>
                    <a:lnTo>
                      <a:pt x="139383" y="455355"/>
                    </a:lnTo>
                    <a:lnTo>
                      <a:pt x="54403" y="455355"/>
                    </a:lnTo>
                    <a:lnTo>
                      <a:pt x="54403" y="216436"/>
                    </a:lnTo>
                    <a:lnTo>
                      <a:pt x="0" y="216436"/>
                    </a:lnTo>
                    <a:lnTo>
                      <a:pt x="0" y="140898"/>
                    </a:lnTo>
                    <a:lnTo>
                      <a:pt x="54403" y="140898"/>
                    </a:lnTo>
                    <a:lnTo>
                      <a:pt x="54403" y="90429"/>
                    </a:lnTo>
                    <a:cubicBezTo>
                      <a:pt x="54356" y="90266"/>
                      <a:pt x="54310" y="90103"/>
                      <a:pt x="54263" y="89940"/>
                    </a:cubicBezTo>
                    <a:cubicBezTo>
                      <a:pt x="54393" y="21715"/>
                      <a:pt x="104084" y="2174"/>
                      <a:pt x="150786" y="971"/>
                    </a:cubicBezTo>
                    <a:cubicBezTo>
                      <a:pt x="168948" y="503"/>
                      <a:pt x="181997" y="-60"/>
                      <a:pt x="193296" y="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2635" name="Google Shape;2635;p53"/>
              <p:cNvSpPr/>
              <p:nvPr/>
            </p:nvSpPr>
            <p:spPr>
              <a:xfrm>
                <a:off x="8105957" y="3478924"/>
                <a:ext cx="284621" cy="282605"/>
              </a:xfrm>
              <a:custGeom>
                <a:rect b="b" l="l" r="r" t="t"/>
                <a:pathLst>
                  <a:path extrusionOk="0" h="297454" w="299575">
                    <a:moveTo>
                      <a:pt x="249204" y="123541"/>
                    </a:moveTo>
                    <a:cubicBezTo>
                      <a:pt x="240190" y="123011"/>
                      <a:pt x="239659" y="128843"/>
                      <a:pt x="241250" y="136266"/>
                    </a:cubicBezTo>
                    <a:cubicBezTo>
                      <a:pt x="245492" y="158536"/>
                      <a:pt x="240720" y="179214"/>
                      <a:pt x="229055" y="198302"/>
                    </a:cubicBezTo>
                    <a:cubicBezTo>
                      <a:pt x="206255" y="234888"/>
                      <a:pt x="158536" y="250264"/>
                      <a:pt x="116648" y="234888"/>
                    </a:cubicBezTo>
                    <a:cubicBezTo>
                      <a:pt x="83774" y="222692"/>
                      <a:pt x="50901" y="185577"/>
                      <a:pt x="59914" y="135736"/>
                    </a:cubicBezTo>
                    <a:cubicBezTo>
                      <a:pt x="60444" y="132555"/>
                      <a:pt x="62565" y="127252"/>
                      <a:pt x="58324" y="125662"/>
                    </a:cubicBezTo>
                    <a:cubicBezTo>
                      <a:pt x="51431" y="122481"/>
                      <a:pt x="43477" y="123541"/>
                      <a:pt x="36585" y="125131"/>
                    </a:cubicBezTo>
                    <a:cubicBezTo>
                      <a:pt x="30222" y="126722"/>
                      <a:pt x="31813" y="133085"/>
                      <a:pt x="31813" y="137857"/>
                    </a:cubicBezTo>
                    <a:cubicBezTo>
                      <a:pt x="31813" y="174442"/>
                      <a:pt x="31813" y="210497"/>
                      <a:pt x="31813" y="247082"/>
                    </a:cubicBezTo>
                    <a:cubicBezTo>
                      <a:pt x="31813" y="262989"/>
                      <a:pt x="35524" y="266701"/>
                      <a:pt x="51961" y="266701"/>
                    </a:cubicBezTo>
                    <a:cubicBezTo>
                      <a:pt x="84835" y="266701"/>
                      <a:pt x="117178" y="266701"/>
                      <a:pt x="150052" y="266701"/>
                    </a:cubicBezTo>
                    <a:cubicBezTo>
                      <a:pt x="183456" y="266701"/>
                      <a:pt x="217390" y="266701"/>
                      <a:pt x="250794" y="266701"/>
                    </a:cubicBezTo>
                    <a:cubicBezTo>
                      <a:pt x="262459" y="266701"/>
                      <a:pt x="269352" y="261929"/>
                      <a:pt x="269352" y="250264"/>
                    </a:cubicBezTo>
                    <a:cubicBezTo>
                      <a:pt x="269352" y="211558"/>
                      <a:pt x="269352" y="173382"/>
                      <a:pt x="269352" y="134675"/>
                    </a:cubicBezTo>
                    <a:cubicBezTo>
                      <a:pt x="268822" y="126987"/>
                      <a:pt x="265773" y="124337"/>
                      <a:pt x="261863" y="123541"/>
                    </a:cubicBezTo>
                    <a:cubicBezTo>
                      <a:pt x="257952" y="122746"/>
                      <a:pt x="253180" y="123806"/>
                      <a:pt x="249204" y="123541"/>
                    </a:cubicBezTo>
                    <a:close/>
                    <a:moveTo>
                      <a:pt x="151642" y="88016"/>
                    </a:moveTo>
                    <a:cubicBezTo>
                      <a:pt x="116648" y="87486"/>
                      <a:pt x="89076" y="113997"/>
                      <a:pt x="89076" y="147931"/>
                    </a:cubicBezTo>
                    <a:cubicBezTo>
                      <a:pt x="89076" y="180805"/>
                      <a:pt x="117178" y="208377"/>
                      <a:pt x="150582" y="208377"/>
                    </a:cubicBezTo>
                    <a:cubicBezTo>
                      <a:pt x="183986" y="208377"/>
                      <a:pt x="212088" y="181335"/>
                      <a:pt x="212088" y="148461"/>
                    </a:cubicBezTo>
                    <a:cubicBezTo>
                      <a:pt x="212088" y="115058"/>
                      <a:pt x="185577" y="88546"/>
                      <a:pt x="151642" y="88016"/>
                    </a:cubicBezTo>
                    <a:close/>
                    <a:moveTo>
                      <a:pt x="234357" y="29162"/>
                    </a:moveTo>
                    <a:cubicBezTo>
                      <a:pt x="207846" y="29162"/>
                      <a:pt x="204135" y="32873"/>
                      <a:pt x="203605" y="60444"/>
                    </a:cubicBezTo>
                    <a:cubicBezTo>
                      <a:pt x="203605" y="90137"/>
                      <a:pt x="205195" y="92258"/>
                      <a:pt x="235948" y="92258"/>
                    </a:cubicBezTo>
                    <a:cubicBezTo>
                      <a:pt x="267762" y="92258"/>
                      <a:pt x="268822" y="91197"/>
                      <a:pt x="268822" y="59914"/>
                    </a:cubicBezTo>
                    <a:cubicBezTo>
                      <a:pt x="268822" y="57794"/>
                      <a:pt x="268822" y="55673"/>
                      <a:pt x="268822" y="53552"/>
                    </a:cubicBezTo>
                    <a:cubicBezTo>
                      <a:pt x="268822" y="35524"/>
                      <a:pt x="263519" y="29692"/>
                      <a:pt x="245492" y="29162"/>
                    </a:cubicBezTo>
                    <a:cubicBezTo>
                      <a:pt x="241781" y="29162"/>
                      <a:pt x="238069" y="29162"/>
                      <a:pt x="234357" y="29162"/>
                    </a:cubicBezTo>
                    <a:close/>
                    <a:moveTo>
                      <a:pt x="41887" y="0"/>
                    </a:moveTo>
                    <a:cubicBezTo>
                      <a:pt x="113998" y="0"/>
                      <a:pt x="186108" y="0"/>
                      <a:pt x="258217" y="0"/>
                    </a:cubicBezTo>
                    <a:cubicBezTo>
                      <a:pt x="284728" y="0"/>
                      <a:pt x="299575" y="14846"/>
                      <a:pt x="299575" y="41887"/>
                    </a:cubicBezTo>
                    <a:cubicBezTo>
                      <a:pt x="299575" y="112937"/>
                      <a:pt x="299575" y="184517"/>
                      <a:pt x="299575" y="255567"/>
                    </a:cubicBezTo>
                    <a:cubicBezTo>
                      <a:pt x="299575" y="283138"/>
                      <a:pt x="285789" y="297454"/>
                      <a:pt x="257687" y="297454"/>
                    </a:cubicBezTo>
                    <a:cubicBezTo>
                      <a:pt x="221632" y="297454"/>
                      <a:pt x="185577" y="297454"/>
                      <a:pt x="149522" y="297454"/>
                    </a:cubicBezTo>
                    <a:cubicBezTo>
                      <a:pt x="113467" y="297454"/>
                      <a:pt x="77412" y="297454"/>
                      <a:pt x="41357" y="297454"/>
                    </a:cubicBezTo>
                    <a:cubicBezTo>
                      <a:pt x="14315" y="297454"/>
                      <a:pt x="0" y="283138"/>
                      <a:pt x="0" y="256096"/>
                    </a:cubicBezTo>
                    <a:cubicBezTo>
                      <a:pt x="0" y="184517"/>
                      <a:pt x="0" y="112937"/>
                      <a:pt x="0" y="41357"/>
                    </a:cubicBezTo>
                    <a:cubicBezTo>
                      <a:pt x="0" y="14315"/>
                      <a:pt x="14846" y="0"/>
                      <a:pt x="41887"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grpSp>
        <p:grpSp>
          <p:nvGrpSpPr>
            <p:cNvPr id="2636" name="Google Shape;2636;p53"/>
            <p:cNvGrpSpPr/>
            <p:nvPr/>
          </p:nvGrpSpPr>
          <p:grpSpPr>
            <a:xfrm>
              <a:off x="8955547" y="3191206"/>
              <a:ext cx="1044109" cy="1340343"/>
              <a:chOff x="3425013" y="0"/>
              <a:chExt cx="5341478" cy="6856954"/>
            </a:xfrm>
          </p:grpSpPr>
          <p:sp>
            <p:nvSpPr>
              <p:cNvPr id="2637" name="Google Shape;2637;p53"/>
              <p:cNvSpPr/>
              <p:nvPr/>
            </p:nvSpPr>
            <p:spPr>
              <a:xfrm>
                <a:off x="3425013" y="0"/>
                <a:ext cx="5341478" cy="6856954"/>
              </a:xfrm>
              <a:custGeom>
                <a:rect b="b" l="l" r="r" t="t"/>
                <a:pathLst>
                  <a:path extrusionOk="0" h="6856954" w="5341478">
                    <a:moveTo>
                      <a:pt x="2688415" y="0"/>
                    </a:moveTo>
                    <a:cubicBezTo>
                      <a:pt x="2688415" y="0"/>
                      <a:pt x="956487" y="1166644"/>
                      <a:pt x="25123" y="1019550"/>
                    </a:cubicBezTo>
                    <a:cubicBezTo>
                      <a:pt x="-26116" y="2058707"/>
                      <a:pt x="15276" y="3058651"/>
                      <a:pt x="25123" y="3846231"/>
                    </a:cubicBezTo>
                    <a:cubicBezTo>
                      <a:pt x="54577" y="5744861"/>
                      <a:pt x="2642056" y="6856955"/>
                      <a:pt x="2642056" y="6856955"/>
                    </a:cubicBezTo>
                    <a:cubicBezTo>
                      <a:pt x="2642056" y="6856955"/>
                      <a:pt x="5064141" y="5921234"/>
                      <a:pt x="5338636" y="3952543"/>
                    </a:cubicBezTo>
                    <a:cubicBezTo>
                      <a:pt x="5328789" y="2980224"/>
                      <a:pt x="5348483" y="1950827"/>
                      <a:pt x="5338636" y="1048917"/>
                    </a:cubicBezTo>
                    <a:cubicBezTo>
                      <a:pt x="3593636" y="764663"/>
                      <a:pt x="2688415" y="0"/>
                      <a:pt x="2688415" y="0"/>
                    </a:cubicBezTo>
                    <a:close/>
                  </a:path>
                </a:pathLst>
              </a:custGeom>
              <a:noFill/>
              <a:ln cap="flat" cmpd="sng" w="3175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638" name="Google Shape;2638;p53"/>
              <p:cNvSpPr/>
              <p:nvPr/>
            </p:nvSpPr>
            <p:spPr>
              <a:xfrm>
                <a:off x="3692070" y="321376"/>
                <a:ext cx="4817313" cy="6184138"/>
              </a:xfrm>
              <a:custGeom>
                <a:rect b="b" l="l" r="r" t="t"/>
                <a:pathLst>
                  <a:path extrusionOk="0" h="6184138" w="4817313">
                    <a:moveTo>
                      <a:pt x="2424582" y="0"/>
                    </a:moveTo>
                    <a:cubicBezTo>
                      <a:pt x="2424582" y="0"/>
                      <a:pt x="862578" y="1052141"/>
                      <a:pt x="22626" y="919512"/>
                    </a:cubicBezTo>
                    <a:cubicBezTo>
                      <a:pt x="-23559" y="1856714"/>
                      <a:pt x="13825" y="2758537"/>
                      <a:pt x="22626" y="3468824"/>
                    </a:cubicBezTo>
                    <a:cubicBezTo>
                      <a:pt x="49117" y="5181145"/>
                      <a:pt x="2382841" y="6184138"/>
                      <a:pt x="2382841" y="6184138"/>
                    </a:cubicBezTo>
                    <a:cubicBezTo>
                      <a:pt x="2382841" y="6184138"/>
                      <a:pt x="4567206" y="5340265"/>
                      <a:pt x="4814773" y="3564766"/>
                    </a:cubicBezTo>
                    <a:cubicBezTo>
                      <a:pt x="4805973" y="2687778"/>
                      <a:pt x="4823575" y="1759465"/>
                      <a:pt x="4814773" y="946003"/>
                    </a:cubicBezTo>
                    <a:cubicBezTo>
                      <a:pt x="3240919" y="689634"/>
                      <a:pt x="2424582" y="0"/>
                      <a:pt x="2424582"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639" name="Google Shape;2639;p53"/>
              <p:cNvSpPr/>
              <p:nvPr/>
            </p:nvSpPr>
            <p:spPr>
              <a:xfrm>
                <a:off x="5077582" y="3107623"/>
                <a:ext cx="1971904" cy="1813799"/>
              </a:xfrm>
              <a:custGeom>
                <a:rect b="b" l="l" r="r" t="t"/>
                <a:pathLst>
                  <a:path extrusionOk="0" h="1813799" w="1971904">
                    <a:moveTo>
                      <a:pt x="1970433" y="1441139"/>
                    </a:moveTo>
                    <a:cubicBezTo>
                      <a:pt x="1467194" y="1954225"/>
                      <a:pt x="555524" y="1921547"/>
                      <a:pt x="0" y="1441139"/>
                    </a:cubicBezTo>
                    <a:cubicBezTo>
                      <a:pt x="0" y="1079329"/>
                      <a:pt x="0" y="0"/>
                      <a:pt x="0" y="0"/>
                    </a:cubicBezTo>
                    <a:lnTo>
                      <a:pt x="1970433" y="0"/>
                    </a:lnTo>
                    <a:cubicBezTo>
                      <a:pt x="1970433" y="87"/>
                      <a:pt x="1973745" y="1079329"/>
                      <a:pt x="1970433" y="144113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640" name="Google Shape;2640;p53"/>
              <p:cNvSpPr/>
              <p:nvPr/>
            </p:nvSpPr>
            <p:spPr>
              <a:xfrm>
                <a:off x="5332382" y="1718072"/>
                <a:ext cx="1483576" cy="1261366"/>
              </a:xfrm>
              <a:custGeom>
                <a:rect b="b" l="l" r="r" t="t"/>
                <a:pathLst>
                  <a:path extrusionOk="0" h="1261366" w="1483576">
                    <a:moveTo>
                      <a:pt x="741832" y="0"/>
                    </a:moveTo>
                    <a:lnTo>
                      <a:pt x="741832" y="0"/>
                    </a:lnTo>
                    <a:cubicBezTo>
                      <a:pt x="332182" y="0"/>
                      <a:pt x="0" y="332095"/>
                      <a:pt x="0" y="741745"/>
                    </a:cubicBezTo>
                    <a:lnTo>
                      <a:pt x="0" y="1261367"/>
                    </a:lnTo>
                    <a:lnTo>
                      <a:pt x="292445" y="1261367"/>
                    </a:lnTo>
                    <a:lnTo>
                      <a:pt x="292445" y="735209"/>
                    </a:lnTo>
                    <a:cubicBezTo>
                      <a:pt x="292445" y="499231"/>
                      <a:pt x="483720" y="307956"/>
                      <a:pt x="719698" y="307956"/>
                    </a:cubicBezTo>
                    <a:lnTo>
                      <a:pt x="719698" y="307956"/>
                    </a:lnTo>
                    <a:cubicBezTo>
                      <a:pt x="955676" y="307956"/>
                      <a:pt x="1146950" y="499231"/>
                      <a:pt x="1146950" y="735209"/>
                    </a:cubicBezTo>
                    <a:lnTo>
                      <a:pt x="1146950" y="1261367"/>
                    </a:lnTo>
                    <a:lnTo>
                      <a:pt x="1483576" y="1261367"/>
                    </a:lnTo>
                    <a:lnTo>
                      <a:pt x="1483576" y="741745"/>
                    </a:lnTo>
                    <a:cubicBezTo>
                      <a:pt x="1483664" y="332095"/>
                      <a:pt x="1151569" y="0"/>
                      <a:pt x="741832"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641" name="Google Shape;2641;p53"/>
              <p:cNvSpPr/>
              <p:nvPr/>
            </p:nvSpPr>
            <p:spPr>
              <a:xfrm>
                <a:off x="5864640" y="3547424"/>
                <a:ext cx="405205" cy="796469"/>
              </a:xfrm>
              <a:custGeom>
                <a:rect b="b" l="l" r="r" t="t"/>
                <a:pathLst>
                  <a:path extrusionOk="0" h="796469" w="405205">
                    <a:moveTo>
                      <a:pt x="353618" y="639528"/>
                    </a:moveTo>
                    <a:lnTo>
                      <a:pt x="310135" y="639528"/>
                    </a:lnTo>
                    <a:cubicBezTo>
                      <a:pt x="311006" y="635781"/>
                      <a:pt x="311529" y="631947"/>
                      <a:pt x="311529" y="628026"/>
                    </a:cubicBezTo>
                    <a:lnTo>
                      <a:pt x="311529" y="570861"/>
                    </a:lnTo>
                    <a:cubicBezTo>
                      <a:pt x="311529" y="543324"/>
                      <a:pt x="289221" y="521016"/>
                      <a:pt x="261685" y="521016"/>
                    </a:cubicBezTo>
                    <a:lnTo>
                      <a:pt x="261423" y="521016"/>
                    </a:lnTo>
                    <a:lnTo>
                      <a:pt x="261423" y="396492"/>
                    </a:lnTo>
                    <a:cubicBezTo>
                      <a:pt x="344643" y="371308"/>
                      <a:pt x="405206" y="294014"/>
                      <a:pt x="405206" y="202603"/>
                    </a:cubicBezTo>
                    <a:cubicBezTo>
                      <a:pt x="405206" y="90714"/>
                      <a:pt x="314492" y="0"/>
                      <a:pt x="202603" y="0"/>
                    </a:cubicBezTo>
                    <a:cubicBezTo>
                      <a:pt x="90714" y="0"/>
                      <a:pt x="0" y="90714"/>
                      <a:pt x="0" y="202603"/>
                    </a:cubicBezTo>
                    <a:cubicBezTo>
                      <a:pt x="0" y="294014"/>
                      <a:pt x="60563" y="371308"/>
                      <a:pt x="143783" y="396492"/>
                    </a:cubicBezTo>
                    <a:lnTo>
                      <a:pt x="143783" y="521016"/>
                    </a:lnTo>
                    <a:lnTo>
                      <a:pt x="143521" y="521016"/>
                    </a:lnTo>
                    <a:cubicBezTo>
                      <a:pt x="115985" y="521016"/>
                      <a:pt x="93677" y="543324"/>
                      <a:pt x="93677" y="570861"/>
                    </a:cubicBezTo>
                    <a:lnTo>
                      <a:pt x="93677" y="628026"/>
                    </a:lnTo>
                    <a:cubicBezTo>
                      <a:pt x="93677" y="632034"/>
                      <a:pt x="94199" y="635868"/>
                      <a:pt x="95071" y="639528"/>
                    </a:cubicBezTo>
                    <a:lnTo>
                      <a:pt x="51587" y="639528"/>
                    </a:lnTo>
                    <a:cubicBezTo>
                      <a:pt x="35118" y="639528"/>
                      <a:pt x="21785" y="652861"/>
                      <a:pt x="21785" y="669330"/>
                    </a:cubicBezTo>
                    <a:lnTo>
                      <a:pt x="21785" y="766667"/>
                    </a:lnTo>
                    <a:cubicBezTo>
                      <a:pt x="21785" y="783137"/>
                      <a:pt x="35118" y="796469"/>
                      <a:pt x="51587" y="796469"/>
                    </a:cubicBezTo>
                    <a:lnTo>
                      <a:pt x="353705" y="796469"/>
                    </a:lnTo>
                    <a:cubicBezTo>
                      <a:pt x="370175" y="796469"/>
                      <a:pt x="383508" y="783137"/>
                      <a:pt x="383508" y="766667"/>
                    </a:cubicBezTo>
                    <a:lnTo>
                      <a:pt x="383508" y="669330"/>
                    </a:lnTo>
                    <a:cubicBezTo>
                      <a:pt x="383333" y="652861"/>
                      <a:pt x="370001" y="639528"/>
                      <a:pt x="353618" y="63952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grpSp>
      <p:sp>
        <p:nvSpPr>
          <p:cNvPr id="2642" name="Google Shape;2642;p53"/>
          <p:cNvSpPr txBox="1"/>
          <p:nvPr>
            <p:ph idx="12" type="sldNum"/>
          </p:nvPr>
        </p:nvSpPr>
        <p:spPr>
          <a:xfrm>
            <a:off x="8610600" y="6356352"/>
            <a:ext cx="2743200" cy="365125"/>
          </a:xfrm>
          <a:prstGeom prst="rect">
            <a:avLst/>
          </a:prstGeom>
          <a:noFill/>
          <a:ln>
            <a:noFill/>
          </a:ln>
        </p:spPr>
        <p:txBody>
          <a:bodyPr anchorCtr="0" anchor="t" bIns="58600" lIns="117225" spcFirstLastPara="1" rIns="117225" wrap="square" tIns="58600">
            <a:noAutofit/>
          </a:bodyPr>
          <a:lstStyle/>
          <a:p>
            <a:pPr indent="0" lvl="0" marL="0" rtl="0" algn="l">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6"/>
                                        </p:tgtEl>
                                        <p:attrNameLst>
                                          <p:attrName>style.visibility</p:attrName>
                                        </p:attrNameLst>
                                      </p:cBhvr>
                                      <p:to>
                                        <p:strVal val="visible"/>
                                      </p:to>
                                    </p:set>
                                    <p:animEffect filter="fade" transition="in">
                                      <p:cBhvr>
                                        <p:cTn dur="500"/>
                                        <p:tgtEl>
                                          <p:spTgt spid="24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0"/>
                                        </p:tgtEl>
                                        <p:attrNameLst>
                                          <p:attrName>style.visibility</p:attrName>
                                        </p:attrNameLst>
                                      </p:cBhvr>
                                      <p:to>
                                        <p:strVal val="visible"/>
                                      </p:to>
                                    </p:set>
                                    <p:animEffect filter="fade" transition="in">
                                      <p:cBhvr>
                                        <p:cTn dur="500"/>
                                        <p:tgtEl>
                                          <p:spTgt spid="24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1"/>
                                        </p:tgtEl>
                                        <p:attrNameLst>
                                          <p:attrName>style.visibility</p:attrName>
                                        </p:attrNameLst>
                                      </p:cBhvr>
                                      <p:to>
                                        <p:strVal val="visible"/>
                                      </p:to>
                                    </p:set>
                                    <p:animEffect filter="fade" transition="in">
                                      <p:cBhvr>
                                        <p:cTn dur="500"/>
                                        <p:tgtEl>
                                          <p:spTgt spid="24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2"/>
                                        </p:tgtEl>
                                        <p:attrNameLst>
                                          <p:attrName>style.visibility</p:attrName>
                                        </p:attrNameLst>
                                      </p:cBhvr>
                                      <p:to>
                                        <p:strVal val="visible"/>
                                      </p:to>
                                    </p:set>
                                    <p:animEffect filter="fade" transition="in">
                                      <p:cBhvr>
                                        <p:cTn dur="500"/>
                                        <p:tgtEl>
                                          <p:spTgt spid="24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5"/>
                                        </p:tgtEl>
                                        <p:attrNameLst>
                                          <p:attrName>style.visibility</p:attrName>
                                        </p:attrNameLst>
                                      </p:cBhvr>
                                      <p:to>
                                        <p:strVal val="visible"/>
                                      </p:to>
                                    </p:set>
                                    <p:animEffect filter="fade" transition="in">
                                      <p:cBhvr>
                                        <p:cTn dur="500"/>
                                        <p:tgtEl>
                                          <p:spTgt spid="24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9"/>
                                        </p:tgtEl>
                                        <p:attrNameLst>
                                          <p:attrName>style.visibility</p:attrName>
                                        </p:attrNameLst>
                                      </p:cBhvr>
                                      <p:to>
                                        <p:strVal val="visible"/>
                                      </p:to>
                                    </p:set>
                                    <p:animEffect filter="fade" transition="in">
                                      <p:cBhvr>
                                        <p:cTn dur="500"/>
                                        <p:tgtEl>
                                          <p:spTgt spid="24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4"/>
                                        </p:tgtEl>
                                        <p:attrNameLst>
                                          <p:attrName>style.visibility</p:attrName>
                                        </p:attrNameLst>
                                      </p:cBhvr>
                                      <p:to>
                                        <p:strVal val="visible"/>
                                      </p:to>
                                    </p:set>
                                    <p:animEffect filter="fade" transition="in">
                                      <p:cBhvr>
                                        <p:cTn dur="500"/>
                                        <p:tgtEl>
                                          <p:spTgt spid="24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3"/>
                                        </p:tgtEl>
                                        <p:attrNameLst>
                                          <p:attrName>style.visibility</p:attrName>
                                        </p:attrNameLst>
                                      </p:cBhvr>
                                      <p:to>
                                        <p:strVal val="visible"/>
                                      </p:to>
                                    </p:set>
                                    <p:animEffect filter="fade" transition="in">
                                      <p:cBhvr>
                                        <p:cTn dur="500"/>
                                        <p:tgtEl>
                                          <p:spTgt spid="24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6" name="Shape 2646"/>
        <p:cNvGrpSpPr/>
        <p:nvPr/>
      </p:nvGrpSpPr>
      <p:grpSpPr>
        <a:xfrm>
          <a:off x="0" y="0"/>
          <a:ext cx="0" cy="0"/>
          <a:chOff x="0" y="0"/>
          <a:chExt cx="0" cy="0"/>
        </a:xfrm>
      </p:grpSpPr>
      <p:sp>
        <p:nvSpPr>
          <p:cNvPr id="2647" name="Google Shape;2647;p54"/>
          <p:cNvSpPr txBox="1"/>
          <p:nvPr/>
        </p:nvSpPr>
        <p:spPr>
          <a:xfrm>
            <a:off x="278320" y="392932"/>
            <a:ext cx="5335532"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69C7C"/>
              </a:buClr>
              <a:buSzPts val="3200"/>
              <a:buFont typeface="Arial"/>
              <a:buNone/>
            </a:pPr>
            <a:r>
              <a:rPr b="1" i="0" lang="en-US" sz="3200" u="none" cap="none" strike="noStrike">
                <a:solidFill>
                  <a:srgbClr val="169C7C"/>
                </a:solidFill>
                <a:latin typeface="Arial"/>
                <a:ea typeface="Arial"/>
                <a:cs typeface="Arial"/>
                <a:sym typeface="Arial"/>
              </a:rPr>
              <a:t>- Why are you sweating?</a:t>
            </a:r>
            <a:endParaRPr b="0" i="0" sz="1800" u="none" cap="none" strike="noStrike">
              <a:solidFill>
                <a:schemeClr val="dk1"/>
              </a:solidFill>
              <a:latin typeface="Calibri"/>
              <a:ea typeface="Calibri"/>
              <a:cs typeface="Calibri"/>
              <a:sym typeface="Calibri"/>
            </a:endParaRPr>
          </a:p>
        </p:txBody>
      </p:sp>
      <p:sp>
        <p:nvSpPr>
          <p:cNvPr id="2648" name="Google Shape;2648;p54"/>
          <p:cNvSpPr txBox="1"/>
          <p:nvPr/>
        </p:nvSpPr>
        <p:spPr>
          <a:xfrm>
            <a:off x="235648" y="1256305"/>
            <a:ext cx="3356638"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3200"/>
              <a:buFont typeface="Arial"/>
              <a:buNone/>
            </a:pPr>
            <a:r>
              <a:rPr b="1" i="0" lang="en-US" sz="3200" u="none" cap="none" strike="noStrike">
                <a:solidFill>
                  <a:srgbClr val="0070C0"/>
                </a:solidFill>
                <a:latin typeface="Arial"/>
                <a:ea typeface="Arial"/>
                <a:cs typeface="Arial"/>
                <a:sym typeface="Arial"/>
              </a:rPr>
              <a:t>- Because I ….</a:t>
            </a:r>
            <a:endParaRPr b="0" i="0" sz="1800" u="none" cap="none" strike="noStrike">
              <a:solidFill>
                <a:schemeClr val="dk1"/>
              </a:solidFill>
              <a:latin typeface="Calibri"/>
              <a:ea typeface="Calibri"/>
              <a:cs typeface="Calibri"/>
              <a:sym typeface="Calibri"/>
            </a:endParaRPr>
          </a:p>
        </p:txBody>
      </p:sp>
      <p:sp>
        <p:nvSpPr>
          <p:cNvPr id="2649" name="Google Shape;2649;p54"/>
          <p:cNvSpPr txBox="1"/>
          <p:nvPr/>
        </p:nvSpPr>
        <p:spPr>
          <a:xfrm>
            <a:off x="235648" y="2094438"/>
            <a:ext cx="5093998"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69C7C"/>
              </a:buClr>
              <a:buSzPts val="3200"/>
              <a:buFont typeface="Arial"/>
              <a:buNone/>
            </a:pPr>
            <a:r>
              <a:rPr b="1" i="0" lang="en-US" sz="3200" u="none" cap="none" strike="noStrike">
                <a:solidFill>
                  <a:srgbClr val="169C7C"/>
                </a:solidFill>
                <a:latin typeface="Arial"/>
                <a:ea typeface="Arial"/>
                <a:cs typeface="Arial"/>
                <a:sym typeface="Arial"/>
              </a:rPr>
              <a:t>- Are the floors clean?</a:t>
            </a:r>
            <a:endParaRPr b="0" i="0" sz="1800" u="none" cap="none" strike="noStrike">
              <a:solidFill>
                <a:schemeClr val="dk1"/>
              </a:solidFill>
              <a:latin typeface="Calibri"/>
              <a:ea typeface="Calibri"/>
              <a:cs typeface="Calibri"/>
              <a:sym typeface="Calibri"/>
            </a:endParaRPr>
          </a:p>
        </p:txBody>
      </p:sp>
      <p:sp>
        <p:nvSpPr>
          <p:cNvPr id="2650" name="Google Shape;2650;p54"/>
          <p:cNvSpPr txBox="1"/>
          <p:nvPr/>
        </p:nvSpPr>
        <p:spPr>
          <a:xfrm>
            <a:off x="235648" y="2957811"/>
            <a:ext cx="3082318"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3200"/>
              <a:buFont typeface="Arial"/>
              <a:buNone/>
            </a:pPr>
            <a:r>
              <a:rPr b="1" i="0" lang="en-US" sz="3200" u="none" cap="none" strike="noStrike">
                <a:solidFill>
                  <a:srgbClr val="0070C0"/>
                </a:solidFill>
                <a:latin typeface="Arial"/>
                <a:ea typeface="Arial"/>
                <a:cs typeface="Arial"/>
                <a:sym typeface="Arial"/>
              </a:rPr>
              <a:t>- Yes, Tim…</a:t>
            </a:r>
            <a:endParaRPr b="0" i="0" sz="1800" u="none" cap="none" strike="noStrike">
              <a:solidFill>
                <a:schemeClr val="dk1"/>
              </a:solidFill>
              <a:latin typeface="Calibri"/>
              <a:ea typeface="Calibri"/>
              <a:cs typeface="Calibri"/>
              <a:sym typeface="Calibri"/>
            </a:endParaRPr>
          </a:p>
        </p:txBody>
      </p:sp>
      <p:pic>
        <p:nvPicPr>
          <p:cNvPr descr="Картинки по запросу png sweep the floor" id="2651" name="Google Shape;2651;p54"/>
          <p:cNvPicPr preferRelativeResize="0"/>
          <p:nvPr/>
        </p:nvPicPr>
        <p:blipFill rotWithShape="1">
          <a:blip r:embed="rId3">
            <a:alphaModFix/>
          </a:blip>
          <a:srcRect b="0" l="0" r="0" t="0"/>
          <a:stretch/>
        </p:blipFill>
        <p:spPr>
          <a:xfrm>
            <a:off x="7589639" y="0"/>
            <a:ext cx="2726757" cy="2925787"/>
          </a:xfrm>
          <a:prstGeom prst="rect">
            <a:avLst/>
          </a:prstGeom>
          <a:noFill/>
          <a:ln>
            <a:noFill/>
          </a:ln>
        </p:spPr>
      </p:pic>
      <p:sp>
        <p:nvSpPr>
          <p:cNvPr id="2652" name="Google Shape;2652;p54"/>
          <p:cNvSpPr txBox="1"/>
          <p:nvPr/>
        </p:nvSpPr>
        <p:spPr>
          <a:xfrm>
            <a:off x="2487275" y="1250049"/>
            <a:ext cx="6019821"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200"/>
              <a:buFont typeface="Arial"/>
              <a:buNone/>
            </a:pPr>
            <a:r>
              <a:rPr b="1" i="0" lang="en-US" sz="3200" u="none" cap="none" strike="noStrike">
                <a:solidFill>
                  <a:srgbClr val="FF0000"/>
                </a:solidFill>
                <a:latin typeface="Arial"/>
                <a:ea typeface="Arial"/>
                <a:cs typeface="Arial"/>
                <a:sym typeface="Arial"/>
              </a:rPr>
              <a:t>have been sweeping the floor</a:t>
            </a:r>
            <a:endParaRPr b="0" i="0" sz="1800" u="none" cap="none" strike="noStrike">
              <a:solidFill>
                <a:schemeClr val="dk1"/>
              </a:solidFill>
              <a:latin typeface="Calibri"/>
              <a:ea typeface="Calibri"/>
              <a:cs typeface="Calibri"/>
              <a:sym typeface="Calibri"/>
            </a:endParaRPr>
          </a:p>
        </p:txBody>
      </p:sp>
      <p:sp>
        <p:nvSpPr>
          <p:cNvPr id="2653" name="Google Shape;2653;p54"/>
          <p:cNvSpPr txBox="1"/>
          <p:nvPr/>
        </p:nvSpPr>
        <p:spPr>
          <a:xfrm>
            <a:off x="2261470" y="2879356"/>
            <a:ext cx="438988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200"/>
              <a:buFont typeface="Arial"/>
              <a:buNone/>
            </a:pPr>
            <a:r>
              <a:rPr b="1" i="0" lang="en-US" sz="3200" u="none" cap="none" strike="noStrike">
                <a:solidFill>
                  <a:srgbClr val="FF0000"/>
                </a:solidFill>
                <a:latin typeface="Arial"/>
                <a:ea typeface="Arial"/>
                <a:cs typeface="Arial"/>
                <a:sym typeface="Arial"/>
              </a:rPr>
              <a:t>has swept the floors </a:t>
            </a:r>
            <a:endParaRPr b="0" i="0" sz="1800" u="none" cap="none" strike="noStrike">
              <a:solidFill>
                <a:schemeClr val="dk1"/>
              </a:solidFill>
              <a:latin typeface="Calibri"/>
              <a:ea typeface="Calibri"/>
              <a:cs typeface="Calibri"/>
              <a:sym typeface="Calibri"/>
            </a:endParaRPr>
          </a:p>
        </p:txBody>
      </p:sp>
      <p:sp>
        <p:nvSpPr>
          <p:cNvPr id="2654" name="Google Shape;2654;p54"/>
          <p:cNvSpPr txBox="1"/>
          <p:nvPr/>
        </p:nvSpPr>
        <p:spPr>
          <a:xfrm>
            <a:off x="5565680" y="3626641"/>
            <a:ext cx="522424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69C7C"/>
              </a:buClr>
              <a:buSzPts val="3200"/>
              <a:buFont typeface="Arial"/>
              <a:buNone/>
            </a:pPr>
            <a:r>
              <a:rPr b="1" i="0" lang="en-US" sz="3200" u="none" cap="none" strike="noStrike">
                <a:solidFill>
                  <a:srgbClr val="169C7C"/>
                </a:solidFill>
                <a:latin typeface="Arial"/>
                <a:ea typeface="Arial"/>
                <a:cs typeface="Arial"/>
                <a:sym typeface="Arial"/>
              </a:rPr>
              <a:t>- Are the onions ready?</a:t>
            </a:r>
            <a:endParaRPr b="0" i="0" sz="1800" u="none" cap="none" strike="noStrike">
              <a:solidFill>
                <a:schemeClr val="dk1"/>
              </a:solidFill>
              <a:latin typeface="Calibri"/>
              <a:ea typeface="Calibri"/>
              <a:cs typeface="Calibri"/>
              <a:sym typeface="Calibri"/>
            </a:endParaRPr>
          </a:p>
        </p:txBody>
      </p:sp>
      <p:sp>
        <p:nvSpPr>
          <p:cNvPr id="2655" name="Google Shape;2655;p54"/>
          <p:cNvSpPr txBox="1"/>
          <p:nvPr/>
        </p:nvSpPr>
        <p:spPr>
          <a:xfrm>
            <a:off x="5617206" y="4302246"/>
            <a:ext cx="2520954"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3200"/>
              <a:buFont typeface="Arial"/>
              <a:buNone/>
            </a:pPr>
            <a:r>
              <a:rPr b="1" i="0" lang="en-US" sz="3200" u="none" cap="none" strike="noStrike">
                <a:solidFill>
                  <a:srgbClr val="0070C0"/>
                </a:solidFill>
                <a:latin typeface="Arial"/>
                <a:ea typeface="Arial"/>
                <a:cs typeface="Arial"/>
                <a:sym typeface="Arial"/>
              </a:rPr>
              <a:t>- Yes, I ….</a:t>
            </a:r>
            <a:endParaRPr b="0" i="0" sz="1800" u="none" cap="none" strike="noStrike">
              <a:solidFill>
                <a:schemeClr val="dk1"/>
              </a:solidFill>
              <a:latin typeface="Calibri"/>
              <a:ea typeface="Calibri"/>
              <a:cs typeface="Calibri"/>
              <a:sym typeface="Calibri"/>
            </a:endParaRPr>
          </a:p>
        </p:txBody>
      </p:sp>
      <p:sp>
        <p:nvSpPr>
          <p:cNvPr id="2656" name="Google Shape;2656;p54"/>
          <p:cNvSpPr txBox="1"/>
          <p:nvPr/>
        </p:nvSpPr>
        <p:spPr>
          <a:xfrm>
            <a:off x="7056943" y="4198904"/>
            <a:ext cx="413560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200"/>
              <a:buFont typeface="Arial"/>
              <a:buNone/>
            </a:pPr>
            <a:r>
              <a:rPr b="1" i="0" lang="en-US" sz="3200" u="none" cap="none" strike="noStrike">
                <a:solidFill>
                  <a:srgbClr val="FF0000"/>
                </a:solidFill>
                <a:latin typeface="Arial"/>
                <a:ea typeface="Arial"/>
                <a:cs typeface="Arial"/>
                <a:sym typeface="Arial"/>
              </a:rPr>
              <a:t>have peeled them</a:t>
            </a:r>
            <a:endParaRPr b="0" i="0" sz="1800" u="none" cap="none" strike="noStrike">
              <a:solidFill>
                <a:schemeClr val="dk1"/>
              </a:solidFill>
              <a:latin typeface="Calibri"/>
              <a:ea typeface="Calibri"/>
              <a:cs typeface="Calibri"/>
              <a:sym typeface="Calibri"/>
            </a:endParaRPr>
          </a:p>
        </p:txBody>
      </p:sp>
      <p:sp>
        <p:nvSpPr>
          <p:cNvPr id="2657" name="Google Shape;2657;p54"/>
          <p:cNvSpPr txBox="1"/>
          <p:nvPr/>
        </p:nvSpPr>
        <p:spPr>
          <a:xfrm>
            <a:off x="5558469" y="4934301"/>
            <a:ext cx="563407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69C7C"/>
              </a:buClr>
              <a:buSzPts val="3200"/>
              <a:buFont typeface="Arial"/>
              <a:buNone/>
            </a:pPr>
            <a:r>
              <a:rPr b="1" i="0" lang="en-US" sz="3200" u="none" cap="none" strike="noStrike">
                <a:solidFill>
                  <a:srgbClr val="169C7C"/>
                </a:solidFill>
                <a:latin typeface="Arial"/>
                <a:ea typeface="Arial"/>
                <a:cs typeface="Arial"/>
                <a:sym typeface="Arial"/>
              </a:rPr>
              <a:t>- Why are your eyes red?</a:t>
            </a:r>
            <a:endParaRPr b="0" i="0" sz="1800" u="none" cap="none" strike="noStrike">
              <a:solidFill>
                <a:schemeClr val="dk1"/>
              </a:solidFill>
              <a:latin typeface="Calibri"/>
              <a:ea typeface="Calibri"/>
              <a:cs typeface="Calibri"/>
              <a:sym typeface="Calibri"/>
            </a:endParaRPr>
          </a:p>
        </p:txBody>
      </p:sp>
      <p:sp>
        <p:nvSpPr>
          <p:cNvPr id="2658" name="Google Shape;2658;p54"/>
          <p:cNvSpPr txBox="1"/>
          <p:nvPr/>
        </p:nvSpPr>
        <p:spPr>
          <a:xfrm>
            <a:off x="5613852" y="5669975"/>
            <a:ext cx="2733314"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3200"/>
              <a:buFont typeface="Arial"/>
              <a:buNone/>
            </a:pPr>
            <a:r>
              <a:rPr b="1" i="0" lang="en-US" sz="3200" u="none" cap="none" strike="noStrike">
                <a:solidFill>
                  <a:srgbClr val="0070C0"/>
                </a:solidFill>
                <a:latin typeface="Arial"/>
                <a:ea typeface="Arial"/>
                <a:cs typeface="Arial"/>
                <a:sym typeface="Arial"/>
              </a:rPr>
              <a:t>- Yes, I ….</a:t>
            </a:r>
            <a:endParaRPr b="0" i="0" sz="1800" u="none" cap="none" strike="noStrike">
              <a:solidFill>
                <a:schemeClr val="dk1"/>
              </a:solidFill>
              <a:latin typeface="Calibri"/>
              <a:ea typeface="Calibri"/>
              <a:cs typeface="Calibri"/>
              <a:sym typeface="Calibri"/>
            </a:endParaRPr>
          </a:p>
        </p:txBody>
      </p:sp>
      <p:sp>
        <p:nvSpPr>
          <p:cNvPr id="2659" name="Google Shape;2659;p54"/>
          <p:cNvSpPr txBox="1"/>
          <p:nvPr/>
        </p:nvSpPr>
        <p:spPr>
          <a:xfrm>
            <a:off x="7007202" y="5587968"/>
            <a:ext cx="5557258"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200"/>
              <a:buFont typeface="Arial"/>
              <a:buNone/>
            </a:pPr>
            <a:r>
              <a:rPr b="1" i="0" lang="en-US" sz="3200" u="none" cap="none" strike="noStrike">
                <a:solidFill>
                  <a:srgbClr val="FF0000"/>
                </a:solidFill>
                <a:latin typeface="Arial"/>
                <a:ea typeface="Arial"/>
                <a:cs typeface="Arial"/>
                <a:sym typeface="Arial"/>
              </a:rPr>
              <a:t>have been peeling the onions</a:t>
            </a:r>
            <a:endParaRPr b="0" i="0" sz="1800" u="none" cap="none" strike="noStrike">
              <a:solidFill>
                <a:schemeClr val="dk1"/>
              </a:solidFill>
              <a:latin typeface="Calibri"/>
              <a:ea typeface="Calibri"/>
              <a:cs typeface="Calibri"/>
              <a:sym typeface="Calibri"/>
            </a:endParaRPr>
          </a:p>
        </p:txBody>
      </p:sp>
      <p:pic>
        <p:nvPicPr>
          <p:cNvPr descr="Картинки по запросу peel onion cartoon" id="2660" name="Google Shape;2660;p54"/>
          <p:cNvPicPr preferRelativeResize="0"/>
          <p:nvPr/>
        </p:nvPicPr>
        <p:blipFill rotWithShape="1">
          <a:blip r:embed="rId4">
            <a:alphaModFix/>
          </a:blip>
          <a:srcRect b="0" l="0" r="0" t="0"/>
          <a:stretch/>
        </p:blipFill>
        <p:spPr>
          <a:xfrm>
            <a:off x="2274377" y="3699646"/>
            <a:ext cx="2347825" cy="2305138"/>
          </a:xfrm>
          <a:prstGeom prst="rect">
            <a:avLst/>
          </a:prstGeom>
          <a:noFill/>
          <a:ln>
            <a:noFill/>
          </a:ln>
        </p:spPr>
      </p:pic>
      <p:sp>
        <p:nvSpPr>
          <p:cNvPr id="2661" name="Google Shape;2661;p54"/>
          <p:cNvSpPr txBox="1"/>
          <p:nvPr/>
        </p:nvSpPr>
        <p:spPr>
          <a:xfrm>
            <a:off x="2662547" y="6051139"/>
            <a:ext cx="163698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400"/>
              <a:buFont typeface="Arial"/>
              <a:buNone/>
            </a:pPr>
            <a:r>
              <a:rPr b="1" i="1" lang="en-US" sz="2400" u="none" cap="none" strike="noStrike">
                <a:solidFill>
                  <a:srgbClr val="002060"/>
                </a:solidFill>
                <a:latin typeface="Arial"/>
                <a:ea typeface="Arial"/>
                <a:cs typeface="Arial"/>
                <a:sym typeface="Arial"/>
              </a:rPr>
              <a:t>peel onions</a:t>
            </a:r>
            <a:endParaRPr b="1" i="1" sz="2400" u="none" cap="none" strike="noStrike">
              <a:solidFill>
                <a:srgbClr val="002060"/>
              </a:solidFill>
              <a:latin typeface="Arial"/>
              <a:ea typeface="Arial"/>
              <a:cs typeface="Arial"/>
              <a:sym typeface="Arial"/>
            </a:endParaRPr>
          </a:p>
        </p:txBody>
      </p:sp>
      <p:sp>
        <p:nvSpPr>
          <p:cNvPr id="2662" name="Google Shape;2662;p54"/>
          <p:cNvSpPr txBox="1"/>
          <p:nvPr/>
        </p:nvSpPr>
        <p:spPr>
          <a:xfrm>
            <a:off x="9960091" y="1396388"/>
            <a:ext cx="198624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400"/>
              <a:buFont typeface="Arial"/>
              <a:buNone/>
            </a:pPr>
            <a:r>
              <a:rPr b="1" i="1" lang="en-US" sz="2400" u="none" cap="none" strike="noStrike">
                <a:solidFill>
                  <a:srgbClr val="002060"/>
                </a:solidFill>
                <a:latin typeface="Arial"/>
                <a:ea typeface="Arial"/>
                <a:cs typeface="Arial"/>
                <a:sym typeface="Arial"/>
              </a:rPr>
              <a:t>sweep floor(s)</a:t>
            </a:r>
            <a:endParaRPr b="1" i="1" sz="2400" u="none" cap="none" strike="noStrike">
              <a:solidFill>
                <a:srgbClr val="002060"/>
              </a:solidFill>
              <a:latin typeface="Arial"/>
              <a:ea typeface="Arial"/>
              <a:cs typeface="Arial"/>
              <a:sym typeface="Arial"/>
            </a:endParaRPr>
          </a:p>
        </p:txBody>
      </p:sp>
      <p:pic>
        <p:nvPicPr>
          <p:cNvPr id="2663" name="Google Shape;2663;p54"/>
          <p:cNvPicPr preferRelativeResize="0"/>
          <p:nvPr/>
        </p:nvPicPr>
        <p:blipFill rotWithShape="1">
          <a:blip r:embed="rId5">
            <a:alphaModFix/>
          </a:blip>
          <a:srcRect b="0" l="0" r="0" t="0"/>
          <a:stretch/>
        </p:blipFill>
        <p:spPr>
          <a:xfrm>
            <a:off x="0" y="5856514"/>
            <a:ext cx="914400" cy="1001486"/>
          </a:xfrm>
          <a:prstGeom prst="rect">
            <a:avLst/>
          </a:prstGeom>
          <a:noFill/>
          <a:ln>
            <a:noFill/>
          </a:ln>
        </p:spPr>
      </p:pic>
      <p:grpSp>
        <p:nvGrpSpPr>
          <p:cNvPr id="2664" name="Google Shape;2664;p54"/>
          <p:cNvGrpSpPr/>
          <p:nvPr/>
        </p:nvGrpSpPr>
        <p:grpSpPr>
          <a:xfrm>
            <a:off x="11154770" y="0"/>
            <a:ext cx="890581" cy="681012"/>
            <a:chOff x="7350231" y="1734252"/>
            <a:chExt cx="4870814" cy="5345793"/>
          </a:xfrm>
        </p:grpSpPr>
        <p:grpSp>
          <p:nvGrpSpPr>
            <p:cNvPr id="2665" name="Google Shape;2665;p54"/>
            <p:cNvGrpSpPr/>
            <p:nvPr/>
          </p:nvGrpSpPr>
          <p:grpSpPr>
            <a:xfrm>
              <a:off x="7496004" y="1839383"/>
              <a:ext cx="3874490" cy="3979118"/>
              <a:chOff x="7496004" y="1839383"/>
              <a:chExt cx="3874490" cy="3979118"/>
            </a:xfrm>
          </p:grpSpPr>
          <p:sp>
            <p:nvSpPr>
              <p:cNvPr id="2666" name="Google Shape;2666;p54"/>
              <p:cNvSpPr/>
              <p:nvPr/>
            </p:nvSpPr>
            <p:spPr>
              <a:xfrm rot="8201235">
                <a:off x="10839502" y="4413955"/>
                <a:ext cx="427534" cy="471394"/>
              </a:xfrm>
              <a:custGeom>
                <a:rect b="b" l="l" r="r" t="t"/>
                <a:pathLst>
                  <a:path extrusionOk="0" h="4725490" w="4285801">
                    <a:moveTo>
                      <a:pt x="1428251" y="4622752"/>
                    </a:moveTo>
                    <a:cubicBezTo>
                      <a:pt x="1313180" y="4505074"/>
                      <a:pt x="1240588" y="4345285"/>
                      <a:pt x="1235771" y="4167715"/>
                    </a:cubicBezTo>
                    <a:cubicBezTo>
                      <a:pt x="1227835" y="3875156"/>
                      <a:pt x="1406218" y="3620819"/>
                      <a:pt x="1664050" y="3520754"/>
                    </a:cubicBezTo>
                    <a:lnTo>
                      <a:pt x="1635892" y="2482688"/>
                    </a:lnTo>
                    <a:lnTo>
                      <a:pt x="1044642" y="2469039"/>
                    </a:lnTo>
                    <a:lnTo>
                      <a:pt x="1044642" y="2667331"/>
                    </a:lnTo>
                    <a:cubicBezTo>
                      <a:pt x="1044642" y="2727000"/>
                      <a:pt x="996271" y="2775371"/>
                      <a:pt x="936601" y="2775372"/>
                    </a:cubicBezTo>
                    <a:lnTo>
                      <a:pt x="657382" y="2775371"/>
                    </a:lnTo>
                    <a:cubicBezTo>
                      <a:pt x="637755" y="2823613"/>
                      <a:pt x="630101" y="2874237"/>
                      <a:pt x="622448" y="2945800"/>
                    </a:cubicBezTo>
                    <a:lnTo>
                      <a:pt x="252030" y="2945800"/>
                    </a:lnTo>
                    <a:cubicBezTo>
                      <a:pt x="256275" y="2883407"/>
                      <a:pt x="252593" y="2828938"/>
                      <a:pt x="235967" y="2775370"/>
                    </a:cubicBezTo>
                    <a:lnTo>
                      <a:pt x="7267" y="2775370"/>
                    </a:lnTo>
                    <a:cubicBezTo>
                      <a:pt x="1003" y="2679903"/>
                      <a:pt x="-1109" y="2594661"/>
                      <a:pt x="535" y="2514852"/>
                    </a:cubicBezTo>
                    <a:cubicBezTo>
                      <a:pt x="5466" y="2275424"/>
                      <a:pt x="44187" y="2084887"/>
                      <a:pt x="105917" y="1813823"/>
                    </a:cubicBezTo>
                    <a:cubicBezTo>
                      <a:pt x="258635" y="1288584"/>
                      <a:pt x="488046" y="911620"/>
                      <a:pt x="870837" y="570445"/>
                    </a:cubicBezTo>
                    <a:cubicBezTo>
                      <a:pt x="674179" y="1284154"/>
                      <a:pt x="622718" y="1497188"/>
                      <a:pt x="741752" y="1669956"/>
                    </a:cubicBezTo>
                    <a:cubicBezTo>
                      <a:pt x="882751" y="1699943"/>
                      <a:pt x="788174" y="1674807"/>
                      <a:pt x="936601" y="1710419"/>
                    </a:cubicBezTo>
                    <a:cubicBezTo>
                      <a:pt x="1001384" y="1730870"/>
                      <a:pt x="1044642" y="1758791"/>
                      <a:pt x="1044642" y="1818460"/>
                    </a:cubicBezTo>
                    <a:lnTo>
                      <a:pt x="1044642" y="1970448"/>
                    </a:lnTo>
                    <a:lnTo>
                      <a:pt x="1621635" y="1957128"/>
                    </a:lnTo>
                    <a:lnTo>
                      <a:pt x="1601569" y="1217379"/>
                    </a:lnTo>
                    <a:cubicBezTo>
                      <a:pt x="1338692" y="1131438"/>
                      <a:pt x="1146783" y="887145"/>
                      <a:pt x="1138847" y="594588"/>
                    </a:cubicBezTo>
                    <a:cubicBezTo>
                      <a:pt x="1132425" y="357828"/>
                      <a:pt x="1248029" y="146099"/>
                      <a:pt x="1428910" y="20243"/>
                    </a:cubicBezTo>
                    <a:lnTo>
                      <a:pt x="1447318" y="698863"/>
                    </a:lnTo>
                    <a:lnTo>
                      <a:pt x="2193594" y="678620"/>
                    </a:lnTo>
                    <a:lnTo>
                      <a:pt x="2175185" y="0"/>
                    </a:lnTo>
                    <a:cubicBezTo>
                      <a:pt x="2362624" y="115865"/>
                      <a:pt x="2489536" y="321015"/>
                      <a:pt x="2495958" y="557775"/>
                    </a:cubicBezTo>
                    <a:cubicBezTo>
                      <a:pt x="2503894" y="850332"/>
                      <a:pt x="2325511" y="1104670"/>
                      <a:pt x="2067679" y="1204735"/>
                    </a:cubicBezTo>
                    <a:lnTo>
                      <a:pt x="2087796" y="1946367"/>
                    </a:lnTo>
                    <a:lnTo>
                      <a:pt x="4285801" y="1895627"/>
                    </a:lnTo>
                    <a:lnTo>
                      <a:pt x="4285801" y="2543859"/>
                    </a:lnTo>
                    <a:lnTo>
                      <a:pt x="2102637" y="2493462"/>
                    </a:lnTo>
                    <a:lnTo>
                      <a:pt x="2130160" y="3508110"/>
                    </a:lnTo>
                    <a:cubicBezTo>
                      <a:pt x="2393037" y="3594051"/>
                      <a:pt x="2584946" y="3838344"/>
                      <a:pt x="2592882" y="4130902"/>
                    </a:cubicBezTo>
                    <a:cubicBezTo>
                      <a:pt x="2599304" y="4367662"/>
                      <a:pt x="2483700" y="4579391"/>
                      <a:pt x="2302820" y="4705247"/>
                    </a:cubicBezTo>
                    <a:lnTo>
                      <a:pt x="2284411" y="4026626"/>
                    </a:lnTo>
                    <a:lnTo>
                      <a:pt x="1538135" y="4046869"/>
                    </a:lnTo>
                    <a:lnTo>
                      <a:pt x="1556544" y="4725490"/>
                    </a:lnTo>
                    <a:cubicBezTo>
                      <a:pt x="1509684" y="4696524"/>
                      <a:pt x="1466607" y="4661977"/>
                      <a:pt x="1428251" y="4622752"/>
                    </a:cubicBezTo>
                    <a:close/>
                    <a:moveTo>
                      <a:pt x="44807" y="3562389"/>
                    </a:moveTo>
                    <a:cubicBezTo>
                      <a:pt x="25255" y="3542837"/>
                      <a:pt x="13162" y="3515827"/>
                      <a:pt x="13162" y="3485992"/>
                    </a:cubicBezTo>
                    <a:lnTo>
                      <a:pt x="13162" y="3053842"/>
                    </a:lnTo>
                    <a:cubicBezTo>
                      <a:pt x="13162" y="2994173"/>
                      <a:pt x="61534" y="2945801"/>
                      <a:pt x="121203" y="2945801"/>
                    </a:cubicBezTo>
                    <a:lnTo>
                      <a:pt x="757287" y="2945801"/>
                    </a:lnTo>
                    <a:cubicBezTo>
                      <a:pt x="816956" y="2945801"/>
                      <a:pt x="865328" y="2994173"/>
                      <a:pt x="865328" y="3053842"/>
                    </a:cubicBezTo>
                    <a:lnTo>
                      <a:pt x="865328" y="3485992"/>
                    </a:lnTo>
                    <a:cubicBezTo>
                      <a:pt x="865328" y="3545662"/>
                      <a:pt x="816956" y="3594033"/>
                      <a:pt x="757287" y="3594033"/>
                    </a:cubicBezTo>
                    <a:lnTo>
                      <a:pt x="121203" y="3594033"/>
                    </a:lnTo>
                    <a:cubicBezTo>
                      <a:pt x="91368" y="3594033"/>
                      <a:pt x="64358" y="3581940"/>
                      <a:pt x="44807" y="356238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667" name="Google Shape;2667;p54"/>
              <p:cNvSpPr/>
              <p:nvPr/>
            </p:nvSpPr>
            <p:spPr>
              <a:xfrm rot="-900000">
                <a:off x="7608221" y="2961416"/>
                <a:ext cx="392828" cy="319096"/>
              </a:xfrm>
              <a:custGeom>
                <a:rect b="b" l="l" r="r" t="t"/>
                <a:pathLst>
                  <a:path extrusionOk="0" h="3321003" w="4088377">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668" name="Google Shape;2668;p54"/>
              <p:cNvSpPr/>
              <p:nvPr/>
            </p:nvSpPr>
            <p:spPr>
              <a:xfrm flipH="1" rot="5400000">
                <a:off x="10824557" y="2917080"/>
                <a:ext cx="392828" cy="392828"/>
              </a:xfrm>
              <a:custGeom>
                <a:rect b="b" l="l" r="r" t="t"/>
                <a:pathLst>
                  <a:path extrusionOk="0" h="3786923" w="3287892">
                    <a:moveTo>
                      <a:pt x="2574092" y="3411971"/>
                    </a:moveTo>
                    <a:cubicBezTo>
                      <a:pt x="2577477" y="3551838"/>
                      <a:pt x="2489596" y="3681234"/>
                      <a:pt x="2347458" y="3745664"/>
                    </a:cubicBezTo>
                    <a:cubicBezTo>
                      <a:pt x="2228355" y="3799653"/>
                      <a:pt x="2086904" y="3800713"/>
                      <a:pt x="1966757" y="3748519"/>
                    </a:cubicBezTo>
                    <a:cubicBezTo>
                      <a:pt x="1823914" y="3686464"/>
                      <a:pt x="1733597" y="3559106"/>
                      <a:pt x="1733597" y="3419734"/>
                    </a:cubicBezTo>
                    <a:cubicBezTo>
                      <a:pt x="2013762" y="3417146"/>
                      <a:pt x="2293927" y="3414559"/>
                      <a:pt x="2574092" y="3411971"/>
                    </a:cubicBezTo>
                    <a:close/>
                    <a:moveTo>
                      <a:pt x="2574187" y="367189"/>
                    </a:moveTo>
                    <a:cubicBezTo>
                      <a:pt x="2294022" y="369777"/>
                      <a:pt x="2013857" y="372364"/>
                      <a:pt x="1733692" y="374952"/>
                    </a:cubicBezTo>
                    <a:cubicBezTo>
                      <a:pt x="1730307" y="235085"/>
                      <a:pt x="1818188" y="105689"/>
                      <a:pt x="1960326" y="41259"/>
                    </a:cubicBezTo>
                    <a:cubicBezTo>
                      <a:pt x="2079429" y="-12730"/>
                      <a:pt x="2220880" y="-13790"/>
                      <a:pt x="2341027" y="38404"/>
                    </a:cubicBezTo>
                    <a:cubicBezTo>
                      <a:pt x="2483870" y="100459"/>
                      <a:pt x="2574187" y="227817"/>
                      <a:pt x="2574187" y="367189"/>
                    </a:cubicBezTo>
                    <a:close/>
                    <a:moveTo>
                      <a:pt x="2688290" y="635445"/>
                    </a:moveTo>
                    <a:lnTo>
                      <a:pt x="2688290" y="1612884"/>
                    </a:lnTo>
                    <a:lnTo>
                      <a:pt x="1619492" y="1612884"/>
                    </a:lnTo>
                    <a:lnTo>
                      <a:pt x="1619492" y="1396859"/>
                    </a:lnTo>
                    <a:lnTo>
                      <a:pt x="201708" y="1396859"/>
                    </a:lnTo>
                    <a:cubicBezTo>
                      <a:pt x="90308" y="1396859"/>
                      <a:pt x="0" y="1306551"/>
                      <a:pt x="0" y="1195151"/>
                    </a:cubicBezTo>
                    <a:lnTo>
                      <a:pt x="0" y="907003"/>
                    </a:lnTo>
                    <a:cubicBezTo>
                      <a:pt x="0" y="795603"/>
                      <a:pt x="90308" y="705295"/>
                      <a:pt x="201708" y="705295"/>
                    </a:cubicBezTo>
                    <a:lnTo>
                      <a:pt x="1619492" y="705295"/>
                    </a:lnTo>
                    <a:lnTo>
                      <a:pt x="1619492" y="635445"/>
                    </a:lnTo>
                    <a:cubicBezTo>
                      <a:pt x="1619492" y="537063"/>
                      <a:pt x="1699247" y="457308"/>
                      <a:pt x="1797629" y="457308"/>
                    </a:cubicBezTo>
                    <a:lnTo>
                      <a:pt x="2510153" y="457308"/>
                    </a:lnTo>
                    <a:cubicBezTo>
                      <a:pt x="2608535" y="457308"/>
                      <a:pt x="2688290" y="537063"/>
                      <a:pt x="2688290" y="635445"/>
                    </a:cubicBezTo>
                    <a:close/>
                    <a:moveTo>
                      <a:pt x="3177333" y="2901044"/>
                    </a:moveTo>
                    <a:lnTo>
                      <a:pt x="1130451" y="2901044"/>
                    </a:lnTo>
                    <a:cubicBezTo>
                      <a:pt x="1350134" y="2526253"/>
                      <a:pt x="1481437" y="2165059"/>
                      <a:pt x="1605942" y="1684892"/>
                    </a:cubicBezTo>
                    <a:lnTo>
                      <a:pt x="2701842" y="1684892"/>
                    </a:lnTo>
                    <a:cubicBezTo>
                      <a:pt x="2809350" y="2117470"/>
                      <a:pt x="2933855" y="2516056"/>
                      <a:pt x="3177333" y="2901044"/>
                    </a:cubicBezTo>
                    <a:close/>
                    <a:moveTo>
                      <a:pt x="3287892" y="3137537"/>
                    </a:moveTo>
                    <a:lnTo>
                      <a:pt x="3287892" y="3248909"/>
                    </a:lnTo>
                    <a:cubicBezTo>
                      <a:pt x="3287892" y="3295849"/>
                      <a:pt x="3249839" y="3333902"/>
                      <a:pt x="3202899" y="3333902"/>
                    </a:cubicBezTo>
                    <a:lnTo>
                      <a:pt x="1104885" y="3333902"/>
                    </a:lnTo>
                    <a:cubicBezTo>
                      <a:pt x="1057945" y="3333902"/>
                      <a:pt x="1019892" y="3295849"/>
                      <a:pt x="1019892" y="3248909"/>
                    </a:cubicBezTo>
                    <a:lnTo>
                      <a:pt x="1019892" y="3137537"/>
                    </a:lnTo>
                    <a:cubicBezTo>
                      <a:pt x="1019892" y="3090597"/>
                      <a:pt x="1057945" y="3052544"/>
                      <a:pt x="1104885" y="3052544"/>
                    </a:cubicBezTo>
                    <a:lnTo>
                      <a:pt x="3202899" y="3052544"/>
                    </a:lnTo>
                    <a:cubicBezTo>
                      <a:pt x="3249839" y="3052544"/>
                      <a:pt x="3287892" y="3090597"/>
                      <a:pt x="3287892" y="313753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669" name="Google Shape;2669;p54"/>
              <p:cNvSpPr/>
              <p:nvPr/>
            </p:nvSpPr>
            <p:spPr>
              <a:xfrm>
                <a:off x="11062223" y="3784811"/>
                <a:ext cx="285020" cy="285020"/>
              </a:xfrm>
              <a:custGeom>
                <a:rect b="b" l="l" r="r" t="t"/>
                <a:pathLst>
                  <a:path extrusionOk="0" h="2964099" w="2801488">
                    <a:moveTo>
                      <a:pt x="1393788" y="2251706"/>
                    </a:moveTo>
                    <a:cubicBezTo>
                      <a:pt x="1338380" y="2251706"/>
                      <a:pt x="1293463" y="2296623"/>
                      <a:pt x="1293463" y="2352031"/>
                    </a:cubicBezTo>
                    <a:cubicBezTo>
                      <a:pt x="1293463" y="2407439"/>
                      <a:pt x="1338380" y="2452356"/>
                      <a:pt x="1393788" y="2452356"/>
                    </a:cubicBezTo>
                    <a:cubicBezTo>
                      <a:pt x="1449196" y="2452356"/>
                      <a:pt x="1494113" y="2407439"/>
                      <a:pt x="1494113" y="2352031"/>
                    </a:cubicBezTo>
                    <a:cubicBezTo>
                      <a:pt x="1494113" y="2296623"/>
                      <a:pt x="1449196" y="2251706"/>
                      <a:pt x="1393788" y="2251706"/>
                    </a:cubicBezTo>
                    <a:close/>
                    <a:moveTo>
                      <a:pt x="2189420" y="1936547"/>
                    </a:moveTo>
                    <a:cubicBezTo>
                      <a:pt x="1959955" y="1936547"/>
                      <a:pt x="1773936" y="2122566"/>
                      <a:pt x="1773936" y="2352031"/>
                    </a:cubicBezTo>
                    <a:cubicBezTo>
                      <a:pt x="1773936" y="2581496"/>
                      <a:pt x="1959955" y="2767515"/>
                      <a:pt x="2189420" y="2767515"/>
                    </a:cubicBezTo>
                    <a:cubicBezTo>
                      <a:pt x="2418885" y="2767515"/>
                      <a:pt x="2604904" y="2581496"/>
                      <a:pt x="2604904" y="2352031"/>
                    </a:cubicBezTo>
                    <a:cubicBezTo>
                      <a:pt x="2604904" y="2122566"/>
                      <a:pt x="2418885" y="1936547"/>
                      <a:pt x="2189420" y="1936547"/>
                    </a:cubicBezTo>
                    <a:close/>
                    <a:moveTo>
                      <a:pt x="612068" y="1936547"/>
                    </a:moveTo>
                    <a:cubicBezTo>
                      <a:pt x="382603" y="1936547"/>
                      <a:pt x="196584" y="2122566"/>
                      <a:pt x="196584" y="2352031"/>
                    </a:cubicBezTo>
                    <a:cubicBezTo>
                      <a:pt x="196584" y="2581496"/>
                      <a:pt x="382603" y="2767515"/>
                      <a:pt x="612068" y="2767515"/>
                    </a:cubicBezTo>
                    <a:cubicBezTo>
                      <a:pt x="841533" y="2767515"/>
                      <a:pt x="1027552" y="2581496"/>
                      <a:pt x="1027552" y="2352031"/>
                    </a:cubicBezTo>
                    <a:cubicBezTo>
                      <a:pt x="1027552" y="2122566"/>
                      <a:pt x="841533" y="1936547"/>
                      <a:pt x="612068" y="1936547"/>
                    </a:cubicBezTo>
                    <a:close/>
                    <a:moveTo>
                      <a:pt x="845776" y="315"/>
                    </a:moveTo>
                    <a:cubicBezTo>
                      <a:pt x="1032101" y="7965"/>
                      <a:pt x="1181399" y="153129"/>
                      <a:pt x="1195696" y="335717"/>
                    </a:cubicBezTo>
                    <a:lnTo>
                      <a:pt x="1198885" y="335806"/>
                    </a:lnTo>
                    <a:lnTo>
                      <a:pt x="1198706" y="366401"/>
                    </a:lnTo>
                    <a:cubicBezTo>
                      <a:pt x="1198883" y="367005"/>
                      <a:pt x="1198884" y="367612"/>
                      <a:pt x="1198884" y="368218"/>
                    </a:cubicBezTo>
                    <a:lnTo>
                      <a:pt x="1198695" y="368210"/>
                    </a:lnTo>
                    <a:lnTo>
                      <a:pt x="1197421" y="585651"/>
                    </a:lnTo>
                    <a:cubicBezTo>
                      <a:pt x="1245519" y="531733"/>
                      <a:pt x="1316597" y="499778"/>
                      <a:pt x="1394104" y="502960"/>
                    </a:cubicBezTo>
                    <a:cubicBezTo>
                      <a:pt x="1472998" y="506199"/>
                      <a:pt x="1542269" y="545176"/>
                      <a:pt x="1585751" y="604519"/>
                    </a:cubicBezTo>
                    <a:cubicBezTo>
                      <a:pt x="1585226" y="514948"/>
                      <a:pt x="1584701" y="425377"/>
                      <a:pt x="1584176" y="335806"/>
                    </a:cubicBezTo>
                    <a:lnTo>
                      <a:pt x="1585829" y="335760"/>
                    </a:lnTo>
                    <a:cubicBezTo>
                      <a:pt x="1602915" y="140060"/>
                      <a:pt x="1770945" y="-7755"/>
                      <a:pt x="1967493" y="315"/>
                    </a:cubicBezTo>
                    <a:cubicBezTo>
                      <a:pt x="2146853" y="7679"/>
                      <a:pt x="2291902" y="142468"/>
                      <a:pt x="2315427" y="315465"/>
                    </a:cubicBezTo>
                    <a:lnTo>
                      <a:pt x="2320109" y="315335"/>
                    </a:lnTo>
                    <a:lnTo>
                      <a:pt x="2729306" y="2069418"/>
                    </a:lnTo>
                    <a:cubicBezTo>
                      <a:pt x="2776307" y="2152970"/>
                      <a:pt x="2801488" y="2249560"/>
                      <a:pt x="2801488" y="2352031"/>
                    </a:cubicBezTo>
                    <a:cubicBezTo>
                      <a:pt x="2801488" y="2690067"/>
                      <a:pt x="2527456" y="2964099"/>
                      <a:pt x="2189420" y="2964099"/>
                    </a:cubicBezTo>
                    <a:cubicBezTo>
                      <a:pt x="1922036" y="2964099"/>
                      <a:pt x="1694697" y="2792645"/>
                      <a:pt x="1613824" y="2552817"/>
                    </a:cubicBezTo>
                    <a:cubicBezTo>
                      <a:pt x="1559905" y="2613347"/>
                      <a:pt x="1481232" y="2650901"/>
                      <a:pt x="1393788" y="2650901"/>
                    </a:cubicBezTo>
                    <a:cubicBezTo>
                      <a:pt x="1311973" y="2650901"/>
                      <a:pt x="1237837" y="2618027"/>
                      <a:pt x="1183996" y="2564635"/>
                    </a:cubicBezTo>
                    <a:cubicBezTo>
                      <a:pt x="1099341" y="2798210"/>
                      <a:pt x="875077" y="2964099"/>
                      <a:pt x="612068" y="2964099"/>
                    </a:cubicBezTo>
                    <a:cubicBezTo>
                      <a:pt x="274032" y="2964099"/>
                      <a:pt x="0" y="2690067"/>
                      <a:pt x="0" y="2352031"/>
                    </a:cubicBezTo>
                    <a:cubicBezTo>
                      <a:pt x="0" y="2288533"/>
                      <a:pt x="9669" y="2227293"/>
                      <a:pt x="30466" y="2170591"/>
                    </a:cubicBezTo>
                    <a:lnTo>
                      <a:pt x="30153" y="2170591"/>
                    </a:lnTo>
                    <a:lnTo>
                      <a:pt x="462952" y="315335"/>
                    </a:lnTo>
                    <a:lnTo>
                      <a:pt x="467801" y="315470"/>
                    </a:lnTo>
                    <a:cubicBezTo>
                      <a:pt x="493068" y="129842"/>
                      <a:pt x="656149" y="-7470"/>
                      <a:pt x="845776" y="3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670" name="Google Shape;2670;p54"/>
              <p:cNvSpPr/>
              <p:nvPr/>
            </p:nvSpPr>
            <p:spPr>
              <a:xfrm>
                <a:off x="8077159" y="2346892"/>
                <a:ext cx="392828" cy="303948"/>
              </a:xfrm>
              <a:custGeom>
                <a:rect b="b" l="l" r="r" t="t"/>
                <a:pathLst>
                  <a:path extrusionOk="0" h="3064028" w="3960000">
                    <a:moveTo>
                      <a:pt x="1955333" y="1285185"/>
                    </a:moveTo>
                    <a:cubicBezTo>
                      <a:pt x="2192176" y="1285185"/>
                      <a:pt x="2384176" y="1477185"/>
                      <a:pt x="2384176" y="1714028"/>
                    </a:cubicBezTo>
                    <a:cubicBezTo>
                      <a:pt x="2384176" y="1950871"/>
                      <a:pt x="2192176" y="2142871"/>
                      <a:pt x="1955333" y="2142871"/>
                    </a:cubicBezTo>
                    <a:cubicBezTo>
                      <a:pt x="1718490" y="2142871"/>
                      <a:pt x="1526490" y="1950871"/>
                      <a:pt x="1526490" y="1714028"/>
                    </a:cubicBezTo>
                    <a:cubicBezTo>
                      <a:pt x="1526490" y="1477185"/>
                      <a:pt x="1718490" y="1285185"/>
                      <a:pt x="1955333" y="1285185"/>
                    </a:cubicBezTo>
                    <a:close/>
                    <a:moveTo>
                      <a:pt x="1955333" y="1074136"/>
                    </a:moveTo>
                    <a:cubicBezTo>
                      <a:pt x="1601930" y="1074136"/>
                      <a:pt x="1315441" y="1360625"/>
                      <a:pt x="1315441" y="1714028"/>
                    </a:cubicBezTo>
                    <a:cubicBezTo>
                      <a:pt x="1315441" y="2067431"/>
                      <a:pt x="1601930" y="2353920"/>
                      <a:pt x="1955333" y="2353920"/>
                    </a:cubicBezTo>
                    <a:cubicBezTo>
                      <a:pt x="2308736" y="2353920"/>
                      <a:pt x="2595225" y="2067431"/>
                      <a:pt x="2595225" y="1714028"/>
                    </a:cubicBezTo>
                    <a:cubicBezTo>
                      <a:pt x="2595225" y="1360625"/>
                      <a:pt x="2308736" y="1074136"/>
                      <a:pt x="1955333" y="1074136"/>
                    </a:cubicBezTo>
                    <a:close/>
                    <a:moveTo>
                      <a:pt x="1955333" y="849503"/>
                    </a:moveTo>
                    <a:cubicBezTo>
                      <a:pt x="2432797" y="849503"/>
                      <a:pt x="2819858" y="1236564"/>
                      <a:pt x="2819858" y="1714028"/>
                    </a:cubicBezTo>
                    <a:cubicBezTo>
                      <a:pt x="2819858" y="2191492"/>
                      <a:pt x="2432797" y="2578553"/>
                      <a:pt x="1955333" y="2578553"/>
                    </a:cubicBezTo>
                    <a:cubicBezTo>
                      <a:pt x="1477869" y="2578553"/>
                      <a:pt x="1090808" y="2191492"/>
                      <a:pt x="1090808" y="1714028"/>
                    </a:cubicBezTo>
                    <a:cubicBezTo>
                      <a:pt x="1090808" y="1236564"/>
                      <a:pt x="1477869" y="849503"/>
                      <a:pt x="1955333" y="849503"/>
                    </a:cubicBezTo>
                    <a:close/>
                    <a:moveTo>
                      <a:pt x="3253503" y="756254"/>
                    </a:moveTo>
                    <a:cubicBezTo>
                      <a:pt x="3162525" y="756254"/>
                      <a:pt x="3088773" y="830006"/>
                      <a:pt x="3088773" y="920984"/>
                    </a:cubicBezTo>
                    <a:cubicBezTo>
                      <a:pt x="3088773" y="1011962"/>
                      <a:pt x="3162525" y="1085714"/>
                      <a:pt x="3253503" y="1085714"/>
                    </a:cubicBezTo>
                    <a:cubicBezTo>
                      <a:pt x="3344481" y="1085714"/>
                      <a:pt x="3418233" y="1011962"/>
                      <a:pt x="3418233" y="920984"/>
                    </a:cubicBezTo>
                    <a:cubicBezTo>
                      <a:pt x="3418233" y="830006"/>
                      <a:pt x="3344481" y="756254"/>
                      <a:pt x="3253503" y="756254"/>
                    </a:cubicBezTo>
                    <a:close/>
                    <a:moveTo>
                      <a:pt x="1955333" y="744677"/>
                    </a:moveTo>
                    <a:cubicBezTo>
                      <a:pt x="1419975" y="744677"/>
                      <a:pt x="985982" y="1178670"/>
                      <a:pt x="985982" y="1714028"/>
                    </a:cubicBezTo>
                    <a:cubicBezTo>
                      <a:pt x="985982" y="2249386"/>
                      <a:pt x="1419975" y="2683379"/>
                      <a:pt x="1955333" y="2683379"/>
                    </a:cubicBezTo>
                    <a:cubicBezTo>
                      <a:pt x="2490691" y="2683379"/>
                      <a:pt x="2924684" y="2249386"/>
                      <a:pt x="2924684" y="1714028"/>
                    </a:cubicBezTo>
                    <a:cubicBezTo>
                      <a:pt x="2924684" y="1178670"/>
                      <a:pt x="2490691" y="744677"/>
                      <a:pt x="1955333" y="744677"/>
                    </a:cubicBezTo>
                    <a:close/>
                    <a:moveTo>
                      <a:pt x="1333922" y="0"/>
                    </a:moveTo>
                    <a:lnTo>
                      <a:pt x="2626078" y="0"/>
                    </a:lnTo>
                    <a:lnTo>
                      <a:pt x="2717085" y="364028"/>
                    </a:lnTo>
                    <a:lnTo>
                      <a:pt x="3699990" y="364028"/>
                    </a:lnTo>
                    <a:cubicBezTo>
                      <a:pt x="3843590" y="364028"/>
                      <a:pt x="3960000" y="480438"/>
                      <a:pt x="3960000" y="624038"/>
                    </a:cubicBezTo>
                    <a:lnTo>
                      <a:pt x="3960000" y="2804018"/>
                    </a:lnTo>
                    <a:cubicBezTo>
                      <a:pt x="3960000" y="2947618"/>
                      <a:pt x="3843590" y="3064028"/>
                      <a:pt x="3699990" y="3064028"/>
                    </a:cubicBezTo>
                    <a:lnTo>
                      <a:pt x="260010" y="3064028"/>
                    </a:lnTo>
                    <a:cubicBezTo>
                      <a:pt x="116410" y="3064028"/>
                      <a:pt x="0" y="2947618"/>
                      <a:pt x="0" y="2804018"/>
                    </a:cubicBezTo>
                    <a:lnTo>
                      <a:pt x="0" y="624038"/>
                    </a:lnTo>
                    <a:cubicBezTo>
                      <a:pt x="0" y="480438"/>
                      <a:pt x="116410" y="364028"/>
                      <a:pt x="260010" y="364028"/>
                    </a:cubicBezTo>
                    <a:lnTo>
                      <a:pt x="443165" y="364028"/>
                    </a:lnTo>
                    <a:lnTo>
                      <a:pt x="443165" y="237982"/>
                    </a:lnTo>
                    <a:cubicBezTo>
                      <a:pt x="443165" y="195266"/>
                      <a:pt x="477794" y="160637"/>
                      <a:pt x="520510" y="160637"/>
                    </a:cubicBezTo>
                    <a:lnTo>
                      <a:pt x="1049896" y="160637"/>
                    </a:lnTo>
                    <a:cubicBezTo>
                      <a:pt x="1092612" y="160637"/>
                      <a:pt x="1127241" y="195266"/>
                      <a:pt x="1127241" y="237982"/>
                    </a:cubicBezTo>
                    <a:lnTo>
                      <a:pt x="1127241" y="364028"/>
                    </a:lnTo>
                    <a:lnTo>
                      <a:pt x="1242915" y="364028"/>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671" name="Google Shape;2671;p54"/>
              <p:cNvSpPr/>
              <p:nvPr/>
            </p:nvSpPr>
            <p:spPr>
              <a:xfrm>
                <a:off x="8560619" y="5355763"/>
                <a:ext cx="372889" cy="259826"/>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672" name="Google Shape;2672;p54"/>
              <p:cNvSpPr/>
              <p:nvPr/>
            </p:nvSpPr>
            <p:spPr>
              <a:xfrm rot="2498363">
                <a:off x="8831623" y="1920263"/>
                <a:ext cx="392828" cy="392828"/>
              </a:xfrm>
              <a:custGeom>
                <a:rect b="b" l="l" r="r" t="t"/>
                <a:pathLst>
                  <a:path extrusionOk="0" h="3938940" w="3860438">
                    <a:moveTo>
                      <a:pt x="1862067" y="2433815"/>
                    </a:moveTo>
                    <a:lnTo>
                      <a:pt x="1970067" y="2433815"/>
                    </a:lnTo>
                    <a:lnTo>
                      <a:pt x="1970067" y="3362873"/>
                    </a:lnTo>
                    <a:lnTo>
                      <a:pt x="2004792" y="3362873"/>
                    </a:lnTo>
                    <a:lnTo>
                      <a:pt x="2004792" y="3650907"/>
                    </a:lnTo>
                    <a:cubicBezTo>
                      <a:pt x="2004792" y="3808349"/>
                      <a:pt x="1878374" y="3936619"/>
                      <a:pt x="1720949" y="3938909"/>
                    </a:cubicBezTo>
                    <a:cubicBezTo>
                      <a:pt x="1564029" y="3941192"/>
                      <a:pt x="1434265" y="3817458"/>
                      <a:pt x="1429045" y="3660794"/>
                    </a:cubicBezTo>
                    <a:lnTo>
                      <a:pt x="1428727" y="3660794"/>
                    </a:lnTo>
                    <a:lnTo>
                      <a:pt x="1428727" y="3588794"/>
                    </a:lnTo>
                    <a:cubicBezTo>
                      <a:pt x="1428727" y="3549029"/>
                      <a:pt x="1460962" y="3516794"/>
                      <a:pt x="1500727" y="3516794"/>
                    </a:cubicBezTo>
                    <a:lnTo>
                      <a:pt x="1536727" y="3516794"/>
                    </a:lnTo>
                    <a:cubicBezTo>
                      <a:pt x="1576492" y="3516794"/>
                      <a:pt x="1608727" y="3549029"/>
                      <a:pt x="1608727" y="3588794"/>
                    </a:cubicBezTo>
                    <a:lnTo>
                      <a:pt x="1608727" y="3654789"/>
                    </a:lnTo>
                    <a:cubicBezTo>
                      <a:pt x="1610687" y="3713589"/>
                      <a:pt x="1659418" y="3760001"/>
                      <a:pt x="1718334" y="3759144"/>
                    </a:cubicBezTo>
                    <a:cubicBezTo>
                      <a:pt x="1777498" y="3758284"/>
                      <a:pt x="1825008" y="3710077"/>
                      <a:pt x="1825008" y="3650907"/>
                    </a:cubicBezTo>
                    <a:lnTo>
                      <a:pt x="1824792" y="3650907"/>
                    </a:lnTo>
                    <a:lnTo>
                      <a:pt x="1824792" y="3362873"/>
                    </a:lnTo>
                    <a:lnTo>
                      <a:pt x="1862067" y="3362873"/>
                    </a:lnTo>
                    <a:close/>
                    <a:moveTo>
                      <a:pt x="1963773" y="341826"/>
                    </a:moveTo>
                    <a:cubicBezTo>
                      <a:pt x="2603866" y="1105515"/>
                      <a:pt x="2803203" y="1464631"/>
                      <a:pt x="2867684" y="2396069"/>
                    </a:cubicBezTo>
                    <a:cubicBezTo>
                      <a:pt x="2523234" y="2107144"/>
                      <a:pt x="2324834" y="2107144"/>
                      <a:pt x="1967684" y="2396069"/>
                    </a:cubicBezTo>
                    <a:cubicBezTo>
                      <a:pt x="1966380" y="1713514"/>
                      <a:pt x="1965077" y="1024381"/>
                      <a:pt x="1963773" y="341826"/>
                    </a:cubicBezTo>
                    <a:close/>
                    <a:moveTo>
                      <a:pt x="1882676" y="341826"/>
                    </a:moveTo>
                    <a:cubicBezTo>
                      <a:pt x="1881372" y="1024381"/>
                      <a:pt x="1880069" y="1713514"/>
                      <a:pt x="1878765" y="2396069"/>
                    </a:cubicBezTo>
                    <a:cubicBezTo>
                      <a:pt x="1521615" y="2107144"/>
                      <a:pt x="1323215" y="2107144"/>
                      <a:pt x="978765" y="2396069"/>
                    </a:cubicBezTo>
                    <a:cubicBezTo>
                      <a:pt x="1043246" y="1464631"/>
                      <a:pt x="1242583" y="1105515"/>
                      <a:pt x="1882676" y="341826"/>
                    </a:cubicBezTo>
                    <a:close/>
                    <a:moveTo>
                      <a:pt x="2058573" y="335248"/>
                    </a:moveTo>
                    <a:cubicBezTo>
                      <a:pt x="3026489" y="598978"/>
                      <a:pt x="3714825" y="1273857"/>
                      <a:pt x="3860438" y="2396070"/>
                    </a:cubicBezTo>
                    <a:cubicBezTo>
                      <a:pt x="3515988" y="2107145"/>
                      <a:pt x="3317588" y="2107145"/>
                      <a:pt x="2960438" y="2396070"/>
                    </a:cubicBezTo>
                    <a:cubicBezTo>
                      <a:pt x="2910892" y="1313327"/>
                      <a:pt x="2647549" y="1036442"/>
                      <a:pt x="2058573" y="335248"/>
                    </a:cubicBezTo>
                    <a:close/>
                    <a:moveTo>
                      <a:pt x="1801865" y="335248"/>
                    </a:moveTo>
                    <a:cubicBezTo>
                      <a:pt x="1212889" y="1036442"/>
                      <a:pt x="949546" y="1313327"/>
                      <a:pt x="900000" y="2396070"/>
                    </a:cubicBezTo>
                    <a:cubicBezTo>
                      <a:pt x="542850" y="2107145"/>
                      <a:pt x="344450" y="2107145"/>
                      <a:pt x="0" y="2396070"/>
                    </a:cubicBezTo>
                    <a:cubicBezTo>
                      <a:pt x="145613" y="1273857"/>
                      <a:pt x="833949" y="598978"/>
                      <a:pt x="1801865" y="335248"/>
                    </a:cubicBezTo>
                    <a:close/>
                    <a:moveTo>
                      <a:pt x="1902679" y="0"/>
                    </a:moveTo>
                    <a:lnTo>
                      <a:pt x="1929455" y="0"/>
                    </a:lnTo>
                    <a:lnTo>
                      <a:pt x="1970067" y="288000"/>
                    </a:lnTo>
                    <a:lnTo>
                      <a:pt x="1862067" y="288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673" name="Google Shape;2673;p54"/>
              <p:cNvSpPr/>
              <p:nvPr/>
            </p:nvSpPr>
            <p:spPr>
              <a:xfrm rot="-2129845">
                <a:off x="10110329" y="1972655"/>
                <a:ext cx="132806" cy="502999"/>
              </a:xfrm>
              <a:custGeom>
                <a:rect b="b" l="l" r="r" t="t"/>
                <a:pathLst>
                  <a:path extrusionOk="0" h="5014044" w="1323851">
                    <a:moveTo>
                      <a:pt x="797140" y="4503940"/>
                    </a:moveTo>
                    <a:cubicBezTo>
                      <a:pt x="732770" y="4439570"/>
                      <a:pt x="628407" y="4439570"/>
                      <a:pt x="564037" y="4503940"/>
                    </a:cubicBezTo>
                    <a:cubicBezTo>
                      <a:pt x="499667" y="4568310"/>
                      <a:pt x="499667" y="4672672"/>
                      <a:pt x="564037" y="4737042"/>
                    </a:cubicBezTo>
                    <a:cubicBezTo>
                      <a:pt x="628407" y="4801412"/>
                      <a:pt x="732770" y="4801413"/>
                      <a:pt x="797140" y="4737043"/>
                    </a:cubicBezTo>
                    <a:cubicBezTo>
                      <a:pt x="861510" y="4672673"/>
                      <a:pt x="861510" y="4568310"/>
                      <a:pt x="797140" y="4503940"/>
                    </a:cubicBezTo>
                    <a:close/>
                    <a:moveTo>
                      <a:pt x="1019859" y="4396571"/>
                    </a:moveTo>
                    <a:lnTo>
                      <a:pt x="1019859" y="4844408"/>
                    </a:lnTo>
                    <a:lnTo>
                      <a:pt x="680589" y="5014044"/>
                    </a:lnTo>
                    <a:lnTo>
                      <a:pt x="341319" y="4844409"/>
                    </a:lnTo>
                    <a:lnTo>
                      <a:pt x="341319" y="4396572"/>
                    </a:lnTo>
                    <a:lnTo>
                      <a:pt x="680589" y="4226937"/>
                    </a:lnTo>
                    <a:close/>
                    <a:moveTo>
                      <a:pt x="800624" y="237293"/>
                    </a:moveTo>
                    <a:cubicBezTo>
                      <a:pt x="730322" y="166991"/>
                      <a:pt x="616339" y="166991"/>
                      <a:pt x="546037" y="237293"/>
                    </a:cubicBezTo>
                    <a:cubicBezTo>
                      <a:pt x="475735" y="307595"/>
                      <a:pt x="475735" y="421577"/>
                      <a:pt x="546037" y="491879"/>
                    </a:cubicBezTo>
                    <a:cubicBezTo>
                      <a:pt x="616339" y="562181"/>
                      <a:pt x="730322" y="562181"/>
                      <a:pt x="800624" y="491879"/>
                    </a:cubicBezTo>
                    <a:cubicBezTo>
                      <a:pt x="870926" y="421577"/>
                      <a:pt x="870926" y="307595"/>
                      <a:pt x="800624" y="237293"/>
                    </a:cubicBezTo>
                    <a:close/>
                    <a:moveTo>
                      <a:pt x="1079384" y="68015"/>
                    </a:moveTo>
                    <a:cubicBezTo>
                      <a:pt x="1121407" y="110039"/>
                      <a:pt x="1147399" y="168093"/>
                      <a:pt x="1147399" y="232219"/>
                    </a:cubicBezTo>
                    <a:cubicBezTo>
                      <a:pt x="1147399" y="1159793"/>
                      <a:pt x="1034554" y="2087367"/>
                      <a:pt x="1023948" y="3014957"/>
                    </a:cubicBezTo>
                    <a:cubicBezTo>
                      <a:pt x="1133082" y="3060182"/>
                      <a:pt x="1235152" y="3127360"/>
                      <a:pt x="1323851" y="3216059"/>
                    </a:cubicBezTo>
                    <a:cubicBezTo>
                      <a:pt x="1689423" y="3581630"/>
                      <a:pt x="1689423" y="4174338"/>
                      <a:pt x="1323851" y="4539910"/>
                    </a:cubicBezTo>
                    <a:cubicBezTo>
                      <a:pt x="1261218" y="4602543"/>
                      <a:pt x="1191917" y="4654446"/>
                      <a:pt x="1117803" y="4694845"/>
                    </a:cubicBezTo>
                    <a:lnTo>
                      <a:pt x="1117303" y="3872699"/>
                    </a:lnTo>
                    <a:lnTo>
                      <a:pt x="684319" y="3565900"/>
                    </a:lnTo>
                    <a:lnTo>
                      <a:pt x="251709" y="3873225"/>
                    </a:lnTo>
                    <a:lnTo>
                      <a:pt x="252223" y="4718882"/>
                    </a:lnTo>
                    <a:cubicBezTo>
                      <a:pt x="160837" y="4675423"/>
                      <a:pt x="75567" y="4615476"/>
                      <a:pt x="0" y="4539910"/>
                    </a:cubicBezTo>
                    <a:cubicBezTo>
                      <a:pt x="-365571" y="4174338"/>
                      <a:pt x="-365571" y="3581630"/>
                      <a:pt x="0" y="3216059"/>
                    </a:cubicBezTo>
                    <a:cubicBezTo>
                      <a:pt x="100968" y="3115091"/>
                      <a:pt x="219261" y="3042010"/>
                      <a:pt x="345675" y="2997831"/>
                    </a:cubicBezTo>
                    <a:lnTo>
                      <a:pt x="211295" y="232219"/>
                    </a:lnTo>
                    <a:cubicBezTo>
                      <a:pt x="211295" y="103968"/>
                      <a:pt x="315263" y="0"/>
                      <a:pt x="443514" y="0"/>
                    </a:cubicBezTo>
                    <a:lnTo>
                      <a:pt x="915180" y="0"/>
                    </a:lnTo>
                    <a:cubicBezTo>
                      <a:pt x="979305" y="0"/>
                      <a:pt x="1037360" y="25992"/>
                      <a:pt x="1079384" y="680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674" name="Google Shape;2674;p54"/>
              <p:cNvSpPr/>
              <p:nvPr/>
            </p:nvSpPr>
            <p:spPr>
              <a:xfrm rot="-8100000">
                <a:off x="9503918" y="5364438"/>
                <a:ext cx="71616" cy="502304"/>
              </a:xfrm>
              <a:custGeom>
                <a:rect b="b" l="l" r="r" t="t"/>
                <a:pathLst>
                  <a:path extrusionOk="0" h="460327" w="65631">
                    <a:moveTo>
                      <a:pt x="42919" y="215685"/>
                    </a:moveTo>
                    <a:lnTo>
                      <a:pt x="22708" y="215685"/>
                    </a:lnTo>
                    <a:lnTo>
                      <a:pt x="0" y="185855"/>
                    </a:lnTo>
                    <a:lnTo>
                      <a:pt x="3" y="185856"/>
                    </a:lnTo>
                    <a:lnTo>
                      <a:pt x="3" y="32814"/>
                    </a:lnTo>
                    <a:cubicBezTo>
                      <a:pt x="3" y="14690"/>
                      <a:pt x="14694" y="0"/>
                      <a:pt x="32817" y="0"/>
                    </a:cubicBezTo>
                    <a:cubicBezTo>
                      <a:pt x="50940" y="0"/>
                      <a:pt x="65631" y="14690"/>
                      <a:pt x="65631" y="32814"/>
                    </a:cubicBezTo>
                    <a:lnTo>
                      <a:pt x="65631" y="185856"/>
                    </a:lnTo>
                    <a:lnTo>
                      <a:pt x="65626" y="185856"/>
                    </a:lnTo>
                    <a:close/>
                    <a:moveTo>
                      <a:pt x="57234" y="460327"/>
                    </a:moveTo>
                    <a:lnTo>
                      <a:pt x="11300" y="460327"/>
                    </a:lnTo>
                    <a:lnTo>
                      <a:pt x="11300" y="366559"/>
                    </a:lnTo>
                    <a:cubicBezTo>
                      <a:pt x="13577" y="349655"/>
                      <a:pt x="25635" y="358815"/>
                      <a:pt x="25452" y="346112"/>
                    </a:cubicBezTo>
                    <a:cubicBezTo>
                      <a:pt x="25288" y="302926"/>
                      <a:pt x="25124" y="259739"/>
                      <a:pt x="24960" y="216553"/>
                    </a:cubicBezTo>
                    <a:lnTo>
                      <a:pt x="42858" y="216553"/>
                    </a:lnTo>
                    <a:cubicBezTo>
                      <a:pt x="42694" y="259576"/>
                      <a:pt x="42530" y="302598"/>
                      <a:pt x="42366" y="345621"/>
                    </a:cubicBezTo>
                    <a:cubicBezTo>
                      <a:pt x="39843" y="359799"/>
                      <a:pt x="54756" y="347441"/>
                      <a:pt x="57234" y="36655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675" name="Google Shape;2675;p54"/>
              <p:cNvSpPr/>
              <p:nvPr/>
            </p:nvSpPr>
            <p:spPr>
              <a:xfrm>
                <a:off x="10146073" y="5282722"/>
                <a:ext cx="141778" cy="392828"/>
              </a:xfrm>
              <a:custGeom>
                <a:rect b="b" l="l" r="r" t="t"/>
                <a:pathLst>
                  <a:path extrusionOk="0" h="3871427" w="1397263">
                    <a:moveTo>
                      <a:pt x="698631" y="1778701"/>
                    </a:moveTo>
                    <a:cubicBezTo>
                      <a:pt x="609151" y="1778701"/>
                      <a:pt x="536613" y="1851239"/>
                      <a:pt x="536613" y="1940719"/>
                    </a:cubicBezTo>
                    <a:cubicBezTo>
                      <a:pt x="536613" y="2030199"/>
                      <a:pt x="609151" y="2102737"/>
                      <a:pt x="698631" y="2102737"/>
                    </a:cubicBezTo>
                    <a:cubicBezTo>
                      <a:pt x="788111" y="2102737"/>
                      <a:pt x="860649" y="2030199"/>
                      <a:pt x="860649" y="1940719"/>
                    </a:cubicBezTo>
                    <a:cubicBezTo>
                      <a:pt x="860649" y="1851239"/>
                      <a:pt x="788111" y="1778701"/>
                      <a:pt x="698631" y="1778701"/>
                    </a:cubicBezTo>
                    <a:close/>
                    <a:moveTo>
                      <a:pt x="999594" y="0"/>
                    </a:moveTo>
                    <a:lnTo>
                      <a:pt x="1321063" y="0"/>
                    </a:lnTo>
                    <a:lnTo>
                      <a:pt x="1390119" y="95250"/>
                    </a:lnTo>
                    <a:cubicBezTo>
                      <a:pt x="1392500" y="284956"/>
                      <a:pt x="1394882" y="474663"/>
                      <a:pt x="1397263" y="664369"/>
                    </a:cubicBezTo>
                    <a:lnTo>
                      <a:pt x="1256769" y="833438"/>
                    </a:lnTo>
                    <a:lnTo>
                      <a:pt x="921013" y="978694"/>
                    </a:lnTo>
                    <a:lnTo>
                      <a:pt x="913199" y="978651"/>
                    </a:lnTo>
                    <a:lnTo>
                      <a:pt x="913199" y="1700779"/>
                    </a:lnTo>
                    <a:cubicBezTo>
                      <a:pt x="979823" y="1759212"/>
                      <a:pt x="1021211" y="1845132"/>
                      <a:pt x="1021211" y="1940719"/>
                    </a:cubicBezTo>
                    <a:cubicBezTo>
                      <a:pt x="1021211" y="2036306"/>
                      <a:pt x="979823" y="2122226"/>
                      <a:pt x="913199" y="2180659"/>
                    </a:cubicBezTo>
                    <a:lnTo>
                      <a:pt x="913199" y="2896482"/>
                    </a:lnTo>
                    <a:lnTo>
                      <a:pt x="1238250" y="3021320"/>
                    </a:lnTo>
                    <a:lnTo>
                      <a:pt x="1390650" y="3199914"/>
                    </a:lnTo>
                    <a:lnTo>
                      <a:pt x="1393032" y="3764270"/>
                    </a:lnTo>
                    <a:lnTo>
                      <a:pt x="1316832" y="3869045"/>
                    </a:lnTo>
                    <a:lnTo>
                      <a:pt x="997744" y="3869045"/>
                    </a:lnTo>
                    <a:lnTo>
                      <a:pt x="995363" y="3276114"/>
                    </a:lnTo>
                    <a:lnTo>
                      <a:pt x="700088" y="3111808"/>
                    </a:lnTo>
                    <a:lnTo>
                      <a:pt x="409575" y="3288020"/>
                    </a:lnTo>
                    <a:lnTo>
                      <a:pt x="397669" y="3871427"/>
                    </a:lnTo>
                    <a:lnTo>
                      <a:pt x="76200" y="3871427"/>
                    </a:lnTo>
                    <a:lnTo>
                      <a:pt x="7144" y="3776177"/>
                    </a:lnTo>
                    <a:cubicBezTo>
                      <a:pt x="4763" y="3586471"/>
                      <a:pt x="2381" y="3396764"/>
                      <a:pt x="0" y="3207058"/>
                    </a:cubicBezTo>
                    <a:lnTo>
                      <a:pt x="140494" y="3037989"/>
                    </a:lnTo>
                    <a:lnTo>
                      <a:pt x="476250" y="2892733"/>
                    </a:lnTo>
                    <a:lnTo>
                      <a:pt x="481151" y="2892760"/>
                    </a:lnTo>
                    <a:lnTo>
                      <a:pt x="481151" y="2180659"/>
                    </a:lnTo>
                    <a:cubicBezTo>
                      <a:pt x="414527" y="2122226"/>
                      <a:pt x="373139" y="2036306"/>
                      <a:pt x="373139" y="1940719"/>
                    </a:cubicBezTo>
                    <a:cubicBezTo>
                      <a:pt x="373139" y="1845132"/>
                      <a:pt x="414527" y="1759212"/>
                      <a:pt x="481151" y="1700779"/>
                    </a:cubicBezTo>
                    <a:lnTo>
                      <a:pt x="481151" y="973827"/>
                    </a:lnTo>
                    <a:lnTo>
                      <a:pt x="159013" y="850107"/>
                    </a:lnTo>
                    <a:lnTo>
                      <a:pt x="6613" y="671513"/>
                    </a:lnTo>
                    <a:lnTo>
                      <a:pt x="4231" y="107157"/>
                    </a:lnTo>
                    <a:lnTo>
                      <a:pt x="80431" y="2382"/>
                    </a:lnTo>
                    <a:lnTo>
                      <a:pt x="399519" y="2382"/>
                    </a:lnTo>
                    <a:cubicBezTo>
                      <a:pt x="400313" y="198438"/>
                      <a:pt x="401106" y="396875"/>
                      <a:pt x="401900" y="595313"/>
                    </a:cubicBezTo>
                    <a:lnTo>
                      <a:pt x="697175" y="759619"/>
                    </a:lnTo>
                    <a:lnTo>
                      <a:pt x="987688" y="583407"/>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676" name="Google Shape;2676;p54"/>
              <p:cNvSpPr/>
              <p:nvPr/>
            </p:nvSpPr>
            <p:spPr>
              <a:xfrm rot="10800000">
                <a:off x="9233259" y="1922064"/>
                <a:ext cx="351266" cy="351266"/>
              </a:xfrm>
              <a:custGeom>
                <a:rect b="b" l="l" r="r" t="t"/>
                <a:pathLst>
                  <a:path extrusionOk="0" h="3915008" w="3982665">
                    <a:moveTo>
                      <a:pt x="0" y="2664000"/>
                    </a:moveTo>
                    <a:lnTo>
                      <a:pt x="1911318" y="72000"/>
                    </a:lnTo>
                    <a:lnTo>
                      <a:pt x="1142725" y="2655962"/>
                    </a:lnTo>
                    <a:close/>
                    <a:moveTo>
                      <a:pt x="3982665" y="2664000"/>
                    </a:moveTo>
                    <a:lnTo>
                      <a:pt x="2839940" y="2655962"/>
                    </a:lnTo>
                    <a:lnTo>
                      <a:pt x="2071347" y="72000"/>
                    </a:lnTo>
                    <a:close/>
                    <a:moveTo>
                      <a:pt x="2621333" y="2664000"/>
                    </a:moveTo>
                    <a:lnTo>
                      <a:pt x="1361333" y="2664000"/>
                    </a:lnTo>
                    <a:lnTo>
                      <a:pt x="1991333" y="0"/>
                    </a:lnTo>
                    <a:close/>
                    <a:moveTo>
                      <a:pt x="1806654" y="3915007"/>
                    </a:moveTo>
                    <a:lnTo>
                      <a:pt x="726654" y="3915007"/>
                    </a:lnTo>
                    <a:lnTo>
                      <a:pt x="1266654" y="2835007"/>
                    </a:lnTo>
                    <a:close/>
                    <a:moveTo>
                      <a:pt x="555902" y="3915008"/>
                    </a:moveTo>
                    <a:lnTo>
                      <a:pt x="15902" y="2835008"/>
                    </a:lnTo>
                    <a:lnTo>
                      <a:pt x="1095902" y="2835008"/>
                    </a:lnTo>
                    <a:close/>
                    <a:moveTo>
                      <a:pt x="1977406" y="3915008"/>
                    </a:moveTo>
                    <a:lnTo>
                      <a:pt x="1437406" y="2835008"/>
                    </a:lnTo>
                    <a:lnTo>
                      <a:pt x="2517406" y="2835008"/>
                    </a:lnTo>
                    <a:close/>
                    <a:moveTo>
                      <a:pt x="3228158" y="3915008"/>
                    </a:moveTo>
                    <a:lnTo>
                      <a:pt x="2148158" y="3915008"/>
                    </a:lnTo>
                    <a:lnTo>
                      <a:pt x="2688158" y="2835008"/>
                    </a:lnTo>
                    <a:close/>
                    <a:moveTo>
                      <a:pt x="3398910" y="3915008"/>
                    </a:moveTo>
                    <a:lnTo>
                      <a:pt x="2858910" y="2835008"/>
                    </a:lnTo>
                    <a:lnTo>
                      <a:pt x="3938910" y="2835008"/>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677" name="Google Shape;2677;p54"/>
              <p:cNvSpPr/>
              <p:nvPr/>
            </p:nvSpPr>
            <p:spPr>
              <a:xfrm>
                <a:off x="8136976" y="5049647"/>
                <a:ext cx="351266" cy="351266"/>
              </a:xfrm>
              <a:custGeom>
                <a:rect b="b" l="l" r="r" t="t"/>
                <a:pathLst>
                  <a:path extrusionOk="0" h="3954781" w="3928707">
                    <a:moveTo>
                      <a:pt x="2773336" y="2238726"/>
                    </a:moveTo>
                    <a:cubicBezTo>
                      <a:pt x="2746826" y="2238726"/>
                      <a:pt x="2725335" y="2260217"/>
                      <a:pt x="2725335" y="2286727"/>
                    </a:cubicBezTo>
                    <a:lnTo>
                      <a:pt x="2725335" y="2478725"/>
                    </a:lnTo>
                    <a:cubicBezTo>
                      <a:pt x="2725335" y="2505235"/>
                      <a:pt x="2746826" y="2526726"/>
                      <a:pt x="2773336" y="2526726"/>
                    </a:cubicBezTo>
                    <a:lnTo>
                      <a:pt x="2965334" y="2526726"/>
                    </a:lnTo>
                    <a:cubicBezTo>
                      <a:pt x="2991844" y="2526726"/>
                      <a:pt x="3013335" y="2505235"/>
                      <a:pt x="3013335" y="2478725"/>
                    </a:cubicBezTo>
                    <a:lnTo>
                      <a:pt x="3013335" y="2286727"/>
                    </a:lnTo>
                    <a:cubicBezTo>
                      <a:pt x="3013335" y="2260217"/>
                      <a:pt x="2991844" y="2238726"/>
                      <a:pt x="2965334" y="2238726"/>
                    </a:cubicBezTo>
                    <a:close/>
                    <a:moveTo>
                      <a:pt x="2313922" y="2238726"/>
                    </a:moveTo>
                    <a:cubicBezTo>
                      <a:pt x="2287412" y="2238726"/>
                      <a:pt x="2265921" y="2260217"/>
                      <a:pt x="2265921" y="2286727"/>
                    </a:cubicBezTo>
                    <a:lnTo>
                      <a:pt x="2265921" y="2478725"/>
                    </a:lnTo>
                    <a:cubicBezTo>
                      <a:pt x="2265921" y="2505235"/>
                      <a:pt x="2287412" y="2526726"/>
                      <a:pt x="2313922" y="2526726"/>
                    </a:cubicBezTo>
                    <a:lnTo>
                      <a:pt x="2505920" y="2526726"/>
                    </a:lnTo>
                    <a:cubicBezTo>
                      <a:pt x="2532430" y="2526726"/>
                      <a:pt x="2553921" y="2505235"/>
                      <a:pt x="2553921" y="2478725"/>
                    </a:cubicBezTo>
                    <a:lnTo>
                      <a:pt x="2553921" y="2286727"/>
                    </a:lnTo>
                    <a:cubicBezTo>
                      <a:pt x="2553921" y="2260217"/>
                      <a:pt x="2532430" y="2238726"/>
                      <a:pt x="2505920" y="2238726"/>
                    </a:cubicBezTo>
                    <a:close/>
                    <a:moveTo>
                      <a:pt x="1854508" y="2238726"/>
                    </a:moveTo>
                    <a:cubicBezTo>
                      <a:pt x="1827998" y="2238726"/>
                      <a:pt x="1806507" y="2260217"/>
                      <a:pt x="1806507" y="2286727"/>
                    </a:cubicBezTo>
                    <a:lnTo>
                      <a:pt x="1806507" y="2478725"/>
                    </a:lnTo>
                    <a:cubicBezTo>
                      <a:pt x="1806507" y="2505235"/>
                      <a:pt x="1827998" y="2526726"/>
                      <a:pt x="1854508" y="2526726"/>
                    </a:cubicBezTo>
                    <a:lnTo>
                      <a:pt x="2046506" y="2526726"/>
                    </a:lnTo>
                    <a:cubicBezTo>
                      <a:pt x="2073016" y="2526726"/>
                      <a:pt x="2094507" y="2505235"/>
                      <a:pt x="2094507" y="2478725"/>
                    </a:cubicBezTo>
                    <a:lnTo>
                      <a:pt x="2094507" y="2286727"/>
                    </a:lnTo>
                    <a:cubicBezTo>
                      <a:pt x="2094507" y="2260217"/>
                      <a:pt x="2073016" y="2238726"/>
                      <a:pt x="2046506" y="2238726"/>
                    </a:cubicBezTo>
                    <a:close/>
                    <a:moveTo>
                      <a:pt x="879732" y="2133675"/>
                    </a:moveTo>
                    <a:cubicBezTo>
                      <a:pt x="767330" y="2133675"/>
                      <a:pt x="676210" y="2224795"/>
                      <a:pt x="676210" y="2337197"/>
                    </a:cubicBezTo>
                    <a:cubicBezTo>
                      <a:pt x="676210" y="2449599"/>
                      <a:pt x="767330" y="2540719"/>
                      <a:pt x="879732" y="2540719"/>
                    </a:cubicBezTo>
                    <a:cubicBezTo>
                      <a:pt x="956121" y="2540719"/>
                      <a:pt x="1022681" y="2498634"/>
                      <a:pt x="1054808" y="2434886"/>
                    </a:cubicBezTo>
                    <a:lnTo>
                      <a:pt x="1469273" y="2434887"/>
                    </a:lnTo>
                    <a:cubicBezTo>
                      <a:pt x="1529381" y="2434887"/>
                      <a:pt x="1578108" y="2386160"/>
                      <a:pt x="1578108" y="2326052"/>
                    </a:cubicBezTo>
                    <a:cubicBezTo>
                      <a:pt x="1578108" y="2265944"/>
                      <a:pt x="1529381" y="2217217"/>
                      <a:pt x="1469273" y="2217217"/>
                    </a:cubicBezTo>
                    <a:lnTo>
                      <a:pt x="1039779" y="2217217"/>
                    </a:lnTo>
                    <a:cubicBezTo>
                      <a:pt x="1005455" y="2165662"/>
                      <a:pt x="946329" y="2133675"/>
                      <a:pt x="879732" y="2133675"/>
                    </a:cubicBezTo>
                    <a:close/>
                    <a:moveTo>
                      <a:pt x="2773336" y="1699178"/>
                    </a:moveTo>
                    <a:cubicBezTo>
                      <a:pt x="2746826" y="1699178"/>
                      <a:pt x="2725335" y="1720669"/>
                      <a:pt x="2725335" y="1747179"/>
                    </a:cubicBezTo>
                    <a:lnTo>
                      <a:pt x="2725335" y="1939177"/>
                    </a:lnTo>
                    <a:cubicBezTo>
                      <a:pt x="2725335" y="1965687"/>
                      <a:pt x="2746826" y="1987178"/>
                      <a:pt x="2773336" y="1987178"/>
                    </a:cubicBezTo>
                    <a:lnTo>
                      <a:pt x="2965334" y="1987178"/>
                    </a:lnTo>
                    <a:cubicBezTo>
                      <a:pt x="2991844" y="1987178"/>
                      <a:pt x="3013335" y="1965687"/>
                      <a:pt x="3013335" y="1939177"/>
                    </a:cubicBezTo>
                    <a:lnTo>
                      <a:pt x="3013335" y="1747179"/>
                    </a:lnTo>
                    <a:cubicBezTo>
                      <a:pt x="3013335" y="1720669"/>
                      <a:pt x="2991844" y="1699178"/>
                      <a:pt x="2965334" y="1699178"/>
                    </a:cubicBezTo>
                    <a:close/>
                    <a:moveTo>
                      <a:pt x="2313922" y="1699178"/>
                    </a:moveTo>
                    <a:cubicBezTo>
                      <a:pt x="2287412" y="1699178"/>
                      <a:pt x="2265921" y="1720669"/>
                      <a:pt x="2265921" y="1747179"/>
                    </a:cubicBezTo>
                    <a:lnTo>
                      <a:pt x="2265921" y="1939177"/>
                    </a:lnTo>
                    <a:cubicBezTo>
                      <a:pt x="2265921" y="1965687"/>
                      <a:pt x="2287412" y="1987178"/>
                      <a:pt x="2313922" y="1987178"/>
                    </a:cubicBezTo>
                    <a:lnTo>
                      <a:pt x="2505920" y="1987178"/>
                    </a:lnTo>
                    <a:cubicBezTo>
                      <a:pt x="2532430" y="1987178"/>
                      <a:pt x="2553921" y="1965687"/>
                      <a:pt x="2553921" y="1939177"/>
                    </a:cubicBezTo>
                    <a:lnTo>
                      <a:pt x="2553921" y="1747179"/>
                    </a:lnTo>
                    <a:cubicBezTo>
                      <a:pt x="2553921" y="1720669"/>
                      <a:pt x="2532430" y="1699178"/>
                      <a:pt x="2505920" y="1699178"/>
                    </a:cubicBezTo>
                    <a:close/>
                    <a:moveTo>
                      <a:pt x="1854508" y="1699178"/>
                    </a:moveTo>
                    <a:cubicBezTo>
                      <a:pt x="1827998" y="1699178"/>
                      <a:pt x="1806507" y="1720669"/>
                      <a:pt x="1806507" y="1747179"/>
                    </a:cubicBezTo>
                    <a:lnTo>
                      <a:pt x="1806507" y="1939177"/>
                    </a:lnTo>
                    <a:cubicBezTo>
                      <a:pt x="1806507" y="1965687"/>
                      <a:pt x="1827998" y="1987178"/>
                      <a:pt x="1854508" y="1987178"/>
                    </a:cubicBezTo>
                    <a:lnTo>
                      <a:pt x="2046506" y="1987178"/>
                    </a:lnTo>
                    <a:cubicBezTo>
                      <a:pt x="2073016" y="1987178"/>
                      <a:pt x="2094507" y="1965687"/>
                      <a:pt x="2094507" y="1939177"/>
                    </a:cubicBezTo>
                    <a:lnTo>
                      <a:pt x="2094507" y="1747179"/>
                    </a:lnTo>
                    <a:cubicBezTo>
                      <a:pt x="2094507" y="1720669"/>
                      <a:pt x="2073016" y="1699178"/>
                      <a:pt x="2046506" y="1699178"/>
                    </a:cubicBezTo>
                    <a:close/>
                    <a:moveTo>
                      <a:pt x="1035948" y="1186216"/>
                    </a:moveTo>
                    <a:cubicBezTo>
                      <a:pt x="1165960" y="1186216"/>
                      <a:pt x="1271356" y="1291612"/>
                      <a:pt x="1271356" y="1421624"/>
                    </a:cubicBezTo>
                    <a:cubicBezTo>
                      <a:pt x="1271356" y="1551636"/>
                      <a:pt x="1165960" y="1657032"/>
                      <a:pt x="1035948" y="1657032"/>
                    </a:cubicBezTo>
                    <a:cubicBezTo>
                      <a:pt x="905936" y="1657032"/>
                      <a:pt x="800540" y="1551636"/>
                      <a:pt x="800540" y="1421624"/>
                    </a:cubicBezTo>
                    <a:cubicBezTo>
                      <a:pt x="800540" y="1291612"/>
                      <a:pt x="905936" y="1186216"/>
                      <a:pt x="1035948" y="1186216"/>
                    </a:cubicBezTo>
                    <a:close/>
                    <a:moveTo>
                      <a:pt x="2773336" y="1159631"/>
                    </a:moveTo>
                    <a:cubicBezTo>
                      <a:pt x="2746826" y="1159631"/>
                      <a:pt x="2725335" y="1181122"/>
                      <a:pt x="2725335" y="1207632"/>
                    </a:cubicBezTo>
                    <a:lnTo>
                      <a:pt x="2725335" y="1399630"/>
                    </a:lnTo>
                    <a:cubicBezTo>
                      <a:pt x="2725335" y="1426140"/>
                      <a:pt x="2746826" y="1447631"/>
                      <a:pt x="2773336" y="1447631"/>
                    </a:cubicBezTo>
                    <a:lnTo>
                      <a:pt x="2965334" y="1447631"/>
                    </a:lnTo>
                    <a:cubicBezTo>
                      <a:pt x="2991844" y="1447631"/>
                      <a:pt x="3013335" y="1426140"/>
                      <a:pt x="3013335" y="1399630"/>
                    </a:cubicBezTo>
                    <a:lnTo>
                      <a:pt x="3013335" y="1207632"/>
                    </a:lnTo>
                    <a:cubicBezTo>
                      <a:pt x="3013335" y="1181122"/>
                      <a:pt x="2991844" y="1159631"/>
                      <a:pt x="2965334" y="1159631"/>
                    </a:cubicBezTo>
                    <a:close/>
                    <a:moveTo>
                      <a:pt x="2313922" y="1159631"/>
                    </a:moveTo>
                    <a:cubicBezTo>
                      <a:pt x="2287412" y="1159631"/>
                      <a:pt x="2265921" y="1181122"/>
                      <a:pt x="2265921" y="1207632"/>
                    </a:cubicBezTo>
                    <a:lnTo>
                      <a:pt x="2265921" y="1399630"/>
                    </a:lnTo>
                    <a:cubicBezTo>
                      <a:pt x="2265921" y="1426140"/>
                      <a:pt x="2287412" y="1447631"/>
                      <a:pt x="2313922" y="1447631"/>
                    </a:cubicBezTo>
                    <a:lnTo>
                      <a:pt x="2505920" y="1447631"/>
                    </a:lnTo>
                    <a:cubicBezTo>
                      <a:pt x="2532430" y="1447631"/>
                      <a:pt x="2553921" y="1426140"/>
                      <a:pt x="2553921" y="1399630"/>
                    </a:cubicBezTo>
                    <a:lnTo>
                      <a:pt x="2553921" y="1207632"/>
                    </a:lnTo>
                    <a:cubicBezTo>
                      <a:pt x="2553921" y="1181122"/>
                      <a:pt x="2532430" y="1159631"/>
                      <a:pt x="2505920" y="1159631"/>
                    </a:cubicBezTo>
                    <a:close/>
                    <a:moveTo>
                      <a:pt x="1854508" y="1159631"/>
                    </a:moveTo>
                    <a:cubicBezTo>
                      <a:pt x="1827998" y="1159631"/>
                      <a:pt x="1806507" y="1181122"/>
                      <a:pt x="1806507" y="1207632"/>
                    </a:cubicBezTo>
                    <a:lnTo>
                      <a:pt x="1806507" y="1399630"/>
                    </a:lnTo>
                    <a:cubicBezTo>
                      <a:pt x="1806507" y="1426140"/>
                      <a:pt x="1827998" y="1447631"/>
                      <a:pt x="1854508" y="1447631"/>
                    </a:cubicBezTo>
                    <a:lnTo>
                      <a:pt x="2046506" y="1447631"/>
                    </a:lnTo>
                    <a:cubicBezTo>
                      <a:pt x="2073016" y="1447631"/>
                      <a:pt x="2094507" y="1426140"/>
                      <a:pt x="2094507" y="1399630"/>
                    </a:cubicBezTo>
                    <a:lnTo>
                      <a:pt x="2094507" y="1207632"/>
                    </a:lnTo>
                    <a:cubicBezTo>
                      <a:pt x="2094507" y="1181122"/>
                      <a:pt x="2073016" y="1159631"/>
                      <a:pt x="2046506" y="1159631"/>
                    </a:cubicBezTo>
                    <a:close/>
                    <a:moveTo>
                      <a:pt x="1035947" y="1097587"/>
                    </a:moveTo>
                    <a:cubicBezTo>
                      <a:pt x="856987" y="1097587"/>
                      <a:pt x="711911" y="1242663"/>
                      <a:pt x="711911" y="1421623"/>
                    </a:cubicBezTo>
                    <a:cubicBezTo>
                      <a:pt x="711911" y="1600583"/>
                      <a:pt x="856987" y="1745659"/>
                      <a:pt x="1035947" y="1745659"/>
                    </a:cubicBezTo>
                    <a:cubicBezTo>
                      <a:pt x="1214907" y="1745659"/>
                      <a:pt x="1359983" y="1600583"/>
                      <a:pt x="1359983" y="1421623"/>
                    </a:cubicBezTo>
                    <a:cubicBezTo>
                      <a:pt x="1359983" y="1242663"/>
                      <a:pt x="1214907" y="1097587"/>
                      <a:pt x="1035947" y="1097587"/>
                    </a:cubicBezTo>
                    <a:close/>
                    <a:moveTo>
                      <a:pt x="593124" y="376367"/>
                    </a:moveTo>
                    <a:lnTo>
                      <a:pt x="3225543" y="376367"/>
                    </a:lnTo>
                    <a:cubicBezTo>
                      <a:pt x="3328637" y="376367"/>
                      <a:pt x="3412211" y="459941"/>
                      <a:pt x="3412211" y="563035"/>
                    </a:cubicBezTo>
                    <a:lnTo>
                      <a:pt x="3412211" y="3074837"/>
                    </a:lnTo>
                    <a:cubicBezTo>
                      <a:pt x="3412211" y="3177931"/>
                      <a:pt x="3328637" y="3261505"/>
                      <a:pt x="3225543" y="3261505"/>
                    </a:cubicBezTo>
                    <a:lnTo>
                      <a:pt x="593124" y="3261505"/>
                    </a:lnTo>
                    <a:cubicBezTo>
                      <a:pt x="490030" y="3261505"/>
                      <a:pt x="406456" y="3177931"/>
                      <a:pt x="406456" y="3074837"/>
                    </a:cubicBezTo>
                    <a:lnTo>
                      <a:pt x="406456" y="563035"/>
                    </a:lnTo>
                    <a:cubicBezTo>
                      <a:pt x="406456" y="459941"/>
                      <a:pt x="490030" y="376367"/>
                      <a:pt x="593124" y="376367"/>
                    </a:cubicBezTo>
                    <a:close/>
                    <a:moveTo>
                      <a:pt x="466365" y="263607"/>
                    </a:moveTo>
                    <a:cubicBezTo>
                      <a:pt x="353740" y="263607"/>
                      <a:pt x="262440" y="354907"/>
                      <a:pt x="262440" y="467532"/>
                    </a:cubicBezTo>
                    <a:lnTo>
                      <a:pt x="262440" y="3211530"/>
                    </a:lnTo>
                    <a:cubicBezTo>
                      <a:pt x="262440" y="3324155"/>
                      <a:pt x="353740" y="3415455"/>
                      <a:pt x="466365" y="3415455"/>
                    </a:cubicBezTo>
                    <a:lnTo>
                      <a:pt x="3352302" y="3415455"/>
                    </a:lnTo>
                    <a:cubicBezTo>
                      <a:pt x="3464927" y="3415455"/>
                      <a:pt x="3556227" y="3324155"/>
                      <a:pt x="3556227" y="3211530"/>
                    </a:cubicBezTo>
                    <a:lnTo>
                      <a:pt x="3556227" y="2945906"/>
                    </a:lnTo>
                    <a:lnTo>
                      <a:pt x="3604113" y="2945906"/>
                    </a:lnTo>
                    <a:cubicBezTo>
                      <a:pt x="3647262" y="2945906"/>
                      <a:pt x="3682241" y="2910927"/>
                      <a:pt x="3682241" y="2867778"/>
                    </a:cubicBezTo>
                    <a:lnTo>
                      <a:pt x="3682241" y="2555278"/>
                    </a:lnTo>
                    <a:cubicBezTo>
                      <a:pt x="3682241" y="2512129"/>
                      <a:pt x="3647262" y="2477150"/>
                      <a:pt x="3604113" y="2477150"/>
                    </a:cubicBezTo>
                    <a:lnTo>
                      <a:pt x="3556227" y="2477150"/>
                    </a:lnTo>
                    <a:lnTo>
                      <a:pt x="3556227" y="1181006"/>
                    </a:lnTo>
                    <a:lnTo>
                      <a:pt x="3604113" y="1181006"/>
                    </a:lnTo>
                    <a:cubicBezTo>
                      <a:pt x="3647262" y="1181006"/>
                      <a:pt x="3682241" y="1146027"/>
                      <a:pt x="3682241" y="1102878"/>
                    </a:cubicBezTo>
                    <a:lnTo>
                      <a:pt x="3682241" y="790378"/>
                    </a:lnTo>
                    <a:cubicBezTo>
                      <a:pt x="3682241" y="747229"/>
                      <a:pt x="3647262" y="712250"/>
                      <a:pt x="3604113" y="712250"/>
                    </a:cubicBezTo>
                    <a:lnTo>
                      <a:pt x="3556227" y="712250"/>
                    </a:lnTo>
                    <a:lnTo>
                      <a:pt x="3556227" y="467532"/>
                    </a:lnTo>
                    <a:cubicBezTo>
                      <a:pt x="3556227" y="354907"/>
                      <a:pt x="3464927" y="263607"/>
                      <a:pt x="3352302" y="263607"/>
                    </a:cubicBezTo>
                    <a:close/>
                    <a:moveTo>
                      <a:pt x="235370" y="0"/>
                    </a:moveTo>
                    <a:lnTo>
                      <a:pt x="3693337" y="0"/>
                    </a:lnTo>
                    <a:cubicBezTo>
                      <a:pt x="3823328" y="0"/>
                      <a:pt x="3928707" y="105379"/>
                      <a:pt x="3928707" y="235370"/>
                    </a:cubicBezTo>
                    <a:lnTo>
                      <a:pt x="3928707" y="3402502"/>
                    </a:lnTo>
                    <a:cubicBezTo>
                      <a:pt x="3928707" y="3485210"/>
                      <a:pt x="3886047" y="3557954"/>
                      <a:pt x="3821334" y="3599629"/>
                    </a:cubicBezTo>
                    <a:lnTo>
                      <a:pt x="3732546" y="3954781"/>
                    </a:lnTo>
                    <a:lnTo>
                      <a:pt x="2998166" y="3954781"/>
                    </a:lnTo>
                    <a:lnTo>
                      <a:pt x="2918939" y="3637872"/>
                    </a:lnTo>
                    <a:lnTo>
                      <a:pt x="1025164" y="3637872"/>
                    </a:lnTo>
                    <a:lnTo>
                      <a:pt x="945937" y="3954781"/>
                    </a:lnTo>
                    <a:lnTo>
                      <a:pt x="211557" y="3954781"/>
                    </a:lnTo>
                    <a:lnTo>
                      <a:pt x="125186" y="3609298"/>
                    </a:lnTo>
                    <a:cubicBezTo>
                      <a:pt x="50483" y="3570656"/>
                      <a:pt x="0" y="3492475"/>
                      <a:pt x="0" y="3402502"/>
                    </a:cubicBezTo>
                    <a:lnTo>
                      <a:pt x="0" y="235370"/>
                    </a:lnTo>
                    <a:cubicBezTo>
                      <a:pt x="0" y="105379"/>
                      <a:pt x="105379" y="0"/>
                      <a:pt x="23537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678" name="Google Shape;2678;p54"/>
              <p:cNvSpPr/>
              <p:nvPr/>
            </p:nvSpPr>
            <p:spPr>
              <a:xfrm>
                <a:off x="9626515" y="1969444"/>
                <a:ext cx="330976" cy="339180"/>
              </a:xfrm>
              <a:custGeom>
                <a:rect b="b" l="l" r="r" t="t"/>
                <a:pathLst>
                  <a:path extrusionOk="0" h="3984815" w="3888432">
                    <a:moveTo>
                      <a:pt x="3131805" y="2156163"/>
                    </a:moveTo>
                    <a:lnTo>
                      <a:pt x="3132791" y="2156712"/>
                    </a:lnTo>
                    <a:lnTo>
                      <a:pt x="3132791" y="3458037"/>
                    </a:lnTo>
                    <a:lnTo>
                      <a:pt x="2592791" y="3458037"/>
                    </a:lnTo>
                    <a:lnTo>
                      <a:pt x="2592791" y="2392416"/>
                    </a:lnTo>
                    <a:lnTo>
                      <a:pt x="3131805" y="2392416"/>
                    </a:lnTo>
                    <a:close/>
                    <a:moveTo>
                      <a:pt x="1894806" y="1447696"/>
                    </a:moveTo>
                    <a:lnTo>
                      <a:pt x="2434806" y="1447696"/>
                    </a:lnTo>
                    <a:lnTo>
                      <a:pt x="2434806" y="3067696"/>
                    </a:lnTo>
                    <a:lnTo>
                      <a:pt x="2425859" y="3067696"/>
                    </a:lnTo>
                    <a:lnTo>
                      <a:pt x="2425859" y="3458037"/>
                    </a:lnTo>
                    <a:lnTo>
                      <a:pt x="1885859" y="3458037"/>
                    </a:lnTo>
                    <a:lnTo>
                      <a:pt x="1885859" y="1462222"/>
                    </a:lnTo>
                    <a:lnTo>
                      <a:pt x="1894806" y="1467205"/>
                    </a:lnTo>
                    <a:close/>
                    <a:moveTo>
                      <a:pt x="1178927" y="1068489"/>
                    </a:moveTo>
                    <a:lnTo>
                      <a:pt x="1179306" y="1068700"/>
                    </a:lnTo>
                    <a:lnTo>
                      <a:pt x="1179306" y="1992407"/>
                    </a:lnTo>
                    <a:lnTo>
                      <a:pt x="1718927" y="1992407"/>
                    </a:lnTo>
                    <a:lnTo>
                      <a:pt x="1718927" y="3458037"/>
                    </a:lnTo>
                    <a:lnTo>
                      <a:pt x="1178927" y="3458037"/>
                    </a:lnTo>
                    <a:close/>
                    <a:moveTo>
                      <a:pt x="471995" y="674757"/>
                    </a:moveTo>
                    <a:lnTo>
                      <a:pt x="482407" y="680556"/>
                    </a:lnTo>
                    <a:lnTo>
                      <a:pt x="1022307" y="680556"/>
                    </a:lnTo>
                    <a:lnTo>
                      <a:pt x="1022307" y="2085638"/>
                    </a:lnTo>
                    <a:lnTo>
                      <a:pt x="1011995" y="2085638"/>
                    </a:lnTo>
                    <a:lnTo>
                      <a:pt x="1011995" y="3458037"/>
                    </a:lnTo>
                    <a:lnTo>
                      <a:pt x="471995" y="3458037"/>
                    </a:lnTo>
                    <a:close/>
                    <a:moveTo>
                      <a:pt x="3301860" y="259154"/>
                    </a:moveTo>
                    <a:lnTo>
                      <a:pt x="3841860" y="259154"/>
                    </a:lnTo>
                    <a:lnTo>
                      <a:pt x="3841860" y="2548347"/>
                    </a:lnTo>
                    <a:lnTo>
                      <a:pt x="3835956" y="2548347"/>
                    </a:lnTo>
                    <a:lnTo>
                      <a:pt x="3839723" y="2550445"/>
                    </a:lnTo>
                    <a:lnTo>
                      <a:pt x="3839723" y="3458037"/>
                    </a:lnTo>
                    <a:lnTo>
                      <a:pt x="3299723" y="3458037"/>
                    </a:lnTo>
                    <a:lnTo>
                      <a:pt x="3299723" y="2249687"/>
                    </a:lnTo>
                    <a:lnTo>
                      <a:pt x="3301860" y="2250877"/>
                    </a:lnTo>
                    <a:close/>
                    <a:moveTo>
                      <a:pt x="0" y="0"/>
                    </a:moveTo>
                    <a:lnTo>
                      <a:pt x="360000" y="0"/>
                    </a:lnTo>
                    <a:lnTo>
                      <a:pt x="360000" y="3624815"/>
                    </a:lnTo>
                    <a:lnTo>
                      <a:pt x="3888432" y="3624815"/>
                    </a:lnTo>
                    <a:lnTo>
                      <a:pt x="3888432" y="3984815"/>
                    </a:lnTo>
                    <a:lnTo>
                      <a:pt x="0" y="3984815"/>
                    </a:lnTo>
                    <a:lnTo>
                      <a:pt x="0" y="3888432"/>
                    </a:lnTo>
                    <a:lnTo>
                      <a:pt x="0" y="362481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679" name="Google Shape;2679;p54"/>
              <p:cNvSpPr/>
              <p:nvPr/>
            </p:nvSpPr>
            <p:spPr>
              <a:xfrm>
                <a:off x="10765361" y="4863776"/>
                <a:ext cx="330939" cy="234666"/>
              </a:xfrm>
              <a:custGeom>
                <a:rect b="b" l="l" r="r" t="t"/>
                <a:pathLst>
                  <a:path extrusionOk="0" h="2808000" w="3960000">
                    <a:moveTo>
                      <a:pt x="2137982" y="2165237"/>
                    </a:moveTo>
                    <a:lnTo>
                      <a:pt x="2111402" y="2204211"/>
                    </a:lnTo>
                    <a:lnTo>
                      <a:pt x="2137982" y="2204211"/>
                    </a:lnTo>
                    <a:close/>
                    <a:moveTo>
                      <a:pt x="2635730" y="2101964"/>
                    </a:moveTo>
                    <a:cubicBezTo>
                      <a:pt x="2615812" y="2101964"/>
                      <a:pt x="2599666" y="2142287"/>
                      <a:pt x="2599666" y="2192028"/>
                    </a:cubicBezTo>
                    <a:cubicBezTo>
                      <a:pt x="2599666" y="2241769"/>
                      <a:pt x="2615812" y="2282092"/>
                      <a:pt x="2635730" y="2282092"/>
                    </a:cubicBezTo>
                    <a:cubicBezTo>
                      <a:pt x="2655648" y="2282092"/>
                      <a:pt x="2671794" y="2241769"/>
                      <a:pt x="2671794" y="2192028"/>
                    </a:cubicBezTo>
                    <a:cubicBezTo>
                      <a:pt x="2671794" y="2142287"/>
                      <a:pt x="2655648" y="2101964"/>
                      <a:pt x="2635730" y="2101964"/>
                    </a:cubicBezTo>
                    <a:close/>
                    <a:moveTo>
                      <a:pt x="1280012" y="2101964"/>
                    </a:moveTo>
                    <a:cubicBezTo>
                      <a:pt x="1260094" y="2101964"/>
                      <a:pt x="1243948" y="2142287"/>
                      <a:pt x="1243948" y="2192028"/>
                    </a:cubicBezTo>
                    <a:cubicBezTo>
                      <a:pt x="1243948" y="2241769"/>
                      <a:pt x="1260094" y="2282092"/>
                      <a:pt x="1280012" y="2282092"/>
                    </a:cubicBezTo>
                    <a:cubicBezTo>
                      <a:pt x="1299930" y="2282092"/>
                      <a:pt x="1316076" y="2241769"/>
                      <a:pt x="1316076" y="2192028"/>
                    </a:cubicBezTo>
                    <a:cubicBezTo>
                      <a:pt x="1316076" y="2142287"/>
                      <a:pt x="1299930" y="2101964"/>
                      <a:pt x="1280012" y="2101964"/>
                    </a:cubicBezTo>
                    <a:close/>
                    <a:moveTo>
                      <a:pt x="2138296" y="2025749"/>
                    </a:moveTo>
                    <a:lnTo>
                      <a:pt x="2139137" y="2026323"/>
                    </a:lnTo>
                    <a:lnTo>
                      <a:pt x="2216315" y="2026323"/>
                    </a:lnTo>
                    <a:lnTo>
                      <a:pt x="2216315" y="2204211"/>
                    </a:lnTo>
                    <a:lnTo>
                      <a:pt x="2256063" y="2204211"/>
                    </a:lnTo>
                    <a:lnTo>
                      <a:pt x="2256063" y="2282544"/>
                    </a:lnTo>
                    <a:lnTo>
                      <a:pt x="2216315" y="2282544"/>
                    </a:lnTo>
                    <a:lnTo>
                      <a:pt x="2216315" y="2357732"/>
                    </a:lnTo>
                    <a:lnTo>
                      <a:pt x="2137982" y="2357732"/>
                    </a:lnTo>
                    <a:lnTo>
                      <a:pt x="2137982" y="2282544"/>
                    </a:lnTo>
                    <a:lnTo>
                      <a:pt x="2015039" y="2282544"/>
                    </a:lnTo>
                    <a:lnTo>
                      <a:pt x="2015039" y="2208059"/>
                    </a:lnTo>
                    <a:lnTo>
                      <a:pt x="2014304" y="2207558"/>
                    </a:lnTo>
                    <a:lnTo>
                      <a:pt x="2015039" y="2206481"/>
                    </a:lnTo>
                    <a:lnTo>
                      <a:pt x="2015039" y="2204211"/>
                    </a:lnTo>
                    <a:lnTo>
                      <a:pt x="2016587" y="2204211"/>
                    </a:lnTo>
                    <a:close/>
                    <a:moveTo>
                      <a:pt x="1855876" y="2017651"/>
                    </a:moveTo>
                    <a:cubicBezTo>
                      <a:pt x="1914135" y="2017257"/>
                      <a:pt x="1961791" y="2063958"/>
                      <a:pt x="1962577" y="2122214"/>
                    </a:cubicBezTo>
                    <a:cubicBezTo>
                      <a:pt x="1962954" y="2150145"/>
                      <a:pt x="1952489" y="2175712"/>
                      <a:pt x="1934995" y="2194820"/>
                    </a:cubicBezTo>
                    <a:cubicBezTo>
                      <a:pt x="1952694" y="2214184"/>
                      <a:pt x="1963194" y="2240138"/>
                      <a:pt x="1962560" y="2268406"/>
                    </a:cubicBezTo>
                    <a:cubicBezTo>
                      <a:pt x="1961260" y="2326468"/>
                      <a:pt x="1913477" y="2372672"/>
                      <a:pt x="1855404" y="2372021"/>
                    </a:cubicBezTo>
                    <a:cubicBezTo>
                      <a:pt x="1797331" y="2371371"/>
                      <a:pt x="1750595" y="2324109"/>
                      <a:pt x="1750595" y="2266032"/>
                    </a:cubicBezTo>
                    <a:lnTo>
                      <a:pt x="1826499" y="2266032"/>
                    </a:lnTo>
                    <a:cubicBezTo>
                      <a:pt x="1826499" y="2282520"/>
                      <a:pt x="1839767" y="2295938"/>
                      <a:pt x="1856254" y="2296122"/>
                    </a:cubicBezTo>
                    <a:cubicBezTo>
                      <a:pt x="1872741" y="2296307"/>
                      <a:pt x="1886306" y="2283190"/>
                      <a:pt x="1886676" y="2266706"/>
                    </a:cubicBezTo>
                    <a:cubicBezTo>
                      <a:pt x="1887039" y="2250493"/>
                      <a:pt x="1874503" y="2236962"/>
                      <a:pt x="1858407" y="2236065"/>
                    </a:cubicBezTo>
                    <a:lnTo>
                      <a:pt x="1814193" y="2236065"/>
                    </a:lnTo>
                    <a:lnTo>
                      <a:pt x="1814193" y="2152552"/>
                    </a:lnTo>
                    <a:lnTo>
                      <a:pt x="1857384" y="2152552"/>
                    </a:lnTo>
                    <a:cubicBezTo>
                      <a:pt x="1873190" y="2152141"/>
                      <a:pt x="1885741" y="2139089"/>
                      <a:pt x="1885527" y="2123254"/>
                    </a:cubicBezTo>
                    <a:cubicBezTo>
                      <a:pt x="1885313" y="2107349"/>
                      <a:pt x="1872302" y="2094598"/>
                      <a:pt x="1856396" y="2094706"/>
                    </a:cubicBezTo>
                    <a:cubicBezTo>
                      <a:pt x="1840490" y="2094813"/>
                      <a:pt x="1827652" y="2107738"/>
                      <a:pt x="1827652" y="2123644"/>
                    </a:cubicBezTo>
                    <a:lnTo>
                      <a:pt x="1750595" y="2123644"/>
                    </a:lnTo>
                    <a:cubicBezTo>
                      <a:pt x="1750595" y="2065383"/>
                      <a:pt x="1797616" y="2018044"/>
                      <a:pt x="1855876" y="2017651"/>
                    </a:cubicBezTo>
                    <a:close/>
                    <a:moveTo>
                      <a:pt x="2930344" y="2012028"/>
                    </a:moveTo>
                    <a:cubicBezTo>
                      <a:pt x="2996416" y="2014229"/>
                      <a:pt x="3045968" y="2074602"/>
                      <a:pt x="3038901" y="2136479"/>
                    </a:cubicBezTo>
                    <a:cubicBezTo>
                      <a:pt x="3029916" y="2202312"/>
                      <a:pt x="2982346" y="2231435"/>
                      <a:pt x="2939412" y="2275597"/>
                    </a:cubicBezTo>
                    <a:lnTo>
                      <a:pt x="3031192" y="2275597"/>
                    </a:lnTo>
                    <a:lnTo>
                      <a:pt x="3031192" y="2357732"/>
                    </a:lnTo>
                    <a:lnTo>
                      <a:pt x="2819358" y="2357732"/>
                    </a:lnTo>
                    <a:cubicBezTo>
                      <a:pt x="2819409" y="2335416"/>
                      <a:pt x="2820521" y="2314113"/>
                      <a:pt x="2820571" y="2291797"/>
                    </a:cubicBezTo>
                    <a:cubicBezTo>
                      <a:pt x="2870625" y="2240158"/>
                      <a:pt x="2905662" y="2213324"/>
                      <a:pt x="2965770" y="2143601"/>
                    </a:cubicBezTo>
                    <a:cubicBezTo>
                      <a:pt x="2980233" y="2116927"/>
                      <a:pt x="2957264" y="2092452"/>
                      <a:pt x="2931831" y="2093607"/>
                    </a:cubicBezTo>
                    <a:cubicBezTo>
                      <a:pt x="2910102" y="2094595"/>
                      <a:pt x="2891536" y="2110969"/>
                      <a:pt x="2889885" y="2139461"/>
                    </a:cubicBezTo>
                    <a:lnTo>
                      <a:pt x="2818945" y="2139461"/>
                    </a:lnTo>
                    <a:cubicBezTo>
                      <a:pt x="2821421" y="2064364"/>
                      <a:pt x="2869776" y="2012037"/>
                      <a:pt x="2930344" y="2012028"/>
                    </a:cubicBezTo>
                    <a:close/>
                    <a:moveTo>
                      <a:pt x="2635730" y="2012028"/>
                    </a:moveTo>
                    <a:cubicBezTo>
                      <a:pt x="2705318" y="2012028"/>
                      <a:pt x="2761730" y="2092617"/>
                      <a:pt x="2761730" y="2192028"/>
                    </a:cubicBezTo>
                    <a:cubicBezTo>
                      <a:pt x="2761730" y="2291439"/>
                      <a:pt x="2705318" y="2372028"/>
                      <a:pt x="2635730" y="2372028"/>
                    </a:cubicBezTo>
                    <a:cubicBezTo>
                      <a:pt x="2566142" y="2372028"/>
                      <a:pt x="2509730" y="2291439"/>
                      <a:pt x="2509730" y="2192028"/>
                    </a:cubicBezTo>
                    <a:cubicBezTo>
                      <a:pt x="2509730" y="2092617"/>
                      <a:pt x="2566142" y="2012028"/>
                      <a:pt x="2635730" y="2012028"/>
                    </a:cubicBezTo>
                    <a:close/>
                    <a:moveTo>
                      <a:pt x="2436237" y="2012028"/>
                    </a:moveTo>
                    <a:lnTo>
                      <a:pt x="2436206" y="2012510"/>
                    </a:lnTo>
                    <a:lnTo>
                      <a:pt x="2452515" y="2012510"/>
                    </a:lnTo>
                    <a:lnTo>
                      <a:pt x="2452515" y="2372028"/>
                    </a:lnTo>
                    <a:lnTo>
                      <a:pt x="2364870" y="2372028"/>
                    </a:lnTo>
                    <a:lnTo>
                      <a:pt x="2364870" y="2101874"/>
                    </a:lnTo>
                    <a:cubicBezTo>
                      <a:pt x="2347394" y="2108434"/>
                      <a:pt x="2328091" y="2111607"/>
                      <a:pt x="2308515" y="2111039"/>
                    </a:cubicBezTo>
                    <a:lnTo>
                      <a:pt x="2311564" y="2043892"/>
                    </a:lnTo>
                    <a:cubicBezTo>
                      <a:pt x="2321741" y="2044066"/>
                      <a:pt x="2331771" y="2042373"/>
                      <a:pt x="2340372" y="2039030"/>
                    </a:cubicBezTo>
                    <a:cubicBezTo>
                      <a:pt x="2355279" y="2033236"/>
                      <a:pt x="2364268" y="2023137"/>
                      <a:pt x="2364156" y="2012310"/>
                    </a:cubicBezTo>
                    <a:cubicBezTo>
                      <a:pt x="2388183" y="2012216"/>
                      <a:pt x="2412210" y="2012122"/>
                      <a:pt x="2436237" y="2012028"/>
                    </a:cubicBezTo>
                    <a:close/>
                    <a:moveTo>
                      <a:pt x="1574625" y="2012028"/>
                    </a:moveTo>
                    <a:cubicBezTo>
                      <a:pt x="1640698" y="2014229"/>
                      <a:pt x="1690250" y="2074602"/>
                      <a:pt x="1683183" y="2136479"/>
                    </a:cubicBezTo>
                    <a:cubicBezTo>
                      <a:pt x="1674198" y="2202312"/>
                      <a:pt x="1626628" y="2231435"/>
                      <a:pt x="1583694" y="2275597"/>
                    </a:cubicBezTo>
                    <a:lnTo>
                      <a:pt x="1675474" y="2275597"/>
                    </a:lnTo>
                    <a:lnTo>
                      <a:pt x="1675474" y="2357732"/>
                    </a:lnTo>
                    <a:lnTo>
                      <a:pt x="1463640" y="2357732"/>
                    </a:lnTo>
                    <a:cubicBezTo>
                      <a:pt x="1463691" y="2335416"/>
                      <a:pt x="1464802" y="2314113"/>
                      <a:pt x="1464853" y="2291797"/>
                    </a:cubicBezTo>
                    <a:cubicBezTo>
                      <a:pt x="1514907" y="2240158"/>
                      <a:pt x="1549943" y="2213324"/>
                      <a:pt x="1610052" y="2143601"/>
                    </a:cubicBezTo>
                    <a:cubicBezTo>
                      <a:pt x="1624515" y="2116927"/>
                      <a:pt x="1601546" y="2092452"/>
                      <a:pt x="1576112" y="2093607"/>
                    </a:cubicBezTo>
                    <a:cubicBezTo>
                      <a:pt x="1554383" y="2094595"/>
                      <a:pt x="1535817" y="2110969"/>
                      <a:pt x="1534167" y="2139461"/>
                    </a:cubicBezTo>
                    <a:lnTo>
                      <a:pt x="1463227" y="2139461"/>
                    </a:lnTo>
                    <a:cubicBezTo>
                      <a:pt x="1465703" y="2064364"/>
                      <a:pt x="1514058" y="2012037"/>
                      <a:pt x="1574625" y="2012028"/>
                    </a:cubicBezTo>
                    <a:close/>
                    <a:moveTo>
                      <a:pt x="1280012" y="2012028"/>
                    </a:moveTo>
                    <a:cubicBezTo>
                      <a:pt x="1349600" y="2012028"/>
                      <a:pt x="1406012" y="2092617"/>
                      <a:pt x="1406012" y="2192028"/>
                    </a:cubicBezTo>
                    <a:cubicBezTo>
                      <a:pt x="1406012" y="2291439"/>
                      <a:pt x="1349600" y="2372028"/>
                      <a:pt x="1280012" y="2372028"/>
                    </a:cubicBezTo>
                    <a:cubicBezTo>
                      <a:pt x="1210424" y="2372028"/>
                      <a:pt x="1154012" y="2291439"/>
                      <a:pt x="1154012" y="2192028"/>
                    </a:cubicBezTo>
                    <a:cubicBezTo>
                      <a:pt x="1154012" y="2092617"/>
                      <a:pt x="1210424" y="2012028"/>
                      <a:pt x="1280012" y="2012028"/>
                    </a:cubicBezTo>
                    <a:close/>
                    <a:moveTo>
                      <a:pt x="1080519" y="2012028"/>
                    </a:moveTo>
                    <a:lnTo>
                      <a:pt x="1080488" y="2012510"/>
                    </a:lnTo>
                    <a:lnTo>
                      <a:pt x="1096797" y="2012510"/>
                    </a:lnTo>
                    <a:lnTo>
                      <a:pt x="1096797" y="2372028"/>
                    </a:lnTo>
                    <a:lnTo>
                      <a:pt x="1009152" y="2372028"/>
                    </a:lnTo>
                    <a:lnTo>
                      <a:pt x="1009152" y="2101874"/>
                    </a:lnTo>
                    <a:cubicBezTo>
                      <a:pt x="991676" y="2108434"/>
                      <a:pt x="972373" y="2111607"/>
                      <a:pt x="952797" y="2111039"/>
                    </a:cubicBezTo>
                    <a:lnTo>
                      <a:pt x="955846" y="2043892"/>
                    </a:lnTo>
                    <a:cubicBezTo>
                      <a:pt x="966023" y="2044066"/>
                      <a:pt x="976053" y="2042373"/>
                      <a:pt x="984654" y="2039030"/>
                    </a:cubicBezTo>
                    <a:cubicBezTo>
                      <a:pt x="999561" y="2033236"/>
                      <a:pt x="1008550" y="2023137"/>
                      <a:pt x="1008438" y="2012310"/>
                    </a:cubicBezTo>
                    <a:cubicBezTo>
                      <a:pt x="1032465" y="2012216"/>
                      <a:pt x="1056492" y="2012122"/>
                      <a:pt x="1080519" y="2012028"/>
                    </a:cubicBezTo>
                    <a:close/>
                    <a:moveTo>
                      <a:pt x="3373743" y="362438"/>
                    </a:moveTo>
                    <a:lnTo>
                      <a:pt x="3553743" y="362438"/>
                    </a:lnTo>
                    <a:lnTo>
                      <a:pt x="3553743" y="2414438"/>
                    </a:lnTo>
                    <a:lnTo>
                      <a:pt x="3373743" y="2414438"/>
                    </a:lnTo>
                    <a:close/>
                    <a:moveTo>
                      <a:pt x="3129580" y="362438"/>
                    </a:moveTo>
                    <a:lnTo>
                      <a:pt x="3273580" y="362438"/>
                    </a:lnTo>
                    <a:lnTo>
                      <a:pt x="3273580" y="2414438"/>
                    </a:lnTo>
                    <a:lnTo>
                      <a:pt x="3129580" y="2414438"/>
                    </a:lnTo>
                    <a:close/>
                    <a:moveTo>
                      <a:pt x="2939411" y="362438"/>
                    </a:moveTo>
                    <a:lnTo>
                      <a:pt x="3029411" y="362438"/>
                    </a:lnTo>
                    <a:lnTo>
                      <a:pt x="3029411" y="1957238"/>
                    </a:lnTo>
                    <a:lnTo>
                      <a:pt x="2939411" y="1957238"/>
                    </a:lnTo>
                    <a:close/>
                    <a:moveTo>
                      <a:pt x="2731242" y="362438"/>
                    </a:moveTo>
                    <a:lnTo>
                      <a:pt x="2839242" y="362438"/>
                    </a:lnTo>
                    <a:lnTo>
                      <a:pt x="2839242" y="1957238"/>
                    </a:lnTo>
                    <a:lnTo>
                      <a:pt x="2731242" y="1957238"/>
                    </a:lnTo>
                    <a:close/>
                    <a:moveTo>
                      <a:pt x="2487073" y="362438"/>
                    </a:moveTo>
                    <a:lnTo>
                      <a:pt x="2631073" y="362438"/>
                    </a:lnTo>
                    <a:lnTo>
                      <a:pt x="2631073" y="1957238"/>
                    </a:lnTo>
                    <a:lnTo>
                      <a:pt x="2487073" y="1957238"/>
                    </a:lnTo>
                    <a:close/>
                    <a:moveTo>
                      <a:pt x="2296904" y="362438"/>
                    </a:moveTo>
                    <a:lnTo>
                      <a:pt x="2386904" y="362438"/>
                    </a:lnTo>
                    <a:lnTo>
                      <a:pt x="2386904" y="1957238"/>
                    </a:lnTo>
                    <a:lnTo>
                      <a:pt x="2296904" y="1957238"/>
                    </a:lnTo>
                    <a:close/>
                    <a:moveTo>
                      <a:pt x="2016735" y="362438"/>
                    </a:moveTo>
                    <a:lnTo>
                      <a:pt x="2196735" y="362438"/>
                    </a:lnTo>
                    <a:lnTo>
                      <a:pt x="2196735" y="1957238"/>
                    </a:lnTo>
                    <a:lnTo>
                      <a:pt x="2016735" y="1957238"/>
                    </a:lnTo>
                    <a:close/>
                    <a:moveTo>
                      <a:pt x="1826566" y="362438"/>
                    </a:moveTo>
                    <a:lnTo>
                      <a:pt x="1916566" y="362438"/>
                    </a:lnTo>
                    <a:lnTo>
                      <a:pt x="1916566" y="1957238"/>
                    </a:lnTo>
                    <a:lnTo>
                      <a:pt x="1826566" y="1957238"/>
                    </a:lnTo>
                    <a:close/>
                    <a:moveTo>
                      <a:pt x="1582397" y="362438"/>
                    </a:moveTo>
                    <a:lnTo>
                      <a:pt x="1726397" y="362438"/>
                    </a:lnTo>
                    <a:lnTo>
                      <a:pt x="1726397" y="1957238"/>
                    </a:lnTo>
                    <a:lnTo>
                      <a:pt x="1582397" y="1957238"/>
                    </a:lnTo>
                    <a:close/>
                    <a:moveTo>
                      <a:pt x="1302228" y="362438"/>
                    </a:moveTo>
                    <a:lnTo>
                      <a:pt x="1482228" y="362438"/>
                    </a:lnTo>
                    <a:lnTo>
                      <a:pt x="1482228" y="1957238"/>
                    </a:lnTo>
                    <a:lnTo>
                      <a:pt x="1302228" y="1957238"/>
                    </a:lnTo>
                    <a:close/>
                    <a:moveTo>
                      <a:pt x="1094059" y="362438"/>
                    </a:moveTo>
                    <a:lnTo>
                      <a:pt x="1202059" y="362438"/>
                    </a:lnTo>
                    <a:lnTo>
                      <a:pt x="1202059" y="1957238"/>
                    </a:lnTo>
                    <a:lnTo>
                      <a:pt x="1094059" y="1957238"/>
                    </a:lnTo>
                    <a:close/>
                    <a:moveTo>
                      <a:pt x="903890" y="362438"/>
                    </a:moveTo>
                    <a:lnTo>
                      <a:pt x="993890" y="362438"/>
                    </a:lnTo>
                    <a:lnTo>
                      <a:pt x="993890" y="1957238"/>
                    </a:lnTo>
                    <a:lnTo>
                      <a:pt x="903890" y="1957238"/>
                    </a:lnTo>
                    <a:close/>
                    <a:moveTo>
                      <a:pt x="623721" y="362438"/>
                    </a:moveTo>
                    <a:lnTo>
                      <a:pt x="803721" y="362438"/>
                    </a:lnTo>
                    <a:lnTo>
                      <a:pt x="803721" y="2414438"/>
                    </a:lnTo>
                    <a:lnTo>
                      <a:pt x="623721" y="2414438"/>
                    </a:lnTo>
                    <a:close/>
                    <a:moveTo>
                      <a:pt x="433552" y="362438"/>
                    </a:moveTo>
                    <a:lnTo>
                      <a:pt x="523552" y="362438"/>
                    </a:lnTo>
                    <a:lnTo>
                      <a:pt x="523552" y="2414438"/>
                    </a:lnTo>
                    <a:lnTo>
                      <a:pt x="433552" y="2414438"/>
                    </a:lnTo>
                    <a:close/>
                    <a:moveTo>
                      <a:pt x="303674" y="216000"/>
                    </a:moveTo>
                    <a:cubicBezTo>
                      <a:pt x="255253" y="216000"/>
                      <a:pt x="216000" y="255253"/>
                      <a:pt x="216000" y="303674"/>
                    </a:cubicBezTo>
                    <a:lnTo>
                      <a:pt x="216000" y="2504326"/>
                    </a:lnTo>
                    <a:cubicBezTo>
                      <a:pt x="216000" y="2552747"/>
                      <a:pt x="255253" y="2592000"/>
                      <a:pt x="303674" y="2592000"/>
                    </a:cubicBezTo>
                    <a:lnTo>
                      <a:pt x="3656326" y="2592000"/>
                    </a:lnTo>
                    <a:cubicBezTo>
                      <a:pt x="3704747" y="2592000"/>
                      <a:pt x="3744000" y="2552747"/>
                      <a:pt x="3744000" y="2504326"/>
                    </a:cubicBezTo>
                    <a:lnTo>
                      <a:pt x="3744000" y="303674"/>
                    </a:lnTo>
                    <a:cubicBezTo>
                      <a:pt x="3744000" y="255253"/>
                      <a:pt x="3704747" y="216000"/>
                      <a:pt x="3656326" y="216000"/>
                    </a:cubicBezTo>
                    <a:close/>
                    <a:moveTo>
                      <a:pt x="149021" y="0"/>
                    </a:moveTo>
                    <a:lnTo>
                      <a:pt x="3810979" y="0"/>
                    </a:lnTo>
                    <a:cubicBezTo>
                      <a:pt x="3893281" y="0"/>
                      <a:pt x="3960000" y="66719"/>
                      <a:pt x="3960000" y="149021"/>
                    </a:cubicBezTo>
                    <a:lnTo>
                      <a:pt x="3960000" y="2658979"/>
                    </a:lnTo>
                    <a:cubicBezTo>
                      <a:pt x="3960000" y="2741281"/>
                      <a:pt x="3893281" y="2808000"/>
                      <a:pt x="3810979" y="2808000"/>
                    </a:cubicBezTo>
                    <a:lnTo>
                      <a:pt x="149021" y="2808000"/>
                    </a:lnTo>
                    <a:cubicBezTo>
                      <a:pt x="66719" y="2808000"/>
                      <a:pt x="0" y="2741281"/>
                      <a:pt x="0" y="2658979"/>
                    </a:cubicBezTo>
                    <a:lnTo>
                      <a:pt x="0" y="149021"/>
                    </a:lnTo>
                    <a:cubicBezTo>
                      <a:pt x="0" y="66719"/>
                      <a:pt x="66719" y="0"/>
                      <a:pt x="14902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680" name="Google Shape;2680;p54"/>
              <p:cNvSpPr/>
              <p:nvPr/>
            </p:nvSpPr>
            <p:spPr>
              <a:xfrm>
                <a:off x="7818475" y="4673961"/>
                <a:ext cx="330939" cy="330692"/>
              </a:xfrm>
              <a:custGeom>
                <a:rect b="b" l="l" r="r" t="t"/>
                <a:pathLst>
                  <a:path extrusionOk="0" h="3968213" w="3971162">
                    <a:moveTo>
                      <a:pt x="808855" y="2815607"/>
                    </a:moveTo>
                    <a:lnTo>
                      <a:pt x="1168895" y="2815607"/>
                    </a:lnTo>
                    <a:lnTo>
                      <a:pt x="1168895" y="3175607"/>
                    </a:lnTo>
                    <a:lnTo>
                      <a:pt x="808855" y="3175607"/>
                    </a:lnTo>
                    <a:close/>
                    <a:moveTo>
                      <a:pt x="697665" y="2704397"/>
                    </a:moveTo>
                    <a:lnTo>
                      <a:pt x="697665" y="3286817"/>
                    </a:lnTo>
                    <a:lnTo>
                      <a:pt x="1280085" y="3286817"/>
                    </a:lnTo>
                    <a:lnTo>
                      <a:pt x="1280085" y="2704397"/>
                    </a:lnTo>
                    <a:close/>
                    <a:moveTo>
                      <a:pt x="537750" y="2544482"/>
                    </a:moveTo>
                    <a:lnTo>
                      <a:pt x="1440000" y="2544482"/>
                    </a:lnTo>
                    <a:lnTo>
                      <a:pt x="1440000" y="3446732"/>
                    </a:lnTo>
                    <a:lnTo>
                      <a:pt x="537750" y="3446732"/>
                    </a:lnTo>
                    <a:close/>
                    <a:moveTo>
                      <a:pt x="0" y="2528213"/>
                    </a:moveTo>
                    <a:lnTo>
                      <a:pt x="360000" y="2528213"/>
                    </a:lnTo>
                    <a:lnTo>
                      <a:pt x="360000" y="3608213"/>
                    </a:lnTo>
                    <a:lnTo>
                      <a:pt x="1440000" y="3608213"/>
                    </a:lnTo>
                    <a:lnTo>
                      <a:pt x="1440000" y="3968213"/>
                    </a:lnTo>
                    <a:lnTo>
                      <a:pt x="360000" y="3968213"/>
                    </a:lnTo>
                    <a:lnTo>
                      <a:pt x="0" y="3968213"/>
                    </a:lnTo>
                    <a:lnTo>
                      <a:pt x="0" y="3608213"/>
                    </a:lnTo>
                    <a:close/>
                    <a:moveTo>
                      <a:pt x="3605829" y="2524046"/>
                    </a:moveTo>
                    <a:lnTo>
                      <a:pt x="3965829" y="2524046"/>
                    </a:lnTo>
                    <a:lnTo>
                      <a:pt x="3965829" y="3604046"/>
                    </a:lnTo>
                    <a:lnTo>
                      <a:pt x="3965829" y="3964046"/>
                    </a:lnTo>
                    <a:lnTo>
                      <a:pt x="3605829" y="3964046"/>
                    </a:lnTo>
                    <a:lnTo>
                      <a:pt x="2525829" y="3964046"/>
                    </a:lnTo>
                    <a:lnTo>
                      <a:pt x="2525829" y="3604046"/>
                    </a:lnTo>
                    <a:lnTo>
                      <a:pt x="3605829" y="3604046"/>
                    </a:lnTo>
                    <a:close/>
                    <a:moveTo>
                      <a:pt x="1542677" y="2468095"/>
                    </a:moveTo>
                    <a:lnTo>
                      <a:pt x="1758701" y="2468095"/>
                    </a:lnTo>
                    <a:lnTo>
                      <a:pt x="1758701" y="2835684"/>
                    </a:lnTo>
                    <a:lnTo>
                      <a:pt x="1542677" y="2835684"/>
                    </a:lnTo>
                    <a:close/>
                    <a:moveTo>
                      <a:pt x="3174101" y="2437460"/>
                    </a:moveTo>
                    <a:lnTo>
                      <a:pt x="3390125" y="2437460"/>
                    </a:lnTo>
                    <a:lnTo>
                      <a:pt x="3390125" y="2663201"/>
                    </a:lnTo>
                    <a:lnTo>
                      <a:pt x="3174101" y="2663201"/>
                    </a:lnTo>
                    <a:close/>
                    <a:moveTo>
                      <a:pt x="2809842" y="2295613"/>
                    </a:moveTo>
                    <a:lnTo>
                      <a:pt x="3025866" y="2295613"/>
                    </a:lnTo>
                    <a:lnTo>
                      <a:pt x="3025866" y="2663202"/>
                    </a:lnTo>
                    <a:lnTo>
                      <a:pt x="3389097" y="2663202"/>
                    </a:lnTo>
                    <a:lnTo>
                      <a:pt x="3389097" y="2873898"/>
                    </a:lnTo>
                    <a:lnTo>
                      <a:pt x="3389097" y="2873898"/>
                    </a:lnTo>
                    <a:lnTo>
                      <a:pt x="3389097" y="3446732"/>
                    </a:lnTo>
                    <a:lnTo>
                      <a:pt x="3173073" y="3446732"/>
                    </a:lnTo>
                    <a:lnTo>
                      <a:pt x="3173073" y="2879226"/>
                    </a:lnTo>
                    <a:lnTo>
                      <a:pt x="3021508" y="2879226"/>
                    </a:lnTo>
                    <a:lnTo>
                      <a:pt x="3021508" y="2663202"/>
                    </a:lnTo>
                    <a:lnTo>
                      <a:pt x="2809842" y="2663202"/>
                    </a:lnTo>
                    <a:close/>
                    <a:moveTo>
                      <a:pt x="2093780" y="2089306"/>
                    </a:moveTo>
                    <a:lnTo>
                      <a:pt x="2309804" y="2089306"/>
                    </a:lnTo>
                    <a:lnTo>
                      <a:pt x="2309804" y="2315047"/>
                    </a:lnTo>
                    <a:lnTo>
                      <a:pt x="2093780" y="2315047"/>
                    </a:lnTo>
                    <a:close/>
                    <a:moveTo>
                      <a:pt x="2656492" y="1853849"/>
                    </a:moveTo>
                    <a:lnTo>
                      <a:pt x="2872516" y="1853849"/>
                    </a:lnTo>
                    <a:lnTo>
                      <a:pt x="2872516" y="2038657"/>
                    </a:lnTo>
                    <a:lnTo>
                      <a:pt x="2989835" y="2038657"/>
                    </a:lnTo>
                    <a:lnTo>
                      <a:pt x="2989835" y="1887092"/>
                    </a:lnTo>
                    <a:lnTo>
                      <a:pt x="3205859" y="1887092"/>
                    </a:lnTo>
                    <a:lnTo>
                      <a:pt x="3205859" y="2028940"/>
                    </a:lnTo>
                    <a:lnTo>
                      <a:pt x="3390125" y="2028940"/>
                    </a:lnTo>
                    <a:lnTo>
                      <a:pt x="3390125" y="2254681"/>
                    </a:lnTo>
                    <a:lnTo>
                      <a:pt x="3205859" y="2254681"/>
                    </a:lnTo>
                    <a:lnTo>
                      <a:pt x="3174101" y="2254681"/>
                    </a:lnTo>
                    <a:lnTo>
                      <a:pt x="3005149" y="2254681"/>
                    </a:lnTo>
                    <a:lnTo>
                      <a:pt x="2989835" y="2254681"/>
                    </a:lnTo>
                    <a:lnTo>
                      <a:pt x="2688721" y="2254681"/>
                    </a:lnTo>
                    <a:lnTo>
                      <a:pt x="2688721" y="2447179"/>
                    </a:lnTo>
                    <a:lnTo>
                      <a:pt x="2488606" y="2447179"/>
                    </a:lnTo>
                    <a:lnTo>
                      <a:pt x="2488606" y="2663841"/>
                    </a:lnTo>
                    <a:lnTo>
                      <a:pt x="2486018" y="2663841"/>
                    </a:lnTo>
                    <a:lnTo>
                      <a:pt x="2486018" y="2846997"/>
                    </a:lnTo>
                    <a:lnTo>
                      <a:pt x="2840287" y="2846997"/>
                    </a:lnTo>
                    <a:lnTo>
                      <a:pt x="2840287" y="3046907"/>
                    </a:lnTo>
                    <a:lnTo>
                      <a:pt x="3045880" y="3046907"/>
                    </a:lnTo>
                    <a:lnTo>
                      <a:pt x="3045880" y="3272648"/>
                    </a:lnTo>
                    <a:lnTo>
                      <a:pt x="2829856" y="3272648"/>
                    </a:lnTo>
                    <a:lnTo>
                      <a:pt x="2829856" y="3063021"/>
                    </a:lnTo>
                    <a:lnTo>
                      <a:pt x="2472698" y="3063021"/>
                    </a:lnTo>
                    <a:lnTo>
                      <a:pt x="2472698" y="2847499"/>
                    </a:lnTo>
                    <a:lnTo>
                      <a:pt x="2093780" y="2847499"/>
                    </a:lnTo>
                    <a:lnTo>
                      <a:pt x="2088510" y="2847499"/>
                    </a:lnTo>
                    <a:lnTo>
                      <a:pt x="1910267" y="2847499"/>
                    </a:lnTo>
                    <a:lnTo>
                      <a:pt x="1910267" y="3028023"/>
                    </a:lnTo>
                    <a:lnTo>
                      <a:pt x="2277575" y="3028023"/>
                    </a:lnTo>
                    <a:lnTo>
                      <a:pt x="2277575" y="3241488"/>
                    </a:lnTo>
                    <a:lnTo>
                      <a:pt x="2829855" y="3241488"/>
                    </a:lnTo>
                    <a:lnTo>
                      <a:pt x="2829855" y="3457512"/>
                    </a:lnTo>
                    <a:lnTo>
                      <a:pt x="2269993" y="3457512"/>
                    </a:lnTo>
                    <a:lnTo>
                      <a:pt x="2269993" y="3244047"/>
                    </a:lnTo>
                    <a:lnTo>
                      <a:pt x="2111604" y="3244047"/>
                    </a:lnTo>
                    <a:lnTo>
                      <a:pt x="2111604" y="3446733"/>
                    </a:lnTo>
                    <a:lnTo>
                      <a:pt x="1744015" y="3446733"/>
                    </a:lnTo>
                    <a:lnTo>
                      <a:pt x="1744015" y="3230709"/>
                    </a:lnTo>
                    <a:lnTo>
                      <a:pt x="1909986" y="3230709"/>
                    </a:lnTo>
                    <a:lnTo>
                      <a:pt x="1909986" y="3051709"/>
                    </a:lnTo>
                    <a:lnTo>
                      <a:pt x="1542678" y="3051709"/>
                    </a:lnTo>
                    <a:lnTo>
                      <a:pt x="1542678" y="2835685"/>
                    </a:lnTo>
                    <a:lnTo>
                      <a:pt x="1877756" y="2835685"/>
                    </a:lnTo>
                    <a:lnTo>
                      <a:pt x="1877756" y="2315047"/>
                    </a:lnTo>
                    <a:lnTo>
                      <a:pt x="2093780" y="2315047"/>
                    </a:lnTo>
                    <a:lnTo>
                      <a:pt x="2093780" y="2631475"/>
                    </a:lnTo>
                    <a:lnTo>
                      <a:pt x="2272582" y="2631475"/>
                    </a:lnTo>
                    <a:lnTo>
                      <a:pt x="2272582" y="2438100"/>
                    </a:lnTo>
                    <a:lnTo>
                      <a:pt x="2472697" y="2438100"/>
                    </a:lnTo>
                    <a:lnTo>
                      <a:pt x="2472697" y="2254681"/>
                    </a:lnTo>
                    <a:lnTo>
                      <a:pt x="2472697" y="2221438"/>
                    </a:lnTo>
                    <a:lnTo>
                      <a:pt x="2472697" y="2038657"/>
                    </a:lnTo>
                    <a:lnTo>
                      <a:pt x="2656492" y="2038657"/>
                    </a:lnTo>
                    <a:close/>
                    <a:moveTo>
                      <a:pt x="2989836" y="1667759"/>
                    </a:moveTo>
                    <a:lnTo>
                      <a:pt x="3357425" y="1667759"/>
                    </a:lnTo>
                    <a:lnTo>
                      <a:pt x="3357425" y="1883783"/>
                    </a:lnTo>
                    <a:lnTo>
                      <a:pt x="2989836" y="1883783"/>
                    </a:lnTo>
                    <a:close/>
                    <a:moveTo>
                      <a:pt x="2309586" y="1554888"/>
                    </a:moveTo>
                    <a:lnTo>
                      <a:pt x="2829824" y="1554888"/>
                    </a:lnTo>
                    <a:lnTo>
                      <a:pt x="2829824" y="1770912"/>
                    </a:lnTo>
                    <a:lnTo>
                      <a:pt x="2525643" y="1770912"/>
                    </a:lnTo>
                    <a:lnTo>
                      <a:pt x="2525643" y="1927296"/>
                    </a:lnTo>
                    <a:lnTo>
                      <a:pt x="2309619" y="1927296"/>
                    </a:lnTo>
                    <a:lnTo>
                      <a:pt x="2309619" y="1770912"/>
                    </a:lnTo>
                    <a:lnTo>
                      <a:pt x="2309586" y="1770912"/>
                    </a:lnTo>
                    <a:close/>
                    <a:moveTo>
                      <a:pt x="616397" y="1550030"/>
                    </a:moveTo>
                    <a:lnTo>
                      <a:pt x="808855" y="1550030"/>
                    </a:lnTo>
                    <a:lnTo>
                      <a:pt x="832421" y="1550030"/>
                    </a:lnTo>
                    <a:lnTo>
                      <a:pt x="1024879" y="1550030"/>
                    </a:lnTo>
                    <a:lnTo>
                      <a:pt x="1024879" y="1775771"/>
                    </a:lnTo>
                    <a:lnTo>
                      <a:pt x="832421" y="1775771"/>
                    </a:lnTo>
                    <a:lnTo>
                      <a:pt x="832421" y="2079590"/>
                    </a:lnTo>
                    <a:lnTo>
                      <a:pt x="1028931" y="2079590"/>
                    </a:lnTo>
                    <a:lnTo>
                      <a:pt x="1192537" y="2079590"/>
                    </a:lnTo>
                    <a:lnTo>
                      <a:pt x="1244955" y="2079590"/>
                    </a:lnTo>
                    <a:lnTo>
                      <a:pt x="1244955" y="2231155"/>
                    </a:lnTo>
                    <a:lnTo>
                      <a:pt x="1468668" y="2231155"/>
                    </a:lnTo>
                    <a:lnTo>
                      <a:pt x="1468668" y="2447179"/>
                    </a:lnTo>
                    <a:lnTo>
                      <a:pt x="1244955" y="2447179"/>
                    </a:lnTo>
                    <a:lnTo>
                      <a:pt x="1244955" y="2447179"/>
                    </a:lnTo>
                    <a:lnTo>
                      <a:pt x="1028931" y="2447179"/>
                    </a:lnTo>
                    <a:lnTo>
                      <a:pt x="1028931" y="2295614"/>
                    </a:lnTo>
                    <a:lnTo>
                      <a:pt x="619703" y="2295614"/>
                    </a:lnTo>
                    <a:lnTo>
                      <a:pt x="619703" y="2082482"/>
                    </a:lnTo>
                    <a:lnTo>
                      <a:pt x="616397" y="2082482"/>
                    </a:lnTo>
                    <a:close/>
                    <a:moveTo>
                      <a:pt x="1747452" y="1324289"/>
                    </a:moveTo>
                    <a:lnTo>
                      <a:pt x="1963476" y="1324289"/>
                    </a:lnTo>
                    <a:lnTo>
                      <a:pt x="1963476" y="1528779"/>
                    </a:lnTo>
                    <a:lnTo>
                      <a:pt x="2151955" y="1528779"/>
                    </a:lnTo>
                    <a:lnTo>
                      <a:pt x="2151955" y="1754520"/>
                    </a:lnTo>
                    <a:lnTo>
                      <a:pt x="1935931" y="1754520"/>
                    </a:lnTo>
                    <a:lnTo>
                      <a:pt x="1935931" y="1550030"/>
                    </a:lnTo>
                    <a:lnTo>
                      <a:pt x="1758702" y="1550030"/>
                    </a:lnTo>
                    <a:lnTo>
                      <a:pt x="1758702" y="1863566"/>
                    </a:lnTo>
                    <a:lnTo>
                      <a:pt x="2119726" y="1863566"/>
                    </a:lnTo>
                    <a:lnTo>
                      <a:pt x="2119726" y="2079590"/>
                    </a:lnTo>
                    <a:lnTo>
                      <a:pt x="1761543" y="2079590"/>
                    </a:lnTo>
                    <a:lnTo>
                      <a:pt x="1761543" y="2259540"/>
                    </a:lnTo>
                    <a:lnTo>
                      <a:pt x="1545519" y="2259540"/>
                    </a:lnTo>
                    <a:lnTo>
                      <a:pt x="1545519" y="2082482"/>
                    </a:lnTo>
                    <a:lnTo>
                      <a:pt x="1542678" y="2082482"/>
                    </a:lnTo>
                    <a:lnTo>
                      <a:pt x="1542678" y="2079589"/>
                    </a:lnTo>
                    <a:lnTo>
                      <a:pt x="1030691" y="2079589"/>
                    </a:lnTo>
                    <a:lnTo>
                      <a:pt x="1030691" y="1863565"/>
                    </a:lnTo>
                    <a:lnTo>
                      <a:pt x="1192537" y="1863565"/>
                    </a:lnTo>
                    <a:lnTo>
                      <a:pt x="1192537" y="1662900"/>
                    </a:lnTo>
                    <a:lnTo>
                      <a:pt x="1440000" y="1662900"/>
                    </a:lnTo>
                    <a:lnTo>
                      <a:pt x="1440000" y="1863565"/>
                    </a:lnTo>
                    <a:lnTo>
                      <a:pt x="1542678" y="1863565"/>
                    </a:lnTo>
                    <a:lnTo>
                      <a:pt x="1542678" y="1550030"/>
                    </a:lnTo>
                    <a:lnTo>
                      <a:pt x="1747452" y="1550030"/>
                    </a:lnTo>
                    <a:close/>
                    <a:moveTo>
                      <a:pt x="2802267" y="814725"/>
                    </a:moveTo>
                    <a:lnTo>
                      <a:pt x="3162307" y="814725"/>
                    </a:lnTo>
                    <a:lnTo>
                      <a:pt x="3162307" y="1174725"/>
                    </a:lnTo>
                    <a:lnTo>
                      <a:pt x="2802267" y="1174725"/>
                    </a:lnTo>
                    <a:close/>
                    <a:moveTo>
                      <a:pt x="884915" y="814725"/>
                    </a:moveTo>
                    <a:lnTo>
                      <a:pt x="1244955" y="814725"/>
                    </a:lnTo>
                    <a:lnTo>
                      <a:pt x="1244955" y="1174725"/>
                    </a:lnTo>
                    <a:lnTo>
                      <a:pt x="884915" y="1174725"/>
                    </a:lnTo>
                    <a:close/>
                    <a:moveTo>
                      <a:pt x="2691077" y="703515"/>
                    </a:moveTo>
                    <a:lnTo>
                      <a:pt x="2691077" y="1285935"/>
                    </a:lnTo>
                    <a:lnTo>
                      <a:pt x="3273497" y="1285935"/>
                    </a:lnTo>
                    <a:lnTo>
                      <a:pt x="3273497" y="703515"/>
                    </a:lnTo>
                    <a:close/>
                    <a:moveTo>
                      <a:pt x="773725" y="703515"/>
                    </a:moveTo>
                    <a:lnTo>
                      <a:pt x="773725" y="1285935"/>
                    </a:lnTo>
                    <a:lnTo>
                      <a:pt x="1356145" y="1285935"/>
                    </a:lnTo>
                    <a:lnTo>
                      <a:pt x="1356145" y="703515"/>
                    </a:lnTo>
                    <a:close/>
                    <a:moveTo>
                      <a:pt x="2531162" y="543600"/>
                    </a:moveTo>
                    <a:lnTo>
                      <a:pt x="3433412" y="543600"/>
                    </a:lnTo>
                    <a:lnTo>
                      <a:pt x="3433412" y="1445850"/>
                    </a:lnTo>
                    <a:lnTo>
                      <a:pt x="2531162" y="1445850"/>
                    </a:lnTo>
                    <a:close/>
                    <a:moveTo>
                      <a:pt x="613810" y="543600"/>
                    </a:moveTo>
                    <a:lnTo>
                      <a:pt x="1516060" y="543600"/>
                    </a:lnTo>
                    <a:lnTo>
                      <a:pt x="1516060" y="1445850"/>
                    </a:lnTo>
                    <a:lnTo>
                      <a:pt x="613810" y="1445850"/>
                    </a:lnTo>
                    <a:close/>
                    <a:moveTo>
                      <a:pt x="2088509" y="543244"/>
                    </a:moveTo>
                    <a:lnTo>
                      <a:pt x="2283187" y="543244"/>
                    </a:lnTo>
                    <a:lnTo>
                      <a:pt x="2283187" y="759268"/>
                    </a:lnTo>
                    <a:lnTo>
                      <a:pt x="2088509" y="759268"/>
                    </a:lnTo>
                    <a:close/>
                    <a:moveTo>
                      <a:pt x="1751276" y="543243"/>
                    </a:moveTo>
                    <a:lnTo>
                      <a:pt x="1967300" y="543243"/>
                    </a:lnTo>
                    <a:lnTo>
                      <a:pt x="1967300" y="986389"/>
                    </a:lnTo>
                    <a:lnTo>
                      <a:pt x="2119726" y="986389"/>
                    </a:lnTo>
                    <a:lnTo>
                      <a:pt x="2119726" y="986388"/>
                    </a:lnTo>
                    <a:lnTo>
                      <a:pt x="2335750" y="986388"/>
                    </a:lnTo>
                    <a:lnTo>
                      <a:pt x="2335750" y="1491348"/>
                    </a:lnTo>
                    <a:lnTo>
                      <a:pt x="2119726" y="1491348"/>
                    </a:lnTo>
                    <a:lnTo>
                      <a:pt x="2119726" y="1202413"/>
                    </a:lnTo>
                    <a:lnTo>
                      <a:pt x="1747396" y="1202413"/>
                    </a:lnTo>
                    <a:lnTo>
                      <a:pt x="1747396" y="986389"/>
                    </a:lnTo>
                    <a:lnTo>
                      <a:pt x="1751276" y="986389"/>
                    </a:lnTo>
                    <a:close/>
                    <a:moveTo>
                      <a:pt x="4409" y="5850"/>
                    </a:moveTo>
                    <a:lnTo>
                      <a:pt x="364409" y="5850"/>
                    </a:lnTo>
                    <a:lnTo>
                      <a:pt x="1444409" y="5850"/>
                    </a:lnTo>
                    <a:lnTo>
                      <a:pt x="1444409" y="365850"/>
                    </a:lnTo>
                    <a:lnTo>
                      <a:pt x="364409" y="365850"/>
                    </a:lnTo>
                    <a:lnTo>
                      <a:pt x="364409" y="1445850"/>
                    </a:lnTo>
                    <a:lnTo>
                      <a:pt x="4409" y="1445850"/>
                    </a:lnTo>
                    <a:lnTo>
                      <a:pt x="4409" y="365850"/>
                    </a:lnTo>
                    <a:close/>
                    <a:moveTo>
                      <a:pt x="2531162" y="0"/>
                    </a:moveTo>
                    <a:lnTo>
                      <a:pt x="3611162" y="0"/>
                    </a:lnTo>
                    <a:lnTo>
                      <a:pt x="3971162" y="0"/>
                    </a:lnTo>
                    <a:lnTo>
                      <a:pt x="3971162" y="360000"/>
                    </a:lnTo>
                    <a:lnTo>
                      <a:pt x="3971162" y="1440000"/>
                    </a:lnTo>
                    <a:lnTo>
                      <a:pt x="3611162" y="1440000"/>
                    </a:lnTo>
                    <a:lnTo>
                      <a:pt x="3611162" y="360000"/>
                    </a:lnTo>
                    <a:lnTo>
                      <a:pt x="2531162" y="36000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681" name="Google Shape;2681;p54"/>
              <p:cNvSpPr/>
              <p:nvPr/>
            </p:nvSpPr>
            <p:spPr>
              <a:xfrm>
                <a:off x="10999746" y="4139499"/>
                <a:ext cx="330940" cy="232884"/>
              </a:xfrm>
              <a:custGeom>
                <a:rect b="b" l="l" r="r" t="t"/>
                <a:pathLst>
                  <a:path extrusionOk="0" h="2736304" w="3888432">
                    <a:moveTo>
                      <a:pt x="1324542" y="1693069"/>
                    </a:moveTo>
                    <a:lnTo>
                      <a:pt x="1371242" y="1693069"/>
                    </a:lnTo>
                    <a:cubicBezTo>
                      <a:pt x="1385857" y="1693069"/>
                      <a:pt x="1397704" y="1704917"/>
                      <a:pt x="1397704" y="1719531"/>
                    </a:cubicBezTo>
                    <a:lnTo>
                      <a:pt x="1397704" y="1766231"/>
                    </a:lnTo>
                    <a:cubicBezTo>
                      <a:pt x="1397704" y="1780846"/>
                      <a:pt x="1385857" y="1792693"/>
                      <a:pt x="1371242" y="1792693"/>
                    </a:cubicBezTo>
                    <a:lnTo>
                      <a:pt x="1324542" y="1792693"/>
                    </a:lnTo>
                    <a:cubicBezTo>
                      <a:pt x="1309928" y="1792693"/>
                      <a:pt x="1298080" y="1780846"/>
                      <a:pt x="1298080" y="1766231"/>
                    </a:cubicBezTo>
                    <a:lnTo>
                      <a:pt x="1298080" y="1719531"/>
                    </a:lnTo>
                    <a:cubicBezTo>
                      <a:pt x="1298080" y="1704917"/>
                      <a:pt x="1309928" y="1693069"/>
                      <a:pt x="1324542" y="1693069"/>
                    </a:cubicBezTo>
                    <a:close/>
                    <a:moveTo>
                      <a:pt x="1174792" y="1693069"/>
                    </a:moveTo>
                    <a:lnTo>
                      <a:pt x="1221492" y="1693069"/>
                    </a:lnTo>
                    <a:cubicBezTo>
                      <a:pt x="1236107" y="1693069"/>
                      <a:pt x="1247954" y="1704917"/>
                      <a:pt x="1247954" y="1719531"/>
                    </a:cubicBezTo>
                    <a:lnTo>
                      <a:pt x="1247954" y="1766231"/>
                    </a:lnTo>
                    <a:cubicBezTo>
                      <a:pt x="1247954" y="1780846"/>
                      <a:pt x="1236107" y="1792693"/>
                      <a:pt x="1221492" y="1792693"/>
                    </a:cubicBezTo>
                    <a:lnTo>
                      <a:pt x="1174792" y="1792693"/>
                    </a:lnTo>
                    <a:cubicBezTo>
                      <a:pt x="1160178" y="1792693"/>
                      <a:pt x="1148330" y="1780846"/>
                      <a:pt x="1148330" y="1766231"/>
                    </a:cubicBezTo>
                    <a:lnTo>
                      <a:pt x="1148330" y="1719531"/>
                    </a:lnTo>
                    <a:cubicBezTo>
                      <a:pt x="1148330" y="1704917"/>
                      <a:pt x="1160178" y="1693069"/>
                      <a:pt x="1174792" y="1693069"/>
                    </a:cubicBezTo>
                    <a:close/>
                    <a:moveTo>
                      <a:pt x="1025670" y="1693069"/>
                    </a:moveTo>
                    <a:lnTo>
                      <a:pt x="1072369" y="1693069"/>
                    </a:lnTo>
                    <a:cubicBezTo>
                      <a:pt x="1086984" y="1693069"/>
                      <a:pt x="1098832" y="1704917"/>
                      <a:pt x="1098832" y="1719531"/>
                    </a:cubicBezTo>
                    <a:lnTo>
                      <a:pt x="1098832" y="1766231"/>
                    </a:lnTo>
                    <a:cubicBezTo>
                      <a:pt x="1098832" y="1780846"/>
                      <a:pt x="1086984" y="1792693"/>
                      <a:pt x="1072369" y="1792693"/>
                    </a:cubicBezTo>
                    <a:lnTo>
                      <a:pt x="1025670" y="1792693"/>
                    </a:lnTo>
                    <a:cubicBezTo>
                      <a:pt x="1011055" y="1792693"/>
                      <a:pt x="999207" y="1780846"/>
                      <a:pt x="999207" y="1766231"/>
                    </a:cubicBezTo>
                    <a:lnTo>
                      <a:pt x="999207" y="1719531"/>
                    </a:lnTo>
                    <a:cubicBezTo>
                      <a:pt x="999207" y="1704917"/>
                      <a:pt x="1011055" y="1693069"/>
                      <a:pt x="1025670" y="1693069"/>
                    </a:cubicBezTo>
                    <a:close/>
                    <a:moveTo>
                      <a:pt x="2538530" y="1609316"/>
                    </a:moveTo>
                    <a:lnTo>
                      <a:pt x="2133002" y="1939195"/>
                    </a:lnTo>
                    <a:lnTo>
                      <a:pt x="3272021" y="1939195"/>
                    </a:lnTo>
                    <a:lnTo>
                      <a:pt x="2866494" y="1609316"/>
                    </a:lnTo>
                    <a:close/>
                    <a:moveTo>
                      <a:pt x="1324542" y="1547147"/>
                    </a:moveTo>
                    <a:lnTo>
                      <a:pt x="1371242" y="1547147"/>
                    </a:lnTo>
                    <a:cubicBezTo>
                      <a:pt x="1385857" y="1547147"/>
                      <a:pt x="1397704" y="1558995"/>
                      <a:pt x="1397704" y="1573609"/>
                    </a:cubicBezTo>
                    <a:lnTo>
                      <a:pt x="1397704" y="1620309"/>
                    </a:lnTo>
                    <a:cubicBezTo>
                      <a:pt x="1397704" y="1634924"/>
                      <a:pt x="1385857" y="1646771"/>
                      <a:pt x="1371242" y="1646771"/>
                    </a:cubicBezTo>
                    <a:lnTo>
                      <a:pt x="1324542" y="1646771"/>
                    </a:lnTo>
                    <a:cubicBezTo>
                      <a:pt x="1309928" y="1646771"/>
                      <a:pt x="1298080" y="1634924"/>
                      <a:pt x="1298080" y="1620309"/>
                    </a:cubicBezTo>
                    <a:lnTo>
                      <a:pt x="1298080" y="1573609"/>
                    </a:lnTo>
                    <a:cubicBezTo>
                      <a:pt x="1298080" y="1558995"/>
                      <a:pt x="1309928" y="1547147"/>
                      <a:pt x="1324542" y="1547147"/>
                    </a:cubicBezTo>
                    <a:close/>
                    <a:moveTo>
                      <a:pt x="1174792" y="1547147"/>
                    </a:moveTo>
                    <a:lnTo>
                      <a:pt x="1221492" y="1547147"/>
                    </a:lnTo>
                    <a:cubicBezTo>
                      <a:pt x="1236107" y="1547147"/>
                      <a:pt x="1247954" y="1558995"/>
                      <a:pt x="1247954" y="1573609"/>
                    </a:cubicBezTo>
                    <a:lnTo>
                      <a:pt x="1247954" y="1620309"/>
                    </a:lnTo>
                    <a:cubicBezTo>
                      <a:pt x="1247954" y="1634924"/>
                      <a:pt x="1236107" y="1646771"/>
                      <a:pt x="1221492" y="1646771"/>
                    </a:cubicBezTo>
                    <a:lnTo>
                      <a:pt x="1174792" y="1646771"/>
                    </a:lnTo>
                    <a:cubicBezTo>
                      <a:pt x="1160178" y="1646771"/>
                      <a:pt x="1148330" y="1634924"/>
                      <a:pt x="1148330" y="1620309"/>
                    </a:cubicBezTo>
                    <a:lnTo>
                      <a:pt x="1148330" y="1573609"/>
                    </a:lnTo>
                    <a:cubicBezTo>
                      <a:pt x="1148330" y="1558995"/>
                      <a:pt x="1160178" y="1547147"/>
                      <a:pt x="1174792" y="1547147"/>
                    </a:cubicBezTo>
                    <a:close/>
                    <a:moveTo>
                      <a:pt x="1025670" y="1547147"/>
                    </a:moveTo>
                    <a:lnTo>
                      <a:pt x="1072369" y="1547147"/>
                    </a:lnTo>
                    <a:cubicBezTo>
                      <a:pt x="1086984" y="1547147"/>
                      <a:pt x="1098832" y="1558995"/>
                      <a:pt x="1098832" y="1573609"/>
                    </a:cubicBezTo>
                    <a:lnTo>
                      <a:pt x="1098832" y="1620309"/>
                    </a:lnTo>
                    <a:cubicBezTo>
                      <a:pt x="1098832" y="1634924"/>
                      <a:pt x="1086984" y="1646771"/>
                      <a:pt x="1072369" y="1646771"/>
                    </a:cubicBezTo>
                    <a:lnTo>
                      <a:pt x="1025670" y="1646771"/>
                    </a:lnTo>
                    <a:cubicBezTo>
                      <a:pt x="1011055" y="1646771"/>
                      <a:pt x="999207" y="1634924"/>
                      <a:pt x="999207" y="1620309"/>
                    </a:cubicBezTo>
                    <a:lnTo>
                      <a:pt x="999207" y="1573609"/>
                    </a:lnTo>
                    <a:cubicBezTo>
                      <a:pt x="999207" y="1558995"/>
                      <a:pt x="1011055" y="1547147"/>
                      <a:pt x="1025670" y="1547147"/>
                    </a:cubicBezTo>
                    <a:close/>
                    <a:moveTo>
                      <a:pt x="2504665" y="1505875"/>
                    </a:moveTo>
                    <a:cubicBezTo>
                      <a:pt x="2501347" y="1505875"/>
                      <a:pt x="2498657" y="1508565"/>
                      <a:pt x="2498657" y="1511883"/>
                    </a:cubicBezTo>
                    <a:lnTo>
                      <a:pt x="2498657" y="1535912"/>
                    </a:lnTo>
                    <a:cubicBezTo>
                      <a:pt x="2498657" y="1539230"/>
                      <a:pt x="2501347" y="1541920"/>
                      <a:pt x="2504665" y="1541920"/>
                    </a:cubicBezTo>
                    <a:lnTo>
                      <a:pt x="2893211" y="1541920"/>
                    </a:lnTo>
                    <a:cubicBezTo>
                      <a:pt x="2896529" y="1541920"/>
                      <a:pt x="2899219" y="1539230"/>
                      <a:pt x="2899219" y="1535912"/>
                    </a:cubicBezTo>
                    <a:lnTo>
                      <a:pt x="2899219" y="1511883"/>
                    </a:lnTo>
                    <a:cubicBezTo>
                      <a:pt x="2899219" y="1508565"/>
                      <a:pt x="2896529" y="1505875"/>
                      <a:pt x="2893211" y="1505875"/>
                    </a:cubicBezTo>
                    <a:close/>
                    <a:moveTo>
                      <a:pt x="2504665" y="1422733"/>
                    </a:moveTo>
                    <a:cubicBezTo>
                      <a:pt x="2501347" y="1422733"/>
                      <a:pt x="2498657" y="1425422"/>
                      <a:pt x="2498657" y="1428740"/>
                    </a:cubicBezTo>
                    <a:lnTo>
                      <a:pt x="2498657" y="1452770"/>
                    </a:lnTo>
                    <a:cubicBezTo>
                      <a:pt x="2498657" y="1456088"/>
                      <a:pt x="2501347" y="1458777"/>
                      <a:pt x="2504665" y="1458777"/>
                    </a:cubicBezTo>
                    <a:lnTo>
                      <a:pt x="2893211" y="1458777"/>
                    </a:lnTo>
                    <a:cubicBezTo>
                      <a:pt x="2896529" y="1458777"/>
                      <a:pt x="2899219" y="1456088"/>
                      <a:pt x="2899219" y="1452770"/>
                    </a:cubicBezTo>
                    <a:lnTo>
                      <a:pt x="2899219" y="1428740"/>
                    </a:lnTo>
                    <a:cubicBezTo>
                      <a:pt x="2899219" y="1425422"/>
                      <a:pt x="2896529" y="1422733"/>
                      <a:pt x="2893211" y="1422733"/>
                    </a:cubicBezTo>
                    <a:close/>
                    <a:moveTo>
                      <a:pt x="1324542" y="1401225"/>
                    </a:moveTo>
                    <a:lnTo>
                      <a:pt x="1371242" y="1401225"/>
                    </a:lnTo>
                    <a:cubicBezTo>
                      <a:pt x="1385857" y="1401225"/>
                      <a:pt x="1397704" y="1413073"/>
                      <a:pt x="1397704" y="1427687"/>
                    </a:cubicBezTo>
                    <a:lnTo>
                      <a:pt x="1397704" y="1474387"/>
                    </a:lnTo>
                    <a:cubicBezTo>
                      <a:pt x="1397704" y="1489001"/>
                      <a:pt x="1385857" y="1500849"/>
                      <a:pt x="1371242" y="1500849"/>
                    </a:cubicBezTo>
                    <a:lnTo>
                      <a:pt x="1324542" y="1500849"/>
                    </a:lnTo>
                    <a:cubicBezTo>
                      <a:pt x="1309928" y="1500849"/>
                      <a:pt x="1298080" y="1489001"/>
                      <a:pt x="1298080" y="1474387"/>
                    </a:cubicBezTo>
                    <a:lnTo>
                      <a:pt x="1298080" y="1427687"/>
                    </a:lnTo>
                    <a:cubicBezTo>
                      <a:pt x="1298080" y="1413073"/>
                      <a:pt x="1309928" y="1401225"/>
                      <a:pt x="1324542" y="1401225"/>
                    </a:cubicBezTo>
                    <a:close/>
                    <a:moveTo>
                      <a:pt x="1174792" y="1401225"/>
                    </a:moveTo>
                    <a:lnTo>
                      <a:pt x="1221492" y="1401225"/>
                    </a:lnTo>
                    <a:cubicBezTo>
                      <a:pt x="1236107" y="1401225"/>
                      <a:pt x="1247954" y="1413073"/>
                      <a:pt x="1247954" y="1427687"/>
                    </a:cubicBezTo>
                    <a:lnTo>
                      <a:pt x="1247954" y="1474387"/>
                    </a:lnTo>
                    <a:cubicBezTo>
                      <a:pt x="1247954" y="1489001"/>
                      <a:pt x="1236107" y="1500849"/>
                      <a:pt x="1221492" y="1500849"/>
                    </a:cubicBezTo>
                    <a:lnTo>
                      <a:pt x="1174792" y="1500849"/>
                    </a:lnTo>
                    <a:cubicBezTo>
                      <a:pt x="1160178" y="1500849"/>
                      <a:pt x="1148330" y="1489001"/>
                      <a:pt x="1148330" y="1474387"/>
                    </a:cubicBezTo>
                    <a:lnTo>
                      <a:pt x="1148330" y="1427687"/>
                    </a:lnTo>
                    <a:cubicBezTo>
                      <a:pt x="1148330" y="1413073"/>
                      <a:pt x="1160178" y="1401225"/>
                      <a:pt x="1174792" y="1401225"/>
                    </a:cubicBezTo>
                    <a:close/>
                    <a:moveTo>
                      <a:pt x="1025670" y="1401225"/>
                    </a:moveTo>
                    <a:lnTo>
                      <a:pt x="1072369" y="1401225"/>
                    </a:lnTo>
                    <a:cubicBezTo>
                      <a:pt x="1086984" y="1401225"/>
                      <a:pt x="1098832" y="1413073"/>
                      <a:pt x="1098832" y="1427687"/>
                    </a:cubicBezTo>
                    <a:lnTo>
                      <a:pt x="1098832" y="1474387"/>
                    </a:lnTo>
                    <a:cubicBezTo>
                      <a:pt x="1098832" y="1489001"/>
                      <a:pt x="1086984" y="1500849"/>
                      <a:pt x="1072369" y="1500849"/>
                    </a:cubicBezTo>
                    <a:lnTo>
                      <a:pt x="1025670" y="1500849"/>
                    </a:lnTo>
                    <a:cubicBezTo>
                      <a:pt x="1011055" y="1500849"/>
                      <a:pt x="999207" y="1489001"/>
                      <a:pt x="999207" y="1474387"/>
                    </a:cubicBezTo>
                    <a:lnTo>
                      <a:pt x="999207" y="1427687"/>
                    </a:lnTo>
                    <a:cubicBezTo>
                      <a:pt x="999207" y="1413073"/>
                      <a:pt x="1011055" y="1401225"/>
                      <a:pt x="1025670" y="1401225"/>
                    </a:cubicBezTo>
                    <a:close/>
                    <a:moveTo>
                      <a:pt x="2504665" y="1339590"/>
                    </a:moveTo>
                    <a:cubicBezTo>
                      <a:pt x="2501347" y="1339590"/>
                      <a:pt x="2498657" y="1342280"/>
                      <a:pt x="2498657" y="1345598"/>
                    </a:cubicBezTo>
                    <a:lnTo>
                      <a:pt x="2498657" y="1369628"/>
                    </a:lnTo>
                    <a:cubicBezTo>
                      <a:pt x="2498657" y="1372945"/>
                      <a:pt x="2501347" y="1375635"/>
                      <a:pt x="2504665" y="1375635"/>
                    </a:cubicBezTo>
                    <a:lnTo>
                      <a:pt x="2893211" y="1375635"/>
                    </a:lnTo>
                    <a:cubicBezTo>
                      <a:pt x="2896529" y="1375635"/>
                      <a:pt x="2899219" y="1372945"/>
                      <a:pt x="2899219" y="1369628"/>
                    </a:cubicBezTo>
                    <a:lnTo>
                      <a:pt x="2899219" y="1345598"/>
                    </a:lnTo>
                    <a:cubicBezTo>
                      <a:pt x="2899219" y="1342280"/>
                      <a:pt x="2896529" y="1339590"/>
                      <a:pt x="2893211" y="1339590"/>
                    </a:cubicBezTo>
                    <a:close/>
                    <a:moveTo>
                      <a:pt x="2088232" y="1285358"/>
                    </a:moveTo>
                    <a:lnTo>
                      <a:pt x="2088232" y="1938513"/>
                    </a:lnTo>
                    <a:lnTo>
                      <a:pt x="2504773" y="1611936"/>
                    </a:lnTo>
                    <a:close/>
                    <a:moveTo>
                      <a:pt x="3314199" y="1280118"/>
                    </a:moveTo>
                    <a:lnTo>
                      <a:pt x="2897658" y="1608841"/>
                    </a:lnTo>
                    <a:lnTo>
                      <a:pt x="3314199" y="1937564"/>
                    </a:lnTo>
                    <a:close/>
                    <a:moveTo>
                      <a:pt x="1527230" y="1221901"/>
                    </a:moveTo>
                    <a:cubicBezTo>
                      <a:pt x="1521727" y="1221901"/>
                      <a:pt x="1517267" y="1226362"/>
                      <a:pt x="1517267" y="1231864"/>
                    </a:cubicBezTo>
                    <a:lnTo>
                      <a:pt x="1517267" y="1271713"/>
                    </a:lnTo>
                    <a:cubicBezTo>
                      <a:pt x="1517267" y="1277215"/>
                      <a:pt x="1521727" y="1281676"/>
                      <a:pt x="1527230" y="1281676"/>
                    </a:cubicBezTo>
                    <a:lnTo>
                      <a:pt x="1732319" y="1281676"/>
                    </a:lnTo>
                    <a:cubicBezTo>
                      <a:pt x="1737821" y="1281676"/>
                      <a:pt x="1742281" y="1277215"/>
                      <a:pt x="1742281" y="1271713"/>
                    </a:cubicBezTo>
                    <a:lnTo>
                      <a:pt x="1742281" y="1231864"/>
                    </a:lnTo>
                    <a:cubicBezTo>
                      <a:pt x="1742281" y="1226362"/>
                      <a:pt x="1737821" y="1221901"/>
                      <a:pt x="1732319" y="1221901"/>
                    </a:cubicBezTo>
                    <a:close/>
                    <a:moveTo>
                      <a:pt x="666834" y="1221901"/>
                    </a:moveTo>
                    <a:cubicBezTo>
                      <a:pt x="661332" y="1221901"/>
                      <a:pt x="656871" y="1226362"/>
                      <a:pt x="656871" y="1231864"/>
                    </a:cubicBezTo>
                    <a:lnTo>
                      <a:pt x="656871" y="1271713"/>
                    </a:lnTo>
                    <a:cubicBezTo>
                      <a:pt x="656871" y="1277215"/>
                      <a:pt x="661332" y="1281676"/>
                      <a:pt x="666834" y="1281676"/>
                    </a:cubicBezTo>
                    <a:lnTo>
                      <a:pt x="871923" y="1281676"/>
                    </a:lnTo>
                    <a:cubicBezTo>
                      <a:pt x="877425" y="1281676"/>
                      <a:pt x="881885" y="1277215"/>
                      <a:pt x="881885" y="1271713"/>
                    </a:cubicBezTo>
                    <a:lnTo>
                      <a:pt x="881885" y="1231864"/>
                    </a:lnTo>
                    <a:cubicBezTo>
                      <a:pt x="881885" y="1226362"/>
                      <a:pt x="877425" y="1221901"/>
                      <a:pt x="871923" y="1221901"/>
                    </a:cubicBezTo>
                    <a:close/>
                    <a:moveTo>
                      <a:pt x="1052149" y="1111644"/>
                    </a:moveTo>
                    <a:cubicBezTo>
                      <a:pt x="1044919" y="1111644"/>
                      <a:pt x="1039057" y="1117506"/>
                      <a:pt x="1039057" y="1124736"/>
                    </a:cubicBezTo>
                    <a:lnTo>
                      <a:pt x="1039057" y="1168203"/>
                    </a:lnTo>
                    <a:lnTo>
                      <a:pt x="1009466" y="1168203"/>
                    </a:lnTo>
                    <a:cubicBezTo>
                      <a:pt x="969193" y="1174775"/>
                      <a:pt x="956437" y="1243393"/>
                      <a:pt x="940007" y="1277093"/>
                    </a:cubicBezTo>
                    <a:cubicBezTo>
                      <a:pt x="776268" y="1309492"/>
                      <a:pt x="775043" y="1328679"/>
                      <a:pt x="736793" y="1421744"/>
                    </a:cubicBezTo>
                    <a:lnTo>
                      <a:pt x="648072" y="1812480"/>
                    </a:lnTo>
                    <a:cubicBezTo>
                      <a:pt x="648072" y="1882463"/>
                      <a:pt x="704805" y="1939195"/>
                      <a:pt x="774788" y="1939195"/>
                    </a:cubicBezTo>
                    <a:lnTo>
                      <a:pt x="1183772" y="1939195"/>
                    </a:lnTo>
                    <a:lnTo>
                      <a:pt x="1198456" y="1939195"/>
                    </a:lnTo>
                    <a:lnTo>
                      <a:pt x="1607440" y="1939195"/>
                    </a:lnTo>
                    <a:cubicBezTo>
                      <a:pt x="1677423" y="1939195"/>
                      <a:pt x="1734156" y="1882463"/>
                      <a:pt x="1734156" y="1812480"/>
                    </a:cubicBezTo>
                    <a:lnTo>
                      <a:pt x="1645435" y="1421744"/>
                    </a:lnTo>
                    <a:cubicBezTo>
                      <a:pt x="1607185" y="1328679"/>
                      <a:pt x="1605960" y="1309492"/>
                      <a:pt x="1442221" y="1277093"/>
                    </a:cubicBezTo>
                    <a:cubicBezTo>
                      <a:pt x="1425791" y="1243393"/>
                      <a:pt x="1413035" y="1174775"/>
                      <a:pt x="1372762" y="1168203"/>
                    </a:cubicBezTo>
                    <a:lnTo>
                      <a:pt x="1357854" y="1168203"/>
                    </a:lnTo>
                    <a:lnTo>
                      <a:pt x="1357854" y="1124736"/>
                    </a:lnTo>
                    <a:cubicBezTo>
                      <a:pt x="1357854" y="1117506"/>
                      <a:pt x="1351993" y="1111644"/>
                      <a:pt x="1344762" y="1111644"/>
                    </a:cubicBezTo>
                    <a:lnTo>
                      <a:pt x="1268702" y="1111644"/>
                    </a:lnTo>
                    <a:cubicBezTo>
                      <a:pt x="1261471" y="1111644"/>
                      <a:pt x="1255610" y="1117506"/>
                      <a:pt x="1255610" y="1124736"/>
                    </a:cubicBezTo>
                    <a:lnTo>
                      <a:pt x="1255610" y="1168203"/>
                    </a:lnTo>
                    <a:lnTo>
                      <a:pt x="1198456" y="1168203"/>
                    </a:lnTo>
                    <a:lnTo>
                      <a:pt x="1183772" y="1168203"/>
                    </a:lnTo>
                    <a:lnTo>
                      <a:pt x="1141302" y="1168203"/>
                    </a:lnTo>
                    <a:lnTo>
                      <a:pt x="1141302" y="1124736"/>
                    </a:lnTo>
                    <a:cubicBezTo>
                      <a:pt x="1141302" y="1117506"/>
                      <a:pt x="1135440" y="1111644"/>
                      <a:pt x="1128210" y="1111644"/>
                    </a:cubicBezTo>
                    <a:close/>
                    <a:moveTo>
                      <a:pt x="2705133" y="840243"/>
                    </a:moveTo>
                    <a:lnTo>
                      <a:pt x="2088233" y="1255464"/>
                    </a:lnTo>
                    <a:lnTo>
                      <a:pt x="2299068" y="1414858"/>
                    </a:lnTo>
                    <a:lnTo>
                      <a:pt x="2299068" y="1228076"/>
                    </a:lnTo>
                    <a:lnTo>
                      <a:pt x="3108494" y="1228076"/>
                    </a:lnTo>
                    <a:lnTo>
                      <a:pt x="3108494" y="1416902"/>
                    </a:lnTo>
                    <a:lnTo>
                      <a:pt x="3322033" y="1255464"/>
                    </a:lnTo>
                    <a:lnTo>
                      <a:pt x="3322033" y="1255464"/>
                    </a:lnTo>
                    <a:close/>
                    <a:moveTo>
                      <a:pt x="1195706" y="835207"/>
                    </a:moveTo>
                    <a:lnTo>
                      <a:pt x="1195706" y="835221"/>
                    </a:lnTo>
                    <a:cubicBezTo>
                      <a:pt x="866618" y="834160"/>
                      <a:pt x="692194" y="969423"/>
                      <a:pt x="665970" y="1132153"/>
                    </a:cubicBezTo>
                    <a:cubicBezTo>
                      <a:pt x="665970" y="1145595"/>
                      <a:pt x="659622" y="1181725"/>
                      <a:pt x="663418" y="1194550"/>
                    </a:cubicBezTo>
                    <a:lnTo>
                      <a:pt x="878440" y="1194550"/>
                    </a:lnTo>
                    <a:cubicBezTo>
                      <a:pt x="887485" y="1007425"/>
                      <a:pt x="1085027" y="1006045"/>
                      <a:pt x="1195706" y="1007712"/>
                    </a:cubicBezTo>
                    <a:lnTo>
                      <a:pt x="1195706" y="1007714"/>
                    </a:lnTo>
                    <a:cubicBezTo>
                      <a:pt x="1195809" y="1007712"/>
                      <a:pt x="1195911" y="1007710"/>
                      <a:pt x="1196014" y="1007712"/>
                    </a:cubicBezTo>
                    <a:lnTo>
                      <a:pt x="1196322" y="1007714"/>
                    </a:lnTo>
                    <a:lnTo>
                      <a:pt x="1196322" y="1007712"/>
                    </a:lnTo>
                    <a:cubicBezTo>
                      <a:pt x="1307001" y="1006045"/>
                      <a:pt x="1504542" y="1007425"/>
                      <a:pt x="1513587" y="1194550"/>
                    </a:cubicBezTo>
                    <a:lnTo>
                      <a:pt x="1728609" y="1194550"/>
                    </a:lnTo>
                    <a:cubicBezTo>
                      <a:pt x="1732405" y="1181725"/>
                      <a:pt x="1726057" y="1145595"/>
                      <a:pt x="1726057" y="1132153"/>
                    </a:cubicBezTo>
                    <a:cubicBezTo>
                      <a:pt x="1699834" y="969423"/>
                      <a:pt x="1525410" y="834160"/>
                      <a:pt x="1196322" y="835221"/>
                    </a:cubicBezTo>
                    <a:lnTo>
                      <a:pt x="1196322" y="835207"/>
                    </a:lnTo>
                    <a:cubicBezTo>
                      <a:pt x="1196219" y="835207"/>
                      <a:pt x="1196117" y="835206"/>
                      <a:pt x="1196014" y="835214"/>
                    </a:cubicBezTo>
                    <a:close/>
                    <a:moveTo>
                      <a:pt x="713043" y="263029"/>
                    </a:moveTo>
                    <a:lnTo>
                      <a:pt x="3158596" y="263029"/>
                    </a:lnTo>
                    <a:cubicBezTo>
                      <a:pt x="3365555" y="263029"/>
                      <a:pt x="3533328" y="430802"/>
                      <a:pt x="3533328" y="637761"/>
                    </a:cubicBezTo>
                    <a:lnTo>
                      <a:pt x="3533328" y="2136642"/>
                    </a:lnTo>
                    <a:cubicBezTo>
                      <a:pt x="3533328" y="2343601"/>
                      <a:pt x="3365555" y="2511374"/>
                      <a:pt x="3158596" y="2511374"/>
                    </a:cubicBezTo>
                    <a:lnTo>
                      <a:pt x="713043" y="2511374"/>
                    </a:lnTo>
                    <a:cubicBezTo>
                      <a:pt x="506084" y="2511374"/>
                      <a:pt x="338311" y="2343601"/>
                      <a:pt x="338311" y="2136642"/>
                    </a:cubicBezTo>
                    <a:lnTo>
                      <a:pt x="338311" y="637761"/>
                    </a:lnTo>
                    <a:cubicBezTo>
                      <a:pt x="338311" y="430802"/>
                      <a:pt x="506084" y="263029"/>
                      <a:pt x="713043" y="263029"/>
                    </a:cubicBezTo>
                    <a:close/>
                    <a:moveTo>
                      <a:pt x="593824" y="142875"/>
                    </a:moveTo>
                    <a:cubicBezTo>
                      <a:pt x="365814" y="142875"/>
                      <a:pt x="180975" y="327714"/>
                      <a:pt x="180975" y="555724"/>
                    </a:cubicBezTo>
                    <a:lnTo>
                      <a:pt x="180975" y="2207068"/>
                    </a:lnTo>
                    <a:cubicBezTo>
                      <a:pt x="180975" y="2435078"/>
                      <a:pt x="365814" y="2619917"/>
                      <a:pt x="593824" y="2619917"/>
                    </a:cubicBezTo>
                    <a:lnTo>
                      <a:pt x="3288134" y="2619917"/>
                    </a:lnTo>
                    <a:cubicBezTo>
                      <a:pt x="3516144" y="2619917"/>
                      <a:pt x="3700983" y="2435078"/>
                      <a:pt x="3700983" y="2207068"/>
                    </a:cubicBezTo>
                    <a:lnTo>
                      <a:pt x="3700983" y="555724"/>
                    </a:lnTo>
                    <a:cubicBezTo>
                      <a:pt x="3700983" y="327714"/>
                      <a:pt x="3516144" y="142875"/>
                      <a:pt x="3288134" y="142875"/>
                    </a:cubicBezTo>
                    <a:close/>
                    <a:moveTo>
                      <a:pt x="456060" y="0"/>
                    </a:moveTo>
                    <a:lnTo>
                      <a:pt x="3432372" y="0"/>
                    </a:lnTo>
                    <a:cubicBezTo>
                      <a:pt x="3684247" y="0"/>
                      <a:pt x="3888432" y="204185"/>
                      <a:pt x="3888432" y="456060"/>
                    </a:cubicBezTo>
                    <a:lnTo>
                      <a:pt x="3888432" y="2280244"/>
                    </a:lnTo>
                    <a:cubicBezTo>
                      <a:pt x="3888432" y="2532119"/>
                      <a:pt x="3684247" y="2736304"/>
                      <a:pt x="3432372" y="2736304"/>
                    </a:cubicBezTo>
                    <a:lnTo>
                      <a:pt x="456060" y="2736304"/>
                    </a:lnTo>
                    <a:cubicBezTo>
                      <a:pt x="204185" y="2736304"/>
                      <a:pt x="0" y="2532119"/>
                      <a:pt x="0" y="2280244"/>
                    </a:cubicBezTo>
                    <a:lnTo>
                      <a:pt x="0" y="456060"/>
                    </a:lnTo>
                    <a:cubicBezTo>
                      <a:pt x="0" y="204185"/>
                      <a:pt x="204185" y="0"/>
                      <a:pt x="456060"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682" name="Google Shape;2682;p54"/>
              <p:cNvSpPr/>
              <p:nvPr/>
            </p:nvSpPr>
            <p:spPr>
              <a:xfrm>
                <a:off x="9698244" y="5398653"/>
                <a:ext cx="300703" cy="366439"/>
              </a:xfrm>
              <a:custGeom>
                <a:rect b="b" l="l" r="r" t="t"/>
                <a:pathLst>
                  <a:path extrusionOk="0" h="3949460" w="3240944">
                    <a:moveTo>
                      <a:pt x="2411668" y="919204"/>
                    </a:moveTo>
                    <a:cubicBezTo>
                      <a:pt x="2652037" y="921566"/>
                      <a:pt x="2997179" y="1088232"/>
                      <a:pt x="3147060" y="1333480"/>
                    </a:cubicBezTo>
                    <a:cubicBezTo>
                      <a:pt x="2837519" y="1559133"/>
                      <a:pt x="2713715" y="1818123"/>
                      <a:pt x="2716116" y="2148550"/>
                    </a:cubicBezTo>
                    <a:cubicBezTo>
                      <a:pt x="2724370" y="2506677"/>
                      <a:pt x="2937416" y="2788602"/>
                      <a:pt x="3240944" y="2908604"/>
                    </a:cubicBezTo>
                    <a:cubicBezTo>
                      <a:pt x="3111039" y="3296832"/>
                      <a:pt x="2835874" y="3920800"/>
                      <a:pt x="2360688" y="3949460"/>
                    </a:cubicBezTo>
                    <a:cubicBezTo>
                      <a:pt x="2104982" y="3948826"/>
                      <a:pt x="1887379" y="3871989"/>
                      <a:pt x="1655487" y="3790391"/>
                    </a:cubicBezTo>
                    <a:cubicBezTo>
                      <a:pt x="1465920" y="3881513"/>
                      <a:pt x="1178719" y="3984543"/>
                      <a:pt x="936764" y="3932790"/>
                    </a:cubicBezTo>
                    <a:cubicBezTo>
                      <a:pt x="634032" y="3867349"/>
                      <a:pt x="33306" y="3304229"/>
                      <a:pt x="0" y="2002921"/>
                    </a:cubicBezTo>
                    <a:cubicBezTo>
                      <a:pt x="5122" y="1625861"/>
                      <a:pt x="224231" y="988116"/>
                      <a:pt x="1004287" y="951010"/>
                    </a:cubicBezTo>
                    <a:cubicBezTo>
                      <a:pt x="1237754" y="955627"/>
                      <a:pt x="1430737" y="1013358"/>
                      <a:pt x="1654678" y="1150601"/>
                    </a:cubicBezTo>
                    <a:cubicBezTo>
                      <a:pt x="1907007" y="1025844"/>
                      <a:pt x="2042657" y="934423"/>
                      <a:pt x="2411668" y="919204"/>
                    </a:cubicBezTo>
                    <a:close/>
                    <a:moveTo>
                      <a:pt x="2423572" y="0"/>
                    </a:moveTo>
                    <a:cubicBezTo>
                      <a:pt x="2449670" y="236641"/>
                      <a:pt x="2449574" y="370890"/>
                      <a:pt x="2275646" y="605149"/>
                    </a:cubicBezTo>
                    <a:cubicBezTo>
                      <a:pt x="2098536" y="787863"/>
                      <a:pt x="1909519" y="903902"/>
                      <a:pt x="1627634" y="908022"/>
                    </a:cubicBezTo>
                    <a:cubicBezTo>
                      <a:pt x="1601565" y="662380"/>
                      <a:pt x="1689794" y="371496"/>
                      <a:pt x="1823269" y="256823"/>
                    </a:cubicBezTo>
                    <a:cubicBezTo>
                      <a:pt x="1945582" y="131527"/>
                      <a:pt x="2156003" y="39571"/>
                      <a:pt x="2423572" y="0"/>
                    </a:cubicBez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683" name="Google Shape;2683;p54"/>
              <p:cNvSpPr/>
              <p:nvPr/>
            </p:nvSpPr>
            <p:spPr>
              <a:xfrm>
                <a:off x="7800500" y="2582839"/>
                <a:ext cx="300170" cy="347427"/>
              </a:xfrm>
              <a:custGeom>
                <a:rect b="b" l="l" r="r" t="t"/>
                <a:pathLst>
                  <a:path extrusionOk="0" h="3842533" w="3319870">
                    <a:moveTo>
                      <a:pt x="579936" y="1296382"/>
                    </a:moveTo>
                    <a:lnTo>
                      <a:pt x="2739936" y="1296382"/>
                    </a:lnTo>
                    <a:lnTo>
                      <a:pt x="2739936" y="2796543"/>
                    </a:lnTo>
                    <a:cubicBezTo>
                      <a:pt x="2739936" y="2962250"/>
                      <a:pt x="2605604" y="3096582"/>
                      <a:pt x="2439897" y="3096582"/>
                    </a:cubicBezTo>
                    <a:lnTo>
                      <a:pt x="2272003" y="3096582"/>
                    </a:lnTo>
                    <a:lnTo>
                      <a:pt x="2272003" y="3590505"/>
                    </a:lnTo>
                    <a:cubicBezTo>
                      <a:pt x="2272003" y="3729696"/>
                      <a:pt x="2159166" y="3842533"/>
                      <a:pt x="2019975" y="3842533"/>
                    </a:cubicBezTo>
                    <a:cubicBezTo>
                      <a:pt x="1880784" y="3842533"/>
                      <a:pt x="1767947" y="3729696"/>
                      <a:pt x="1767947" y="3590505"/>
                    </a:cubicBezTo>
                    <a:lnTo>
                      <a:pt x="1767947" y="3096582"/>
                    </a:lnTo>
                    <a:lnTo>
                      <a:pt x="1492066" y="3096582"/>
                    </a:lnTo>
                    <a:lnTo>
                      <a:pt x="1492066" y="3590505"/>
                    </a:lnTo>
                    <a:cubicBezTo>
                      <a:pt x="1492066" y="3729696"/>
                      <a:pt x="1379229" y="3842533"/>
                      <a:pt x="1240038" y="3842533"/>
                    </a:cubicBezTo>
                    <a:cubicBezTo>
                      <a:pt x="1100847" y="3842533"/>
                      <a:pt x="988010" y="3729696"/>
                      <a:pt x="988010" y="3590505"/>
                    </a:cubicBezTo>
                    <a:lnTo>
                      <a:pt x="988010" y="3096582"/>
                    </a:lnTo>
                    <a:lnTo>
                      <a:pt x="879975" y="3096582"/>
                    </a:lnTo>
                    <a:cubicBezTo>
                      <a:pt x="714268" y="3096582"/>
                      <a:pt x="579936" y="2962250"/>
                      <a:pt x="579936" y="2796543"/>
                    </a:cubicBezTo>
                    <a:close/>
                    <a:moveTo>
                      <a:pt x="3067842" y="1281925"/>
                    </a:moveTo>
                    <a:cubicBezTo>
                      <a:pt x="3207033" y="1281925"/>
                      <a:pt x="3319870" y="1394762"/>
                      <a:pt x="3319870" y="1533953"/>
                    </a:cubicBezTo>
                    <a:lnTo>
                      <a:pt x="3319870" y="2505897"/>
                    </a:lnTo>
                    <a:cubicBezTo>
                      <a:pt x="3319870" y="2645088"/>
                      <a:pt x="3207033" y="2757925"/>
                      <a:pt x="3067842" y="2757925"/>
                    </a:cubicBezTo>
                    <a:cubicBezTo>
                      <a:pt x="2928651" y="2757925"/>
                      <a:pt x="2815814" y="2645088"/>
                      <a:pt x="2815814" y="2505897"/>
                    </a:cubicBezTo>
                    <a:lnTo>
                      <a:pt x="2815814" y="1533953"/>
                    </a:lnTo>
                    <a:cubicBezTo>
                      <a:pt x="2815814" y="1394762"/>
                      <a:pt x="2928651" y="1281925"/>
                      <a:pt x="3067842" y="1281925"/>
                    </a:cubicBezTo>
                    <a:close/>
                    <a:moveTo>
                      <a:pt x="252028" y="1281925"/>
                    </a:moveTo>
                    <a:cubicBezTo>
                      <a:pt x="391219" y="1281925"/>
                      <a:pt x="504056" y="1394762"/>
                      <a:pt x="504056" y="1533953"/>
                    </a:cubicBezTo>
                    <a:lnTo>
                      <a:pt x="504056" y="2505897"/>
                    </a:lnTo>
                    <a:cubicBezTo>
                      <a:pt x="504056" y="2645088"/>
                      <a:pt x="391219" y="2757925"/>
                      <a:pt x="252028" y="2757925"/>
                    </a:cubicBezTo>
                    <a:cubicBezTo>
                      <a:pt x="112837" y="2757925"/>
                      <a:pt x="0" y="2645088"/>
                      <a:pt x="0" y="2505897"/>
                    </a:cubicBezTo>
                    <a:lnTo>
                      <a:pt x="0" y="1533953"/>
                    </a:lnTo>
                    <a:cubicBezTo>
                      <a:pt x="0" y="1394762"/>
                      <a:pt x="112837" y="1281925"/>
                      <a:pt x="252028" y="1281925"/>
                    </a:cubicBezTo>
                    <a:close/>
                    <a:moveTo>
                      <a:pt x="2134062" y="558521"/>
                    </a:moveTo>
                    <a:cubicBezTo>
                      <a:pt x="2073373" y="558521"/>
                      <a:pt x="2024174" y="607720"/>
                      <a:pt x="2024174" y="668409"/>
                    </a:cubicBezTo>
                    <a:cubicBezTo>
                      <a:pt x="2024174" y="729098"/>
                      <a:pt x="2073373" y="778297"/>
                      <a:pt x="2134062" y="778297"/>
                    </a:cubicBezTo>
                    <a:cubicBezTo>
                      <a:pt x="2194751" y="778297"/>
                      <a:pt x="2243950" y="729098"/>
                      <a:pt x="2243950" y="668409"/>
                    </a:cubicBezTo>
                    <a:cubicBezTo>
                      <a:pt x="2243950" y="607720"/>
                      <a:pt x="2194751" y="558521"/>
                      <a:pt x="2134062" y="558521"/>
                    </a:cubicBezTo>
                    <a:close/>
                    <a:moveTo>
                      <a:pt x="1177409" y="558521"/>
                    </a:moveTo>
                    <a:cubicBezTo>
                      <a:pt x="1116720" y="558521"/>
                      <a:pt x="1067521" y="607720"/>
                      <a:pt x="1067521" y="668409"/>
                    </a:cubicBezTo>
                    <a:cubicBezTo>
                      <a:pt x="1067521" y="729098"/>
                      <a:pt x="1116720" y="778297"/>
                      <a:pt x="1177409" y="778297"/>
                    </a:cubicBezTo>
                    <a:cubicBezTo>
                      <a:pt x="1238098" y="778297"/>
                      <a:pt x="1287297" y="729098"/>
                      <a:pt x="1287297" y="668409"/>
                    </a:cubicBezTo>
                    <a:cubicBezTo>
                      <a:pt x="1287297" y="607720"/>
                      <a:pt x="1238098" y="558521"/>
                      <a:pt x="1177409" y="558521"/>
                    </a:cubicBezTo>
                    <a:close/>
                    <a:moveTo>
                      <a:pt x="1041854" y="0"/>
                    </a:moveTo>
                    <a:lnTo>
                      <a:pt x="1215617" y="300965"/>
                    </a:lnTo>
                    <a:cubicBezTo>
                      <a:pt x="1350827" y="238508"/>
                      <a:pt x="1501239" y="204386"/>
                      <a:pt x="1659158" y="204272"/>
                    </a:cubicBezTo>
                    <a:cubicBezTo>
                      <a:pt x="1823689" y="204153"/>
                      <a:pt x="1980124" y="240963"/>
                      <a:pt x="2119837" y="308065"/>
                    </a:cubicBezTo>
                    <a:lnTo>
                      <a:pt x="2297698" y="0"/>
                    </a:lnTo>
                    <a:lnTo>
                      <a:pt x="2391229" y="54000"/>
                    </a:lnTo>
                    <a:lnTo>
                      <a:pt x="2215205" y="358882"/>
                    </a:lnTo>
                    <a:cubicBezTo>
                      <a:pt x="2507692" y="533629"/>
                      <a:pt x="2710924" y="843756"/>
                      <a:pt x="2737127" y="1206450"/>
                    </a:cubicBezTo>
                    <a:cubicBezTo>
                      <a:pt x="2018962" y="1206967"/>
                      <a:pt x="1300797" y="1207483"/>
                      <a:pt x="582632" y="1208000"/>
                    </a:cubicBezTo>
                    <a:cubicBezTo>
                      <a:pt x="608780" y="838665"/>
                      <a:pt x="818541" y="523565"/>
                      <a:pt x="1119462" y="350420"/>
                    </a:cubicBezTo>
                    <a:lnTo>
                      <a:pt x="948323" y="5400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684" name="Google Shape;2684;p54"/>
              <p:cNvSpPr/>
              <p:nvPr/>
            </p:nvSpPr>
            <p:spPr>
              <a:xfrm>
                <a:off x="10645011" y="2518278"/>
                <a:ext cx="340001" cy="338281"/>
              </a:xfrm>
              <a:custGeom>
                <a:rect b="b" l="l" r="r" t="t"/>
                <a:pathLst>
                  <a:path extrusionOk="0" h="2941055" w="2956013">
                    <a:moveTo>
                      <a:pt x="2169165" y="2259549"/>
                    </a:moveTo>
                    <a:cubicBezTo>
                      <a:pt x="2305163" y="2320579"/>
                      <a:pt x="2430502" y="2400997"/>
                      <a:pt x="2542352" y="2496872"/>
                    </a:cubicBezTo>
                    <a:cubicBezTo>
                      <a:pt x="2303978" y="2744099"/>
                      <a:pt x="1979593" y="2907447"/>
                      <a:pt x="1617206" y="2939204"/>
                    </a:cubicBezTo>
                    <a:lnTo>
                      <a:pt x="1588575" y="2925411"/>
                    </a:lnTo>
                    <a:cubicBezTo>
                      <a:pt x="1835671" y="2758142"/>
                      <a:pt x="2037335" y="2529257"/>
                      <a:pt x="2169165" y="2259549"/>
                    </a:cubicBezTo>
                    <a:close/>
                    <a:moveTo>
                      <a:pt x="797309" y="2254509"/>
                    </a:moveTo>
                    <a:cubicBezTo>
                      <a:pt x="928512" y="2525684"/>
                      <a:pt x="1129977" y="2756161"/>
                      <a:pt x="1376879" y="2925229"/>
                    </a:cubicBezTo>
                    <a:cubicBezTo>
                      <a:pt x="1367940" y="2931748"/>
                      <a:pt x="1358086" y="2936536"/>
                      <a:pt x="1348086" y="2941055"/>
                    </a:cubicBezTo>
                    <a:cubicBezTo>
                      <a:pt x="981929" y="2910776"/>
                      <a:pt x="654006" y="2746454"/>
                      <a:pt x="413461" y="2497054"/>
                    </a:cubicBezTo>
                    <a:cubicBezTo>
                      <a:pt x="528278" y="2398621"/>
                      <a:pt x="657289" y="2316447"/>
                      <a:pt x="797309" y="2254509"/>
                    </a:cubicBezTo>
                    <a:close/>
                    <a:moveTo>
                      <a:pt x="1426305" y="2108791"/>
                    </a:moveTo>
                    <a:lnTo>
                      <a:pt x="1426305" y="2824067"/>
                    </a:lnTo>
                    <a:cubicBezTo>
                      <a:pt x="1203050" y="2668305"/>
                      <a:pt x="1020431" y="2458508"/>
                      <a:pt x="899682" y="2212532"/>
                    </a:cubicBezTo>
                    <a:cubicBezTo>
                      <a:pt x="1063835" y="2148883"/>
                      <a:pt x="1241204" y="2112683"/>
                      <a:pt x="1426305" y="2108791"/>
                    </a:cubicBezTo>
                    <a:close/>
                    <a:moveTo>
                      <a:pt x="1527809" y="2108695"/>
                    </a:moveTo>
                    <a:cubicBezTo>
                      <a:pt x="1717707" y="2112557"/>
                      <a:pt x="1899494" y="2150291"/>
                      <a:pt x="2067336" y="2216559"/>
                    </a:cubicBezTo>
                    <a:cubicBezTo>
                      <a:pt x="1943936" y="2466549"/>
                      <a:pt x="1756622" y="2679032"/>
                      <a:pt x="1527809" y="2835300"/>
                    </a:cubicBezTo>
                    <a:close/>
                    <a:moveTo>
                      <a:pt x="2354776" y="1530125"/>
                    </a:moveTo>
                    <a:lnTo>
                      <a:pt x="2955077" y="1530125"/>
                    </a:lnTo>
                    <a:cubicBezTo>
                      <a:pt x="2942393" y="1866074"/>
                      <a:pt x="2817414" y="2173186"/>
                      <a:pt x="2615767" y="2414127"/>
                    </a:cubicBezTo>
                    <a:cubicBezTo>
                      <a:pt x="2496453" y="2311434"/>
                      <a:pt x="2362630" y="2225327"/>
                      <a:pt x="2217376" y="2159975"/>
                    </a:cubicBezTo>
                    <a:cubicBezTo>
                      <a:pt x="2300477" y="1965771"/>
                      <a:pt x="2348521" y="1753185"/>
                      <a:pt x="2354776" y="1530125"/>
                    </a:cubicBezTo>
                    <a:close/>
                    <a:moveTo>
                      <a:pt x="1527809" y="1530125"/>
                    </a:moveTo>
                    <a:lnTo>
                      <a:pt x="2244039" y="1530125"/>
                    </a:lnTo>
                    <a:cubicBezTo>
                      <a:pt x="2237819" y="1737690"/>
                      <a:pt x="2192963" y="1935525"/>
                      <a:pt x="2115825" y="2116496"/>
                    </a:cubicBezTo>
                    <a:cubicBezTo>
                      <a:pt x="1933189" y="2043464"/>
                      <a:pt x="1735000" y="2001899"/>
                      <a:pt x="1527809" y="1997958"/>
                    </a:cubicBezTo>
                    <a:close/>
                    <a:moveTo>
                      <a:pt x="725097" y="1530125"/>
                    </a:moveTo>
                    <a:lnTo>
                      <a:pt x="1426305" y="1530125"/>
                    </a:lnTo>
                    <a:lnTo>
                      <a:pt x="1426305" y="1998054"/>
                    </a:lnTo>
                    <a:cubicBezTo>
                      <a:pt x="1224105" y="2002029"/>
                      <a:pt x="1030504" y="2041966"/>
                      <a:pt x="851699" y="2112283"/>
                    </a:cubicBezTo>
                    <a:cubicBezTo>
                      <a:pt x="775482" y="1932518"/>
                      <a:pt x="731260" y="1736112"/>
                      <a:pt x="725097" y="1530125"/>
                    </a:cubicBezTo>
                    <a:close/>
                    <a:moveTo>
                      <a:pt x="934" y="1530125"/>
                    </a:moveTo>
                    <a:lnTo>
                      <a:pt x="614360" y="1530125"/>
                    </a:lnTo>
                    <a:cubicBezTo>
                      <a:pt x="620543" y="1751166"/>
                      <a:pt x="667772" y="1961919"/>
                      <a:pt x="749235" y="2154869"/>
                    </a:cubicBezTo>
                    <a:cubicBezTo>
                      <a:pt x="599936" y="2221117"/>
                      <a:pt x="462426" y="2308980"/>
                      <a:pt x="340129" y="2414234"/>
                    </a:cubicBezTo>
                    <a:cubicBezTo>
                      <a:pt x="138582" y="2173144"/>
                      <a:pt x="13619" y="1866051"/>
                      <a:pt x="934" y="1530125"/>
                    </a:cubicBezTo>
                    <a:close/>
                    <a:moveTo>
                      <a:pt x="883886" y="768586"/>
                    </a:moveTo>
                    <a:cubicBezTo>
                      <a:pt x="1053566" y="831753"/>
                      <a:pt x="1236128" y="867407"/>
                      <a:pt x="1426305" y="871035"/>
                    </a:cubicBezTo>
                    <a:lnTo>
                      <a:pt x="1426305" y="1428622"/>
                    </a:lnTo>
                    <a:lnTo>
                      <a:pt x="724559" y="1428622"/>
                    </a:lnTo>
                    <a:cubicBezTo>
                      <a:pt x="730221" y="1192426"/>
                      <a:pt x="785872" y="968634"/>
                      <a:pt x="883886" y="768586"/>
                    </a:cubicBezTo>
                    <a:close/>
                    <a:moveTo>
                      <a:pt x="2083288" y="764501"/>
                    </a:moveTo>
                    <a:cubicBezTo>
                      <a:pt x="2182501" y="965616"/>
                      <a:pt x="2238869" y="1190833"/>
                      <a:pt x="2244577" y="1428622"/>
                    </a:cubicBezTo>
                    <a:lnTo>
                      <a:pt x="1527809" y="1428622"/>
                    </a:lnTo>
                    <a:lnTo>
                      <a:pt x="1527809" y="871130"/>
                    </a:lnTo>
                    <a:cubicBezTo>
                      <a:pt x="1722835" y="867528"/>
                      <a:pt x="1909881" y="830382"/>
                      <a:pt x="2083288" y="764501"/>
                    </a:cubicBezTo>
                    <a:close/>
                    <a:moveTo>
                      <a:pt x="375750" y="484510"/>
                    </a:moveTo>
                    <a:cubicBezTo>
                      <a:pt x="497688" y="583858"/>
                      <a:pt x="633678" y="666438"/>
                      <a:pt x="780212" y="729142"/>
                    </a:cubicBezTo>
                    <a:cubicBezTo>
                      <a:pt x="677519" y="941475"/>
                      <a:pt x="619429" y="1178562"/>
                      <a:pt x="613822" y="1428622"/>
                    </a:cubicBezTo>
                    <a:lnTo>
                      <a:pt x="0" y="1428622"/>
                    </a:lnTo>
                    <a:cubicBezTo>
                      <a:pt x="9263" y="1065848"/>
                      <a:pt x="149371" y="735691"/>
                      <a:pt x="375750" y="484510"/>
                    </a:cubicBezTo>
                    <a:close/>
                    <a:moveTo>
                      <a:pt x="2580304" y="484479"/>
                    </a:moveTo>
                    <a:cubicBezTo>
                      <a:pt x="2806628" y="735651"/>
                      <a:pt x="2946750" y="1065827"/>
                      <a:pt x="2956013" y="1428622"/>
                    </a:cubicBezTo>
                    <a:lnTo>
                      <a:pt x="2355314" y="1428622"/>
                    </a:lnTo>
                    <a:cubicBezTo>
                      <a:pt x="2349636" y="1176504"/>
                      <a:pt x="2290630" y="937573"/>
                      <a:pt x="2186241" y="724113"/>
                    </a:cubicBezTo>
                    <a:cubicBezTo>
                      <a:pt x="2328935" y="662418"/>
                      <a:pt x="2461323" y="581449"/>
                      <a:pt x="2580304" y="484479"/>
                    </a:cubicBezTo>
                    <a:close/>
                    <a:moveTo>
                      <a:pt x="1426305" y="124032"/>
                    </a:moveTo>
                    <a:lnTo>
                      <a:pt x="1426305" y="760298"/>
                    </a:lnTo>
                    <a:cubicBezTo>
                      <a:pt x="1253727" y="756791"/>
                      <a:pt x="1087879" y="724966"/>
                      <a:pt x="933247" y="668842"/>
                    </a:cubicBezTo>
                    <a:cubicBezTo>
                      <a:pt x="1054039" y="451822"/>
                      <a:pt x="1223389" y="265609"/>
                      <a:pt x="1426305" y="124032"/>
                    </a:cubicBezTo>
                    <a:close/>
                    <a:moveTo>
                      <a:pt x="1527809" y="112799"/>
                    </a:moveTo>
                    <a:cubicBezTo>
                      <a:pt x="1736145" y="255085"/>
                      <a:pt x="1910079" y="443973"/>
                      <a:pt x="2033951" y="664748"/>
                    </a:cubicBezTo>
                    <a:cubicBezTo>
                      <a:pt x="1875578" y="723616"/>
                      <a:pt x="1705238" y="756901"/>
                      <a:pt x="1527809" y="760394"/>
                    </a:cubicBezTo>
                    <a:close/>
                    <a:moveTo>
                      <a:pt x="1632157" y="1693"/>
                    </a:moveTo>
                    <a:cubicBezTo>
                      <a:pt x="1969090" y="34839"/>
                      <a:pt x="2272411" y="181752"/>
                      <a:pt x="2502559" y="404493"/>
                    </a:cubicBezTo>
                    <a:cubicBezTo>
                      <a:pt x="2392455" y="493535"/>
                      <a:pt x="2270018" y="567692"/>
                      <a:pt x="2138287" y="624414"/>
                    </a:cubicBezTo>
                    <a:cubicBezTo>
                      <a:pt x="2004803" y="382989"/>
                      <a:pt x="1815448" y="176841"/>
                      <a:pt x="1587368" y="23269"/>
                    </a:cubicBezTo>
                    <a:close/>
                    <a:moveTo>
                      <a:pt x="1333466" y="0"/>
                    </a:moveTo>
                    <a:lnTo>
                      <a:pt x="1376468" y="23177"/>
                    </a:lnTo>
                    <a:cubicBezTo>
                      <a:pt x="1149236" y="178863"/>
                      <a:pt x="960516" y="386575"/>
                      <a:pt x="827965" y="629347"/>
                    </a:cubicBezTo>
                    <a:cubicBezTo>
                      <a:pt x="692459" y="571593"/>
                      <a:pt x="566467" y="495851"/>
                      <a:pt x="453430" y="404475"/>
                    </a:cubicBezTo>
                    <a:cubicBezTo>
                      <a:pt x="685742" y="179438"/>
                      <a:pt x="992667" y="31629"/>
                      <a:pt x="1333466"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2685" name="Google Shape;2685;p54"/>
              <p:cNvSpPr/>
              <p:nvPr/>
            </p:nvSpPr>
            <p:spPr>
              <a:xfrm flipH="1">
                <a:off x="10345251" y="2251006"/>
                <a:ext cx="441966" cy="281210"/>
              </a:xfrm>
              <a:custGeom>
                <a:rect b="b" l="l" r="r" t="t"/>
                <a:pathLst>
                  <a:path extrusionOk="0" h="2532594" w="3980365">
                    <a:moveTo>
                      <a:pt x="1988360" y="58973"/>
                    </a:moveTo>
                    <a:cubicBezTo>
                      <a:pt x="1988306" y="58975"/>
                      <a:pt x="1988252" y="58977"/>
                      <a:pt x="1988199" y="58995"/>
                    </a:cubicBezTo>
                    <a:cubicBezTo>
                      <a:pt x="1988145" y="58977"/>
                      <a:pt x="1988091" y="58975"/>
                      <a:pt x="1988037" y="58973"/>
                    </a:cubicBezTo>
                    <a:lnTo>
                      <a:pt x="1988037" y="59017"/>
                    </a:lnTo>
                    <a:cubicBezTo>
                      <a:pt x="1574406" y="74019"/>
                      <a:pt x="1375335" y="406725"/>
                      <a:pt x="1370318" y="708381"/>
                    </a:cubicBezTo>
                    <a:cubicBezTo>
                      <a:pt x="1362506" y="1089140"/>
                      <a:pt x="1497435" y="1312904"/>
                      <a:pt x="1568575" y="1407072"/>
                    </a:cubicBezTo>
                    <a:cubicBezTo>
                      <a:pt x="1631785" y="1490670"/>
                      <a:pt x="1727890" y="1649476"/>
                      <a:pt x="1617443" y="1704159"/>
                    </a:cubicBezTo>
                    <a:cubicBezTo>
                      <a:pt x="1318592" y="1846636"/>
                      <a:pt x="1062028" y="1946829"/>
                      <a:pt x="927030" y="2049664"/>
                    </a:cubicBezTo>
                    <a:cubicBezTo>
                      <a:pt x="705669" y="2234426"/>
                      <a:pt x="740656" y="2445615"/>
                      <a:pt x="754501" y="2532594"/>
                    </a:cubicBezTo>
                    <a:lnTo>
                      <a:pt x="1988199" y="2531551"/>
                    </a:lnTo>
                    <a:lnTo>
                      <a:pt x="3221896" y="2532594"/>
                    </a:lnTo>
                    <a:cubicBezTo>
                      <a:pt x="3235741" y="2445615"/>
                      <a:pt x="3270728" y="2234426"/>
                      <a:pt x="3049367" y="2049664"/>
                    </a:cubicBezTo>
                    <a:cubicBezTo>
                      <a:pt x="2914369" y="1946829"/>
                      <a:pt x="2657805" y="1846636"/>
                      <a:pt x="2358954" y="1704159"/>
                    </a:cubicBezTo>
                    <a:cubicBezTo>
                      <a:pt x="2248507" y="1649476"/>
                      <a:pt x="2344612" y="1490670"/>
                      <a:pt x="2407822" y="1407072"/>
                    </a:cubicBezTo>
                    <a:cubicBezTo>
                      <a:pt x="2478962" y="1312904"/>
                      <a:pt x="2613891" y="1089140"/>
                      <a:pt x="2606079" y="708381"/>
                    </a:cubicBezTo>
                    <a:cubicBezTo>
                      <a:pt x="2601062" y="406725"/>
                      <a:pt x="2401991" y="74019"/>
                      <a:pt x="1988360" y="59017"/>
                    </a:cubicBezTo>
                    <a:close/>
                    <a:moveTo>
                      <a:pt x="1093515" y="0"/>
                    </a:moveTo>
                    <a:cubicBezTo>
                      <a:pt x="736613" y="12826"/>
                      <a:pt x="553627" y="327881"/>
                      <a:pt x="549299" y="588096"/>
                    </a:cubicBezTo>
                    <a:cubicBezTo>
                      <a:pt x="542562" y="916461"/>
                      <a:pt x="658924" y="1109434"/>
                      <a:pt x="720275" y="1190644"/>
                    </a:cubicBezTo>
                    <a:cubicBezTo>
                      <a:pt x="774787" y="1262738"/>
                      <a:pt x="857667" y="1399692"/>
                      <a:pt x="762418" y="1446850"/>
                    </a:cubicBezTo>
                    <a:cubicBezTo>
                      <a:pt x="504691" y="1569722"/>
                      <a:pt x="283431" y="1656128"/>
                      <a:pt x="167010" y="1744812"/>
                    </a:cubicBezTo>
                    <a:cubicBezTo>
                      <a:pt x="-23891" y="1904150"/>
                      <a:pt x="672" y="2013351"/>
                      <a:pt x="1392" y="2161289"/>
                    </a:cubicBezTo>
                    <a:cubicBezTo>
                      <a:pt x="356083" y="2160989"/>
                      <a:pt x="261990" y="2166300"/>
                      <a:pt x="616681" y="2166000"/>
                    </a:cubicBezTo>
                    <a:cubicBezTo>
                      <a:pt x="794788" y="1846239"/>
                      <a:pt x="1045824" y="1778915"/>
                      <a:pt x="1453932" y="1593789"/>
                    </a:cubicBezTo>
                    <a:cubicBezTo>
                      <a:pt x="1171572" y="1115084"/>
                      <a:pt x="1046285" y="714919"/>
                      <a:pt x="1414663" y="124017"/>
                    </a:cubicBezTo>
                    <a:cubicBezTo>
                      <a:pt x="1309485" y="41539"/>
                      <a:pt x="1305280" y="26381"/>
                      <a:pt x="1093515" y="0"/>
                    </a:cubicBezTo>
                    <a:close/>
                    <a:moveTo>
                      <a:pt x="2886850" y="0"/>
                    </a:moveTo>
                    <a:cubicBezTo>
                      <a:pt x="2675085" y="26381"/>
                      <a:pt x="2670880" y="41539"/>
                      <a:pt x="2565702" y="124017"/>
                    </a:cubicBezTo>
                    <a:cubicBezTo>
                      <a:pt x="2934080" y="714919"/>
                      <a:pt x="2808793" y="1115084"/>
                      <a:pt x="2526433" y="1593789"/>
                    </a:cubicBezTo>
                    <a:cubicBezTo>
                      <a:pt x="2934542" y="1778915"/>
                      <a:pt x="3185577" y="1846239"/>
                      <a:pt x="3363685" y="2166000"/>
                    </a:cubicBezTo>
                    <a:cubicBezTo>
                      <a:pt x="3718376" y="2166300"/>
                      <a:pt x="3624282" y="2160989"/>
                      <a:pt x="3978973" y="2161289"/>
                    </a:cubicBezTo>
                    <a:cubicBezTo>
                      <a:pt x="3979693" y="2013351"/>
                      <a:pt x="4004256" y="1904150"/>
                      <a:pt x="3813355" y="1744812"/>
                    </a:cubicBezTo>
                    <a:cubicBezTo>
                      <a:pt x="3696934" y="1656128"/>
                      <a:pt x="3475674" y="1569722"/>
                      <a:pt x="3217947" y="1446850"/>
                    </a:cubicBezTo>
                    <a:cubicBezTo>
                      <a:pt x="3122698" y="1399692"/>
                      <a:pt x="3205579" y="1262738"/>
                      <a:pt x="3260090" y="1190644"/>
                    </a:cubicBezTo>
                    <a:cubicBezTo>
                      <a:pt x="3321441" y="1109434"/>
                      <a:pt x="3437803" y="916461"/>
                      <a:pt x="3431066" y="588096"/>
                    </a:cubicBezTo>
                    <a:cubicBezTo>
                      <a:pt x="3426739" y="327881"/>
                      <a:pt x="3243752" y="12826"/>
                      <a:pt x="288685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686" name="Google Shape;2686;p54"/>
              <p:cNvSpPr/>
              <p:nvPr/>
            </p:nvSpPr>
            <p:spPr>
              <a:xfrm>
                <a:off x="11003273" y="3365017"/>
                <a:ext cx="357359" cy="364685"/>
              </a:xfrm>
              <a:custGeom>
                <a:rect b="b" l="l" r="r" t="t"/>
                <a:pathLst>
                  <a:path extrusionOk="0" h="3940019" w="3860876">
                    <a:moveTo>
                      <a:pt x="3248876" y="1942264"/>
                    </a:moveTo>
                    <a:lnTo>
                      <a:pt x="3860876" y="1942264"/>
                    </a:lnTo>
                    <a:lnTo>
                      <a:pt x="3860876" y="2090815"/>
                    </a:lnTo>
                    <a:lnTo>
                      <a:pt x="3859023" y="2090815"/>
                    </a:lnTo>
                    <a:cubicBezTo>
                      <a:pt x="3817225" y="2949620"/>
                      <a:pt x="3215273" y="3679864"/>
                      <a:pt x="2378197" y="3884304"/>
                    </a:cubicBezTo>
                    <a:cubicBezTo>
                      <a:pt x="2219818" y="3922985"/>
                      <a:pt x="2060231" y="3941082"/>
                      <a:pt x="1902626" y="3939971"/>
                    </a:cubicBezTo>
                    <a:cubicBezTo>
                      <a:pt x="1286982" y="3935631"/>
                      <a:pt x="701577" y="3638194"/>
                      <a:pt x="337583" y="3128887"/>
                    </a:cubicBezTo>
                    <a:lnTo>
                      <a:pt x="30667" y="3435803"/>
                    </a:lnTo>
                    <a:lnTo>
                      <a:pt x="30667" y="2342045"/>
                    </a:lnTo>
                    <a:lnTo>
                      <a:pt x="1124425" y="2342045"/>
                    </a:lnTo>
                    <a:lnTo>
                      <a:pt x="781340" y="2685130"/>
                    </a:lnTo>
                    <a:cubicBezTo>
                      <a:pt x="1079782" y="3180935"/>
                      <a:pt x="1667379" y="3425841"/>
                      <a:pt x="2232517" y="3287817"/>
                    </a:cubicBezTo>
                    <a:cubicBezTo>
                      <a:pt x="2810639" y="3146622"/>
                      <a:pt x="3224897" y="2638979"/>
                      <a:pt x="3247291" y="2044286"/>
                    </a:cubicBezTo>
                    <a:lnTo>
                      <a:pt x="3248876" y="2044345"/>
                    </a:lnTo>
                    <a:close/>
                    <a:moveTo>
                      <a:pt x="1958249" y="48"/>
                    </a:moveTo>
                    <a:cubicBezTo>
                      <a:pt x="2573893" y="4388"/>
                      <a:pt x="3159298" y="301825"/>
                      <a:pt x="3523293" y="811132"/>
                    </a:cubicBezTo>
                    <a:lnTo>
                      <a:pt x="3830209" y="504216"/>
                    </a:lnTo>
                    <a:lnTo>
                      <a:pt x="3830209" y="1597974"/>
                    </a:lnTo>
                    <a:lnTo>
                      <a:pt x="2736450" y="1597974"/>
                    </a:lnTo>
                    <a:lnTo>
                      <a:pt x="3079535" y="1254889"/>
                    </a:lnTo>
                    <a:cubicBezTo>
                      <a:pt x="2781093" y="759084"/>
                      <a:pt x="2193496" y="514178"/>
                      <a:pt x="1628358" y="652202"/>
                    </a:cubicBezTo>
                    <a:cubicBezTo>
                      <a:pt x="1050236" y="793397"/>
                      <a:pt x="635978" y="1301040"/>
                      <a:pt x="613584" y="1895733"/>
                    </a:cubicBezTo>
                    <a:lnTo>
                      <a:pt x="612000" y="1895674"/>
                    </a:lnTo>
                    <a:lnTo>
                      <a:pt x="612000" y="1985958"/>
                    </a:lnTo>
                    <a:lnTo>
                      <a:pt x="0" y="1985958"/>
                    </a:lnTo>
                    <a:lnTo>
                      <a:pt x="0" y="1837407"/>
                    </a:lnTo>
                    <a:lnTo>
                      <a:pt x="2787" y="1837407"/>
                    </a:lnTo>
                    <a:cubicBezTo>
                      <a:pt x="49183" y="983705"/>
                      <a:pt x="649445" y="259216"/>
                      <a:pt x="1482678" y="55715"/>
                    </a:cubicBezTo>
                    <a:cubicBezTo>
                      <a:pt x="1641057" y="17034"/>
                      <a:pt x="1800644" y="-1063"/>
                      <a:pt x="1958249" y="4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687" name="Google Shape;2687;p54"/>
              <p:cNvSpPr/>
              <p:nvPr/>
            </p:nvSpPr>
            <p:spPr>
              <a:xfrm>
                <a:off x="9028038" y="5418963"/>
                <a:ext cx="353455" cy="397548"/>
              </a:xfrm>
              <a:custGeom>
                <a:rect b="b" l="l" r="r" t="t"/>
                <a:pathLst>
                  <a:path extrusionOk="0" h="3110058" w="2765122">
                    <a:moveTo>
                      <a:pt x="1376433" y="2257187"/>
                    </a:moveTo>
                    <a:lnTo>
                      <a:pt x="1145400" y="2354829"/>
                    </a:lnTo>
                    <a:lnTo>
                      <a:pt x="1036105" y="2389775"/>
                    </a:lnTo>
                    <a:lnTo>
                      <a:pt x="1040146" y="2406930"/>
                    </a:lnTo>
                    <a:cubicBezTo>
                      <a:pt x="1121535" y="2704580"/>
                      <a:pt x="1244707" y="2894301"/>
                      <a:pt x="1382560" y="2894301"/>
                    </a:cubicBezTo>
                    <a:cubicBezTo>
                      <a:pt x="1520414" y="2894301"/>
                      <a:pt x="1643585" y="2704580"/>
                      <a:pt x="1724974" y="2406930"/>
                    </a:cubicBezTo>
                    <a:lnTo>
                      <a:pt x="1726723" y="2399874"/>
                    </a:lnTo>
                    <a:lnTo>
                      <a:pt x="1605728" y="2358846"/>
                    </a:lnTo>
                    <a:close/>
                    <a:moveTo>
                      <a:pt x="1795887" y="2033026"/>
                    </a:moveTo>
                    <a:lnTo>
                      <a:pt x="1694075" y="2094586"/>
                    </a:lnTo>
                    <a:lnTo>
                      <a:pt x="1578650" y="2155153"/>
                    </a:lnTo>
                    <a:lnTo>
                      <a:pt x="1618821" y="2173994"/>
                    </a:lnTo>
                    <a:lnTo>
                      <a:pt x="1763952" y="2229138"/>
                    </a:lnTo>
                    <a:lnTo>
                      <a:pt x="1791432" y="2076334"/>
                    </a:lnTo>
                    <a:close/>
                    <a:moveTo>
                      <a:pt x="969005" y="2030800"/>
                    </a:moveTo>
                    <a:lnTo>
                      <a:pt x="973688" y="2076334"/>
                    </a:lnTo>
                    <a:lnTo>
                      <a:pt x="997942" y="2219324"/>
                    </a:lnTo>
                    <a:lnTo>
                      <a:pt x="1135534" y="2169774"/>
                    </a:lnTo>
                    <a:lnTo>
                      <a:pt x="1176026" y="2151638"/>
                    </a:lnTo>
                    <a:lnTo>
                      <a:pt x="1061678" y="2089068"/>
                    </a:lnTo>
                    <a:close/>
                    <a:moveTo>
                      <a:pt x="2270995" y="1682607"/>
                    </a:moveTo>
                    <a:lnTo>
                      <a:pt x="2193789" y="1749541"/>
                    </a:lnTo>
                    <a:cubicBezTo>
                      <a:pt x="2157450" y="1779622"/>
                      <a:pt x="2119670" y="1809519"/>
                      <a:pt x="2080535" y="1839120"/>
                    </a:cubicBezTo>
                    <a:lnTo>
                      <a:pt x="1988274" y="1905861"/>
                    </a:lnTo>
                    <a:lnTo>
                      <a:pt x="1956628" y="2160317"/>
                    </a:lnTo>
                    <a:lnTo>
                      <a:pt x="1929983" y="2282840"/>
                    </a:lnTo>
                    <a:lnTo>
                      <a:pt x="2032699" y="2311732"/>
                    </a:lnTo>
                    <a:cubicBezTo>
                      <a:pt x="2281801" y="2367725"/>
                      <a:pt x="2467430" y="2349840"/>
                      <a:pt x="2530541" y="2244806"/>
                    </a:cubicBezTo>
                    <a:cubicBezTo>
                      <a:pt x="2601541" y="2126643"/>
                      <a:pt x="2502356" y="1923350"/>
                      <a:pt x="2289139" y="1700285"/>
                    </a:cubicBezTo>
                    <a:close/>
                    <a:moveTo>
                      <a:pt x="491768" y="1666932"/>
                    </a:moveTo>
                    <a:lnTo>
                      <a:pt x="473585" y="1684439"/>
                    </a:lnTo>
                    <a:cubicBezTo>
                      <a:pt x="256508" y="1903749"/>
                      <a:pt x="153790" y="2105280"/>
                      <a:pt x="222717" y="2224664"/>
                    </a:cubicBezTo>
                    <a:cubicBezTo>
                      <a:pt x="283985" y="2330784"/>
                      <a:pt x="469273" y="2351906"/>
                      <a:pt x="719315" y="2300269"/>
                    </a:cubicBezTo>
                    <a:lnTo>
                      <a:pt x="831176" y="2270901"/>
                    </a:lnTo>
                    <a:lnTo>
                      <a:pt x="808495" y="2160317"/>
                    </a:lnTo>
                    <a:lnTo>
                      <a:pt x="776012" y="1899134"/>
                    </a:lnTo>
                    <a:lnTo>
                      <a:pt x="679735" y="1826895"/>
                    </a:lnTo>
                    <a:cubicBezTo>
                      <a:pt x="616990" y="1777691"/>
                      <a:pt x="557836" y="1727770"/>
                      <a:pt x="502637" y="1677612"/>
                    </a:cubicBezTo>
                    <a:close/>
                    <a:moveTo>
                      <a:pt x="2001099" y="1443878"/>
                    </a:moveTo>
                    <a:lnTo>
                      <a:pt x="2005588" y="1555029"/>
                    </a:lnTo>
                    <a:lnTo>
                      <a:pt x="2000712" y="1675767"/>
                    </a:lnTo>
                    <a:lnTo>
                      <a:pt x="2038461" y="1648469"/>
                    </a:lnTo>
                    <a:cubicBezTo>
                      <a:pt x="2070345" y="1623579"/>
                      <a:pt x="2101053" y="1598643"/>
                      <a:pt x="2130505" y="1573751"/>
                    </a:cubicBezTo>
                    <a:lnTo>
                      <a:pt x="2143759" y="1562074"/>
                    </a:lnTo>
                    <a:lnTo>
                      <a:pt x="2039991" y="1473050"/>
                    </a:lnTo>
                    <a:close/>
                    <a:moveTo>
                      <a:pt x="764411" y="1434288"/>
                    </a:moveTo>
                    <a:lnTo>
                      <a:pt x="726661" y="1461587"/>
                    </a:lnTo>
                    <a:cubicBezTo>
                      <a:pt x="694778" y="1486477"/>
                      <a:pt x="664070" y="1511412"/>
                      <a:pt x="634617" y="1536305"/>
                    </a:cubicBezTo>
                    <a:lnTo>
                      <a:pt x="621360" y="1547985"/>
                    </a:lnTo>
                    <a:lnTo>
                      <a:pt x="725129" y="1637009"/>
                    </a:lnTo>
                    <a:lnTo>
                      <a:pt x="764024" y="1666183"/>
                    </a:lnTo>
                    <a:lnTo>
                      <a:pt x="759534" y="1555029"/>
                    </a:lnTo>
                    <a:close/>
                    <a:moveTo>
                      <a:pt x="1386966" y="1049980"/>
                    </a:moveTo>
                    <a:lnTo>
                      <a:pt x="1160689" y="1170734"/>
                    </a:lnTo>
                    <a:lnTo>
                      <a:pt x="947211" y="1303680"/>
                    </a:lnTo>
                    <a:lnTo>
                      <a:pt x="938816" y="1555028"/>
                    </a:lnTo>
                    <a:lnTo>
                      <a:pt x="947046" y="1801432"/>
                    </a:lnTo>
                    <a:lnTo>
                      <a:pt x="1154015" y="1935392"/>
                    </a:lnTo>
                    <a:lnTo>
                      <a:pt x="1378151" y="2060078"/>
                    </a:lnTo>
                    <a:lnTo>
                      <a:pt x="1604433" y="1939321"/>
                    </a:lnTo>
                    <a:lnTo>
                      <a:pt x="1817909" y="1806377"/>
                    </a:lnTo>
                    <a:lnTo>
                      <a:pt x="1826304" y="1555028"/>
                    </a:lnTo>
                    <a:lnTo>
                      <a:pt x="1818074" y="1308628"/>
                    </a:lnTo>
                    <a:lnTo>
                      <a:pt x="1611105" y="1174667"/>
                    </a:lnTo>
                    <a:close/>
                    <a:moveTo>
                      <a:pt x="1767179" y="890733"/>
                    </a:moveTo>
                    <a:lnTo>
                      <a:pt x="1629589" y="940281"/>
                    </a:lnTo>
                    <a:lnTo>
                      <a:pt x="1589093" y="958419"/>
                    </a:lnTo>
                    <a:lnTo>
                      <a:pt x="1703444" y="1020991"/>
                    </a:lnTo>
                    <a:lnTo>
                      <a:pt x="1796116" y="1079257"/>
                    </a:lnTo>
                    <a:lnTo>
                      <a:pt x="1791432" y="1033723"/>
                    </a:lnTo>
                    <a:close/>
                    <a:moveTo>
                      <a:pt x="1001168" y="880921"/>
                    </a:moveTo>
                    <a:lnTo>
                      <a:pt x="973688" y="1033723"/>
                    </a:lnTo>
                    <a:lnTo>
                      <a:pt x="969233" y="1077033"/>
                    </a:lnTo>
                    <a:lnTo>
                      <a:pt x="1071048" y="1015472"/>
                    </a:lnTo>
                    <a:lnTo>
                      <a:pt x="1186470" y="954907"/>
                    </a:lnTo>
                    <a:lnTo>
                      <a:pt x="1146299" y="936065"/>
                    </a:lnTo>
                    <a:close/>
                    <a:moveTo>
                      <a:pt x="2296662" y="783036"/>
                    </a:moveTo>
                    <a:cubicBezTo>
                      <a:pt x="2224233" y="781291"/>
                      <a:pt x="2139574" y="790423"/>
                      <a:pt x="2045808" y="809787"/>
                    </a:cubicBezTo>
                    <a:lnTo>
                      <a:pt x="1933945" y="839155"/>
                    </a:lnTo>
                    <a:lnTo>
                      <a:pt x="1956628" y="949742"/>
                    </a:lnTo>
                    <a:lnTo>
                      <a:pt x="1989111" y="1210925"/>
                    </a:lnTo>
                    <a:lnTo>
                      <a:pt x="2085387" y="1283163"/>
                    </a:lnTo>
                    <a:cubicBezTo>
                      <a:pt x="2148132" y="1332368"/>
                      <a:pt x="2207286" y="1382289"/>
                      <a:pt x="2262485" y="1432446"/>
                    </a:cubicBezTo>
                    <a:lnTo>
                      <a:pt x="2273353" y="1443125"/>
                    </a:lnTo>
                    <a:lnTo>
                      <a:pt x="2291537" y="1425616"/>
                    </a:lnTo>
                    <a:cubicBezTo>
                      <a:pt x="2508615" y="1206306"/>
                      <a:pt x="2611333" y="1004776"/>
                      <a:pt x="2542406" y="885391"/>
                    </a:cubicBezTo>
                    <a:cubicBezTo>
                      <a:pt x="2504113" y="819067"/>
                      <a:pt x="2417375" y="785944"/>
                      <a:pt x="2296662" y="783036"/>
                    </a:cubicBezTo>
                    <a:close/>
                    <a:moveTo>
                      <a:pt x="482072" y="767202"/>
                    </a:moveTo>
                    <a:cubicBezTo>
                      <a:pt x="361326" y="768003"/>
                      <a:pt x="274023" y="799606"/>
                      <a:pt x="234579" y="865253"/>
                    </a:cubicBezTo>
                    <a:cubicBezTo>
                      <a:pt x="163579" y="983417"/>
                      <a:pt x="262764" y="1186709"/>
                      <a:pt x="475981" y="1409774"/>
                    </a:cubicBezTo>
                    <a:lnTo>
                      <a:pt x="494126" y="1427453"/>
                    </a:lnTo>
                    <a:lnTo>
                      <a:pt x="571333" y="1360517"/>
                    </a:lnTo>
                    <a:cubicBezTo>
                      <a:pt x="607672" y="1330436"/>
                      <a:pt x="645452" y="1300540"/>
                      <a:pt x="684587" y="1270938"/>
                    </a:cubicBezTo>
                    <a:lnTo>
                      <a:pt x="776848" y="1204197"/>
                    </a:lnTo>
                    <a:lnTo>
                      <a:pt x="808495" y="949742"/>
                    </a:lnTo>
                    <a:lnTo>
                      <a:pt x="835139" y="827220"/>
                    </a:lnTo>
                    <a:lnTo>
                      <a:pt x="732420" y="798327"/>
                    </a:lnTo>
                    <a:cubicBezTo>
                      <a:pt x="639007" y="777329"/>
                      <a:pt x="554520" y="766721"/>
                      <a:pt x="482072" y="767202"/>
                    </a:cubicBezTo>
                    <a:close/>
                    <a:moveTo>
                      <a:pt x="1382560" y="215755"/>
                    </a:moveTo>
                    <a:cubicBezTo>
                      <a:pt x="1244707" y="215755"/>
                      <a:pt x="1121535" y="405476"/>
                      <a:pt x="1040146" y="703126"/>
                    </a:cubicBezTo>
                    <a:lnTo>
                      <a:pt x="1038397" y="710184"/>
                    </a:lnTo>
                    <a:lnTo>
                      <a:pt x="1159394" y="751212"/>
                    </a:lnTo>
                    <a:lnTo>
                      <a:pt x="1388689" y="852872"/>
                    </a:lnTo>
                    <a:lnTo>
                      <a:pt x="1619722" y="755229"/>
                    </a:lnTo>
                    <a:lnTo>
                      <a:pt x="1729016" y="720284"/>
                    </a:lnTo>
                    <a:lnTo>
                      <a:pt x="1724974" y="703126"/>
                    </a:lnTo>
                    <a:cubicBezTo>
                      <a:pt x="1643585" y="405476"/>
                      <a:pt x="1520414" y="215755"/>
                      <a:pt x="1382560" y="215755"/>
                    </a:cubicBezTo>
                    <a:close/>
                    <a:moveTo>
                      <a:pt x="1382561" y="0"/>
                    </a:moveTo>
                    <a:cubicBezTo>
                      <a:pt x="1576111" y="0"/>
                      <a:pt x="1749046" y="220285"/>
                      <a:pt x="1863319" y="565886"/>
                    </a:cubicBezTo>
                    <a:lnTo>
                      <a:pt x="1892754" y="669221"/>
                    </a:lnTo>
                    <a:lnTo>
                      <a:pt x="1998805" y="644109"/>
                    </a:lnTo>
                    <a:cubicBezTo>
                      <a:pt x="2355240" y="570272"/>
                      <a:pt x="2632481" y="609896"/>
                      <a:pt x="2729256" y="777515"/>
                    </a:cubicBezTo>
                    <a:cubicBezTo>
                      <a:pt x="2826030" y="945133"/>
                      <a:pt x="2721726" y="1205043"/>
                      <a:pt x="2479563" y="1476806"/>
                    </a:cubicBezTo>
                    <a:lnTo>
                      <a:pt x="2396868" y="1564493"/>
                    </a:lnTo>
                    <a:lnTo>
                      <a:pt x="2415853" y="1583149"/>
                    </a:lnTo>
                    <a:cubicBezTo>
                      <a:pt x="2697403" y="1884053"/>
                      <a:pt x="2823474" y="2176199"/>
                      <a:pt x="2715481" y="2355928"/>
                    </a:cubicBezTo>
                    <a:cubicBezTo>
                      <a:pt x="2615796" y="2521833"/>
                      <a:pt x="2337906" y="2556612"/>
                      <a:pt x="1982813" y="2476565"/>
                    </a:cubicBezTo>
                    <a:lnTo>
                      <a:pt x="1890625" y="2453030"/>
                    </a:lnTo>
                    <a:lnTo>
                      <a:pt x="1863319" y="2544172"/>
                    </a:lnTo>
                    <a:cubicBezTo>
                      <a:pt x="1749047" y="2889773"/>
                      <a:pt x="1576111" y="3110058"/>
                      <a:pt x="1382561" y="3110058"/>
                    </a:cubicBezTo>
                    <a:cubicBezTo>
                      <a:pt x="1189012" y="3110058"/>
                      <a:pt x="1016076" y="2889773"/>
                      <a:pt x="901803" y="2544172"/>
                    </a:cubicBezTo>
                    <a:lnTo>
                      <a:pt x="872368" y="2440837"/>
                    </a:lnTo>
                    <a:lnTo>
                      <a:pt x="766317" y="2465949"/>
                    </a:lnTo>
                    <a:cubicBezTo>
                      <a:pt x="409882" y="2539787"/>
                      <a:pt x="132641" y="2500163"/>
                      <a:pt x="35866" y="2332544"/>
                    </a:cubicBezTo>
                    <a:cubicBezTo>
                      <a:pt x="-60908" y="2164925"/>
                      <a:pt x="43396" y="1905015"/>
                      <a:pt x="285559" y="1633252"/>
                    </a:cubicBezTo>
                    <a:lnTo>
                      <a:pt x="368254" y="1545565"/>
                    </a:lnTo>
                    <a:lnTo>
                      <a:pt x="349269" y="1526910"/>
                    </a:lnTo>
                    <a:cubicBezTo>
                      <a:pt x="67719" y="1226005"/>
                      <a:pt x="-58351" y="933860"/>
                      <a:pt x="49641" y="754130"/>
                    </a:cubicBezTo>
                    <a:cubicBezTo>
                      <a:pt x="149326" y="588226"/>
                      <a:pt x="427216" y="553446"/>
                      <a:pt x="782309" y="633493"/>
                    </a:cubicBezTo>
                    <a:lnTo>
                      <a:pt x="874497" y="657029"/>
                    </a:lnTo>
                    <a:lnTo>
                      <a:pt x="901803" y="565886"/>
                    </a:lnTo>
                    <a:cubicBezTo>
                      <a:pt x="1016076" y="220285"/>
                      <a:pt x="1189012" y="0"/>
                      <a:pt x="138256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2688" name="Google Shape;2688;p54"/>
              <p:cNvSpPr/>
              <p:nvPr/>
            </p:nvSpPr>
            <p:spPr>
              <a:xfrm>
                <a:off x="7496004" y="3682990"/>
                <a:ext cx="320490" cy="269438"/>
              </a:xfrm>
              <a:custGeom>
                <a:rect b="b" l="l" r="r" t="t"/>
                <a:pathLst>
                  <a:path extrusionOk="0" h="3350285" w="3985089">
                    <a:moveTo>
                      <a:pt x="1489879" y="1687056"/>
                    </a:moveTo>
                    <a:cubicBezTo>
                      <a:pt x="1413602" y="1687056"/>
                      <a:pt x="1351768" y="1748890"/>
                      <a:pt x="1351768" y="1825167"/>
                    </a:cubicBezTo>
                    <a:lnTo>
                      <a:pt x="1351768" y="1828965"/>
                    </a:lnTo>
                    <a:cubicBezTo>
                      <a:pt x="1351768" y="1905242"/>
                      <a:pt x="1413602" y="1967076"/>
                      <a:pt x="1489879" y="1967076"/>
                    </a:cubicBezTo>
                    <a:lnTo>
                      <a:pt x="1717713" y="1967076"/>
                    </a:lnTo>
                    <a:cubicBezTo>
                      <a:pt x="1793990" y="1967076"/>
                      <a:pt x="1855824" y="1905242"/>
                      <a:pt x="1855824" y="1828965"/>
                    </a:cubicBezTo>
                    <a:lnTo>
                      <a:pt x="1855824" y="1825167"/>
                    </a:lnTo>
                    <a:cubicBezTo>
                      <a:pt x="1855824" y="1748890"/>
                      <a:pt x="1793990" y="1687056"/>
                      <a:pt x="1717713" y="1687056"/>
                    </a:cubicBezTo>
                    <a:close/>
                    <a:moveTo>
                      <a:pt x="2281462" y="1675141"/>
                    </a:moveTo>
                    <a:cubicBezTo>
                      <a:pt x="2205185" y="1675141"/>
                      <a:pt x="2143351" y="1736975"/>
                      <a:pt x="2143351" y="1813252"/>
                    </a:cubicBezTo>
                    <a:lnTo>
                      <a:pt x="2143351" y="1817050"/>
                    </a:lnTo>
                    <a:cubicBezTo>
                      <a:pt x="2143351" y="1893327"/>
                      <a:pt x="2205185" y="1955161"/>
                      <a:pt x="2281462" y="1955161"/>
                    </a:cubicBezTo>
                    <a:lnTo>
                      <a:pt x="2509296" y="1955161"/>
                    </a:lnTo>
                    <a:cubicBezTo>
                      <a:pt x="2585573" y="1955161"/>
                      <a:pt x="2647407" y="1893327"/>
                      <a:pt x="2647407" y="1817050"/>
                    </a:cubicBezTo>
                    <a:lnTo>
                      <a:pt x="2647407" y="1813252"/>
                    </a:lnTo>
                    <a:cubicBezTo>
                      <a:pt x="2647407" y="1736975"/>
                      <a:pt x="2585573" y="1675141"/>
                      <a:pt x="2509296" y="1675141"/>
                    </a:cubicBezTo>
                    <a:close/>
                    <a:moveTo>
                      <a:pt x="2837535" y="1159396"/>
                    </a:moveTo>
                    <a:cubicBezTo>
                      <a:pt x="2731595" y="1159396"/>
                      <a:pt x="2645713" y="1245278"/>
                      <a:pt x="2645713" y="1351218"/>
                    </a:cubicBezTo>
                    <a:cubicBezTo>
                      <a:pt x="2645713" y="1457158"/>
                      <a:pt x="2731595" y="1543040"/>
                      <a:pt x="2837535" y="1543040"/>
                    </a:cubicBezTo>
                    <a:cubicBezTo>
                      <a:pt x="2943475" y="1543040"/>
                      <a:pt x="3029357" y="1457158"/>
                      <a:pt x="3029357" y="1351218"/>
                    </a:cubicBezTo>
                    <a:cubicBezTo>
                      <a:pt x="3029357" y="1245278"/>
                      <a:pt x="2943475" y="1159396"/>
                      <a:pt x="2837535" y="1159396"/>
                    </a:cubicBezTo>
                    <a:close/>
                    <a:moveTo>
                      <a:pt x="3235655" y="750352"/>
                    </a:moveTo>
                    <a:cubicBezTo>
                      <a:pt x="3129715" y="750352"/>
                      <a:pt x="3043833" y="836234"/>
                      <a:pt x="3043833" y="942174"/>
                    </a:cubicBezTo>
                    <a:cubicBezTo>
                      <a:pt x="3043833" y="1048114"/>
                      <a:pt x="3129715" y="1133996"/>
                      <a:pt x="3235655" y="1133996"/>
                    </a:cubicBezTo>
                    <a:cubicBezTo>
                      <a:pt x="3341595" y="1133996"/>
                      <a:pt x="3427477" y="1048114"/>
                      <a:pt x="3427477" y="942174"/>
                    </a:cubicBezTo>
                    <a:cubicBezTo>
                      <a:pt x="3427477" y="836234"/>
                      <a:pt x="3341595" y="750352"/>
                      <a:pt x="3235655" y="750352"/>
                    </a:cubicBezTo>
                    <a:close/>
                    <a:moveTo>
                      <a:pt x="2455585" y="750352"/>
                    </a:moveTo>
                    <a:cubicBezTo>
                      <a:pt x="2349645" y="750352"/>
                      <a:pt x="2263763" y="836234"/>
                      <a:pt x="2263763" y="942174"/>
                    </a:cubicBezTo>
                    <a:cubicBezTo>
                      <a:pt x="2263763" y="1048114"/>
                      <a:pt x="2349645" y="1133996"/>
                      <a:pt x="2455585" y="1133996"/>
                    </a:cubicBezTo>
                    <a:cubicBezTo>
                      <a:pt x="2561525" y="1133996"/>
                      <a:pt x="2647407" y="1048114"/>
                      <a:pt x="2647407" y="942174"/>
                    </a:cubicBezTo>
                    <a:cubicBezTo>
                      <a:pt x="2647407" y="836234"/>
                      <a:pt x="2561525" y="750352"/>
                      <a:pt x="2455585" y="750352"/>
                    </a:cubicBezTo>
                    <a:close/>
                    <a:moveTo>
                      <a:pt x="941776" y="640989"/>
                    </a:moveTo>
                    <a:lnTo>
                      <a:pt x="1181794" y="640989"/>
                    </a:lnTo>
                    <a:lnTo>
                      <a:pt x="1181794" y="881020"/>
                    </a:lnTo>
                    <a:lnTo>
                      <a:pt x="1421825" y="881020"/>
                    </a:lnTo>
                    <a:lnTo>
                      <a:pt x="1421825" y="1121038"/>
                    </a:lnTo>
                    <a:lnTo>
                      <a:pt x="1181794" y="1121038"/>
                    </a:lnTo>
                    <a:lnTo>
                      <a:pt x="1181794" y="1361069"/>
                    </a:lnTo>
                    <a:lnTo>
                      <a:pt x="941776" y="1361069"/>
                    </a:lnTo>
                    <a:lnTo>
                      <a:pt x="941776" y="1121038"/>
                    </a:lnTo>
                    <a:lnTo>
                      <a:pt x="701745" y="1121038"/>
                    </a:lnTo>
                    <a:lnTo>
                      <a:pt x="701745" y="881020"/>
                    </a:lnTo>
                    <a:lnTo>
                      <a:pt x="941776" y="881020"/>
                    </a:lnTo>
                    <a:close/>
                    <a:moveTo>
                      <a:pt x="1061785" y="459017"/>
                    </a:moveTo>
                    <a:cubicBezTo>
                      <a:pt x="762440" y="459017"/>
                      <a:pt x="519773" y="701684"/>
                      <a:pt x="519773" y="1001029"/>
                    </a:cubicBezTo>
                    <a:cubicBezTo>
                      <a:pt x="519773" y="1300374"/>
                      <a:pt x="762440" y="1543041"/>
                      <a:pt x="1061785" y="1543041"/>
                    </a:cubicBezTo>
                    <a:cubicBezTo>
                      <a:pt x="1361130" y="1543041"/>
                      <a:pt x="1603797" y="1300374"/>
                      <a:pt x="1603797" y="1001029"/>
                    </a:cubicBezTo>
                    <a:cubicBezTo>
                      <a:pt x="1603797" y="701684"/>
                      <a:pt x="1361130" y="459017"/>
                      <a:pt x="1061785" y="459017"/>
                    </a:cubicBezTo>
                    <a:close/>
                    <a:moveTo>
                      <a:pt x="2837535" y="359296"/>
                    </a:moveTo>
                    <a:cubicBezTo>
                      <a:pt x="2731595" y="359296"/>
                      <a:pt x="2645713" y="445178"/>
                      <a:pt x="2645713" y="551118"/>
                    </a:cubicBezTo>
                    <a:cubicBezTo>
                      <a:pt x="2645713" y="657058"/>
                      <a:pt x="2731595" y="742940"/>
                      <a:pt x="2837535" y="742940"/>
                    </a:cubicBezTo>
                    <a:cubicBezTo>
                      <a:pt x="2943475" y="742940"/>
                      <a:pt x="3029357" y="657058"/>
                      <a:pt x="3029357" y="551118"/>
                    </a:cubicBezTo>
                    <a:cubicBezTo>
                      <a:pt x="3029357" y="445178"/>
                      <a:pt x="2943475" y="359296"/>
                      <a:pt x="2837535" y="359296"/>
                    </a:cubicBezTo>
                    <a:close/>
                    <a:moveTo>
                      <a:pt x="927799" y="0"/>
                    </a:moveTo>
                    <a:lnTo>
                      <a:pt x="2978398" y="0"/>
                    </a:lnTo>
                    <a:cubicBezTo>
                      <a:pt x="3447374" y="0"/>
                      <a:pt x="3902811" y="418280"/>
                      <a:pt x="3926614" y="887256"/>
                    </a:cubicBezTo>
                    <a:cubicBezTo>
                      <a:pt x="4011721" y="1784310"/>
                      <a:pt x="4065643" y="3326870"/>
                      <a:pt x="3630620" y="3349891"/>
                    </a:cubicBezTo>
                    <a:cubicBezTo>
                      <a:pt x="3101375" y="3362701"/>
                      <a:pt x="2778421" y="2566209"/>
                      <a:pt x="2352321" y="2174369"/>
                    </a:cubicBezTo>
                    <a:lnTo>
                      <a:pt x="1572952" y="2174369"/>
                    </a:lnTo>
                    <a:cubicBezTo>
                      <a:pt x="1161652" y="2566210"/>
                      <a:pt x="901104" y="3370635"/>
                      <a:pt x="339051" y="3349892"/>
                    </a:cubicBezTo>
                    <a:cubicBezTo>
                      <a:pt x="-171518" y="3349299"/>
                      <a:pt x="45251" y="1463012"/>
                      <a:pt x="48163" y="849156"/>
                    </a:cubicBezTo>
                    <a:cubicBezTo>
                      <a:pt x="48163" y="380180"/>
                      <a:pt x="458823" y="0"/>
                      <a:pt x="927799"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689" name="Google Shape;2689;p54"/>
              <p:cNvSpPr/>
              <p:nvPr/>
            </p:nvSpPr>
            <p:spPr>
              <a:xfrm>
                <a:off x="7501595" y="3961380"/>
                <a:ext cx="348693" cy="269437"/>
              </a:xfrm>
              <a:custGeom>
                <a:rect b="b" l="l" r="r" t="t"/>
                <a:pathLst>
                  <a:path extrusionOk="0" h="3051548" w="3949160">
                    <a:moveTo>
                      <a:pt x="2339911" y="638678"/>
                    </a:moveTo>
                    <a:cubicBezTo>
                      <a:pt x="3228675" y="638678"/>
                      <a:pt x="3949160" y="1138384"/>
                      <a:pt x="3949160" y="1754802"/>
                    </a:cubicBezTo>
                    <a:cubicBezTo>
                      <a:pt x="3949160" y="2075792"/>
                      <a:pt x="3753790" y="2365135"/>
                      <a:pt x="3440317" y="2567662"/>
                    </a:cubicBezTo>
                    <a:lnTo>
                      <a:pt x="3655878" y="3051548"/>
                    </a:lnTo>
                    <a:lnTo>
                      <a:pt x="2882697" y="2804439"/>
                    </a:lnTo>
                    <a:cubicBezTo>
                      <a:pt x="2713357" y="2847946"/>
                      <a:pt x="2530504" y="2870926"/>
                      <a:pt x="2339911" y="2870926"/>
                    </a:cubicBezTo>
                    <a:cubicBezTo>
                      <a:pt x="1451147" y="2870926"/>
                      <a:pt x="730662" y="2371220"/>
                      <a:pt x="730662" y="1754802"/>
                    </a:cubicBezTo>
                    <a:cubicBezTo>
                      <a:pt x="730662" y="1138384"/>
                      <a:pt x="1451147" y="638678"/>
                      <a:pt x="2339911" y="638678"/>
                    </a:cubicBezTo>
                    <a:close/>
                    <a:moveTo>
                      <a:pt x="1609249" y="0"/>
                    </a:moveTo>
                    <a:cubicBezTo>
                      <a:pt x="2214487" y="0"/>
                      <a:pt x="2741687" y="231736"/>
                      <a:pt x="3015976" y="574644"/>
                    </a:cubicBezTo>
                    <a:cubicBezTo>
                      <a:pt x="2789246" y="488504"/>
                      <a:pt x="2533611" y="440957"/>
                      <a:pt x="2263344" y="440957"/>
                    </a:cubicBezTo>
                    <a:cubicBezTo>
                      <a:pt x="1318096" y="440957"/>
                      <a:pt x="551821" y="1022559"/>
                      <a:pt x="551821" y="1740001"/>
                    </a:cubicBezTo>
                    <a:cubicBezTo>
                      <a:pt x="551821" y="1819940"/>
                      <a:pt x="561334" y="1898193"/>
                      <a:pt x="580963" y="1973803"/>
                    </a:cubicBezTo>
                    <a:cubicBezTo>
                      <a:pt x="578579" y="1972737"/>
                      <a:pt x="677277" y="2155498"/>
                      <a:pt x="675039" y="2154187"/>
                    </a:cubicBezTo>
                    <a:lnTo>
                      <a:pt x="502119" y="2089690"/>
                    </a:lnTo>
                    <a:lnTo>
                      <a:pt x="213774" y="2502637"/>
                    </a:lnTo>
                    <a:cubicBezTo>
                      <a:pt x="162937" y="2145510"/>
                      <a:pt x="82414" y="1758692"/>
                      <a:pt x="31577" y="1383752"/>
                    </a:cubicBezTo>
                    <a:cubicBezTo>
                      <a:pt x="6733" y="1307252"/>
                      <a:pt x="0" y="1197870"/>
                      <a:pt x="0" y="1116124"/>
                    </a:cubicBezTo>
                    <a:cubicBezTo>
                      <a:pt x="0" y="499706"/>
                      <a:pt x="720485" y="0"/>
                      <a:pt x="1609249"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690" name="Google Shape;2690;p54"/>
              <p:cNvSpPr/>
              <p:nvPr/>
            </p:nvSpPr>
            <p:spPr>
              <a:xfrm rot="10800000">
                <a:off x="7556822" y="3332187"/>
                <a:ext cx="299221" cy="322665"/>
              </a:xfrm>
              <a:custGeom>
                <a:rect b="b" l="l" r="r" t="t"/>
                <a:pathLst>
                  <a:path extrusionOk="0" h="3963955" w="3672275">
                    <a:moveTo>
                      <a:pt x="984766" y="3417555"/>
                    </a:moveTo>
                    <a:cubicBezTo>
                      <a:pt x="932254" y="3417555"/>
                      <a:pt x="882982" y="3403623"/>
                      <a:pt x="841068" y="3378104"/>
                    </a:cubicBezTo>
                    <a:lnTo>
                      <a:pt x="840676" y="3378710"/>
                    </a:lnTo>
                    <a:lnTo>
                      <a:pt x="835545" y="3375094"/>
                    </a:lnTo>
                    <a:cubicBezTo>
                      <a:pt x="823791" y="3369308"/>
                      <a:pt x="813094" y="3361844"/>
                      <a:pt x="803763" y="3352697"/>
                    </a:cubicBezTo>
                    <a:cubicBezTo>
                      <a:pt x="147868" y="2908007"/>
                      <a:pt x="-148746" y="2089941"/>
                      <a:pt x="72539" y="1325492"/>
                    </a:cubicBezTo>
                    <a:cubicBezTo>
                      <a:pt x="298018" y="546553"/>
                      <a:pt x="1007805" y="7791"/>
                      <a:pt x="1818686" y="83"/>
                    </a:cubicBezTo>
                    <a:cubicBezTo>
                      <a:pt x="2629567" y="-7624"/>
                      <a:pt x="3349467" y="517549"/>
                      <a:pt x="3589711" y="1292061"/>
                    </a:cubicBezTo>
                    <a:cubicBezTo>
                      <a:pt x="3828334" y="2061344"/>
                      <a:pt x="3537615" y="2895621"/>
                      <a:pt x="2873980" y="3349798"/>
                    </a:cubicBezTo>
                    <a:cubicBezTo>
                      <a:pt x="2824845" y="3391084"/>
                      <a:pt x="2761401" y="3415171"/>
                      <a:pt x="2692355" y="3415171"/>
                    </a:cubicBezTo>
                    <a:cubicBezTo>
                      <a:pt x="2531252" y="3415171"/>
                      <a:pt x="2400652" y="3284038"/>
                      <a:pt x="2400652" y="3122277"/>
                    </a:cubicBezTo>
                    <a:cubicBezTo>
                      <a:pt x="2400652" y="3018609"/>
                      <a:pt x="2454292" y="2927520"/>
                      <a:pt x="2535552" y="2875976"/>
                    </a:cubicBezTo>
                    <a:lnTo>
                      <a:pt x="2534959" y="2875094"/>
                    </a:lnTo>
                    <a:cubicBezTo>
                      <a:pt x="2993902" y="2566441"/>
                      <a:pt x="3196002" y="1993261"/>
                      <a:pt x="3032146" y="1465012"/>
                    </a:cubicBezTo>
                    <a:cubicBezTo>
                      <a:pt x="2868290" y="936764"/>
                      <a:pt x="2377289" y="578575"/>
                      <a:pt x="1824236" y="583831"/>
                    </a:cubicBezTo>
                    <a:cubicBezTo>
                      <a:pt x="1271183" y="589088"/>
                      <a:pt x="787080" y="956545"/>
                      <a:pt x="633294" y="1487812"/>
                    </a:cubicBezTo>
                    <a:cubicBezTo>
                      <a:pt x="479508" y="2019079"/>
                      <a:pt x="692467" y="2588315"/>
                      <a:pt x="1157194" y="2888188"/>
                    </a:cubicBezTo>
                    <a:lnTo>
                      <a:pt x="1156634" y="2889057"/>
                    </a:lnTo>
                    <a:cubicBezTo>
                      <a:pt x="1229500" y="2941659"/>
                      <a:pt x="1276469" y="3027652"/>
                      <a:pt x="1276469" y="3124661"/>
                    </a:cubicBezTo>
                    <a:cubicBezTo>
                      <a:pt x="1276469" y="3286422"/>
                      <a:pt x="1145869" y="3417555"/>
                      <a:pt x="984766" y="3417555"/>
                    </a:cubicBezTo>
                    <a:close/>
                    <a:moveTo>
                      <a:pt x="1836138" y="3963955"/>
                    </a:moveTo>
                    <a:cubicBezTo>
                      <a:pt x="1677062" y="3963955"/>
                      <a:pt x="1548106" y="3834999"/>
                      <a:pt x="1548106" y="3675923"/>
                    </a:cubicBezTo>
                    <a:lnTo>
                      <a:pt x="1548106" y="1958036"/>
                    </a:lnTo>
                    <a:cubicBezTo>
                      <a:pt x="1548106" y="1798960"/>
                      <a:pt x="1677062" y="1670004"/>
                      <a:pt x="1836138" y="1670004"/>
                    </a:cubicBezTo>
                    <a:cubicBezTo>
                      <a:pt x="1995214" y="1670004"/>
                      <a:pt x="2124170" y="1798960"/>
                      <a:pt x="2124170" y="1958036"/>
                    </a:cubicBezTo>
                    <a:lnTo>
                      <a:pt x="2124170" y="3675923"/>
                    </a:lnTo>
                    <a:cubicBezTo>
                      <a:pt x="2124170" y="3834999"/>
                      <a:pt x="1995214" y="3963955"/>
                      <a:pt x="1836138" y="396395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691" name="Google Shape;2691;p54"/>
              <p:cNvSpPr/>
              <p:nvPr/>
            </p:nvSpPr>
            <p:spPr>
              <a:xfrm>
                <a:off x="8516432" y="2099615"/>
                <a:ext cx="296548" cy="296548"/>
              </a:xfrm>
              <a:custGeom>
                <a:rect b="b" l="l" r="r" t="t"/>
                <a:pathLst>
                  <a:path extrusionOk="0" h="3960000" w="3960440">
                    <a:moveTo>
                      <a:pt x="1588743" y="1414211"/>
                    </a:moveTo>
                    <a:cubicBezTo>
                      <a:pt x="1540407" y="1411706"/>
                      <a:pt x="1506842" y="1440258"/>
                      <a:pt x="1506842" y="1478573"/>
                    </a:cubicBezTo>
                    <a:lnTo>
                      <a:pt x="1506842" y="2462752"/>
                    </a:lnTo>
                    <a:cubicBezTo>
                      <a:pt x="1506842" y="2484086"/>
                      <a:pt x="1516471" y="2503171"/>
                      <a:pt x="1532201" y="2515206"/>
                    </a:cubicBezTo>
                    <a:cubicBezTo>
                      <a:pt x="1552351" y="2541621"/>
                      <a:pt x="1589483" y="2548946"/>
                      <a:pt x="1619199" y="2531790"/>
                    </a:cubicBezTo>
                    <a:lnTo>
                      <a:pt x="2471524" y="2039700"/>
                    </a:lnTo>
                    <a:cubicBezTo>
                      <a:pt x="2509339" y="2017643"/>
                      <a:pt x="2509577" y="1945490"/>
                      <a:pt x="2464719" y="1913406"/>
                    </a:cubicBezTo>
                    <a:cubicBezTo>
                      <a:pt x="2315501" y="1808322"/>
                      <a:pt x="1748389" y="1486683"/>
                      <a:pt x="1588743" y="1414211"/>
                    </a:cubicBezTo>
                    <a:close/>
                    <a:moveTo>
                      <a:pt x="1982320" y="904379"/>
                    </a:moveTo>
                    <a:cubicBezTo>
                      <a:pt x="2575020" y="904379"/>
                      <a:pt x="3055498" y="1384857"/>
                      <a:pt x="3055498" y="1977557"/>
                    </a:cubicBezTo>
                    <a:cubicBezTo>
                      <a:pt x="3055498" y="2570257"/>
                      <a:pt x="2575020" y="3050735"/>
                      <a:pt x="1982320" y="3050735"/>
                    </a:cubicBezTo>
                    <a:cubicBezTo>
                      <a:pt x="1389620" y="3050735"/>
                      <a:pt x="909142" y="2570257"/>
                      <a:pt x="909142" y="1977557"/>
                    </a:cubicBezTo>
                    <a:cubicBezTo>
                      <a:pt x="909142" y="1384857"/>
                      <a:pt x="1389620" y="904379"/>
                      <a:pt x="1982320" y="904379"/>
                    </a:cubicBezTo>
                    <a:close/>
                    <a:moveTo>
                      <a:pt x="1982320" y="537397"/>
                    </a:moveTo>
                    <a:cubicBezTo>
                      <a:pt x="1186942" y="537397"/>
                      <a:pt x="542160" y="1182179"/>
                      <a:pt x="542160" y="1977557"/>
                    </a:cubicBezTo>
                    <a:cubicBezTo>
                      <a:pt x="542160" y="2772935"/>
                      <a:pt x="1186942" y="3417717"/>
                      <a:pt x="1982320" y="3417717"/>
                    </a:cubicBezTo>
                    <a:cubicBezTo>
                      <a:pt x="2777698" y="3417717"/>
                      <a:pt x="3422480" y="2772935"/>
                      <a:pt x="3422480" y="1977557"/>
                    </a:cubicBezTo>
                    <a:cubicBezTo>
                      <a:pt x="3422480" y="1182179"/>
                      <a:pt x="2777698" y="537397"/>
                      <a:pt x="1982320" y="537397"/>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692" name="Google Shape;2692;p54"/>
              <p:cNvSpPr/>
              <p:nvPr/>
            </p:nvSpPr>
            <p:spPr>
              <a:xfrm flipH="1">
                <a:off x="7608791" y="4297323"/>
                <a:ext cx="336694" cy="323742"/>
              </a:xfrm>
              <a:custGeom>
                <a:rect b="b" l="l" r="r" t="t"/>
                <a:pathLst>
                  <a:path extrusionOk="0" h="3817544" w="3948393">
                    <a:moveTo>
                      <a:pt x="1888045" y="2370407"/>
                    </a:moveTo>
                    <a:lnTo>
                      <a:pt x="1180379" y="2998560"/>
                    </a:lnTo>
                    <a:lnTo>
                      <a:pt x="695350" y="2712314"/>
                    </a:lnTo>
                    <a:lnTo>
                      <a:pt x="703301" y="3014463"/>
                    </a:lnTo>
                    <a:lnTo>
                      <a:pt x="1888044" y="3817544"/>
                    </a:lnTo>
                    <a:cubicBezTo>
                      <a:pt x="1885393" y="3356368"/>
                      <a:pt x="1874793" y="2911096"/>
                      <a:pt x="1888045" y="2370407"/>
                    </a:cubicBezTo>
                    <a:close/>
                    <a:moveTo>
                      <a:pt x="2059390" y="2370407"/>
                    </a:moveTo>
                    <a:cubicBezTo>
                      <a:pt x="2072642" y="2911096"/>
                      <a:pt x="2062042" y="3356368"/>
                      <a:pt x="2059391" y="3817544"/>
                    </a:cubicBezTo>
                    <a:lnTo>
                      <a:pt x="3244134" y="3014463"/>
                    </a:lnTo>
                    <a:lnTo>
                      <a:pt x="3252085" y="2712314"/>
                    </a:lnTo>
                    <a:lnTo>
                      <a:pt x="2767056" y="2998560"/>
                    </a:lnTo>
                    <a:close/>
                    <a:moveTo>
                      <a:pt x="733907" y="1451867"/>
                    </a:moveTo>
                    <a:lnTo>
                      <a:pt x="0" y="2113471"/>
                    </a:lnTo>
                    <a:lnTo>
                      <a:pt x="1170450" y="2848461"/>
                    </a:lnTo>
                    <a:lnTo>
                      <a:pt x="1919327" y="2170968"/>
                    </a:lnTo>
                    <a:close/>
                    <a:moveTo>
                      <a:pt x="3206900" y="1451867"/>
                    </a:moveTo>
                    <a:lnTo>
                      <a:pt x="2021479" y="2170968"/>
                    </a:lnTo>
                    <a:lnTo>
                      <a:pt x="2770356" y="2848461"/>
                    </a:lnTo>
                    <a:lnTo>
                      <a:pt x="3940806" y="2113471"/>
                    </a:lnTo>
                    <a:close/>
                    <a:moveTo>
                      <a:pt x="1195981" y="0"/>
                    </a:moveTo>
                    <a:lnTo>
                      <a:pt x="10560" y="719101"/>
                    </a:lnTo>
                    <a:lnTo>
                      <a:pt x="759438" y="1396594"/>
                    </a:lnTo>
                    <a:lnTo>
                      <a:pt x="1929887" y="661605"/>
                    </a:lnTo>
                    <a:close/>
                    <a:moveTo>
                      <a:pt x="2762973" y="0"/>
                    </a:moveTo>
                    <a:lnTo>
                      <a:pt x="2029067" y="661605"/>
                    </a:lnTo>
                    <a:lnTo>
                      <a:pt x="3199516" y="1396594"/>
                    </a:lnTo>
                    <a:lnTo>
                      <a:pt x="3948393" y="719101"/>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sp>
          <p:nvSpPr>
            <p:cNvPr id="2693" name="Google Shape;2693;p54"/>
            <p:cNvSpPr/>
            <p:nvPr/>
          </p:nvSpPr>
          <p:spPr>
            <a:xfrm>
              <a:off x="7350231" y="1734252"/>
              <a:ext cx="4243993" cy="4243993"/>
            </a:xfrm>
            <a:prstGeom prst="donut">
              <a:avLst>
                <a:gd fmla="val 14003" name="adj"/>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grpSp>
          <p:nvGrpSpPr>
            <p:cNvPr id="2694" name="Google Shape;2694;p54"/>
            <p:cNvGrpSpPr/>
            <p:nvPr/>
          </p:nvGrpSpPr>
          <p:grpSpPr>
            <a:xfrm>
              <a:off x="7907899" y="2308624"/>
              <a:ext cx="4313146" cy="4771421"/>
              <a:chOff x="7907899" y="2308624"/>
              <a:chExt cx="4313146" cy="4771421"/>
            </a:xfrm>
          </p:grpSpPr>
          <p:sp>
            <p:nvSpPr>
              <p:cNvPr id="2695" name="Google Shape;2695;p54"/>
              <p:cNvSpPr/>
              <p:nvPr/>
            </p:nvSpPr>
            <p:spPr>
              <a:xfrm rot="8348922">
                <a:off x="11198871" y="4958370"/>
                <a:ext cx="306777" cy="2301677"/>
              </a:xfrm>
              <a:custGeom>
                <a:rect b="b" l="l" r="r" t="t"/>
                <a:pathLst>
                  <a:path extrusionOk="0" h="2109330" w="281140">
                    <a:moveTo>
                      <a:pt x="0" y="2109328"/>
                    </a:moveTo>
                    <a:lnTo>
                      <a:pt x="0" y="0"/>
                    </a:lnTo>
                    <a:lnTo>
                      <a:pt x="281140" y="243113"/>
                    </a:lnTo>
                    <a:lnTo>
                      <a:pt x="281140" y="2109330"/>
                    </a:lnTo>
                    <a:close/>
                  </a:path>
                </a:pathLst>
              </a:custGeom>
              <a:solidFill>
                <a:srgbClr val="3F3F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696" name="Google Shape;2696;p54"/>
              <p:cNvSpPr/>
              <p:nvPr/>
            </p:nvSpPr>
            <p:spPr>
              <a:xfrm>
                <a:off x="7907899" y="2308624"/>
                <a:ext cx="3099805" cy="3099806"/>
              </a:xfrm>
              <a:prstGeom prst="donut">
                <a:avLst>
                  <a:gd fmla="val 3665" name="adj"/>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697" name="Google Shape;2697;p54"/>
              <p:cNvSpPr/>
              <p:nvPr/>
            </p:nvSpPr>
            <p:spPr>
              <a:xfrm rot="8399802">
                <a:off x="10257449" y="4979836"/>
                <a:ext cx="498891" cy="307559"/>
              </a:xfrm>
              <a:prstGeom prst="round2SameRect">
                <a:avLst>
                  <a:gd fmla="val 31004" name="adj1"/>
                  <a:gd fmla="val 0" name="adj2"/>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grpSp>
        <p:grpSp>
          <p:nvGrpSpPr>
            <p:cNvPr id="2698" name="Google Shape;2698;p54"/>
            <p:cNvGrpSpPr/>
            <p:nvPr/>
          </p:nvGrpSpPr>
          <p:grpSpPr>
            <a:xfrm>
              <a:off x="8045579" y="2409380"/>
              <a:ext cx="2811142" cy="2844985"/>
              <a:chOff x="8045579" y="2409380"/>
              <a:chExt cx="2811142" cy="2844985"/>
            </a:xfrm>
          </p:grpSpPr>
          <p:sp>
            <p:nvSpPr>
              <p:cNvPr id="2699" name="Google Shape;2699;p54"/>
              <p:cNvSpPr/>
              <p:nvPr/>
            </p:nvSpPr>
            <p:spPr>
              <a:xfrm>
                <a:off x="10509374" y="3444941"/>
                <a:ext cx="343339" cy="343339"/>
              </a:xfrm>
              <a:custGeom>
                <a:rect b="b" l="l" r="r" t="t"/>
                <a:pathLst>
                  <a:path extrusionOk="0" h="2700265" w="2376266">
                    <a:moveTo>
                      <a:pt x="1656387" y="1972892"/>
                    </a:moveTo>
                    <a:cubicBezTo>
                      <a:pt x="1611887" y="1973356"/>
                      <a:pt x="1563385" y="2005080"/>
                      <a:pt x="1534629" y="2057337"/>
                    </a:cubicBezTo>
                    <a:cubicBezTo>
                      <a:pt x="1496288" y="2127013"/>
                      <a:pt x="1507568" y="2206808"/>
                      <a:pt x="1559826" y="2235565"/>
                    </a:cubicBezTo>
                    <a:cubicBezTo>
                      <a:pt x="1612084" y="2264320"/>
                      <a:pt x="1685527" y="2231149"/>
                      <a:pt x="1723869" y="2161473"/>
                    </a:cubicBezTo>
                    <a:cubicBezTo>
                      <a:pt x="1762211" y="2091796"/>
                      <a:pt x="1750931" y="2012000"/>
                      <a:pt x="1698673" y="1983245"/>
                    </a:cubicBezTo>
                    <a:cubicBezTo>
                      <a:pt x="1685608" y="1976055"/>
                      <a:pt x="1671220" y="1972736"/>
                      <a:pt x="1656387" y="1972892"/>
                    </a:cubicBezTo>
                    <a:close/>
                    <a:moveTo>
                      <a:pt x="312688" y="1634792"/>
                    </a:moveTo>
                    <a:cubicBezTo>
                      <a:pt x="281116" y="1626772"/>
                      <a:pt x="249981" y="1631172"/>
                      <a:pt x="226763" y="1649891"/>
                    </a:cubicBezTo>
                    <a:cubicBezTo>
                      <a:pt x="180329" y="1687329"/>
                      <a:pt x="183153" y="1767868"/>
                      <a:pt x="233071" y="1829780"/>
                    </a:cubicBezTo>
                    <a:cubicBezTo>
                      <a:pt x="282989" y="1891692"/>
                      <a:pt x="361097" y="1911533"/>
                      <a:pt x="407532" y="1874094"/>
                    </a:cubicBezTo>
                    <a:cubicBezTo>
                      <a:pt x="453966" y="1836657"/>
                      <a:pt x="451142" y="1756118"/>
                      <a:pt x="401224" y="1694205"/>
                    </a:cubicBezTo>
                    <a:cubicBezTo>
                      <a:pt x="376265" y="1663249"/>
                      <a:pt x="344258" y="1642811"/>
                      <a:pt x="312688" y="1634792"/>
                    </a:cubicBezTo>
                    <a:close/>
                    <a:moveTo>
                      <a:pt x="1869299" y="1519920"/>
                    </a:moveTo>
                    <a:cubicBezTo>
                      <a:pt x="1824865" y="1522388"/>
                      <a:pt x="1777842" y="1556264"/>
                      <a:pt x="1751468" y="1609764"/>
                    </a:cubicBezTo>
                    <a:cubicBezTo>
                      <a:pt x="1716305" y="1681096"/>
                      <a:pt x="1731168" y="1760303"/>
                      <a:pt x="1784668" y="1786676"/>
                    </a:cubicBezTo>
                    <a:cubicBezTo>
                      <a:pt x="1838168" y="1813049"/>
                      <a:pt x="1910044" y="1776602"/>
                      <a:pt x="1945208" y="1705269"/>
                    </a:cubicBezTo>
                    <a:cubicBezTo>
                      <a:pt x="1980371" y="1633937"/>
                      <a:pt x="1965508" y="1554730"/>
                      <a:pt x="1912008" y="1528357"/>
                    </a:cubicBezTo>
                    <a:cubicBezTo>
                      <a:pt x="1898633" y="1521764"/>
                      <a:pt x="1884109" y="1519097"/>
                      <a:pt x="1869299" y="1519920"/>
                    </a:cubicBezTo>
                    <a:close/>
                    <a:moveTo>
                      <a:pt x="741251" y="1329992"/>
                    </a:moveTo>
                    <a:cubicBezTo>
                      <a:pt x="709680" y="1321974"/>
                      <a:pt x="678544" y="1326372"/>
                      <a:pt x="655326" y="1345092"/>
                    </a:cubicBezTo>
                    <a:cubicBezTo>
                      <a:pt x="608892" y="1382530"/>
                      <a:pt x="611716" y="1463069"/>
                      <a:pt x="661634" y="1524981"/>
                    </a:cubicBezTo>
                    <a:cubicBezTo>
                      <a:pt x="711552" y="1586893"/>
                      <a:pt x="789660" y="1606734"/>
                      <a:pt x="836094" y="1569294"/>
                    </a:cubicBezTo>
                    <a:cubicBezTo>
                      <a:pt x="882529" y="1531856"/>
                      <a:pt x="879704" y="1451317"/>
                      <a:pt x="829787" y="1389406"/>
                    </a:cubicBezTo>
                    <a:cubicBezTo>
                      <a:pt x="804828" y="1358450"/>
                      <a:pt x="772822" y="1338012"/>
                      <a:pt x="741251" y="1329992"/>
                    </a:cubicBezTo>
                    <a:close/>
                    <a:moveTo>
                      <a:pt x="2079316" y="1065457"/>
                    </a:moveTo>
                    <a:cubicBezTo>
                      <a:pt x="2035146" y="1070876"/>
                      <a:pt x="1990481" y="1107807"/>
                      <a:pt x="1967725" y="1162943"/>
                    </a:cubicBezTo>
                    <a:cubicBezTo>
                      <a:pt x="1937386" y="1236457"/>
                      <a:pt x="1957487" y="1314499"/>
                      <a:pt x="2012623" y="1337253"/>
                    </a:cubicBezTo>
                    <a:cubicBezTo>
                      <a:pt x="2067759" y="1360009"/>
                      <a:pt x="2137051" y="1318860"/>
                      <a:pt x="2167391" y="1245345"/>
                    </a:cubicBezTo>
                    <a:cubicBezTo>
                      <a:pt x="2197730" y="1171831"/>
                      <a:pt x="2177629" y="1093789"/>
                      <a:pt x="2122493" y="1071035"/>
                    </a:cubicBezTo>
                    <a:cubicBezTo>
                      <a:pt x="2108709" y="1065345"/>
                      <a:pt x="2094040" y="1063650"/>
                      <a:pt x="2079316" y="1065457"/>
                    </a:cubicBezTo>
                    <a:close/>
                    <a:moveTo>
                      <a:pt x="0" y="654162"/>
                    </a:moveTo>
                    <a:lnTo>
                      <a:pt x="1082073" y="1244384"/>
                    </a:lnTo>
                    <a:lnTo>
                      <a:pt x="1121421" y="2700265"/>
                    </a:lnTo>
                    <a:lnTo>
                      <a:pt x="4918" y="1923139"/>
                    </a:lnTo>
                    <a:cubicBezTo>
                      <a:pt x="3279" y="1498508"/>
                      <a:pt x="1639" y="1073875"/>
                      <a:pt x="0" y="654162"/>
                    </a:cubicBezTo>
                    <a:close/>
                    <a:moveTo>
                      <a:pt x="2375644" y="688592"/>
                    </a:moveTo>
                    <a:lnTo>
                      <a:pt x="2360889" y="1967406"/>
                    </a:lnTo>
                    <a:lnTo>
                      <a:pt x="1293570" y="2700265"/>
                    </a:lnTo>
                    <a:lnTo>
                      <a:pt x="1249303" y="1239466"/>
                    </a:lnTo>
                    <a:close/>
                    <a:moveTo>
                      <a:pt x="1214923" y="371219"/>
                    </a:moveTo>
                    <a:cubicBezTo>
                      <a:pt x="1197013" y="368793"/>
                      <a:pt x="1177834" y="369067"/>
                      <a:pt x="1158247" y="372480"/>
                    </a:cubicBezTo>
                    <a:cubicBezTo>
                      <a:pt x="1079899" y="386133"/>
                      <a:pt x="1024686" y="444836"/>
                      <a:pt x="1034926" y="503598"/>
                    </a:cubicBezTo>
                    <a:cubicBezTo>
                      <a:pt x="1045165" y="562359"/>
                      <a:pt x="1116980" y="598927"/>
                      <a:pt x="1195328" y="585274"/>
                    </a:cubicBezTo>
                    <a:cubicBezTo>
                      <a:pt x="1273676" y="571621"/>
                      <a:pt x="1328889" y="512918"/>
                      <a:pt x="1318650" y="454156"/>
                    </a:cubicBezTo>
                    <a:cubicBezTo>
                      <a:pt x="1310970" y="410086"/>
                      <a:pt x="1268654" y="378499"/>
                      <a:pt x="1214923" y="371219"/>
                    </a:cubicBezTo>
                    <a:close/>
                    <a:moveTo>
                      <a:pt x="1185985" y="0"/>
                    </a:moveTo>
                    <a:lnTo>
                      <a:pt x="2376266" y="506608"/>
                    </a:lnTo>
                    <a:lnTo>
                      <a:pt x="1161392" y="1101748"/>
                    </a:lnTo>
                    <a:lnTo>
                      <a:pt x="10460" y="491852"/>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700" name="Google Shape;2700;p54"/>
              <p:cNvSpPr/>
              <p:nvPr/>
            </p:nvSpPr>
            <p:spPr>
              <a:xfrm>
                <a:off x="8174482" y="4174830"/>
                <a:ext cx="392828" cy="392828"/>
              </a:xfrm>
              <a:custGeom>
                <a:rect b="b" l="l" r="r" t="t"/>
                <a:pathLst>
                  <a:path extrusionOk="0" h="4259405" w="4088964">
                    <a:moveTo>
                      <a:pt x="1480605" y="2231940"/>
                    </a:moveTo>
                    <a:lnTo>
                      <a:pt x="1199818" y="2044620"/>
                    </a:lnTo>
                    <a:lnTo>
                      <a:pt x="761621" y="2687221"/>
                    </a:lnTo>
                    <a:cubicBezTo>
                      <a:pt x="501536" y="2652619"/>
                      <a:pt x="265323" y="2467912"/>
                      <a:pt x="39127" y="2272940"/>
                    </a:cubicBezTo>
                    <a:cubicBezTo>
                      <a:pt x="-80639" y="2070133"/>
                      <a:pt x="269496" y="1743507"/>
                      <a:pt x="374515" y="1494038"/>
                    </a:cubicBezTo>
                    <a:lnTo>
                      <a:pt x="93728" y="1306717"/>
                    </a:lnTo>
                    <a:lnTo>
                      <a:pt x="1091841" y="1312633"/>
                    </a:lnTo>
                    <a:close/>
                    <a:moveTo>
                      <a:pt x="2759566" y="226796"/>
                    </a:moveTo>
                    <a:cubicBezTo>
                      <a:pt x="2331051" y="377379"/>
                      <a:pt x="2150002" y="492309"/>
                      <a:pt x="1991062" y="643648"/>
                    </a:cubicBezTo>
                    <a:lnTo>
                      <a:pt x="1463599" y="1446568"/>
                    </a:lnTo>
                    <a:lnTo>
                      <a:pt x="610317" y="909936"/>
                    </a:lnTo>
                    <a:cubicBezTo>
                      <a:pt x="810411" y="627556"/>
                      <a:pt x="1020899" y="239191"/>
                      <a:pt x="1244930" y="61882"/>
                    </a:cubicBezTo>
                    <a:cubicBezTo>
                      <a:pt x="1491876" y="-75367"/>
                      <a:pt x="1697752" y="31605"/>
                      <a:pt x="2759566" y="226796"/>
                    </a:cubicBezTo>
                    <a:close/>
                    <a:moveTo>
                      <a:pt x="1722488" y="3820535"/>
                    </a:moveTo>
                    <a:cubicBezTo>
                      <a:pt x="1376925" y="3801485"/>
                      <a:pt x="936112" y="3830060"/>
                      <a:pt x="666750" y="3734810"/>
                    </a:cubicBezTo>
                    <a:cubicBezTo>
                      <a:pt x="419100" y="3598835"/>
                      <a:pt x="400050" y="3367610"/>
                      <a:pt x="0" y="2364860"/>
                    </a:cubicBezTo>
                    <a:cubicBezTo>
                      <a:pt x="355600" y="2647435"/>
                      <a:pt x="549276" y="2739510"/>
                      <a:pt x="762000" y="2793485"/>
                    </a:cubicBezTo>
                    <a:lnTo>
                      <a:pt x="1722487" y="2812535"/>
                    </a:lnTo>
                    <a:close/>
                    <a:moveTo>
                      <a:pt x="3605396" y="869465"/>
                    </a:moveTo>
                    <a:lnTo>
                      <a:pt x="3069019" y="1711228"/>
                    </a:lnTo>
                    <a:lnTo>
                      <a:pt x="2083849" y="1550906"/>
                    </a:lnTo>
                    <a:lnTo>
                      <a:pt x="2391902" y="1412941"/>
                    </a:lnTo>
                    <a:lnTo>
                      <a:pt x="2081217" y="699900"/>
                    </a:lnTo>
                    <a:cubicBezTo>
                      <a:pt x="2248971" y="498156"/>
                      <a:pt x="2531081" y="396532"/>
                      <a:pt x="2816547" y="308854"/>
                    </a:cubicBezTo>
                    <a:cubicBezTo>
                      <a:pt x="3051986" y="315439"/>
                      <a:pt x="3142075" y="785719"/>
                      <a:pt x="3297344" y="1007430"/>
                    </a:cubicBezTo>
                    <a:close/>
                    <a:moveTo>
                      <a:pt x="3222215" y="3788662"/>
                    </a:moveTo>
                    <a:cubicBezTo>
                      <a:pt x="3089072" y="3954283"/>
                      <a:pt x="2662122" y="3869088"/>
                      <a:pt x="2413930" y="3921936"/>
                    </a:cubicBezTo>
                    <a:lnTo>
                      <a:pt x="2420658" y="4259405"/>
                    </a:lnTo>
                    <a:lnTo>
                      <a:pt x="1855155" y="3436926"/>
                    </a:lnTo>
                    <a:lnTo>
                      <a:pt x="2387428" y="2592563"/>
                    </a:lnTo>
                    <a:lnTo>
                      <a:pt x="2394156" y="2930032"/>
                    </a:lnTo>
                    <a:lnTo>
                      <a:pt x="3171906" y="2922431"/>
                    </a:lnTo>
                    <a:cubicBezTo>
                      <a:pt x="3292132" y="3155642"/>
                      <a:pt x="3275533" y="3455038"/>
                      <a:pt x="3244786" y="3752078"/>
                    </a:cubicBezTo>
                    <a:cubicBezTo>
                      <a:pt x="3238662" y="3765464"/>
                      <a:pt x="3231091" y="3777620"/>
                      <a:pt x="3222215" y="3788662"/>
                    </a:cubicBezTo>
                    <a:close/>
                    <a:moveTo>
                      <a:pt x="3948285" y="2834020"/>
                    </a:moveTo>
                    <a:cubicBezTo>
                      <a:pt x="3833022" y="3018741"/>
                      <a:pt x="3639730" y="3281008"/>
                      <a:pt x="3342579" y="3731662"/>
                    </a:cubicBezTo>
                    <a:cubicBezTo>
                      <a:pt x="3371271" y="3278367"/>
                      <a:pt x="3336159" y="3066813"/>
                      <a:pt x="3258895" y="2861397"/>
                    </a:cubicBezTo>
                    <a:lnTo>
                      <a:pt x="2725671" y="2062291"/>
                    </a:lnTo>
                    <a:lnTo>
                      <a:pt x="3552883" y="1486284"/>
                    </a:lnTo>
                    <a:cubicBezTo>
                      <a:pt x="3734716" y="1780754"/>
                      <a:pt x="4010062" y="2126176"/>
                      <a:pt x="4085819" y="2401657"/>
                    </a:cubicBezTo>
                    <a:cubicBezTo>
                      <a:pt x="4100783" y="2542124"/>
                      <a:pt x="4063549" y="2649298"/>
                      <a:pt x="3948285" y="283402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701" name="Google Shape;2701;p54"/>
              <p:cNvSpPr/>
              <p:nvPr/>
            </p:nvSpPr>
            <p:spPr>
              <a:xfrm>
                <a:off x="9225535" y="2409380"/>
                <a:ext cx="393582" cy="392828"/>
              </a:xfrm>
              <a:custGeom>
                <a:rect b="b" l="l" r="r" t="t"/>
                <a:pathLst>
                  <a:path extrusionOk="0" h="4012920" w="4020621">
                    <a:moveTo>
                      <a:pt x="780213" y="3724888"/>
                    </a:moveTo>
                    <a:lnTo>
                      <a:pt x="2868445" y="3724888"/>
                    </a:lnTo>
                    <a:lnTo>
                      <a:pt x="2868445" y="4012920"/>
                    </a:lnTo>
                    <a:lnTo>
                      <a:pt x="780213" y="4012920"/>
                    </a:lnTo>
                    <a:close/>
                    <a:moveTo>
                      <a:pt x="4020621" y="2152587"/>
                    </a:moveTo>
                    <a:lnTo>
                      <a:pt x="4020621" y="3448731"/>
                    </a:lnTo>
                    <a:lnTo>
                      <a:pt x="3903908" y="3386593"/>
                    </a:lnTo>
                    <a:lnTo>
                      <a:pt x="3903908" y="2214725"/>
                    </a:lnTo>
                    <a:close/>
                    <a:moveTo>
                      <a:pt x="1582587" y="1544569"/>
                    </a:moveTo>
                    <a:cubicBezTo>
                      <a:pt x="1525677" y="1652847"/>
                      <a:pt x="1434945" y="1739939"/>
                      <a:pt x="1324158" y="1792547"/>
                    </a:cubicBezTo>
                    <a:lnTo>
                      <a:pt x="1790243" y="1792547"/>
                    </a:lnTo>
                    <a:cubicBezTo>
                      <a:pt x="1708293" y="1721838"/>
                      <a:pt x="1638004" y="1638154"/>
                      <a:pt x="1582587" y="1544569"/>
                    </a:cubicBezTo>
                    <a:close/>
                    <a:moveTo>
                      <a:pt x="1238323" y="1312673"/>
                    </a:moveTo>
                    <a:cubicBezTo>
                      <a:pt x="1173622" y="1312673"/>
                      <a:pt x="1121172" y="1365123"/>
                      <a:pt x="1121172" y="1429824"/>
                    </a:cubicBezTo>
                    <a:cubicBezTo>
                      <a:pt x="1121172" y="1494525"/>
                      <a:pt x="1173622" y="1546975"/>
                      <a:pt x="1238323" y="1546975"/>
                    </a:cubicBezTo>
                    <a:cubicBezTo>
                      <a:pt x="1303024" y="1546975"/>
                      <a:pt x="1355474" y="1494525"/>
                      <a:pt x="1355474" y="1429824"/>
                    </a:cubicBezTo>
                    <a:cubicBezTo>
                      <a:pt x="1355474" y="1365123"/>
                      <a:pt x="1303024" y="1312673"/>
                      <a:pt x="1238323" y="1312673"/>
                    </a:cubicBezTo>
                    <a:close/>
                    <a:moveTo>
                      <a:pt x="870057" y="1312673"/>
                    </a:moveTo>
                    <a:cubicBezTo>
                      <a:pt x="805356" y="1312673"/>
                      <a:pt x="752906" y="1365123"/>
                      <a:pt x="752906" y="1429824"/>
                    </a:cubicBezTo>
                    <a:cubicBezTo>
                      <a:pt x="752906" y="1494525"/>
                      <a:pt x="805356" y="1546975"/>
                      <a:pt x="870057" y="1546975"/>
                    </a:cubicBezTo>
                    <a:cubicBezTo>
                      <a:pt x="934758" y="1546975"/>
                      <a:pt x="987208" y="1494525"/>
                      <a:pt x="987208" y="1429824"/>
                    </a:cubicBezTo>
                    <a:cubicBezTo>
                      <a:pt x="987208" y="1365123"/>
                      <a:pt x="934758" y="1312673"/>
                      <a:pt x="870057" y="1312673"/>
                    </a:cubicBezTo>
                    <a:close/>
                    <a:moveTo>
                      <a:pt x="2775838" y="1127627"/>
                    </a:moveTo>
                    <a:cubicBezTo>
                      <a:pt x="2666578" y="1127627"/>
                      <a:pt x="2578006" y="1216199"/>
                      <a:pt x="2578006" y="1325459"/>
                    </a:cubicBezTo>
                    <a:cubicBezTo>
                      <a:pt x="2578006" y="1434719"/>
                      <a:pt x="2666578" y="1523291"/>
                      <a:pt x="2775838" y="1523291"/>
                    </a:cubicBezTo>
                    <a:cubicBezTo>
                      <a:pt x="2885098" y="1523291"/>
                      <a:pt x="2973670" y="1434719"/>
                      <a:pt x="2973670" y="1325459"/>
                    </a:cubicBezTo>
                    <a:cubicBezTo>
                      <a:pt x="2973670" y="1216199"/>
                      <a:pt x="2885098" y="1127627"/>
                      <a:pt x="2775838" y="1127627"/>
                    </a:cubicBezTo>
                    <a:close/>
                    <a:moveTo>
                      <a:pt x="2153949" y="1127627"/>
                    </a:moveTo>
                    <a:cubicBezTo>
                      <a:pt x="2044689" y="1127627"/>
                      <a:pt x="1956117" y="1216199"/>
                      <a:pt x="1956117" y="1325459"/>
                    </a:cubicBezTo>
                    <a:cubicBezTo>
                      <a:pt x="1956117" y="1434719"/>
                      <a:pt x="2044689" y="1523291"/>
                      <a:pt x="2153949" y="1523291"/>
                    </a:cubicBezTo>
                    <a:cubicBezTo>
                      <a:pt x="2263209" y="1523291"/>
                      <a:pt x="2351781" y="1434719"/>
                      <a:pt x="2351781" y="1325459"/>
                    </a:cubicBezTo>
                    <a:cubicBezTo>
                      <a:pt x="2351781" y="1216199"/>
                      <a:pt x="2263209" y="1127627"/>
                      <a:pt x="2153949" y="1127627"/>
                    </a:cubicBezTo>
                    <a:close/>
                    <a:moveTo>
                      <a:pt x="1238323" y="956510"/>
                    </a:moveTo>
                    <a:cubicBezTo>
                      <a:pt x="1173622" y="956510"/>
                      <a:pt x="1121172" y="1008960"/>
                      <a:pt x="1121172" y="1073661"/>
                    </a:cubicBezTo>
                    <a:cubicBezTo>
                      <a:pt x="1121172" y="1138362"/>
                      <a:pt x="1173622" y="1190812"/>
                      <a:pt x="1238323" y="1190812"/>
                    </a:cubicBezTo>
                    <a:cubicBezTo>
                      <a:pt x="1303024" y="1190812"/>
                      <a:pt x="1355474" y="1138362"/>
                      <a:pt x="1355474" y="1073661"/>
                    </a:cubicBezTo>
                    <a:cubicBezTo>
                      <a:pt x="1355474" y="1008960"/>
                      <a:pt x="1303024" y="956510"/>
                      <a:pt x="1238323" y="956510"/>
                    </a:cubicBezTo>
                    <a:close/>
                    <a:moveTo>
                      <a:pt x="870057" y="956510"/>
                    </a:moveTo>
                    <a:cubicBezTo>
                      <a:pt x="805356" y="956510"/>
                      <a:pt x="752906" y="1008960"/>
                      <a:pt x="752906" y="1073661"/>
                    </a:cubicBezTo>
                    <a:cubicBezTo>
                      <a:pt x="752906" y="1138362"/>
                      <a:pt x="805356" y="1190812"/>
                      <a:pt x="870057" y="1190812"/>
                    </a:cubicBezTo>
                    <a:cubicBezTo>
                      <a:pt x="934758" y="1190812"/>
                      <a:pt x="987208" y="1138362"/>
                      <a:pt x="987208" y="1073661"/>
                    </a:cubicBezTo>
                    <a:cubicBezTo>
                      <a:pt x="987208" y="1008960"/>
                      <a:pt x="934758" y="956510"/>
                      <a:pt x="870057" y="956510"/>
                    </a:cubicBezTo>
                    <a:close/>
                    <a:moveTo>
                      <a:pt x="2775838" y="526176"/>
                    </a:moveTo>
                    <a:cubicBezTo>
                      <a:pt x="2666578" y="526176"/>
                      <a:pt x="2578006" y="614748"/>
                      <a:pt x="2578006" y="724008"/>
                    </a:cubicBezTo>
                    <a:cubicBezTo>
                      <a:pt x="2578006" y="833268"/>
                      <a:pt x="2666578" y="921840"/>
                      <a:pt x="2775838" y="921840"/>
                    </a:cubicBezTo>
                    <a:cubicBezTo>
                      <a:pt x="2885098" y="921840"/>
                      <a:pt x="2973670" y="833268"/>
                      <a:pt x="2973670" y="724008"/>
                    </a:cubicBezTo>
                    <a:cubicBezTo>
                      <a:pt x="2973670" y="614748"/>
                      <a:pt x="2885098" y="526176"/>
                      <a:pt x="2775838" y="526176"/>
                    </a:cubicBezTo>
                    <a:close/>
                    <a:moveTo>
                      <a:pt x="2153949" y="526176"/>
                    </a:moveTo>
                    <a:cubicBezTo>
                      <a:pt x="2044689" y="526176"/>
                      <a:pt x="1956117" y="614748"/>
                      <a:pt x="1956117" y="724008"/>
                    </a:cubicBezTo>
                    <a:cubicBezTo>
                      <a:pt x="1956117" y="833268"/>
                      <a:pt x="2044689" y="921840"/>
                      <a:pt x="2153949" y="921840"/>
                    </a:cubicBezTo>
                    <a:cubicBezTo>
                      <a:pt x="2263209" y="921840"/>
                      <a:pt x="2351781" y="833268"/>
                      <a:pt x="2351781" y="724008"/>
                    </a:cubicBezTo>
                    <a:cubicBezTo>
                      <a:pt x="2351781" y="614748"/>
                      <a:pt x="2263209" y="526176"/>
                      <a:pt x="2153949" y="526176"/>
                    </a:cubicBezTo>
                    <a:close/>
                    <a:moveTo>
                      <a:pt x="2464893" y="0"/>
                    </a:moveTo>
                    <a:cubicBezTo>
                      <a:pt x="3030837" y="0"/>
                      <a:pt x="3489626" y="458789"/>
                      <a:pt x="3489626" y="1024733"/>
                    </a:cubicBezTo>
                    <a:cubicBezTo>
                      <a:pt x="3489626" y="1442455"/>
                      <a:pt x="3239684" y="1801800"/>
                      <a:pt x="2880320" y="1959209"/>
                    </a:cubicBezTo>
                    <a:lnTo>
                      <a:pt x="2880320" y="2008571"/>
                    </a:lnTo>
                    <a:lnTo>
                      <a:pt x="3250857" y="2008571"/>
                    </a:lnTo>
                    <a:lnTo>
                      <a:pt x="3250857" y="2359970"/>
                    </a:lnTo>
                    <a:lnTo>
                      <a:pt x="3437294" y="2359970"/>
                    </a:lnTo>
                    <a:lnTo>
                      <a:pt x="3437294" y="2360694"/>
                    </a:lnTo>
                    <a:lnTo>
                      <a:pt x="3852060" y="2233461"/>
                    </a:lnTo>
                    <a:lnTo>
                      <a:pt x="3852060" y="3367858"/>
                    </a:lnTo>
                    <a:lnTo>
                      <a:pt x="3437294" y="3240624"/>
                    </a:lnTo>
                    <a:lnTo>
                      <a:pt x="3437294" y="3241349"/>
                    </a:lnTo>
                    <a:lnTo>
                      <a:pt x="3250857" y="3241349"/>
                    </a:lnTo>
                    <a:lnTo>
                      <a:pt x="3250857" y="3633063"/>
                    </a:lnTo>
                    <a:lnTo>
                      <a:pt x="298529" y="3633063"/>
                    </a:lnTo>
                    <a:lnTo>
                      <a:pt x="298529" y="2431730"/>
                    </a:lnTo>
                    <a:lnTo>
                      <a:pt x="0" y="2008571"/>
                    </a:lnTo>
                    <a:lnTo>
                      <a:pt x="298529" y="2008571"/>
                    </a:lnTo>
                    <a:lnTo>
                      <a:pt x="792088" y="2008571"/>
                    </a:lnTo>
                    <a:lnTo>
                      <a:pt x="792088" y="1796817"/>
                    </a:lnTo>
                    <a:cubicBezTo>
                      <a:pt x="587745" y="1700755"/>
                      <a:pt x="447370" y="1492642"/>
                      <a:pt x="447370" y="1251742"/>
                    </a:cubicBezTo>
                    <a:cubicBezTo>
                      <a:pt x="447370" y="916605"/>
                      <a:pt x="719053" y="644923"/>
                      <a:pt x="1054190" y="644923"/>
                    </a:cubicBezTo>
                    <a:cubicBezTo>
                      <a:pt x="1212753" y="644923"/>
                      <a:pt x="1357112" y="705740"/>
                      <a:pt x="1463939" y="806702"/>
                    </a:cubicBezTo>
                    <a:cubicBezTo>
                      <a:pt x="1563407" y="345444"/>
                      <a:pt x="1973809" y="0"/>
                      <a:pt x="2464893"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702" name="Google Shape;2702;p54"/>
              <p:cNvSpPr/>
              <p:nvPr/>
            </p:nvSpPr>
            <p:spPr>
              <a:xfrm rot="9900000">
                <a:off x="10073915" y="2714730"/>
                <a:ext cx="351357" cy="423598"/>
              </a:xfrm>
              <a:custGeom>
                <a:rect b="b" l="l" r="r" t="t"/>
                <a:pathLst>
                  <a:path extrusionOk="0" h="4064034" w="3370953">
                    <a:moveTo>
                      <a:pt x="307836" y="3226369"/>
                    </a:moveTo>
                    <a:lnTo>
                      <a:pt x="307836" y="2810144"/>
                    </a:lnTo>
                    <a:lnTo>
                      <a:pt x="1258549" y="2810144"/>
                    </a:lnTo>
                    <a:lnTo>
                      <a:pt x="1331954" y="2516524"/>
                    </a:lnTo>
                    <a:lnTo>
                      <a:pt x="1639161" y="2516524"/>
                    </a:lnTo>
                    <a:lnTo>
                      <a:pt x="1806826" y="1890788"/>
                    </a:lnTo>
                    <a:cubicBezTo>
                      <a:pt x="1709407" y="1836984"/>
                      <a:pt x="1651662" y="1730051"/>
                      <a:pt x="1660897" y="1618049"/>
                    </a:cubicBezTo>
                    <a:lnTo>
                      <a:pt x="497736" y="946498"/>
                    </a:lnTo>
                    <a:lnTo>
                      <a:pt x="415801" y="1252284"/>
                    </a:lnTo>
                    <a:cubicBezTo>
                      <a:pt x="388670" y="1353539"/>
                      <a:pt x="284592" y="1413628"/>
                      <a:pt x="183338" y="1386497"/>
                    </a:cubicBezTo>
                    <a:lnTo>
                      <a:pt x="0" y="1337372"/>
                    </a:lnTo>
                    <a:lnTo>
                      <a:pt x="358348" y="0"/>
                    </a:lnTo>
                    <a:lnTo>
                      <a:pt x="541685" y="49125"/>
                    </a:lnTo>
                    <a:cubicBezTo>
                      <a:pt x="642940" y="76256"/>
                      <a:pt x="703029" y="180334"/>
                      <a:pt x="675898" y="281588"/>
                    </a:cubicBezTo>
                    <a:lnTo>
                      <a:pt x="574914" y="658466"/>
                    </a:lnTo>
                    <a:lnTo>
                      <a:pt x="1826395" y="1381009"/>
                    </a:lnTo>
                    <a:cubicBezTo>
                      <a:pt x="1885142" y="1352063"/>
                      <a:pt x="1954182" y="1344264"/>
                      <a:pt x="2022379" y="1362537"/>
                    </a:cubicBezTo>
                    <a:cubicBezTo>
                      <a:pt x="2176035" y="1403709"/>
                      <a:pt x="2267221" y="1561647"/>
                      <a:pt x="2226049" y="1715303"/>
                    </a:cubicBezTo>
                    <a:cubicBezTo>
                      <a:pt x="2207347" y="1785100"/>
                      <a:pt x="2164552" y="1842007"/>
                      <a:pt x="2108323" y="1878457"/>
                    </a:cubicBezTo>
                    <a:lnTo>
                      <a:pt x="1937353" y="2516524"/>
                    </a:lnTo>
                    <a:lnTo>
                      <a:pt x="2236046" y="2516524"/>
                    </a:lnTo>
                    <a:lnTo>
                      <a:pt x="2309451" y="2810144"/>
                    </a:lnTo>
                    <a:lnTo>
                      <a:pt x="2828116" y="2810144"/>
                    </a:lnTo>
                    <a:lnTo>
                      <a:pt x="2828116" y="2930119"/>
                    </a:lnTo>
                    <a:lnTo>
                      <a:pt x="2945247" y="2930119"/>
                    </a:lnTo>
                    <a:lnTo>
                      <a:pt x="3109201" y="2856867"/>
                    </a:lnTo>
                    <a:cubicBezTo>
                      <a:pt x="3112004" y="2849082"/>
                      <a:pt x="3119624" y="2844415"/>
                      <a:pt x="3128335" y="2844415"/>
                    </a:cubicBezTo>
                    <a:lnTo>
                      <a:pt x="3223771" y="2844415"/>
                    </a:lnTo>
                    <a:cubicBezTo>
                      <a:pt x="3236949" y="2844415"/>
                      <a:pt x="3247631" y="2855097"/>
                      <a:pt x="3247631" y="2868275"/>
                    </a:cubicBezTo>
                    <a:lnTo>
                      <a:pt x="3247631" y="3606750"/>
                    </a:lnTo>
                    <a:cubicBezTo>
                      <a:pt x="3247631" y="3619928"/>
                      <a:pt x="3236949" y="3630610"/>
                      <a:pt x="3223771" y="3630610"/>
                    </a:cubicBezTo>
                    <a:lnTo>
                      <a:pt x="3128335" y="3630610"/>
                    </a:lnTo>
                    <a:cubicBezTo>
                      <a:pt x="3120852" y="3630610"/>
                      <a:pt x="3114174" y="3627166"/>
                      <a:pt x="3110472" y="3621230"/>
                    </a:cubicBezTo>
                    <a:lnTo>
                      <a:pt x="3110472" y="3624351"/>
                    </a:lnTo>
                    <a:lnTo>
                      <a:pt x="2954172" y="3554518"/>
                    </a:lnTo>
                    <a:lnTo>
                      <a:pt x="2954172" y="3558788"/>
                    </a:lnTo>
                    <a:lnTo>
                      <a:pt x="2828116" y="3558788"/>
                    </a:lnTo>
                    <a:lnTo>
                      <a:pt x="2828116" y="3630610"/>
                    </a:lnTo>
                    <a:lnTo>
                      <a:pt x="2038337" y="3226369"/>
                    </a:lnTo>
                    <a:close/>
                    <a:moveTo>
                      <a:pt x="77048" y="4064034"/>
                    </a:moveTo>
                    <a:lnTo>
                      <a:pt x="77048" y="3342578"/>
                    </a:lnTo>
                    <a:lnTo>
                      <a:pt x="2050947" y="3342578"/>
                    </a:lnTo>
                    <a:lnTo>
                      <a:pt x="3370953" y="4058524"/>
                    </a:lnTo>
                    <a:lnTo>
                      <a:pt x="3370953" y="4064034"/>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703" name="Google Shape;2703;p54"/>
              <p:cNvSpPr/>
              <p:nvPr/>
            </p:nvSpPr>
            <p:spPr>
              <a:xfrm rot="3600000">
                <a:off x="8507130" y="4424299"/>
                <a:ext cx="162074" cy="478539"/>
              </a:xfrm>
              <a:custGeom>
                <a:rect b="b" l="l" r="r" t="t"/>
                <a:pathLst>
                  <a:path extrusionOk="0" h="3920353" w="1327763">
                    <a:moveTo>
                      <a:pt x="483881" y="2840232"/>
                    </a:moveTo>
                    <a:lnTo>
                      <a:pt x="843881" y="2840232"/>
                    </a:lnTo>
                    <a:lnTo>
                      <a:pt x="843881" y="3920353"/>
                    </a:lnTo>
                    <a:lnTo>
                      <a:pt x="483881" y="3920353"/>
                    </a:lnTo>
                    <a:close/>
                    <a:moveTo>
                      <a:pt x="757697" y="168239"/>
                    </a:moveTo>
                    <a:lnTo>
                      <a:pt x="757697" y="384263"/>
                    </a:lnTo>
                    <a:lnTo>
                      <a:pt x="930062" y="384263"/>
                    </a:lnTo>
                    <a:lnTo>
                      <a:pt x="930062" y="168239"/>
                    </a:lnTo>
                    <a:close/>
                    <a:moveTo>
                      <a:pt x="432932" y="168239"/>
                    </a:moveTo>
                    <a:lnTo>
                      <a:pt x="432932" y="384263"/>
                    </a:lnTo>
                    <a:lnTo>
                      <a:pt x="605297" y="384263"/>
                    </a:lnTo>
                    <a:lnTo>
                      <a:pt x="605297" y="168239"/>
                    </a:lnTo>
                    <a:close/>
                    <a:moveTo>
                      <a:pt x="168643" y="0"/>
                    </a:moveTo>
                    <a:lnTo>
                      <a:pt x="1159119" y="0"/>
                    </a:lnTo>
                    <a:lnTo>
                      <a:pt x="1159119" y="539093"/>
                    </a:lnTo>
                    <a:lnTo>
                      <a:pt x="1327763" y="539093"/>
                    </a:lnTo>
                    <a:lnTo>
                      <a:pt x="1327763" y="2245406"/>
                    </a:lnTo>
                    <a:lnTo>
                      <a:pt x="1318300" y="2245406"/>
                    </a:lnTo>
                    <a:lnTo>
                      <a:pt x="1127664" y="2719000"/>
                    </a:lnTo>
                    <a:lnTo>
                      <a:pt x="200100" y="2719000"/>
                    </a:lnTo>
                    <a:lnTo>
                      <a:pt x="9464" y="2245406"/>
                    </a:lnTo>
                    <a:lnTo>
                      <a:pt x="0" y="2245406"/>
                    </a:lnTo>
                    <a:lnTo>
                      <a:pt x="0" y="539093"/>
                    </a:lnTo>
                    <a:lnTo>
                      <a:pt x="168643" y="539093"/>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704" name="Google Shape;2704;p54"/>
              <p:cNvSpPr/>
              <p:nvPr/>
            </p:nvSpPr>
            <p:spPr>
              <a:xfrm>
                <a:off x="8045579" y="3848133"/>
                <a:ext cx="330939" cy="260933"/>
              </a:xfrm>
              <a:custGeom>
                <a:rect b="b" l="l" r="r" t="t"/>
                <a:pathLst>
                  <a:path extrusionOk="0" h="2952328" w="3744416">
                    <a:moveTo>
                      <a:pt x="184806" y="576064"/>
                    </a:moveTo>
                    <a:lnTo>
                      <a:pt x="895314" y="576064"/>
                    </a:lnTo>
                    <a:cubicBezTo>
                      <a:pt x="997380" y="576064"/>
                      <a:pt x="1080120" y="658804"/>
                      <a:pt x="1080120" y="760870"/>
                    </a:cubicBezTo>
                    <a:lnTo>
                      <a:pt x="1080120" y="792088"/>
                    </a:lnTo>
                    <a:lnTo>
                      <a:pt x="3312368" y="792088"/>
                    </a:lnTo>
                    <a:lnTo>
                      <a:pt x="3312368" y="2952328"/>
                    </a:lnTo>
                    <a:lnTo>
                      <a:pt x="0" y="2952328"/>
                    </a:lnTo>
                    <a:lnTo>
                      <a:pt x="0" y="1072569"/>
                    </a:lnTo>
                    <a:lnTo>
                      <a:pt x="0" y="792088"/>
                    </a:lnTo>
                    <a:lnTo>
                      <a:pt x="0" y="760870"/>
                    </a:lnTo>
                    <a:cubicBezTo>
                      <a:pt x="0" y="658804"/>
                      <a:pt x="82740" y="576064"/>
                      <a:pt x="184806" y="576064"/>
                    </a:cubicBezTo>
                    <a:close/>
                    <a:moveTo>
                      <a:pt x="616854" y="0"/>
                    </a:moveTo>
                    <a:lnTo>
                      <a:pt x="1327362" y="0"/>
                    </a:lnTo>
                    <a:cubicBezTo>
                      <a:pt x="1429428" y="0"/>
                      <a:pt x="1512168" y="82740"/>
                      <a:pt x="1512168" y="184806"/>
                    </a:cubicBezTo>
                    <a:lnTo>
                      <a:pt x="1512168" y="216024"/>
                    </a:lnTo>
                    <a:lnTo>
                      <a:pt x="3744416" y="216024"/>
                    </a:lnTo>
                    <a:lnTo>
                      <a:pt x="3744416" y="2376264"/>
                    </a:lnTo>
                    <a:lnTo>
                      <a:pt x="3464768" y="2376264"/>
                    </a:lnTo>
                    <a:lnTo>
                      <a:pt x="3464768" y="648072"/>
                    </a:lnTo>
                    <a:lnTo>
                      <a:pt x="1232520" y="648072"/>
                    </a:lnTo>
                    <a:lnTo>
                      <a:pt x="1232520" y="616854"/>
                    </a:lnTo>
                    <a:cubicBezTo>
                      <a:pt x="1232520" y="514788"/>
                      <a:pt x="1149780" y="432048"/>
                      <a:pt x="1047714" y="432048"/>
                    </a:cubicBezTo>
                    <a:lnTo>
                      <a:pt x="432048" y="432048"/>
                    </a:lnTo>
                    <a:lnTo>
                      <a:pt x="432048" y="216024"/>
                    </a:lnTo>
                    <a:lnTo>
                      <a:pt x="432048" y="184806"/>
                    </a:lnTo>
                    <a:cubicBezTo>
                      <a:pt x="432048" y="82740"/>
                      <a:pt x="514788" y="0"/>
                      <a:pt x="61685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705" name="Google Shape;2705;p54"/>
              <p:cNvSpPr/>
              <p:nvPr/>
            </p:nvSpPr>
            <p:spPr>
              <a:xfrm>
                <a:off x="9003511" y="4923426"/>
                <a:ext cx="304410" cy="330939"/>
              </a:xfrm>
              <a:custGeom>
                <a:rect b="b" l="l" r="r" t="t"/>
                <a:pathLst>
                  <a:path extrusionOk="0" h="4031150" w="3708000">
                    <a:moveTo>
                      <a:pt x="2226025" y="2078010"/>
                    </a:moveTo>
                    <a:lnTo>
                      <a:pt x="1976753" y="2339372"/>
                    </a:lnTo>
                    <a:lnTo>
                      <a:pt x="1976910" y="2339581"/>
                    </a:lnTo>
                    <a:lnTo>
                      <a:pt x="1976204" y="2339948"/>
                    </a:lnTo>
                    <a:lnTo>
                      <a:pt x="1975656" y="2340523"/>
                    </a:lnTo>
                    <a:lnTo>
                      <a:pt x="1975499" y="2340314"/>
                    </a:lnTo>
                    <a:lnTo>
                      <a:pt x="1688579" y="2489240"/>
                    </a:lnTo>
                    <a:cubicBezTo>
                      <a:pt x="1740712" y="2519877"/>
                      <a:pt x="1801557" y="2536438"/>
                      <a:pt x="1866270" y="2536438"/>
                    </a:cubicBezTo>
                    <a:cubicBezTo>
                      <a:pt x="2071258" y="2536438"/>
                      <a:pt x="2237434" y="2370262"/>
                      <a:pt x="2237434" y="2165274"/>
                    </a:cubicBezTo>
                    <a:cubicBezTo>
                      <a:pt x="2237434" y="2135129"/>
                      <a:pt x="2233840" y="2105822"/>
                      <a:pt x="2226025" y="2078010"/>
                    </a:cubicBezTo>
                    <a:close/>
                    <a:moveTo>
                      <a:pt x="1866270" y="1794110"/>
                    </a:moveTo>
                    <a:cubicBezTo>
                      <a:pt x="1661282" y="1794110"/>
                      <a:pt x="1495106" y="1960286"/>
                      <a:pt x="1495106" y="2165274"/>
                    </a:cubicBezTo>
                    <a:cubicBezTo>
                      <a:pt x="1495106" y="2194876"/>
                      <a:pt x="1498572" y="2223668"/>
                      <a:pt x="1506052" y="2251046"/>
                    </a:cubicBezTo>
                    <a:lnTo>
                      <a:pt x="1731247" y="2014929"/>
                    </a:lnTo>
                    <a:lnTo>
                      <a:pt x="1731090" y="2014720"/>
                    </a:lnTo>
                    <a:lnTo>
                      <a:pt x="1731796" y="2014353"/>
                    </a:lnTo>
                    <a:lnTo>
                      <a:pt x="1732344" y="2013778"/>
                    </a:lnTo>
                    <a:lnTo>
                      <a:pt x="1732501" y="2013987"/>
                    </a:lnTo>
                    <a:lnTo>
                      <a:pt x="2054335" y="1846939"/>
                    </a:lnTo>
                    <a:cubicBezTo>
                      <a:pt x="1999773" y="1812909"/>
                      <a:pt x="1935217" y="1794110"/>
                      <a:pt x="1866270" y="1794110"/>
                    </a:cubicBezTo>
                    <a:close/>
                    <a:moveTo>
                      <a:pt x="1866270" y="1281021"/>
                    </a:moveTo>
                    <a:lnTo>
                      <a:pt x="1995916" y="1728077"/>
                    </a:lnTo>
                    <a:cubicBezTo>
                      <a:pt x="2049420" y="1742880"/>
                      <a:pt x="2098387" y="1768442"/>
                      <a:pt x="2141027" y="1801941"/>
                    </a:cubicBezTo>
                    <a:lnTo>
                      <a:pt x="2830781" y="1443923"/>
                    </a:lnTo>
                    <a:lnTo>
                      <a:pt x="2293677" y="2007077"/>
                    </a:lnTo>
                    <a:lnTo>
                      <a:pt x="2302169" y="2036187"/>
                    </a:lnTo>
                    <a:lnTo>
                      <a:pt x="2755181" y="2167560"/>
                    </a:lnTo>
                    <a:lnTo>
                      <a:pt x="2301207" y="2299213"/>
                    </a:lnTo>
                    <a:cubicBezTo>
                      <a:pt x="2288949" y="2340747"/>
                      <a:pt x="2270868" y="2379745"/>
                      <a:pt x="2246307" y="2414255"/>
                    </a:cubicBezTo>
                    <a:lnTo>
                      <a:pt x="2368615" y="2636476"/>
                    </a:lnTo>
                    <a:lnTo>
                      <a:pt x="2152396" y="2517472"/>
                    </a:lnTo>
                    <a:cubicBezTo>
                      <a:pt x="2112986" y="2553805"/>
                      <a:pt x="2065424" y="2580505"/>
                      <a:pt x="2013636" y="2598144"/>
                    </a:cubicBezTo>
                    <a:lnTo>
                      <a:pt x="1875846" y="3073280"/>
                    </a:lnTo>
                    <a:lnTo>
                      <a:pt x="1739624" y="2603548"/>
                    </a:lnTo>
                    <a:cubicBezTo>
                      <a:pt x="1688445" y="2589723"/>
                      <a:pt x="1641302" y="2566161"/>
                      <a:pt x="1599709" y="2535368"/>
                    </a:cubicBezTo>
                    <a:lnTo>
                      <a:pt x="877219" y="2910378"/>
                    </a:lnTo>
                    <a:lnTo>
                      <a:pt x="1438400" y="2321979"/>
                    </a:lnTo>
                    <a:lnTo>
                      <a:pt x="1437655" y="2319411"/>
                    </a:lnTo>
                    <a:lnTo>
                      <a:pt x="963153" y="2181805"/>
                    </a:lnTo>
                    <a:lnTo>
                      <a:pt x="1425898" y="2047609"/>
                    </a:lnTo>
                    <a:cubicBezTo>
                      <a:pt x="1440318" y="1991458"/>
                      <a:pt x="1465316" y="1939627"/>
                      <a:pt x="1501635" y="1896529"/>
                    </a:cubicBezTo>
                    <a:lnTo>
                      <a:pt x="1375628" y="1667588"/>
                    </a:lnTo>
                    <a:lnTo>
                      <a:pt x="1605635" y="1794181"/>
                    </a:lnTo>
                    <a:cubicBezTo>
                      <a:pt x="1643852" y="1764149"/>
                      <a:pt x="1688437" y="1742763"/>
                      <a:pt x="1736328" y="1729097"/>
                    </a:cubicBezTo>
                    <a:close/>
                    <a:moveTo>
                      <a:pt x="1801446" y="873772"/>
                    </a:moveTo>
                    <a:cubicBezTo>
                      <a:pt x="1122607" y="899096"/>
                      <a:pt x="577020" y="1443990"/>
                      <a:pt x="550657" y="2122563"/>
                    </a:cubicBezTo>
                    <a:lnTo>
                      <a:pt x="754935" y="2181804"/>
                    </a:lnTo>
                    <a:lnTo>
                      <a:pt x="551187" y="2240891"/>
                    </a:lnTo>
                    <a:cubicBezTo>
                      <a:pt x="582476" y="2925954"/>
                      <a:pt x="1143118" y="3472541"/>
                      <a:pt x="1833783" y="3482192"/>
                    </a:cubicBezTo>
                    <a:lnTo>
                      <a:pt x="1883029" y="3312376"/>
                    </a:lnTo>
                    <a:lnTo>
                      <a:pt x="1931451" y="3479348"/>
                    </a:lnTo>
                    <a:cubicBezTo>
                      <a:pt x="2602724" y="3441618"/>
                      <a:pt x="3137685" y="2895457"/>
                      <a:pt x="3157888" y="2219621"/>
                    </a:cubicBezTo>
                    <a:lnTo>
                      <a:pt x="2970483" y="2165273"/>
                    </a:lnTo>
                    <a:lnTo>
                      <a:pt x="3156785" y="2111246"/>
                    </a:lnTo>
                    <a:cubicBezTo>
                      <a:pt x="3124894" y="1437932"/>
                      <a:pt x="2581609" y="898954"/>
                      <a:pt x="1906553" y="873772"/>
                    </a:cubicBezTo>
                    <a:lnTo>
                      <a:pt x="1853999" y="1054992"/>
                    </a:lnTo>
                    <a:close/>
                    <a:moveTo>
                      <a:pt x="1842112" y="204015"/>
                    </a:moveTo>
                    <a:cubicBezTo>
                      <a:pt x="1750186" y="208331"/>
                      <a:pt x="1671595" y="261235"/>
                      <a:pt x="1631665" y="337724"/>
                    </a:cubicBezTo>
                    <a:cubicBezTo>
                      <a:pt x="1704451" y="327639"/>
                      <a:pt x="1778701" y="323150"/>
                      <a:pt x="1854000" y="323150"/>
                    </a:cubicBezTo>
                    <a:cubicBezTo>
                      <a:pt x="1929687" y="323150"/>
                      <a:pt x="2004315" y="327685"/>
                      <a:pt x="2077458" y="337895"/>
                    </a:cubicBezTo>
                    <a:cubicBezTo>
                      <a:pt x="2032849" y="253989"/>
                      <a:pt x="1942703" y="199292"/>
                      <a:pt x="1842112" y="204015"/>
                    </a:cubicBezTo>
                    <a:close/>
                    <a:moveTo>
                      <a:pt x="1832557" y="511"/>
                    </a:moveTo>
                    <a:cubicBezTo>
                      <a:pt x="2064724" y="-10390"/>
                      <a:pt x="2266043" y="154192"/>
                      <a:pt x="2302551" y="380077"/>
                    </a:cubicBezTo>
                    <a:cubicBezTo>
                      <a:pt x="3110034" y="578670"/>
                      <a:pt x="3708000" y="1308079"/>
                      <a:pt x="3708000" y="2177150"/>
                    </a:cubicBezTo>
                    <a:cubicBezTo>
                      <a:pt x="3708000" y="3201086"/>
                      <a:pt x="2877936" y="4031150"/>
                      <a:pt x="1854000" y="4031150"/>
                    </a:cubicBezTo>
                    <a:cubicBezTo>
                      <a:pt x="830064" y="4031150"/>
                      <a:pt x="0" y="3201086"/>
                      <a:pt x="0" y="2177150"/>
                    </a:cubicBezTo>
                    <a:cubicBezTo>
                      <a:pt x="0" y="1308490"/>
                      <a:pt x="597400" y="579361"/>
                      <a:pt x="1404307" y="380371"/>
                    </a:cubicBezTo>
                    <a:cubicBezTo>
                      <a:pt x="1438620" y="172028"/>
                      <a:pt x="1614858" y="10733"/>
                      <a:pt x="1832557" y="51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706" name="Google Shape;2706;p54"/>
              <p:cNvSpPr/>
              <p:nvPr/>
            </p:nvSpPr>
            <p:spPr>
              <a:xfrm>
                <a:off x="9848127" y="4821478"/>
                <a:ext cx="257012" cy="330939"/>
              </a:xfrm>
              <a:custGeom>
                <a:rect b="b" l="l" r="r" t="t"/>
                <a:pathLst>
                  <a:path extrusionOk="0" h="3913585" w="3039346">
                    <a:moveTo>
                      <a:pt x="1527178" y="2618567"/>
                    </a:moveTo>
                    <a:cubicBezTo>
                      <a:pt x="1429201" y="2618567"/>
                      <a:pt x="1349775" y="2697993"/>
                      <a:pt x="1349775" y="2795971"/>
                    </a:cubicBezTo>
                    <a:cubicBezTo>
                      <a:pt x="1349775" y="2861110"/>
                      <a:pt x="1384883" y="2918050"/>
                      <a:pt x="1437574" y="2948279"/>
                    </a:cubicBezTo>
                    <a:lnTo>
                      <a:pt x="1275150" y="3311239"/>
                    </a:lnTo>
                    <a:lnTo>
                      <a:pt x="1779206" y="3311239"/>
                    </a:lnTo>
                    <a:lnTo>
                      <a:pt x="1616782" y="2948279"/>
                    </a:lnTo>
                    <a:cubicBezTo>
                      <a:pt x="1669475" y="2918050"/>
                      <a:pt x="1704582" y="2861110"/>
                      <a:pt x="1704582" y="2795971"/>
                    </a:cubicBezTo>
                    <a:cubicBezTo>
                      <a:pt x="1704582" y="2697993"/>
                      <a:pt x="1625156" y="2618567"/>
                      <a:pt x="1527178" y="2618567"/>
                    </a:cubicBezTo>
                    <a:close/>
                    <a:moveTo>
                      <a:pt x="1527178" y="0"/>
                    </a:moveTo>
                    <a:cubicBezTo>
                      <a:pt x="2026975" y="0"/>
                      <a:pt x="2435288" y="391686"/>
                      <a:pt x="2460697" y="884907"/>
                    </a:cubicBezTo>
                    <a:lnTo>
                      <a:pt x="2463282" y="884907"/>
                    </a:lnTo>
                    <a:lnTo>
                      <a:pt x="2463282" y="936104"/>
                    </a:lnTo>
                    <a:lnTo>
                      <a:pt x="2463282" y="1656184"/>
                    </a:lnTo>
                    <a:lnTo>
                      <a:pt x="2067282" y="1656184"/>
                    </a:lnTo>
                    <a:lnTo>
                      <a:pt x="2067282" y="1427425"/>
                    </a:lnTo>
                    <a:lnTo>
                      <a:pt x="2310132" y="1427584"/>
                    </a:lnTo>
                    <a:cubicBezTo>
                      <a:pt x="2310132" y="1320268"/>
                      <a:pt x="2206785" y="1230216"/>
                      <a:pt x="2067282" y="1206340"/>
                    </a:cubicBezTo>
                    <a:lnTo>
                      <a:pt x="2067282" y="936104"/>
                    </a:lnTo>
                    <a:lnTo>
                      <a:pt x="2066786" y="936104"/>
                    </a:lnTo>
                    <a:cubicBezTo>
                      <a:pt x="2066786" y="638087"/>
                      <a:pt x="1825195" y="396496"/>
                      <a:pt x="1527178" y="396496"/>
                    </a:cubicBezTo>
                    <a:cubicBezTo>
                      <a:pt x="1229161" y="396496"/>
                      <a:pt x="987570" y="638087"/>
                      <a:pt x="987570" y="936104"/>
                    </a:cubicBezTo>
                    <a:lnTo>
                      <a:pt x="987074" y="936104"/>
                    </a:lnTo>
                    <a:lnTo>
                      <a:pt x="987074" y="1872209"/>
                    </a:lnTo>
                    <a:lnTo>
                      <a:pt x="2699110" y="1872209"/>
                    </a:lnTo>
                    <a:cubicBezTo>
                      <a:pt x="2887017" y="1872209"/>
                      <a:pt x="3039346" y="2024538"/>
                      <a:pt x="3039346" y="2212445"/>
                    </a:cubicBezTo>
                    <a:lnTo>
                      <a:pt x="3039346" y="3573349"/>
                    </a:lnTo>
                    <a:cubicBezTo>
                      <a:pt x="3039346" y="3761256"/>
                      <a:pt x="2887017" y="3913585"/>
                      <a:pt x="2699110" y="3913585"/>
                    </a:cubicBezTo>
                    <a:lnTo>
                      <a:pt x="340236" y="3913585"/>
                    </a:lnTo>
                    <a:cubicBezTo>
                      <a:pt x="152329" y="3913585"/>
                      <a:pt x="0" y="3761256"/>
                      <a:pt x="0" y="3573349"/>
                    </a:cubicBezTo>
                    <a:lnTo>
                      <a:pt x="0" y="2212445"/>
                    </a:lnTo>
                    <a:cubicBezTo>
                      <a:pt x="0" y="2024538"/>
                      <a:pt x="152329" y="1872209"/>
                      <a:pt x="340236" y="1872209"/>
                    </a:cubicBezTo>
                    <a:lnTo>
                      <a:pt x="591074" y="1872209"/>
                    </a:lnTo>
                    <a:lnTo>
                      <a:pt x="591074" y="936104"/>
                    </a:lnTo>
                    <a:cubicBezTo>
                      <a:pt x="591074" y="419108"/>
                      <a:pt x="1010182" y="0"/>
                      <a:pt x="1527178"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707" name="Google Shape;2707;p54"/>
              <p:cNvSpPr/>
              <p:nvPr/>
            </p:nvSpPr>
            <p:spPr>
              <a:xfrm>
                <a:off x="10547386" y="3842640"/>
                <a:ext cx="309335" cy="309300"/>
              </a:xfrm>
              <a:custGeom>
                <a:rect b="b" l="l" r="r" t="t"/>
                <a:pathLst>
                  <a:path extrusionOk="0" h="3960000" w="3960440">
                    <a:moveTo>
                      <a:pt x="2117745" y="2289258"/>
                    </a:moveTo>
                    <a:cubicBezTo>
                      <a:pt x="2253931" y="2373161"/>
                      <a:pt x="2290104" y="2397532"/>
                      <a:pt x="2392952" y="2510010"/>
                    </a:cubicBezTo>
                    <a:cubicBezTo>
                      <a:pt x="2551302" y="2699530"/>
                      <a:pt x="2456894" y="2911213"/>
                      <a:pt x="2285214" y="2987744"/>
                    </a:cubicBezTo>
                    <a:cubicBezTo>
                      <a:pt x="2046443" y="3084914"/>
                      <a:pt x="1864058" y="3073352"/>
                      <a:pt x="1634211" y="2962065"/>
                    </a:cubicBezTo>
                    <a:cubicBezTo>
                      <a:pt x="1390134" y="2803501"/>
                      <a:pt x="1391670" y="2463226"/>
                      <a:pt x="1703848" y="2355742"/>
                    </a:cubicBezTo>
                    <a:cubicBezTo>
                      <a:pt x="1867216" y="2309770"/>
                      <a:pt x="1932946" y="2304275"/>
                      <a:pt x="2117745" y="2289258"/>
                    </a:cubicBezTo>
                    <a:close/>
                    <a:moveTo>
                      <a:pt x="1895201" y="880902"/>
                    </a:moveTo>
                    <a:cubicBezTo>
                      <a:pt x="2049819" y="878570"/>
                      <a:pt x="2210983" y="1023567"/>
                      <a:pt x="2276065" y="1236504"/>
                    </a:cubicBezTo>
                    <a:cubicBezTo>
                      <a:pt x="2350446" y="1479859"/>
                      <a:pt x="2271166" y="1719799"/>
                      <a:pt x="2098990" y="1772423"/>
                    </a:cubicBezTo>
                    <a:cubicBezTo>
                      <a:pt x="1926813" y="1825048"/>
                      <a:pt x="1726940" y="1670429"/>
                      <a:pt x="1652559" y="1427074"/>
                    </a:cubicBezTo>
                    <a:cubicBezTo>
                      <a:pt x="1578180" y="1183717"/>
                      <a:pt x="1657458" y="943778"/>
                      <a:pt x="1829635" y="891153"/>
                    </a:cubicBezTo>
                    <a:close/>
                    <a:moveTo>
                      <a:pt x="2577034" y="759541"/>
                    </a:moveTo>
                    <a:lnTo>
                      <a:pt x="1972441" y="767241"/>
                    </a:lnTo>
                    <a:cubicBezTo>
                      <a:pt x="1929619" y="768623"/>
                      <a:pt x="1886068" y="773785"/>
                      <a:pt x="1842289" y="783004"/>
                    </a:cubicBezTo>
                    <a:cubicBezTo>
                      <a:pt x="1492048" y="856758"/>
                      <a:pt x="1259862" y="1162246"/>
                      <a:pt x="1323686" y="1465331"/>
                    </a:cubicBezTo>
                    <a:cubicBezTo>
                      <a:pt x="1380617" y="1735681"/>
                      <a:pt x="1653838" y="1912801"/>
                      <a:pt x="1960688" y="1894227"/>
                    </a:cubicBezTo>
                    <a:lnTo>
                      <a:pt x="1954787" y="1896039"/>
                    </a:lnTo>
                    <a:cubicBezTo>
                      <a:pt x="1858317" y="2000800"/>
                      <a:pt x="1978682" y="2148499"/>
                      <a:pt x="2028445" y="2210716"/>
                    </a:cubicBezTo>
                    <a:lnTo>
                      <a:pt x="1914361" y="2213518"/>
                    </a:lnTo>
                    <a:cubicBezTo>
                      <a:pt x="1373805" y="2249742"/>
                      <a:pt x="1143478" y="2466102"/>
                      <a:pt x="1177422" y="2809298"/>
                    </a:cubicBezTo>
                    <a:cubicBezTo>
                      <a:pt x="1211366" y="3152493"/>
                      <a:pt x="1741992" y="3244646"/>
                      <a:pt x="2060873" y="3229704"/>
                    </a:cubicBezTo>
                    <a:cubicBezTo>
                      <a:pt x="2379755" y="3214763"/>
                      <a:pt x="2698110" y="2930571"/>
                      <a:pt x="2719230" y="2648210"/>
                    </a:cubicBezTo>
                    <a:cubicBezTo>
                      <a:pt x="2699867" y="2070575"/>
                      <a:pt x="2052418" y="2112562"/>
                      <a:pt x="2282832" y="1799863"/>
                    </a:cubicBezTo>
                    <a:cubicBezTo>
                      <a:pt x="2510843" y="1673695"/>
                      <a:pt x="2641919" y="1435236"/>
                      <a:pt x="2592014" y="1198247"/>
                    </a:cubicBezTo>
                    <a:cubicBezTo>
                      <a:pt x="2566015" y="1074781"/>
                      <a:pt x="2494906" y="970760"/>
                      <a:pt x="2395028" y="897200"/>
                    </a:cubicBezTo>
                    <a:lnTo>
                      <a:pt x="2564389" y="891152"/>
                    </a:lnTo>
                    <a:cubicBezTo>
                      <a:pt x="2644558" y="859402"/>
                      <a:pt x="2739013" y="796695"/>
                      <a:pt x="2769176" y="767327"/>
                    </a:cubicBezTo>
                    <a:cubicBezTo>
                      <a:pt x="2755484" y="761968"/>
                      <a:pt x="2680847" y="759625"/>
                      <a:pt x="2577034" y="759541"/>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708" name="Google Shape;2708;p54"/>
              <p:cNvSpPr/>
              <p:nvPr/>
            </p:nvSpPr>
            <p:spPr>
              <a:xfrm>
                <a:off x="10401733" y="3025716"/>
                <a:ext cx="257188" cy="377708"/>
              </a:xfrm>
              <a:custGeom>
                <a:rect b="b" l="l" r="r" t="t"/>
                <a:pathLst>
                  <a:path extrusionOk="0" h="4032448" w="2745756">
                    <a:moveTo>
                      <a:pt x="1622229" y="1008112"/>
                    </a:moveTo>
                    <a:lnTo>
                      <a:pt x="2371247" y="1008112"/>
                    </a:lnTo>
                    <a:lnTo>
                      <a:pt x="2371247" y="3081405"/>
                    </a:lnTo>
                    <a:lnTo>
                      <a:pt x="2745756" y="3081405"/>
                    </a:lnTo>
                    <a:lnTo>
                      <a:pt x="1996738" y="4032448"/>
                    </a:lnTo>
                    <a:lnTo>
                      <a:pt x="1247720" y="3081405"/>
                    </a:lnTo>
                    <a:lnTo>
                      <a:pt x="1622229" y="3081405"/>
                    </a:lnTo>
                    <a:close/>
                    <a:moveTo>
                      <a:pt x="749018" y="0"/>
                    </a:moveTo>
                    <a:lnTo>
                      <a:pt x="1498036" y="951043"/>
                    </a:lnTo>
                    <a:lnTo>
                      <a:pt x="1123527" y="951043"/>
                    </a:lnTo>
                    <a:lnTo>
                      <a:pt x="1123527" y="3024336"/>
                    </a:lnTo>
                    <a:lnTo>
                      <a:pt x="374509" y="3024336"/>
                    </a:lnTo>
                    <a:lnTo>
                      <a:pt x="374509" y="951043"/>
                    </a:lnTo>
                    <a:lnTo>
                      <a:pt x="0" y="951043"/>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709" name="Google Shape;2709;p54"/>
              <p:cNvSpPr/>
              <p:nvPr/>
            </p:nvSpPr>
            <p:spPr>
              <a:xfrm>
                <a:off x="9438297" y="5013963"/>
                <a:ext cx="300437" cy="209342"/>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710" name="Google Shape;2710;p54"/>
              <p:cNvSpPr/>
              <p:nvPr/>
            </p:nvSpPr>
            <p:spPr>
              <a:xfrm rot="678773">
                <a:off x="10108027" y="4569149"/>
                <a:ext cx="338104" cy="343148"/>
              </a:xfrm>
              <a:custGeom>
                <a:rect b="b" l="l" r="r" t="t"/>
                <a:pathLst>
                  <a:path extrusionOk="0" h="3948462" w="3890413">
                    <a:moveTo>
                      <a:pt x="1853384" y="1371624"/>
                    </a:moveTo>
                    <a:lnTo>
                      <a:pt x="1768767" y="1390324"/>
                    </a:lnTo>
                    <a:cubicBezTo>
                      <a:pt x="1579409" y="1463487"/>
                      <a:pt x="1490873" y="1833773"/>
                      <a:pt x="1517577" y="2042010"/>
                    </a:cubicBezTo>
                    <a:cubicBezTo>
                      <a:pt x="1544281" y="2250247"/>
                      <a:pt x="1644086" y="2624290"/>
                      <a:pt x="1928990" y="2639747"/>
                    </a:cubicBezTo>
                    <a:cubicBezTo>
                      <a:pt x="2177093" y="2653207"/>
                      <a:pt x="2337423" y="2363017"/>
                      <a:pt x="2318674" y="2006358"/>
                    </a:cubicBezTo>
                    <a:cubicBezTo>
                      <a:pt x="2310210" y="1948950"/>
                      <a:pt x="2301678" y="1891436"/>
                      <a:pt x="2293344" y="1834228"/>
                    </a:cubicBezTo>
                    <a:cubicBezTo>
                      <a:pt x="2229725" y="1555945"/>
                      <a:pt x="2050691" y="1359067"/>
                      <a:pt x="1853384" y="1371624"/>
                    </a:cubicBezTo>
                    <a:close/>
                    <a:moveTo>
                      <a:pt x="1594841" y="45653"/>
                    </a:moveTo>
                    <a:cubicBezTo>
                      <a:pt x="2527821" y="-128041"/>
                      <a:pt x="3626282" y="158796"/>
                      <a:pt x="3869632" y="1517323"/>
                    </a:cubicBezTo>
                    <a:cubicBezTo>
                      <a:pt x="3939308" y="2058696"/>
                      <a:pt x="3820785" y="2251376"/>
                      <a:pt x="3706266" y="2457195"/>
                    </a:cubicBezTo>
                    <a:cubicBezTo>
                      <a:pt x="3132098" y="3124925"/>
                      <a:pt x="2589274" y="2611359"/>
                      <a:pt x="2548384" y="2446988"/>
                    </a:cubicBezTo>
                    <a:cubicBezTo>
                      <a:pt x="2411721" y="3024903"/>
                      <a:pt x="2005702" y="3164775"/>
                      <a:pt x="1746058" y="3093574"/>
                    </a:cubicBezTo>
                    <a:cubicBezTo>
                      <a:pt x="1486414" y="3022373"/>
                      <a:pt x="990519" y="2612821"/>
                      <a:pt x="990519" y="2019783"/>
                    </a:cubicBezTo>
                    <a:cubicBezTo>
                      <a:pt x="990519" y="1500875"/>
                      <a:pt x="1249504" y="1067935"/>
                      <a:pt x="1593790" y="967808"/>
                    </a:cubicBezTo>
                    <a:cubicBezTo>
                      <a:pt x="1642974" y="953504"/>
                      <a:pt x="1694009" y="949376"/>
                      <a:pt x="1746058" y="945992"/>
                    </a:cubicBezTo>
                    <a:cubicBezTo>
                      <a:pt x="2004670" y="929176"/>
                      <a:pt x="2081338" y="1030119"/>
                      <a:pt x="2206475" y="1173924"/>
                    </a:cubicBezTo>
                    <a:cubicBezTo>
                      <a:pt x="2194343" y="1061758"/>
                      <a:pt x="2187003" y="961165"/>
                      <a:pt x="2185910" y="877882"/>
                    </a:cubicBezTo>
                    <a:lnTo>
                      <a:pt x="2656644" y="803138"/>
                    </a:lnTo>
                    <a:lnTo>
                      <a:pt x="2828567" y="2099525"/>
                    </a:lnTo>
                    <a:cubicBezTo>
                      <a:pt x="2888366" y="2544108"/>
                      <a:pt x="3261961" y="2420799"/>
                      <a:pt x="3362812" y="2002360"/>
                    </a:cubicBezTo>
                    <a:cubicBezTo>
                      <a:pt x="3355320" y="1625023"/>
                      <a:pt x="3366534" y="1729632"/>
                      <a:pt x="3289926" y="1346695"/>
                    </a:cubicBezTo>
                    <a:lnTo>
                      <a:pt x="3290031" y="1346798"/>
                    </a:lnTo>
                    <a:cubicBezTo>
                      <a:pt x="3068547" y="637774"/>
                      <a:pt x="2419129" y="439933"/>
                      <a:pt x="1700745" y="575031"/>
                    </a:cubicBezTo>
                    <a:cubicBezTo>
                      <a:pt x="890947" y="727320"/>
                      <a:pt x="415476" y="1491783"/>
                      <a:pt x="571995" y="2274165"/>
                    </a:cubicBezTo>
                    <a:cubicBezTo>
                      <a:pt x="728513" y="3056546"/>
                      <a:pt x="1580131" y="3572543"/>
                      <a:pt x="2267548" y="3408286"/>
                    </a:cubicBezTo>
                    <a:cubicBezTo>
                      <a:pt x="2796517" y="3281890"/>
                      <a:pt x="2641988" y="3320887"/>
                      <a:pt x="3194376" y="3072653"/>
                    </a:cubicBezTo>
                    <a:cubicBezTo>
                      <a:pt x="3249441" y="3306078"/>
                      <a:pt x="3239115" y="3309742"/>
                      <a:pt x="3268026" y="3509545"/>
                    </a:cubicBezTo>
                    <a:cubicBezTo>
                      <a:pt x="3021841" y="3717756"/>
                      <a:pt x="2685602" y="3836362"/>
                      <a:pt x="2347298" y="3904041"/>
                    </a:cubicBezTo>
                    <a:cubicBezTo>
                      <a:pt x="1157336" y="4112956"/>
                      <a:pt x="289475" y="3581660"/>
                      <a:pt x="42617" y="2380068"/>
                    </a:cubicBezTo>
                    <a:cubicBezTo>
                      <a:pt x="-204242" y="1178477"/>
                      <a:pt x="661862" y="219348"/>
                      <a:pt x="1594841" y="45653"/>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711" name="Google Shape;2711;p54"/>
              <p:cNvSpPr/>
              <p:nvPr/>
            </p:nvSpPr>
            <p:spPr>
              <a:xfrm>
                <a:off x="8506880" y="2771935"/>
                <a:ext cx="315652" cy="359610"/>
              </a:xfrm>
              <a:custGeom>
                <a:rect b="b" l="l" r="r" t="t"/>
                <a:pathLst>
                  <a:path extrusionOk="0" h="3938119" w="3456727">
                    <a:moveTo>
                      <a:pt x="1728364" y="1961325"/>
                    </a:moveTo>
                    <a:cubicBezTo>
                      <a:pt x="1726089" y="2407152"/>
                      <a:pt x="1737463" y="2812034"/>
                      <a:pt x="1735188" y="3257861"/>
                    </a:cubicBezTo>
                    <a:cubicBezTo>
                      <a:pt x="2394830" y="3057694"/>
                      <a:pt x="2610919" y="2352560"/>
                      <a:pt x="2765594" y="1981796"/>
                    </a:cubicBezTo>
                    <a:close/>
                    <a:moveTo>
                      <a:pt x="1728362" y="682044"/>
                    </a:moveTo>
                    <a:cubicBezTo>
                      <a:pt x="1355324" y="868563"/>
                      <a:pt x="1166530" y="952725"/>
                      <a:pt x="609247" y="1002767"/>
                    </a:cubicBezTo>
                    <a:cubicBezTo>
                      <a:pt x="606972" y="1330312"/>
                      <a:pt x="631992" y="1623739"/>
                      <a:pt x="704780" y="1964933"/>
                    </a:cubicBezTo>
                    <a:lnTo>
                      <a:pt x="1728363" y="1971757"/>
                    </a:lnTo>
                    <a:cubicBezTo>
                      <a:pt x="1728363" y="1541853"/>
                      <a:pt x="1728362" y="1111948"/>
                      <a:pt x="1728362" y="682044"/>
                    </a:cubicBezTo>
                    <a:close/>
                    <a:moveTo>
                      <a:pt x="1723409" y="487996"/>
                    </a:moveTo>
                    <a:cubicBezTo>
                      <a:pt x="1725062" y="488690"/>
                      <a:pt x="1726712" y="489384"/>
                      <a:pt x="1728363" y="490064"/>
                    </a:cubicBezTo>
                    <a:cubicBezTo>
                      <a:pt x="1730015" y="489384"/>
                      <a:pt x="1731666" y="488690"/>
                      <a:pt x="1733319" y="487996"/>
                    </a:cubicBezTo>
                    <a:lnTo>
                      <a:pt x="1733319" y="492131"/>
                    </a:lnTo>
                    <a:cubicBezTo>
                      <a:pt x="2179467" y="679460"/>
                      <a:pt x="2405896" y="769409"/>
                      <a:pt x="2817789" y="813808"/>
                    </a:cubicBezTo>
                    <a:cubicBezTo>
                      <a:pt x="2971516" y="823489"/>
                      <a:pt x="3036247" y="875307"/>
                      <a:pt x="3033236" y="1061333"/>
                    </a:cubicBezTo>
                    <a:cubicBezTo>
                      <a:pt x="3015439" y="2441328"/>
                      <a:pt x="2363638" y="3359629"/>
                      <a:pt x="1733319" y="3448048"/>
                    </a:cubicBezTo>
                    <a:lnTo>
                      <a:pt x="1733319" y="3450123"/>
                    </a:lnTo>
                    <a:lnTo>
                      <a:pt x="1728363" y="3449086"/>
                    </a:lnTo>
                    <a:lnTo>
                      <a:pt x="1723409" y="3450123"/>
                    </a:lnTo>
                    <a:lnTo>
                      <a:pt x="1723409" y="3448048"/>
                    </a:lnTo>
                    <a:cubicBezTo>
                      <a:pt x="1093089" y="3359629"/>
                      <a:pt x="441289" y="2441328"/>
                      <a:pt x="423491" y="1061333"/>
                    </a:cubicBezTo>
                    <a:cubicBezTo>
                      <a:pt x="420479" y="875307"/>
                      <a:pt x="485211" y="823489"/>
                      <a:pt x="638937" y="813808"/>
                    </a:cubicBezTo>
                    <a:cubicBezTo>
                      <a:pt x="1050832" y="769409"/>
                      <a:pt x="1277261" y="679460"/>
                      <a:pt x="1723409" y="492131"/>
                    </a:cubicBezTo>
                    <a:close/>
                    <a:moveTo>
                      <a:pt x="1722802" y="306889"/>
                    </a:moveTo>
                    <a:lnTo>
                      <a:pt x="1722802" y="311530"/>
                    </a:lnTo>
                    <a:cubicBezTo>
                      <a:pt x="1222099" y="521767"/>
                      <a:pt x="967982" y="622713"/>
                      <a:pt x="505720" y="672542"/>
                    </a:cubicBezTo>
                    <a:cubicBezTo>
                      <a:pt x="333196" y="683408"/>
                      <a:pt x="260550" y="741561"/>
                      <a:pt x="263929" y="950334"/>
                    </a:cubicBezTo>
                    <a:cubicBezTo>
                      <a:pt x="283902" y="2499079"/>
                      <a:pt x="1015407" y="3529669"/>
                      <a:pt x="1722802" y="3628902"/>
                    </a:cubicBezTo>
                    <a:lnTo>
                      <a:pt x="1722802" y="3631230"/>
                    </a:lnTo>
                    <a:lnTo>
                      <a:pt x="1728365" y="3630065"/>
                    </a:lnTo>
                    <a:lnTo>
                      <a:pt x="1733925" y="3631230"/>
                    </a:lnTo>
                    <a:lnTo>
                      <a:pt x="1733925" y="3628902"/>
                    </a:lnTo>
                    <a:cubicBezTo>
                      <a:pt x="2441322" y="3529669"/>
                      <a:pt x="3172826" y="2499079"/>
                      <a:pt x="3192800" y="950334"/>
                    </a:cubicBezTo>
                    <a:cubicBezTo>
                      <a:pt x="3196179" y="741561"/>
                      <a:pt x="3123532" y="683408"/>
                      <a:pt x="2951007" y="672542"/>
                    </a:cubicBezTo>
                    <a:cubicBezTo>
                      <a:pt x="2488747" y="622713"/>
                      <a:pt x="2234630" y="521767"/>
                      <a:pt x="1733925" y="311530"/>
                    </a:cubicBezTo>
                    <a:lnTo>
                      <a:pt x="1733925" y="306889"/>
                    </a:lnTo>
                    <a:cubicBezTo>
                      <a:pt x="1732071" y="307669"/>
                      <a:pt x="1730218" y="308445"/>
                      <a:pt x="1728365" y="309209"/>
                    </a:cubicBezTo>
                    <a:cubicBezTo>
                      <a:pt x="1726510" y="308445"/>
                      <a:pt x="1724659" y="307669"/>
                      <a:pt x="1722802" y="306889"/>
                    </a:cubicBezTo>
                    <a:close/>
                    <a:moveTo>
                      <a:pt x="1721800" y="0"/>
                    </a:moveTo>
                    <a:cubicBezTo>
                      <a:pt x="1723991" y="923"/>
                      <a:pt x="1726176" y="1844"/>
                      <a:pt x="1728363" y="2749"/>
                    </a:cubicBezTo>
                    <a:cubicBezTo>
                      <a:pt x="1730551" y="1844"/>
                      <a:pt x="1732737" y="923"/>
                      <a:pt x="1734926" y="0"/>
                    </a:cubicBezTo>
                    <a:lnTo>
                      <a:pt x="1734926" y="5497"/>
                    </a:lnTo>
                    <a:cubicBezTo>
                      <a:pt x="2325825" y="254550"/>
                      <a:pt x="2625718" y="374136"/>
                      <a:pt x="3171248" y="433164"/>
                    </a:cubicBezTo>
                    <a:cubicBezTo>
                      <a:pt x="3374850" y="446035"/>
                      <a:pt x="3460584" y="514926"/>
                      <a:pt x="3456595" y="762245"/>
                    </a:cubicBezTo>
                    <a:cubicBezTo>
                      <a:pt x="3433024" y="2596936"/>
                      <a:pt x="2569749" y="3817807"/>
                      <a:pt x="1734926" y="3935360"/>
                    </a:cubicBezTo>
                    <a:lnTo>
                      <a:pt x="1734926" y="3938119"/>
                    </a:lnTo>
                    <a:lnTo>
                      <a:pt x="1728363" y="3936740"/>
                    </a:lnTo>
                    <a:lnTo>
                      <a:pt x="1721800" y="3938119"/>
                    </a:lnTo>
                    <a:lnTo>
                      <a:pt x="1721800" y="3935360"/>
                    </a:lnTo>
                    <a:cubicBezTo>
                      <a:pt x="886977" y="3817807"/>
                      <a:pt x="23703" y="2596936"/>
                      <a:pt x="132" y="762245"/>
                    </a:cubicBezTo>
                    <a:cubicBezTo>
                      <a:pt x="-3858" y="514926"/>
                      <a:pt x="81876" y="446035"/>
                      <a:pt x="285478" y="433164"/>
                    </a:cubicBezTo>
                    <a:cubicBezTo>
                      <a:pt x="831010" y="374136"/>
                      <a:pt x="1130903" y="254550"/>
                      <a:pt x="1721800" y="549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712" name="Google Shape;2712;p54"/>
              <p:cNvSpPr/>
              <p:nvPr/>
            </p:nvSpPr>
            <p:spPr>
              <a:xfrm>
                <a:off x="9655543" y="2519661"/>
                <a:ext cx="338578" cy="338540"/>
              </a:xfrm>
              <a:custGeom>
                <a:rect b="b" l="l" r="r" t="t"/>
                <a:pathLst>
                  <a:path extrusionOk="0" h="3960000" w="3960440">
                    <a:moveTo>
                      <a:pt x="2764687" y="782779"/>
                    </a:moveTo>
                    <a:cubicBezTo>
                      <a:pt x="2512183" y="782779"/>
                      <a:pt x="2307488" y="987475"/>
                      <a:pt x="2307487" y="1239980"/>
                    </a:cubicBezTo>
                    <a:cubicBezTo>
                      <a:pt x="2307487" y="1241985"/>
                      <a:pt x="2307500" y="1243987"/>
                      <a:pt x="2308092" y="1245978"/>
                    </a:cubicBezTo>
                    <a:lnTo>
                      <a:pt x="1570677" y="1632536"/>
                    </a:lnTo>
                    <a:cubicBezTo>
                      <a:pt x="1488749" y="1552118"/>
                      <a:pt x="1376387" y="1502860"/>
                      <a:pt x="1252520" y="1502859"/>
                    </a:cubicBezTo>
                    <a:cubicBezTo>
                      <a:pt x="1000014" y="1502859"/>
                      <a:pt x="795319" y="1707555"/>
                      <a:pt x="795319" y="1960060"/>
                    </a:cubicBezTo>
                    <a:cubicBezTo>
                      <a:pt x="795319" y="2212565"/>
                      <a:pt x="1000014" y="2417260"/>
                      <a:pt x="1252520" y="2417260"/>
                    </a:cubicBezTo>
                    <a:cubicBezTo>
                      <a:pt x="1361432" y="2417260"/>
                      <a:pt x="1461449" y="2379178"/>
                      <a:pt x="1538674" y="2313987"/>
                    </a:cubicBezTo>
                    <a:lnTo>
                      <a:pt x="2308734" y="2717656"/>
                    </a:lnTo>
                    <a:cubicBezTo>
                      <a:pt x="2314220" y="2964461"/>
                      <a:pt x="2516327" y="3162492"/>
                      <a:pt x="2764688" y="3162492"/>
                    </a:cubicBezTo>
                    <a:cubicBezTo>
                      <a:pt x="3017192" y="3162492"/>
                      <a:pt x="3221888" y="2957797"/>
                      <a:pt x="3221887" y="2705292"/>
                    </a:cubicBezTo>
                    <a:cubicBezTo>
                      <a:pt x="3221887" y="2452786"/>
                      <a:pt x="3017192" y="2248092"/>
                      <a:pt x="2764688" y="2248092"/>
                    </a:cubicBezTo>
                    <a:cubicBezTo>
                      <a:pt x="2638870" y="2248092"/>
                      <a:pt x="2524924" y="2298913"/>
                      <a:pt x="2442337" y="2381228"/>
                    </a:cubicBezTo>
                    <a:lnTo>
                      <a:pt x="1706164" y="1995322"/>
                    </a:lnTo>
                    <a:lnTo>
                      <a:pt x="1709074" y="1966451"/>
                    </a:lnTo>
                    <a:lnTo>
                      <a:pt x="2455698" y="1575067"/>
                    </a:lnTo>
                    <a:cubicBezTo>
                      <a:pt x="2536225" y="1651261"/>
                      <a:pt x="2645094" y="1697180"/>
                      <a:pt x="2764687" y="1697179"/>
                    </a:cubicBezTo>
                    <a:cubicBezTo>
                      <a:pt x="3017193" y="1697180"/>
                      <a:pt x="3221887" y="1492485"/>
                      <a:pt x="3221888" y="1239980"/>
                    </a:cubicBezTo>
                    <a:cubicBezTo>
                      <a:pt x="3221887" y="987475"/>
                      <a:pt x="3017193" y="782779"/>
                      <a:pt x="2764687" y="782779"/>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713" name="Google Shape;2713;p54"/>
              <p:cNvSpPr/>
              <p:nvPr/>
            </p:nvSpPr>
            <p:spPr>
              <a:xfrm rot="2648398">
                <a:off x="8942310" y="2514803"/>
                <a:ext cx="148930" cy="380894"/>
              </a:xfrm>
              <a:custGeom>
                <a:rect b="b" l="l" r="r" t="t"/>
                <a:pathLst>
                  <a:path extrusionOk="0" h="4764557" w="1862952">
                    <a:moveTo>
                      <a:pt x="289679" y="2004751"/>
                    </a:moveTo>
                    <a:cubicBezTo>
                      <a:pt x="458860" y="1838972"/>
                      <a:pt x="691283" y="1737733"/>
                      <a:pt x="946849" y="1740329"/>
                    </a:cubicBezTo>
                    <a:cubicBezTo>
                      <a:pt x="982916" y="1740695"/>
                      <a:pt x="1018481" y="1743119"/>
                      <a:pt x="1053366" y="1748014"/>
                    </a:cubicBezTo>
                    <a:cubicBezTo>
                      <a:pt x="1317748" y="1888655"/>
                      <a:pt x="1203170" y="2165630"/>
                      <a:pt x="978473" y="2204473"/>
                    </a:cubicBezTo>
                    <a:cubicBezTo>
                      <a:pt x="966642" y="2201190"/>
                      <a:pt x="954470" y="2200566"/>
                      <a:pt x="942176" y="2200441"/>
                    </a:cubicBezTo>
                    <a:cubicBezTo>
                      <a:pt x="697403" y="2197955"/>
                      <a:pt x="496962" y="2394367"/>
                      <a:pt x="494475" y="2639137"/>
                    </a:cubicBezTo>
                    <a:lnTo>
                      <a:pt x="482110" y="3856696"/>
                    </a:lnTo>
                    <a:cubicBezTo>
                      <a:pt x="479624" y="4101467"/>
                      <a:pt x="676035" y="4301910"/>
                      <a:pt x="920807" y="4304396"/>
                    </a:cubicBezTo>
                    <a:cubicBezTo>
                      <a:pt x="1043193" y="4305639"/>
                      <a:pt x="1154496" y="4257158"/>
                      <a:pt x="1235513" y="4177768"/>
                    </a:cubicBezTo>
                    <a:cubicBezTo>
                      <a:pt x="1316531" y="4098380"/>
                      <a:pt x="1367262" y="3988084"/>
                      <a:pt x="1368506" y="3865699"/>
                    </a:cubicBezTo>
                    <a:lnTo>
                      <a:pt x="1375662" y="3161156"/>
                    </a:lnTo>
                    <a:cubicBezTo>
                      <a:pt x="1504082" y="3167548"/>
                      <a:pt x="1792622" y="2981572"/>
                      <a:pt x="1861834" y="2783546"/>
                    </a:cubicBezTo>
                    <a:lnTo>
                      <a:pt x="1851019" y="3848423"/>
                    </a:lnTo>
                    <a:cubicBezTo>
                      <a:pt x="1848423" y="4103989"/>
                      <a:pt x="1742485" y="4334308"/>
                      <a:pt x="1573304" y="4500088"/>
                    </a:cubicBezTo>
                    <a:cubicBezTo>
                      <a:pt x="1404123" y="4665866"/>
                      <a:pt x="1171700" y="4767105"/>
                      <a:pt x="916134" y="4764509"/>
                    </a:cubicBezTo>
                    <a:cubicBezTo>
                      <a:pt x="405002" y="4759318"/>
                      <a:pt x="-5143" y="4340756"/>
                      <a:pt x="48" y="3829624"/>
                    </a:cubicBezTo>
                    <a:lnTo>
                      <a:pt x="11964" y="2656415"/>
                    </a:lnTo>
                    <a:cubicBezTo>
                      <a:pt x="14559" y="2400849"/>
                      <a:pt x="120498" y="2170529"/>
                      <a:pt x="289679" y="2004751"/>
                    </a:cubicBezTo>
                    <a:close/>
                    <a:moveTo>
                      <a:pt x="282968" y="271082"/>
                    </a:moveTo>
                    <a:cubicBezTo>
                      <a:pt x="450457" y="103594"/>
                      <a:pt x="681840" y="0"/>
                      <a:pt x="937419" y="0"/>
                    </a:cubicBezTo>
                    <a:cubicBezTo>
                      <a:pt x="1448577" y="0"/>
                      <a:pt x="1862952" y="414375"/>
                      <a:pt x="1862952" y="925533"/>
                    </a:cubicBezTo>
                    <a:lnTo>
                      <a:pt x="1862952" y="2098803"/>
                    </a:lnTo>
                    <a:cubicBezTo>
                      <a:pt x="1862952" y="2609961"/>
                      <a:pt x="1448577" y="3024336"/>
                      <a:pt x="937419" y="3024336"/>
                    </a:cubicBezTo>
                    <a:cubicBezTo>
                      <a:pt x="901350" y="3024336"/>
                      <a:pt x="865762" y="3022273"/>
                      <a:pt x="830829" y="3017733"/>
                    </a:cubicBezTo>
                    <a:cubicBezTo>
                      <a:pt x="565032" y="2879784"/>
                      <a:pt x="676792" y="2601660"/>
                      <a:pt x="901083" y="2560538"/>
                    </a:cubicBezTo>
                    <a:cubicBezTo>
                      <a:pt x="912947" y="2563700"/>
                      <a:pt x="925124" y="2564200"/>
                      <a:pt x="937419" y="2564200"/>
                    </a:cubicBezTo>
                    <a:cubicBezTo>
                      <a:pt x="1182204" y="2564200"/>
                      <a:pt x="1380640" y="2365763"/>
                      <a:pt x="1380641" y="2120980"/>
                    </a:cubicBezTo>
                    <a:lnTo>
                      <a:pt x="1380640" y="903358"/>
                    </a:lnTo>
                    <a:cubicBezTo>
                      <a:pt x="1380640" y="658574"/>
                      <a:pt x="1182204" y="460137"/>
                      <a:pt x="937419" y="460137"/>
                    </a:cubicBezTo>
                    <a:cubicBezTo>
                      <a:pt x="815027" y="460137"/>
                      <a:pt x="704222" y="509746"/>
                      <a:pt x="624015" y="589954"/>
                    </a:cubicBezTo>
                    <a:cubicBezTo>
                      <a:pt x="543808" y="670161"/>
                      <a:pt x="494199" y="780966"/>
                      <a:pt x="494199" y="903358"/>
                    </a:cubicBezTo>
                    <a:lnTo>
                      <a:pt x="494198" y="1607937"/>
                    </a:lnTo>
                    <a:cubicBezTo>
                      <a:pt x="365720" y="1602850"/>
                      <a:pt x="79084" y="1791747"/>
                      <a:pt x="11886" y="1990465"/>
                    </a:cubicBezTo>
                    <a:lnTo>
                      <a:pt x="11886" y="925533"/>
                    </a:lnTo>
                    <a:cubicBezTo>
                      <a:pt x="11886" y="669954"/>
                      <a:pt x="115480" y="438571"/>
                      <a:pt x="282968" y="271082"/>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714" name="Google Shape;2714;p54"/>
              <p:cNvSpPr/>
              <p:nvPr/>
            </p:nvSpPr>
            <p:spPr>
              <a:xfrm rot="8580000">
                <a:off x="8651645" y="4749636"/>
                <a:ext cx="318301" cy="317452"/>
              </a:xfrm>
              <a:custGeom>
                <a:rect b="b" l="l" r="r" t="t"/>
                <a:pathLst>
                  <a:path extrusionOk="0" h="3862045" w="3872365">
                    <a:moveTo>
                      <a:pt x="1786489" y="808318"/>
                    </a:moveTo>
                    <a:cubicBezTo>
                      <a:pt x="1525809" y="610106"/>
                      <a:pt x="1257124" y="397966"/>
                      <a:pt x="1040385" y="230829"/>
                    </a:cubicBezTo>
                    <a:cubicBezTo>
                      <a:pt x="1905215" y="-194386"/>
                      <a:pt x="2650439" y="24572"/>
                      <a:pt x="3162062" y="429660"/>
                    </a:cubicBezTo>
                    <a:cubicBezTo>
                      <a:pt x="3007351" y="875340"/>
                      <a:pt x="2905932" y="1443216"/>
                      <a:pt x="2745609" y="1410478"/>
                    </a:cubicBezTo>
                    <a:cubicBezTo>
                      <a:pt x="2633182" y="1430335"/>
                      <a:pt x="2220955" y="1138671"/>
                      <a:pt x="1786489" y="808318"/>
                    </a:cubicBezTo>
                    <a:close/>
                    <a:moveTo>
                      <a:pt x="2701004" y="2590217"/>
                    </a:moveTo>
                    <a:cubicBezTo>
                      <a:pt x="2682933" y="2576481"/>
                      <a:pt x="2672282" y="2559744"/>
                      <a:pt x="2670336" y="2539383"/>
                    </a:cubicBezTo>
                    <a:cubicBezTo>
                      <a:pt x="2587360" y="2376647"/>
                      <a:pt x="3042640" y="1246798"/>
                      <a:pt x="3299881" y="563773"/>
                    </a:cubicBezTo>
                    <a:cubicBezTo>
                      <a:pt x="3959368" y="1266493"/>
                      <a:pt x="3967860" y="2043171"/>
                      <a:pt x="3730056" y="2650875"/>
                    </a:cubicBezTo>
                    <a:cubicBezTo>
                      <a:pt x="3317547" y="2635434"/>
                      <a:pt x="2827499" y="2686366"/>
                      <a:pt x="2701004" y="2590217"/>
                    </a:cubicBezTo>
                    <a:close/>
                    <a:moveTo>
                      <a:pt x="19691" y="2248546"/>
                    </a:moveTo>
                    <a:cubicBezTo>
                      <a:pt x="-100797" y="1292396"/>
                      <a:pt x="348853" y="659059"/>
                      <a:pt x="898439" y="307194"/>
                    </a:cubicBezTo>
                    <a:cubicBezTo>
                      <a:pt x="1269469" y="598575"/>
                      <a:pt x="1773388" y="879352"/>
                      <a:pt x="1690237" y="1020281"/>
                    </a:cubicBezTo>
                    <a:cubicBezTo>
                      <a:pt x="1661713" y="1200709"/>
                      <a:pt x="629275" y="1847170"/>
                      <a:pt x="19691" y="2248546"/>
                    </a:cubicBezTo>
                    <a:close/>
                    <a:moveTo>
                      <a:pt x="1805382" y="3858278"/>
                    </a:moveTo>
                    <a:cubicBezTo>
                      <a:pt x="1676483" y="3404460"/>
                      <a:pt x="1433840" y="2881111"/>
                      <a:pt x="1583946" y="2815971"/>
                    </a:cubicBezTo>
                    <a:cubicBezTo>
                      <a:pt x="1713076" y="2686769"/>
                      <a:pt x="2928316" y="2770622"/>
                      <a:pt x="3657403" y="2804207"/>
                    </a:cubicBezTo>
                    <a:cubicBezTo>
                      <a:pt x="3192869" y="3648569"/>
                      <a:pt x="2456828" y="3896652"/>
                      <a:pt x="1805382" y="3858278"/>
                    </a:cubicBezTo>
                    <a:close/>
                    <a:moveTo>
                      <a:pt x="762284" y="3480575"/>
                    </a:moveTo>
                    <a:cubicBezTo>
                      <a:pt x="380940" y="3198297"/>
                      <a:pt x="161300" y="2806810"/>
                      <a:pt x="58293" y="2412172"/>
                    </a:cubicBezTo>
                    <a:cubicBezTo>
                      <a:pt x="450067" y="2149344"/>
                      <a:pt x="872820" y="1756853"/>
                      <a:pt x="981158" y="1879484"/>
                    </a:cubicBezTo>
                    <a:cubicBezTo>
                      <a:pt x="1143940" y="1962367"/>
                      <a:pt x="1439720" y="3144041"/>
                      <a:pt x="1633080" y="3847823"/>
                    </a:cubicBezTo>
                    <a:cubicBezTo>
                      <a:pt x="1278110" y="3779994"/>
                      <a:pt x="991090" y="3649942"/>
                      <a:pt x="762284" y="348057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715" name="Google Shape;2715;p54"/>
              <p:cNvSpPr/>
              <p:nvPr/>
            </p:nvSpPr>
            <p:spPr>
              <a:xfrm>
                <a:off x="8268788" y="3120081"/>
                <a:ext cx="291831" cy="251871"/>
              </a:xfrm>
              <a:custGeom>
                <a:rect b="b" l="l" r="r" t="t"/>
                <a:pathLst>
                  <a:path extrusionOk="0" h="316007" w="366142">
                    <a:moveTo>
                      <a:pt x="241139" y="0"/>
                    </a:moveTo>
                    <a:cubicBezTo>
                      <a:pt x="265040" y="0"/>
                      <a:pt x="292051" y="14516"/>
                      <a:pt x="306633" y="31202"/>
                    </a:cubicBezTo>
                    <a:cubicBezTo>
                      <a:pt x="327151" y="29858"/>
                      <a:pt x="335397" y="19692"/>
                      <a:pt x="349699" y="10558"/>
                    </a:cubicBezTo>
                    <a:cubicBezTo>
                      <a:pt x="343170" y="29574"/>
                      <a:pt x="336047" y="54091"/>
                      <a:pt x="325569" y="59830"/>
                    </a:cubicBezTo>
                    <a:cubicBezTo>
                      <a:pt x="340338" y="61437"/>
                      <a:pt x="353079" y="55334"/>
                      <a:pt x="366142" y="52395"/>
                    </a:cubicBezTo>
                    <a:cubicBezTo>
                      <a:pt x="361514" y="66282"/>
                      <a:pt x="342655" y="74263"/>
                      <a:pt x="334454" y="94697"/>
                    </a:cubicBezTo>
                    <a:cubicBezTo>
                      <a:pt x="326254" y="115131"/>
                      <a:pt x="329982" y="126199"/>
                      <a:pt x="316939" y="174999"/>
                    </a:cubicBezTo>
                    <a:cubicBezTo>
                      <a:pt x="296102" y="242622"/>
                      <a:pt x="276174" y="279635"/>
                      <a:pt x="184305" y="311458"/>
                    </a:cubicBezTo>
                    <a:cubicBezTo>
                      <a:pt x="152057" y="320905"/>
                      <a:pt x="83508" y="315693"/>
                      <a:pt x="27716" y="295316"/>
                    </a:cubicBezTo>
                    <a:lnTo>
                      <a:pt x="0" y="281129"/>
                    </a:lnTo>
                    <a:lnTo>
                      <a:pt x="0" y="268036"/>
                    </a:lnTo>
                    <a:lnTo>
                      <a:pt x="23178" y="266110"/>
                    </a:lnTo>
                    <a:cubicBezTo>
                      <a:pt x="63548" y="261698"/>
                      <a:pt x="90116" y="254801"/>
                      <a:pt x="108726" y="240807"/>
                    </a:cubicBezTo>
                    <a:cubicBezTo>
                      <a:pt x="87700" y="241375"/>
                      <a:pt x="35310" y="244403"/>
                      <a:pt x="20535" y="200079"/>
                    </a:cubicBezTo>
                    <a:cubicBezTo>
                      <a:pt x="37583" y="203299"/>
                      <a:pt x="59856" y="197334"/>
                      <a:pt x="70653" y="194871"/>
                    </a:cubicBezTo>
                    <a:cubicBezTo>
                      <a:pt x="57204" y="189662"/>
                      <a:pt x="37595" y="181773"/>
                      <a:pt x="20899" y="168840"/>
                    </a:cubicBezTo>
                    <a:lnTo>
                      <a:pt x="0" y="146258"/>
                    </a:lnTo>
                    <a:lnTo>
                      <a:pt x="0" y="116697"/>
                    </a:lnTo>
                    <a:lnTo>
                      <a:pt x="14104" y="121836"/>
                    </a:lnTo>
                    <a:cubicBezTo>
                      <a:pt x="23887" y="123910"/>
                      <a:pt x="33812" y="125203"/>
                      <a:pt x="40441" y="126434"/>
                    </a:cubicBezTo>
                    <a:cubicBezTo>
                      <a:pt x="9945" y="103325"/>
                      <a:pt x="-5039" y="60063"/>
                      <a:pt x="20722" y="8541"/>
                    </a:cubicBezTo>
                    <a:cubicBezTo>
                      <a:pt x="76047" y="73391"/>
                      <a:pt x="116697" y="97001"/>
                      <a:pt x="168525" y="104817"/>
                    </a:cubicBezTo>
                    <a:cubicBezTo>
                      <a:pt x="166649" y="98530"/>
                      <a:pt x="164888" y="89662"/>
                      <a:pt x="165796" y="68430"/>
                    </a:cubicBezTo>
                    <a:cubicBezTo>
                      <a:pt x="166838" y="44047"/>
                      <a:pt x="190944" y="0"/>
                      <a:pt x="241139"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2716" name="Google Shape;2716;p54"/>
              <p:cNvSpPr/>
              <p:nvPr/>
            </p:nvSpPr>
            <p:spPr>
              <a:xfrm>
                <a:off x="10509375" y="4197069"/>
                <a:ext cx="172150" cy="348350"/>
              </a:xfrm>
              <a:custGeom>
                <a:rect b="b" l="l" r="r" t="t"/>
                <a:pathLst>
                  <a:path extrusionOk="0" h="455920" w="225309">
                    <a:moveTo>
                      <a:pt x="139383" y="455355"/>
                    </a:moveTo>
                    <a:lnTo>
                      <a:pt x="139383" y="455920"/>
                    </a:lnTo>
                    <a:lnTo>
                      <a:pt x="139383" y="455355"/>
                    </a:lnTo>
                    <a:close/>
                    <a:moveTo>
                      <a:pt x="54403" y="455920"/>
                    </a:moveTo>
                    <a:lnTo>
                      <a:pt x="54403" y="455355"/>
                    </a:lnTo>
                    <a:lnTo>
                      <a:pt x="54403" y="455920"/>
                    </a:lnTo>
                    <a:close/>
                    <a:moveTo>
                      <a:pt x="193296" y="6"/>
                    </a:moveTo>
                    <a:cubicBezTo>
                      <a:pt x="204595" y="73"/>
                      <a:pt x="214144" y="770"/>
                      <a:pt x="225309" y="2823"/>
                    </a:cubicBezTo>
                    <a:cubicBezTo>
                      <a:pt x="225271" y="27274"/>
                      <a:pt x="222913" y="50194"/>
                      <a:pt x="219909" y="69600"/>
                    </a:cubicBezTo>
                    <a:cubicBezTo>
                      <a:pt x="188141" y="67117"/>
                      <a:pt x="138250" y="66776"/>
                      <a:pt x="139383" y="96177"/>
                    </a:cubicBezTo>
                    <a:lnTo>
                      <a:pt x="139383" y="140898"/>
                    </a:lnTo>
                    <a:lnTo>
                      <a:pt x="217171" y="140898"/>
                    </a:lnTo>
                    <a:lnTo>
                      <a:pt x="211626" y="215050"/>
                    </a:lnTo>
                    <a:lnTo>
                      <a:pt x="139383" y="216436"/>
                    </a:lnTo>
                    <a:lnTo>
                      <a:pt x="139383" y="455355"/>
                    </a:lnTo>
                    <a:lnTo>
                      <a:pt x="54403" y="455355"/>
                    </a:lnTo>
                    <a:lnTo>
                      <a:pt x="54403" y="216436"/>
                    </a:lnTo>
                    <a:lnTo>
                      <a:pt x="0" y="216436"/>
                    </a:lnTo>
                    <a:lnTo>
                      <a:pt x="0" y="140898"/>
                    </a:lnTo>
                    <a:lnTo>
                      <a:pt x="54403" y="140898"/>
                    </a:lnTo>
                    <a:lnTo>
                      <a:pt x="54403" y="90429"/>
                    </a:lnTo>
                    <a:cubicBezTo>
                      <a:pt x="54356" y="90266"/>
                      <a:pt x="54310" y="90103"/>
                      <a:pt x="54263" y="89940"/>
                    </a:cubicBezTo>
                    <a:cubicBezTo>
                      <a:pt x="54393" y="21715"/>
                      <a:pt x="104084" y="2174"/>
                      <a:pt x="150786" y="971"/>
                    </a:cubicBezTo>
                    <a:cubicBezTo>
                      <a:pt x="168948" y="503"/>
                      <a:pt x="181997" y="-60"/>
                      <a:pt x="193296" y="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2717" name="Google Shape;2717;p54"/>
              <p:cNvSpPr/>
              <p:nvPr/>
            </p:nvSpPr>
            <p:spPr>
              <a:xfrm>
                <a:off x="8105957" y="3478924"/>
                <a:ext cx="284621" cy="282605"/>
              </a:xfrm>
              <a:custGeom>
                <a:rect b="b" l="l" r="r" t="t"/>
                <a:pathLst>
                  <a:path extrusionOk="0" h="297454" w="299575">
                    <a:moveTo>
                      <a:pt x="249204" y="123541"/>
                    </a:moveTo>
                    <a:cubicBezTo>
                      <a:pt x="240190" y="123011"/>
                      <a:pt x="239659" y="128843"/>
                      <a:pt x="241250" y="136266"/>
                    </a:cubicBezTo>
                    <a:cubicBezTo>
                      <a:pt x="245492" y="158536"/>
                      <a:pt x="240720" y="179214"/>
                      <a:pt x="229055" y="198302"/>
                    </a:cubicBezTo>
                    <a:cubicBezTo>
                      <a:pt x="206255" y="234888"/>
                      <a:pt x="158536" y="250264"/>
                      <a:pt x="116648" y="234888"/>
                    </a:cubicBezTo>
                    <a:cubicBezTo>
                      <a:pt x="83774" y="222692"/>
                      <a:pt x="50901" y="185577"/>
                      <a:pt x="59914" y="135736"/>
                    </a:cubicBezTo>
                    <a:cubicBezTo>
                      <a:pt x="60444" y="132555"/>
                      <a:pt x="62565" y="127252"/>
                      <a:pt x="58324" y="125662"/>
                    </a:cubicBezTo>
                    <a:cubicBezTo>
                      <a:pt x="51431" y="122481"/>
                      <a:pt x="43477" y="123541"/>
                      <a:pt x="36585" y="125131"/>
                    </a:cubicBezTo>
                    <a:cubicBezTo>
                      <a:pt x="30222" y="126722"/>
                      <a:pt x="31813" y="133085"/>
                      <a:pt x="31813" y="137857"/>
                    </a:cubicBezTo>
                    <a:cubicBezTo>
                      <a:pt x="31813" y="174442"/>
                      <a:pt x="31813" y="210497"/>
                      <a:pt x="31813" y="247082"/>
                    </a:cubicBezTo>
                    <a:cubicBezTo>
                      <a:pt x="31813" y="262989"/>
                      <a:pt x="35524" y="266701"/>
                      <a:pt x="51961" y="266701"/>
                    </a:cubicBezTo>
                    <a:cubicBezTo>
                      <a:pt x="84835" y="266701"/>
                      <a:pt x="117178" y="266701"/>
                      <a:pt x="150052" y="266701"/>
                    </a:cubicBezTo>
                    <a:cubicBezTo>
                      <a:pt x="183456" y="266701"/>
                      <a:pt x="217390" y="266701"/>
                      <a:pt x="250794" y="266701"/>
                    </a:cubicBezTo>
                    <a:cubicBezTo>
                      <a:pt x="262459" y="266701"/>
                      <a:pt x="269352" y="261929"/>
                      <a:pt x="269352" y="250264"/>
                    </a:cubicBezTo>
                    <a:cubicBezTo>
                      <a:pt x="269352" y="211558"/>
                      <a:pt x="269352" y="173382"/>
                      <a:pt x="269352" y="134675"/>
                    </a:cubicBezTo>
                    <a:cubicBezTo>
                      <a:pt x="268822" y="126987"/>
                      <a:pt x="265773" y="124337"/>
                      <a:pt x="261863" y="123541"/>
                    </a:cubicBezTo>
                    <a:cubicBezTo>
                      <a:pt x="257952" y="122746"/>
                      <a:pt x="253180" y="123806"/>
                      <a:pt x="249204" y="123541"/>
                    </a:cubicBezTo>
                    <a:close/>
                    <a:moveTo>
                      <a:pt x="151642" y="88016"/>
                    </a:moveTo>
                    <a:cubicBezTo>
                      <a:pt x="116648" y="87486"/>
                      <a:pt x="89076" y="113997"/>
                      <a:pt x="89076" y="147931"/>
                    </a:cubicBezTo>
                    <a:cubicBezTo>
                      <a:pt x="89076" y="180805"/>
                      <a:pt x="117178" y="208377"/>
                      <a:pt x="150582" y="208377"/>
                    </a:cubicBezTo>
                    <a:cubicBezTo>
                      <a:pt x="183986" y="208377"/>
                      <a:pt x="212088" y="181335"/>
                      <a:pt x="212088" y="148461"/>
                    </a:cubicBezTo>
                    <a:cubicBezTo>
                      <a:pt x="212088" y="115058"/>
                      <a:pt x="185577" y="88546"/>
                      <a:pt x="151642" y="88016"/>
                    </a:cubicBezTo>
                    <a:close/>
                    <a:moveTo>
                      <a:pt x="234357" y="29162"/>
                    </a:moveTo>
                    <a:cubicBezTo>
                      <a:pt x="207846" y="29162"/>
                      <a:pt x="204135" y="32873"/>
                      <a:pt x="203605" y="60444"/>
                    </a:cubicBezTo>
                    <a:cubicBezTo>
                      <a:pt x="203605" y="90137"/>
                      <a:pt x="205195" y="92258"/>
                      <a:pt x="235948" y="92258"/>
                    </a:cubicBezTo>
                    <a:cubicBezTo>
                      <a:pt x="267762" y="92258"/>
                      <a:pt x="268822" y="91197"/>
                      <a:pt x="268822" y="59914"/>
                    </a:cubicBezTo>
                    <a:cubicBezTo>
                      <a:pt x="268822" y="57794"/>
                      <a:pt x="268822" y="55673"/>
                      <a:pt x="268822" y="53552"/>
                    </a:cubicBezTo>
                    <a:cubicBezTo>
                      <a:pt x="268822" y="35524"/>
                      <a:pt x="263519" y="29692"/>
                      <a:pt x="245492" y="29162"/>
                    </a:cubicBezTo>
                    <a:cubicBezTo>
                      <a:pt x="241781" y="29162"/>
                      <a:pt x="238069" y="29162"/>
                      <a:pt x="234357" y="29162"/>
                    </a:cubicBezTo>
                    <a:close/>
                    <a:moveTo>
                      <a:pt x="41887" y="0"/>
                    </a:moveTo>
                    <a:cubicBezTo>
                      <a:pt x="113998" y="0"/>
                      <a:pt x="186108" y="0"/>
                      <a:pt x="258217" y="0"/>
                    </a:cubicBezTo>
                    <a:cubicBezTo>
                      <a:pt x="284728" y="0"/>
                      <a:pt x="299575" y="14846"/>
                      <a:pt x="299575" y="41887"/>
                    </a:cubicBezTo>
                    <a:cubicBezTo>
                      <a:pt x="299575" y="112937"/>
                      <a:pt x="299575" y="184517"/>
                      <a:pt x="299575" y="255567"/>
                    </a:cubicBezTo>
                    <a:cubicBezTo>
                      <a:pt x="299575" y="283138"/>
                      <a:pt x="285789" y="297454"/>
                      <a:pt x="257687" y="297454"/>
                    </a:cubicBezTo>
                    <a:cubicBezTo>
                      <a:pt x="221632" y="297454"/>
                      <a:pt x="185577" y="297454"/>
                      <a:pt x="149522" y="297454"/>
                    </a:cubicBezTo>
                    <a:cubicBezTo>
                      <a:pt x="113467" y="297454"/>
                      <a:pt x="77412" y="297454"/>
                      <a:pt x="41357" y="297454"/>
                    </a:cubicBezTo>
                    <a:cubicBezTo>
                      <a:pt x="14315" y="297454"/>
                      <a:pt x="0" y="283138"/>
                      <a:pt x="0" y="256096"/>
                    </a:cubicBezTo>
                    <a:cubicBezTo>
                      <a:pt x="0" y="184517"/>
                      <a:pt x="0" y="112937"/>
                      <a:pt x="0" y="41357"/>
                    </a:cubicBezTo>
                    <a:cubicBezTo>
                      <a:pt x="0" y="14315"/>
                      <a:pt x="14846" y="0"/>
                      <a:pt x="41887"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grpSp>
        <p:grpSp>
          <p:nvGrpSpPr>
            <p:cNvPr id="2718" name="Google Shape;2718;p54"/>
            <p:cNvGrpSpPr/>
            <p:nvPr/>
          </p:nvGrpSpPr>
          <p:grpSpPr>
            <a:xfrm>
              <a:off x="8955547" y="3191206"/>
              <a:ext cx="1044109" cy="1340343"/>
              <a:chOff x="3425013" y="0"/>
              <a:chExt cx="5341478" cy="6856954"/>
            </a:xfrm>
          </p:grpSpPr>
          <p:sp>
            <p:nvSpPr>
              <p:cNvPr id="2719" name="Google Shape;2719;p54"/>
              <p:cNvSpPr/>
              <p:nvPr/>
            </p:nvSpPr>
            <p:spPr>
              <a:xfrm>
                <a:off x="3425013" y="0"/>
                <a:ext cx="5341478" cy="6856954"/>
              </a:xfrm>
              <a:custGeom>
                <a:rect b="b" l="l" r="r" t="t"/>
                <a:pathLst>
                  <a:path extrusionOk="0" h="6856954" w="5341478">
                    <a:moveTo>
                      <a:pt x="2688415" y="0"/>
                    </a:moveTo>
                    <a:cubicBezTo>
                      <a:pt x="2688415" y="0"/>
                      <a:pt x="956487" y="1166644"/>
                      <a:pt x="25123" y="1019550"/>
                    </a:cubicBezTo>
                    <a:cubicBezTo>
                      <a:pt x="-26116" y="2058707"/>
                      <a:pt x="15276" y="3058651"/>
                      <a:pt x="25123" y="3846231"/>
                    </a:cubicBezTo>
                    <a:cubicBezTo>
                      <a:pt x="54577" y="5744861"/>
                      <a:pt x="2642056" y="6856955"/>
                      <a:pt x="2642056" y="6856955"/>
                    </a:cubicBezTo>
                    <a:cubicBezTo>
                      <a:pt x="2642056" y="6856955"/>
                      <a:pt x="5064141" y="5921234"/>
                      <a:pt x="5338636" y="3952543"/>
                    </a:cubicBezTo>
                    <a:cubicBezTo>
                      <a:pt x="5328789" y="2980224"/>
                      <a:pt x="5348483" y="1950827"/>
                      <a:pt x="5338636" y="1048917"/>
                    </a:cubicBezTo>
                    <a:cubicBezTo>
                      <a:pt x="3593636" y="764663"/>
                      <a:pt x="2688415" y="0"/>
                      <a:pt x="2688415" y="0"/>
                    </a:cubicBezTo>
                    <a:close/>
                  </a:path>
                </a:pathLst>
              </a:custGeom>
              <a:noFill/>
              <a:ln cap="flat" cmpd="sng" w="3175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720" name="Google Shape;2720;p54"/>
              <p:cNvSpPr/>
              <p:nvPr/>
            </p:nvSpPr>
            <p:spPr>
              <a:xfrm>
                <a:off x="3692070" y="321376"/>
                <a:ext cx="4817313" cy="6184138"/>
              </a:xfrm>
              <a:custGeom>
                <a:rect b="b" l="l" r="r" t="t"/>
                <a:pathLst>
                  <a:path extrusionOk="0" h="6184138" w="4817313">
                    <a:moveTo>
                      <a:pt x="2424582" y="0"/>
                    </a:moveTo>
                    <a:cubicBezTo>
                      <a:pt x="2424582" y="0"/>
                      <a:pt x="862578" y="1052141"/>
                      <a:pt x="22626" y="919512"/>
                    </a:cubicBezTo>
                    <a:cubicBezTo>
                      <a:pt x="-23559" y="1856714"/>
                      <a:pt x="13825" y="2758537"/>
                      <a:pt x="22626" y="3468824"/>
                    </a:cubicBezTo>
                    <a:cubicBezTo>
                      <a:pt x="49117" y="5181145"/>
                      <a:pt x="2382841" y="6184138"/>
                      <a:pt x="2382841" y="6184138"/>
                    </a:cubicBezTo>
                    <a:cubicBezTo>
                      <a:pt x="2382841" y="6184138"/>
                      <a:pt x="4567206" y="5340265"/>
                      <a:pt x="4814773" y="3564766"/>
                    </a:cubicBezTo>
                    <a:cubicBezTo>
                      <a:pt x="4805973" y="2687778"/>
                      <a:pt x="4823575" y="1759465"/>
                      <a:pt x="4814773" y="946003"/>
                    </a:cubicBezTo>
                    <a:cubicBezTo>
                      <a:pt x="3240919" y="689634"/>
                      <a:pt x="2424582" y="0"/>
                      <a:pt x="2424582"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721" name="Google Shape;2721;p54"/>
              <p:cNvSpPr/>
              <p:nvPr/>
            </p:nvSpPr>
            <p:spPr>
              <a:xfrm>
                <a:off x="5077582" y="3107623"/>
                <a:ext cx="1971904" cy="1813799"/>
              </a:xfrm>
              <a:custGeom>
                <a:rect b="b" l="l" r="r" t="t"/>
                <a:pathLst>
                  <a:path extrusionOk="0" h="1813799" w="1971904">
                    <a:moveTo>
                      <a:pt x="1970433" y="1441139"/>
                    </a:moveTo>
                    <a:cubicBezTo>
                      <a:pt x="1467194" y="1954225"/>
                      <a:pt x="555524" y="1921547"/>
                      <a:pt x="0" y="1441139"/>
                    </a:cubicBezTo>
                    <a:cubicBezTo>
                      <a:pt x="0" y="1079329"/>
                      <a:pt x="0" y="0"/>
                      <a:pt x="0" y="0"/>
                    </a:cubicBezTo>
                    <a:lnTo>
                      <a:pt x="1970433" y="0"/>
                    </a:lnTo>
                    <a:cubicBezTo>
                      <a:pt x="1970433" y="87"/>
                      <a:pt x="1973745" y="1079329"/>
                      <a:pt x="1970433" y="144113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722" name="Google Shape;2722;p54"/>
              <p:cNvSpPr/>
              <p:nvPr/>
            </p:nvSpPr>
            <p:spPr>
              <a:xfrm>
                <a:off x="5332382" y="1718072"/>
                <a:ext cx="1483576" cy="1261366"/>
              </a:xfrm>
              <a:custGeom>
                <a:rect b="b" l="l" r="r" t="t"/>
                <a:pathLst>
                  <a:path extrusionOk="0" h="1261366" w="1483576">
                    <a:moveTo>
                      <a:pt x="741832" y="0"/>
                    </a:moveTo>
                    <a:lnTo>
                      <a:pt x="741832" y="0"/>
                    </a:lnTo>
                    <a:cubicBezTo>
                      <a:pt x="332182" y="0"/>
                      <a:pt x="0" y="332095"/>
                      <a:pt x="0" y="741745"/>
                    </a:cubicBezTo>
                    <a:lnTo>
                      <a:pt x="0" y="1261367"/>
                    </a:lnTo>
                    <a:lnTo>
                      <a:pt x="292445" y="1261367"/>
                    </a:lnTo>
                    <a:lnTo>
                      <a:pt x="292445" y="735209"/>
                    </a:lnTo>
                    <a:cubicBezTo>
                      <a:pt x="292445" y="499231"/>
                      <a:pt x="483720" y="307956"/>
                      <a:pt x="719698" y="307956"/>
                    </a:cubicBezTo>
                    <a:lnTo>
                      <a:pt x="719698" y="307956"/>
                    </a:lnTo>
                    <a:cubicBezTo>
                      <a:pt x="955676" y="307956"/>
                      <a:pt x="1146950" y="499231"/>
                      <a:pt x="1146950" y="735209"/>
                    </a:cubicBezTo>
                    <a:lnTo>
                      <a:pt x="1146950" y="1261367"/>
                    </a:lnTo>
                    <a:lnTo>
                      <a:pt x="1483576" y="1261367"/>
                    </a:lnTo>
                    <a:lnTo>
                      <a:pt x="1483576" y="741745"/>
                    </a:lnTo>
                    <a:cubicBezTo>
                      <a:pt x="1483664" y="332095"/>
                      <a:pt x="1151569" y="0"/>
                      <a:pt x="741832"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723" name="Google Shape;2723;p54"/>
              <p:cNvSpPr/>
              <p:nvPr/>
            </p:nvSpPr>
            <p:spPr>
              <a:xfrm>
                <a:off x="5864640" y="3547424"/>
                <a:ext cx="405205" cy="796469"/>
              </a:xfrm>
              <a:custGeom>
                <a:rect b="b" l="l" r="r" t="t"/>
                <a:pathLst>
                  <a:path extrusionOk="0" h="796469" w="405205">
                    <a:moveTo>
                      <a:pt x="353618" y="639528"/>
                    </a:moveTo>
                    <a:lnTo>
                      <a:pt x="310135" y="639528"/>
                    </a:lnTo>
                    <a:cubicBezTo>
                      <a:pt x="311006" y="635781"/>
                      <a:pt x="311529" y="631947"/>
                      <a:pt x="311529" y="628026"/>
                    </a:cubicBezTo>
                    <a:lnTo>
                      <a:pt x="311529" y="570861"/>
                    </a:lnTo>
                    <a:cubicBezTo>
                      <a:pt x="311529" y="543324"/>
                      <a:pt x="289221" y="521016"/>
                      <a:pt x="261685" y="521016"/>
                    </a:cubicBezTo>
                    <a:lnTo>
                      <a:pt x="261423" y="521016"/>
                    </a:lnTo>
                    <a:lnTo>
                      <a:pt x="261423" y="396492"/>
                    </a:lnTo>
                    <a:cubicBezTo>
                      <a:pt x="344643" y="371308"/>
                      <a:pt x="405206" y="294014"/>
                      <a:pt x="405206" y="202603"/>
                    </a:cubicBezTo>
                    <a:cubicBezTo>
                      <a:pt x="405206" y="90714"/>
                      <a:pt x="314492" y="0"/>
                      <a:pt x="202603" y="0"/>
                    </a:cubicBezTo>
                    <a:cubicBezTo>
                      <a:pt x="90714" y="0"/>
                      <a:pt x="0" y="90714"/>
                      <a:pt x="0" y="202603"/>
                    </a:cubicBezTo>
                    <a:cubicBezTo>
                      <a:pt x="0" y="294014"/>
                      <a:pt x="60563" y="371308"/>
                      <a:pt x="143783" y="396492"/>
                    </a:cubicBezTo>
                    <a:lnTo>
                      <a:pt x="143783" y="521016"/>
                    </a:lnTo>
                    <a:lnTo>
                      <a:pt x="143521" y="521016"/>
                    </a:lnTo>
                    <a:cubicBezTo>
                      <a:pt x="115985" y="521016"/>
                      <a:pt x="93677" y="543324"/>
                      <a:pt x="93677" y="570861"/>
                    </a:cubicBezTo>
                    <a:lnTo>
                      <a:pt x="93677" y="628026"/>
                    </a:lnTo>
                    <a:cubicBezTo>
                      <a:pt x="93677" y="632034"/>
                      <a:pt x="94199" y="635868"/>
                      <a:pt x="95071" y="639528"/>
                    </a:cubicBezTo>
                    <a:lnTo>
                      <a:pt x="51587" y="639528"/>
                    </a:lnTo>
                    <a:cubicBezTo>
                      <a:pt x="35118" y="639528"/>
                      <a:pt x="21785" y="652861"/>
                      <a:pt x="21785" y="669330"/>
                    </a:cubicBezTo>
                    <a:lnTo>
                      <a:pt x="21785" y="766667"/>
                    </a:lnTo>
                    <a:cubicBezTo>
                      <a:pt x="21785" y="783137"/>
                      <a:pt x="35118" y="796469"/>
                      <a:pt x="51587" y="796469"/>
                    </a:cubicBezTo>
                    <a:lnTo>
                      <a:pt x="353705" y="796469"/>
                    </a:lnTo>
                    <a:cubicBezTo>
                      <a:pt x="370175" y="796469"/>
                      <a:pt x="383508" y="783137"/>
                      <a:pt x="383508" y="766667"/>
                    </a:cubicBezTo>
                    <a:lnTo>
                      <a:pt x="383508" y="669330"/>
                    </a:lnTo>
                    <a:cubicBezTo>
                      <a:pt x="383333" y="652861"/>
                      <a:pt x="370001" y="639528"/>
                      <a:pt x="353618" y="63952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grpSp>
      <p:sp>
        <p:nvSpPr>
          <p:cNvPr id="2724" name="Google Shape;2724;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2"/>
                                        </p:tgtEl>
                                        <p:attrNameLst>
                                          <p:attrName>style.visibility</p:attrName>
                                        </p:attrNameLst>
                                      </p:cBhvr>
                                      <p:to>
                                        <p:strVal val="visible"/>
                                      </p:to>
                                    </p:set>
                                    <p:animEffect filter="fade" transition="in">
                                      <p:cBhvr>
                                        <p:cTn dur="500"/>
                                        <p:tgtEl>
                                          <p:spTgt spid="26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3"/>
                                        </p:tgtEl>
                                        <p:attrNameLst>
                                          <p:attrName>style.visibility</p:attrName>
                                        </p:attrNameLst>
                                      </p:cBhvr>
                                      <p:to>
                                        <p:strVal val="visible"/>
                                      </p:to>
                                    </p:set>
                                    <p:animEffect filter="fade" transition="in">
                                      <p:cBhvr>
                                        <p:cTn dur="500"/>
                                        <p:tgtEl>
                                          <p:spTgt spid="26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6"/>
                                        </p:tgtEl>
                                        <p:attrNameLst>
                                          <p:attrName>style.visibility</p:attrName>
                                        </p:attrNameLst>
                                      </p:cBhvr>
                                      <p:to>
                                        <p:strVal val="visible"/>
                                      </p:to>
                                    </p:set>
                                    <p:animEffect filter="fade" transition="in">
                                      <p:cBhvr>
                                        <p:cTn dur="500"/>
                                        <p:tgtEl>
                                          <p:spTgt spid="26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9"/>
                                        </p:tgtEl>
                                        <p:attrNameLst>
                                          <p:attrName>style.visibility</p:attrName>
                                        </p:attrNameLst>
                                      </p:cBhvr>
                                      <p:to>
                                        <p:strVal val="visible"/>
                                      </p:to>
                                    </p:set>
                                    <p:animEffect filter="fade" transition="in">
                                      <p:cBhvr>
                                        <p:cTn dur="500"/>
                                        <p:tgtEl>
                                          <p:spTgt spid="26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8" name="Shape 2728"/>
        <p:cNvGrpSpPr/>
        <p:nvPr/>
      </p:nvGrpSpPr>
      <p:grpSpPr>
        <a:xfrm>
          <a:off x="0" y="0"/>
          <a:ext cx="0" cy="0"/>
          <a:chOff x="0" y="0"/>
          <a:chExt cx="0" cy="0"/>
        </a:xfrm>
      </p:grpSpPr>
      <p:sp>
        <p:nvSpPr>
          <p:cNvPr id="2729" name="Google Shape;2729;p55"/>
          <p:cNvSpPr txBox="1"/>
          <p:nvPr/>
        </p:nvSpPr>
        <p:spPr>
          <a:xfrm>
            <a:off x="278320" y="392932"/>
            <a:ext cx="5926537"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69C7C"/>
              </a:buClr>
              <a:buSzPts val="3200"/>
              <a:buFont typeface="Arial"/>
              <a:buNone/>
            </a:pPr>
            <a:r>
              <a:rPr b="1" i="0" lang="en-US" sz="3200" u="none" cap="none" strike="noStrike">
                <a:solidFill>
                  <a:srgbClr val="169C7C"/>
                </a:solidFill>
                <a:latin typeface="Arial"/>
                <a:ea typeface="Arial"/>
                <a:cs typeface="Arial"/>
                <a:sym typeface="Arial"/>
              </a:rPr>
              <a:t>- Why do you look so tired?</a:t>
            </a:r>
            <a:endParaRPr b="0" i="0" sz="1800" u="none" cap="none" strike="noStrike">
              <a:solidFill>
                <a:schemeClr val="dk1"/>
              </a:solidFill>
              <a:latin typeface="Calibri"/>
              <a:ea typeface="Calibri"/>
              <a:cs typeface="Calibri"/>
              <a:sym typeface="Calibri"/>
            </a:endParaRPr>
          </a:p>
        </p:txBody>
      </p:sp>
      <p:sp>
        <p:nvSpPr>
          <p:cNvPr id="2730" name="Google Shape;2730;p55"/>
          <p:cNvSpPr txBox="1"/>
          <p:nvPr/>
        </p:nvSpPr>
        <p:spPr>
          <a:xfrm>
            <a:off x="235648" y="1256305"/>
            <a:ext cx="3761586"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3200"/>
              <a:buFont typeface="Arial"/>
              <a:buNone/>
            </a:pPr>
            <a:r>
              <a:rPr b="1" i="0" lang="en-US" sz="3200" u="none" cap="none" strike="noStrike">
                <a:solidFill>
                  <a:srgbClr val="0070C0"/>
                </a:solidFill>
                <a:latin typeface="Arial"/>
                <a:ea typeface="Arial"/>
                <a:cs typeface="Arial"/>
                <a:sym typeface="Arial"/>
              </a:rPr>
              <a:t>- Because I ….</a:t>
            </a:r>
            <a:endParaRPr b="0" i="0" sz="1800" u="none" cap="none" strike="noStrike">
              <a:solidFill>
                <a:schemeClr val="dk1"/>
              </a:solidFill>
              <a:latin typeface="Calibri"/>
              <a:ea typeface="Calibri"/>
              <a:cs typeface="Calibri"/>
              <a:sym typeface="Calibri"/>
            </a:endParaRPr>
          </a:p>
        </p:txBody>
      </p:sp>
      <p:sp>
        <p:nvSpPr>
          <p:cNvPr id="2731" name="Google Shape;2731;p55"/>
          <p:cNvSpPr txBox="1"/>
          <p:nvPr/>
        </p:nvSpPr>
        <p:spPr>
          <a:xfrm>
            <a:off x="2612471" y="1211766"/>
            <a:ext cx="6220844"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200"/>
              <a:buFont typeface="Arial"/>
              <a:buNone/>
            </a:pPr>
            <a:r>
              <a:rPr b="1" i="0" lang="en-US" sz="3200" u="none" cap="none" strike="noStrike">
                <a:solidFill>
                  <a:srgbClr val="FF0000"/>
                </a:solidFill>
                <a:latin typeface="Arial"/>
                <a:ea typeface="Arial"/>
                <a:cs typeface="Arial"/>
                <a:sym typeface="Arial"/>
              </a:rPr>
              <a:t>have been cutting the grass</a:t>
            </a:r>
            <a:endParaRPr b="0" i="0" sz="1800" u="none" cap="none" strike="noStrike">
              <a:solidFill>
                <a:schemeClr val="dk1"/>
              </a:solidFill>
              <a:latin typeface="Calibri"/>
              <a:ea typeface="Calibri"/>
              <a:cs typeface="Calibri"/>
              <a:sym typeface="Calibri"/>
            </a:endParaRPr>
          </a:p>
        </p:txBody>
      </p:sp>
      <p:sp>
        <p:nvSpPr>
          <p:cNvPr id="2732" name="Google Shape;2732;p55"/>
          <p:cNvSpPr txBox="1"/>
          <p:nvPr/>
        </p:nvSpPr>
        <p:spPr>
          <a:xfrm>
            <a:off x="235648" y="1953165"/>
            <a:ext cx="488681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69C7C"/>
              </a:buClr>
              <a:buSzPts val="3200"/>
              <a:buFont typeface="Arial"/>
              <a:buNone/>
            </a:pPr>
            <a:r>
              <a:rPr b="1" i="0" lang="en-US" sz="3200" u="none" cap="none" strike="noStrike">
                <a:solidFill>
                  <a:srgbClr val="169C7C"/>
                </a:solidFill>
                <a:latin typeface="Arial"/>
                <a:ea typeface="Arial"/>
                <a:cs typeface="Arial"/>
                <a:sym typeface="Arial"/>
              </a:rPr>
              <a:t>- Is the lawn finished?</a:t>
            </a:r>
            <a:endParaRPr b="0" i="0" sz="1800" u="none" cap="none" strike="noStrike">
              <a:solidFill>
                <a:schemeClr val="dk1"/>
              </a:solidFill>
              <a:latin typeface="Calibri"/>
              <a:ea typeface="Calibri"/>
              <a:cs typeface="Calibri"/>
              <a:sym typeface="Calibri"/>
            </a:endParaRPr>
          </a:p>
        </p:txBody>
      </p:sp>
      <p:sp>
        <p:nvSpPr>
          <p:cNvPr id="2733" name="Google Shape;2733;p55"/>
          <p:cNvSpPr txBox="1"/>
          <p:nvPr/>
        </p:nvSpPr>
        <p:spPr>
          <a:xfrm>
            <a:off x="203427" y="2626417"/>
            <a:ext cx="2409044"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3200"/>
              <a:buFont typeface="Arial"/>
              <a:buNone/>
            </a:pPr>
            <a:r>
              <a:rPr b="1" i="0" lang="en-US" sz="3200" u="none" cap="none" strike="noStrike">
                <a:solidFill>
                  <a:srgbClr val="0070C0"/>
                </a:solidFill>
                <a:latin typeface="Arial"/>
                <a:ea typeface="Arial"/>
                <a:cs typeface="Arial"/>
                <a:sym typeface="Arial"/>
              </a:rPr>
              <a:t>- Yes, I ….</a:t>
            </a:r>
            <a:endParaRPr b="0" i="0" sz="1800" u="none" cap="none" strike="noStrike">
              <a:solidFill>
                <a:schemeClr val="dk1"/>
              </a:solidFill>
              <a:latin typeface="Calibri"/>
              <a:ea typeface="Calibri"/>
              <a:cs typeface="Calibri"/>
              <a:sym typeface="Calibri"/>
            </a:endParaRPr>
          </a:p>
        </p:txBody>
      </p:sp>
      <p:sp>
        <p:nvSpPr>
          <p:cNvPr id="2734" name="Google Shape;2734;p55"/>
          <p:cNvSpPr txBox="1"/>
          <p:nvPr/>
        </p:nvSpPr>
        <p:spPr>
          <a:xfrm>
            <a:off x="1666131" y="2550457"/>
            <a:ext cx="381358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200"/>
              <a:buFont typeface="Arial"/>
              <a:buNone/>
            </a:pPr>
            <a:r>
              <a:rPr b="1" i="0" lang="en-US" sz="3200" u="none" cap="none" strike="noStrike">
                <a:solidFill>
                  <a:srgbClr val="FF0000"/>
                </a:solidFill>
                <a:latin typeface="Arial"/>
                <a:ea typeface="Arial"/>
                <a:cs typeface="Arial"/>
                <a:sym typeface="Arial"/>
              </a:rPr>
              <a:t>have cut the grass</a:t>
            </a:r>
            <a:endParaRPr b="0" i="0" sz="1800" u="none" cap="none" strike="noStrike">
              <a:solidFill>
                <a:schemeClr val="dk1"/>
              </a:solidFill>
              <a:latin typeface="Calibri"/>
              <a:ea typeface="Calibri"/>
              <a:cs typeface="Calibri"/>
              <a:sym typeface="Calibri"/>
            </a:endParaRPr>
          </a:p>
        </p:txBody>
      </p:sp>
      <p:pic>
        <p:nvPicPr>
          <p:cNvPr descr="https://www.clipartmax.com/png/full/472-4723512_first-mowing-of-the-2016-season-lawnmowerpros-blog-cartoon-cutting-grass-black.png" id="2735" name="Google Shape;2735;p55"/>
          <p:cNvPicPr preferRelativeResize="0"/>
          <p:nvPr/>
        </p:nvPicPr>
        <p:blipFill rotWithShape="1">
          <a:blip r:embed="rId3">
            <a:alphaModFix/>
          </a:blip>
          <a:srcRect b="0" l="0" r="0" t="0"/>
          <a:stretch/>
        </p:blipFill>
        <p:spPr>
          <a:xfrm flipH="1">
            <a:off x="6848126" y="721235"/>
            <a:ext cx="2987769" cy="2245495"/>
          </a:xfrm>
          <a:prstGeom prst="rect">
            <a:avLst/>
          </a:prstGeom>
          <a:noFill/>
          <a:ln>
            <a:noFill/>
          </a:ln>
        </p:spPr>
      </p:pic>
      <p:sp>
        <p:nvSpPr>
          <p:cNvPr id="2736" name="Google Shape;2736;p55"/>
          <p:cNvSpPr txBox="1"/>
          <p:nvPr/>
        </p:nvSpPr>
        <p:spPr>
          <a:xfrm>
            <a:off x="3347380" y="3462426"/>
            <a:ext cx="8764262" cy="58473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69C7C"/>
              </a:buClr>
              <a:buSzPts val="3200"/>
              <a:buFont typeface="Arial"/>
              <a:buNone/>
            </a:pPr>
            <a:r>
              <a:rPr b="1" i="0" lang="en-US" sz="3200" u="none" cap="none" strike="noStrike">
                <a:solidFill>
                  <a:srgbClr val="169C7C"/>
                </a:solidFill>
                <a:latin typeface="Arial"/>
                <a:ea typeface="Arial"/>
                <a:cs typeface="Arial"/>
                <a:sym typeface="Arial"/>
              </a:rPr>
              <a:t>- Why do you have paints on your hands?</a:t>
            </a:r>
            <a:endParaRPr b="0" i="0" sz="1800" u="none" cap="none" strike="noStrike">
              <a:solidFill>
                <a:schemeClr val="dk1"/>
              </a:solidFill>
              <a:latin typeface="Calibri"/>
              <a:ea typeface="Calibri"/>
              <a:cs typeface="Calibri"/>
              <a:sym typeface="Calibri"/>
            </a:endParaRPr>
          </a:p>
        </p:txBody>
      </p:sp>
      <p:sp>
        <p:nvSpPr>
          <p:cNvPr id="2737" name="Google Shape;2737;p55"/>
          <p:cNvSpPr txBox="1"/>
          <p:nvPr/>
        </p:nvSpPr>
        <p:spPr>
          <a:xfrm>
            <a:off x="3347380" y="4141327"/>
            <a:ext cx="3500746"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3200"/>
              <a:buFont typeface="Arial"/>
              <a:buNone/>
            </a:pPr>
            <a:r>
              <a:rPr b="1" i="0" lang="en-US" sz="3200" u="none" cap="none" strike="noStrike">
                <a:solidFill>
                  <a:srgbClr val="0070C0"/>
                </a:solidFill>
                <a:latin typeface="Arial"/>
                <a:ea typeface="Arial"/>
                <a:cs typeface="Arial"/>
                <a:sym typeface="Arial"/>
              </a:rPr>
              <a:t>- Because I ….</a:t>
            </a:r>
            <a:endParaRPr b="0" i="0" sz="1800" u="none" cap="none" strike="noStrike">
              <a:solidFill>
                <a:schemeClr val="dk1"/>
              </a:solidFill>
              <a:latin typeface="Calibri"/>
              <a:ea typeface="Calibri"/>
              <a:cs typeface="Calibri"/>
              <a:sym typeface="Calibri"/>
            </a:endParaRPr>
          </a:p>
        </p:txBody>
      </p:sp>
      <p:sp>
        <p:nvSpPr>
          <p:cNvPr id="2738" name="Google Shape;2738;p55"/>
          <p:cNvSpPr txBox="1"/>
          <p:nvPr/>
        </p:nvSpPr>
        <p:spPr>
          <a:xfrm>
            <a:off x="5627265" y="4059351"/>
            <a:ext cx="7136339"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200"/>
              <a:buFont typeface="Arial"/>
              <a:buNone/>
            </a:pPr>
            <a:r>
              <a:rPr b="1" i="0" lang="en-US" sz="3200" u="none" cap="none" strike="noStrike">
                <a:solidFill>
                  <a:srgbClr val="FF0000"/>
                </a:solidFill>
                <a:latin typeface="Arial"/>
                <a:ea typeface="Arial"/>
                <a:cs typeface="Arial"/>
                <a:sym typeface="Arial"/>
              </a:rPr>
              <a:t>have been painting a picture for</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0000"/>
              </a:buClr>
              <a:buSzPts val="3200"/>
              <a:buFont typeface="Arial"/>
              <a:buNone/>
            </a:pPr>
            <a:r>
              <a:rPr b="1" i="0" lang="en-US" sz="3200" u="none" cap="none" strike="noStrike">
                <a:solidFill>
                  <a:srgbClr val="FF0000"/>
                </a:solidFill>
                <a:latin typeface="Arial"/>
                <a:ea typeface="Arial"/>
                <a:cs typeface="Arial"/>
                <a:sym typeface="Arial"/>
              </a:rPr>
              <a:t> an hour</a:t>
            </a:r>
            <a:endParaRPr b="0" i="0" sz="1800" u="none" cap="none" strike="noStrike">
              <a:solidFill>
                <a:schemeClr val="dk1"/>
              </a:solidFill>
              <a:latin typeface="Calibri"/>
              <a:ea typeface="Calibri"/>
              <a:cs typeface="Calibri"/>
              <a:sym typeface="Calibri"/>
            </a:endParaRPr>
          </a:p>
        </p:txBody>
      </p:sp>
      <p:sp>
        <p:nvSpPr>
          <p:cNvPr id="2739" name="Google Shape;2739;p55"/>
          <p:cNvSpPr txBox="1"/>
          <p:nvPr/>
        </p:nvSpPr>
        <p:spPr>
          <a:xfrm>
            <a:off x="3374676" y="5158956"/>
            <a:ext cx="4933301"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69C7C"/>
              </a:buClr>
              <a:buSzPts val="3200"/>
              <a:buFont typeface="Arial"/>
              <a:buNone/>
            </a:pPr>
            <a:r>
              <a:rPr b="1" i="0" lang="en-US" sz="3200" u="none" cap="none" strike="noStrike">
                <a:solidFill>
                  <a:srgbClr val="169C7C"/>
                </a:solidFill>
                <a:latin typeface="Arial"/>
                <a:ea typeface="Arial"/>
                <a:cs typeface="Arial"/>
                <a:sym typeface="Arial"/>
              </a:rPr>
              <a:t>- Is the picture ready?</a:t>
            </a:r>
            <a:endParaRPr b="0" i="0" sz="1800" u="none" cap="none" strike="noStrike">
              <a:solidFill>
                <a:schemeClr val="dk1"/>
              </a:solidFill>
              <a:latin typeface="Calibri"/>
              <a:ea typeface="Calibri"/>
              <a:cs typeface="Calibri"/>
              <a:sym typeface="Calibri"/>
            </a:endParaRPr>
          </a:p>
        </p:txBody>
      </p:sp>
      <p:sp>
        <p:nvSpPr>
          <p:cNvPr id="2740" name="Google Shape;2740;p55"/>
          <p:cNvSpPr txBox="1"/>
          <p:nvPr/>
        </p:nvSpPr>
        <p:spPr>
          <a:xfrm>
            <a:off x="3374676" y="5762634"/>
            <a:ext cx="246967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3200"/>
              <a:buFont typeface="Arial"/>
              <a:buNone/>
            </a:pPr>
            <a:r>
              <a:rPr b="1" i="0" lang="en-US" sz="3200" u="none" cap="none" strike="noStrike">
                <a:solidFill>
                  <a:srgbClr val="0070C0"/>
                </a:solidFill>
                <a:latin typeface="Arial"/>
                <a:ea typeface="Arial"/>
                <a:cs typeface="Arial"/>
                <a:sym typeface="Arial"/>
              </a:rPr>
              <a:t>- Yes, I ….</a:t>
            </a:r>
            <a:endParaRPr b="0" i="0" sz="1800" u="none" cap="none" strike="noStrike">
              <a:solidFill>
                <a:schemeClr val="dk1"/>
              </a:solidFill>
              <a:latin typeface="Calibri"/>
              <a:ea typeface="Calibri"/>
              <a:cs typeface="Calibri"/>
              <a:sym typeface="Calibri"/>
            </a:endParaRPr>
          </a:p>
        </p:txBody>
      </p:sp>
      <p:sp>
        <p:nvSpPr>
          <p:cNvPr id="2741" name="Google Shape;2741;p55"/>
          <p:cNvSpPr txBox="1"/>
          <p:nvPr/>
        </p:nvSpPr>
        <p:spPr>
          <a:xfrm>
            <a:off x="4822137" y="5781537"/>
            <a:ext cx="516006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200"/>
              <a:buFont typeface="Arial"/>
              <a:buNone/>
            </a:pPr>
            <a:r>
              <a:rPr b="1" i="0" lang="en-US" sz="3200" u="none" cap="none" strike="noStrike">
                <a:solidFill>
                  <a:srgbClr val="FF0000"/>
                </a:solidFill>
                <a:latin typeface="Arial"/>
                <a:ea typeface="Arial"/>
                <a:cs typeface="Arial"/>
                <a:sym typeface="Arial"/>
              </a:rPr>
              <a:t>have drawn the picture</a:t>
            </a:r>
            <a:endParaRPr b="0" i="0" sz="1800" u="none" cap="none" strike="noStrike">
              <a:solidFill>
                <a:schemeClr val="dk1"/>
              </a:solidFill>
              <a:latin typeface="Calibri"/>
              <a:ea typeface="Calibri"/>
              <a:cs typeface="Calibri"/>
              <a:sym typeface="Calibri"/>
            </a:endParaRPr>
          </a:p>
        </p:txBody>
      </p:sp>
      <p:pic>
        <p:nvPicPr>
          <p:cNvPr descr="http://pic.nipic.com/2008-03-08/20083883823554_2.jpg" id="2742" name="Google Shape;2742;p55"/>
          <p:cNvPicPr preferRelativeResize="0"/>
          <p:nvPr/>
        </p:nvPicPr>
        <p:blipFill rotWithShape="1">
          <a:blip r:embed="rId4">
            <a:alphaModFix/>
          </a:blip>
          <a:srcRect b="0" l="0" r="0" t="0"/>
          <a:stretch/>
        </p:blipFill>
        <p:spPr>
          <a:xfrm>
            <a:off x="346656" y="3843021"/>
            <a:ext cx="2577039" cy="2834505"/>
          </a:xfrm>
          <a:prstGeom prst="rect">
            <a:avLst/>
          </a:prstGeom>
          <a:noFill/>
          <a:ln>
            <a:noFill/>
          </a:ln>
        </p:spPr>
      </p:pic>
      <p:sp>
        <p:nvSpPr>
          <p:cNvPr id="2743" name="Google Shape;2743;p55"/>
          <p:cNvSpPr txBox="1"/>
          <p:nvPr/>
        </p:nvSpPr>
        <p:spPr>
          <a:xfrm>
            <a:off x="9960091" y="1396388"/>
            <a:ext cx="215155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400"/>
              <a:buFont typeface="Arial"/>
              <a:buNone/>
            </a:pPr>
            <a:r>
              <a:rPr b="1" i="1" lang="en-US" sz="2400" u="none" cap="none" strike="noStrike">
                <a:solidFill>
                  <a:srgbClr val="002060"/>
                </a:solidFill>
                <a:latin typeface="Arial"/>
                <a:ea typeface="Arial"/>
                <a:cs typeface="Arial"/>
                <a:sym typeface="Arial"/>
              </a:rPr>
              <a:t>Cut the grass</a:t>
            </a:r>
            <a:endParaRPr b="1" i="1" sz="2400" u="none" cap="none" strike="noStrike">
              <a:solidFill>
                <a:srgbClr val="002060"/>
              </a:solidFill>
              <a:latin typeface="Arial"/>
              <a:ea typeface="Arial"/>
              <a:cs typeface="Arial"/>
              <a:sym typeface="Arial"/>
            </a:endParaRPr>
          </a:p>
        </p:txBody>
      </p:sp>
      <p:sp>
        <p:nvSpPr>
          <p:cNvPr id="2744" name="Google Shape;2744;p55"/>
          <p:cNvSpPr txBox="1"/>
          <p:nvPr/>
        </p:nvSpPr>
        <p:spPr>
          <a:xfrm>
            <a:off x="352067" y="6396335"/>
            <a:ext cx="93647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400"/>
              <a:buFont typeface="Arial"/>
              <a:buNone/>
            </a:pPr>
            <a:r>
              <a:rPr b="1" i="1" lang="en-US" sz="2400" u="none" cap="none" strike="noStrike">
                <a:solidFill>
                  <a:srgbClr val="002060"/>
                </a:solidFill>
                <a:latin typeface="Arial"/>
                <a:ea typeface="Arial"/>
                <a:cs typeface="Arial"/>
                <a:sym typeface="Arial"/>
              </a:rPr>
              <a:t>Paint</a:t>
            </a:r>
            <a:endParaRPr b="1" i="1" sz="2400" u="none" cap="none" strike="noStrike">
              <a:solidFill>
                <a:srgbClr val="002060"/>
              </a:solidFill>
              <a:latin typeface="Arial"/>
              <a:ea typeface="Arial"/>
              <a:cs typeface="Arial"/>
              <a:sym typeface="Arial"/>
            </a:endParaRPr>
          </a:p>
        </p:txBody>
      </p:sp>
      <p:pic>
        <p:nvPicPr>
          <p:cNvPr id="2745" name="Google Shape;2745;p55"/>
          <p:cNvPicPr preferRelativeResize="0"/>
          <p:nvPr/>
        </p:nvPicPr>
        <p:blipFill rotWithShape="1">
          <a:blip r:embed="rId5">
            <a:alphaModFix/>
          </a:blip>
          <a:srcRect b="0" l="0" r="0" t="0"/>
          <a:stretch/>
        </p:blipFill>
        <p:spPr>
          <a:xfrm>
            <a:off x="11277600" y="5856514"/>
            <a:ext cx="914400" cy="1001486"/>
          </a:xfrm>
          <a:prstGeom prst="rect">
            <a:avLst/>
          </a:prstGeom>
          <a:noFill/>
          <a:ln>
            <a:noFill/>
          </a:ln>
        </p:spPr>
      </p:pic>
      <p:grpSp>
        <p:nvGrpSpPr>
          <p:cNvPr id="2746" name="Google Shape;2746;p55"/>
          <p:cNvGrpSpPr/>
          <p:nvPr/>
        </p:nvGrpSpPr>
        <p:grpSpPr>
          <a:xfrm>
            <a:off x="11154770" y="0"/>
            <a:ext cx="890581" cy="681012"/>
            <a:chOff x="7350231" y="1734252"/>
            <a:chExt cx="4870814" cy="5345793"/>
          </a:xfrm>
        </p:grpSpPr>
        <p:grpSp>
          <p:nvGrpSpPr>
            <p:cNvPr id="2747" name="Google Shape;2747;p55"/>
            <p:cNvGrpSpPr/>
            <p:nvPr/>
          </p:nvGrpSpPr>
          <p:grpSpPr>
            <a:xfrm>
              <a:off x="7496004" y="1839383"/>
              <a:ext cx="3874490" cy="3979118"/>
              <a:chOff x="7496004" y="1839383"/>
              <a:chExt cx="3874490" cy="3979118"/>
            </a:xfrm>
          </p:grpSpPr>
          <p:sp>
            <p:nvSpPr>
              <p:cNvPr id="2748" name="Google Shape;2748;p55"/>
              <p:cNvSpPr/>
              <p:nvPr/>
            </p:nvSpPr>
            <p:spPr>
              <a:xfrm rot="8201235">
                <a:off x="10839502" y="4413955"/>
                <a:ext cx="427534" cy="471394"/>
              </a:xfrm>
              <a:custGeom>
                <a:rect b="b" l="l" r="r" t="t"/>
                <a:pathLst>
                  <a:path extrusionOk="0" h="4725490" w="4285801">
                    <a:moveTo>
                      <a:pt x="1428251" y="4622752"/>
                    </a:moveTo>
                    <a:cubicBezTo>
                      <a:pt x="1313180" y="4505074"/>
                      <a:pt x="1240588" y="4345285"/>
                      <a:pt x="1235771" y="4167715"/>
                    </a:cubicBezTo>
                    <a:cubicBezTo>
                      <a:pt x="1227835" y="3875156"/>
                      <a:pt x="1406218" y="3620819"/>
                      <a:pt x="1664050" y="3520754"/>
                    </a:cubicBezTo>
                    <a:lnTo>
                      <a:pt x="1635892" y="2482688"/>
                    </a:lnTo>
                    <a:lnTo>
                      <a:pt x="1044642" y="2469039"/>
                    </a:lnTo>
                    <a:lnTo>
                      <a:pt x="1044642" y="2667331"/>
                    </a:lnTo>
                    <a:cubicBezTo>
                      <a:pt x="1044642" y="2727000"/>
                      <a:pt x="996271" y="2775371"/>
                      <a:pt x="936601" y="2775372"/>
                    </a:cubicBezTo>
                    <a:lnTo>
                      <a:pt x="657382" y="2775371"/>
                    </a:lnTo>
                    <a:cubicBezTo>
                      <a:pt x="637755" y="2823613"/>
                      <a:pt x="630101" y="2874237"/>
                      <a:pt x="622448" y="2945800"/>
                    </a:cubicBezTo>
                    <a:lnTo>
                      <a:pt x="252030" y="2945800"/>
                    </a:lnTo>
                    <a:cubicBezTo>
                      <a:pt x="256275" y="2883407"/>
                      <a:pt x="252593" y="2828938"/>
                      <a:pt x="235967" y="2775370"/>
                    </a:cubicBezTo>
                    <a:lnTo>
                      <a:pt x="7267" y="2775370"/>
                    </a:lnTo>
                    <a:cubicBezTo>
                      <a:pt x="1003" y="2679903"/>
                      <a:pt x="-1109" y="2594661"/>
                      <a:pt x="535" y="2514852"/>
                    </a:cubicBezTo>
                    <a:cubicBezTo>
                      <a:pt x="5466" y="2275424"/>
                      <a:pt x="44187" y="2084887"/>
                      <a:pt x="105917" y="1813823"/>
                    </a:cubicBezTo>
                    <a:cubicBezTo>
                      <a:pt x="258635" y="1288584"/>
                      <a:pt x="488046" y="911620"/>
                      <a:pt x="870837" y="570445"/>
                    </a:cubicBezTo>
                    <a:cubicBezTo>
                      <a:pt x="674179" y="1284154"/>
                      <a:pt x="622718" y="1497188"/>
                      <a:pt x="741752" y="1669956"/>
                    </a:cubicBezTo>
                    <a:cubicBezTo>
                      <a:pt x="882751" y="1699943"/>
                      <a:pt x="788174" y="1674807"/>
                      <a:pt x="936601" y="1710419"/>
                    </a:cubicBezTo>
                    <a:cubicBezTo>
                      <a:pt x="1001384" y="1730870"/>
                      <a:pt x="1044642" y="1758791"/>
                      <a:pt x="1044642" y="1818460"/>
                    </a:cubicBezTo>
                    <a:lnTo>
                      <a:pt x="1044642" y="1970448"/>
                    </a:lnTo>
                    <a:lnTo>
                      <a:pt x="1621635" y="1957128"/>
                    </a:lnTo>
                    <a:lnTo>
                      <a:pt x="1601569" y="1217379"/>
                    </a:lnTo>
                    <a:cubicBezTo>
                      <a:pt x="1338692" y="1131438"/>
                      <a:pt x="1146783" y="887145"/>
                      <a:pt x="1138847" y="594588"/>
                    </a:cubicBezTo>
                    <a:cubicBezTo>
                      <a:pt x="1132425" y="357828"/>
                      <a:pt x="1248029" y="146099"/>
                      <a:pt x="1428910" y="20243"/>
                    </a:cubicBezTo>
                    <a:lnTo>
                      <a:pt x="1447318" y="698863"/>
                    </a:lnTo>
                    <a:lnTo>
                      <a:pt x="2193594" y="678620"/>
                    </a:lnTo>
                    <a:lnTo>
                      <a:pt x="2175185" y="0"/>
                    </a:lnTo>
                    <a:cubicBezTo>
                      <a:pt x="2362624" y="115865"/>
                      <a:pt x="2489536" y="321015"/>
                      <a:pt x="2495958" y="557775"/>
                    </a:cubicBezTo>
                    <a:cubicBezTo>
                      <a:pt x="2503894" y="850332"/>
                      <a:pt x="2325511" y="1104670"/>
                      <a:pt x="2067679" y="1204735"/>
                    </a:cubicBezTo>
                    <a:lnTo>
                      <a:pt x="2087796" y="1946367"/>
                    </a:lnTo>
                    <a:lnTo>
                      <a:pt x="4285801" y="1895627"/>
                    </a:lnTo>
                    <a:lnTo>
                      <a:pt x="4285801" y="2543859"/>
                    </a:lnTo>
                    <a:lnTo>
                      <a:pt x="2102637" y="2493462"/>
                    </a:lnTo>
                    <a:lnTo>
                      <a:pt x="2130160" y="3508110"/>
                    </a:lnTo>
                    <a:cubicBezTo>
                      <a:pt x="2393037" y="3594051"/>
                      <a:pt x="2584946" y="3838344"/>
                      <a:pt x="2592882" y="4130902"/>
                    </a:cubicBezTo>
                    <a:cubicBezTo>
                      <a:pt x="2599304" y="4367662"/>
                      <a:pt x="2483700" y="4579391"/>
                      <a:pt x="2302820" y="4705247"/>
                    </a:cubicBezTo>
                    <a:lnTo>
                      <a:pt x="2284411" y="4026626"/>
                    </a:lnTo>
                    <a:lnTo>
                      <a:pt x="1538135" y="4046869"/>
                    </a:lnTo>
                    <a:lnTo>
                      <a:pt x="1556544" y="4725490"/>
                    </a:lnTo>
                    <a:cubicBezTo>
                      <a:pt x="1509684" y="4696524"/>
                      <a:pt x="1466607" y="4661977"/>
                      <a:pt x="1428251" y="4622752"/>
                    </a:cubicBezTo>
                    <a:close/>
                    <a:moveTo>
                      <a:pt x="44807" y="3562389"/>
                    </a:moveTo>
                    <a:cubicBezTo>
                      <a:pt x="25255" y="3542837"/>
                      <a:pt x="13162" y="3515827"/>
                      <a:pt x="13162" y="3485992"/>
                    </a:cubicBezTo>
                    <a:lnTo>
                      <a:pt x="13162" y="3053842"/>
                    </a:lnTo>
                    <a:cubicBezTo>
                      <a:pt x="13162" y="2994173"/>
                      <a:pt x="61534" y="2945801"/>
                      <a:pt x="121203" y="2945801"/>
                    </a:cubicBezTo>
                    <a:lnTo>
                      <a:pt x="757287" y="2945801"/>
                    </a:lnTo>
                    <a:cubicBezTo>
                      <a:pt x="816956" y="2945801"/>
                      <a:pt x="865328" y="2994173"/>
                      <a:pt x="865328" y="3053842"/>
                    </a:cubicBezTo>
                    <a:lnTo>
                      <a:pt x="865328" y="3485992"/>
                    </a:lnTo>
                    <a:cubicBezTo>
                      <a:pt x="865328" y="3545662"/>
                      <a:pt x="816956" y="3594033"/>
                      <a:pt x="757287" y="3594033"/>
                    </a:cubicBezTo>
                    <a:lnTo>
                      <a:pt x="121203" y="3594033"/>
                    </a:lnTo>
                    <a:cubicBezTo>
                      <a:pt x="91368" y="3594033"/>
                      <a:pt x="64358" y="3581940"/>
                      <a:pt x="44807" y="356238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749" name="Google Shape;2749;p55"/>
              <p:cNvSpPr/>
              <p:nvPr/>
            </p:nvSpPr>
            <p:spPr>
              <a:xfrm rot="-900000">
                <a:off x="7608221" y="2961416"/>
                <a:ext cx="392828" cy="319096"/>
              </a:xfrm>
              <a:custGeom>
                <a:rect b="b" l="l" r="r" t="t"/>
                <a:pathLst>
                  <a:path extrusionOk="0" h="3321003" w="4088377">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750" name="Google Shape;2750;p55"/>
              <p:cNvSpPr/>
              <p:nvPr/>
            </p:nvSpPr>
            <p:spPr>
              <a:xfrm flipH="1" rot="5400000">
                <a:off x="10824557" y="2917080"/>
                <a:ext cx="392828" cy="392828"/>
              </a:xfrm>
              <a:custGeom>
                <a:rect b="b" l="l" r="r" t="t"/>
                <a:pathLst>
                  <a:path extrusionOk="0" h="3786923" w="3287892">
                    <a:moveTo>
                      <a:pt x="2574092" y="3411971"/>
                    </a:moveTo>
                    <a:cubicBezTo>
                      <a:pt x="2577477" y="3551838"/>
                      <a:pt x="2489596" y="3681234"/>
                      <a:pt x="2347458" y="3745664"/>
                    </a:cubicBezTo>
                    <a:cubicBezTo>
                      <a:pt x="2228355" y="3799653"/>
                      <a:pt x="2086904" y="3800713"/>
                      <a:pt x="1966757" y="3748519"/>
                    </a:cubicBezTo>
                    <a:cubicBezTo>
                      <a:pt x="1823914" y="3686464"/>
                      <a:pt x="1733597" y="3559106"/>
                      <a:pt x="1733597" y="3419734"/>
                    </a:cubicBezTo>
                    <a:cubicBezTo>
                      <a:pt x="2013762" y="3417146"/>
                      <a:pt x="2293927" y="3414559"/>
                      <a:pt x="2574092" y="3411971"/>
                    </a:cubicBezTo>
                    <a:close/>
                    <a:moveTo>
                      <a:pt x="2574187" y="367189"/>
                    </a:moveTo>
                    <a:cubicBezTo>
                      <a:pt x="2294022" y="369777"/>
                      <a:pt x="2013857" y="372364"/>
                      <a:pt x="1733692" y="374952"/>
                    </a:cubicBezTo>
                    <a:cubicBezTo>
                      <a:pt x="1730307" y="235085"/>
                      <a:pt x="1818188" y="105689"/>
                      <a:pt x="1960326" y="41259"/>
                    </a:cubicBezTo>
                    <a:cubicBezTo>
                      <a:pt x="2079429" y="-12730"/>
                      <a:pt x="2220880" y="-13790"/>
                      <a:pt x="2341027" y="38404"/>
                    </a:cubicBezTo>
                    <a:cubicBezTo>
                      <a:pt x="2483870" y="100459"/>
                      <a:pt x="2574187" y="227817"/>
                      <a:pt x="2574187" y="367189"/>
                    </a:cubicBezTo>
                    <a:close/>
                    <a:moveTo>
                      <a:pt x="2688290" y="635445"/>
                    </a:moveTo>
                    <a:lnTo>
                      <a:pt x="2688290" y="1612884"/>
                    </a:lnTo>
                    <a:lnTo>
                      <a:pt x="1619492" y="1612884"/>
                    </a:lnTo>
                    <a:lnTo>
                      <a:pt x="1619492" y="1396859"/>
                    </a:lnTo>
                    <a:lnTo>
                      <a:pt x="201708" y="1396859"/>
                    </a:lnTo>
                    <a:cubicBezTo>
                      <a:pt x="90308" y="1396859"/>
                      <a:pt x="0" y="1306551"/>
                      <a:pt x="0" y="1195151"/>
                    </a:cubicBezTo>
                    <a:lnTo>
                      <a:pt x="0" y="907003"/>
                    </a:lnTo>
                    <a:cubicBezTo>
                      <a:pt x="0" y="795603"/>
                      <a:pt x="90308" y="705295"/>
                      <a:pt x="201708" y="705295"/>
                    </a:cubicBezTo>
                    <a:lnTo>
                      <a:pt x="1619492" y="705295"/>
                    </a:lnTo>
                    <a:lnTo>
                      <a:pt x="1619492" y="635445"/>
                    </a:lnTo>
                    <a:cubicBezTo>
                      <a:pt x="1619492" y="537063"/>
                      <a:pt x="1699247" y="457308"/>
                      <a:pt x="1797629" y="457308"/>
                    </a:cubicBezTo>
                    <a:lnTo>
                      <a:pt x="2510153" y="457308"/>
                    </a:lnTo>
                    <a:cubicBezTo>
                      <a:pt x="2608535" y="457308"/>
                      <a:pt x="2688290" y="537063"/>
                      <a:pt x="2688290" y="635445"/>
                    </a:cubicBezTo>
                    <a:close/>
                    <a:moveTo>
                      <a:pt x="3177333" y="2901044"/>
                    </a:moveTo>
                    <a:lnTo>
                      <a:pt x="1130451" y="2901044"/>
                    </a:lnTo>
                    <a:cubicBezTo>
                      <a:pt x="1350134" y="2526253"/>
                      <a:pt x="1481437" y="2165059"/>
                      <a:pt x="1605942" y="1684892"/>
                    </a:cubicBezTo>
                    <a:lnTo>
                      <a:pt x="2701842" y="1684892"/>
                    </a:lnTo>
                    <a:cubicBezTo>
                      <a:pt x="2809350" y="2117470"/>
                      <a:pt x="2933855" y="2516056"/>
                      <a:pt x="3177333" y="2901044"/>
                    </a:cubicBezTo>
                    <a:close/>
                    <a:moveTo>
                      <a:pt x="3287892" y="3137537"/>
                    </a:moveTo>
                    <a:lnTo>
                      <a:pt x="3287892" y="3248909"/>
                    </a:lnTo>
                    <a:cubicBezTo>
                      <a:pt x="3287892" y="3295849"/>
                      <a:pt x="3249839" y="3333902"/>
                      <a:pt x="3202899" y="3333902"/>
                    </a:cubicBezTo>
                    <a:lnTo>
                      <a:pt x="1104885" y="3333902"/>
                    </a:lnTo>
                    <a:cubicBezTo>
                      <a:pt x="1057945" y="3333902"/>
                      <a:pt x="1019892" y="3295849"/>
                      <a:pt x="1019892" y="3248909"/>
                    </a:cubicBezTo>
                    <a:lnTo>
                      <a:pt x="1019892" y="3137537"/>
                    </a:lnTo>
                    <a:cubicBezTo>
                      <a:pt x="1019892" y="3090597"/>
                      <a:pt x="1057945" y="3052544"/>
                      <a:pt x="1104885" y="3052544"/>
                    </a:cubicBezTo>
                    <a:lnTo>
                      <a:pt x="3202899" y="3052544"/>
                    </a:lnTo>
                    <a:cubicBezTo>
                      <a:pt x="3249839" y="3052544"/>
                      <a:pt x="3287892" y="3090597"/>
                      <a:pt x="3287892" y="313753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751" name="Google Shape;2751;p55"/>
              <p:cNvSpPr/>
              <p:nvPr/>
            </p:nvSpPr>
            <p:spPr>
              <a:xfrm>
                <a:off x="11062223" y="3784811"/>
                <a:ext cx="285020" cy="285020"/>
              </a:xfrm>
              <a:custGeom>
                <a:rect b="b" l="l" r="r" t="t"/>
                <a:pathLst>
                  <a:path extrusionOk="0" h="2964099" w="2801488">
                    <a:moveTo>
                      <a:pt x="1393788" y="2251706"/>
                    </a:moveTo>
                    <a:cubicBezTo>
                      <a:pt x="1338380" y="2251706"/>
                      <a:pt x="1293463" y="2296623"/>
                      <a:pt x="1293463" y="2352031"/>
                    </a:cubicBezTo>
                    <a:cubicBezTo>
                      <a:pt x="1293463" y="2407439"/>
                      <a:pt x="1338380" y="2452356"/>
                      <a:pt x="1393788" y="2452356"/>
                    </a:cubicBezTo>
                    <a:cubicBezTo>
                      <a:pt x="1449196" y="2452356"/>
                      <a:pt x="1494113" y="2407439"/>
                      <a:pt x="1494113" y="2352031"/>
                    </a:cubicBezTo>
                    <a:cubicBezTo>
                      <a:pt x="1494113" y="2296623"/>
                      <a:pt x="1449196" y="2251706"/>
                      <a:pt x="1393788" y="2251706"/>
                    </a:cubicBezTo>
                    <a:close/>
                    <a:moveTo>
                      <a:pt x="2189420" y="1936547"/>
                    </a:moveTo>
                    <a:cubicBezTo>
                      <a:pt x="1959955" y="1936547"/>
                      <a:pt x="1773936" y="2122566"/>
                      <a:pt x="1773936" y="2352031"/>
                    </a:cubicBezTo>
                    <a:cubicBezTo>
                      <a:pt x="1773936" y="2581496"/>
                      <a:pt x="1959955" y="2767515"/>
                      <a:pt x="2189420" y="2767515"/>
                    </a:cubicBezTo>
                    <a:cubicBezTo>
                      <a:pt x="2418885" y="2767515"/>
                      <a:pt x="2604904" y="2581496"/>
                      <a:pt x="2604904" y="2352031"/>
                    </a:cubicBezTo>
                    <a:cubicBezTo>
                      <a:pt x="2604904" y="2122566"/>
                      <a:pt x="2418885" y="1936547"/>
                      <a:pt x="2189420" y="1936547"/>
                    </a:cubicBezTo>
                    <a:close/>
                    <a:moveTo>
                      <a:pt x="612068" y="1936547"/>
                    </a:moveTo>
                    <a:cubicBezTo>
                      <a:pt x="382603" y="1936547"/>
                      <a:pt x="196584" y="2122566"/>
                      <a:pt x="196584" y="2352031"/>
                    </a:cubicBezTo>
                    <a:cubicBezTo>
                      <a:pt x="196584" y="2581496"/>
                      <a:pt x="382603" y="2767515"/>
                      <a:pt x="612068" y="2767515"/>
                    </a:cubicBezTo>
                    <a:cubicBezTo>
                      <a:pt x="841533" y="2767515"/>
                      <a:pt x="1027552" y="2581496"/>
                      <a:pt x="1027552" y="2352031"/>
                    </a:cubicBezTo>
                    <a:cubicBezTo>
                      <a:pt x="1027552" y="2122566"/>
                      <a:pt x="841533" y="1936547"/>
                      <a:pt x="612068" y="1936547"/>
                    </a:cubicBezTo>
                    <a:close/>
                    <a:moveTo>
                      <a:pt x="845776" y="315"/>
                    </a:moveTo>
                    <a:cubicBezTo>
                      <a:pt x="1032101" y="7965"/>
                      <a:pt x="1181399" y="153129"/>
                      <a:pt x="1195696" y="335717"/>
                    </a:cubicBezTo>
                    <a:lnTo>
                      <a:pt x="1198885" y="335806"/>
                    </a:lnTo>
                    <a:lnTo>
                      <a:pt x="1198706" y="366401"/>
                    </a:lnTo>
                    <a:cubicBezTo>
                      <a:pt x="1198883" y="367005"/>
                      <a:pt x="1198884" y="367612"/>
                      <a:pt x="1198884" y="368218"/>
                    </a:cubicBezTo>
                    <a:lnTo>
                      <a:pt x="1198695" y="368210"/>
                    </a:lnTo>
                    <a:lnTo>
                      <a:pt x="1197421" y="585651"/>
                    </a:lnTo>
                    <a:cubicBezTo>
                      <a:pt x="1245519" y="531733"/>
                      <a:pt x="1316597" y="499778"/>
                      <a:pt x="1394104" y="502960"/>
                    </a:cubicBezTo>
                    <a:cubicBezTo>
                      <a:pt x="1472998" y="506199"/>
                      <a:pt x="1542269" y="545176"/>
                      <a:pt x="1585751" y="604519"/>
                    </a:cubicBezTo>
                    <a:cubicBezTo>
                      <a:pt x="1585226" y="514948"/>
                      <a:pt x="1584701" y="425377"/>
                      <a:pt x="1584176" y="335806"/>
                    </a:cubicBezTo>
                    <a:lnTo>
                      <a:pt x="1585829" y="335760"/>
                    </a:lnTo>
                    <a:cubicBezTo>
                      <a:pt x="1602915" y="140060"/>
                      <a:pt x="1770945" y="-7755"/>
                      <a:pt x="1967493" y="315"/>
                    </a:cubicBezTo>
                    <a:cubicBezTo>
                      <a:pt x="2146853" y="7679"/>
                      <a:pt x="2291902" y="142468"/>
                      <a:pt x="2315427" y="315465"/>
                    </a:cubicBezTo>
                    <a:lnTo>
                      <a:pt x="2320109" y="315335"/>
                    </a:lnTo>
                    <a:lnTo>
                      <a:pt x="2729306" y="2069418"/>
                    </a:lnTo>
                    <a:cubicBezTo>
                      <a:pt x="2776307" y="2152970"/>
                      <a:pt x="2801488" y="2249560"/>
                      <a:pt x="2801488" y="2352031"/>
                    </a:cubicBezTo>
                    <a:cubicBezTo>
                      <a:pt x="2801488" y="2690067"/>
                      <a:pt x="2527456" y="2964099"/>
                      <a:pt x="2189420" y="2964099"/>
                    </a:cubicBezTo>
                    <a:cubicBezTo>
                      <a:pt x="1922036" y="2964099"/>
                      <a:pt x="1694697" y="2792645"/>
                      <a:pt x="1613824" y="2552817"/>
                    </a:cubicBezTo>
                    <a:cubicBezTo>
                      <a:pt x="1559905" y="2613347"/>
                      <a:pt x="1481232" y="2650901"/>
                      <a:pt x="1393788" y="2650901"/>
                    </a:cubicBezTo>
                    <a:cubicBezTo>
                      <a:pt x="1311973" y="2650901"/>
                      <a:pt x="1237837" y="2618027"/>
                      <a:pt x="1183996" y="2564635"/>
                    </a:cubicBezTo>
                    <a:cubicBezTo>
                      <a:pt x="1099341" y="2798210"/>
                      <a:pt x="875077" y="2964099"/>
                      <a:pt x="612068" y="2964099"/>
                    </a:cubicBezTo>
                    <a:cubicBezTo>
                      <a:pt x="274032" y="2964099"/>
                      <a:pt x="0" y="2690067"/>
                      <a:pt x="0" y="2352031"/>
                    </a:cubicBezTo>
                    <a:cubicBezTo>
                      <a:pt x="0" y="2288533"/>
                      <a:pt x="9669" y="2227293"/>
                      <a:pt x="30466" y="2170591"/>
                    </a:cubicBezTo>
                    <a:lnTo>
                      <a:pt x="30153" y="2170591"/>
                    </a:lnTo>
                    <a:lnTo>
                      <a:pt x="462952" y="315335"/>
                    </a:lnTo>
                    <a:lnTo>
                      <a:pt x="467801" y="315470"/>
                    </a:lnTo>
                    <a:cubicBezTo>
                      <a:pt x="493068" y="129842"/>
                      <a:pt x="656149" y="-7470"/>
                      <a:pt x="845776" y="3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752" name="Google Shape;2752;p55"/>
              <p:cNvSpPr/>
              <p:nvPr/>
            </p:nvSpPr>
            <p:spPr>
              <a:xfrm>
                <a:off x="8077159" y="2346892"/>
                <a:ext cx="392828" cy="303948"/>
              </a:xfrm>
              <a:custGeom>
                <a:rect b="b" l="l" r="r" t="t"/>
                <a:pathLst>
                  <a:path extrusionOk="0" h="3064028" w="3960000">
                    <a:moveTo>
                      <a:pt x="1955333" y="1285185"/>
                    </a:moveTo>
                    <a:cubicBezTo>
                      <a:pt x="2192176" y="1285185"/>
                      <a:pt x="2384176" y="1477185"/>
                      <a:pt x="2384176" y="1714028"/>
                    </a:cubicBezTo>
                    <a:cubicBezTo>
                      <a:pt x="2384176" y="1950871"/>
                      <a:pt x="2192176" y="2142871"/>
                      <a:pt x="1955333" y="2142871"/>
                    </a:cubicBezTo>
                    <a:cubicBezTo>
                      <a:pt x="1718490" y="2142871"/>
                      <a:pt x="1526490" y="1950871"/>
                      <a:pt x="1526490" y="1714028"/>
                    </a:cubicBezTo>
                    <a:cubicBezTo>
                      <a:pt x="1526490" y="1477185"/>
                      <a:pt x="1718490" y="1285185"/>
                      <a:pt x="1955333" y="1285185"/>
                    </a:cubicBezTo>
                    <a:close/>
                    <a:moveTo>
                      <a:pt x="1955333" y="1074136"/>
                    </a:moveTo>
                    <a:cubicBezTo>
                      <a:pt x="1601930" y="1074136"/>
                      <a:pt x="1315441" y="1360625"/>
                      <a:pt x="1315441" y="1714028"/>
                    </a:cubicBezTo>
                    <a:cubicBezTo>
                      <a:pt x="1315441" y="2067431"/>
                      <a:pt x="1601930" y="2353920"/>
                      <a:pt x="1955333" y="2353920"/>
                    </a:cubicBezTo>
                    <a:cubicBezTo>
                      <a:pt x="2308736" y="2353920"/>
                      <a:pt x="2595225" y="2067431"/>
                      <a:pt x="2595225" y="1714028"/>
                    </a:cubicBezTo>
                    <a:cubicBezTo>
                      <a:pt x="2595225" y="1360625"/>
                      <a:pt x="2308736" y="1074136"/>
                      <a:pt x="1955333" y="1074136"/>
                    </a:cubicBezTo>
                    <a:close/>
                    <a:moveTo>
                      <a:pt x="1955333" y="849503"/>
                    </a:moveTo>
                    <a:cubicBezTo>
                      <a:pt x="2432797" y="849503"/>
                      <a:pt x="2819858" y="1236564"/>
                      <a:pt x="2819858" y="1714028"/>
                    </a:cubicBezTo>
                    <a:cubicBezTo>
                      <a:pt x="2819858" y="2191492"/>
                      <a:pt x="2432797" y="2578553"/>
                      <a:pt x="1955333" y="2578553"/>
                    </a:cubicBezTo>
                    <a:cubicBezTo>
                      <a:pt x="1477869" y="2578553"/>
                      <a:pt x="1090808" y="2191492"/>
                      <a:pt x="1090808" y="1714028"/>
                    </a:cubicBezTo>
                    <a:cubicBezTo>
                      <a:pt x="1090808" y="1236564"/>
                      <a:pt x="1477869" y="849503"/>
                      <a:pt x="1955333" y="849503"/>
                    </a:cubicBezTo>
                    <a:close/>
                    <a:moveTo>
                      <a:pt x="3253503" y="756254"/>
                    </a:moveTo>
                    <a:cubicBezTo>
                      <a:pt x="3162525" y="756254"/>
                      <a:pt x="3088773" y="830006"/>
                      <a:pt x="3088773" y="920984"/>
                    </a:cubicBezTo>
                    <a:cubicBezTo>
                      <a:pt x="3088773" y="1011962"/>
                      <a:pt x="3162525" y="1085714"/>
                      <a:pt x="3253503" y="1085714"/>
                    </a:cubicBezTo>
                    <a:cubicBezTo>
                      <a:pt x="3344481" y="1085714"/>
                      <a:pt x="3418233" y="1011962"/>
                      <a:pt x="3418233" y="920984"/>
                    </a:cubicBezTo>
                    <a:cubicBezTo>
                      <a:pt x="3418233" y="830006"/>
                      <a:pt x="3344481" y="756254"/>
                      <a:pt x="3253503" y="756254"/>
                    </a:cubicBezTo>
                    <a:close/>
                    <a:moveTo>
                      <a:pt x="1955333" y="744677"/>
                    </a:moveTo>
                    <a:cubicBezTo>
                      <a:pt x="1419975" y="744677"/>
                      <a:pt x="985982" y="1178670"/>
                      <a:pt x="985982" y="1714028"/>
                    </a:cubicBezTo>
                    <a:cubicBezTo>
                      <a:pt x="985982" y="2249386"/>
                      <a:pt x="1419975" y="2683379"/>
                      <a:pt x="1955333" y="2683379"/>
                    </a:cubicBezTo>
                    <a:cubicBezTo>
                      <a:pt x="2490691" y="2683379"/>
                      <a:pt x="2924684" y="2249386"/>
                      <a:pt x="2924684" y="1714028"/>
                    </a:cubicBezTo>
                    <a:cubicBezTo>
                      <a:pt x="2924684" y="1178670"/>
                      <a:pt x="2490691" y="744677"/>
                      <a:pt x="1955333" y="744677"/>
                    </a:cubicBezTo>
                    <a:close/>
                    <a:moveTo>
                      <a:pt x="1333922" y="0"/>
                    </a:moveTo>
                    <a:lnTo>
                      <a:pt x="2626078" y="0"/>
                    </a:lnTo>
                    <a:lnTo>
                      <a:pt x="2717085" y="364028"/>
                    </a:lnTo>
                    <a:lnTo>
                      <a:pt x="3699990" y="364028"/>
                    </a:lnTo>
                    <a:cubicBezTo>
                      <a:pt x="3843590" y="364028"/>
                      <a:pt x="3960000" y="480438"/>
                      <a:pt x="3960000" y="624038"/>
                    </a:cubicBezTo>
                    <a:lnTo>
                      <a:pt x="3960000" y="2804018"/>
                    </a:lnTo>
                    <a:cubicBezTo>
                      <a:pt x="3960000" y="2947618"/>
                      <a:pt x="3843590" y="3064028"/>
                      <a:pt x="3699990" y="3064028"/>
                    </a:cubicBezTo>
                    <a:lnTo>
                      <a:pt x="260010" y="3064028"/>
                    </a:lnTo>
                    <a:cubicBezTo>
                      <a:pt x="116410" y="3064028"/>
                      <a:pt x="0" y="2947618"/>
                      <a:pt x="0" y="2804018"/>
                    </a:cubicBezTo>
                    <a:lnTo>
                      <a:pt x="0" y="624038"/>
                    </a:lnTo>
                    <a:cubicBezTo>
                      <a:pt x="0" y="480438"/>
                      <a:pt x="116410" y="364028"/>
                      <a:pt x="260010" y="364028"/>
                    </a:cubicBezTo>
                    <a:lnTo>
                      <a:pt x="443165" y="364028"/>
                    </a:lnTo>
                    <a:lnTo>
                      <a:pt x="443165" y="237982"/>
                    </a:lnTo>
                    <a:cubicBezTo>
                      <a:pt x="443165" y="195266"/>
                      <a:pt x="477794" y="160637"/>
                      <a:pt x="520510" y="160637"/>
                    </a:cubicBezTo>
                    <a:lnTo>
                      <a:pt x="1049896" y="160637"/>
                    </a:lnTo>
                    <a:cubicBezTo>
                      <a:pt x="1092612" y="160637"/>
                      <a:pt x="1127241" y="195266"/>
                      <a:pt x="1127241" y="237982"/>
                    </a:cubicBezTo>
                    <a:lnTo>
                      <a:pt x="1127241" y="364028"/>
                    </a:lnTo>
                    <a:lnTo>
                      <a:pt x="1242915" y="364028"/>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753" name="Google Shape;2753;p55"/>
              <p:cNvSpPr/>
              <p:nvPr/>
            </p:nvSpPr>
            <p:spPr>
              <a:xfrm>
                <a:off x="8560619" y="5355763"/>
                <a:ext cx="372889" cy="259826"/>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754" name="Google Shape;2754;p55"/>
              <p:cNvSpPr/>
              <p:nvPr/>
            </p:nvSpPr>
            <p:spPr>
              <a:xfrm rot="2498363">
                <a:off x="8831623" y="1920263"/>
                <a:ext cx="392828" cy="392828"/>
              </a:xfrm>
              <a:custGeom>
                <a:rect b="b" l="l" r="r" t="t"/>
                <a:pathLst>
                  <a:path extrusionOk="0" h="3938940" w="3860438">
                    <a:moveTo>
                      <a:pt x="1862067" y="2433815"/>
                    </a:moveTo>
                    <a:lnTo>
                      <a:pt x="1970067" y="2433815"/>
                    </a:lnTo>
                    <a:lnTo>
                      <a:pt x="1970067" y="3362873"/>
                    </a:lnTo>
                    <a:lnTo>
                      <a:pt x="2004792" y="3362873"/>
                    </a:lnTo>
                    <a:lnTo>
                      <a:pt x="2004792" y="3650907"/>
                    </a:lnTo>
                    <a:cubicBezTo>
                      <a:pt x="2004792" y="3808349"/>
                      <a:pt x="1878374" y="3936619"/>
                      <a:pt x="1720949" y="3938909"/>
                    </a:cubicBezTo>
                    <a:cubicBezTo>
                      <a:pt x="1564029" y="3941192"/>
                      <a:pt x="1434265" y="3817458"/>
                      <a:pt x="1429045" y="3660794"/>
                    </a:cubicBezTo>
                    <a:lnTo>
                      <a:pt x="1428727" y="3660794"/>
                    </a:lnTo>
                    <a:lnTo>
                      <a:pt x="1428727" y="3588794"/>
                    </a:lnTo>
                    <a:cubicBezTo>
                      <a:pt x="1428727" y="3549029"/>
                      <a:pt x="1460962" y="3516794"/>
                      <a:pt x="1500727" y="3516794"/>
                    </a:cubicBezTo>
                    <a:lnTo>
                      <a:pt x="1536727" y="3516794"/>
                    </a:lnTo>
                    <a:cubicBezTo>
                      <a:pt x="1576492" y="3516794"/>
                      <a:pt x="1608727" y="3549029"/>
                      <a:pt x="1608727" y="3588794"/>
                    </a:cubicBezTo>
                    <a:lnTo>
                      <a:pt x="1608727" y="3654789"/>
                    </a:lnTo>
                    <a:cubicBezTo>
                      <a:pt x="1610687" y="3713589"/>
                      <a:pt x="1659418" y="3760001"/>
                      <a:pt x="1718334" y="3759144"/>
                    </a:cubicBezTo>
                    <a:cubicBezTo>
                      <a:pt x="1777498" y="3758284"/>
                      <a:pt x="1825008" y="3710077"/>
                      <a:pt x="1825008" y="3650907"/>
                    </a:cubicBezTo>
                    <a:lnTo>
                      <a:pt x="1824792" y="3650907"/>
                    </a:lnTo>
                    <a:lnTo>
                      <a:pt x="1824792" y="3362873"/>
                    </a:lnTo>
                    <a:lnTo>
                      <a:pt x="1862067" y="3362873"/>
                    </a:lnTo>
                    <a:close/>
                    <a:moveTo>
                      <a:pt x="1963773" y="341826"/>
                    </a:moveTo>
                    <a:cubicBezTo>
                      <a:pt x="2603866" y="1105515"/>
                      <a:pt x="2803203" y="1464631"/>
                      <a:pt x="2867684" y="2396069"/>
                    </a:cubicBezTo>
                    <a:cubicBezTo>
                      <a:pt x="2523234" y="2107144"/>
                      <a:pt x="2324834" y="2107144"/>
                      <a:pt x="1967684" y="2396069"/>
                    </a:cubicBezTo>
                    <a:cubicBezTo>
                      <a:pt x="1966380" y="1713514"/>
                      <a:pt x="1965077" y="1024381"/>
                      <a:pt x="1963773" y="341826"/>
                    </a:cubicBezTo>
                    <a:close/>
                    <a:moveTo>
                      <a:pt x="1882676" y="341826"/>
                    </a:moveTo>
                    <a:cubicBezTo>
                      <a:pt x="1881372" y="1024381"/>
                      <a:pt x="1880069" y="1713514"/>
                      <a:pt x="1878765" y="2396069"/>
                    </a:cubicBezTo>
                    <a:cubicBezTo>
                      <a:pt x="1521615" y="2107144"/>
                      <a:pt x="1323215" y="2107144"/>
                      <a:pt x="978765" y="2396069"/>
                    </a:cubicBezTo>
                    <a:cubicBezTo>
                      <a:pt x="1043246" y="1464631"/>
                      <a:pt x="1242583" y="1105515"/>
                      <a:pt x="1882676" y="341826"/>
                    </a:cubicBezTo>
                    <a:close/>
                    <a:moveTo>
                      <a:pt x="2058573" y="335248"/>
                    </a:moveTo>
                    <a:cubicBezTo>
                      <a:pt x="3026489" y="598978"/>
                      <a:pt x="3714825" y="1273857"/>
                      <a:pt x="3860438" y="2396070"/>
                    </a:cubicBezTo>
                    <a:cubicBezTo>
                      <a:pt x="3515988" y="2107145"/>
                      <a:pt x="3317588" y="2107145"/>
                      <a:pt x="2960438" y="2396070"/>
                    </a:cubicBezTo>
                    <a:cubicBezTo>
                      <a:pt x="2910892" y="1313327"/>
                      <a:pt x="2647549" y="1036442"/>
                      <a:pt x="2058573" y="335248"/>
                    </a:cubicBezTo>
                    <a:close/>
                    <a:moveTo>
                      <a:pt x="1801865" y="335248"/>
                    </a:moveTo>
                    <a:cubicBezTo>
                      <a:pt x="1212889" y="1036442"/>
                      <a:pt x="949546" y="1313327"/>
                      <a:pt x="900000" y="2396070"/>
                    </a:cubicBezTo>
                    <a:cubicBezTo>
                      <a:pt x="542850" y="2107145"/>
                      <a:pt x="344450" y="2107145"/>
                      <a:pt x="0" y="2396070"/>
                    </a:cubicBezTo>
                    <a:cubicBezTo>
                      <a:pt x="145613" y="1273857"/>
                      <a:pt x="833949" y="598978"/>
                      <a:pt x="1801865" y="335248"/>
                    </a:cubicBezTo>
                    <a:close/>
                    <a:moveTo>
                      <a:pt x="1902679" y="0"/>
                    </a:moveTo>
                    <a:lnTo>
                      <a:pt x="1929455" y="0"/>
                    </a:lnTo>
                    <a:lnTo>
                      <a:pt x="1970067" y="288000"/>
                    </a:lnTo>
                    <a:lnTo>
                      <a:pt x="1862067" y="288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755" name="Google Shape;2755;p55"/>
              <p:cNvSpPr/>
              <p:nvPr/>
            </p:nvSpPr>
            <p:spPr>
              <a:xfrm rot="-2129845">
                <a:off x="10110329" y="1972655"/>
                <a:ext cx="132806" cy="502999"/>
              </a:xfrm>
              <a:custGeom>
                <a:rect b="b" l="l" r="r" t="t"/>
                <a:pathLst>
                  <a:path extrusionOk="0" h="5014044" w="1323851">
                    <a:moveTo>
                      <a:pt x="797140" y="4503940"/>
                    </a:moveTo>
                    <a:cubicBezTo>
                      <a:pt x="732770" y="4439570"/>
                      <a:pt x="628407" y="4439570"/>
                      <a:pt x="564037" y="4503940"/>
                    </a:cubicBezTo>
                    <a:cubicBezTo>
                      <a:pt x="499667" y="4568310"/>
                      <a:pt x="499667" y="4672672"/>
                      <a:pt x="564037" y="4737042"/>
                    </a:cubicBezTo>
                    <a:cubicBezTo>
                      <a:pt x="628407" y="4801412"/>
                      <a:pt x="732770" y="4801413"/>
                      <a:pt x="797140" y="4737043"/>
                    </a:cubicBezTo>
                    <a:cubicBezTo>
                      <a:pt x="861510" y="4672673"/>
                      <a:pt x="861510" y="4568310"/>
                      <a:pt x="797140" y="4503940"/>
                    </a:cubicBezTo>
                    <a:close/>
                    <a:moveTo>
                      <a:pt x="1019859" y="4396571"/>
                    </a:moveTo>
                    <a:lnTo>
                      <a:pt x="1019859" y="4844408"/>
                    </a:lnTo>
                    <a:lnTo>
                      <a:pt x="680589" y="5014044"/>
                    </a:lnTo>
                    <a:lnTo>
                      <a:pt x="341319" y="4844409"/>
                    </a:lnTo>
                    <a:lnTo>
                      <a:pt x="341319" y="4396572"/>
                    </a:lnTo>
                    <a:lnTo>
                      <a:pt x="680589" y="4226937"/>
                    </a:lnTo>
                    <a:close/>
                    <a:moveTo>
                      <a:pt x="800624" y="237293"/>
                    </a:moveTo>
                    <a:cubicBezTo>
                      <a:pt x="730322" y="166991"/>
                      <a:pt x="616339" y="166991"/>
                      <a:pt x="546037" y="237293"/>
                    </a:cubicBezTo>
                    <a:cubicBezTo>
                      <a:pt x="475735" y="307595"/>
                      <a:pt x="475735" y="421577"/>
                      <a:pt x="546037" y="491879"/>
                    </a:cubicBezTo>
                    <a:cubicBezTo>
                      <a:pt x="616339" y="562181"/>
                      <a:pt x="730322" y="562181"/>
                      <a:pt x="800624" y="491879"/>
                    </a:cubicBezTo>
                    <a:cubicBezTo>
                      <a:pt x="870926" y="421577"/>
                      <a:pt x="870926" y="307595"/>
                      <a:pt x="800624" y="237293"/>
                    </a:cubicBezTo>
                    <a:close/>
                    <a:moveTo>
                      <a:pt x="1079384" y="68015"/>
                    </a:moveTo>
                    <a:cubicBezTo>
                      <a:pt x="1121407" y="110039"/>
                      <a:pt x="1147399" y="168093"/>
                      <a:pt x="1147399" y="232219"/>
                    </a:cubicBezTo>
                    <a:cubicBezTo>
                      <a:pt x="1147399" y="1159793"/>
                      <a:pt x="1034554" y="2087367"/>
                      <a:pt x="1023948" y="3014957"/>
                    </a:cubicBezTo>
                    <a:cubicBezTo>
                      <a:pt x="1133082" y="3060182"/>
                      <a:pt x="1235152" y="3127360"/>
                      <a:pt x="1323851" y="3216059"/>
                    </a:cubicBezTo>
                    <a:cubicBezTo>
                      <a:pt x="1689423" y="3581630"/>
                      <a:pt x="1689423" y="4174338"/>
                      <a:pt x="1323851" y="4539910"/>
                    </a:cubicBezTo>
                    <a:cubicBezTo>
                      <a:pt x="1261218" y="4602543"/>
                      <a:pt x="1191917" y="4654446"/>
                      <a:pt x="1117803" y="4694845"/>
                    </a:cubicBezTo>
                    <a:lnTo>
                      <a:pt x="1117303" y="3872699"/>
                    </a:lnTo>
                    <a:lnTo>
                      <a:pt x="684319" y="3565900"/>
                    </a:lnTo>
                    <a:lnTo>
                      <a:pt x="251709" y="3873225"/>
                    </a:lnTo>
                    <a:lnTo>
                      <a:pt x="252223" y="4718882"/>
                    </a:lnTo>
                    <a:cubicBezTo>
                      <a:pt x="160837" y="4675423"/>
                      <a:pt x="75567" y="4615476"/>
                      <a:pt x="0" y="4539910"/>
                    </a:cubicBezTo>
                    <a:cubicBezTo>
                      <a:pt x="-365571" y="4174338"/>
                      <a:pt x="-365571" y="3581630"/>
                      <a:pt x="0" y="3216059"/>
                    </a:cubicBezTo>
                    <a:cubicBezTo>
                      <a:pt x="100968" y="3115091"/>
                      <a:pt x="219261" y="3042010"/>
                      <a:pt x="345675" y="2997831"/>
                    </a:cubicBezTo>
                    <a:lnTo>
                      <a:pt x="211295" y="232219"/>
                    </a:lnTo>
                    <a:cubicBezTo>
                      <a:pt x="211295" y="103968"/>
                      <a:pt x="315263" y="0"/>
                      <a:pt x="443514" y="0"/>
                    </a:cubicBezTo>
                    <a:lnTo>
                      <a:pt x="915180" y="0"/>
                    </a:lnTo>
                    <a:cubicBezTo>
                      <a:pt x="979305" y="0"/>
                      <a:pt x="1037360" y="25992"/>
                      <a:pt x="1079384" y="680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756" name="Google Shape;2756;p55"/>
              <p:cNvSpPr/>
              <p:nvPr/>
            </p:nvSpPr>
            <p:spPr>
              <a:xfrm rot="-8100000">
                <a:off x="9503918" y="5364438"/>
                <a:ext cx="71616" cy="502304"/>
              </a:xfrm>
              <a:custGeom>
                <a:rect b="b" l="l" r="r" t="t"/>
                <a:pathLst>
                  <a:path extrusionOk="0" h="460327" w="65631">
                    <a:moveTo>
                      <a:pt x="42919" y="215685"/>
                    </a:moveTo>
                    <a:lnTo>
                      <a:pt x="22708" y="215685"/>
                    </a:lnTo>
                    <a:lnTo>
                      <a:pt x="0" y="185855"/>
                    </a:lnTo>
                    <a:lnTo>
                      <a:pt x="3" y="185856"/>
                    </a:lnTo>
                    <a:lnTo>
                      <a:pt x="3" y="32814"/>
                    </a:lnTo>
                    <a:cubicBezTo>
                      <a:pt x="3" y="14690"/>
                      <a:pt x="14694" y="0"/>
                      <a:pt x="32817" y="0"/>
                    </a:cubicBezTo>
                    <a:cubicBezTo>
                      <a:pt x="50940" y="0"/>
                      <a:pt x="65631" y="14690"/>
                      <a:pt x="65631" y="32814"/>
                    </a:cubicBezTo>
                    <a:lnTo>
                      <a:pt x="65631" y="185856"/>
                    </a:lnTo>
                    <a:lnTo>
                      <a:pt x="65626" y="185856"/>
                    </a:lnTo>
                    <a:close/>
                    <a:moveTo>
                      <a:pt x="57234" y="460327"/>
                    </a:moveTo>
                    <a:lnTo>
                      <a:pt x="11300" y="460327"/>
                    </a:lnTo>
                    <a:lnTo>
                      <a:pt x="11300" y="366559"/>
                    </a:lnTo>
                    <a:cubicBezTo>
                      <a:pt x="13577" y="349655"/>
                      <a:pt x="25635" y="358815"/>
                      <a:pt x="25452" y="346112"/>
                    </a:cubicBezTo>
                    <a:cubicBezTo>
                      <a:pt x="25288" y="302926"/>
                      <a:pt x="25124" y="259739"/>
                      <a:pt x="24960" y="216553"/>
                    </a:cubicBezTo>
                    <a:lnTo>
                      <a:pt x="42858" y="216553"/>
                    </a:lnTo>
                    <a:cubicBezTo>
                      <a:pt x="42694" y="259576"/>
                      <a:pt x="42530" y="302598"/>
                      <a:pt x="42366" y="345621"/>
                    </a:cubicBezTo>
                    <a:cubicBezTo>
                      <a:pt x="39843" y="359799"/>
                      <a:pt x="54756" y="347441"/>
                      <a:pt x="57234" y="36655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757" name="Google Shape;2757;p55"/>
              <p:cNvSpPr/>
              <p:nvPr/>
            </p:nvSpPr>
            <p:spPr>
              <a:xfrm>
                <a:off x="10146073" y="5282722"/>
                <a:ext cx="141778" cy="392828"/>
              </a:xfrm>
              <a:custGeom>
                <a:rect b="b" l="l" r="r" t="t"/>
                <a:pathLst>
                  <a:path extrusionOk="0" h="3871427" w="1397263">
                    <a:moveTo>
                      <a:pt x="698631" y="1778701"/>
                    </a:moveTo>
                    <a:cubicBezTo>
                      <a:pt x="609151" y="1778701"/>
                      <a:pt x="536613" y="1851239"/>
                      <a:pt x="536613" y="1940719"/>
                    </a:cubicBezTo>
                    <a:cubicBezTo>
                      <a:pt x="536613" y="2030199"/>
                      <a:pt x="609151" y="2102737"/>
                      <a:pt x="698631" y="2102737"/>
                    </a:cubicBezTo>
                    <a:cubicBezTo>
                      <a:pt x="788111" y="2102737"/>
                      <a:pt x="860649" y="2030199"/>
                      <a:pt x="860649" y="1940719"/>
                    </a:cubicBezTo>
                    <a:cubicBezTo>
                      <a:pt x="860649" y="1851239"/>
                      <a:pt x="788111" y="1778701"/>
                      <a:pt x="698631" y="1778701"/>
                    </a:cubicBezTo>
                    <a:close/>
                    <a:moveTo>
                      <a:pt x="999594" y="0"/>
                    </a:moveTo>
                    <a:lnTo>
                      <a:pt x="1321063" y="0"/>
                    </a:lnTo>
                    <a:lnTo>
                      <a:pt x="1390119" y="95250"/>
                    </a:lnTo>
                    <a:cubicBezTo>
                      <a:pt x="1392500" y="284956"/>
                      <a:pt x="1394882" y="474663"/>
                      <a:pt x="1397263" y="664369"/>
                    </a:cubicBezTo>
                    <a:lnTo>
                      <a:pt x="1256769" y="833438"/>
                    </a:lnTo>
                    <a:lnTo>
                      <a:pt x="921013" y="978694"/>
                    </a:lnTo>
                    <a:lnTo>
                      <a:pt x="913199" y="978651"/>
                    </a:lnTo>
                    <a:lnTo>
                      <a:pt x="913199" y="1700779"/>
                    </a:lnTo>
                    <a:cubicBezTo>
                      <a:pt x="979823" y="1759212"/>
                      <a:pt x="1021211" y="1845132"/>
                      <a:pt x="1021211" y="1940719"/>
                    </a:cubicBezTo>
                    <a:cubicBezTo>
                      <a:pt x="1021211" y="2036306"/>
                      <a:pt x="979823" y="2122226"/>
                      <a:pt x="913199" y="2180659"/>
                    </a:cubicBezTo>
                    <a:lnTo>
                      <a:pt x="913199" y="2896482"/>
                    </a:lnTo>
                    <a:lnTo>
                      <a:pt x="1238250" y="3021320"/>
                    </a:lnTo>
                    <a:lnTo>
                      <a:pt x="1390650" y="3199914"/>
                    </a:lnTo>
                    <a:lnTo>
                      <a:pt x="1393032" y="3764270"/>
                    </a:lnTo>
                    <a:lnTo>
                      <a:pt x="1316832" y="3869045"/>
                    </a:lnTo>
                    <a:lnTo>
                      <a:pt x="997744" y="3869045"/>
                    </a:lnTo>
                    <a:lnTo>
                      <a:pt x="995363" y="3276114"/>
                    </a:lnTo>
                    <a:lnTo>
                      <a:pt x="700088" y="3111808"/>
                    </a:lnTo>
                    <a:lnTo>
                      <a:pt x="409575" y="3288020"/>
                    </a:lnTo>
                    <a:lnTo>
                      <a:pt x="397669" y="3871427"/>
                    </a:lnTo>
                    <a:lnTo>
                      <a:pt x="76200" y="3871427"/>
                    </a:lnTo>
                    <a:lnTo>
                      <a:pt x="7144" y="3776177"/>
                    </a:lnTo>
                    <a:cubicBezTo>
                      <a:pt x="4763" y="3586471"/>
                      <a:pt x="2381" y="3396764"/>
                      <a:pt x="0" y="3207058"/>
                    </a:cubicBezTo>
                    <a:lnTo>
                      <a:pt x="140494" y="3037989"/>
                    </a:lnTo>
                    <a:lnTo>
                      <a:pt x="476250" y="2892733"/>
                    </a:lnTo>
                    <a:lnTo>
                      <a:pt x="481151" y="2892760"/>
                    </a:lnTo>
                    <a:lnTo>
                      <a:pt x="481151" y="2180659"/>
                    </a:lnTo>
                    <a:cubicBezTo>
                      <a:pt x="414527" y="2122226"/>
                      <a:pt x="373139" y="2036306"/>
                      <a:pt x="373139" y="1940719"/>
                    </a:cubicBezTo>
                    <a:cubicBezTo>
                      <a:pt x="373139" y="1845132"/>
                      <a:pt x="414527" y="1759212"/>
                      <a:pt x="481151" y="1700779"/>
                    </a:cubicBezTo>
                    <a:lnTo>
                      <a:pt x="481151" y="973827"/>
                    </a:lnTo>
                    <a:lnTo>
                      <a:pt x="159013" y="850107"/>
                    </a:lnTo>
                    <a:lnTo>
                      <a:pt x="6613" y="671513"/>
                    </a:lnTo>
                    <a:lnTo>
                      <a:pt x="4231" y="107157"/>
                    </a:lnTo>
                    <a:lnTo>
                      <a:pt x="80431" y="2382"/>
                    </a:lnTo>
                    <a:lnTo>
                      <a:pt x="399519" y="2382"/>
                    </a:lnTo>
                    <a:cubicBezTo>
                      <a:pt x="400313" y="198438"/>
                      <a:pt x="401106" y="396875"/>
                      <a:pt x="401900" y="595313"/>
                    </a:cubicBezTo>
                    <a:lnTo>
                      <a:pt x="697175" y="759619"/>
                    </a:lnTo>
                    <a:lnTo>
                      <a:pt x="987688" y="583407"/>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758" name="Google Shape;2758;p55"/>
              <p:cNvSpPr/>
              <p:nvPr/>
            </p:nvSpPr>
            <p:spPr>
              <a:xfrm rot="10800000">
                <a:off x="9233259" y="1922064"/>
                <a:ext cx="351266" cy="351266"/>
              </a:xfrm>
              <a:custGeom>
                <a:rect b="b" l="l" r="r" t="t"/>
                <a:pathLst>
                  <a:path extrusionOk="0" h="3915008" w="3982665">
                    <a:moveTo>
                      <a:pt x="0" y="2664000"/>
                    </a:moveTo>
                    <a:lnTo>
                      <a:pt x="1911318" y="72000"/>
                    </a:lnTo>
                    <a:lnTo>
                      <a:pt x="1142725" y="2655962"/>
                    </a:lnTo>
                    <a:close/>
                    <a:moveTo>
                      <a:pt x="3982665" y="2664000"/>
                    </a:moveTo>
                    <a:lnTo>
                      <a:pt x="2839940" y="2655962"/>
                    </a:lnTo>
                    <a:lnTo>
                      <a:pt x="2071347" y="72000"/>
                    </a:lnTo>
                    <a:close/>
                    <a:moveTo>
                      <a:pt x="2621333" y="2664000"/>
                    </a:moveTo>
                    <a:lnTo>
                      <a:pt x="1361333" y="2664000"/>
                    </a:lnTo>
                    <a:lnTo>
                      <a:pt x="1991333" y="0"/>
                    </a:lnTo>
                    <a:close/>
                    <a:moveTo>
                      <a:pt x="1806654" y="3915007"/>
                    </a:moveTo>
                    <a:lnTo>
                      <a:pt x="726654" y="3915007"/>
                    </a:lnTo>
                    <a:lnTo>
                      <a:pt x="1266654" y="2835007"/>
                    </a:lnTo>
                    <a:close/>
                    <a:moveTo>
                      <a:pt x="555902" y="3915008"/>
                    </a:moveTo>
                    <a:lnTo>
                      <a:pt x="15902" y="2835008"/>
                    </a:lnTo>
                    <a:lnTo>
                      <a:pt x="1095902" y="2835008"/>
                    </a:lnTo>
                    <a:close/>
                    <a:moveTo>
                      <a:pt x="1977406" y="3915008"/>
                    </a:moveTo>
                    <a:lnTo>
                      <a:pt x="1437406" y="2835008"/>
                    </a:lnTo>
                    <a:lnTo>
                      <a:pt x="2517406" y="2835008"/>
                    </a:lnTo>
                    <a:close/>
                    <a:moveTo>
                      <a:pt x="3228158" y="3915008"/>
                    </a:moveTo>
                    <a:lnTo>
                      <a:pt x="2148158" y="3915008"/>
                    </a:lnTo>
                    <a:lnTo>
                      <a:pt x="2688158" y="2835008"/>
                    </a:lnTo>
                    <a:close/>
                    <a:moveTo>
                      <a:pt x="3398910" y="3915008"/>
                    </a:moveTo>
                    <a:lnTo>
                      <a:pt x="2858910" y="2835008"/>
                    </a:lnTo>
                    <a:lnTo>
                      <a:pt x="3938910" y="2835008"/>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759" name="Google Shape;2759;p55"/>
              <p:cNvSpPr/>
              <p:nvPr/>
            </p:nvSpPr>
            <p:spPr>
              <a:xfrm>
                <a:off x="8136976" y="5049647"/>
                <a:ext cx="351266" cy="351266"/>
              </a:xfrm>
              <a:custGeom>
                <a:rect b="b" l="l" r="r" t="t"/>
                <a:pathLst>
                  <a:path extrusionOk="0" h="3954781" w="3928707">
                    <a:moveTo>
                      <a:pt x="2773336" y="2238726"/>
                    </a:moveTo>
                    <a:cubicBezTo>
                      <a:pt x="2746826" y="2238726"/>
                      <a:pt x="2725335" y="2260217"/>
                      <a:pt x="2725335" y="2286727"/>
                    </a:cubicBezTo>
                    <a:lnTo>
                      <a:pt x="2725335" y="2478725"/>
                    </a:lnTo>
                    <a:cubicBezTo>
                      <a:pt x="2725335" y="2505235"/>
                      <a:pt x="2746826" y="2526726"/>
                      <a:pt x="2773336" y="2526726"/>
                    </a:cubicBezTo>
                    <a:lnTo>
                      <a:pt x="2965334" y="2526726"/>
                    </a:lnTo>
                    <a:cubicBezTo>
                      <a:pt x="2991844" y="2526726"/>
                      <a:pt x="3013335" y="2505235"/>
                      <a:pt x="3013335" y="2478725"/>
                    </a:cubicBezTo>
                    <a:lnTo>
                      <a:pt x="3013335" y="2286727"/>
                    </a:lnTo>
                    <a:cubicBezTo>
                      <a:pt x="3013335" y="2260217"/>
                      <a:pt x="2991844" y="2238726"/>
                      <a:pt x="2965334" y="2238726"/>
                    </a:cubicBezTo>
                    <a:close/>
                    <a:moveTo>
                      <a:pt x="2313922" y="2238726"/>
                    </a:moveTo>
                    <a:cubicBezTo>
                      <a:pt x="2287412" y="2238726"/>
                      <a:pt x="2265921" y="2260217"/>
                      <a:pt x="2265921" y="2286727"/>
                    </a:cubicBezTo>
                    <a:lnTo>
                      <a:pt x="2265921" y="2478725"/>
                    </a:lnTo>
                    <a:cubicBezTo>
                      <a:pt x="2265921" y="2505235"/>
                      <a:pt x="2287412" y="2526726"/>
                      <a:pt x="2313922" y="2526726"/>
                    </a:cubicBezTo>
                    <a:lnTo>
                      <a:pt x="2505920" y="2526726"/>
                    </a:lnTo>
                    <a:cubicBezTo>
                      <a:pt x="2532430" y="2526726"/>
                      <a:pt x="2553921" y="2505235"/>
                      <a:pt x="2553921" y="2478725"/>
                    </a:cubicBezTo>
                    <a:lnTo>
                      <a:pt x="2553921" y="2286727"/>
                    </a:lnTo>
                    <a:cubicBezTo>
                      <a:pt x="2553921" y="2260217"/>
                      <a:pt x="2532430" y="2238726"/>
                      <a:pt x="2505920" y="2238726"/>
                    </a:cubicBezTo>
                    <a:close/>
                    <a:moveTo>
                      <a:pt x="1854508" y="2238726"/>
                    </a:moveTo>
                    <a:cubicBezTo>
                      <a:pt x="1827998" y="2238726"/>
                      <a:pt x="1806507" y="2260217"/>
                      <a:pt x="1806507" y="2286727"/>
                    </a:cubicBezTo>
                    <a:lnTo>
                      <a:pt x="1806507" y="2478725"/>
                    </a:lnTo>
                    <a:cubicBezTo>
                      <a:pt x="1806507" y="2505235"/>
                      <a:pt x="1827998" y="2526726"/>
                      <a:pt x="1854508" y="2526726"/>
                    </a:cubicBezTo>
                    <a:lnTo>
                      <a:pt x="2046506" y="2526726"/>
                    </a:lnTo>
                    <a:cubicBezTo>
                      <a:pt x="2073016" y="2526726"/>
                      <a:pt x="2094507" y="2505235"/>
                      <a:pt x="2094507" y="2478725"/>
                    </a:cubicBezTo>
                    <a:lnTo>
                      <a:pt x="2094507" y="2286727"/>
                    </a:lnTo>
                    <a:cubicBezTo>
                      <a:pt x="2094507" y="2260217"/>
                      <a:pt x="2073016" y="2238726"/>
                      <a:pt x="2046506" y="2238726"/>
                    </a:cubicBezTo>
                    <a:close/>
                    <a:moveTo>
                      <a:pt x="879732" y="2133675"/>
                    </a:moveTo>
                    <a:cubicBezTo>
                      <a:pt x="767330" y="2133675"/>
                      <a:pt x="676210" y="2224795"/>
                      <a:pt x="676210" y="2337197"/>
                    </a:cubicBezTo>
                    <a:cubicBezTo>
                      <a:pt x="676210" y="2449599"/>
                      <a:pt x="767330" y="2540719"/>
                      <a:pt x="879732" y="2540719"/>
                    </a:cubicBezTo>
                    <a:cubicBezTo>
                      <a:pt x="956121" y="2540719"/>
                      <a:pt x="1022681" y="2498634"/>
                      <a:pt x="1054808" y="2434886"/>
                    </a:cubicBezTo>
                    <a:lnTo>
                      <a:pt x="1469273" y="2434887"/>
                    </a:lnTo>
                    <a:cubicBezTo>
                      <a:pt x="1529381" y="2434887"/>
                      <a:pt x="1578108" y="2386160"/>
                      <a:pt x="1578108" y="2326052"/>
                    </a:cubicBezTo>
                    <a:cubicBezTo>
                      <a:pt x="1578108" y="2265944"/>
                      <a:pt x="1529381" y="2217217"/>
                      <a:pt x="1469273" y="2217217"/>
                    </a:cubicBezTo>
                    <a:lnTo>
                      <a:pt x="1039779" y="2217217"/>
                    </a:lnTo>
                    <a:cubicBezTo>
                      <a:pt x="1005455" y="2165662"/>
                      <a:pt x="946329" y="2133675"/>
                      <a:pt x="879732" y="2133675"/>
                    </a:cubicBezTo>
                    <a:close/>
                    <a:moveTo>
                      <a:pt x="2773336" y="1699178"/>
                    </a:moveTo>
                    <a:cubicBezTo>
                      <a:pt x="2746826" y="1699178"/>
                      <a:pt x="2725335" y="1720669"/>
                      <a:pt x="2725335" y="1747179"/>
                    </a:cubicBezTo>
                    <a:lnTo>
                      <a:pt x="2725335" y="1939177"/>
                    </a:lnTo>
                    <a:cubicBezTo>
                      <a:pt x="2725335" y="1965687"/>
                      <a:pt x="2746826" y="1987178"/>
                      <a:pt x="2773336" y="1987178"/>
                    </a:cubicBezTo>
                    <a:lnTo>
                      <a:pt x="2965334" y="1987178"/>
                    </a:lnTo>
                    <a:cubicBezTo>
                      <a:pt x="2991844" y="1987178"/>
                      <a:pt x="3013335" y="1965687"/>
                      <a:pt x="3013335" y="1939177"/>
                    </a:cubicBezTo>
                    <a:lnTo>
                      <a:pt x="3013335" y="1747179"/>
                    </a:lnTo>
                    <a:cubicBezTo>
                      <a:pt x="3013335" y="1720669"/>
                      <a:pt x="2991844" y="1699178"/>
                      <a:pt x="2965334" y="1699178"/>
                    </a:cubicBezTo>
                    <a:close/>
                    <a:moveTo>
                      <a:pt x="2313922" y="1699178"/>
                    </a:moveTo>
                    <a:cubicBezTo>
                      <a:pt x="2287412" y="1699178"/>
                      <a:pt x="2265921" y="1720669"/>
                      <a:pt x="2265921" y="1747179"/>
                    </a:cubicBezTo>
                    <a:lnTo>
                      <a:pt x="2265921" y="1939177"/>
                    </a:lnTo>
                    <a:cubicBezTo>
                      <a:pt x="2265921" y="1965687"/>
                      <a:pt x="2287412" y="1987178"/>
                      <a:pt x="2313922" y="1987178"/>
                    </a:cubicBezTo>
                    <a:lnTo>
                      <a:pt x="2505920" y="1987178"/>
                    </a:lnTo>
                    <a:cubicBezTo>
                      <a:pt x="2532430" y="1987178"/>
                      <a:pt x="2553921" y="1965687"/>
                      <a:pt x="2553921" y="1939177"/>
                    </a:cubicBezTo>
                    <a:lnTo>
                      <a:pt x="2553921" y="1747179"/>
                    </a:lnTo>
                    <a:cubicBezTo>
                      <a:pt x="2553921" y="1720669"/>
                      <a:pt x="2532430" y="1699178"/>
                      <a:pt x="2505920" y="1699178"/>
                    </a:cubicBezTo>
                    <a:close/>
                    <a:moveTo>
                      <a:pt x="1854508" y="1699178"/>
                    </a:moveTo>
                    <a:cubicBezTo>
                      <a:pt x="1827998" y="1699178"/>
                      <a:pt x="1806507" y="1720669"/>
                      <a:pt x="1806507" y="1747179"/>
                    </a:cubicBezTo>
                    <a:lnTo>
                      <a:pt x="1806507" y="1939177"/>
                    </a:lnTo>
                    <a:cubicBezTo>
                      <a:pt x="1806507" y="1965687"/>
                      <a:pt x="1827998" y="1987178"/>
                      <a:pt x="1854508" y="1987178"/>
                    </a:cubicBezTo>
                    <a:lnTo>
                      <a:pt x="2046506" y="1987178"/>
                    </a:lnTo>
                    <a:cubicBezTo>
                      <a:pt x="2073016" y="1987178"/>
                      <a:pt x="2094507" y="1965687"/>
                      <a:pt x="2094507" y="1939177"/>
                    </a:cubicBezTo>
                    <a:lnTo>
                      <a:pt x="2094507" y="1747179"/>
                    </a:lnTo>
                    <a:cubicBezTo>
                      <a:pt x="2094507" y="1720669"/>
                      <a:pt x="2073016" y="1699178"/>
                      <a:pt x="2046506" y="1699178"/>
                    </a:cubicBezTo>
                    <a:close/>
                    <a:moveTo>
                      <a:pt x="1035948" y="1186216"/>
                    </a:moveTo>
                    <a:cubicBezTo>
                      <a:pt x="1165960" y="1186216"/>
                      <a:pt x="1271356" y="1291612"/>
                      <a:pt x="1271356" y="1421624"/>
                    </a:cubicBezTo>
                    <a:cubicBezTo>
                      <a:pt x="1271356" y="1551636"/>
                      <a:pt x="1165960" y="1657032"/>
                      <a:pt x="1035948" y="1657032"/>
                    </a:cubicBezTo>
                    <a:cubicBezTo>
                      <a:pt x="905936" y="1657032"/>
                      <a:pt x="800540" y="1551636"/>
                      <a:pt x="800540" y="1421624"/>
                    </a:cubicBezTo>
                    <a:cubicBezTo>
                      <a:pt x="800540" y="1291612"/>
                      <a:pt x="905936" y="1186216"/>
                      <a:pt x="1035948" y="1186216"/>
                    </a:cubicBezTo>
                    <a:close/>
                    <a:moveTo>
                      <a:pt x="2773336" y="1159631"/>
                    </a:moveTo>
                    <a:cubicBezTo>
                      <a:pt x="2746826" y="1159631"/>
                      <a:pt x="2725335" y="1181122"/>
                      <a:pt x="2725335" y="1207632"/>
                    </a:cubicBezTo>
                    <a:lnTo>
                      <a:pt x="2725335" y="1399630"/>
                    </a:lnTo>
                    <a:cubicBezTo>
                      <a:pt x="2725335" y="1426140"/>
                      <a:pt x="2746826" y="1447631"/>
                      <a:pt x="2773336" y="1447631"/>
                    </a:cubicBezTo>
                    <a:lnTo>
                      <a:pt x="2965334" y="1447631"/>
                    </a:lnTo>
                    <a:cubicBezTo>
                      <a:pt x="2991844" y="1447631"/>
                      <a:pt x="3013335" y="1426140"/>
                      <a:pt x="3013335" y="1399630"/>
                    </a:cubicBezTo>
                    <a:lnTo>
                      <a:pt x="3013335" y="1207632"/>
                    </a:lnTo>
                    <a:cubicBezTo>
                      <a:pt x="3013335" y="1181122"/>
                      <a:pt x="2991844" y="1159631"/>
                      <a:pt x="2965334" y="1159631"/>
                    </a:cubicBezTo>
                    <a:close/>
                    <a:moveTo>
                      <a:pt x="2313922" y="1159631"/>
                    </a:moveTo>
                    <a:cubicBezTo>
                      <a:pt x="2287412" y="1159631"/>
                      <a:pt x="2265921" y="1181122"/>
                      <a:pt x="2265921" y="1207632"/>
                    </a:cubicBezTo>
                    <a:lnTo>
                      <a:pt x="2265921" y="1399630"/>
                    </a:lnTo>
                    <a:cubicBezTo>
                      <a:pt x="2265921" y="1426140"/>
                      <a:pt x="2287412" y="1447631"/>
                      <a:pt x="2313922" y="1447631"/>
                    </a:cubicBezTo>
                    <a:lnTo>
                      <a:pt x="2505920" y="1447631"/>
                    </a:lnTo>
                    <a:cubicBezTo>
                      <a:pt x="2532430" y="1447631"/>
                      <a:pt x="2553921" y="1426140"/>
                      <a:pt x="2553921" y="1399630"/>
                    </a:cubicBezTo>
                    <a:lnTo>
                      <a:pt x="2553921" y="1207632"/>
                    </a:lnTo>
                    <a:cubicBezTo>
                      <a:pt x="2553921" y="1181122"/>
                      <a:pt x="2532430" y="1159631"/>
                      <a:pt x="2505920" y="1159631"/>
                    </a:cubicBezTo>
                    <a:close/>
                    <a:moveTo>
                      <a:pt x="1854508" y="1159631"/>
                    </a:moveTo>
                    <a:cubicBezTo>
                      <a:pt x="1827998" y="1159631"/>
                      <a:pt x="1806507" y="1181122"/>
                      <a:pt x="1806507" y="1207632"/>
                    </a:cubicBezTo>
                    <a:lnTo>
                      <a:pt x="1806507" y="1399630"/>
                    </a:lnTo>
                    <a:cubicBezTo>
                      <a:pt x="1806507" y="1426140"/>
                      <a:pt x="1827998" y="1447631"/>
                      <a:pt x="1854508" y="1447631"/>
                    </a:cubicBezTo>
                    <a:lnTo>
                      <a:pt x="2046506" y="1447631"/>
                    </a:lnTo>
                    <a:cubicBezTo>
                      <a:pt x="2073016" y="1447631"/>
                      <a:pt x="2094507" y="1426140"/>
                      <a:pt x="2094507" y="1399630"/>
                    </a:cubicBezTo>
                    <a:lnTo>
                      <a:pt x="2094507" y="1207632"/>
                    </a:lnTo>
                    <a:cubicBezTo>
                      <a:pt x="2094507" y="1181122"/>
                      <a:pt x="2073016" y="1159631"/>
                      <a:pt x="2046506" y="1159631"/>
                    </a:cubicBezTo>
                    <a:close/>
                    <a:moveTo>
                      <a:pt x="1035947" y="1097587"/>
                    </a:moveTo>
                    <a:cubicBezTo>
                      <a:pt x="856987" y="1097587"/>
                      <a:pt x="711911" y="1242663"/>
                      <a:pt x="711911" y="1421623"/>
                    </a:cubicBezTo>
                    <a:cubicBezTo>
                      <a:pt x="711911" y="1600583"/>
                      <a:pt x="856987" y="1745659"/>
                      <a:pt x="1035947" y="1745659"/>
                    </a:cubicBezTo>
                    <a:cubicBezTo>
                      <a:pt x="1214907" y="1745659"/>
                      <a:pt x="1359983" y="1600583"/>
                      <a:pt x="1359983" y="1421623"/>
                    </a:cubicBezTo>
                    <a:cubicBezTo>
                      <a:pt x="1359983" y="1242663"/>
                      <a:pt x="1214907" y="1097587"/>
                      <a:pt x="1035947" y="1097587"/>
                    </a:cubicBezTo>
                    <a:close/>
                    <a:moveTo>
                      <a:pt x="593124" y="376367"/>
                    </a:moveTo>
                    <a:lnTo>
                      <a:pt x="3225543" y="376367"/>
                    </a:lnTo>
                    <a:cubicBezTo>
                      <a:pt x="3328637" y="376367"/>
                      <a:pt x="3412211" y="459941"/>
                      <a:pt x="3412211" y="563035"/>
                    </a:cubicBezTo>
                    <a:lnTo>
                      <a:pt x="3412211" y="3074837"/>
                    </a:lnTo>
                    <a:cubicBezTo>
                      <a:pt x="3412211" y="3177931"/>
                      <a:pt x="3328637" y="3261505"/>
                      <a:pt x="3225543" y="3261505"/>
                    </a:cubicBezTo>
                    <a:lnTo>
                      <a:pt x="593124" y="3261505"/>
                    </a:lnTo>
                    <a:cubicBezTo>
                      <a:pt x="490030" y="3261505"/>
                      <a:pt x="406456" y="3177931"/>
                      <a:pt x="406456" y="3074837"/>
                    </a:cubicBezTo>
                    <a:lnTo>
                      <a:pt x="406456" y="563035"/>
                    </a:lnTo>
                    <a:cubicBezTo>
                      <a:pt x="406456" y="459941"/>
                      <a:pt x="490030" y="376367"/>
                      <a:pt x="593124" y="376367"/>
                    </a:cubicBezTo>
                    <a:close/>
                    <a:moveTo>
                      <a:pt x="466365" y="263607"/>
                    </a:moveTo>
                    <a:cubicBezTo>
                      <a:pt x="353740" y="263607"/>
                      <a:pt x="262440" y="354907"/>
                      <a:pt x="262440" y="467532"/>
                    </a:cubicBezTo>
                    <a:lnTo>
                      <a:pt x="262440" y="3211530"/>
                    </a:lnTo>
                    <a:cubicBezTo>
                      <a:pt x="262440" y="3324155"/>
                      <a:pt x="353740" y="3415455"/>
                      <a:pt x="466365" y="3415455"/>
                    </a:cubicBezTo>
                    <a:lnTo>
                      <a:pt x="3352302" y="3415455"/>
                    </a:lnTo>
                    <a:cubicBezTo>
                      <a:pt x="3464927" y="3415455"/>
                      <a:pt x="3556227" y="3324155"/>
                      <a:pt x="3556227" y="3211530"/>
                    </a:cubicBezTo>
                    <a:lnTo>
                      <a:pt x="3556227" y="2945906"/>
                    </a:lnTo>
                    <a:lnTo>
                      <a:pt x="3604113" y="2945906"/>
                    </a:lnTo>
                    <a:cubicBezTo>
                      <a:pt x="3647262" y="2945906"/>
                      <a:pt x="3682241" y="2910927"/>
                      <a:pt x="3682241" y="2867778"/>
                    </a:cubicBezTo>
                    <a:lnTo>
                      <a:pt x="3682241" y="2555278"/>
                    </a:lnTo>
                    <a:cubicBezTo>
                      <a:pt x="3682241" y="2512129"/>
                      <a:pt x="3647262" y="2477150"/>
                      <a:pt x="3604113" y="2477150"/>
                    </a:cubicBezTo>
                    <a:lnTo>
                      <a:pt x="3556227" y="2477150"/>
                    </a:lnTo>
                    <a:lnTo>
                      <a:pt x="3556227" y="1181006"/>
                    </a:lnTo>
                    <a:lnTo>
                      <a:pt x="3604113" y="1181006"/>
                    </a:lnTo>
                    <a:cubicBezTo>
                      <a:pt x="3647262" y="1181006"/>
                      <a:pt x="3682241" y="1146027"/>
                      <a:pt x="3682241" y="1102878"/>
                    </a:cubicBezTo>
                    <a:lnTo>
                      <a:pt x="3682241" y="790378"/>
                    </a:lnTo>
                    <a:cubicBezTo>
                      <a:pt x="3682241" y="747229"/>
                      <a:pt x="3647262" y="712250"/>
                      <a:pt x="3604113" y="712250"/>
                    </a:cubicBezTo>
                    <a:lnTo>
                      <a:pt x="3556227" y="712250"/>
                    </a:lnTo>
                    <a:lnTo>
                      <a:pt x="3556227" y="467532"/>
                    </a:lnTo>
                    <a:cubicBezTo>
                      <a:pt x="3556227" y="354907"/>
                      <a:pt x="3464927" y="263607"/>
                      <a:pt x="3352302" y="263607"/>
                    </a:cubicBezTo>
                    <a:close/>
                    <a:moveTo>
                      <a:pt x="235370" y="0"/>
                    </a:moveTo>
                    <a:lnTo>
                      <a:pt x="3693337" y="0"/>
                    </a:lnTo>
                    <a:cubicBezTo>
                      <a:pt x="3823328" y="0"/>
                      <a:pt x="3928707" y="105379"/>
                      <a:pt x="3928707" y="235370"/>
                    </a:cubicBezTo>
                    <a:lnTo>
                      <a:pt x="3928707" y="3402502"/>
                    </a:lnTo>
                    <a:cubicBezTo>
                      <a:pt x="3928707" y="3485210"/>
                      <a:pt x="3886047" y="3557954"/>
                      <a:pt x="3821334" y="3599629"/>
                    </a:cubicBezTo>
                    <a:lnTo>
                      <a:pt x="3732546" y="3954781"/>
                    </a:lnTo>
                    <a:lnTo>
                      <a:pt x="2998166" y="3954781"/>
                    </a:lnTo>
                    <a:lnTo>
                      <a:pt x="2918939" y="3637872"/>
                    </a:lnTo>
                    <a:lnTo>
                      <a:pt x="1025164" y="3637872"/>
                    </a:lnTo>
                    <a:lnTo>
                      <a:pt x="945937" y="3954781"/>
                    </a:lnTo>
                    <a:lnTo>
                      <a:pt x="211557" y="3954781"/>
                    </a:lnTo>
                    <a:lnTo>
                      <a:pt x="125186" y="3609298"/>
                    </a:lnTo>
                    <a:cubicBezTo>
                      <a:pt x="50483" y="3570656"/>
                      <a:pt x="0" y="3492475"/>
                      <a:pt x="0" y="3402502"/>
                    </a:cubicBezTo>
                    <a:lnTo>
                      <a:pt x="0" y="235370"/>
                    </a:lnTo>
                    <a:cubicBezTo>
                      <a:pt x="0" y="105379"/>
                      <a:pt x="105379" y="0"/>
                      <a:pt x="23537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760" name="Google Shape;2760;p55"/>
              <p:cNvSpPr/>
              <p:nvPr/>
            </p:nvSpPr>
            <p:spPr>
              <a:xfrm>
                <a:off x="9626515" y="1969444"/>
                <a:ext cx="330976" cy="339180"/>
              </a:xfrm>
              <a:custGeom>
                <a:rect b="b" l="l" r="r" t="t"/>
                <a:pathLst>
                  <a:path extrusionOk="0" h="3984815" w="3888432">
                    <a:moveTo>
                      <a:pt x="3131805" y="2156163"/>
                    </a:moveTo>
                    <a:lnTo>
                      <a:pt x="3132791" y="2156712"/>
                    </a:lnTo>
                    <a:lnTo>
                      <a:pt x="3132791" y="3458037"/>
                    </a:lnTo>
                    <a:lnTo>
                      <a:pt x="2592791" y="3458037"/>
                    </a:lnTo>
                    <a:lnTo>
                      <a:pt x="2592791" y="2392416"/>
                    </a:lnTo>
                    <a:lnTo>
                      <a:pt x="3131805" y="2392416"/>
                    </a:lnTo>
                    <a:close/>
                    <a:moveTo>
                      <a:pt x="1894806" y="1447696"/>
                    </a:moveTo>
                    <a:lnTo>
                      <a:pt x="2434806" y="1447696"/>
                    </a:lnTo>
                    <a:lnTo>
                      <a:pt x="2434806" y="3067696"/>
                    </a:lnTo>
                    <a:lnTo>
                      <a:pt x="2425859" y="3067696"/>
                    </a:lnTo>
                    <a:lnTo>
                      <a:pt x="2425859" y="3458037"/>
                    </a:lnTo>
                    <a:lnTo>
                      <a:pt x="1885859" y="3458037"/>
                    </a:lnTo>
                    <a:lnTo>
                      <a:pt x="1885859" y="1462222"/>
                    </a:lnTo>
                    <a:lnTo>
                      <a:pt x="1894806" y="1467205"/>
                    </a:lnTo>
                    <a:close/>
                    <a:moveTo>
                      <a:pt x="1178927" y="1068489"/>
                    </a:moveTo>
                    <a:lnTo>
                      <a:pt x="1179306" y="1068700"/>
                    </a:lnTo>
                    <a:lnTo>
                      <a:pt x="1179306" y="1992407"/>
                    </a:lnTo>
                    <a:lnTo>
                      <a:pt x="1718927" y="1992407"/>
                    </a:lnTo>
                    <a:lnTo>
                      <a:pt x="1718927" y="3458037"/>
                    </a:lnTo>
                    <a:lnTo>
                      <a:pt x="1178927" y="3458037"/>
                    </a:lnTo>
                    <a:close/>
                    <a:moveTo>
                      <a:pt x="471995" y="674757"/>
                    </a:moveTo>
                    <a:lnTo>
                      <a:pt x="482407" y="680556"/>
                    </a:lnTo>
                    <a:lnTo>
                      <a:pt x="1022307" y="680556"/>
                    </a:lnTo>
                    <a:lnTo>
                      <a:pt x="1022307" y="2085638"/>
                    </a:lnTo>
                    <a:lnTo>
                      <a:pt x="1011995" y="2085638"/>
                    </a:lnTo>
                    <a:lnTo>
                      <a:pt x="1011995" y="3458037"/>
                    </a:lnTo>
                    <a:lnTo>
                      <a:pt x="471995" y="3458037"/>
                    </a:lnTo>
                    <a:close/>
                    <a:moveTo>
                      <a:pt x="3301860" y="259154"/>
                    </a:moveTo>
                    <a:lnTo>
                      <a:pt x="3841860" y="259154"/>
                    </a:lnTo>
                    <a:lnTo>
                      <a:pt x="3841860" y="2548347"/>
                    </a:lnTo>
                    <a:lnTo>
                      <a:pt x="3835956" y="2548347"/>
                    </a:lnTo>
                    <a:lnTo>
                      <a:pt x="3839723" y="2550445"/>
                    </a:lnTo>
                    <a:lnTo>
                      <a:pt x="3839723" y="3458037"/>
                    </a:lnTo>
                    <a:lnTo>
                      <a:pt x="3299723" y="3458037"/>
                    </a:lnTo>
                    <a:lnTo>
                      <a:pt x="3299723" y="2249687"/>
                    </a:lnTo>
                    <a:lnTo>
                      <a:pt x="3301860" y="2250877"/>
                    </a:lnTo>
                    <a:close/>
                    <a:moveTo>
                      <a:pt x="0" y="0"/>
                    </a:moveTo>
                    <a:lnTo>
                      <a:pt x="360000" y="0"/>
                    </a:lnTo>
                    <a:lnTo>
                      <a:pt x="360000" y="3624815"/>
                    </a:lnTo>
                    <a:lnTo>
                      <a:pt x="3888432" y="3624815"/>
                    </a:lnTo>
                    <a:lnTo>
                      <a:pt x="3888432" y="3984815"/>
                    </a:lnTo>
                    <a:lnTo>
                      <a:pt x="0" y="3984815"/>
                    </a:lnTo>
                    <a:lnTo>
                      <a:pt x="0" y="3888432"/>
                    </a:lnTo>
                    <a:lnTo>
                      <a:pt x="0" y="362481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761" name="Google Shape;2761;p55"/>
              <p:cNvSpPr/>
              <p:nvPr/>
            </p:nvSpPr>
            <p:spPr>
              <a:xfrm>
                <a:off x="10765361" y="4863776"/>
                <a:ext cx="330939" cy="234666"/>
              </a:xfrm>
              <a:custGeom>
                <a:rect b="b" l="l" r="r" t="t"/>
                <a:pathLst>
                  <a:path extrusionOk="0" h="2808000" w="3960000">
                    <a:moveTo>
                      <a:pt x="2137982" y="2165237"/>
                    </a:moveTo>
                    <a:lnTo>
                      <a:pt x="2111402" y="2204211"/>
                    </a:lnTo>
                    <a:lnTo>
                      <a:pt x="2137982" y="2204211"/>
                    </a:lnTo>
                    <a:close/>
                    <a:moveTo>
                      <a:pt x="2635730" y="2101964"/>
                    </a:moveTo>
                    <a:cubicBezTo>
                      <a:pt x="2615812" y="2101964"/>
                      <a:pt x="2599666" y="2142287"/>
                      <a:pt x="2599666" y="2192028"/>
                    </a:cubicBezTo>
                    <a:cubicBezTo>
                      <a:pt x="2599666" y="2241769"/>
                      <a:pt x="2615812" y="2282092"/>
                      <a:pt x="2635730" y="2282092"/>
                    </a:cubicBezTo>
                    <a:cubicBezTo>
                      <a:pt x="2655648" y="2282092"/>
                      <a:pt x="2671794" y="2241769"/>
                      <a:pt x="2671794" y="2192028"/>
                    </a:cubicBezTo>
                    <a:cubicBezTo>
                      <a:pt x="2671794" y="2142287"/>
                      <a:pt x="2655648" y="2101964"/>
                      <a:pt x="2635730" y="2101964"/>
                    </a:cubicBezTo>
                    <a:close/>
                    <a:moveTo>
                      <a:pt x="1280012" y="2101964"/>
                    </a:moveTo>
                    <a:cubicBezTo>
                      <a:pt x="1260094" y="2101964"/>
                      <a:pt x="1243948" y="2142287"/>
                      <a:pt x="1243948" y="2192028"/>
                    </a:cubicBezTo>
                    <a:cubicBezTo>
                      <a:pt x="1243948" y="2241769"/>
                      <a:pt x="1260094" y="2282092"/>
                      <a:pt x="1280012" y="2282092"/>
                    </a:cubicBezTo>
                    <a:cubicBezTo>
                      <a:pt x="1299930" y="2282092"/>
                      <a:pt x="1316076" y="2241769"/>
                      <a:pt x="1316076" y="2192028"/>
                    </a:cubicBezTo>
                    <a:cubicBezTo>
                      <a:pt x="1316076" y="2142287"/>
                      <a:pt x="1299930" y="2101964"/>
                      <a:pt x="1280012" y="2101964"/>
                    </a:cubicBezTo>
                    <a:close/>
                    <a:moveTo>
                      <a:pt x="2138296" y="2025749"/>
                    </a:moveTo>
                    <a:lnTo>
                      <a:pt x="2139137" y="2026323"/>
                    </a:lnTo>
                    <a:lnTo>
                      <a:pt x="2216315" y="2026323"/>
                    </a:lnTo>
                    <a:lnTo>
                      <a:pt x="2216315" y="2204211"/>
                    </a:lnTo>
                    <a:lnTo>
                      <a:pt x="2256063" y="2204211"/>
                    </a:lnTo>
                    <a:lnTo>
                      <a:pt x="2256063" y="2282544"/>
                    </a:lnTo>
                    <a:lnTo>
                      <a:pt x="2216315" y="2282544"/>
                    </a:lnTo>
                    <a:lnTo>
                      <a:pt x="2216315" y="2357732"/>
                    </a:lnTo>
                    <a:lnTo>
                      <a:pt x="2137982" y="2357732"/>
                    </a:lnTo>
                    <a:lnTo>
                      <a:pt x="2137982" y="2282544"/>
                    </a:lnTo>
                    <a:lnTo>
                      <a:pt x="2015039" y="2282544"/>
                    </a:lnTo>
                    <a:lnTo>
                      <a:pt x="2015039" y="2208059"/>
                    </a:lnTo>
                    <a:lnTo>
                      <a:pt x="2014304" y="2207558"/>
                    </a:lnTo>
                    <a:lnTo>
                      <a:pt x="2015039" y="2206481"/>
                    </a:lnTo>
                    <a:lnTo>
                      <a:pt x="2015039" y="2204211"/>
                    </a:lnTo>
                    <a:lnTo>
                      <a:pt x="2016587" y="2204211"/>
                    </a:lnTo>
                    <a:close/>
                    <a:moveTo>
                      <a:pt x="1855876" y="2017651"/>
                    </a:moveTo>
                    <a:cubicBezTo>
                      <a:pt x="1914135" y="2017257"/>
                      <a:pt x="1961791" y="2063958"/>
                      <a:pt x="1962577" y="2122214"/>
                    </a:cubicBezTo>
                    <a:cubicBezTo>
                      <a:pt x="1962954" y="2150145"/>
                      <a:pt x="1952489" y="2175712"/>
                      <a:pt x="1934995" y="2194820"/>
                    </a:cubicBezTo>
                    <a:cubicBezTo>
                      <a:pt x="1952694" y="2214184"/>
                      <a:pt x="1963194" y="2240138"/>
                      <a:pt x="1962560" y="2268406"/>
                    </a:cubicBezTo>
                    <a:cubicBezTo>
                      <a:pt x="1961260" y="2326468"/>
                      <a:pt x="1913477" y="2372672"/>
                      <a:pt x="1855404" y="2372021"/>
                    </a:cubicBezTo>
                    <a:cubicBezTo>
                      <a:pt x="1797331" y="2371371"/>
                      <a:pt x="1750595" y="2324109"/>
                      <a:pt x="1750595" y="2266032"/>
                    </a:cubicBezTo>
                    <a:lnTo>
                      <a:pt x="1826499" y="2266032"/>
                    </a:lnTo>
                    <a:cubicBezTo>
                      <a:pt x="1826499" y="2282520"/>
                      <a:pt x="1839767" y="2295938"/>
                      <a:pt x="1856254" y="2296122"/>
                    </a:cubicBezTo>
                    <a:cubicBezTo>
                      <a:pt x="1872741" y="2296307"/>
                      <a:pt x="1886306" y="2283190"/>
                      <a:pt x="1886676" y="2266706"/>
                    </a:cubicBezTo>
                    <a:cubicBezTo>
                      <a:pt x="1887039" y="2250493"/>
                      <a:pt x="1874503" y="2236962"/>
                      <a:pt x="1858407" y="2236065"/>
                    </a:cubicBezTo>
                    <a:lnTo>
                      <a:pt x="1814193" y="2236065"/>
                    </a:lnTo>
                    <a:lnTo>
                      <a:pt x="1814193" y="2152552"/>
                    </a:lnTo>
                    <a:lnTo>
                      <a:pt x="1857384" y="2152552"/>
                    </a:lnTo>
                    <a:cubicBezTo>
                      <a:pt x="1873190" y="2152141"/>
                      <a:pt x="1885741" y="2139089"/>
                      <a:pt x="1885527" y="2123254"/>
                    </a:cubicBezTo>
                    <a:cubicBezTo>
                      <a:pt x="1885313" y="2107349"/>
                      <a:pt x="1872302" y="2094598"/>
                      <a:pt x="1856396" y="2094706"/>
                    </a:cubicBezTo>
                    <a:cubicBezTo>
                      <a:pt x="1840490" y="2094813"/>
                      <a:pt x="1827652" y="2107738"/>
                      <a:pt x="1827652" y="2123644"/>
                    </a:cubicBezTo>
                    <a:lnTo>
                      <a:pt x="1750595" y="2123644"/>
                    </a:lnTo>
                    <a:cubicBezTo>
                      <a:pt x="1750595" y="2065383"/>
                      <a:pt x="1797616" y="2018044"/>
                      <a:pt x="1855876" y="2017651"/>
                    </a:cubicBezTo>
                    <a:close/>
                    <a:moveTo>
                      <a:pt x="2930344" y="2012028"/>
                    </a:moveTo>
                    <a:cubicBezTo>
                      <a:pt x="2996416" y="2014229"/>
                      <a:pt x="3045968" y="2074602"/>
                      <a:pt x="3038901" y="2136479"/>
                    </a:cubicBezTo>
                    <a:cubicBezTo>
                      <a:pt x="3029916" y="2202312"/>
                      <a:pt x="2982346" y="2231435"/>
                      <a:pt x="2939412" y="2275597"/>
                    </a:cubicBezTo>
                    <a:lnTo>
                      <a:pt x="3031192" y="2275597"/>
                    </a:lnTo>
                    <a:lnTo>
                      <a:pt x="3031192" y="2357732"/>
                    </a:lnTo>
                    <a:lnTo>
                      <a:pt x="2819358" y="2357732"/>
                    </a:lnTo>
                    <a:cubicBezTo>
                      <a:pt x="2819409" y="2335416"/>
                      <a:pt x="2820521" y="2314113"/>
                      <a:pt x="2820571" y="2291797"/>
                    </a:cubicBezTo>
                    <a:cubicBezTo>
                      <a:pt x="2870625" y="2240158"/>
                      <a:pt x="2905662" y="2213324"/>
                      <a:pt x="2965770" y="2143601"/>
                    </a:cubicBezTo>
                    <a:cubicBezTo>
                      <a:pt x="2980233" y="2116927"/>
                      <a:pt x="2957264" y="2092452"/>
                      <a:pt x="2931831" y="2093607"/>
                    </a:cubicBezTo>
                    <a:cubicBezTo>
                      <a:pt x="2910102" y="2094595"/>
                      <a:pt x="2891536" y="2110969"/>
                      <a:pt x="2889885" y="2139461"/>
                    </a:cubicBezTo>
                    <a:lnTo>
                      <a:pt x="2818945" y="2139461"/>
                    </a:lnTo>
                    <a:cubicBezTo>
                      <a:pt x="2821421" y="2064364"/>
                      <a:pt x="2869776" y="2012037"/>
                      <a:pt x="2930344" y="2012028"/>
                    </a:cubicBezTo>
                    <a:close/>
                    <a:moveTo>
                      <a:pt x="2635730" y="2012028"/>
                    </a:moveTo>
                    <a:cubicBezTo>
                      <a:pt x="2705318" y="2012028"/>
                      <a:pt x="2761730" y="2092617"/>
                      <a:pt x="2761730" y="2192028"/>
                    </a:cubicBezTo>
                    <a:cubicBezTo>
                      <a:pt x="2761730" y="2291439"/>
                      <a:pt x="2705318" y="2372028"/>
                      <a:pt x="2635730" y="2372028"/>
                    </a:cubicBezTo>
                    <a:cubicBezTo>
                      <a:pt x="2566142" y="2372028"/>
                      <a:pt x="2509730" y="2291439"/>
                      <a:pt x="2509730" y="2192028"/>
                    </a:cubicBezTo>
                    <a:cubicBezTo>
                      <a:pt x="2509730" y="2092617"/>
                      <a:pt x="2566142" y="2012028"/>
                      <a:pt x="2635730" y="2012028"/>
                    </a:cubicBezTo>
                    <a:close/>
                    <a:moveTo>
                      <a:pt x="2436237" y="2012028"/>
                    </a:moveTo>
                    <a:lnTo>
                      <a:pt x="2436206" y="2012510"/>
                    </a:lnTo>
                    <a:lnTo>
                      <a:pt x="2452515" y="2012510"/>
                    </a:lnTo>
                    <a:lnTo>
                      <a:pt x="2452515" y="2372028"/>
                    </a:lnTo>
                    <a:lnTo>
                      <a:pt x="2364870" y="2372028"/>
                    </a:lnTo>
                    <a:lnTo>
                      <a:pt x="2364870" y="2101874"/>
                    </a:lnTo>
                    <a:cubicBezTo>
                      <a:pt x="2347394" y="2108434"/>
                      <a:pt x="2328091" y="2111607"/>
                      <a:pt x="2308515" y="2111039"/>
                    </a:cubicBezTo>
                    <a:lnTo>
                      <a:pt x="2311564" y="2043892"/>
                    </a:lnTo>
                    <a:cubicBezTo>
                      <a:pt x="2321741" y="2044066"/>
                      <a:pt x="2331771" y="2042373"/>
                      <a:pt x="2340372" y="2039030"/>
                    </a:cubicBezTo>
                    <a:cubicBezTo>
                      <a:pt x="2355279" y="2033236"/>
                      <a:pt x="2364268" y="2023137"/>
                      <a:pt x="2364156" y="2012310"/>
                    </a:cubicBezTo>
                    <a:cubicBezTo>
                      <a:pt x="2388183" y="2012216"/>
                      <a:pt x="2412210" y="2012122"/>
                      <a:pt x="2436237" y="2012028"/>
                    </a:cubicBezTo>
                    <a:close/>
                    <a:moveTo>
                      <a:pt x="1574625" y="2012028"/>
                    </a:moveTo>
                    <a:cubicBezTo>
                      <a:pt x="1640698" y="2014229"/>
                      <a:pt x="1690250" y="2074602"/>
                      <a:pt x="1683183" y="2136479"/>
                    </a:cubicBezTo>
                    <a:cubicBezTo>
                      <a:pt x="1674198" y="2202312"/>
                      <a:pt x="1626628" y="2231435"/>
                      <a:pt x="1583694" y="2275597"/>
                    </a:cubicBezTo>
                    <a:lnTo>
                      <a:pt x="1675474" y="2275597"/>
                    </a:lnTo>
                    <a:lnTo>
                      <a:pt x="1675474" y="2357732"/>
                    </a:lnTo>
                    <a:lnTo>
                      <a:pt x="1463640" y="2357732"/>
                    </a:lnTo>
                    <a:cubicBezTo>
                      <a:pt x="1463691" y="2335416"/>
                      <a:pt x="1464802" y="2314113"/>
                      <a:pt x="1464853" y="2291797"/>
                    </a:cubicBezTo>
                    <a:cubicBezTo>
                      <a:pt x="1514907" y="2240158"/>
                      <a:pt x="1549943" y="2213324"/>
                      <a:pt x="1610052" y="2143601"/>
                    </a:cubicBezTo>
                    <a:cubicBezTo>
                      <a:pt x="1624515" y="2116927"/>
                      <a:pt x="1601546" y="2092452"/>
                      <a:pt x="1576112" y="2093607"/>
                    </a:cubicBezTo>
                    <a:cubicBezTo>
                      <a:pt x="1554383" y="2094595"/>
                      <a:pt x="1535817" y="2110969"/>
                      <a:pt x="1534167" y="2139461"/>
                    </a:cubicBezTo>
                    <a:lnTo>
                      <a:pt x="1463227" y="2139461"/>
                    </a:lnTo>
                    <a:cubicBezTo>
                      <a:pt x="1465703" y="2064364"/>
                      <a:pt x="1514058" y="2012037"/>
                      <a:pt x="1574625" y="2012028"/>
                    </a:cubicBezTo>
                    <a:close/>
                    <a:moveTo>
                      <a:pt x="1280012" y="2012028"/>
                    </a:moveTo>
                    <a:cubicBezTo>
                      <a:pt x="1349600" y="2012028"/>
                      <a:pt x="1406012" y="2092617"/>
                      <a:pt x="1406012" y="2192028"/>
                    </a:cubicBezTo>
                    <a:cubicBezTo>
                      <a:pt x="1406012" y="2291439"/>
                      <a:pt x="1349600" y="2372028"/>
                      <a:pt x="1280012" y="2372028"/>
                    </a:cubicBezTo>
                    <a:cubicBezTo>
                      <a:pt x="1210424" y="2372028"/>
                      <a:pt x="1154012" y="2291439"/>
                      <a:pt x="1154012" y="2192028"/>
                    </a:cubicBezTo>
                    <a:cubicBezTo>
                      <a:pt x="1154012" y="2092617"/>
                      <a:pt x="1210424" y="2012028"/>
                      <a:pt x="1280012" y="2012028"/>
                    </a:cubicBezTo>
                    <a:close/>
                    <a:moveTo>
                      <a:pt x="1080519" y="2012028"/>
                    </a:moveTo>
                    <a:lnTo>
                      <a:pt x="1080488" y="2012510"/>
                    </a:lnTo>
                    <a:lnTo>
                      <a:pt x="1096797" y="2012510"/>
                    </a:lnTo>
                    <a:lnTo>
                      <a:pt x="1096797" y="2372028"/>
                    </a:lnTo>
                    <a:lnTo>
                      <a:pt x="1009152" y="2372028"/>
                    </a:lnTo>
                    <a:lnTo>
                      <a:pt x="1009152" y="2101874"/>
                    </a:lnTo>
                    <a:cubicBezTo>
                      <a:pt x="991676" y="2108434"/>
                      <a:pt x="972373" y="2111607"/>
                      <a:pt x="952797" y="2111039"/>
                    </a:cubicBezTo>
                    <a:lnTo>
                      <a:pt x="955846" y="2043892"/>
                    </a:lnTo>
                    <a:cubicBezTo>
                      <a:pt x="966023" y="2044066"/>
                      <a:pt x="976053" y="2042373"/>
                      <a:pt x="984654" y="2039030"/>
                    </a:cubicBezTo>
                    <a:cubicBezTo>
                      <a:pt x="999561" y="2033236"/>
                      <a:pt x="1008550" y="2023137"/>
                      <a:pt x="1008438" y="2012310"/>
                    </a:cubicBezTo>
                    <a:cubicBezTo>
                      <a:pt x="1032465" y="2012216"/>
                      <a:pt x="1056492" y="2012122"/>
                      <a:pt x="1080519" y="2012028"/>
                    </a:cubicBezTo>
                    <a:close/>
                    <a:moveTo>
                      <a:pt x="3373743" y="362438"/>
                    </a:moveTo>
                    <a:lnTo>
                      <a:pt x="3553743" y="362438"/>
                    </a:lnTo>
                    <a:lnTo>
                      <a:pt x="3553743" y="2414438"/>
                    </a:lnTo>
                    <a:lnTo>
                      <a:pt x="3373743" y="2414438"/>
                    </a:lnTo>
                    <a:close/>
                    <a:moveTo>
                      <a:pt x="3129580" y="362438"/>
                    </a:moveTo>
                    <a:lnTo>
                      <a:pt x="3273580" y="362438"/>
                    </a:lnTo>
                    <a:lnTo>
                      <a:pt x="3273580" y="2414438"/>
                    </a:lnTo>
                    <a:lnTo>
                      <a:pt x="3129580" y="2414438"/>
                    </a:lnTo>
                    <a:close/>
                    <a:moveTo>
                      <a:pt x="2939411" y="362438"/>
                    </a:moveTo>
                    <a:lnTo>
                      <a:pt x="3029411" y="362438"/>
                    </a:lnTo>
                    <a:lnTo>
                      <a:pt x="3029411" y="1957238"/>
                    </a:lnTo>
                    <a:lnTo>
                      <a:pt x="2939411" y="1957238"/>
                    </a:lnTo>
                    <a:close/>
                    <a:moveTo>
                      <a:pt x="2731242" y="362438"/>
                    </a:moveTo>
                    <a:lnTo>
                      <a:pt x="2839242" y="362438"/>
                    </a:lnTo>
                    <a:lnTo>
                      <a:pt x="2839242" y="1957238"/>
                    </a:lnTo>
                    <a:lnTo>
                      <a:pt x="2731242" y="1957238"/>
                    </a:lnTo>
                    <a:close/>
                    <a:moveTo>
                      <a:pt x="2487073" y="362438"/>
                    </a:moveTo>
                    <a:lnTo>
                      <a:pt x="2631073" y="362438"/>
                    </a:lnTo>
                    <a:lnTo>
                      <a:pt x="2631073" y="1957238"/>
                    </a:lnTo>
                    <a:lnTo>
                      <a:pt x="2487073" y="1957238"/>
                    </a:lnTo>
                    <a:close/>
                    <a:moveTo>
                      <a:pt x="2296904" y="362438"/>
                    </a:moveTo>
                    <a:lnTo>
                      <a:pt x="2386904" y="362438"/>
                    </a:lnTo>
                    <a:lnTo>
                      <a:pt x="2386904" y="1957238"/>
                    </a:lnTo>
                    <a:lnTo>
                      <a:pt x="2296904" y="1957238"/>
                    </a:lnTo>
                    <a:close/>
                    <a:moveTo>
                      <a:pt x="2016735" y="362438"/>
                    </a:moveTo>
                    <a:lnTo>
                      <a:pt x="2196735" y="362438"/>
                    </a:lnTo>
                    <a:lnTo>
                      <a:pt x="2196735" y="1957238"/>
                    </a:lnTo>
                    <a:lnTo>
                      <a:pt x="2016735" y="1957238"/>
                    </a:lnTo>
                    <a:close/>
                    <a:moveTo>
                      <a:pt x="1826566" y="362438"/>
                    </a:moveTo>
                    <a:lnTo>
                      <a:pt x="1916566" y="362438"/>
                    </a:lnTo>
                    <a:lnTo>
                      <a:pt x="1916566" y="1957238"/>
                    </a:lnTo>
                    <a:lnTo>
                      <a:pt x="1826566" y="1957238"/>
                    </a:lnTo>
                    <a:close/>
                    <a:moveTo>
                      <a:pt x="1582397" y="362438"/>
                    </a:moveTo>
                    <a:lnTo>
                      <a:pt x="1726397" y="362438"/>
                    </a:lnTo>
                    <a:lnTo>
                      <a:pt x="1726397" y="1957238"/>
                    </a:lnTo>
                    <a:lnTo>
                      <a:pt x="1582397" y="1957238"/>
                    </a:lnTo>
                    <a:close/>
                    <a:moveTo>
                      <a:pt x="1302228" y="362438"/>
                    </a:moveTo>
                    <a:lnTo>
                      <a:pt x="1482228" y="362438"/>
                    </a:lnTo>
                    <a:lnTo>
                      <a:pt x="1482228" y="1957238"/>
                    </a:lnTo>
                    <a:lnTo>
                      <a:pt x="1302228" y="1957238"/>
                    </a:lnTo>
                    <a:close/>
                    <a:moveTo>
                      <a:pt x="1094059" y="362438"/>
                    </a:moveTo>
                    <a:lnTo>
                      <a:pt x="1202059" y="362438"/>
                    </a:lnTo>
                    <a:lnTo>
                      <a:pt x="1202059" y="1957238"/>
                    </a:lnTo>
                    <a:lnTo>
                      <a:pt x="1094059" y="1957238"/>
                    </a:lnTo>
                    <a:close/>
                    <a:moveTo>
                      <a:pt x="903890" y="362438"/>
                    </a:moveTo>
                    <a:lnTo>
                      <a:pt x="993890" y="362438"/>
                    </a:lnTo>
                    <a:lnTo>
                      <a:pt x="993890" y="1957238"/>
                    </a:lnTo>
                    <a:lnTo>
                      <a:pt x="903890" y="1957238"/>
                    </a:lnTo>
                    <a:close/>
                    <a:moveTo>
                      <a:pt x="623721" y="362438"/>
                    </a:moveTo>
                    <a:lnTo>
                      <a:pt x="803721" y="362438"/>
                    </a:lnTo>
                    <a:lnTo>
                      <a:pt x="803721" y="2414438"/>
                    </a:lnTo>
                    <a:lnTo>
                      <a:pt x="623721" y="2414438"/>
                    </a:lnTo>
                    <a:close/>
                    <a:moveTo>
                      <a:pt x="433552" y="362438"/>
                    </a:moveTo>
                    <a:lnTo>
                      <a:pt x="523552" y="362438"/>
                    </a:lnTo>
                    <a:lnTo>
                      <a:pt x="523552" y="2414438"/>
                    </a:lnTo>
                    <a:lnTo>
                      <a:pt x="433552" y="2414438"/>
                    </a:lnTo>
                    <a:close/>
                    <a:moveTo>
                      <a:pt x="303674" y="216000"/>
                    </a:moveTo>
                    <a:cubicBezTo>
                      <a:pt x="255253" y="216000"/>
                      <a:pt x="216000" y="255253"/>
                      <a:pt x="216000" y="303674"/>
                    </a:cubicBezTo>
                    <a:lnTo>
                      <a:pt x="216000" y="2504326"/>
                    </a:lnTo>
                    <a:cubicBezTo>
                      <a:pt x="216000" y="2552747"/>
                      <a:pt x="255253" y="2592000"/>
                      <a:pt x="303674" y="2592000"/>
                    </a:cubicBezTo>
                    <a:lnTo>
                      <a:pt x="3656326" y="2592000"/>
                    </a:lnTo>
                    <a:cubicBezTo>
                      <a:pt x="3704747" y="2592000"/>
                      <a:pt x="3744000" y="2552747"/>
                      <a:pt x="3744000" y="2504326"/>
                    </a:cubicBezTo>
                    <a:lnTo>
                      <a:pt x="3744000" y="303674"/>
                    </a:lnTo>
                    <a:cubicBezTo>
                      <a:pt x="3744000" y="255253"/>
                      <a:pt x="3704747" y="216000"/>
                      <a:pt x="3656326" y="216000"/>
                    </a:cubicBezTo>
                    <a:close/>
                    <a:moveTo>
                      <a:pt x="149021" y="0"/>
                    </a:moveTo>
                    <a:lnTo>
                      <a:pt x="3810979" y="0"/>
                    </a:lnTo>
                    <a:cubicBezTo>
                      <a:pt x="3893281" y="0"/>
                      <a:pt x="3960000" y="66719"/>
                      <a:pt x="3960000" y="149021"/>
                    </a:cubicBezTo>
                    <a:lnTo>
                      <a:pt x="3960000" y="2658979"/>
                    </a:lnTo>
                    <a:cubicBezTo>
                      <a:pt x="3960000" y="2741281"/>
                      <a:pt x="3893281" y="2808000"/>
                      <a:pt x="3810979" y="2808000"/>
                    </a:cubicBezTo>
                    <a:lnTo>
                      <a:pt x="149021" y="2808000"/>
                    </a:lnTo>
                    <a:cubicBezTo>
                      <a:pt x="66719" y="2808000"/>
                      <a:pt x="0" y="2741281"/>
                      <a:pt x="0" y="2658979"/>
                    </a:cubicBezTo>
                    <a:lnTo>
                      <a:pt x="0" y="149021"/>
                    </a:lnTo>
                    <a:cubicBezTo>
                      <a:pt x="0" y="66719"/>
                      <a:pt x="66719" y="0"/>
                      <a:pt x="14902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762" name="Google Shape;2762;p55"/>
              <p:cNvSpPr/>
              <p:nvPr/>
            </p:nvSpPr>
            <p:spPr>
              <a:xfrm>
                <a:off x="7818475" y="4673961"/>
                <a:ext cx="330939" cy="330692"/>
              </a:xfrm>
              <a:custGeom>
                <a:rect b="b" l="l" r="r" t="t"/>
                <a:pathLst>
                  <a:path extrusionOk="0" h="3968213" w="3971162">
                    <a:moveTo>
                      <a:pt x="808855" y="2815607"/>
                    </a:moveTo>
                    <a:lnTo>
                      <a:pt x="1168895" y="2815607"/>
                    </a:lnTo>
                    <a:lnTo>
                      <a:pt x="1168895" y="3175607"/>
                    </a:lnTo>
                    <a:lnTo>
                      <a:pt x="808855" y="3175607"/>
                    </a:lnTo>
                    <a:close/>
                    <a:moveTo>
                      <a:pt x="697665" y="2704397"/>
                    </a:moveTo>
                    <a:lnTo>
                      <a:pt x="697665" y="3286817"/>
                    </a:lnTo>
                    <a:lnTo>
                      <a:pt x="1280085" y="3286817"/>
                    </a:lnTo>
                    <a:lnTo>
                      <a:pt x="1280085" y="2704397"/>
                    </a:lnTo>
                    <a:close/>
                    <a:moveTo>
                      <a:pt x="537750" y="2544482"/>
                    </a:moveTo>
                    <a:lnTo>
                      <a:pt x="1440000" y="2544482"/>
                    </a:lnTo>
                    <a:lnTo>
                      <a:pt x="1440000" y="3446732"/>
                    </a:lnTo>
                    <a:lnTo>
                      <a:pt x="537750" y="3446732"/>
                    </a:lnTo>
                    <a:close/>
                    <a:moveTo>
                      <a:pt x="0" y="2528213"/>
                    </a:moveTo>
                    <a:lnTo>
                      <a:pt x="360000" y="2528213"/>
                    </a:lnTo>
                    <a:lnTo>
                      <a:pt x="360000" y="3608213"/>
                    </a:lnTo>
                    <a:lnTo>
                      <a:pt x="1440000" y="3608213"/>
                    </a:lnTo>
                    <a:lnTo>
                      <a:pt x="1440000" y="3968213"/>
                    </a:lnTo>
                    <a:lnTo>
                      <a:pt x="360000" y="3968213"/>
                    </a:lnTo>
                    <a:lnTo>
                      <a:pt x="0" y="3968213"/>
                    </a:lnTo>
                    <a:lnTo>
                      <a:pt x="0" y="3608213"/>
                    </a:lnTo>
                    <a:close/>
                    <a:moveTo>
                      <a:pt x="3605829" y="2524046"/>
                    </a:moveTo>
                    <a:lnTo>
                      <a:pt x="3965829" y="2524046"/>
                    </a:lnTo>
                    <a:lnTo>
                      <a:pt x="3965829" y="3604046"/>
                    </a:lnTo>
                    <a:lnTo>
                      <a:pt x="3965829" y="3964046"/>
                    </a:lnTo>
                    <a:lnTo>
                      <a:pt x="3605829" y="3964046"/>
                    </a:lnTo>
                    <a:lnTo>
                      <a:pt x="2525829" y="3964046"/>
                    </a:lnTo>
                    <a:lnTo>
                      <a:pt x="2525829" y="3604046"/>
                    </a:lnTo>
                    <a:lnTo>
                      <a:pt x="3605829" y="3604046"/>
                    </a:lnTo>
                    <a:close/>
                    <a:moveTo>
                      <a:pt x="1542677" y="2468095"/>
                    </a:moveTo>
                    <a:lnTo>
                      <a:pt x="1758701" y="2468095"/>
                    </a:lnTo>
                    <a:lnTo>
                      <a:pt x="1758701" y="2835684"/>
                    </a:lnTo>
                    <a:lnTo>
                      <a:pt x="1542677" y="2835684"/>
                    </a:lnTo>
                    <a:close/>
                    <a:moveTo>
                      <a:pt x="3174101" y="2437460"/>
                    </a:moveTo>
                    <a:lnTo>
                      <a:pt x="3390125" y="2437460"/>
                    </a:lnTo>
                    <a:lnTo>
                      <a:pt x="3390125" y="2663201"/>
                    </a:lnTo>
                    <a:lnTo>
                      <a:pt x="3174101" y="2663201"/>
                    </a:lnTo>
                    <a:close/>
                    <a:moveTo>
                      <a:pt x="2809842" y="2295613"/>
                    </a:moveTo>
                    <a:lnTo>
                      <a:pt x="3025866" y="2295613"/>
                    </a:lnTo>
                    <a:lnTo>
                      <a:pt x="3025866" y="2663202"/>
                    </a:lnTo>
                    <a:lnTo>
                      <a:pt x="3389097" y="2663202"/>
                    </a:lnTo>
                    <a:lnTo>
                      <a:pt x="3389097" y="2873898"/>
                    </a:lnTo>
                    <a:lnTo>
                      <a:pt x="3389097" y="2873898"/>
                    </a:lnTo>
                    <a:lnTo>
                      <a:pt x="3389097" y="3446732"/>
                    </a:lnTo>
                    <a:lnTo>
                      <a:pt x="3173073" y="3446732"/>
                    </a:lnTo>
                    <a:lnTo>
                      <a:pt x="3173073" y="2879226"/>
                    </a:lnTo>
                    <a:lnTo>
                      <a:pt x="3021508" y="2879226"/>
                    </a:lnTo>
                    <a:lnTo>
                      <a:pt x="3021508" y="2663202"/>
                    </a:lnTo>
                    <a:lnTo>
                      <a:pt x="2809842" y="2663202"/>
                    </a:lnTo>
                    <a:close/>
                    <a:moveTo>
                      <a:pt x="2093780" y="2089306"/>
                    </a:moveTo>
                    <a:lnTo>
                      <a:pt x="2309804" y="2089306"/>
                    </a:lnTo>
                    <a:lnTo>
                      <a:pt x="2309804" y="2315047"/>
                    </a:lnTo>
                    <a:lnTo>
                      <a:pt x="2093780" y="2315047"/>
                    </a:lnTo>
                    <a:close/>
                    <a:moveTo>
                      <a:pt x="2656492" y="1853849"/>
                    </a:moveTo>
                    <a:lnTo>
                      <a:pt x="2872516" y="1853849"/>
                    </a:lnTo>
                    <a:lnTo>
                      <a:pt x="2872516" y="2038657"/>
                    </a:lnTo>
                    <a:lnTo>
                      <a:pt x="2989835" y="2038657"/>
                    </a:lnTo>
                    <a:lnTo>
                      <a:pt x="2989835" y="1887092"/>
                    </a:lnTo>
                    <a:lnTo>
                      <a:pt x="3205859" y="1887092"/>
                    </a:lnTo>
                    <a:lnTo>
                      <a:pt x="3205859" y="2028940"/>
                    </a:lnTo>
                    <a:lnTo>
                      <a:pt x="3390125" y="2028940"/>
                    </a:lnTo>
                    <a:lnTo>
                      <a:pt x="3390125" y="2254681"/>
                    </a:lnTo>
                    <a:lnTo>
                      <a:pt x="3205859" y="2254681"/>
                    </a:lnTo>
                    <a:lnTo>
                      <a:pt x="3174101" y="2254681"/>
                    </a:lnTo>
                    <a:lnTo>
                      <a:pt x="3005149" y="2254681"/>
                    </a:lnTo>
                    <a:lnTo>
                      <a:pt x="2989835" y="2254681"/>
                    </a:lnTo>
                    <a:lnTo>
                      <a:pt x="2688721" y="2254681"/>
                    </a:lnTo>
                    <a:lnTo>
                      <a:pt x="2688721" y="2447179"/>
                    </a:lnTo>
                    <a:lnTo>
                      <a:pt x="2488606" y="2447179"/>
                    </a:lnTo>
                    <a:lnTo>
                      <a:pt x="2488606" y="2663841"/>
                    </a:lnTo>
                    <a:lnTo>
                      <a:pt x="2486018" y="2663841"/>
                    </a:lnTo>
                    <a:lnTo>
                      <a:pt x="2486018" y="2846997"/>
                    </a:lnTo>
                    <a:lnTo>
                      <a:pt x="2840287" y="2846997"/>
                    </a:lnTo>
                    <a:lnTo>
                      <a:pt x="2840287" y="3046907"/>
                    </a:lnTo>
                    <a:lnTo>
                      <a:pt x="3045880" y="3046907"/>
                    </a:lnTo>
                    <a:lnTo>
                      <a:pt x="3045880" y="3272648"/>
                    </a:lnTo>
                    <a:lnTo>
                      <a:pt x="2829856" y="3272648"/>
                    </a:lnTo>
                    <a:lnTo>
                      <a:pt x="2829856" y="3063021"/>
                    </a:lnTo>
                    <a:lnTo>
                      <a:pt x="2472698" y="3063021"/>
                    </a:lnTo>
                    <a:lnTo>
                      <a:pt x="2472698" y="2847499"/>
                    </a:lnTo>
                    <a:lnTo>
                      <a:pt x="2093780" y="2847499"/>
                    </a:lnTo>
                    <a:lnTo>
                      <a:pt x="2088510" y="2847499"/>
                    </a:lnTo>
                    <a:lnTo>
                      <a:pt x="1910267" y="2847499"/>
                    </a:lnTo>
                    <a:lnTo>
                      <a:pt x="1910267" y="3028023"/>
                    </a:lnTo>
                    <a:lnTo>
                      <a:pt x="2277575" y="3028023"/>
                    </a:lnTo>
                    <a:lnTo>
                      <a:pt x="2277575" y="3241488"/>
                    </a:lnTo>
                    <a:lnTo>
                      <a:pt x="2829855" y="3241488"/>
                    </a:lnTo>
                    <a:lnTo>
                      <a:pt x="2829855" y="3457512"/>
                    </a:lnTo>
                    <a:lnTo>
                      <a:pt x="2269993" y="3457512"/>
                    </a:lnTo>
                    <a:lnTo>
                      <a:pt x="2269993" y="3244047"/>
                    </a:lnTo>
                    <a:lnTo>
                      <a:pt x="2111604" y="3244047"/>
                    </a:lnTo>
                    <a:lnTo>
                      <a:pt x="2111604" y="3446733"/>
                    </a:lnTo>
                    <a:lnTo>
                      <a:pt x="1744015" y="3446733"/>
                    </a:lnTo>
                    <a:lnTo>
                      <a:pt x="1744015" y="3230709"/>
                    </a:lnTo>
                    <a:lnTo>
                      <a:pt x="1909986" y="3230709"/>
                    </a:lnTo>
                    <a:lnTo>
                      <a:pt x="1909986" y="3051709"/>
                    </a:lnTo>
                    <a:lnTo>
                      <a:pt x="1542678" y="3051709"/>
                    </a:lnTo>
                    <a:lnTo>
                      <a:pt x="1542678" y="2835685"/>
                    </a:lnTo>
                    <a:lnTo>
                      <a:pt x="1877756" y="2835685"/>
                    </a:lnTo>
                    <a:lnTo>
                      <a:pt x="1877756" y="2315047"/>
                    </a:lnTo>
                    <a:lnTo>
                      <a:pt x="2093780" y="2315047"/>
                    </a:lnTo>
                    <a:lnTo>
                      <a:pt x="2093780" y="2631475"/>
                    </a:lnTo>
                    <a:lnTo>
                      <a:pt x="2272582" y="2631475"/>
                    </a:lnTo>
                    <a:lnTo>
                      <a:pt x="2272582" y="2438100"/>
                    </a:lnTo>
                    <a:lnTo>
                      <a:pt x="2472697" y="2438100"/>
                    </a:lnTo>
                    <a:lnTo>
                      <a:pt x="2472697" y="2254681"/>
                    </a:lnTo>
                    <a:lnTo>
                      <a:pt x="2472697" y="2221438"/>
                    </a:lnTo>
                    <a:lnTo>
                      <a:pt x="2472697" y="2038657"/>
                    </a:lnTo>
                    <a:lnTo>
                      <a:pt x="2656492" y="2038657"/>
                    </a:lnTo>
                    <a:close/>
                    <a:moveTo>
                      <a:pt x="2989836" y="1667759"/>
                    </a:moveTo>
                    <a:lnTo>
                      <a:pt x="3357425" y="1667759"/>
                    </a:lnTo>
                    <a:lnTo>
                      <a:pt x="3357425" y="1883783"/>
                    </a:lnTo>
                    <a:lnTo>
                      <a:pt x="2989836" y="1883783"/>
                    </a:lnTo>
                    <a:close/>
                    <a:moveTo>
                      <a:pt x="2309586" y="1554888"/>
                    </a:moveTo>
                    <a:lnTo>
                      <a:pt x="2829824" y="1554888"/>
                    </a:lnTo>
                    <a:lnTo>
                      <a:pt x="2829824" y="1770912"/>
                    </a:lnTo>
                    <a:lnTo>
                      <a:pt x="2525643" y="1770912"/>
                    </a:lnTo>
                    <a:lnTo>
                      <a:pt x="2525643" y="1927296"/>
                    </a:lnTo>
                    <a:lnTo>
                      <a:pt x="2309619" y="1927296"/>
                    </a:lnTo>
                    <a:lnTo>
                      <a:pt x="2309619" y="1770912"/>
                    </a:lnTo>
                    <a:lnTo>
                      <a:pt x="2309586" y="1770912"/>
                    </a:lnTo>
                    <a:close/>
                    <a:moveTo>
                      <a:pt x="616397" y="1550030"/>
                    </a:moveTo>
                    <a:lnTo>
                      <a:pt x="808855" y="1550030"/>
                    </a:lnTo>
                    <a:lnTo>
                      <a:pt x="832421" y="1550030"/>
                    </a:lnTo>
                    <a:lnTo>
                      <a:pt x="1024879" y="1550030"/>
                    </a:lnTo>
                    <a:lnTo>
                      <a:pt x="1024879" y="1775771"/>
                    </a:lnTo>
                    <a:lnTo>
                      <a:pt x="832421" y="1775771"/>
                    </a:lnTo>
                    <a:lnTo>
                      <a:pt x="832421" y="2079590"/>
                    </a:lnTo>
                    <a:lnTo>
                      <a:pt x="1028931" y="2079590"/>
                    </a:lnTo>
                    <a:lnTo>
                      <a:pt x="1192537" y="2079590"/>
                    </a:lnTo>
                    <a:lnTo>
                      <a:pt x="1244955" y="2079590"/>
                    </a:lnTo>
                    <a:lnTo>
                      <a:pt x="1244955" y="2231155"/>
                    </a:lnTo>
                    <a:lnTo>
                      <a:pt x="1468668" y="2231155"/>
                    </a:lnTo>
                    <a:lnTo>
                      <a:pt x="1468668" y="2447179"/>
                    </a:lnTo>
                    <a:lnTo>
                      <a:pt x="1244955" y="2447179"/>
                    </a:lnTo>
                    <a:lnTo>
                      <a:pt x="1244955" y="2447179"/>
                    </a:lnTo>
                    <a:lnTo>
                      <a:pt x="1028931" y="2447179"/>
                    </a:lnTo>
                    <a:lnTo>
                      <a:pt x="1028931" y="2295614"/>
                    </a:lnTo>
                    <a:lnTo>
                      <a:pt x="619703" y="2295614"/>
                    </a:lnTo>
                    <a:lnTo>
                      <a:pt x="619703" y="2082482"/>
                    </a:lnTo>
                    <a:lnTo>
                      <a:pt x="616397" y="2082482"/>
                    </a:lnTo>
                    <a:close/>
                    <a:moveTo>
                      <a:pt x="1747452" y="1324289"/>
                    </a:moveTo>
                    <a:lnTo>
                      <a:pt x="1963476" y="1324289"/>
                    </a:lnTo>
                    <a:lnTo>
                      <a:pt x="1963476" y="1528779"/>
                    </a:lnTo>
                    <a:lnTo>
                      <a:pt x="2151955" y="1528779"/>
                    </a:lnTo>
                    <a:lnTo>
                      <a:pt x="2151955" y="1754520"/>
                    </a:lnTo>
                    <a:lnTo>
                      <a:pt x="1935931" y="1754520"/>
                    </a:lnTo>
                    <a:lnTo>
                      <a:pt x="1935931" y="1550030"/>
                    </a:lnTo>
                    <a:lnTo>
                      <a:pt x="1758702" y="1550030"/>
                    </a:lnTo>
                    <a:lnTo>
                      <a:pt x="1758702" y="1863566"/>
                    </a:lnTo>
                    <a:lnTo>
                      <a:pt x="2119726" y="1863566"/>
                    </a:lnTo>
                    <a:lnTo>
                      <a:pt x="2119726" y="2079590"/>
                    </a:lnTo>
                    <a:lnTo>
                      <a:pt x="1761543" y="2079590"/>
                    </a:lnTo>
                    <a:lnTo>
                      <a:pt x="1761543" y="2259540"/>
                    </a:lnTo>
                    <a:lnTo>
                      <a:pt x="1545519" y="2259540"/>
                    </a:lnTo>
                    <a:lnTo>
                      <a:pt x="1545519" y="2082482"/>
                    </a:lnTo>
                    <a:lnTo>
                      <a:pt x="1542678" y="2082482"/>
                    </a:lnTo>
                    <a:lnTo>
                      <a:pt x="1542678" y="2079589"/>
                    </a:lnTo>
                    <a:lnTo>
                      <a:pt x="1030691" y="2079589"/>
                    </a:lnTo>
                    <a:lnTo>
                      <a:pt x="1030691" y="1863565"/>
                    </a:lnTo>
                    <a:lnTo>
                      <a:pt x="1192537" y="1863565"/>
                    </a:lnTo>
                    <a:lnTo>
                      <a:pt x="1192537" y="1662900"/>
                    </a:lnTo>
                    <a:lnTo>
                      <a:pt x="1440000" y="1662900"/>
                    </a:lnTo>
                    <a:lnTo>
                      <a:pt x="1440000" y="1863565"/>
                    </a:lnTo>
                    <a:lnTo>
                      <a:pt x="1542678" y="1863565"/>
                    </a:lnTo>
                    <a:lnTo>
                      <a:pt x="1542678" y="1550030"/>
                    </a:lnTo>
                    <a:lnTo>
                      <a:pt x="1747452" y="1550030"/>
                    </a:lnTo>
                    <a:close/>
                    <a:moveTo>
                      <a:pt x="2802267" y="814725"/>
                    </a:moveTo>
                    <a:lnTo>
                      <a:pt x="3162307" y="814725"/>
                    </a:lnTo>
                    <a:lnTo>
                      <a:pt x="3162307" y="1174725"/>
                    </a:lnTo>
                    <a:lnTo>
                      <a:pt x="2802267" y="1174725"/>
                    </a:lnTo>
                    <a:close/>
                    <a:moveTo>
                      <a:pt x="884915" y="814725"/>
                    </a:moveTo>
                    <a:lnTo>
                      <a:pt x="1244955" y="814725"/>
                    </a:lnTo>
                    <a:lnTo>
                      <a:pt x="1244955" y="1174725"/>
                    </a:lnTo>
                    <a:lnTo>
                      <a:pt x="884915" y="1174725"/>
                    </a:lnTo>
                    <a:close/>
                    <a:moveTo>
                      <a:pt x="2691077" y="703515"/>
                    </a:moveTo>
                    <a:lnTo>
                      <a:pt x="2691077" y="1285935"/>
                    </a:lnTo>
                    <a:lnTo>
                      <a:pt x="3273497" y="1285935"/>
                    </a:lnTo>
                    <a:lnTo>
                      <a:pt x="3273497" y="703515"/>
                    </a:lnTo>
                    <a:close/>
                    <a:moveTo>
                      <a:pt x="773725" y="703515"/>
                    </a:moveTo>
                    <a:lnTo>
                      <a:pt x="773725" y="1285935"/>
                    </a:lnTo>
                    <a:lnTo>
                      <a:pt x="1356145" y="1285935"/>
                    </a:lnTo>
                    <a:lnTo>
                      <a:pt x="1356145" y="703515"/>
                    </a:lnTo>
                    <a:close/>
                    <a:moveTo>
                      <a:pt x="2531162" y="543600"/>
                    </a:moveTo>
                    <a:lnTo>
                      <a:pt x="3433412" y="543600"/>
                    </a:lnTo>
                    <a:lnTo>
                      <a:pt x="3433412" y="1445850"/>
                    </a:lnTo>
                    <a:lnTo>
                      <a:pt x="2531162" y="1445850"/>
                    </a:lnTo>
                    <a:close/>
                    <a:moveTo>
                      <a:pt x="613810" y="543600"/>
                    </a:moveTo>
                    <a:lnTo>
                      <a:pt x="1516060" y="543600"/>
                    </a:lnTo>
                    <a:lnTo>
                      <a:pt x="1516060" y="1445850"/>
                    </a:lnTo>
                    <a:lnTo>
                      <a:pt x="613810" y="1445850"/>
                    </a:lnTo>
                    <a:close/>
                    <a:moveTo>
                      <a:pt x="2088509" y="543244"/>
                    </a:moveTo>
                    <a:lnTo>
                      <a:pt x="2283187" y="543244"/>
                    </a:lnTo>
                    <a:lnTo>
                      <a:pt x="2283187" y="759268"/>
                    </a:lnTo>
                    <a:lnTo>
                      <a:pt x="2088509" y="759268"/>
                    </a:lnTo>
                    <a:close/>
                    <a:moveTo>
                      <a:pt x="1751276" y="543243"/>
                    </a:moveTo>
                    <a:lnTo>
                      <a:pt x="1967300" y="543243"/>
                    </a:lnTo>
                    <a:lnTo>
                      <a:pt x="1967300" y="986389"/>
                    </a:lnTo>
                    <a:lnTo>
                      <a:pt x="2119726" y="986389"/>
                    </a:lnTo>
                    <a:lnTo>
                      <a:pt x="2119726" y="986388"/>
                    </a:lnTo>
                    <a:lnTo>
                      <a:pt x="2335750" y="986388"/>
                    </a:lnTo>
                    <a:lnTo>
                      <a:pt x="2335750" y="1491348"/>
                    </a:lnTo>
                    <a:lnTo>
                      <a:pt x="2119726" y="1491348"/>
                    </a:lnTo>
                    <a:lnTo>
                      <a:pt x="2119726" y="1202413"/>
                    </a:lnTo>
                    <a:lnTo>
                      <a:pt x="1747396" y="1202413"/>
                    </a:lnTo>
                    <a:lnTo>
                      <a:pt x="1747396" y="986389"/>
                    </a:lnTo>
                    <a:lnTo>
                      <a:pt x="1751276" y="986389"/>
                    </a:lnTo>
                    <a:close/>
                    <a:moveTo>
                      <a:pt x="4409" y="5850"/>
                    </a:moveTo>
                    <a:lnTo>
                      <a:pt x="364409" y="5850"/>
                    </a:lnTo>
                    <a:lnTo>
                      <a:pt x="1444409" y="5850"/>
                    </a:lnTo>
                    <a:lnTo>
                      <a:pt x="1444409" y="365850"/>
                    </a:lnTo>
                    <a:lnTo>
                      <a:pt x="364409" y="365850"/>
                    </a:lnTo>
                    <a:lnTo>
                      <a:pt x="364409" y="1445850"/>
                    </a:lnTo>
                    <a:lnTo>
                      <a:pt x="4409" y="1445850"/>
                    </a:lnTo>
                    <a:lnTo>
                      <a:pt x="4409" y="365850"/>
                    </a:lnTo>
                    <a:close/>
                    <a:moveTo>
                      <a:pt x="2531162" y="0"/>
                    </a:moveTo>
                    <a:lnTo>
                      <a:pt x="3611162" y="0"/>
                    </a:lnTo>
                    <a:lnTo>
                      <a:pt x="3971162" y="0"/>
                    </a:lnTo>
                    <a:lnTo>
                      <a:pt x="3971162" y="360000"/>
                    </a:lnTo>
                    <a:lnTo>
                      <a:pt x="3971162" y="1440000"/>
                    </a:lnTo>
                    <a:lnTo>
                      <a:pt x="3611162" y="1440000"/>
                    </a:lnTo>
                    <a:lnTo>
                      <a:pt x="3611162" y="360000"/>
                    </a:lnTo>
                    <a:lnTo>
                      <a:pt x="2531162" y="36000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763" name="Google Shape;2763;p55"/>
              <p:cNvSpPr/>
              <p:nvPr/>
            </p:nvSpPr>
            <p:spPr>
              <a:xfrm>
                <a:off x="10999746" y="4139499"/>
                <a:ext cx="330940" cy="232884"/>
              </a:xfrm>
              <a:custGeom>
                <a:rect b="b" l="l" r="r" t="t"/>
                <a:pathLst>
                  <a:path extrusionOk="0" h="2736304" w="3888432">
                    <a:moveTo>
                      <a:pt x="1324542" y="1693069"/>
                    </a:moveTo>
                    <a:lnTo>
                      <a:pt x="1371242" y="1693069"/>
                    </a:lnTo>
                    <a:cubicBezTo>
                      <a:pt x="1385857" y="1693069"/>
                      <a:pt x="1397704" y="1704917"/>
                      <a:pt x="1397704" y="1719531"/>
                    </a:cubicBezTo>
                    <a:lnTo>
                      <a:pt x="1397704" y="1766231"/>
                    </a:lnTo>
                    <a:cubicBezTo>
                      <a:pt x="1397704" y="1780846"/>
                      <a:pt x="1385857" y="1792693"/>
                      <a:pt x="1371242" y="1792693"/>
                    </a:cubicBezTo>
                    <a:lnTo>
                      <a:pt x="1324542" y="1792693"/>
                    </a:lnTo>
                    <a:cubicBezTo>
                      <a:pt x="1309928" y="1792693"/>
                      <a:pt x="1298080" y="1780846"/>
                      <a:pt x="1298080" y="1766231"/>
                    </a:cubicBezTo>
                    <a:lnTo>
                      <a:pt x="1298080" y="1719531"/>
                    </a:lnTo>
                    <a:cubicBezTo>
                      <a:pt x="1298080" y="1704917"/>
                      <a:pt x="1309928" y="1693069"/>
                      <a:pt x="1324542" y="1693069"/>
                    </a:cubicBezTo>
                    <a:close/>
                    <a:moveTo>
                      <a:pt x="1174792" y="1693069"/>
                    </a:moveTo>
                    <a:lnTo>
                      <a:pt x="1221492" y="1693069"/>
                    </a:lnTo>
                    <a:cubicBezTo>
                      <a:pt x="1236107" y="1693069"/>
                      <a:pt x="1247954" y="1704917"/>
                      <a:pt x="1247954" y="1719531"/>
                    </a:cubicBezTo>
                    <a:lnTo>
                      <a:pt x="1247954" y="1766231"/>
                    </a:lnTo>
                    <a:cubicBezTo>
                      <a:pt x="1247954" y="1780846"/>
                      <a:pt x="1236107" y="1792693"/>
                      <a:pt x="1221492" y="1792693"/>
                    </a:cubicBezTo>
                    <a:lnTo>
                      <a:pt x="1174792" y="1792693"/>
                    </a:lnTo>
                    <a:cubicBezTo>
                      <a:pt x="1160178" y="1792693"/>
                      <a:pt x="1148330" y="1780846"/>
                      <a:pt x="1148330" y="1766231"/>
                    </a:cubicBezTo>
                    <a:lnTo>
                      <a:pt x="1148330" y="1719531"/>
                    </a:lnTo>
                    <a:cubicBezTo>
                      <a:pt x="1148330" y="1704917"/>
                      <a:pt x="1160178" y="1693069"/>
                      <a:pt x="1174792" y="1693069"/>
                    </a:cubicBezTo>
                    <a:close/>
                    <a:moveTo>
                      <a:pt x="1025670" y="1693069"/>
                    </a:moveTo>
                    <a:lnTo>
                      <a:pt x="1072369" y="1693069"/>
                    </a:lnTo>
                    <a:cubicBezTo>
                      <a:pt x="1086984" y="1693069"/>
                      <a:pt x="1098832" y="1704917"/>
                      <a:pt x="1098832" y="1719531"/>
                    </a:cubicBezTo>
                    <a:lnTo>
                      <a:pt x="1098832" y="1766231"/>
                    </a:lnTo>
                    <a:cubicBezTo>
                      <a:pt x="1098832" y="1780846"/>
                      <a:pt x="1086984" y="1792693"/>
                      <a:pt x="1072369" y="1792693"/>
                    </a:cubicBezTo>
                    <a:lnTo>
                      <a:pt x="1025670" y="1792693"/>
                    </a:lnTo>
                    <a:cubicBezTo>
                      <a:pt x="1011055" y="1792693"/>
                      <a:pt x="999207" y="1780846"/>
                      <a:pt x="999207" y="1766231"/>
                    </a:cubicBezTo>
                    <a:lnTo>
                      <a:pt x="999207" y="1719531"/>
                    </a:lnTo>
                    <a:cubicBezTo>
                      <a:pt x="999207" y="1704917"/>
                      <a:pt x="1011055" y="1693069"/>
                      <a:pt x="1025670" y="1693069"/>
                    </a:cubicBezTo>
                    <a:close/>
                    <a:moveTo>
                      <a:pt x="2538530" y="1609316"/>
                    </a:moveTo>
                    <a:lnTo>
                      <a:pt x="2133002" y="1939195"/>
                    </a:lnTo>
                    <a:lnTo>
                      <a:pt x="3272021" y="1939195"/>
                    </a:lnTo>
                    <a:lnTo>
                      <a:pt x="2866494" y="1609316"/>
                    </a:lnTo>
                    <a:close/>
                    <a:moveTo>
                      <a:pt x="1324542" y="1547147"/>
                    </a:moveTo>
                    <a:lnTo>
                      <a:pt x="1371242" y="1547147"/>
                    </a:lnTo>
                    <a:cubicBezTo>
                      <a:pt x="1385857" y="1547147"/>
                      <a:pt x="1397704" y="1558995"/>
                      <a:pt x="1397704" y="1573609"/>
                    </a:cubicBezTo>
                    <a:lnTo>
                      <a:pt x="1397704" y="1620309"/>
                    </a:lnTo>
                    <a:cubicBezTo>
                      <a:pt x="1397704" y="1634924"/>
                      <a:pt x="1385857" y="1646771"/>
                      <a:pt x="1371242" y="1646771"/>
                    </a:cubicBezTo>
                    <a:lnTo>
                      <a:pt x="1324542" y="1646771"/>
                    </a:lnTo>
                    <a:cubicBezTo>
                      <a:pt x="1309928" y="1646771"/>
                      <a:pt x="1298080" y="1634924"/>
                      <a:pt x="1298080" y="1620309"/>
                    </a:cubicBezTo>
                    <a:lnTo>
                      <a:pt x="1298080" y="1573609"/>
                    </a:lnTo>
                    <a:cubicBezTo>
                      <a:pt x="1298080" y="1558995"/>
                      <a:pt x="1309928" y="1547147"/>
                      <a:pt x="1324542" y="1547147"/>
                    </a:cubicBezTo>
                    <a:close/>
                    <a:moveTo>
                      <a:pt x="1174792" y="1547147"/>
                    </a:moveTo>
                    <a:lnTo>
                      <a:pt x="1221492" y="1547147"/>
                    </a:lnTo>
                    <a:cubicBezTo>
                      <a:pt x="1236107" y="1547147"/>
                      <a:pt x="1247954" y="1558995"/>
                      <a:pt x="1247954" y="1573609"/>
                    </a:cubicBezTo>
                    <a:lnTo>
                      <a:pt x="1247954" y="1620309"/>
                    </a:lnTo>
                    <a:cubicBezTo>
                      <a:pt x="1247954" y="1634924"/>
                      <a:pt x="1236107" y="1646771"/>
                      <a:pt x="1221492" y="1646771"/>
                    </a:cubicBezTo>
                    <a:lnTo>
                      <a:pt x="1174792" y="1646771"/>
                    </a:lnTo>
                    <a:cubicBezTo>
                      <a:pt x="1160178" y="1646771"/>
                      <a:pt x="1148330" y="1634924"/>
                      <a:pt x="1148330" y="1620309"/>
                    </a:cubicBezTo>
                    <a:lnTo>
                      <a:pt x="1148330" y="1573609"/>
                    </a:lnTo>
                    <a:cubicBezTo>
                      <a:pt x="1148330" y="1558995"/>
                      <a:pt x="1160178" y="1547147"/>
                      <a:pt x="1174792" y="1547147"/>
                    </a:cubicBezTo>
                    <a:close/>
                    <a:moveTo>
                      <a:pt x="1025670" y="1547147"/>
                    </a:moveTo>
                    <a:lnTo>
                      <a:pt x="1072369" y="1547147"/>
                    </a:lnTo>
                    <a:cubicBezTo>
                      <a:pt x="1086984" y="1547147"/>
                      <a:pt x="1098832" y="1558995"/>
                      <a:pt x="1098832" y="1573609"/>
                    </a:cubicBezTo>
                    <a:lnTo>
                      <a:pt x="1098832" y="1620309"/>
                    </a:lnTo>
                    <a:cubicBezTo>
                      <a:pt x="1098832" y="1634924"/>
                      <a:pt x="1086984" y="1646771"/>
                      <a:pt x="1072369" y="1646771"/>
                    </a:cubicBezTo>
                    <a:lnTo>
                      <a:pt x="1025670" y="1646771"/>
                    </a:lnTo>
                    <a:cubicBezTo>
                      <a:pt x="1011055" y="1646771"/>
                      <a:pt x="999207" y="1634924"/>
                      <a:pt x="999207" y="1620309"/>
                    </a:cubicBezTo>
                    <a:lnTo>
                      <a:pt x="999207" y="1573609"/>
                    </a:lnTo>
                    <a:cubicBezTo>
                      <a:pt x="999207" y="1558995"/>
                      <a:pt x="1011055" y="1547147"/>
                      <a:pt x="1025670" y="1547147"/>
                    </a:cubicBezTo>
                    <a:close/>
                    <a:moveTo>
                      <a:pt x="2504665" y="1505875"/>
                    </a:moveTo>
                    <a:cubicBezTo>
                      <a:pt x="2501347" y="1505875"/>
                      <a:pt x="2498657" y="1508565"/>
                      <a:pt x="2498657" y="1511883"/>
                    </a:cubicBezTo>
                    <a:lnTo>
                      <a:pt x="2498657" y="1535912"/>
                    </a:lnTo>
                    <a:cubicBezTo>
                      <a:pt x="2498657" y="1539230"/>
                      <a:pt x="2501347" y="1541920"/>
                      <a:pt x="2504665" y="1541920"/>
                    </a:cubicBezTo>
                    <a:lnTo>
                      <a:pt x="2893211" y="1541920"/>
                    </a:lnTo>
                    <a:cubicBezTo>
                      <a:pt x="2896529" y="1541920"/>
                      <a:pt x="2899219" y="1539230"/>
                      <a:pt x="2899219" y="1535912"/>
                    </a:cubicBezTo>
                    <a:lnTo>
                      <a:pt x="2899219" y="1511883"/>
                    </a:lnTo>
                    <a:cubicBezTo>
                      <a:pt x="2899219" y="1508565"/>
                      <a:pt x="2896529" y="1505875"/>
                      <a:pt x="2893211" y="1505875"/>
                    </a:cubicBezTo>
                    <a:close/>
                    <a:moveTo>
                      <a:pt x="2504665" y="1422733"/>
                    </a:moveTo>
                    <a:cubicBezTo>
                      <a:pt x="2501347" y="1422733"/>
                      <a:pt x="2498657" y="1425422"/>
                      <a:pt x="2498657" y="1428740"/>
                    </a:cubicBezTo>
                    <a:lnTo>
                      <a:pt x="2498657" y="1452770"/>
                    </a:lnTo>
                    <a:cubicBezTo>
                      <a:pt x="2498657" y="1456088"/>
                      <a:pt x="2501347" y="1458777"/>
                      <a:pt x="2504665" y="1458777"/>
                    </a:cubicBezTo>
                    <a:lnTo>
                      <a:pt x="2893211" y="1458777"/>
                    </a:lnTo>
                    <a:cubicBezTo>
                      <a:pt x="2896529" y="1458777"/>
                      <a:pt x="2899219" y="1456088"/>
                      <a:pt x="2899219" y="1452770"/>
                    </a:cubicBezTo>
                    <a:lnTo>
                      <a:pt x="2899219" y="1428740"/>
                    </a:lnTo>
                    <a:cubicBezTo>
                      <a:pt x="2899219" y="1425422"/>
                      <a:pt x="2896529" y="1422733"/>
                      <a:pt x="2893211" y="1422733"/>
                    </a:cubicBezTo>
                    <a:close/>
                    <a:moveTo>
                      <a:pt x="1324542" y="1401225"/>
                    </a:moveTo>
                    <a:lnTo>
                      <a:pt x="1371242" y="1401225"/>
                    </a:lnTo>
                    <a:cubicBezTo>
                      <a:pt x="1385857" y="1401225"/>
                      <a:pt x="1397704" y="1413073"/>
                      <a:pt x="1397704" y="1427687"/>
                    </a:cubicBezTo>
                    <a:lnTo>
                      <a:pt x="1397704" y="1474387"/>
                    </a:lnTo>
                    <a:cubicBezTo>
                      <a:pt x="1397704" y="1489001"/>
                      <a:pt x="1385857" y="1500849"/>
                      <a:pt x="1371242" y="1500849"/>
                    </a:cubicBezTo>
                    <a:lnTo>
                      <a:pt x="1324542" y="1500849"/>
                    </a:lnTo>
                    <a:cubicBezTo>
                      <a:pt x="1309928" y="1500849"/>
                      <a:pt x="1298080" y="1489001"/>
                      <a:pt x="1298080" y="1474387"/>
                    </a:cubicBezTo>
                    <a:lnTo>
                      <a:pt x="1298080" y="1427687"/>
                    </a:lnTo>
                    <a:cubicBezTo>
                      <a:pt x="1298080" y="1413073"/>
                      <a:pt x="1309928" y="1401225"/>
                      <a:pt x="1324542" y="1401225"/>
                    </a:cubicBezTo>
                    <a:close/>
                    <a:moveTo>
                      <a:pt x="1174792" y="1401225"/>
                    </a:moveTo>
                    <a:lnTo>
                      <a:pt x="1221492" y="1401225"/>
                    </a:lnTo>
                    <a:cubicBezTo>
                      <a:pt x="1236107" y="1401225"/>
                      <a:pt x="1247954" y="1413073"/>
                      <a:pt x="1247954" y="1427687"/>
                    </a:cubicBezTo>
                    <a:lnTo>
                      <a:pt x="1247954" y="1474387"/>
                    </a:lnTo>
                    <a:cubicBezTo>
                      <a:pt x="1247954" y="1489001"/>
                      <a:pt x="1236107" y="1500849"/>
                      <a:pt x="1221492" y="1500849"/>
                    </a:cubicBezTo>
                    <a:lnTo>
                      <a:pt x="1174792" y="1500849"/>
                    </a:lnTo>
                    <a:cubicBezTo>
                      <a:pt x="1160178" y="1500849"/>
                      <a:pt x="1148330" y="1489001"/>
                      <a:pt x="1148330" y="1474387"/>
                    </a:cubicBezTo>
                    <a:lnTo>
                      <a:pt x="1148330" y="1427687"/>
                    </a:lnTo>
                    <a:cubicBezTo>
                      <a:pt x="1148330" y="1413073"/>
                      <a:pt x="1160178" y="1401225"/>
                      <a:pt x="1174792" y="1401225"/>
                    </a:cubicBezTo>
                    <a:close/>
                    <a:moveTo>
                      <a:pt x="1025670" y="1401225"/>
                    </a:moveTo>
                    <a:lnTo>
                      <a:pt x="1072369" y="1401225"/>
                    </a:lnTo>
                    <a:cubicBezTo>
                      <a:pt x="1086984" y="1401225"/>
                      <a:pt x="1098832" y="1413073"/>
                      <a:pt x="1098832" y="1427687"/>
                    </a:cubicBezTo>
                    <a:lnTo>
                      <a:pt x="1098832" y="1474387"/>
                    </a:lnTo>
                    <a:cubicBezTo>
                      <a:pt x="1098832" y="1489001"/>
                      <a:pt x="1086984" y="1500849"/>
                      <a:pt x="1072369" y="1500849"/>
                    </a:cubicBezTo>
                    <a:lnTo>
                      <a:pt x="1025670" y="1500849"/>
                    </a:lnTo>
                    <a:cubicBezTo>
                      <a:pt x="1011055" y="1500849"/>
                      <a:pt x="999207" y="1489001"/>
                      <a:pt x="999207" y="1474387"/>
                    </a:cubicBezTo>
                    <a:lnTo>
                      <a:pt x="999207" y="1427687"/>
                    </a:lnTo>
                    <a:cubicBezTo>
                      <a:pt x="999207" y="1413073"/>
                      <a:pt x="1011055" y="1401225"/>
                      <a:pt x="1025670" y="1401225"/>
                    </a:cubicBezTo>
                    <a:close/>
                    <a:moveTo>
                      <a:pt x="2504665" y="1339590"/>
                    </a:moveTo>
                    <a:cubicBezTo>
                      <a:pt x="2501347" y="1339590"/>
                      <a:pt x="2498657" y="1342280"/>
                      <a:pt x="2498657" y="1345598"/>
                    </a:cubicBezTo>
                    <a:lnTo>
                      <a:pt x="2498657" y="1369628"/>
                    </a:lnTo>
                    <a:cubicBezTo>
                      <a:pt x="2498657" y="1372945"/>
                      <a:pt x="2501347" y="1375635"/>
                      <a:pt x="2504665" y="1375635"/>
                    </a:cubicBezTo>
                    <a:lnTo>
                      <a:pt x="2893211" y="1375635"/>
                    </a:lnTo>
                    <a:cubicBezTo>
                      <a:pt x="2896529" y="1375635"/>
                      <a:pt x="2899219" y="1372945"/>
                      <a:pt x="2899219" y="1369628"/>
                    </a:cubicBezTo>
                    <a:lnTo>
                      <a:pt x="2899219" y="1345598"/>
                    </a:lnTo>
                    <a:cubicBezTo>
                      <a:pt x="2899219" y="1342280"/>
                      <a:pt x="2896529" y="1339590"/>
                      <a:pt x="2893211" y="1339590"/>
                    </a:cubicBezTo>
                    <a:close/>
                    <a:moveTo>
                      <a:pt x="2088232" y="1285358"/>
                    </a:moveTo>
                    <a:lnTo>
                      <a:pt x="2088232" y="1938513"/>
                    </a:lnTo>
                    <a:lnTo>
                      <a:pt x="2504773" y="1611936"/>
                    </a:lnTo>
                    <a:close/>
                    <a:moveTo>
                      <a:pt x="3314199" y="1280118"/>
                    </a:moveTo>
                    <a:lnTo>
                      <a:pt x="2897658" y="1608841"/>
                    </a:lnTo>
                    <a:lnTo>
                      <a:pt x="3314199" y="1937564"/>
                    </a:lnTo>
                    <a:close/>
                    <a:moveTo>
                      <a:pt x="1527230" y="1221901"/>
                    </a:moveTo>
                    <a:cubicBezTo>
                      <a:pt x="1521727" y="1221901"/>
                      <a:pt x="1517267" y="1226362"/>
                      <a:pt x="1517267" y="1231864"/>
                    </a:cubicBezTo>
                    <a:lnTo>
                      <a:pt x="1517267" y="1271713"/>
                    </a:lnTo>
                    <a:cubicBezTo>
                      <a:pt x="1517267" y="1277215"/>
                      <a:pt x="1521727" y="1281676"/>
                      <a:pt x="1527230" y="1281676"/>
                    </a:cubicBezTo>
                    <a:lnTo>
                      <a:pt x="1732319" y="1281676"/>
                    </a:lnTo>
                    <a:cubicBezTo>
                      <a:pt x="1737821" y="1281676"/>
                      <a:pt x="1742281" y="1277215"/>
                      <a:pt x="1742281" y="1271713"/>
                    </a:cubicBezTo>
                    <a:lnTo>
                      <a:pt x="1742281" y="1231864"/>
                    </a:lnTo>
                    <a:cubicBezTo>
                      <a:pt x="1742281" y="1226362"/>
                      <a:pt x="1737821" y="1221901"/>
                      <a:pt x="1732319" y="1221901"/>
                    </a:cubicBezTo>
                    <a:close/>
                    <a:moveTo>
                      <a:pt x="666834" y="1221901"/>
                    </a:moveTo>
                    <a:cubicBezTo>
                      <a:pt x="661332" y="1221901"/>
                      <a:pt x="656871" y="1226362"/>
                      <a:pt x="656871" y="1231864"/>
                    </a:cubicBezTo>
                    <a:lnTo>
                      <a:pt x="656871" y="1271713"/>
                    </a:lnTo>
                    <a:cubicBezTo>
                      <a:pt x="656871" y="1277215"/>
                      <a:pt x="661332" y="1281676"/>
                      <a:pt x="666834" y="1281676"/>
                    </a:cubicBezTo>
                    <a:lnTo>
                      <a:pt x="871923" y="1281676"/>
                    </a:lnTo>
                    <a:cubicBezTo>
                      <a:pt x="877425" y="1281676"/>
                      <a:pt x="881885" y="1277215"/>
                      <a:pt x="881885" y="1271713"/>
                    </a:cubicBezTo>
                    <a:lnTo>
                      <a:pt x="881885" y="1231864"/>
                    </a:lnTo>
                    <a:cubicBezTo>
                      <a:pt x="881885" y="1226362"/>
                      <a:pt x="877425" y="1221901"/>
                      <a:pt x="871923" y="1221901"/>
                    </a:cubicBezTo>
                    <a:close/>
                    <a:moveTo>
                      <a:pt x="1052149" y="1111644"/>
                    </a:moveTo>
                    <a:cubicBezTo>
                      <a:pt x="1044919" y="1111644"/>
                      <a:pt x="1039057" y="1117506"/>
                      <a:pt x="1039057" y="1124736"/>
                    </a:cubicBezTo>
                    <a:lnTo>
                      <a:pt x="1039057" y="1168203"/>
                    </a:lnTo>
                    <a:lnTo>
                      <a:pt x="1009466" y="1168203"/>
                    </a:lnTo>
                    <a:cubicBezTo>
                      <a:pt x="969193" y="1174775"/>
                      <a:pt x="956437" y="1243393"/>
                      <a:pt x="940007" y="1277093"/>
                    </a:cubicBezTo>
                    <a:cubicBezTo>
                      <a:pt x="776268" y="1309492"/>
                      <a:pt x="775043" y="1328679"/>
                      <a:pt x="736793" y="1421744"/>
                    </a:cubicBezTo>
                    <a:lnTo>
                      <a:pt x="648072" y="1812480"/>
                    </a:lnTo>
                    <a:cubicBezTo>
                      <a:pt x="648072" y="1882463"/>
                      <a:pt x="704805" y="1939195"/>
                      <a:pt x="774788" y="1939195"/>
                    </a:cubicBezTo>
                    <a:lnTo>
                      <a:pt x="1183772" y="1939195"/>
                    </a:lnTo>
                    <a:lnTo>
                      <a:pt x="1198456" y="1939195"/>
                    </a:lnTo>
                    <a:lnTo>
                      <a:pt x="1607440" y="1939195"/>
                    </a:lnTo>
                    <a:cubicBezTo>
                      <a:pt x="1677423" y="1939195"/>
                      <a:pt x="1734156" y="1882463"/>
                      <a:pt x="1734156" y="1812480"/>
                    </a:cubicBezTo>
                    <a:lnTo>
                      <a:pt x="1645435" y="1421744"/>
                    </a:lnTo>
                    <a:cubicBezTo>
                      <a:pt x="1607185" y="1328679"/>
                      <a:pt x="1605960" y="1309492"/>
                      <a:pt x="1442221" y="1277093"/>
                    </a:cubicBezTo>
                    <a:cubicBezTo>
                      <a:pt x="1425791" y="1243393"/>
                      <a:pt x="1413035" y="1174775"/>
                      <a:pt x="1372762" y="1168203"/>
                    </a:cubicBezTo>
                    <a:lnTo>
                      <a:pt x="1357854" y="1168203"/>
                    </a:lnTo>
                    <a:lnTo>
                      <a:pt x="1357854" y="1124736"/>
                    </a:lnTo>
                    <a:cubicBezTo>
                      <a:pt x="1357854" y="1117506"/>
                      <a:pt x="1351993" y="1111644"/>
                      <a:pt x="1344762" y="1111644"/>
                    </a:cubicBezTo>
                    <a:lnTo>
                      <a:pt x="1268702" y="1111644"/>
                    </a:lnTo>
                    <a:cubicBezTo>
                      <a:pt x="1261471" y="1111644"/>
                      <a:pt x="1255610" y="1117506"/>
                      <a:pt x="1255610" y="1124736"/>
                    </a:cubicBezTo>
                    <a:lnTo>
                      <a:pt x="1255610" y="1168203"/>
                    </a:lnTo>
                    <a:lnTo>
                      <a:pt x="1198456" y="1168203"/>
                    </a:lnTo>
                    <a:lnTo>
                      <a:pt x="1183772" y="1168203"/>
                    </a:lnTo>
                    <a:lnTo>
                      <a:pt x="1141302" y="1168203"/>
                    </a:lnTo>
                    <a:lnTo>
                      <a:pt x="1141302" y="1124736"/>
                    </a:lnTo>
                    <a:cubicBezTo>
                      <a:pt x="1141302" y="1117506"/>
                      <a:pt x="1135440" y="1111644"/>
                      <a:pt x="1128210" y="1111644"/>
                    </a:cubicBezTo>
                    <a:close/>
                    <a:moveTo>
                      <a:pt x="2705133" y="840243"/>
                    </a:moveTo>
                    <a:lnTo>
                      <a:pt x="2088233" y="1255464"/>
                    </a:lnTo>
                    <a:lnTo>
                      <a:pt x="2299068" y="1414858"/>
                    </a:lnTo>
                    <a:lnTo>
                      <a:pt x="2299068" y="1228076"/>
                    </a:lnTo>
                    <a:lnTo>
                      <a:pt x="3108494" y="1228076"/>
                    </a:lnTo>
                    <a:lnTo>
                      <a:pt x="3108494" y="1416902"/>
                    </a:lnTo>
                    <a:lnTo>
                      <a:pt x="3322033" y="1255464"/>
                    </a:lnTo>
                    <a:lnTo>
                      <a:pt x="3322033" y="1255464"/>
                    </a:lnTo>
                    <a:close/>
                    <a:moveTo>
                      <a:pt x="1195706" y="835207"/>
                    </a:moveTo>
                    <a:lnTo>
                      <a:pt x="1195706" y="835221"/>
                    </a:lnTo>
                    <a:cubicBezTo>
                      <a:pt x="866618" y="834160"/>
                      <a:pt x="692194" y="969423"/>
                      <a:pt x="665970" y="1132153"/>
                    </a:cubicBezTo>
                    <a:cubicBezTo>
                      <a:pt x="665970" y="1145595"/>
                      <a:pt x="659622" y="1181725"/>
                      <a:pt x="663418" y="1194550"/>
                    </a:cubicBezTo>
                    <a:lnTo>
                      <a:pt x="878440" y="1194550"/>
                    </a:lnTo>
                    <a:cubicBezTo>
                      <a:pt x="887485" y="1007425"/>
                      <a:pt x="1085027" y="1006045"/>
                      <a:pt x="1195706" y="1007712"/>
                    </a:cubicBezTo>
                    <a:lnTo>
                      <a:pt x="1195706" y="1007714"/>
                    </a:lnTo>
                    <a:cubicBezTo>
                      <a:pt x="1195809" y="1007712"/>
                      <a:pt x="1195911" y="1007710"/>
                      <a:pt x="1196014" y="1007712"/>
                    </a:cubicBezTo>
                    <a:lnTo>
                      <a:pt x="1196322" y="1007714"/>
                    </a:lnTo>
                    <a:lnTo>
                      <a:pt x="1196322" y="1007712"/>
                    </a:lnTo>
                    <a:cubicBezTo>
                      <a:pt x="1307001" y="1006045"/>
                      <a:pt x="1504542" y="1007425"/>
                      <a:pt x="1513587" y="1194550"/>
                    </a:cubicBezTo>
                    <a:lnTo>
                      <a:pt x="1728609" y="1194550"/>
                    </a:lnTo>
                    <a:cubicBezTo>
                      <a:pt x="1732405" y="1181725"/>
                      <a:pt x="1726057" y="1145595"/>
                      <a:pt x="1726057" y="1132153"/>
                    </a:cubicBezTo>
                    <a:cubicBezTo>
                      <a:pt x="1699834" y="969423"/>
                      <a:pt x="1525410" y="834160"/>
                      <a:pt x="1196322" y="835221"/>
                    </a:cubicBezTo>
                    <a:lnTo>
                      <a:pt x="1196322" y="835207"/>
                    </a:lnTo>
                    <a:cubicBezTo>
                      <a:pt x="1196219" y="835207"/>
                      <a:pt x="1196117" y="835206"/>
                      <a:pt x="1196014" y="835214"/>
                    </a:cubicBezTo>
                    <a:close/>
                    <a:moveTo>
                      <a:pt x="713043" y="263029"/>
                    </a:moveTo>
                    <a:lnTo>
                      <a:pt x="3158596" y="263029"/>
                    </a:lnTo>
                    <a:cubicBezTo>
                      <a:pt x="3365555" y="263029"/>
                      <a:pt x="3533328" y="430802"/>
                      <a:pt x="3533328" y="637761"/>
                    </a:cubicBezTo>
                    <a:lnTo>
                      <a:pt x="3533328" y="2136642"/>
                    </a:lnTo>
                    <a:cubicBezTo>
                      <a:pt x="3533328" y="2343601"/>
                      <a:pt x="3365555" y="2511374"/>
                      <a:pt x="3158596" y="2511374"/>
                    </a:cubicBezTo>
                    <a:lnTo>
                      <a:pt x="713043" y="2511374"/>
                    </a:lnTo>
                    <a:cubicBezTo>
                      <a:pt x="506084" y="2511374"/>
                      <a:pt x="338311" y="2343601"/>
                      <a:pt x="338311" y="2136642"/>
                    </a:cubicBezTo>
                    <a:lnTo>
                      <a:pt x="338311" y="637761"/>
                    </a:lnTo>
                    <a:cubicBezTo>
                      <a:pt x="338311" y="430802"/>
                      <a:pt x="506084" y="263029"/>
                      <a:pt x="713043" y="263029"/>
                    </a:cubicBezTo>
                    <a:close/>
                    <a:moveTo>
                      <a:pt x="593824" y="142875"/>
                    </a:moveTo>
                    <a:cubicBezTo>
                      <a:pt x="365814" y="142875"/>
                      <a:pt x="180975" y="327714"/>
                      <a:pt x="180975" y="555724"/>
                    </a:cubicBezTo>
                    <a:lnTo>
                      <a:pt x="180975" y="2207068"/>
                    </a:lnTo>
                    <a:cubicBezTo>
                      <a:pt x="180975" y="2435078"/>
                      <a:pt x="365814" y="2619917"/>
                      <a:pt x="593824" y="2619917"/>
                    </a:cubicBezTo>
                    <a:lnTo>
                      <a:pt x="3288134" y="2619917"/>
                    </a:lnTo>
                    <a:cubicBezTo>
                      <a:pt x="3516144" y="2619917"/>
                      <a:pt x="3700983" y="2435078"/>
                      <a:pt x="3700983" y="2207068"/>
                    </a:cubicBezTo>
                    <a:lnTo>
                      <a:pt x="3700983" y="555724"/>
                    </a:lnTo>
                    <a:cubicBezTo>
                      <a:pt x="3700983" y="327714"/>
                      <a:pt x="3516144" y="142875"/>
                      <a:pt x="3288134" y="142875"/>
                    </a:cubicBezTo>
                    <a:close/>
                    <a:moveTo>
                      <a:pt x="456060" y="0"/>
                    </a:moveTo>
                    <a:lnTo>
                      <a:pt x="3432372" y="0"/>
                    </a:lnTo>
                    <a:cubicBezTo>
                      <a:pt x="3684247" y="0"/>
                      <a:pt x="3888432" y="204185"/>
                      <a:pt x="3888432" y="456060"/>
                    </a:cubicBezTo>
                    <a:lnTo>
                      <a:pt x="3888432" y="2280244"/>
                    </a:lnTo>
                    <a:cubicBezTo>
                      <a:pt x="3888432" y="2532119"/>
                      <a:pt x="3684247" y="2736304"/>
                      <a:pt x="3432372" y="2736304"/>
                    </a:cubicBezTo>
                    <a:lnTo>
                      <a:pt x="456060" y="2736304"/>
                    </a:lnTo>
                    <a:cubicBezTo>
                      <a:pt x="204185" y="2736304"/>
                      <a:pt x="0" y="2532119"/>
                      <a:pt x="0" y="2280244"/>
                    </a:cubicBezTo>
                    <a:lnTo>
                      <a:pt x="0" y="456060"/>
                    </a:lnTo>
                    <a:cubicBezTo>
                      <a:pt x="0" y="204185"/>
                      <a:pt x="204185" y="0"/>
                      <a:pt x="456060"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764" name="Google Shape;2764;p55"/>
              <p:cNvSpPr/>
              <p:nvPr/>
            </p:nvSpPr>
            <p:spPr>
              <a:xfrm>
                <a:off x="9698244" y="5398653"/>
                <a:ext cx="300703" cy="366439"/>
              </a:xfrm>
              <a:custGeom>
                <a:rect b="b" l="l" r="r" t="t"/>
                <a:pathLst>
                  <a:path extrusionOk="0" h="3949460" w="3240944">
                    <a:moveTo>
                      <a:pt x="2411668" y="919204"/>
                    </a:moveTo>
                    <a:cubicBezTo>
                      <a:pt x="2652037" y="921566"/>
                      <a:pt x="2997179" y="1088232"/>
                      <a:pt x="3147060" y="1333480"/>
                    </a:cubicBezTo>
                    <a:cubicBezTo>
                      <a:pt x="2837519" y="1559133"/>
                      <a:pt x="2713715" y="1818123"/>
                      <a:pt x="2716116" y="2148550"/>
                    </a:cubicBezTo>
                    <a:cubicBezTo>
                      <a:pt x="2724370" y="2506677"/>
                      <a:pt x="2937416" y="2788602"/>
                      <a:pt x="3240944" y="2908604"/>
                    </a:cubicBezTo>
                    <a:cubicBezTo>
                      <a:pt x="3111039" y="3296832"/>
                      <a:pt x="2835874" y="3920800"/>
                      <a:pt x="2360688" y="3949460"/>
                    </a:cubicBezTo>
                    <a:cubicBezTo>
                      <a:pt x="2104982" y="3948826"/>
                      <a:pt x="1887379" y="3871989"/>
                      <a:pt x="1655487" y="3790391"/>
                    </a:cubicBezTo>
                    <a:cubicBezTo>
                      <a:pt x="1465920" y="3881513"/>
                      <a:pt x="1178719" y="3984543"/>
                      <a:pt x="936764" y="3932790"/>
                    </a:cubicBezTo>
                    <a:cubicBezTo>
                      <a:pt x="634032" y="3867349"/>
                      <a:pt x="33306" y="3304229"/>
                      <a:pt x="0" y="2002921"/>
                    </a:cubicBezTo>
                    <a:cubicBezTo>
                      <a:pt x="5122" y="1625861"/>
                      <a:pt x="224231" y="988116"/>
                      <a:pt x="1004287" y="951010"/>
                    </a:cubicBezTo>
                    <a:cubicBezTo>
                      <a:pt x="1237754" y="955627"/>
                      <a:pt x="1430737" y="1013358"/>
                      <a:pt x="1654678" y="1150601"/>
                    </a:cubicBezTo>
                    <a:cubicBezTo>
                      <a:pt x="1907007" y="1025844"/>
                      <a:pt x="2042657" y="934423"/>
                      <a:pt x="2411668" y="919204"/>
                    </a:cubicBezTo>
                    <a:close/>
                    <a:moveTo>
                      <a:pt x="2423572" y="0"/>
                    </a:moveTo>
                    <a:cubicBezTo>
                      <a:pt x="2449670" y="236641"/>
                      <a:pt x="2449574" y="370890"/>
                      <a:pt x="2275646" y="605149"/>
                    </a:cubicBezTo>
                    <a:cubicBezTo>
                      <a:pt x="2098536" y="787863"/>
                      <a:pt x="1909519" y="903902"/>
                      <a:pt x="1627634" y="908022"/>
                    </a:cubicBezTo>
                    <a:cubicBezTo>
                      <a:pt x="1601565" y="662380"/>
                      <a:pt x="1689794" y="371496"/>
                      <a:pt x="1823269" y="256823"/>
                    </a:cubicBezTo>
                    <a:cubicBezTo>
                      <a:pt x="1945582" y="131527"/>
                      <a:pt x="2156003" y="39571"/>
                      <a:pt x="2423572" y="0"/>
                    </a:cubicBez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765" name="Google Shape;2765;p55"/>
              <p:cNvSpPr/>
              <p:nvPr/>
            </p:nvSpPr>
            <p:spPr>
              <a:xfrm>
                <a:off x="7800500" y="2582839"/>
                <a:ext cx="300170" cy="347427"/>
              </a:xfrm>
              <a:custGeom>
                <a:rect b="b" l="l" r="r" t="t"/>
                <a:pathLst>
                  <a:path extrusionOk="0" h="3842533" w="3319870">
                    <a:moveTo>
                      <a:pt x="579936" y="1296382"/>
                    </a:moveTo>
                    <a:lnTo>
                      <a:pt x="2739936" y="1296382"/>
                    </a:lnTo>
                    <a:lnTo>
                      <a:pt x="2739936" y="2796543"/>
                    </a:lnTo>
                    <a:cubicBezTo>
                      <a:pt x="2739936" y="2962250"/>
                      <a:pt x="2605604" y="3096582"/>
                      <a:pt x="2439897" y="3096582"/>
                    </a:cubicBezTo>
                    <a:lnTo>
                      <a:pt x="2272003" y="3096582"/>
                    </a:lnTo>
                    <a:lnTo>
                      <a:pt x="2272003" y="3590505"/>
                    </a:lnTo>
                    <a:cubicBezTo>
                      <a:pt x="2272003" y="3729696"/>
                      <a:pt x="2159166" y="3842533"/>
                      <a:pt x="2019975" y="3842533"/>
                    </a:cubicBezTo>
                    <a:cubicBezTo>
                      <a:pt x="1880784" y="3842533"/>
                      <a:pt x="1767947" y="3729696"/>
                      <a:pt x="1767947" y="3590505"/>
                    </a:cubicBezTo>
                    <a:lnTo>
                      <a:pt x="1767947" y="3096582"/>
                    </a:lnTo>
                    <a:lnTo>
                      <a:pt x="1492066" y="3096582"/>
                    </a:lnTo>
                    <a:lnTo>
                      <a:pt x="1492066" y="3590505"/>
                    </a:lnTo>
                    <a:cubicBezTo>
                      <a:pt x="1492066" y="3729696"/>
                      <a:pt x="1379229" y="3842533"/>
                      <a:pt x="1240038" y="3842533"/>
                    </a:cubicBezTo>
                    <a:cubicBezTo>
                      <a:pt x="1100847" y="3842533"/>
                      <a:pt x="988010" y="3729696"/>
                      <a:pt x="988010" y="3590505"/>
                    </a:cubicBezTo>
                    <a:lnTo>
                      <a:pt x="988010" y="3096582"/>
                    </a:lnTo>
                    <a:lnTo>
                      <a:pt x="879975" y="3096582"/>
                    </a:lnTo>
                    <a:cubicBezTo>
                      <a:pt x="714268" y="3096582"/>
                      <a:pt x="579936" y="2962250"/>
                      <a:pt x="579936" y="2796543"/>
                    </a:cubicBezTo>
                    <a:close/>
                    <a:moveTo>
                      <a:pt x="3067842" y="1281925"/>
                    </a:moveTo>
                    <a:cubicBezTo>
                      <a:pt x="3207033" y="1281925"/>
                      <a:pt x="3319870" y="1394762"/>
                      <a:pt x="3319870" y="1533953"/>
                    </a:cubicBezTo>
                    <a:lnTo>
                      <a:pt x="3319870" y="2505897"/>
                    </a:lnTo>
                    <a:cubicBezTo>
                      <a:pt x="3319870" y="2645088"/>
                      <a:pt x="3207033" y="2757925"/>
                      <a:pt x="3067842" y="2757925"/>
                    </a:cubicBezTo>
                    <a:cubicBezTo>
                      <a:pt x="2928651" y="2757925"/>
                      <a:pt x="2815814" y="2645088"/>
                      <a:pt x="2815814" y="2505897"/>
                    </a:cubicBezTo>
                    <a:lnTo>
                      <a:pt x="2815814" y="1533953"/>
                    </a:lnTo>
                    <a:cubicBezTo>
                      <a:pt x="2815814" y="1394762"/>
                      <a:pt x="2928651" y="1281925"/>
                      <a:pt x="3067842" y="1281925"/>
                    </a:cubicBezTo>
                    <a:close/>
                    <a:moveTo>
                      <a:pt x="252028" y="1281925"/>
                    </a:moveTo>
                    <a:cubicBezTo>
                      <a:pt x="391219" y="1281925"/>
                      <a:pt x="504056" y="1394762"/>
                      <a:pt x="504056" y="1533953"/>
                    </a:cubicBezTo>
                    <a:lnTo>
                      <a:pt x="504056" y="2505897"/>
                    </a:lnTo>
                    <a:cubicBezTo>
                      <a:pt x="504056" y="2645088"/>
                      <a:pt x="391219" y="2757925"/>
                      <a:pt x="252028" y="2757925"/>
                    </a:cubicBezTo>
                    <a:cubicBezTo>
                      <a:pt x="112837" y="2757925"/>
                      <a:pt x="0" y="2645088"/>
                      <a:pt x="0" y="2505897"/>
                    </a:cubicBezTo>
                    <a:lnTo>
                      <a:pt x="0" y="1533953"/>
                    </a:lnTo>
                    <a:cubicBezTo>
                      <a:pt x="0" y="1394762"/>
                      <a:pt x="112837" y="1281925"/>
                      <a:pt x="252028" y="1281925"/>
                    </a:cubicBezTo>
                    <a:close/>
                    <a:moveTo>
                      <a:pt x="2134062" y="558521"/>
                    </a:moveTo>
                    <a:cubicBezTo>
                      <a:pt x="2073373" y="558521"/>
                      <a:pt x="2024174" y="607720"/>
                      <a:pt x="2024174" y="668409"/>
                    </a:cubicBezTo>
                    <a:cubicBezTo>
                      <a:pt x="2024174" y="729098"/>
                      <a:pt x="2073373" y="778297"/>
                      <a:pt x="2134062" y="778297"/>
                    </a:cubicBezTo>
                    <a:cubicBezTo>
                      <a:pt x="2194751" y="778297"/>
                      <a:pt x="2243950" y="729098"/>
                      <a:pt x="2243950" y="668409"/>
                    </a:cubicBezTo>
                    <a:cubicBezTo>
                      <a:pt x="2243950" y="607720"/>
                      <a:pt x="2194751" y="558521"/>
                      <a:pt x="2134062" y="558521"/>
                    </a:cubicBezTo>
                    <a:close/>
                    <a:moveTo>
                      <a:pt x="1177409" y="558521"/>
                    </a:moveTo>
                    <a:cubicBezTo>
                      <a:pt x="1116720" y="558521"/>
                      <a:pt x="1067521" y="607720"/>
                      <a:pt x="1067521" y="668409"/>
                    </a:cubicBezTo>
                    <a:cubicBezTo>
                      <a:pt x="1067521" y="729098"/>
                      <a:pt x="1116720" y="778297"/>
                      <a:pt x="1177409" y="778297"/>
                    </a:cubicBezTo>
                    <a:cubicBezTo>
                      <a:pt x="1238098" y="778297"/>
                      <a:pt x="1287297" y="729098"/>
                      <a:pt x="1287297" y="668409"/>
                    </a:cubicBezTo>
                    <a:cubicBezTo>
                      <a:pt x="1287297" y="607720"/>
                      <a:pt x="1238098" y="558521"/>
                      <a:pt x="1177409" y="558521"/>
                    </a:cubicBezTo>
                    <a:close/>
                    <a:moveTo>
                      <a:pt x="1041854" y="0"/>
                    </a:moveTo>
                    <a:lnTo>
                      <a:pt x="1215617" y="300965"/>
                    </a:lnTo>
                    <a:cubicBezTo>
                      <a:pt x="1350827" y="238508"/>
                      <a:pt x="1501239" y="204386"/>
                      <a:pt x="1659158" y="204272"/>
                    </a:cubicBezTo>
                    <a:cubicBezTo>
                      <a:pt x="1823689" y="204153"/>
                      <a:pt x="1980124" y="240963"/>
                      <a:pt x="2119837" y="308065"/>
                    </a:cubicBezTo>
                    <a:lnTo>
                      <a:pt x="2297698" y="0"/>
                    </a:lnTo>
                    <a:lnTo>
                      <a:pt x="2391229" y="54000"/>
                    </a:lnTo>
                    <a:lnTo>
                      <a:pt x="2215205" y="358882"/>
                    </a:lnTo>
                    <a:cubicBezTo>
                      <a:pt x="2507692" y="533629"/>
                      <a:pt x="2710924" y="843756"/>
                      <a:pt x="2737127" y="1206450"/>
                    </a:cubicBezTo>
                    <a:cubicBezTo>
                      <a:pt x="2018962" y="1206967"/>
                      <a:pt x="1300797" y="1207483"/>
                      <a:pt x="582632" y="1208000"/>
                    </a:cubicBezTo>
                    <a:cubicBezTo>
                      <a:pt x="608780" y="838665"/>
                      <a:pt x="818541" y="523565"/>
                      <a:pt x="1119462" y="350420"/>
                    </a:cubicBezTo>
                    <a:lnTo>
                      <a:pt x="948323" y="5400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766" name="Google Shape;2766;p55"/>
              <p:cNvSpPr/>
              <p:nvPr/>
            </p:nvSpPr>
            <p:spPr>
              <a:xfrm>
                <a:off x="10645011" y="2518278"/>
                <a:ext cx="340001" cy="338281"/>
              </a:xfrm>
              <a:custGeom>
                <a:rect b="b" l="l" r="r" t="t"/>
                <a:pathLst>
                  <a:path extrusionOk="0" h="2941055" w="2956013">
                    <a:moveTo>
                      <a:pt x="2169165" y="2259549"/>
                    </a:moveTo>
                    <a:cubicBezTo>
                      <a:pt x="2305163" y="2320579"/>
                      <a:pt x="2430502" y="2400997"/>
                      <a:pt x="2542352" y="2496872"/>
                    </a:cubicBezTo>
                    <a:cubicBezTo>
                      <a:pt x="2303978" y="2744099"/>
                      <a:pt x="1979593" y="2907447"/>
                      <a:pt x="1617206" y="2939204"/>
                    </a:cubicBezTo>
                    <a:lnTo>
                      <a:pt x="1588575" y="2925411"/>
                    </a:lnTo>
                    <a:cubicBezTo>
                      <a:pt x="1835671" y="2758142"/>
                      <a:pt x="2037335" y="2529257"/>
                      <a:pt x="2169165" y="2259549"/>
                    </a:cubicBezTo>
                    <a:close/>
                    <a:moveTo>
                      <a:pt x="797309" y="2254509"/>
                    </a:moveTo>
                    <a:cubicBezTo>
                      <a:pt x="928512" y="2525684"/>
                      <a:pt x="1129977" y="2756161"/>
                      <a:pt x="1376879" y="2925229"/>
                    </a:cubicBezTo>
                    <a:cubicBezTo>
                      <a:pt x="1367940" y="2931748"/>
                      <a:pt x="1358086" y="2936536"/>
                      <a:pt x="1348086" y="2941055"/>
                    </a:cubicBezTo>
                    <a:cubicBezTo>
                      <a:pt x="981929" y="2910776"/>
                      <a:pt x="654006" y="2746454"/>
                      <a:pt x="413461" y="2497054"/>
                    </a:cubicBezTo>
                    <a:cubicBezTo>
                      <a:pt x="528278" y="2398621"/>
                      <a:pt x="657289" y="2316447"/>
                      <a:pt x="797309" y="2254509"/>
                    </a:cubicBezTo>
                    <a:close/>
                    <a:moveTo>
                      <a:pt x="1426305" y="2108791"/>
                    </a:moveTo>
                    <a:lnTo>
                      <a:pt x="1426305" y="2824067"/>
                    </a:lnTo>
                    <a:cubicBezTo>
                      <a:pt x="1203050" y="2668305"/>
                      <a:pt x="1020431" y="2458508"/>
                      <a:pt x="899682" y="2212532"/>
                    </a:cubicBezTo>
                    <a:cubicBezTo>
                      <a:pt x="1063835" y="2148883"/>
                      <a:pt x="1241204" y="2112683"/>
                      <a:pt x="1426305" y="2108791"/>
                    </a:cubicBezTo>
                    <a:close/>
                    <a:moveTo>
                      <a:pt x="1527809" y="2108695"/>
                    </a:moveTo>
                    <a:cubicBezTo>
                      <a:pt x="1717707" y="2112557"/>
                      <a:pt x="1899494" y="2150291"/>
                      <a:pt x="2067336" y="2216559"/>
                    </a:cubicBezTo>
                    <a:cubicBezTo>
                      <a:pt x="1943936" y="2466549"/>
                      <a:pt x="1756622" y="2679032"/>
                      <a:pt x="1527809" y="2835300"/>
                    </a:cubicBezTo>
                    <a:close/>
                    <a:moveTo>
                      <a:pt x="2354776" y="1530125"/>
                    </a:moveTo>
                    <a:lnTo>
                      <a:pt x="2955077" y="1530125"/>
                    </a:lnTo>
                    <a:cubicBezTo>
                      <a:pt x="2942393" y="1866074"/>
                      <a:pt x="2817414" y="2173186"/>
                      <a:pt x="2615767" y="2414127"/>
                    </a:cubicBezTo>
                    <a:cubicBezTo>
                      <a:pt x="2496453" y="2311434"/>
                      <a:pt x="2362630" y="2225327"/>
                      <a:pt x="2217376" y="2159975"/>
                    </a:cubicBezTo>
                    <a:cubicBezTo>
                      <a:pt x="2300477" y="1965771"/>
                      <a:pt x="2348521" y="1753185"/>
                      <a:pt x="2354776" y="1530125"/>
                    </a:cubicBezTo>
                    <a:close/>
                    <a:moveTo>
                      <a:pt x="1527809" y="1530125"/>
                    </a:moveTo>
                    <a:lnTo>
                      <a:pt x="2244039" y="1530125"/>
                    </a:lnTo>
                    <a:cubicBezTo>
                      <a:pt x="2237819" y="1737690"/>
                      <a:pt x="2192963" y="1935525"/>
                      <a:pt x="2115825" y="2116496"/>
                    </a:cubicBezTo>
                    <a:cubicBezTo>
                      <a:pt x="1933189" y="2043464"/>
                      <a:pt x="1735000" y="2001899"/>
                      <a:pt x="1527809" y="1997958"/>
                    </a:cubicBezTo>
                    <a:close/>
                    <a:moveTo>
                      <a:pt x="725097" y="1530125"/>
                    </a:moveTo>
                    <a:lnTo>
                      <a:pt x="1426305" y="1530125"/>
                    </a:lnTo>
                    <a:lnTo>
                      <a:pt x="1426305" y="1998054"/>
                    </a:lnTo>
                    <a:cubicBezTo>
                      <a:pt x="1224105" y="2002029"/>
                      <a:pt x="1030504" y="2041966"/>
                      <a:pt x="851699" y="2112283"/>
                    </a:cubicBezTo>
                    <a:cubicBezTo>
                      <a:pt x="775482" y="1932518"/>
                      <a:pt x="731260" y="1736112"/>
                      <a:pt x="725097" y="1530125"/>
                    </a:cubicBezTo>
                    <a:close/>
                    <a:moveTo>
                      <a:pt x="934" y="1530125"/>
                    </a:moveTo>
                    <a:lnTo>
                      <a:pt x="614360" y="1530125"/>
                    </a:lnTo>
                    <a:cubicBezTo>
                      <a:pt x="620543" y="1751166"/>
                      <a:pt x="667772" y="1961919"/>
                      <a:pt x="749235" y="2154869"/>
                    </a:cubicBezTo>
                    <a:cubicBezTo>
                      <a:pt x="599936" y="2221117"/>
                      <a:pt x="462426" y="2308980"/>
                      <a:pt x="340129" y="2414234"/>
                    </a:cubicBezTo>
                    <a:cubicBezTo>
                      <a:pt x="138582" y="2173144"/>
                      <a:pt x="13619" y="1866051"/>
                      <a:pt x="934" y="1530125"/>
                    </a:cubicBezTo>
                    <a:close/>
                    <a:moveTo>
                      <a:pt x="883886" y="768586"/>
                    </a:moveTo>
                    <a:cubicBezTo>
                      <a:pt x="1053566" y="831753"/>
                      <a:pt x="1236128" y="867407"/>
                      <a:pt x="1426305" y="871035"/>
                    </a:cubicBezTo>
                    <a:lnTo>
                      <a:pt x="1426305" y="1428622"/>
                    </a:lnTo>
                    <a:lnTo>
                      <a:pt x="724559" y="1428622"/>
                    </a:lnTo>
                    <a:cubicBezTo>
                      <a:pt x="730221" y="1192426"/>
                      <a:pt x="785872" y="968634"/>
                      <a:pt x="883886" y="768586"/>
                    </a:cubicBezTo>
                    <a:close/>
                    <a:moveTo>
                      <a:pt x="2083288" y="764501"/>
                    </a:moveTo>
                    <a:cubicBezTo>
                      <a:pt x="2182501" y="965616"/>
                      <a:pt x="2238869" y="1190833"/>
                      <a:pt x="2244577" y="1428622"/>
                    </a:cubicBezTo>
                    <a:lnTo>
                      <a:pt x="1527809" y="1428622"/>
                    </a:lnTo>
                    <a:lnTo>
                      <a:pt x="1527809" y="871130"/>
                    </a:lnTo>
                    <a:cubicBezTo>
                      <a:pt x="1722835" y="867528"/>
                      <a:pt x="1909881" y="830382"/>
                      <a:pt x="2083288" y="764501"/>
                    </a:cubicBezTo>
                    <a:close/>
                    <a:moveTo>
                      <a:pt x="375750" y="484510"/>
                    </a:moveTo>
                    <a:cubicBezTo>
                      <a:pt x="497688" y="583858"/>
                      <a:pt x="633678" y="666438"/>
                      <a:pt x="780212" y="729142"/>
                    </a:cubicBezTo>
                    <a:cubicBezTo>
                      <a:pt x="677519" y="941475"/>
                      <a:pt x="619429" y="1178562"/>
                      <a:pt x="613822" y="1428622"/>
                    </a:cubicBezTo>
                    <a:lnTo>
                      <a:pt x="0" y="1428622"/>
                    </a:lnTo>
                    <a:cubicBezTo>
                      <a:pt x="9263" y="1065848"/>
                      <a:pt x="149371" y="735691"/>
                      <a:pt x="375750" y="484510"/>
                    </a:cubicBezTo>
                    <a:close/>
                    <a:moveTo>
                      <a:pt x="2580304" y="484479"/>
                    </a:moveTo>
                    <a:cubicBezTo>
                      <a:pt x="2806628" y="735651"/>
                      <a:pt x="2946750" y="1065827"/>
                      <a:pt x="2956013" y="1428622"/>
                    </a:cubicBezTo>
                    <a:lnTo>
                      <a:pt x="2355314" y="1428622"/>
                    </a:lnTo>
                    <a:cubicBezTo>
                      <a:pt x="2349636" y="1176504"/>
                      <a:pt x="2290630" y="937573"/>
                      <a:pt x="2186241" y="724113"/>
                    </a:cubicBezTo>
                    <a:cubicBezTo>
                      <a:pt x="2328935" y="662418"/>
                      <a:pt x="2461323" y="581449"/>
                      <a:pt x="2580304" y="484479"/>
                    </a:cubicBezTo>
                    <a:close/>
                    <a:moveTo>
                      <a:pt x="1426305" y="124032"/>
                    </a:moveTo>
                    <a:lnTo>
                      <a:pt x="1426305" y="760298"/>
                    </a:lnTo>
                    <a:cubicBezTo>
                      <a:pt x="1253727" y="756791"/>
                      <a:pt x="1087879" y="724966"/>
                      <a:pt x="933247" y="668842"/>
                    </a:cubicBezTo>
                    <a:cubicBezTo>
                      <a:pt x="1054039" y="451822"/>
                      <a:pt x="1223389" y="265609"/>
                      <a:pt x="1426305" y="124032"/>
                    </a:cubicBezTo>
                    <a:close/>
                    <a:moveTo>
                      <a:pt x="1527809" y="112799"/>
                    </a:moveTo>
                    <a:cubicBezTo>
                      <a:pt x="1736145" y="255085"/>
                      <a:pt x="1910079" y="443973"/>
                      <a:pt x="2033951" y="664748"/>
                    </a:cubicBezTo>
                    <a:cubicBezTo>
                      <a:pt x="1875578" y="723616"/>
                      <a:pt x="1705238" y="756901"/>
                      <a:pt x="1527809" y="760394"/>
                    </a:cubicBezTo>
                    <a:close/>
                    <a:moveTo>
                      <a:pt x="1632157" y="1693"/>
                    </a:moveTo>
                    <a:cubicBezTo>
                      <a:pt x="1969090" y="34839"/>
                      <a:pt x="2272411" y="181752"/>
                      <a:pt x="2502559" y="404493"/>
                    </a:cubicBezTo>
                    <a:cubicBezTo>
                      <a:pt x="2392455" y="493535"/>
                      <a:pt x="2270018" y="567692"/>
                      <a:pt x="2138287" y="624414"/>
                    </a:cubicBezTo>
                    <a:cubicBezTo>
                      <a:pt x="2004803" y="382989"/>
                      <a:pt x="1815448" y="176841"/>
                      <a:pt x="1587368" y="23269"/>
                    </a:cubicBezTo>
                    <a:close/>
                    <a:moveTo>
                      <a:pt x="1333466" y="0"/>
                    </a:moveTo>
                    <a:lnTo>
                      <a:pt x="1376468" y="23177"/>
                    </a:lnTo>
                    <a:cubicBezTo>
                      <a:pt x="1149236" y="178863"/>
                      <a:pt x="960516" y="386575"/>
                      <a:pt x="827965" y="629347"/>
                    </a:cubicBezTo>
                    <a:cubicBezTo>
                      <a:pt x="692459" y="571593"/>
                      <a:pt x="566467" y="495851"/>
                      <a:pt x="453430" y="404475"/>
                    </a:cubicBezTo>
                    <a:cubicBezTo>
                      <a:pt x="685742" y="179438"/>
                      <a:pt x="992667" y="31629"/>
                      <a:pt x="1333466"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2767" name="Google Shape;2767;p55"/>
              <p:cNvSpPr/>
              <p:nvPr/>
            </p:nvSpPr>
            <p:spPr>
              <a:xfrm flipH="1">
                <a:off x="10345251" y="2251006"/>
                <a:ext cx="441966" cy="281210"/>
              </a:xfrm>
              <a:custGeom>
                <a:rect b="b" l="l" r="r" t="t"/>
                <a:pathLst>
                  <a:path extrusionOk="0" h="2532594" w="3980365">
                    <a:moveTo>
                      <a:pt x="1988360" y="58973"/>
                    </a:moveTo>
                    <a:cubicBezTo>
                      <a:pt x="1988306" y="58975"/>
                      <a:pt x="1988252" y="58977"/>
                      <a:pt x="1988199" y="58995"/>
                    </a:cubicBezTo>
                    <a:cubicBezTo>
                      <a:pt x="1988145" y="58977"/>
                      <a:pt x="1988091" y="58975"/>
                      <a:pt x="1988037" y="58973"/>
                    </a:cubicBezTo>
                    <a:lnTo>
                      <a:pt x="1988037" y="59017"/>
                    </a:lnTo>
                    <a:cubicBezTo>
                      <a:pt x="1574406" y="74019"/>
                      <a:pt x="1375335" y="406725"/>
                      <a:pt x="1370318" y="708381"/>
                    </a:cubicBezTo>
                    <a:cubicBezTo>
                      <a:pt x="1362506" y="1089140"/>
                      <a:pt x="1497435" y="1312904"/>
                      <a:pt x="1568575" y="1407072"/>
                    </a:cubicBezTo>
                    <a:cubicBezTo>
                      <a:pt x="1631785" y="1490670"/>
                      <a:pt x="1727890" y="1649476"/>
                      <a:pt x="1617443" y="1704159"/>
                    </a:cubicBezTo>
                    <a:cubicBezTo>
                      <a:pt x="1318592" y="1846636"/>
                      <a:pt x="1062028" y="1946829"/>
                      <a:pt x="927030" y="2049664"/>
                    </a:cubicBezTo>
                    <a:cubicBezTo>
                      <a:pt x="705669" y="2234426"/>
                      <a:pt x="740656" y="2445615"/>
                      <a:pt x="754501" y="2532594"/>
                    </a:cubicBezTo>
                    <a:lnTo>
                      <a:pt x="1988199" y="2531551"/>
                    </a:lnTo>
                    <a:lnTo>
                      <a:pt x="3221896" y="2532594"/>
                    </a:lnTo>
                    <a:cubicBezTo>
                      <a:pt x="3235741" y="2445615"/>
                      <a:pt x="3270728" y="2234426"/>
                      <a:pt x="3049367" y="2049664"/>
                    </a:cubicBezTo>
                    <a:cubicBezTo>
                      <a:pt x="2914369" y="1946829"/>
                      <a:pt x="2657805" y="1846636"/>
                      <a:pt x="2358954" y="1704159"/>
                    </a:cubicBezTo>
                    <a:cubicBezTo>
                      <a:pt x="2248507" y="1649476"/>
                      <a:pt x="2344612" y="1490670"/>
                      <a:pt x="2407822" y="1407072"/>
                    </a:cubicBezTo>
                    <a:cubicBezTo>
                      <a:pt x="2478962" y="1312904"/>
                      <a:pt x="2613891" y="1089140"/>
                      <a:pt x="2606079" y="708381"/>
                    </a:cubicBezTo>
                    <a:cubicBezTo>
                      <a:pt x="2601062" y="406725"/>
                      <a:pt x="2401991" y="74019"/>
                      <a:pt x="1988360" y="59017"/>
                    </a:cubicBezTo>
                    <a:close/>
                    <a:moveTo>
                      <a:pt x="1093515" y="0"/>
                    </a:moveTo>
                    <a:cubicBezTo>
                      <a:pt x="736613" y="12826"/>
                      <a:pt x="553627" y="327881"/>
                      <a:pt x="549299" y="588096"/>
                    </a:cubicBezTo>
                    <a:cubicBezTo>
                      <a:pt x="542562" y="916461"/>
                      <a:pt x="658924" y="1109434"/>
                      <a:pt x="720275" y="1190644"/>
                    </a:cubicBezTo>
                    <a:cubicBezTo>
                      <a:pt x="774787" y="1262738"/>
                      <a:pt x="857667" y="1399692"/>
                      <a:pt x="762418" y="1446850"/>
                    </a:cubicBezTo>
                    <a:cubicBezTo>
                      <a:pt x="504691" y="1569722"/>
                      <a:pt x="283431" y="1656128"/>
                      <a:pt x="167010" y="1744812"/>
                    </a:cubicBezTo>
                    <a:cubicBezTo>
                      <a:pt x="-23891" y="1904150"/>
                      <a:pt x="672" y="2013351"/>
                      <a:pt x="1392" y="2161289"/>
                    </a:cubicBezTo>
                    <a:cubicBezTo>
                      <a:pt x="356083" y="2160989"/>
                      <a:pt x="261990" y="2166300"/>
                      <a:pt x="616681" y="2166000"/>
                    </a:cubicBezTo>
                    <a:cubicBezTo>
                      <a:pt x="794788" y="1846239"/>
                      <a:pt x="1045824" y="1778915"/>
                      <a:pt x="1453932" y="1593789"/>
                    </a:cubicBezTo>
                    <a:cubicBezTo>
                      <a:pt x="1171572" y="1115084"/>
                      <a:pt x="1046285" y="714919"/>
                      <a:pt x="1414663" y="124017"/>
                    </a:cubicBezTo>
                    <a:cubicBezTo>
                      <a:pt x="1309485" y="41539"/>
                      <a:pt x="1305280" y="26381"/>
                      <a:pt x="1093515" y="0"/>
                    </a:cubicBezTo>
                    <a:close/>
                    <a:moveTo>
                      <a:pt x="2886850" y="0"/>
                    </a:moveTo>
                    <a:cubicBezTo>
                      <a:pt x="2675085" y="26381"/>
                      <a:pt x="2670880" y="41539"/>
                      <a:pt x="2565702" y="124017"/>
                    </a:cubicBezTo>
                    <a:cubicBezTo>
                      <a:pt x="2934080" y="714919"/>
                      <a:pt x="2808793" y="1115084"/>
                      <a:pt x="2526433" y="1593789"/>
                    </a:cubicBezTo>
                    <a:cubicBezTo>
                      <a:pt x="2934542" y="1778915"/>
                      <a:pt x="3185577" y="1846239"/>
                      <a:pt x="3363685" y="2166000"/>
                    </a:cubicBezTo>
                    <a:cubicBezTo>
                      <a:pt x="3718376" y="2166300"/>
                      <a:pt x="3624282" y="2160989"/>
                      <a:pt x="3978973" y="2161289"/>
                    </a:cubicBezTo>
                    <a:cubicBezTo>
                      <a:pt x="3979693" y="2013351"/>
                      <a:pt x="4004256" y="1904150"/>
                      <a:pt x="3813355" y="1744812"/>
                    </a:cubicBezTo>
                    <a:cubicBezTo>
                      <a:pt x="3696934" y="1656128"/>
                      <a:pt x="3475674" y="1569722"/>
                      <a:pt x="3217947" y="1446850"/>
                    </a:cubicBezTo>
                    <a:cubicBezTo>
                      <a:pt x="3122698" y="1399692"/>
                      <a:pt x="3205579" y="1262738"/>
                      <a:pt x="3260090" y="1190644"/>
                    </a:cubicBezTo>
                    <a:cubicBezTo>
                      <a:pt x="3321441" y="1109434"/>
                      <a:pt x="3437803" y="916461"/>
                      <a:pt x="3431066" y="588096"/>
                    </a:cubicBezTo>
                    <a:cubicBezTo>
                      <a:pt x="3426739" y="327881"/>
                      <a:pt x="3243752" y="12826"/>
                      <a:pt x="288685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768" name="Google Shape;2768;p55"/>
              <p:cNvSpPr/>
              <p:nvPr/>
            </p:nvSpPr>
            <p:spPr>
              <a:xfrm>
                <a:off x="11003273" y="3365017"/>
                <a:ext cx="357359" cy="364685"/>
              </a:xfrm>
              <a:custGeom>
                <a:rect b="b" l="l" r="r" t="t"/>
                <a:pathLst>
                  <a:path extrusionOk="0" h="3940019" w="3860876">
                    <a:moveTo>
                      <a:pt x="3248876" y="1942264"/>
                    </a:moveTo>
                    <a:lnTo>
                      <a:pt x="3860876" y="1942264"/>
                    </a:lnTo>
                    <a:lnTo>
                      <a:pt x="3860876" y="2090815"/>
                    </a:lnTo>
                    <a:lnTo>
                      <a:pt x="3859023" y="2090815"/>
                    </a:lnTo>
                    <a:cubicBezTo>
                      <a:pt x="3817225" y="2949620"/>
                      <a:pt x="3215273" y="3679864"/>
                      <a:pt x="2378197" y="3884304"/>
                    </a:cubicBezTo>
                    <a:cubicBezTo>
                      <a:pt x="2219818" y="3922985"/>
                      <a:pt x="2060231" y="3941082"/>
                      <a:pt x="1902626" y="3939971"/>
                    </a:cubicBezTo>
                    <a:cubicBezTo>
                      <a:pt x="1286982" y="3935631"/>
                      <a:pt x="701577" y="3638194"/>
                      <a:pt x="337583" y="3128887"/>
                    </a:cubicBezTo>
                    <a:lnTo>
                      <a:pt x="30667" y="3435803"/>
                    </a:lnTo>
                    <a:lnTo>
                      <a:pt x="30667" y="2342045"/>
                    </a:lnTo>
                    <a:lnTo>
                      <a:pt x="1124425" y="2342045"/>
                    </a:lnTo>
                    <a:lnTo>
                      <a:pt x="781340" y="2685130"/>
                    </a:lnTo>
                    <a:cubicBezTo>
                      <a:pt x="1079782" y="3180935"/>
                      <a:pt x="1667379" y="3425841"/>
                      <a:pt x="2232517" y="3287817"/>
                    </a:cubicBezTo>
                    <a:cubicBezTo>
                      <a:pt x="2810639" y="3146622"/>
                      <a:pt x="3224897" y="2638979"/>
                      <a:pt x="3247291" y="2044286"/>
                    </a:cubicBezTo>
                    <a:lnTo>
                      <a:pt x="3248876" y="2044345"/>
                    </a:lnTo>
                    <a:close/>
                    <a:moveTo>
                      <a:pt x="1958249" y="48"/>
                    </a:moveTo>
                    <a:cubicBezTo>
                      <a:pt x="2573893" y="4388"/>
                      <a:pt x="3159298" y="301825"/>
                      <a:pt x="3523293" y="811132"/>
                    </a:cubicBezTo>
                    <a:lnTo>
                      <a:pt x="3830209" y="504216"/>
                    </a:lnTo>
                    <a:lnTo>
                      <a:pt x="3830209" y="1597974"/>
                    </a:lnTo>
                    <a:lnTo>
                      <a:pt x="2736450" y="1597974"/>
                    </a:lnTo>
                    <a:lnTo>
                      <a:pt x="3079535" y="1254889"/>
                    </a:lnTo>
                    <a:cubicBezTo>
                      <a:pt x="2781093" y="759084"/>
                      <a:pt x="2193496" y="514178"/>
                      <a:pt x="1628358" y="652202"/>
                    </a:cubicBezTo>
                    <a:cubicBezTo>
                      <a:pt x="1050236" y="793397"/>
                      <a:pt x="635978" y="1301040"/>
                      <a:pt x="613584" y="1895733"/>
                    </a:cubicBezTo>
                    <a:lnTo>
                      <a:pt x="612000" y="1895674"/>
                    </a:lnTo>
                    <a:lnTo>
                      <a:pt x="612000" y="1985958"/>
                    </a:lnTo>
                    <a:lnTo>
                      <a:pt x="0" y="1985958"/>
                    </a:lnTo>
                    <a:lnTo>
                      <a:pt x="0" y="1837407"/>
                    </a:lnTo>
                    <a:lnTo>
                      <a:pt x="2787" y="1837407"/>
                    </a:lnTo>
                    <a:cubicBezTo>
                      <a:pt x="49183" y="983705"/>
                      <a:pt x="649445" y="259216"/>
                      <a:pt x="1482678" y="55715"/>
                    </a:cubicBezTo>
                    <a:cubicBezTo>
                      <a:pt x="1641057" y="17034"/>
                      <a:pt x="1800644" y="-1063"/>
                      <a:pt x="1958249" y="4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769" name="Google Shape;2769;p55"/>
              <p:cNvSpPr/>
              <p:nvPr/>
            </p:nvSpPr>
            <p:spPr>
              <a:xfrm>
                <a:off x="9028038" y="5418963"/>
                <a:ext cx="353455" cy="397548"/>
              </a:xfrm>
              <a:custGeom>
                <a:rect b="b" l="l" r="r" t="t"/>
                <a:pathLst>
                  <a:path extrusionOk="0" h="3110058" w="2765122">
                    <a:moveTo>
                      <a:pt x="1376433" y="2257187"/>
                    </a:moveTo>
                    <a:lnTo>
                      <a:pt x="1145400" y="2354829"/>
                    </a:lnTo>
                    <a:lnTo>
                      <a:pt x="1036105" y="2389775"/>
                    </a:lnTo>
                    <a:lnTo>
                      <a:pt x="1040146" y="2406930"/>
                    </a:lnTo>
                    <a:cubicBezTo>
                      <a:pt x="1121535" y="2704580"/>
                      <a:pt x="1244707" y="2894301"/>
                      <a:pt x="1382560" y="2894301"/>
                    </a:cubicBezTo>
                    <a:cubicBezTo>
                      <a:pt x="1520414" y="2894301"/>
                      <a:pt x="1643585" y="2704580"/>
                      <a:pt x="1724974" y="2406930"/>
                    </a:cubicBezTo>
                    <a:lnTo>
                      <a:pt x="1726723" y="2399874"/>
                    </a:lnTo>
                    <a:lnTo>
                      <a:pt x="1605728" y="2358846"/>
                    </a:lnTo>
                    <a:close/>
                    <a:moveTo>
                      <a:pt x="1795887" y="2033026"/>
                    </a:moveTo>
                    <a:lnTo>
                      <a:pt x="1694075" y="2094586"/>
                    </a:lnTo>
                    <a:lnTo>
                      <a:pt x="1578650" y="2155153"/>
                    </a:lnTo>
                    <a:lnTo>
                      <a:pt x="1618821" y="2173994"/>
                    </a:lnTo>
                    <a:lnTo>
                      <a:pt x="1763952" y="2229138"/>
                    </a:lnTo>
                    <a:lnTo>
                      <a:pt x="1791432" y="2076334"/>
                    </a:lnTo>
                    <a:close/>
                    <a:moveTo>
                      <a:pt x="969005" y="2030800"/>
                    </a:moveTo>
                    <a:lnTo>
                      <a:pt x="973688" y="2076334"/>
                    </a:lnTo>
                    <a:lnTo>
                      <a:pt x="997942" y="2219324"/>
                    </a:lnTo>
                    <a:lnTo>
                      <a:pt x="1135534" y="2169774"/>
                    </a:lnTo>
                    <a:lnTo>
                      <a:pt x="1176026" y="2151638"/>
                    </a:lnTo>
                    <a:lnTo>
                      <a:pt x="1061678" y="2089068"/>
                    </a:lnTo>
                    <a:close/>
                    <a:moveTo>
                      <a:pt x="2270995" y="1682607"/>
                    </a:moveTo>
                    <a:lnTo>
                      <a:pt x="2193789" y="1749541"/>
                    </a:lnTo>
                    <a:cubicBezTo>
                      <a:pt x="2157450" y="1779622"/>
                      <a:pt x="2119670" y="1809519"/>
                      <a:pt x="2080535" y="1839120"/>
                    </a:cubicBezTo>
                    <a:lnTo>
                      <a:pt x="1988274" y="1905861"/>
                    </a:lnTo>
                    <a:lnTo>
                      <a:pt x="1956628" y="2160317"/>
                    </a:lnTo>
                    <a:lnTo>
                      <a:pt x="1929983" y="2282840"/>
                    </a:lnTo>
                    <a:lnTo>
                      <a:pt x="2032699" y="2311732"/>
                    </a:lnTo>
                    <a:cubicBezTo>
                      <a:pt x="2281801" y="2367725"/>
                      <a:pt x="2467430" y="2349840"/>
                      <a:pt x="2530541" y="2244806"/>
                    </a:cubicBezTo>
                    <a:cubicBezTo>
                      <a:pt x="2601541" y="2126643"/>
                      <a:pt x="2502356" y="1923350"/>
                      <a:pt x="2289139" y="1700285"/>
                    </a:cubicBezTo>
                    <a:close/>
                    <a:moveTo>
                      <a:pt x="491768" y="1666932"/>
                    </a:moveTo>
                    <a:lnTo>
                      <a:pt x="473585" y="1684439"/>
                    </a:lnTo>
                    <a:cubicBezTo>
                      <a:pt x="256508" y="1903749"/>
                      <a:pt x="153790" y="2105280"/>
                      <a:pt x="222717" y="2224664"/>
                    </a:cubicBezTo>
                    <a:cubicBezTo>
                      <a:pt x="283985" y="2330784"/>
                      <a:pt x="469273" y="2351906"/>
                      <a:pt x="719315" y="2300269"/>
                    </a:cubicBezTo>
                    <a:lnTo>
                      <a:pt x="831176" y="2270901"/>
                    </a:lnTo>
                    <a:lnTo>
                      <a:pt x="808495" y="2160317"/>
                    </a:lnTo>
                    <a:lnTo>
                      <a:pt x="776012" y="1899134"/>
                    </a:lnTo>
                    <a:lnTo>
                      <a:pt x="679735" y="1826895"/>
                    </a:lnTo>
                    <a:cubicBezTo>
                      <a:pt x="616990" y="1777691"/>
                      <a:pt x="557836" y="1727770"/>
                      <a:pt x="502637" y="1677612"/>
                    </a:cubicBezTo>
                    <a:close/>
                    <a:moveTo>
                      <a:pt x="2001099" y="1443878"/>
                    </a:moveTo>
                    <a:lnTo>
                      <a:pt x="2005588" y="1555029"/>
                    </a:lnTo>
                    <a:lnTo>
                      <a:pt x="2000712" y="1675767"/>
                    </a:lnTo>
                    <a:lnTo>
                      <a:pt x="2038461" y="1648469"/>
                    </a:lnTo>
                    <a:cubicBezTo>
                      <a:pt x="2070345" y="1623579"/>
                      <a:pt x="2101053" y="1598643"/>
                      <a:pt x="2130505" y="1573751"/>
                    </a:cubicBezTo>
                    <a:lnTo>
                      <a:pt x="2143759" y="1562074"/>
                    </a:lnTo>
                    <a:lnTo>
                      <a:pt x="2039991" y="1473050"/>
                    </a:lnTo>
                    <a:close/>
                    <a:moveTo>
                      <a:pt x="764411" y="1434288"/>
                    </a:moveTo>
                    <a:lnTo>
                      <a:pt x="726661" y="1461587"/>
                    </a:lnTo>
                    <a:cubicBezTo>
                      <a:pt x="694778" y="1486477"/>
                      <a:pt x="664070" y="1511412"/>
                      <a:pt x="634617" y="1536305"/>
                    </a:cubicBezTo>
                    <a:lnTo>
                      <a:pt x="621360" y="1547985"/>
                    </a:lnTo>
                    <a:lnTo>
                      <a:pt x="725129" y="1637009"/>
                    </a:lnTo>
                    <a:lnTo>
                      <a:pt x="764024" y="1666183"/>
                    </a:lnTo>
                    <a:lnTo>
                      <a:pt x="759534" y="1555029"/>
                    </a:lnTo>
                    <a:close/>
                    <a:moveTo>
                      <a:pt x="1386966" y="1049980"/>
                    </a:moveTo>
                    <a:lnTo>
                      <a:pt x="1160689" y="1170734"/>
                    </a:lnTo>
                    <a:lnTo>
                      <a:pt x="947211" y="1303680"/>
                    </a:lnTo>
                    <a:lnTo>
                      <a:pt x="938816" y="1555028"/>
                    </a:lnTo>
                    <a:lnTo>
                      <a:pt x="947046" y="1801432"/>
                    </a:lnTo>
                    <a:lnTo>
                      <a:pt x="1154015" y="1935392"/>
                    </a:lnTo>
                    <a:lnTo>
                      <a:pt x="1378151" y="2060078"/>
                    </a:lnTo>
                    <a:lnTo>
                      <a:pt x="1604433" y="1939321"/>
                    </a:lnTo>
                    <a:lnTo>
                      <a:pt x="1817909" y="1806377"/>
                    </a:lnTo>
                    <a:lnTo>
                      <a:pt x="1826304" y="1555028"/>
                    </a:lnTo>
                    <a:lnTo>
                      <a:pt x="1818074" y="1308628"/>
                    </a:lnTo>
                    <a:lnTo>
                      <a:pt x="1611105" y="1174667"/>
                    </a:lnTo>
                    <a:close/>
                    <a:moveTo>
                      <a:pt x="1767179" y="890733"/>
                    </a:moveTo>
                    <a:lnTo>
                      <a:pt x="1629589" y="940281"/>
                    </a:lnTo>
                    <a:lnTo>
                      <a:pt x="1589093" y="958419"/>
                    </a:lnTo>
                    <a:lnTo>
                      <a:pt x="1703444" y="1020991"/>
                    </a:lnTo>
                    <a:lnTo>
                      <a:pt x="1796116" y="1079257"/>
                    </a:lnTo>
                    <a:lnTo>
                      <a:pt x="1791432" y="1033723"/>
                    </a:lnTo>
                    <a:close/>
                    <a:moveTo>
                      <a:pt x="1001168" y="880921"/>
                    </a:moveTo>
                    <a:lnTo>
                      <a:pt x="973688" y="1033723"/>
                    </a:lnTo>
                    <a:lnTo>
                      <a:pt x="969233" y="1077033"/>
                    </a:lnTo>
                    <a:lnTo>
                      <a:pt x="1071048" y="1015472"/>
                    </a:lnTo>
                    <a:lnTo>
                      <a:pt x="1186470" y="954907"/>
                    </a:lnTo>
                    <a:lnTo>
                      <a:pt x="1146299" y="936065"/>
                    </a:lnTo>
                    <a:close/>
                    <a:moveTo>
                      <a:pt x="2296662" y="783036"/>
                    </a:moveTo>
                    <a:cubicBezTo>
                      <a:pt x="2224233" y="781291"/>
                      <a:pt x="2139574" y="790423"/>
                      <a:pt x="2045808" y="809787"/>
                    </a:cubicBezTo>
                    <a:lnTo>
                      <a:pt x="1933945" y="839155"/>
                    </a:lnTo>
                    <a:lnTo>
                      <a:pt x="1956628" y="949742"/>
                    </a:lnTo>
                    <a:lnTo>
                      <a:pt x="1989111" y="1210925"/>
                    </a:lnTo>
                    <a:lnTo>
                      <a:pt x="2085387" y="1283163"/>
                    </a:lnTo>
                    <a:cubicBezTo>
                      <a:pt x="2148132" y="1332368"/>
                      <a:pt x="2207286" y="1382289"/>
                      <a:pt x="2262485" y="1432446"/>
                    </a:cubicBezTo>
                    <a:lnTo>
                      <a:pt x="2273353" y="1443125"/>
                    </a:lnTo>
                    <a:lnTo>
                      <a:pt x="2291537" y="1425616"/>
                    </a:lnTo>
                    <a:cubicBezTo>
                      <a:pt x="2508615" y="1206306"/>
                      <a:pt x="2611333" y="1004776"/>
                      <a:pt x="2542406" y="885391"/>
                    </a:cubicBezTo>
                    <a:cubicBezTo>
                      <a:pt x="2504113" y="819067"/>
                      <a:pt x="2417375" y="785944"/>
                      <a:pt x="2296662" y="783036"/>
                    </a:cubicBezTo>
                    <a:close/>
                    <a:moveTo>
                      <a:pt x="482072" y="767202"/>
                    </a:moveTo>
                    <a:cubicBezTo>
                      <a:pt x="361326" y="768003"/>
                      <a:pt x="274023" y="799606"/>
                      <a:pt x="234579" y="865253"/>
                    </a:cubicBezTo>
                    <a:cubicBezTo>
                      <a:pt x="163579" y="983417"/>
                      <a:pt x="262764" y="1186709"/>
                      <a:pt x="475981" y="1409774"/>
                    </a:cubicBezTo>
                    <a:lnTo>
                      <a:pt x="494126" y="1427453"/>
                    </a:lnTo>
                    <a:lnTo>
                      <a:pt x="571333" y="1360517"/>
                    </a:lnTo>
                    <a:cubicBezTo>
                      <a:pt x="607672" y="1330436"/>
                      <a:pt x="645452" y="1300540"/>
                      <a:pt x="684587" y="1270938"/>
                    </a:cubicBezTo>
                    <a:lnTo>
                      <a:pt x="776848" y="1204197"/>
                    </a:lnTo>
                    <a:lnTo>
                      <a:pt x="808495" y="949742"/>
                    </a:lnTo>
                    <a:lnTo>
                      <a:pt x="835139" y="827220"/>
                    </a:lnTo>
                    <a:lnTo>
                      <a:pt x="732420" y="798327"/>
                    </a:lnTo>
                    <a:cubicBezTo>
                      <a:pt x="639007" y="777329"/>
                      <a:pt x="554520" y="766721"/>
                      <a:pt x="482072" y="767202"/>
                    </a:cubicBezTo>
                    <a:close/>
                    <a:moveTo>
                      <a:pt x="1382560" y="215755"/>
                    </a:moveTo>
                    <a:cubicBezTo>
                      <a:pt x="1244707" y="215755"/>
                      <a:pt x="1121535" y="405476"/>
                      <a:pt x="1040146" y="703126"/>
                    </a:cubicBezTo>
                    <a:lnTo>
                      <a:pt x="1038397" y="710184"/>
                    </a:lnTo>
                    <a:lnTo>
                      <a:pt x="1159394" y="751212"/>
                    </a:lnTo>
                    <a:lnTo>
                      <a:pt x="1388689" y="852872"/>
                    </a:lnTo>
                    <a:lnTo>
                      <a:pt x="1619722" y="755229"/>
                    </a:lnTo>
                    <a:lnTo>
                      <a:pt x="1729016" y="720284"/>
                    </a:lnTo>
                    <a:lnTo>
                      <a:pt x="1724974" y="703126"/>
                    </a:lnTo>
                    <a:cubicBezTo>
                      <a:pt x="1643585" y="405476"/>
                      <a:pt x="1520414" y="215755"/>
                      <a:pt x="1382560" y="215755"/>
                    </a:cubicBezTo>
                    <a:close/>
                    <a:moveTo>
                      <a:pt x="1382561" y="0"/>
                    </a:moveTo>
                    <a:cubicBezTo>
                      <a:pt x="1576111" y="0"/>
                      <a:pt x="1749046" y="220285"/>
                      <a:pt x="1863319" y="565886"/>
                    </a:cubicBezTo>
                    <a:lnTo>
                      <a:pt x="1892754" y="669221"/>
                    </a:lnTo>
                    <a:lnTo>
                      <a:pt x="1998805" y="644109"/>
                    </a:lnTo>
                    <a:cubicBezTo>
                      <a:pt x="2355240" y="570272"/>
                      <a:pt x="2632481" y="609896"/>
                      <a:pt x="2729256" y="777515"/>
                    </a:cubicBezTo>
                    <a:cubicBezTo>
                      <a:pt x="2826030" y="945133"/>
                      <a:pt x="2721726" y="1205043"/>
                      <a:pt x="2479563" y="1476806"/>
                    </a:cubicBezTo>
                    <a:lnTo>
                      <a:pt x="2396868" y="1564493"/>
                    </a:lnTo>
                    <a:lnTo>
                      <a:pt x="2415853" y="1583149"/>
                    </a:lnTo>
                    <a:cubicBezTo>
                      <a:pt x="2697403" y="1884053"/>
                      <a:pt x="2823474" y="2176199"/>
                      <a:pt x="2715481" y="2355928"/>
                    </a:cubicBezTo>
                    <a:cubicBezTo>
                      <a:pt x="2615796" y="2521833"/>
                      <a:pt x="2337906" y="2556612"/>
                      <a:pt x="1982813" y="2476565"/>
                    </a:cubicBezTo>
                    <a:lnTo>
                      <a:pt x="1890625" y="2453030"/>
                    </a:lnTo>
                    <a:lnTo>
                      <a:pt x="1863319" y="2544172"/>
                    </a:lnTo>
                    <a:cubicBezTo>
                      <a:pt x="1749047" y="2889773"/>
                      <a:pt x="1576111" y="3110058"/>
                      <a:pt x="1382561" y="3110058"/>
                    </a:cubicBezTo>
                    <a:cubicBezTo>
                      <a:pt x="1189012" y="3110058"/>
                      <a:pt x="1016076" y="2889773"/>
                      <a:pt x="901803" y="2544172"/>
                    </a:cubicBezTo>
                    <a:lnTo>
                      <a:pt x="872368" y="2440837"/>
                    </a:lnTo>
                    <a:lnTo>
                      <a:pt x="766317" y="2465949"/>
                    </a:lnTo>
                    <a:cubicBezTo>
                      <a:pt x="409882" y="2539787"/>
                      <a:pt x="132641" y="2500163"/>
                      <a:pt x="35866" y="2332544"/>
                    </a:cubicBezTo>
                    <a:cubicBezTo>
                      <a:pt x="-60908" y="2164925"/>
                      <a:pt x="43396" y="1905015"/>
                      <a:pt x="285559" y="1633252"/>
                    </a:cubicBezTo>
                    <a:lnTo>
                      <a:pt x="368254" y="1545565"/>
                    </a:lnTo>
                    <a:lnTo>
                      <a:pt x="349269" y="1526910"/>
                    </a:lnTo>
                    <a:cubicBezTo>
                      <a:pt x="67719" y="1226005"/>
                      <a:pt x="-58351" y="933860"/>
                      <a:pt x="49641" y="754130"/>
                    </a:cubicBezTo>
                    <a:cubicBezTo>
                      <a:pt x="149326" y="588226"/>
                      <a:pt x="427216" y="553446"/>
                      <a:pt x="782309" y="633493"/>
                    </a:cubicBezTo>
                    <a:lnTo>
                      <a:pt x="874497" y="657029"/>
                    </a:lnTo>
                    <a:lnTo>
                      <a:pt x="901803" y="565886"/>
                    </a:lnTo>
                    <a:cubicBezTo>
                      <a:pt x="1016076" y="220285"/>
                      <a:pt x="1189012" y="0"/>
                      <a:pt x="138256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2770" name="Google Shape;2770;p55"/>
              <p:cNvSpPr/>
              <p:nvPr/>
            </p:nvSpPr>
            <p:spPr>
              <a:xfrm>
                <a:off x="7496004" y="3682990"/>
                <a:ext cx="320490" cy="269438"/>
              </a:xfrm>
              <a:custGeom>
                <a:rect b="b" l="l" r="r" t="t"/>
                <a:pathLst>
                  <a:path extrusionOk="0" h="3350285" w="3985089">
                    <a:moveTo>
                      <a:pt x="1489879" y="1687056"/>
                    </a:moveTo>
                    <a:cubicBezTo>
                      <a:pt x="1413602" y="1687056"/>
                      <a:pt x="1351768" y="1748890"/>
                      <a:pt x="1351768" y="1825167"/>
                    </a:cubicBezTo>
                    <a:lnTo>
                      <a:pt x="1351768" y="1828965"/>
                    </a:lnTo>
                    <a:cubicBezTo>
                      <a:pt x="1351768" y="1905242"/>
                      <a:pt x="1413602" y="1967076"/>
                      <a:pt x="1489879" y="1967076"/>
                    </a:cubicBezTo>
                    <a:lnTo>
                      <a:pt x="1717713" y="1967076"/>
                    </a:lnTo>
                    <a:cubicBezTo>
                      <a:pt x="1793990" y="1967076"/>
                      <a:pt x="1855824" y="1905242"/>
                      <a:pt x="1855824" y="1828965"/>
                    </a:cubicBezTo>
                    <a:lnTo>
                      <a:pt x="1855824" y="1825167"/>
                    </a:lnTo>
                    <a:cubicBezTo>
                      <a:pt x="1855824" y="1748890"/>
                      <a:pt x="1793990" y="1687056"/>
                      <a:pt x="1717713" y="1687056"/>
                    </a:cubicBezTo>
                    <a:close/>
                    <a:moveTo>
                      <a:pt x="2281462" y="1675141"/>
                    </a:moveTo>
                    <a:cubicBezTo>
                      <a:pt x="2205185" y="1675141"/>
                      <a:pt x="2143351" y="1736975"/>
                      <a:pt x="2143351" y="1813252"/>
                    </a:cubicBezTo>
                    <a:lnTo>
                      <a:pt x="2143351" y="1817050"/>
                    </a:lnTo>
                    <a:cubicBezTo>
                      <a:pt x="2143351" y="1893327"/>
                      <a:pt x="2205185" y="1955161"/>
                      <a:pt x="2281462" y="1955161"/>
                    </a:cubicBezTo>
                    <a:lnTo>
                      <a:pt x="2509296" y="1955161"/>
                    </a:lnTo>
                    <a:cubicBezTo>
                      <a:pt x="2585573" y="1955161"/>
                      <a:pt x="2647407" y="1893327"/>
                      <a:pt x="2647407" y="1817050"/>
                    </a:cubicBezTo>
                    <a:lnTo>
                      <a:pt x="2647407" y="1813252"/>
                    </a:lnTo>
                    <a:cubicBezTo>
                      <a:pt x="2647407" y="1736975"/>
                      <a:pt x="2585573" y="1675141"/>
                      <a:pt x="2509296" y="1675141"/>
                    </a:cubicBezTo>
                    <a:close/>
                    <a:moveTo>
                      <a:pt x="2837535" y="1159396"/>
                    </a:moveTo>
                    <a:cubicBezTo>
                      <a:pt x="2731595" y="1159396"/>
                      <a:pt x="2645713" y="1245278"/>
                      <a:pt x="2645713" y="1351218"/>
                    </a:cubicBezTo>
                    <a:cubicBezTo>
                      <a:pt x="2645713" y="1457158"/>
                      <a:pt x="2731595" y="1543040"/>
                      <a:pt x="2837535" y="1543040"/>
                    </a:cubicBezTo>
                    <a:cubicBezTo>
                      <a:pt x="2943475" y="1543040"/>
                      <a:pt x="3029357" y="1457158"/>
                      <a:pt x="3029357" y="1351218"/>
                    </a:cubicBezTo>
                    <a:cubicBezTo>
                      <a:pt x="3029357" y="1245278"/>
                      <a:pt x="2943475" y="1159396"/>
                      <a:pt x="2837535" y="1159396"/>
                    </a:cubicBezTo>
                    <a:close/>
                    <a:moveTo>
                      <a:pt x="3235655" y="750352"/>
                    </a:moveTo>
                    <a:cubicBezTo>
                      <a:pt x="3129715" y="750352"/>
                      <a:pt x="3043833" y="836234"/>
                      <a:pt x="3043833" y="942174"/>
                    </a:cubicBezTo>
                    <a:cubicBezTo>
                      <a:pt x="3043833" y="1048114"/>
                      <a:pt x="3129715" y="1133996"/>
                      <a:pt x="3235655" y="1133996"/>
                    </a:cubicBezTo>
                    <a:cubicBezTo>
                      <a:pt x="3341595" y="1133996"/>
                      <a:pt x="3427477" y="1048114"/>
                      <a:pt x="3427477" y="942174"/>
                    </a:cubicBezTo>
                    <a:cubicBezTo>
                      <a:pt x="3427477" y="836234"/>
                      <a:pt x="3341595" y="750352"/>
                      <a:pt x="3235655" y="750352"/>
                    </a:cubicBezTo>
                    <a:close/>
                    <a:moveTo>
                      <a:pt x="2455585" y="750352"/>
                    </a:moveTo>
                    <a:cubicBezTo>
                      <a:pt x="2349645" y="750352"/>
                      <a:pt x="2263763" y="836234"/>
                      <a:pt x="2263763" y="942174"/>
                    </a:cubicBezTo>
                    <a:cubicBezTo>
                      <a:pt x="2263763" y="1048114"/>
                      <a:pt x="2349645" y="1133996"/>
                      <a:pt x="2455585" y="1133996"/>
                    </a:cubicBezTo>
                    <a:cubicBezTo>
                      <a:pt x="2561525" y="1133996"/>
                      <a:pt x="2647407" y="1048114"/>
                      <a:pt x="2647407" y="942174"/>
                    </a:cubicBezTo>
                    <a:cubicBezTo>
                      <a:pt x="2647407" y="836234"/>
                      <a:pt x="2561525" y="750352"/>
                      <a:pt x="2455585" y="750352"/>
                    </a:cubicBezTo>
                    <a:close/>
                    <a:moveTo>
                      <a:pt x="941776" y="640989"/>
                    </a:moveTo>
                    <a:lnTo>
                      <a:pt x="1181794" y="640989"/>
                    </a:lnTo>
                    <a:lnTo>
                      <a:pt x="1181794" y="881020"/>
                    </a:lnTo>
                    <a:lnTo>
                      <a:pt x="1421825" y="881020"/>
                    </a:lnTo>
                    <a:lnTo>
                      <a:pt x="1421825" y="1121038"/>
                    </a:lnTo>
                    <a:lnTo>
                      <a:pt x="1181794" y="1121038"/>
                    </a:lnTo>
                    <a:lnTo>
                      <a:pt x="1181794" y="1361069"/>
                    </a:lnTo>
                    <a:lnTo>
                      <a:pt x="941776" y="1361069"/>
                    </a:lnTo>
                    <a:lnTo>
                      <a:pt x="941776" y="1121038"/>
                    </a:lnTo>
                    <a:lnTo>
                      <a:pt x="701745" y="1121038"/>
                    </a:lnTo>
                    <a:lnTo>
                      <a:pt x="701745" y="881020"/>
                    </a:lnTo>
                    <a:lnTo>
                      <a:pt x="941776" y="881020"/>
                    </a:lnTo>
                    <a:close/>
                    <a:moveTo>
                      <a:pt x="1061785" y="459017"/>
                    </a:moveTo>
                    <a:cubicBezTo>
                      <a:pt x="762440" y="459017"/>
                      <a:pt x="519773" y="701684"/>
                      <a:pt x="519773" y="1001029"/>
                    </a:cubicBezTo>
                    <a:cubicBezTo>
                      <a:pt x="519773" y="1300374"/>
                      <a:pt x="762440" y="1543041"/>
                      <a:pt x="1061785" y="1543041"/>
                    </a:cubicBezTo>
                    <a:cubicBezTo>
                      <a:pt x="1361130" y="1543041"/>
                      <a:pt x="1603797" y="1300374"/>
                      <a:pt x="1603797" y="1001029"/>
                    </a:cubicBezTo>
                    <a:cubicBezTo>
                      <a:pt x="1603797" y="701684"/>
                      <a:pt x="1361130" y="459017"/>
                      <a:pt x="1061785" y="459017"/>
                    </a:cubicBezTo>
                    <a:close/>
                    <a:moveTo>
                      <a:pt x="2837535" y="359296"/>
                    </a:moveTo>
                    <a:cubicBezTo>
                      <a:pt x="2731595" y="359296"/>
                      <a:pt x="2645713" y="445178"/>
                      <a:pt x="2645713" y="551118"/>
                    </a:cubicBezTo>
                    <a:cubicBezTo>
                      <a:pt x="2645713" y="657058"/>
                      <a:pt x="2731595" y="742940"/>
                      <a:pt x="2837535" y="742940"/>
                    </a:cubicBezTo>
                    <a:cubicBezTo>
                      <a:pt x="2943475" y="742940"/>
                      <a:pt x="3029357" y="657058"/>
                      <a:pt x="3029357" y="551118"/>
                    </a:cubicBezTo>
                    <a:cubicBezTo>
                      <a:pt x="3029357" y="445178"/>
                      <a:pt x="2943475" y="359296"/>
                      <a:pt x="2837535" y="359296"/>
                    </a:cubicBezTo>
                    <a:close/>
                    <a:moveTo>
                      <a:pt x="927799" y="0"/>
                    </a:moveTo>
                    <a:lnTo>
                      <a:pt x="2978398" y="0"/>
                    </a:lnTo>
                    <a:cubicBezTo>
                      <a:pt x="3447374" y="0"/>
                      <a:pt x="3902811" y="418280"/>
                      <a:pt x="3926614" y="887256"/>
                    </a:cubicBezTo>
                    <a:cubicBezTo>
                      <a:pt x="4011721" y="1784310"/>
                      <a:pt x="4065643" y="3326870"/>
                      <a:pt x="3630620" y="3349891"/>
                    </a:cubicBezTo>
                    <a:cubicBezTo>
                      <a:pt x="3101375" y="3362701"/>
                      <a:pt x="2778421" y="2566209"/>
                      <a:pt x="2352321" y="2174369"/>
                    </a:cubicBezTo>
                    <a:lnTo>
                      <a:pt x="1572952" y="2174369"/>
                    </a:lnTo>
                    <a:cubicBezTo>
                      <a:pt x="1161652" y="2566210"/>
                      <a:pt x="901104" y="3370635"/>
                      <a:pt x="339051" y="3349892"/>
                    </a:cubicBezTo>
                    <a:cubicBezTo>
                      <a:pt x="-171518" y="3349299"/>
                      <a:pt x="45251" y="1463012"/>
                      <a:pt x="48163" y="849156"/>
                    </a:cubicBezTo>
                    <a:cubicBezTo>
                      <a:pt x="48163" y="380180"/>
                      <a:pt x="458823" y="0"/>
                      <a:pt x="927799"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771" name="Google Shape;2771;p55"/>
              <p:cNvSpPr/>
              <p:nvPr/>
            </p:nvSpPr>
            <p:spPr>
              <a:xfrm>
                <a:off x="7501595" y="3961380"/>
                <a:ext cx="348693" cy="269437"/>
              </a:xfrm>
              <a:custGeom>
                <a:rect b="b" l="l" r="r" t="t"/>
                <a:pathLst>
                  <a:path extrusionOk="0" h="3051548" w="3949160">
                    <a:moveTo>
                      <a:pt x="2339911" y="638678"/>
                    </a:moveTo>
                    <a:cubicBezTo>
                      <a:pt x="3228675" y="638678"/>
                      <a:pt x="3949160" y="1138384"/>
                      <a:pt x="3949160" y="1754802"/>
                    </a:cubicBezTo>
                    <a:cubicBezTo>
                      <a:pt x="3949160" y="2075792"/>
                      <a:pt x="3753790" y="2365135"/>
                      <a:pt x="3440317" y="2567662"/>
                    </a:cubicBezTo>
                    <a:lnTo>
                      <a:pt x="3655878" y="3051548"/>
                    </a:lnTo>
                    <a:lnTo>
                      <a:pt x="2882697" y="2804439"/>
                    </a:lnTo>
                    <a:cubicBezTo>
                      <a:pt x="2713357" y="2847946"/>
                      <a:pt x="2530504" y="2870926"/>
                      <a:pt x="2339911" y="2870926"/>
                    </a:cubicBezTo>
                    <a:cubicBezTo>
                      <a:pt x="1451147" y="2870926"/>
                      <a:pt x="730662" y="2371220"/>
                      <a:pt x="730662" y="1754802"/>
                    </a:cubicBezTo>
                    <a:cubicBezTo>
                      <a:pt x="730662" y="1138384"/>
                      <a:pt x="1451147" y="638678"/>
                      <a:pt x="2339911" y="638678"/>
                    </a:cubicBezTo>
                    <a:close/>
                    <a:moveTo>
                      <a:pt x="1609249" y="0"/>
                    </a:moveTo>
                    <a:cubicBezTo>
                      <a:pt x="2214487" y="0"/>
                      <a:pt x="2741687" y="231736"/>
                      <a:pt x="3015976" y="574644"/>
                    </a:cubicBezTo>
                    <a:cubicBezTo>
                      <a:pt x="2789246" y="488504"/>
                      <a:pt x="2533611" y="440957"/>
                      <a:pt x="2263344" y="440957"/>
                    </a:cubicBezTo>
                    <a:cubicBezTo>
                      <a:pt x="1318096" y="440957"/>
                      <a:pt x="551821" y="1022559"/>
                      <a:pt x="551821" y="1740001"/>
                    </a:cubicBezTo>
                    <a:cubicBezTo>
                      <a:pt x="551821" y="1819940"/>
                      <a:pt x="561334" y="1898193"/>
                      <a:pt x="580963" y="1973803"/>
                    </a:cubicBezTo>
                    <a:cubicBezTo>
                      <a:pt x="578579" y="1972737"/>
                      <a:pt x="677277" y="2155498"/>
                      <a:pt x="675039" y="2154187"/>
                    </a:cubicBezTo>
                    <a:lnTo>
                      <a:pt x="502119" y="2089690"/>
                    </a:lnTo>
                    <a:lnTo>
                      <a:pt x="213774" y="2502637"/>
                    </a:lnTo>
                    <a:cubicBezTo>
                      <a:pt x="162937" y="2145510"/>
                      <a:pt x="82414" y="1758692"/>
                      <a:pt x="31577" y="1383752"/>
                    </a:cubicBezTo>
                    <a:cubicBezTo>
                      <a:pt x="6733" y="1307252"/>
                      <a:pt x="0" y="1197870"/>
                      <a:pt x="0" y="1116124"/>
                    </a:cubicBezTo>
                    <a:cubicBezTo>
                      <a:pt x="0" y="499706"/>
                      <a:pt x="720485" y="0"/>
                      <a:pt x="1609249"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772" name="Google Shape;2772;p55"/>
              <p:cNvSpPr/>
              <p:nvPr/>
            </p:nvSpPr>
            <p:spPr>
              <a:xfrm rot="10800000">
                <a:off x="7556822" y="3332187"/>
                <a:ext cx="299221" cy="322665"/>
              </a:xfrm>
              <a:custGeom>
                <a:rect b="b" l="l" r="r" t="t"/>
                <a:pathLst>
                  <a:path extrusionOk="0" h="3963955" w="3672275">
                    <a:moveTo>
                      <a:pt x="984766" y="3417555"/>
                    </a:moveTo>
                    <a:cubicBezTo>
                      <a:pt x="932254" y="3417555"/>
                      <a:pt x="882982" y="3403623"/>
                      <a:pt x="841068" y="3378104"/>
                    </a:cubicBezTo>
                    <a:lnTo>
                      <a:pt x="840676" y="3378710"/>
                    </a:lnTo>
                    <a:lnTo>
                      <a:pt x="835545" y="3375094"/>
                    </a:lnTo>
                    <a:cubicBezTo>
                      <a:pt x="823791" y="3369308"/>
                      <a:pt x="813094" y="3361844"/>
                      <a:pt x="803763" y="3352697"/>
                    </a:cubicBezTo>
                    <a:cubicBezTo>
                      <a:pt x="147868" y="2908007"/>
                      <a:pt x="-148746" y="2089941"/>
                      <a:pt x="72539" y="1325492"/>
                    </a:cubicBezTo>
                    <a:cubicBezTo>
                      <a:pt x="298018" y="546553"/>
                      <a:pt x="1007805" y="7791"/>
                      <a:pt x="1818686" y="83"/>
                    </a:cubicBezTo>
                    <a:cubicBezTo>
                      <a:pt x="2629567" y="-7624"/>
                      <a:pt x="3349467" y="517549"/>
                      <a:pt x="3589711" y="1292061"/>
                    </a:cubicBezTo>
                    <a:cubicBezTo>
                      <a:pt x="3828334" y="2061344"/>
                      <a:pt x="3537615" y="2895621"/>
                      <a:pt x="2873980" y="3349798"/>
                    </a:cubicBezTo>
                    <a:cubicBezTo>
                      <a:pt x="2824845" y="3391084"/>
                      <a:pt x="2761401" y="3415171"/>
                      <a:pt x="2692355" y="3415171"/>
                    </a:cubicBezTo>
                    <a:cubicBezTo>
                      <a:pt x="2531252" y="3415171"/>
                      <a:pt x="2400652" y="3284038"/>
                      <a:pt x="2400652" y="3122277"/>
                    </a:cubicBezTo>
                    <a:cubicBezTo>
                      <a:pt x="2400652" y="3018609"/>
                      <a:pt x="2454292" y="2927520"/>
                      <a:pt x="2535552" y="2875976"/>
                    </a:cubicBezTo>
                    <a:lnTo>
                      <a:pt x="2534959" y="2875094"/>
                    </a:lnTo>
                    <a:cubicBezTo>
                      <a:pt x="2993902" y="2566441"/>
                      <a:pt x="3196002" y="1993261"/>
                      <a:pt x="3032146" y="1465012"/>
                    </a:cubicBezTo>
                    <a:cubicBezTo>
                      <a:pt x="2868290" y="936764"/>
                      <a:pt x="2377289" y="578575"/>
                      <a:pt x="1824236" y="583831"/>
                    </a:cubicBezTo>
                    <a:cubicBezTo>
                      <a:pt x="1271183" y="589088"/>
                      <a:pt x="787080" y="956545"/>
                      <a:pt x="633294" y="1487812"/>
                    </a:cubicBezTo>
                    <a:cubicBezTo>
                      <a:pt x="479508" y="2019079"/>
                      <a:pt x="692467" y="2588315"/>
                      <a:pt x="1157194" y="2888188"/>
                    </a:cubicBezTo>
                    <a:lnTo>
                      <a:pt x="1156634" y="2889057"/>
                    </a:lnTo>
                    <a:cubicBezTo>
                      <a:pt x="1229500" y="2941659"/>
                      <a:pt x="1276469" y="3027652"/>
                      <a:pt x="1276469" y="3124661"/>
                    </a:cubicBezTo>
                    <a:cubicBezTo>
                      <a:pt x="1276469" y="3286422"/>
                      <a:pt x="1145869" y="3417555"/>
                      <a:pt x="984766" y="3417555"/>
                    </a:cubicBezTo>
                    <a:close/>
                    <a:moveTo>
                      <a:pt x="1836138" y="3963955"/>
                    </a:moveTo>
                    <a:cubicBezTo>
                      <a:pt x="1677062" y="3963955"/>
                      <a:pt x="1548106" y="3834999"/>
                      <a:pt x="1548106" y="3675923"/>
                    </a:cubicBezTo>
                    <a:lnTo>
                      <a:pt x="1548106" y="1958036"/>
                    </a:lnTo>
                    <a:cubicBezTo>
                      <a:pt x="1548106" y="1798960"/>
                      <a:pt x="1677062" y="1670004"/>
                      <a:pt x="1836138" y="1670004"/>
                    </a:cubicBezTo>
                    <a:cubicBezTo>
                      <a:pt x="1995214" y="1670004"/>
                      <a:pt x="2124170" y="1798960"/>
                      <a:pt x="2124170" y="1958036"/>
                    </a:cubicBezTo>
                    <a:lnTo>
                      <a:pt x="2124170" y="3675923"/>
                    </a:lnTo>
                    <a:cubicBezTo>
                      <a:pt x="2124170" y="3834999"/>
                      <a:pt x="1995214" y="3963955"/>
                      <a:pt x="1836138" y="396395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773" name="Google Shape;2773;p55"/>
              <p:cNvSpPr/>
              <p:nvPr/>
            </p:nvSpPr>
            <p:spPr>
              <a:xfrm>
                <a:off x="8516432" y="2099615"/>
                <a:ext cx="296548" cy="296548"/>
              </a:xfrm>
              <a:custGeom>
                <a:rect b="b" l="l" r="r" t="t"/>
                <a:pathLst>
                  <a:path extrusionOk="0" h="3960000" w="3960440">
                    <a:moveTo>
                      <a:pt x="1588743" y="1414211"/>
                    </a:moveTo>
                    <a:cubicBezTo>
                      <a:pt x="1540407" y="1411706"/>
                      <a:pt x="1506842" y="1440258"/>
                      <a:pt x="1506842" y="1478573"/>
                    </a:cubicBezTo>
                    <a:lnTo>
                      <a:pt x="1506842" y="2462752"/>
                    </a:lnTo>
                    <a:cubicBezTo>
                      <a:pt x="1506842" y="2484086"/>
                      <a:pt x="1516471" y="2503171"/>
                      <a:pt x="1532201" y="2515206"/>
                    </a:cubicBezTo>
                    <a:cubicBezTo>
                      <a:pt x="1552351" y="2541621"/>
                      <a:pt x="1589483" y="2548946"/>
                      <a:pt x="1619199" y="2531790"/>
                    </a:cubicBezTo>
                    <a:lnTo>
                      <a:pt x="2471524" y="2039700"/>
                    </a:lnTo>
                    <a:cubicBezTo>
                      <a:pt x="2509339" y="2017643"/>
                      <a:pt x="2509577" y="1945490"/>
                      <a:pt x="2464719" y="1913406"/>
                    </a:cubicBezTo>
                    <a:cubicBezTo>
                      <a:pt x="2315501" y="1808322"/>
                      <a:pt x="1748389" y="1486683"/>
                      <a:pt x="1588743" y="1414211"/>
                    </a:cubicBezTo>
                    <a:close/>
                    <a:moveTo>
                      <a:pt x="1982320" y="904379"/>
                    </a:moveTo>
                    <a:cubicBezTo>
                      <a:pt x="2575020" y="904379"/>
                      <a:pt x="3055498" y="1384857"/>
                      <a:pt x="3055498" y="1977557"/>
                    </a:cubicBezTo>
                    <a:cubicBezTo>
                      <a:pt x="3055498" y="2570257"/>
                      <a:pt x="2575020" y="3050735"/>
                      <a:pt x="1982320" y="3050735"/>
                    </a:cubicBezTo>
                    <a:cubicBezTo>
                      <a:pt x="1389620" y="3050735"/>
                      <a:pt x="909142" y="2570257"/>
                      <a:pt x="909142" y="1977557"/>
                    </a:cubicBezTo>
                    <a:cubicBezTo>
                      <a:pt x="909142" y="1384857"/>
                      <a:pt x="1389620" y="904379"/>
                      <a:pt x="1982320" y="904379"/>
                    </a:cubicBezTo>
                    <a:close/>
                    <a:moveTo>
                      <a:pt x="1982320" y="537397"/>
                    </a:moveTo>
                    <a:cubicBezTo>
                      <a:pt x="1186942" y="537397"/>
                      <a:pt x="542160" y="1182179"/>
                      <a:pt x="542160" y="1977557"/>
                    </a:cubicBezTo>
                    <a:cubicBezTo>
                      <a:pt x="542160" y="2772935"/>
                      <a:pt x="1186942" y="3417717"/>
                      <a:pt x="1982320" y="3417717"/>
                    </a:cubicBezTo>
                    <a:cubicBezTo>
                      <a:pt x="2777698" y="3417717"/>
                      <a:pt x="3422480" y="2772935"/>
                      <a:pt x="3422480" y="1977557"/>
                    </a:cubicBezTo>
                    <a:cubicBezTo>
                      <a:pt x="3422480" y="1182179"/>
                      <a:pt x="2777698" y="537397"/>
                      <a:pt x="1982320" y="537397"/>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774" name="Google Shape;2774;p55"/>
              <p:cNvSpPr/>
              <p:nvPr/>
            </p:nvSpPr>
            <p:spPr>
              <a:xfrm flipH="1">
                <a:off x="7608791" y="4297323"/>
                <a:ext cx="336694" cy="323742"/>
              </a:xfrm>
              <a:custGeom>
                <a:rect b="b" l="l" r="r" t="t"/>
                <a:pathLst>
                  <a:path extrusionOk="0" h="3817544" w="3948393">
                    <a:moveTo>
                      <a:pt x="1888045" y="2370407"/>
                    </a:moveTo>
                    <a:lnTo>
                      <a:pt x="1180379" y="2998560"/>
                    </a:lnTo>
                    <a:lnTo>
                      <a:pt x="695350" y="2712314"/>
                    </a:lnTo>
                    <a:lnTo>
                      <a:pt x="703301" y="3014463"/>
                    </a:lnTo>
                    <a:lnTo>
                      <a:pt x="1888044" y="3817544"/>
                    </a:lnTo>
                    <a:cubicBezTo>
                      <a:pt x="1885393" y="3356368"/>
                      <a:pt x="1874793" y="2911096"/>
                      <a:pt x="1888045" y="2370407"/>
                    </a:cubicBezTo>
                    <a:close/>
                    <a:moveTo>
                      <a:pt x="2059390" y="2370407"/>
                    </a:moveTo>
                    <a:cubicBezTo>
                      <a:pt x="2072642" y="2911096"/>
                      <a:pt x="2062042" y="3356368"/>
                      <a:pt x="2059391" y="3817544"/>
                    </a:cubicBezTo>
                    <a:lnTo>
                      <a:pt x="3244134" y="3014463"/>
                    </a:lnTo>
                    <a:lnTo>
                      <a:pt x="3252085" y="2712314"/>
                    </a:lnTo>
                    <a:lnTo>
                      <a:pt x="2767056" y="2998560"/>
                    </a:lnTo>
                    <a:close/>
                    <a:moveTo>
                      <a:pt x="733907" y="1451867"/>
                    </a:moveTo>
                    <a:lnTo>
                      <a:pt x="0" y="2113471"/>
                    </a:lnTo>
                    <a:lnTo>
                      <a:pt x="1170450" y="2848461"/>
                    </a:lnTo>
                    <a:lnTo>
                      <a:pt x="1919327" y="2170968"/>
                    </a:lnTo>
                    <a:close/>
                    <a:moveTo>
                      <a:pt x="3206900" y="1451867"/>
                    </a:moveTo>
                    <a:lnTo>
                      <a:pt x="2021479" y="2170968"/>
                    </a:lnTo>
                    <a:lnTo>
                      <a:pt x="2770356" y="2848461"/>
                    </a:lnTo>
                    <a:lnTo>
                      <a:pt x="3940806" y="2113471"/>
                    </a:lnTo>
                    <a:close/>
                    <a:moveTo>
                      <a:pt x="1195981" y="0"/>
                    </a:moveTo>
                    <a:lnTo>
                      <a:pt x="10560" y="719101"/>
                    </a:lnTo>
                    <a:lnTo>
                      <a:pt x="759438" y="1396594"/>
                    </a:lnTo>
                    <a:lnTo>
                      <a:pt x="1929887" y="661605"/>
                    </a:lnTo>
                    <a:close/>
                    <a:moveTo>
                      <a:pt x="2762973" y="0"/>
                    </a:moveTo>
                    <a:lnTo>
                      <a:pt x="2029067" y="661605"/>
                    </a:lnTo>
                    <a:lnTo>
                      <a:pt x="3199516" y="1396594"/>
                    </a:lnTo>
                    <a:lnTo>
                      <a:pt x="3948393" y="719101"/>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sp>
          <p:nvSpPr>
            <p:cNvPr id="2775" name="Google Shape;2775;p55"/>
            <p:cNvSpPr/>
            <p:nvPr/>
          </p:nvSpPr>
          <p:spPr>
            <a:xfrm>
              <a:off x="7350231" y="1734252"/>
              <a:ext cx="4243993" cy="4243993"/>
            </a:xfrm>
            <a:prstGeom prst="donut">
              <a:avLst>
                <a:gd fmla="val 14003" name="adj"/>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grpSp>
          <p:nvGrpSpPr>
            <p:cNvPr id="2776" name="Google Shape;2776;p55"/>
            <p:cNvGrpSpPr/>
            <p:nvPr/>
          </p:nvGrpSpPr>
          <p:grpSpPr>
            <a:xfrm>
              <a:off x="7907899" y="2308624"/>
              <a:ext cx="4313146" cy="4771421"/>
              <a:chOff x="7907899" y="2308624"/>
              <a:chExt cx="4313146" cy="4771421"/>
            </a:xfrm>
          </p:grpSpPr>
          <p:sp>
            <p:nvSpPr>
              <p:cNvPr id="2777" name="Google Shape;2777;p55"/>
              <p:cNvSpPr/>
              <p:nvPr/>
            </p:nvSpPr>
            <p:spPr>
              <a:xfrm rot="8348922">
                <a:off x="11198871" y="4958370"/>
                <a:ext cx="306777" cy="2301677"/>
              </a:xfrm>
              <a:custGeom>
                <a:rect b="b" l="l" r="r" t="t"/>
                <a:pathLst>
                  <a:path extrusionOk="0" h="2109330" w="281140">
                    <a:moveTo>
                      <a:pt x="0" y="2109328"/>
                    </a:moveTo>
                    <a:lnTo>
                      <a:pt x="0" y="0"/>
                    </a:lnTo>
                    <a:lnTo>
                      <a:pt x="281140" y="243113"/>
                    </a:lnTo>
                    <a:lnTo>
                      <a:pt x="281140" y="2109330"/>
                    </a:lnTo>
                    <a:close/>
                  </a:path>
                </a:pathLst>
              </a:custGeom>
              <a:solidFill>
                <a:srgbClr val="3F3F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778" name="Google Shape;2778;p55"/>
              <p:cNvSpPr/>
              <p:nvPr/>
            </p:nvSpPr>
            <p:spPr>
              <a:xfrm>
                <a:off x="7907899" y="2308624"/>
                <a:ext cx="3099805" cy="3099806"/>
              </a:xfrm>
              <a:prstGeom prst="donut">
                <a:avLst>
                  <a:gd fmla="val 3665" name="adj"/>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779" name="Google Shape;2779;p55"/>
              <p:cNvSpPr/>
              <p:nvPr/>
            </p:nvSpPr>
            <p:spPr>
              <a:xfrm rot="8399802">
                <a:off x="10257449" y="4979836"/>
                <a:ext cx="498891" cy="307559"/>
              </a:xfrm>
              <a:prstGeom prst="round2SameRect">
                <a:avLst>
                  <a:gd fmla="val 31004" name="adj1"/>
                  <a:gd fmla="val 0" name="adj2"/>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grpSp>
        <p:grpSp>
          <p:nvGrpSpPr>
            <p:cNvPr id="2780" name="Google Shape;2780;p55"/>
            <p:cNvGrpSpPr/>
            <p:nvPr/>
          </p:nvGrpSpPr>
          <p:grpSpPr>
            <a:xfrm>
              <a:off x="8045579" y="2409380"/>
              <a:ext cx="2811142" cy="2844985"/>
              <a:chOff x="8045579" y="2409380"/>
              <a:chExt cx="2811142" cy="2844985"/>
            </a:xfrm>
          </p:grpSpPr>
          <p:sp>
            <p:nvSpPr>
              <p:cNvPr id="2781" name="Google Shape;2781;p55"/>
              <p:cNvSpPr/>
              <p:nvPr/>
            </p:nvSpPr>
            <p:spPr>
              <a:xfrm>
                <a:off x="10509374" y="3444941"/>
                <a:ext cx="343339" cy="343339"/>
              </a:xfrm>
              <a:custGeom>
                <a:rect b="b" l="l" r="r" t="t"/>
                <a:pathLst>
                  <a:path extrusionOk="0" h="2700265" w="2376266">
                    <a:moveTo>
                      <a:pt x="1656387" y="1972892"/>
                    </a:moveTo>
                    <a:cubicBezTo>
                      <a:pt x="1611887" y="1973356"/>
                      <a:pt x="1563385" y="2005080"/>
                      <a:pt x="1534629" y="2057337"/>
                    </a:cubicBezTo>
                    <a:cubicBezTo>
                      <a:pt x="1496288" y="2127013"/>
                      <a:pt x="1507568" y="2206808"/>
                      <a:pt x="1559826" y="2235565"/>
                    </a:cubicBezTo>
                    <a:cubicBezTo>
                      <a:pt x="1612084" y="2264320"/>
                      <a:pt x="1685527" y="2231149"/>
                      <a:pt x="1723869" y="2161473"/>
                    </a:cubicBezTo>
                    <a:cubicBezTo>
                      <a:pt x="1762211" y="2091796"/>
                      <a:pt x="1750931" y="2012000"/>
                      <a:pt x="1698673" y="1983245"/>
                    </a:cubicBezTo>
                    <a:cubicBezTo>
                      <a:pt x="1685608" y="1976055"/>
                      <a:pt x="1671220" y="1972736"/>
                      <a:pt x="1656387" y="1972892"/>
                    </a:cubicBezTo>
                    <a:close/>
                    <a:moveTo>
                      <a:pt x="312688" y="1634792"/>
                    </a:moveTo>
                    <a:cubicBezTo>
                      <a:pt x="281116" y="1626772"/>
                      <a:pt x="249981" y="1631172"/>
                      <a:pt x="226763" y="1649891"/>
                    </a:cubicBezTo>
                    <a:cubicBezTo>
                      <a:pt x="180329" y="1687329"/>
                      <a:pt x="183153" y="1767868"/>
                      <a:pt x="233071" y="1829780"/>
                    </a:cubicBezTo>
                    <a:cubicBezTo>
                      <a:pt x="282989" y="1891692"/>
                      <a:pt x="361097" y="1911533"/>
                      <a:pt x="407532" y="1874094"/>
                    </a:cubicBezTo>
                    <a:cubicBezTo>
                      <a:pt x="453966" y="1836657"/>
                      <a:pt x="451142" y="1756118"/>
                      <a:pt x="401224" y="1694205"/>
                    </a:cubicBezTo>
                    <a:cubicBezTo>
                      <a:pt x="376265" y="1663249"/>
                      <a:pt x="344258" y="1642811"/>
                      <a:pt x="312688" y="1634792"/>
                    </a:cubicBezTo>
                    <a:close/>
                    <a:moveTo>
                      <a:pt x="1869299" y="1519920"/>
                    </a:moveTo>
                    <a:cubicBezTo>
                      <a:pt x="1824865" y="1522388"/>
                      <a:pt x="1777842" y="1556264"/>
                      <a:pt x="1751468" y="1609764"/>
                    </a:cubicBezTo>
                    <a:cubicBezTo>
                      <a:pt x="1716305" y="1681096"/>
                      <a:pt x="1731168" y="1760303"/>
                      <a:pt x="1784668" y="1786676"/>
                    </a:cubicBezTo>
                    <a:cubicBezTo>
                      <a:pt x="1838168" y="1813049"/>
                      <a:pt x="1910044" y="1776602"/>
                      <a:pt x="1945208" y="1705269"/>
                    </a:cubicBezTo>
                    <a:cubicBezTo>
                      <a:pt x="1980371" y="1633937"/>
                      <a:pt x="1965508" y="1554730"/>
                      <a:pt x="1912008" y="1528357"/>
                    </a:cubicBezTo>
                    <a:cubicBezTo>
                      <a:pt x="1898633" y="1521764"/>
                      <a:pt x="1884109" y="1519097"/>
                      <a:pt x="1869299" y="1519920"/>
                    </a:cubicBezTo>
                    <a:close/>
                    <a:moveTo>
                      <a:pt x="741251" y="1329992"/>
                    </a:moveTo>
                    <a:cubicBezTo>
                      <a:pt x="709680" y="1321974"/>
                      <a:pt x="678544" y="1326372"/>
                      <a:pt x="655326" y="1345092"/>
                    </a:cubicBezTo>
                    <a:cubicBezTo>
                      <a:pt x="608892" y="1382530"/>
                      <a:pt x="611716" y="1463069"/>
                      <a:pt x="661634" y="1524981"/>
                    </a:cubicBezTo>
                    <a:cubicBezTo>
                      <a:pt x="711552" y="1586893"/>
                      <a:pt x="789660" y="1606734"/>
                      <a:pt x="836094" y="1569294"/>
                    </a:cubicBezTo>
                    <a:cubicBezTo>
                      <a:pt x="882529" y="1531856"/>
                      <a:pt x="879704" y="1451317"/>
                      <a:pt x="829787" y="1389406"/>
                    </a:cubicBezTo>
                    <a:cubicBezTo>
                      <a:pt x="804828" y="1358450"/>
                      <a:pt x="772822" y="1338012"/>
                      <a:pt x="741251" y="1329992"/>
                    </a:cubicBezTo>
                    <a:close/>
                    <a:moveTo>
                      <a:pt x="2079316" y="1065457"/>
                    </a:moveTo>
                    <a:cubicBezTo>
                      <a:pt x="2035146" y="1070876"/>
                      <a:pt x="1990481" y="1107807"/>
                      <a:pt x="1967725" y="1162943"/>
                    </a:cubicBezTo>
                    <a:cubicBezTo>
                      <a:pt x="1937386" y="1236457"/>
                      <a:pt x="1957487" y="1314499"/>
                      <a:pt x="2012623" y="1337253"/>
                    </a:cubicBezTo>
                    <a:cubicBezTo>
                      <a:pt x="2067759" y="1360009"/>
                      <a:pt x="2137051" y="1318860"/>
                      <a:pt x="2167391" y="1245345"/>
                    </a:cubicBezTo>
                    <a:cubicBezTo>
                      <a:pt x="2197730" y="1171831"/>
                      <a:pt x="2177629" y="1093789"/>
                      <a:pt x="2122493" y="1071035"/>
                    </a:cubicBezTo>
                    <a:cubicBezTo>
                      <a:pt x="2108709" y="1065345"/>
                      <a:pt x="2094040" y="1063650"/>
                      <a:pt x="2079316" y="1065457"/>
                    </a:cubicBezTo>
                    <a:close/>
                    <a:moveTo>
                      <a:pt x="0" y="654162"/>
                    </a:moveTo>
                    <a:lnTo>
                      <a:pt x="1082073" y="1244384"/>
                    </a:lnTo>
                    <a:lnTo>
                      <a:pt x="1121421" y="2700265"/>
                    </a:lnTo>
                    <a:lnTo>
                      <a:pt x="4918" y="1923139"/>
                    </a:lnTo>
                    <a:cubicBezTo>
                      <a:pt x="3279" y="1498508"/>
                      <a:pt x="1639" y="1073875"/>
                      <a:pt x="0" y="654162"/>
                    </a:cubicBezTo>
                    <a:close/>
                    <a:moveTo>
                      <a:pt x="2375644" y="688592"/>
                    </a:moveTo>
                    <a:lnTo>
                      <a:pt x="2360889" y="1967406"/>
                    </a:lnTo>
                    <a:lnTo>
                      <a:pt x="1293570" y="2700265"/>
                    </a:lnTo>
                    <a:lnTo>
                      <a:pt x="1249303" y="1239466"/>
                    </a:lnTo>
                    <a:close/>
                    <a:moveTo>
                      <a:pt x="1214923" y="371219"/>
                    </a:moveTo>
                    <a:cubicBezTo>
                      <a:pt x="1197013" y="368793"/>
                      <a:pt x="1177834" y="369067"/>
                      <a:pt x="1158247" y="372480"/>
                    </a:cubicBezTo>
                    <a:cubicBezTo>
                      <a:pt x="1079899" y="386133"/>
                      <a:pt x="1024686" y="444836"/>
                      <a:pt x="1034926" y="503598"/>
                    </a:cubicBezTo>
                    <a:cubicBezTo>
                      <a:pt x="1045165" y="562359"/>
                      <a:pt x="1116980" y="598927"/>
                      <a:pt x="1195328" y="585274"/>
                    </a:cubicBezTo>
                    <a:cubicBezTo>
                      <a:pt x="1273676" y="571621"/>
                      <a:pt x="1328889" y="512918"/>
                      <a:pt x="1318650" y="454156"/>
                    </a:cubicBezTo>
                    <a:cubicBezTo>
                      <a:pt x="1310970" y="410086"/>
                      <a:pt x="1268654" y="378499"/>
                      <a:pt x="1214923" y="371219"/>
                    </a:cubicBezTo>
                    <a:close/>
                    <a:moveTo>
                      <a:pt x="1185985" y="0"/>
                    </a:moveTo>
                    <a:lnTo>
                      <a:pt x="2376266" y="506608"/>
                    </a:lnTo>
                    <a:lnTo>
                      <a:pt x="1161392" y="1101748"/>
                    </a:lnTo>
                    <a:lnTo>
                      <a:pt x="10460" y="491852"/>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782" name="Google Shape;2782;p55"/>
              <p:cNvSpPr/>
              <p:nvPr/>
            </p:nvSpPr>
            <p:spPr>
              <a:xfrm>
                <a:off x="8174482" y="4174830"/>
                <a:ext cx="392828" cy="392828"/>
              </a:xfrm>
              <a:custGeom>
                <a:rect b="b" l="l" r="r" t="t"/>
                <a:pathLst>
                  <a:path extrusionOk="0" h="4259405" w="4088964">
                    <a:moveTo>
                      <a:pt x="1480605" y="2231940"/>
                    </a:moveTo>
                    <a:lnTo>
                      <a:pt x="1199818" y="2044620"/>
                    </a:lnTo>
                    <a:lnTo>
                      <a:pt x="761621" y="2687221"/>
                    </a:lnTo>
                    <a:cubicBezTo>
                      <a:pt x="501536" y="2652619"/>
                      <a:pt x="265323" y="2467912"/>
                      <a:pt x="39127" y="2272940"/>
                    </a:cubicBezTo>
                    <a:cubicBezTo>
                      <a:pt x="-80639" y="2070133"/>
                      <a:pt x="269496" y="1743507"/>
                      <a:pt x="374515" y="1494038"/>
                    </a:cubicBezTo>
                    <a:lnTo>
                      <a:pt x="93728" y="1306717"/>
                    </a:lnTo>
                    <a:lnTo>
                      <a:pt x="1091841" y="1312633"/>
                    </a:lnTo>
                    <a:close/>
                    <a:moveTo>
                      <a:pt x="2759566" y="226796"/>
                    </a:moveTo>
                    <a:cubicBezTo>
                      <a:pt x="2331051" y="377379"/>
                      <a:pt x="2150002" y="492309"/>
                      <a:pt x="1991062" y="643648"/>
                    </a:cubicBezTo>
                    <a:lnTo>
                      <a:pt x="1463599" y="1446568"/>
                    </a:lnTo>
                    <a:lnTo>
                      <a:pt x="610317" y="909936"/>
                    </a:lnTo>
                    <a:cubicBezTo>
                      <a:pt x="810411" y="627556"/>
                      <a:pt x="1020899" y="239191"/>
                      <a:pt x="1244930" y="61882"/>
                    </a:cubicBezTo>
                    <a:cubicBezTo>
                      <a:pt x="1491876" y="-75367"/>
                      <a:pt x="1697752" y="31605"/>
                      <a:pt x="2759566" y="226796"/>
                    </a:cubicBezTo>
                    <a:close/>
                    <a:moveTo>
                      <a:pt x="1722488" y="3820535"/>
                    </a:moveTo>
                    <a:cubicBezTo>
                      <a:pt x="1376925" y="3801485"/>
                      <a:pt x="936112" y="3830060"/>
                      <a:pt x="666750" y="3734810"/>
                    </a:cubicBezTo>
                    <a:cubicBezTo>
                      <a:pt x="419100" y="3598835"/>
                      <a:pt x="400050" y="3367610"/>
                      <a:pt x="0" y="2364860"/>
                    </a:cubicBezTo>
                    <a:cubicBezTo>
                      <a:pt x="355600" y="2647435"/>
                      <a:pt x="549276" y="2739510"/>
                      <a:pt x="762000" y="2793485"/>
                    </a:cubicBezTo>
                    <a:lnTo>
                      <a:pt x="1722487" y="2812535"/>
                    </a:lnTo>
                    <a:close/>
                    <a:moveTo>
                      <a:pt x="3605396" y="869465"/>
                    </a:moveTo>
                    <a:lnTo>
                      <a:pt x="3069019" y="1711228"/>
                    </a:lnTo>
                    <a:lnTo>
                      <a:pt x="2083849" y="1550906"/>
                    </a:lnTo>
                    <a:lnTo>
                      <a:pt x="2391902" y="1412941"/>
                    </a:lnTo>
                    <a:lnTo>
                      <a:pt x="2081217" y="699900"/>
                    </a:lnTo>
                    <a:cubicBezTo>
                      <a:pt x="2248971" y="498156"/>
                      <a:pt x="2531081" y="396532"/>
                      <a:pt x="2816547" y="308854"/>
                    </a:cubicBezTo>
                    <a:cubicBezTo>
                      <a:pt x="3051986" y="315439"/>
                      <a:pt x="3142075" y="785719"/>
                      <a:pt x="3297344" y="1007430"/>
                    </a:cubicBezTo>
                    <a:close/>
                    <a:moveTo>
                      <a:pt x="3222215" y="3788662"/>
                    </a:moveTo>
                    <a:cubicBezTo>
                      <a:pt x="3089072" y="3954283"/>
                      <a:pt x="2662122" y="3869088"/>
                      <a:pt x="2413930" y="3921936"/>
                    </a:cubicBezTo>
                    <a:lnTo>
                      <a:pt x="2420658" y="4259405"/>
                    </a:lnTo>
                    <a:lnTo>
                      <a:pt x="1855155" y="3436926"/>
                    </a:lnTo>
                    <a:lnTo>
                      <a:pt x="2387428" y="2592563"/>
                    </a:lnTo>
                    <a:lnTo>
                      <a:pt x="2394156" y="2930032"/>
                    </a:lnTo>
                    <a:lnTo>
                      <a:pt x="3171906" y="2922431"/>
                    </a:lnTo>
                    <a:cubicBezTo>
                      <a:pt x="3292132" y="3155642"/>
                      <a:pt x="3275533" y="3455038"/>
                      <a:pt x="3244786" y="3752078"/>
                    </a:cubicBezTo>
                    <a:cubicBezTo>
                      <a:pt x="3238662" y="3765464"/>
                      <a:pt x="3231091" y="3777620"/>
                      <a:pt x="3222215" y="3788662"/>
                    </a:cubicBezTo>
                    <a:close/>
                    <a:moveTo>
                      <a:pt x="3948285" y="2834020"/>
                    </a:moveTo>
                    <a:cubicBezTo>
                      <a:pt x="3833022" y="3018741"/>
                      <a:pt x="3639730" y="3281008"/>
                      <a:pt x="3342579" y="3731662"/>
                    </a:cubicBezTo>
                    <a:cubicBezTo>
                      <a:pt x="3371271" y="3278367"/>
                      <a:pt x="3336159" y="3066813"/>
                      <a:pt x="3258895" y="2861397"/>
                    </a:cubicBezTo>
                    <a:lnTo>
                      <a:pt x="2725671" y="2062291"/>
                    </a:lnTo>
                    <a:lnTo>
                      <a:pt x="3552883" y="1486284"/>
                    </a:lnTo>
                    <a:cubicBezTo>
                      <a:pt x="3734716" y="1780754"/>
                      <a:pt x="4010062" y="2126176"/>
                      <a:pt x="4085819" y="2401657"/>
                    </a:cubicBezTo>
                    <a:cubicBezTo>
                      <a:pt x="4100783" y="2542124"/>
                      <a:pt x="4063549" y="2649298"/>
                      <a:pt x="3948285" y="283402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783" name="Google Shape;2783;p55"/>
              <p:cNvSpPr/>
              <p:nvPr/>
            </p:nvSpPr>
            <p:spPr>
              <a:xfrm>
                <a:off x="9225535" y="2409380"/>
                <a:ext cx="393582" cy="392828"/>
              </a:xfrm>
              <a:custGeom>
                <a:rect b="b" l="l" r="r" t="t"/>
                <a:pathLst>
                  <a:path extrusionOk="0" h="4012920" w="4020621">
                    <a:moveTo>
                      <a:pt x="780213" y="3724888"/>
                    </a:moveTo>
                    <a:lnTo>
                      <a:pt x="2868445" y="3724888"/>
                    </a:lnTo>
                    <a:lnTo>
                      <a:pt x="2868445" y="4012920"/>
                    </a:lnTo>
                    <a:lnTo>
                      <a:pt x="780213" y="4012920"/>
                    </a:lnTo>
                    <a:close/>
                    <a:moveTo>
                      <a:pt x="4020621" y="2152587"/>
                    </a:moveTo>
                    <a:lnTo>
                      <a:pt x="4020621" y="3448731"/>
                    </a:lnTo>
                    <a:lnTo>
                      <a:pt x="3903908" y="3386593"/>
                    </a:lnTo>
                    <a:lnTo>
                      <a:pt x="3903908" y="2214725"/>
                    </a:lnTo>
                    <a:close/>
                    <a:moveTo>
                      <a:pt x="1582587" y="1544569"/>
                    </a:moveTo>
                    <a:cubicBezTo>
                      <a:pt x="1525677" y="1652847"/>
                      <a:pt x="1434945" y="1739939"/>
                      <a:pt x="1324158" y="1792547"/>
                    </a:cubicBezTo>
                    <a:lnTo>
                      <a:pt x="1790243" y="1792547"/>
                    </a:lnTo>
                    <a:cubicBezTo>
                      <a:pt x="1708293" y="1721838"/>
                      <a:pt x="1638004" y="1638154"/>
                      <a:pt x="1582587" y="1544569"/>
                    </a:cubicBezTo>
                    <a:close/>
                    <a:moveTo>
                      <a:pt x="1238323" y="1312673"/>
                    </a:moveTo>
                    <a:cubicBezTo>
                      <a:pt x="1173622" y="1312673"/>
                      <a:pt x="1121172" y="1365123"/>
                      <a:pt x="1121172" y="1429824"/>
                    </a:cubicBezTo>
                    <a:cubicBezTo>
                      <a:pt x="1121172" y="1494525"/>
                      <a:pt x="1173622" y="1546975"/>
                      <a:pt x="1238323" y="1546975"/>
                    </a:cubicBezTo>
                    <a:cubicBezTo>
                      <a:pt x="1303024" y="1546975"/>
                      <a:pt x="1355474" y="1494525"/>
                      <a:pt x="1355474" y="1429824"/>
                    </a:cubicBezTo>
                    <a:cubicBezTo>
                      <a:pt x="1355474" y="1365123"/>
                      <a:pt x="1303024" y="1312673"/>
                      <a:pt x="1238323" y="1312673"/>
                    </a:cubicBezTo>
                    <a:close/>
                    <a:moveTo>
                      <a:pt x="870057" y="1312673"/>
                    </a:moveTo>
                    <a:cubicBezTo>
                      <a:pt x="805356" y="1312673"/>
                      <a:pt x="752906" y="1365123"/>
                      <a:pt x="752906" y="1429824"/>
                    </a:cubicBezTo>
                    <a:cubicBezTo>
                      <a:pt x="752906" y="1494525"/>
                      <a:pt x="805356" y="1546975"/>
                      <a:pt x="870057" y="1546975"/>
                    </a:cubicBezTo>
                    <a:cubicBezTo>
                      <a:pt x="934758" y="1546975"/>
                      <a:pt x="987208" y="1494525"/>
                      <a:pt x="987208" y="1429824"/>
                    </a:cubicBezTo>
                    <a:cubicBezTo>
                      <a:pt x="987208" y="1365123"/>
                      <a:pt x="934758" y="1312673"/>
                      <a:pt x="870057" y="1312673"/>
                    </a:cubicBezTo>
                    <a:close/>
                    <a:moveTo>
                      <a:pt x="2775838" y="1127627"/>
                    </a:moveTo>
                    <a:cubicBezTo>
                      <a:pt x="2666578" y="1127627"/>
                      <a:pt x="2578006" y="1216199"/>
                      <a:pt x="2578006" y="1325459"/>
                    </a:cubicBezTo>
                    <a:cubicBezTo>
                      <a:pt x="2578006" y="1434719"/>
                      <a:pt x="2666578" y="1523291"/>
                      <a:pt x="2775838" y="1523291"/>
                    </a:cubicBezTo>
                    <a:cubicBezTo>
                      <a:pt x="2885098" y="1523291"/>
                      <a:pt x="2973670" y="1434719"/>
                      <a:pt x="2973670" y="1325459"/>
                    </a:cubicBezTo>
                    <a:cubicBezTo>
                      <a:pt x="2973670" y="1216199"/>
                      <a:pt x="2885098" y="1127627"/>
                      <a:pt x="2775838" y="1127627"/>
                    </a:cubicBezTo>
                    <a:close/>
                    <a:moveTo>
                      <a:pt x="2153949" y="1127627"/>
                    </a:moveTo>
                    <a:cubicBezTo>
                      <a:pt x="2044689" y="1127627"/>
                      <a:pt x="1956117" y="1216199"/>
                      <a:pt x="1956117" y="1325459"/>
                    </a:cubicBezTo>
                    <a:cubicBezTo>
                      <a:pt x="1956117" y="1434719"/>
                      <a:pt x="2044689" y="1523291"/>
                      <a:pt x="2153949" y="1523291"/>
                    </a:cubicBezTo>
                    <a:cubicBezTo>
                      <a:pt x="2263209" y="1523291"/>
                      <a:pt x="2351781" y="1434719"/>
                      <a:pt x="2351781" y="1325459"/>
                    </a:cubicBezTo>
                    <a:cubicBezTo>
                      <a:pt x="2351781" y="1216199"/>
                      <a:pt x="2263209" y="1127627"/>
                      <a:pt x="2153949" y="1127627"/>
                    </a:cubicBezTo>
                    <a:close/>
                    <a:moveTo>
                      <a:pt x="1238323" y="956510"/>
                    </a:moveTo>
                    <a:cubicBezTo>
                      <a:pt x="1173622" y="956510"/>
                      <a:pt x="1121172" y="1008960"/>
                      <a:pt x="1121172" y="1073661"/>
                    </a:cubicBezTo>
                    <a:cubicBezTo>
                      <a:pt x="1121172" y="1138362"/>
                      <a:pt x="1173622" y="1190812"/>
                      <a:pt x="1238323" y="1190812"/>
                    </a:cubicBezTo>
                    <a:cubicBezTo>
                      <a:pt x="1303024" y="1190812"/>
                      <a:pt x="1355474" y="1138362"/>
                      <a:pt x="1355474" y="1073661"/>
                    </a:cubicBezTo>
                    <a:cubicBezTo>
                      <a:pt x="1355474" y="1008960"/>
                      <a:pt x="1303024" y="956510"/>
                      <a:pt x="1238323" y="956510"/>
                    </a:cubicBezTo>
                    <a:close/>
                    <a:moveTo>
                      <a:pt x="870057" y="956510"/>
                    </a:moveTo>
                    <a:cubicBezTo>
                      <a:pt x="805356" y="956510"/>
                      <a:pt x="752906" y="1008960"/>
                      <a:pt x="752906" y="1073661"/>
                    </a:cubicBezTo>
                    <a:cubicBezTo>
                      <a:pt x="752906" y="1138362"/>
                      <a:pt x="805356" y="1190812"/>
                      <a:pt x="870057" y="1190812"/>
                    </a:cubicBezTo>
                    <a:cubicBezTo>
                      <a:pt x="934758" y="1190812"/>
                      <a:pt x="987208" y="1138362"/>
                      <a:pt x="987208" y="1073661"/>
                    </a:cubicBezTo>
                    <a:cubicBezTo>
                      <a:pt x="987208" y="1008960"/>
                      <a:pt x="934758" y="956510"/>
                      <a:pt x="870057" y="956510"/>
                    </a:cubicBezTo>
                    <a:close/>
                    <a:moveTo>
                      <a:pt x="2775838" y="526176"/>
                    </a:moveTo>
                    <a:cubicBezTo>
                      <a:pt x="2666578" y="526176"/>
                      <a:pt x="2578006" y="614748"/>
                      <a:pt x="2578006" y="724008"/>
                    </a:cubicBezTo>
                    <a:cubicBezTo>
                      <a:pt x="2578006" y="833268"/>
                      <a:pt x="2666578" y="921840"/>
                      <a:pt x="2775838" y="921840"/>
                    </a:cubicBezTo>
                    <a:cubicBezTo>
                      <a:pt x="2885098" y="921840"/>
                      <a:pt x="2973670" y="833268"/>
                      <a:pt x="2973670" y="724008"/>
                    </a:cubicBezTo>
                    <a:cubicBezTo>
                      <a:pt x="2973670" y="614748"/>
                      <a:pt x="2885098" y="526176"/>
                      <a:pt x="2775838" y="526176"/>
                    </a:cubicBezTo>
                    <a:close/>
                    <a:moveTo>
                      <a:pt x="2153949" y="526176"/>
                    </a:moveTo>
                    <a:cubicBezTo>
                      <a:pt x="2044689" y="526176"/>
                      <a:pt x="1956117" y="614748"/>
                      <a:pt x="1956117" y="724008"/>
                    </a:cubicBezTo>
                    <a:cubicBezTo>
                      <a:pt x="1956117" y="833268"/>
                      <a:pt x="2044689" y="921840"/>
                      <a:pt x="2153949" y="921840"/>
                    </a:cubicBezTo>
                    <a:cubicBezTo>
                      <a:pt x="2263209" y="921840"/>
                      <a:pt x="2351781" y="833268"/>
                      <a:pt x="2351781" y="724008"/>
                    </a:cubicBezTo>
                    <a:cubicBezTo>
                      <a:pt x="2351781" y="614748"/>
                      <a:pt x="2263209" y="526176"/>
                      <a:pt x="2153949" y="526176"/>
                    </a:cubicBezTo>
                    <a:close/>
                    <a:moveTo>
                      <a:pt x="2464893" y="0"/>
                    </a:moveTo>
                    <a:cubicBezTo>
                      <a:pt x="3030837" y="0"/>
                      <a:pt x="3489626" y="458789"/>
                      <a:pt x="3489626" y="1024733"/>
                    </a:cubicBezTo>
                    <a:cubicBezTo>
                      <a:pt x="3489626" y="1442455"/>
                      <a:pt x="3239684" y="1801800"/>
                      <a:pt x="2880320" y="1959209"/>
                    </a:cubicBezTo>
                    <a:lnTo>
                      <a:pt x="2880320" y="2008571"/>
                    </a:lnTo>
                    <a:lnTo>
                      <a:pt x="3250857" y="2008571"/>
                    </a:lnTo>
                    <a:lnTo>
                      <a:pt x="3250857" y="2359970"/>
                    </a:lnTo>
                    <a:lnTo>
                      <a:pt x="3437294" y="2359970"/>
                    </a:lnTo>
                    <a:lnTo>
                      <a:pt x="3437294" y="2360694"/>
                    </a:lnTo>
                    <a:lnTo>
                      <a:pt x="3852060" y="2233461"/>
                    </a:lnTo>
                    <a:lnTo>
                      <a:pt x="3852060" y="3367858"/>
                    </a:lnTo>
                    <a:lnTo>
                      <a:pt x="3437294" y="3240624"/>
                    </a:lnTo>
                    <a:lnTo>
                      <a:pt x="3437294" y="3241349"/>
                    </a:lnTo>
                    <a:lnTo>
                      <a:pt x="3250857" y="3241349"/>
                    </a:lnTo>
                    <a:lnTo>
                      <a:pt x="3250857" y="3633063"/>
                    </a:lnTo>
                    <a:lnTo>
                      <a:pt x="298529" y="3633063"/>
                    </a:lnTo>
                    <a:lnTo>
                      <a:pt x="298529" y="2431730"/>
                    </a:lnTo>
                    <a:lnTo>
                      <a:pt x="0" y="2008571"/>
                    </a:lnTo>
                    <a:lnTo>
                      <a:pt x="298529" y="2008571"/>
                    </a:lnTo>
                    <a:lnTo>
                      <a:pt x="792088" y="2008571"/>
                    </a:lnTo>
                    <a:lnTo>
                      <a:pt x="792088" y="1796817"/>
                    </a:lnTo>
                    <a:cubicBezTo>
                      <a:pt x="587745" y="1700755"/>
                      <a:pt x="447370" y="1492642"/>
                      <a:pt x="447370" y="1251742"/>
                    </a:cubicBezTo>
                    <a:cubicBezTo>
                      <a:pt x="447370" y="916605"/>
                      <a:pt x="719053" y="644923"/>
                      <a:pt x="1054190" y="644923"/>
                    </a:cubicBezTo>
                    <a:cubicBezTo>
                      <a:pt x="1212753" y="644923"/>
                      <a:pt x="1357112" y="705740"/>
                      <a:pt x="1463939" y="806702"/>
                    </a:cubicBezTo>
                    <a:cubicBezTo>
                      <a:pt x="1563407" y="345444"/>
                      <a:pt x="1973809" y="0"/>
                      <a:pt x="2464893"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784" name="Google Shape;2784;p55"/>
              <p:cNvSpPr/>
              <p:nvPr/>
            </p:nvSpPr>
            <p:spPr>
              <a:xfrm rot="9900000">
                <a:off x="10073915" y="2714730"/>
                <a:ext cx="351357" cy="423598"/>
              </a:xfrm>
              <a:custGeom>
                <a:rect b="b" l="l" r="r" t="t"/>
                <a:pathLst>
                  <a:path extrusionOk="0" h="4064034" w="3370953">
                    <a:moveTo>
                      <a:pt x="307836" y="3226369"/>
                    </a:moveTo>
                    <a:lnTo>
                      <a:pt x="307836" y="2810144"/>
                    </a:lnTo>
                    <a:lnTo>
                      <a:pt x="1258549" y="2810144"/>
                    </a:lnTo>
                    <a:lnTo>
                      <a:pt x="1331954" y="2516524"/>
                    </a:lnTo>
                    <a:lnTo>
                      <a:pt x="1639161" y="2516524"/>
                    </a:lnTo>
                    <a:lnTo>
                      <a:pt x="1806826" y="1890788"/>
                    </a:lnTo>
                    <a:cubicBezTo>
                      <a:pt x="1709407" y="1836984"/>
                      <a:pt x="1651662" y="1730051"/>
                      <a:pt x="1660897" y="1618049"/>
                    </a:cubicBezTo>
                    <a:lnTo>
                      <a:pt x="497736" y="946498"/>
                    </a:lnTo>
                    <a:lnTo>
                      <a:pt x="415801" y="1252284"/>
                    </a:lnTo>
                    <a:cubicBezTo>
                      <a:pt x="388670" y="1353539"/>
                      <a:pt x="284592" y="1413628"/>
                      <a:pt x="183338" y="1386497"/>
                    </a:cubicBezTo>
                    <a:lnTo>
                      <a:pt x="0" y="1337372"/>
                    </a:lnTo>
                    <a:lnTo>
                      <a:pt x="358348" y="0"/>
                    </a:lnTo>
                    <a:lnTo>
                      <a:pt x="541685" y="49125"/>
                    </a:lnTo>
                    <a:cubicBezTo>
                      <a:pt x="642940" y="76256"/>
                      <a:pt x="703029" y="180334"/>
                      <a:pt x="675898" y="281588"/>
                    </a:cubicBezTo>
                    <a:lnTo>
                      <a:pt x="574914" y="658466"/>
                    </a:lnTo>
                    <a:lnTo>
                      <a:pt x="1826395" y="1381009"/>
                    </a:lnTo>
                    <a:cubicBezTo>
                      <a:pt x="1885142" y="1352063"/>
                      <a:pt x="1954182" y="1344264"/>
                      <a:pt x="2022379" y="1362537"/>
                    </a:cubicBezTo>
                    <a:cubicBezTo>
                      <a:pt x="2176035" y="1403709"/>
                      <a:pt x="2267221" y="1561647"/>
                      <a:pt x="2226049" y="1715303"/>
                    </a:cubicBezTo>
                    <a:cubicBezTo>
                      <a:pt x="2207347" y="1785100"/>
                      <a:pt x="2164552" y="1842007"/>
                      <a:pt x="2108323" y="1878457"/>
                    </a:cubicBezTo>
                    <a:lnTo>
                      <a:pt x="1937353" y="2516524"/>
                    </a:lnTo>
                    <a:lnTo>
                      <a:pt x="2236046" y="2516524"/>
                    </a:lnTo>
                    <a:lnTo>
                      <a:pt x="2309451" y="2810144"/>
                    </a:lnTo>
                    <a:lnTo>
                      <a:pt x="2828116" y="2810144"/>
                    </a:lnTo>
                    <a:lnTo>
                      <a:pt x="2828116" y="2930119"/>
                    </a:lnTo>
                    <a:lnTo>
                      <a:pt x="2945247" y="2930119"/>
                    </a:lnTo>
                    <a:lnTo>
                      <a:pt x="3109201" y="2856867"/>
                    </a:lnTo>
                    <a:cubicBezTo>
                      <a:pt x="3112004" y="2849082"/>
                      <a:pt x="3119624" y="2844415"/>
                      <a:pt x="3128335" y="2844415"/>
                    </a:cubicBezTo>
                    <a:lnTo>
                      <a:pt x="3223771" y="2844415"/>
                    </a:lnTo>
                    <a:cubicBezTo>
                      <a:pt x="3236949" y="2844415"/>
                      <a:pt x="3247631" y="2855097"/>
                      <a:pt x="3247631" y="2868275"/>
                    </a:cubicBezTo>
                    <a:lnTo>
                      <a:pt x="3247631" y="3606750"/>
                    </a:lnTo>
                    <a:cubicBezTo>
                      <a:pt x="3247631" y="3619928"/>
                      <a:pt x="3236949" y="3630610"/>
                      <a:pt x="3223771" y="3630610"/>
                    </a:cubicBezTo>
                    <a:lnTo>
                      <a:pt x="3128335" y="3630610"/>
                    </a:lnTo>
                    <a:cubicBezTo>
                      <a:pt x="3120852" y="3630610"/>
                      <a:pt x="3114174" y="3627166"/>
                      <a:pt x="3110472" y="3621230"/>
                    </a:cubicBezTo>
                    <a:lnTo>
                      <a:pt x="3110472" y="3624351"/>
                    </a:lnTo>
                    <a:lnTo>
                      <a:pt x="2954172" y="3554518"/>
                    </a:lnTo>
                    <a:lnTo>
                      <a:pt x="2954172" y="3558788"/>
                    </a:lnTo>
                    <a:lnTo>
                      <a:pt x="2828116" y="3558788"/>
                    </a:lnTo>
                    <a:lnTo>
                      <a:pt x="2828116" y="3630610"/>
                    </a:lnTo>
                    <a:lnTo>
                      <a:pt x="2038337" y="3226369"/>
                    </a:lnTo>
                    <a:close/>
                    <a:moveTo>
                      <a:pt x="77048" y="4064034"/>
                    </a:moveTo>
                    <a:lnTo>
                      <a:pt x="77048" y="3342578"/>
                    </a:lnTo>
                    <a:lnTo>
                      <a:pt x="2050947" y="3342578"/>
                    </a:lnTo>
                    <a:lnTo>
                      <a:pt x="3370953" y="4058524"/>
                    </a:lnTo>
                    <a:lnTo>
                      <a:pt x="3370953" y="4064034"/>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785" name="Google Shape;2785;p55"/>
              <p:cNvSpPr/>
              <p:nvPr/>
            </p:nvSpPr>
            <p:spPr>
              <a:xfrm rot="3600000">
                <a:off x="8507130" y="4424299"/>
                <a:ext cx="162074" cy="478539"/>
              </a:xfrm>
              <a:custGeom>
                <a:rect b="b" l="l" r="r" t="t"/>
                <a:pathLst>
                  <a:path extrusionOk="0" h="3920353" w="1327763">
                    <a:moveTo>
                      <a:pt x="483881" y="2840232"/>
                    </a:moveTo>
                    <a:lnTo>
                      <a:pt x="843881" y="2840232"/>
                    </a:lnTo>
                    <a:lnTo>
                      <a:pt x="843881" y="3920353"/>
                    </a:lnTo>
                    <a:lnTo>
                      <a:pt x="483881" y="3920353"/>
                    </a:lnTo>
                    <a:close/>
                    <a:moveTo>
                      <a:pt x="757697" y="168239"/>
                    </a:moveTo>
                    <a:lnTo>
                      <a:pt x="757697" y="384263"/>
                    </a:lnTo>
                    <a:lnTo>
                      <a:pt x="930062" y="384263"/>
                    </a:lnTo>
                    <a:lnTo>
                      <a:pt x="930062" y="168239"/>
                    </a:lnTo>
                    <a:close/>
                    <a:moveTo>
                      <a:pt x="432932" y="168239"/>
                    </a:moveTo>
                    <a:lnTo>
                      <a:pt x="432932" y="384263"/>
                    </a:lnTo>
                    <a:lnTo>
                      <a:pt x="605297" y="384263"/>
                    </a:lnTo>
                    <a:lnTo>
                      <a:pt x="605297" y="168239"/>
                    </a:lnTo>
                    <a:close/>
                    <a:moveTo>
                      <a:pt x="168643" y="0"/>
                    </a:moveTo>
                    <a:lnTo>
                      <a:pt x="1159119" y="0"/>
                    </a:lnTo>
                    <a:lnTo>
                      <a:pt x="1159119" y="539093"/>
                    </a:lnTo>
                    <a:lnTo>
                      <a:pt x="1327763" y="539093"/>
                    </a:lnTo>
                    <a:lnTo>
                      <a:pt x="1327763" y="2245406"/>
                    </a:lnTo>
                    <a:lnTo>
                      <a:pt x="1318300" y="2245406"/>
                    </a:lnTo>
                    <a:lnTo>
                      <a:pt x="1127664" y="2719000"/>
                    </a:lnTo>
                    <a:lnTo>
                      <a:pt x="200100" y="2719000"/>
                    </a:lnTo>
                    <a:lnTo>
                      <a:pt x="9464" y="2245406"/>
                    </a:lnTo>
                    <a:lnTo>
                      <a:pt x="0" y="2245406"/>
                    </a:lnTo>
                    <a:lnTo>
                      <a:pt x="0" y="539093"/>
                    </a:lnTo>
                    <a:lnTo>
                      <a:pt x="168643" y="539093"/>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786" name="Google Shape;2786;p55"/>
              <p:cNvSpPr/>
              <p:nvPr/>
            </p:nvSpPr>
            <p:spPr>
              <a:xfrm>
                <a:off x="8045579" y="3848133"/>
                <a:ext cx="330939" cy="260933"/>
              </a:xfrm>
              <a:custGeom>
                <a:rect b="b" l="l" r="r" t="t"/>
                <a:pathLst>
                  <a:path extrusionOk="0" h="2952328" w="3744416">
                    <a:moveTo>
                      <a:pt x="184806" y="576064"/>
                    </a:moveTo>
                    <a:lnTo>
                      <a:pt x="895314" y="576064"/>
                    </a:lnTo>
                    <a:cubicBezTo>
                      <a:pt x="997380" y="576064"/>
                      <a:pt x="1080120" y="658804"/>
                      <a:pt x="1080120" y="760870"/>
                    </a:cubicBezTo>
                    <a:lnTo>
                      <a:pt x="1080120" y="792088"/>
                    </a:lnTo>
                    <a:lnTo>
                      <a:pt x="3312368" y="792088"/>
                    </a:lnTo>
                    <a:lnTo>
                      <a:pt x="3312368" y="2952328"/>
                    </a:lnTo>
                    <a:lnTo>
                      <a:pt x="0" y="2952328"/>
                    </a:lnTo>
                    <a:lnTo>
                      <a:pt x="0" y="1072569"/>
                    </a:lnTo>
                    <a:lnTo>
                      <a:pt x="0" y="792088"/>
                    </a:lnTo>
                    <a:lnTo>
                      <a:pt x="0" y="760870"/>
                    </a:lnTo>
                    <a:cubicBezTo>
                      <a:pt x="0" y="658804"/>
                      <a:pt x="82740" y="576064"/>
                      <a:pt x="184806" y="576064"/>
                    </a:cubicBezTo>
                    <a:close/>
                    <a:moveTo>
                      <a:pt x="616854" y="0"/>
                    </a:moveTo>
                    <a:lnTo>
                      <a:pt x="1327362" y="0"/>
                    </a:lnTo>
                    <a:cubicBezTo>
                      <a:pt x="1429428" y="0"/>
                      <a:pt x="1512168" y="82740"/>
                      <a:pt x="1512168" y="184806"/>
                    </a:cubicBezTo>
                    <a:lnTo>
                      <a:pt x="1512168" y="216024"/>
                    </a:lnTo>
                    <a:lnTo>
                      <a:pt x="3744416" y="216024"/>
                    </a:lnTo>
                    <a:lnTo>
                      <a:pt x="3744416" y="2376264"/>
                    </a:lnTo>
                    <a:lnTo>
                      <a:pt x="3464768" y="2376264"/>
                    </a:lnTo>
                    <a:lnTo>
                      <a:pt x="3464768" y="648072"/>
                    </a:lnTo>
                    <a:lnTo>
                      <a:pt x="1232520" y="648072"/>
                    </a:lnTo>
                    <a:lnTo>
                      <a:pt x="1232520" y="616854"/>
                    </a:lnTo>
                    <a:cubicBezTo>
                      <a:pt x="1232520" y="514788"/>
                      <a:pt x="1149780" y="432048"/>
                      <a:pt x="1047714" y="432048"/>
                    </a:cubicBezTo>
                    <a:lnTo>
                      <a:pt x="432048" y="432048"/>
                    </a:lnTo>
                    <a:lnTo>
                      <a:pt x="432048" y="216024"/>
                    </a:lnTo>
                    <a:lnTo>
                      <a:pt x="432048" y="184806"/>
                    </a:lnTo>
                    <a:cubicBezTo>
                      <a:pt x="432048" y="82740"/>
                      <a:pt x="514788" y="0"/>
                      <a:pt x="61685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787" name="Google Shape;2787;p55"/>
              <p:cNvSpPr/>
              <p:nvPr/>
            </p:nvSpPr>
            <p:spPr>
              <a:xfrm>
                <a:off x="9003511" y="4923426"/>
                <a:ext cx="304410" cy="330939"/>
              </a:xfrm>
              <a:custGeom>
                <a:rect b="b" l="l" r="r" t="t"/>
                <a:pathLst>
                  <a:path extrusionOk="0" h="4031150" w="3708000">
                    <a:moveTo>
                      <a:pt x="2226025" y="2078010"/>
                    </a:moveTo>
                    <a:lnTo>
                      <a:pt x="1976753" y="2339372"/>
                    </a:lnTo>
                    <a:lnTo>
                      <a:pt x="1976910" y="2339581"/>
                    </a:lnTo>
                    <a:lnTo>
                      <a:pt x="1976204" y="2339948"/>
                    </a:lnTo>
                    <a:lnTo>
                      <a:pt x="1975656" y="2340523"/>
                    </a:lnTo>
                    <a:lnTo>
                      <a:pt x="1975499" y="2340314"/>
                    </a:lnTo>
                    <a:lnTo>
                      <a:pt x="1688579" y="2489240"/>
                    </a:lnTo>
                    <a:cubicBezTo>
                      <a:pt x="1740712" y="2519877"/>
                      <a:pt x="1801557" y="2536438"/>
                      <a:pt x="1866270" y="2536438"/>
                    </a:cubicBezTo>
                    <a:cubicBezTo>
                      <a:pt x="2071258" y="2536438"/>
                      <a:pt x="2237434" y="2370262"/>
                      <a:pt x="2237434" y="2165274"/>
                    </a:cubicBezTo>
                    <a:cubicBezTo>
                      <a:pt x="2237434" y="2135129"/>
                      <a:pt x="2233840" y="2105822"/>
                      <a:pt x="2226025" y="2078010"/>
                    </a:cubicBezTo>
                    <a:close/>
                    <a:moveTo>
                      <a:pt x="1866270" y="1794110"/>
                    </a:moveTo>
                    <a:cubicBezTo>
                      <a:pt x="1661282" y="1794110"/>
                      <a:pt x="1495106" y="1960286"/>
                      <a:pt x="1495106" y="2165274"/>
                    </a:cubicBezTo>
                    <a:cubicBezTo>
                      <a:pt x="1495106" y="2194876"/>
                      <a:pt x="1498572" y="2223668"/>
                      <a:pt x="1506052" y="2251046"/>
                    </a:cubicBezTo>
                    <a:lnTo>
                      <a:pt x="1731247" y="2014929"/>
                    </a:lnTo>
                    <a:lnTo>
                      <a:pt x="1731090" y="2014720"/>
                    </a:lnTo>
                    <a:lnTo>
                      <a:pt x="1731796" y="2014353"/>
                    </a:lnTo>
                    <a:lnTo>
                      <a:pt x="1732344" y="2013778"/>
                    </a:lnTo>
                    <a:lnTo>
                      <a:pt x="1732501" y="2013987"/>
                    </a:lnTo>
                    <a:lnTo>
                      <a:pt x="2054335" y="1846939"/>
                    </a:lnTo>
                    <a:cubicBezTo>
                      <a:pt x="1999773" y="1812909"/>
                      <a:pt x="1935217" y="1794110"/>
                      <a:pt x="1866270" y="1794110"/>
                    </a:cubicBezTo>
                    <a:close/>
                    <a:moveTo>
                      <a:pt x="1866270" y="1281021"/>
                    </a:moveTo>
                    <a:lnTo>
                      <a:pt x="1995916" y="1728077"/>
                    </a:lnTo>
                    <a:cubicBezTo>
                      <a:pt x="2049420" y="1742880"/>
                      <a:pt x="2098387" y="1768442"/>
                      <a:pt x="2141027" y="1801941"/>
                    </a:cubicBezTo>
                    <a:lnTo>
                      <a:pt x="2830781" y="1443923"/>
                    </a:lnTo>
                    <a:lnTo>
                      <a:pt x="2293677" y="2007077"/>
                    </a:lnTo>
                    <a:lnTo>
                      <a:pt x="2302169" y="2036187"/>
                    </a:lnTo>
                    <a:lnTo>
                      <a:pt x="2755181" y="2167560"/>
                    </a:lnTo>
                    <a:lnTo>
                      <a:pt x="2301207" y="2299213"/>
                    </a:lnTo>
                    <a:cubicBezTo>
                      <a:pt x="2288949" y="2340747"/>
                      <a:pt x="2270868" y="2379745"/>
                      <a:pt x="2246307" y="2414255"/>
                    </a:cubicBezTo>
                    <a:lnTo>
                      <a:pt x="2368615" y="2636476"/>
                    </a:lnTo>
                    <a:lnTo>
                      <a:pt x="2152396" y="2517472"/>
                    </a:lnTo>
                    <a:cubicBezTo>
                      <a:pt x="2112986" y="2553805"/>
                      <a:pt x="2065424" y="2580505"/>
                      <a:pt x="2013636" y="2598144"/>
                    </a:cubicBezTo>
                    <a:lnTo>
                      <a:pt x="1875846" y="3073280"/>
                    </a:lnTo>
                    <a:lnTo>
                      <a:pt x="1739624" y="2603548"/>
                    </a:lnTo>
                    <a:cubicBezTo>
                      <a:pt x="1688445" y="2589723"/>
                      <a:pt x="1641302" y="2566161"/>
                      <a:pt x="1599709" y="2535368"/>
                    </a:cubicBezTo>
                    <a:lnTo>
                      <a:pt x="877219" y="2910378"/>
                    </a:lnTo>
                    <a:lnTo>
                      <a:pt x="1438400" y="2321979"/>
                    </a:lnTo>
                    <a:lnTo>
                      <a:pt x="1437655" y="2319411"/>
                    </a:lnTo>
                    <a:lnTo>
                      <a:pt x="963153" y="2181805"/>
                    </a:lnTo>
                    <a:lnTo>
                      <a:pt x="1425898" y="2047609"/>
                    </a:lnTo>
                    <a:cubicBezTo>
                      <a:pt x="1440318" y="1991458"/>
                      <a:pt x="1465316" y="1939627"/>
                      <a:pt x="1501635" y="1896529"/>
                    </a:cubicBezTo>
                    <a:lnTo>
                      <a:pt x="1375628" y="1667588"/>
                    </a:lnTo>
                    <a:lnTo>
                      <a:pt x="1605635" y="1794181"/>
                    </a:lnTo>
                    <a:cubicBezTo>
                      <a:pt x="1643852" y="1764149"/>
                      <a:pt x="1688437" y="1742763"/>
                      <a:pt x="1736328" y="1729097"/>
                    </a:cubicBezTo>
                    <a:close/>
                    <a:moveTo>
                      <a:pt x="1801446" y="873772"/>
                    </a:moveTo>
                    <a:cubicBezTo>
                      <a:pt x="1122607" y="899096"/>
                      <a:pt x="577020" y="1443990"/>
                      <a:pt x="550657" y="2122563"/>
                    </a:cubicBezTo>
                    <a:lnTo>
                      <a:pt x="754935" y="2181804"/>
                    </a:lnTo>
                    <a:lnTo>
                      <a:pt x="551187" y="2240891"/>
                    </a:lnTo>
                    <a:cubicBezTo>
                      <a:pt x="582476" y="2925954"/>
                      <a:pt x="1143118" y="3472541"/>
                      <a:pt x="1833783" y="3482192"/>
                    </a:cubicBezTo>
                    <a:lnTo>
                      <a:pt x="1883029" y="3312376"/>
                    </a:lnTo>
                    <a:lnTo>
                      <a:pt x="1931451" y="3479348"/>
                    </a:lnTo>
                    <a:cubicBezTo>
                      <a:pt x="2602724" y="3441618"/>
                      <a:pt x="3137685" y="2895457"/>
                      <a:pt x="3157888" y="2219621"/>
                    </a:cubicBezTo>
                    <a:lnTo>
                      <a:pt x="2970483" y="2165273"/>
                    </a:lnTo>
                    <a:lnTo>
                      <a:pt x="3156785" y="2111246"/>
                    </a:lnTo>
                    <a:cubicBezTo>
                      <a:pt x="3124894" y="1437932"/>
                      <a:pt x="2581609" y="898954"/>
                      <a:pt x="1906553" y="873772"/>
                    </a:cubicBezTo>
                    <a:lnTo>
                      <a:pt x="1853999" y="1054992"/>
                    </a:lnTo>
                    <a:close/>
                    <a:moveTo>
                      <a:pt x="1842112" y="204015"/>
                    </a:moveTo>
                    <a:cubicBezTo>
                      <a:pt x="1750186" y="208331"/>
                      <a:pt x="1671595" y="261235"/>
                      <a:pt x="1631665" y="337724"/>
                    </a:cubicBezTo>
                    <a:cubicBezTo>
                      <a:pt x="1704451" y="327639"/>
                      <a:pt x="1778701" y="323150"/>
                      <a:pt x="1854000" y="323150"/>
                    </a:cubicBezTo>
                    <a:cubicBezTo>
                      <a:pt x="1929687" y="323150"/>
                      <a:pt x="2004315" y="327685"/>
                      <a:pt x="2077458" y="337895"/>
                    </a:cubicBezTo>
                    <a:cubicBezTo>
                      <a:pt x="2032849" y="253989"/>
                      <a:pt x="1942703" y="199292"/>
                      <a:pt x="1842112" y="204015"/>
                    </a:cubicBezTo>
                    <a:close/>
                    <a:moveTo>
                      <a:pt x="1832557" y="511"/>
                    </a:moveTo>
                    <a:cubicBezTo>
                      <a:pt x="2064724" y="-10390"/>
                      <a:pt x="2266043" y="154192"/>
                      <a:pt x="2302551" y="380077"/>
                    </a:cubicBezTo>
                    <a:cubicBezTo>
                      <a:pt x="3110034" y="578670"/>
                      <a:pt x="3708000" y="1308079"/>
                      <a:pt x="3708000" y="2177150"/>
                    </a:cubicBezTo>
                    <a:cubicBezTo>
                      <a:pt x="3708000" y="3201086"/>
                      <a:pt x="2877936" y="4031150"/>
                      <a:pt x="1854000" y="4031150"/>
                    </a:cubicBezTo>
                    <a:cubicBezTo>
                      <a:pt x="830064" y="4031150"/>
                      <a:pt x="0" y="3201086"/>
                      <a:pt x="0" y="2177150"/>
                    </a:cubicBezTo>
                    <a:cubicBezTo>
                      <a:pt x="0" y="1308490"/>
                      <a:pt x="597400" y="579361"/>
                      <a:pt x="1404307" y="380371"/>
                    </a:cubicBezTo>
                    <a:cubicBezTo>
                      <a:pt x="1438620" y="172028"/>
                      <a:pt x="1614858" y="10733"/>
                      <a:pt x="1832557" y="51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788" name="Google Shape;2788;p55"/>
              <p:cNvSpPr/>
              <p:nvPr/>
            </p:nvSpPr>
            <p:spPr>
              <a:xfrm>
                <a:off x="9848127" y="4821478"/>
                <a:ext cx="257012" cy="330939"/>
              </a:xfrm>
              <a:custGeom>
                <a:rect b="b" l="l" r="r" t="t"/>
                <a:pathLst>
                  <a:path extrusionOk="0" h="3913585" w="3039346">
                    <a:moveTo>
                      <a:pt x="1527178" y="2618567"/>
                    </a:moveTo>
                    <a:cubicBezTo>
                      <a:pt x="1429201" y="2618567"/>
                      <a:pt x="1349775" y="2697993"/>
                      <a:pt x="1349775" y="2795971"/>
                    </a:cubicBezTo>
                    <a:cubicBezTo>
                      <a:pt x="1349775" y="2861110"/>
                      <a:pt x="1384883" y="2918050"/>
                      <a:pt x="1437574" y="2948279"/>
                    </a:cubicBezTo>
                    <a:lnTo>
                      <a:pt x="1275150" y="3311239"/>
                    </a:lnTo>
                    <a:lnTo>
                      <a:pt x="1779206" y="3311239"/>
                    </a:lnTo>
                    <a:lnTo>
                      <a:pt x="1616782" y="2948279"/>
                    </a:lnTo>
                    <a:cubicBezTo>
                      <a:pt x="1669475" y="2918050"/>
                      <a:pt x="1704582" y="2861110"/>
                      <a:pt x="1704582" y="2795971"/>
                    </a:cubicBezTo>
                    <a:cubicBezTo>
                      <a:pt x="1704582" y="2697993"/>
                      <a:pt x="1625156" y="2618567"/>
                      <a:pt x="1527178" y="2618567"/>
                    </a:cubicBezTo>
                    <a:close/>
                    <a:moveTo>
                      <a:pt x="1527178" y="0"/>
                    </a:moveTo>
                    <a:cubicBezTo>
                      <a:pt x="2026975" y="0"/>
                      <a:pt x="2435288" y="391686"/>
                      <a:pt x="2460697" y="884907"/>
                    </a:cubicBezTo>
                    <a:lnTo>
                      <a:pt x="2463282" y="884907"/>
                    </a:lnTo>
                    <a:lnTo>
                      <a:pt x="2463282" y="936104"/>
                    </a:lnTo>
                    <a:lnTo>
                      <a:pt x="2463282" y="1656184"/>
                    </a:lnTo>
                    <a:lnTo>
                      <a:pt x="2067282" y="1656184"/>
                    </a:lnTo>
                    <a:lnTo>
                      <a:pt x="2067282" y="1427425"/>
                    </a:lnTo>
                    <a:lnTo>
                      <a:pt x="2310132" y="1427584"/>
                    </a:lnTo>
                    <a:cubicBezTo>
                      <a:pt x="2310132" y="1320268"/>
                      <a:pt x="2206785" y="1230216"/>
                      <a:pt x="2067282" y="1206340"/>
                    </a:cubicBezTo>
                    <a:lnTo>
                      <a:pt x="2067282" y="936104"/>
                    </a:lnTo>
                    <a:lnTo>
                      <a:pt x="2066786" y="936104"/>
                    </a:lnTo>
                    <a:cubicBezTo>
                      <a:pt x="2066786" y="638087"/>
                      <a:pt x="1825195" y="396496"/>
                      <a:pt x="1527178" y="396496"/>
                    </a:cubicBezTo>
                    <a:cubicBezTo>
                      <a:pt x="1229161" y="396496"/>
                      <a:pt x="987570" y="638087"/>
                      <a:pt x="987570" y="936104"/>
                    </a:cubicBezTo>
                    <a:lnTo>
                      <a:pt x="987074" y="936104"/>
                    </a:lnTo>
                    <a:lnTo>
                      <a:pt x="987074" y="1872209"/>
                    </a:lnTo>
                    <a:lnTo>
                      <a:pt x="2699110" y="1872209"/>
                    </a:lnTo>
                    <a:cubicBezTo>
                      <a:pt x="2887017" y="1872209"/>
                      <a:pt x="3039346" y="2024538"/>
                      <a:pt x="3039346" y="2212445"/>
                    </a:cubicBezTo>
                    <a:lnTo>
                      <a:pt x="3039346" y="3573349"/>
                    </a:lnTo>
                    <a:cubicBezTo>
                      <a:pt x="3039346" y="3761256"/>
                      <a:pt x="2887017" y="3913585"/>
                      <a:pt x="2699110" y="3913585"/>
                    </a:cubicBezTo>
                    <a:lnTo>
                      <a:pt x="340236" y="3913585"/>
                    </a:lnTo>
                    <a:cubicBezTo>
                      <a:pt x="152329" y="3913585"/>
                      <a:pt x="0" y="3761256"/>
                      <a:pt x="0" y="3573349"/>
                    </a:cubicBezTo>
                    <a:lnTo>
                      <a:pt x="0" y="2212445"/>
                    </a:lnTo>
                    <a:cubicBezTo>
                      <a:pt x="0" y="2024538"/>
                      <a:pt x="152329" y="1872209"/>
                      <a:pt x="340236" y="1872209"/>
                    </a:cubicBezTo>
                    <a:lnTo>
                      <a:pt x="591074" y="1872209"/>
                    </a:lnTo>
                    <a:lnTo>
                      <a:pt x="591074" y="936104"/>
                    </a:lnTo>
                    <a:cubicBezTo>
                      <a:pt x="591074" y="419108"/>
                      <a:pt x="1010182" y="0"/>
                      <a:pt x="1527178"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789" name="Google Shape;2789;p55"/>
              <p:cNvSpPr/>
              <p:nvPr/>
            </p:nvSpPr>
            <p:spPr>
              <a:xfrm>
                <a:off x="10547386" y="3842640"/>
                <a:ext cx="309335" cy="309300"/>
              </a:xfrm>
              <a:custGeom>
                <a:rect b="b" l="l" r="r" t="t"/>
                <a:pathLst>
                  <a:path extrusionOk="0" h="3960000" w="3960440">
                    <a:moveTo>
                      <a:pt x="2117745" y="2289258"/>
                    </a:moveTo>
                    <a:cubicBezTo>
                      <a:pt x="2253931" y="2373161"/>
                      <a:pt x="2290104" y="2397532"/>
                      <a:pt x="2392952" y="2510010"/>
                    </a:cubicBezTo>
                    <a:cubicBezTo>
                      <a:pt x="2551302" y="2699530"/>
                      <a:pt x="2456894" y="2911213"/>
                      <a:pt x="2285214" y="2987744"/>
                    </a:cubicBezTo>
                    <a:cubicBezTo>
                      <a:pt x="2046443" y="3084914"/>
                      <a:pt x="1864058" y="3073352"/>
                      <a:pt x="1634211" y="2962065"/>
                    </a:cubicBezTo>
                    <a:cubicBezTo>
                      <a:pt x="1390134" y="2803501"/>
                      <a:pt x="1391670" y="2463226"/>
                      <a:pt x="1703848" y="2355742"/>
                    </a:cubicBezTo>
                    <a:cubicBezTo>
                      <a:pt x="1867216" y="2309770"/>
                      <a:pt x="1932946" y="2304275"/>
                      <a:pt x="2117745" y="2289258"/>
                    </a:cubicBezTo>
                    <a:close/>
                    <a:moveTo>
                      <a:pt x="1895201" y="880902"/>
                    </a:moveTo>
                    <a:cubicBezTo>
                      <a:pt x="2049819" y="878570"/>
                      <a:pt x="2210983" y="1023567"/>
                      <a:pt x="2276065" y="1236504"/>
                    </a:cubicBezTo>
                    <a:cubicBezTo>
                      <a:pt x="2350446" y="1479859"/>
                      <a:pt x="2271166" y="1719799"/>
                      <a:pt x="2098990" y="1772423"/>
                    </a:cubicBezTo>
                    <a:cubicBezTo>
                      <a:pt x="1926813" y="1825048"/>
                      <a:pt x="1726940" y="1670429"/>
                      <a:pt x="1652559" y="1427074"/>
                    </a:cubicBezTo>
                    <a:cubicBezTo>
                      <a:pt x="1578180" y="1183717"/>
                      <a:pt x="1657458" y="943778"/>
                      <a:pt x="1829635" y="891153"/>
                    </a:cubicBezTo>
                    <a:close/>
                    <a:moveTo>
                      <a:pt x="2577034" y="759541"/>
                    </a:moveTo>
                    <a:lnTo>
                      <a:pt x="1972441" y="767241"/>
                    </a:lnTo>
                    <a:cubicBezTo>
                      <a:pt x="1929619" y="768623"/>
                      <a:pt x="1886068" y="773785"/>
                      <a:pt x="1842289" y="783004"/>
                    </a:cubicBezTo>
                    <a:cubicBezTo>
                      <a:pt x="1492048" y="856758"/>
                      <a:pt x="1259862" y="1162246"/>
                      <a:pt x="1323686" y="1465331"/>
                    </a:cubicBezTo>
                    <a:cubicBezTo>
                      <a:pt x="1380617" y="1735681"/>
                      <a:pt x="1653838" y="1912801"/>
                      <a:pt x="1960688" y="1894227"/>
                    </a:cubicBezTo>
                    <a:lnTo>
                      <a:pt x="1954787" y="1896039"/>
                    </a:lnTo>
                    <a:cubicBezTo>
                      <a:pt x="1858317" y="2000800"/>
                      <a:pt x="1978682" y="2148499"/>
                      <a:pt x="2028445" y="2210716"/>
                    </a:cubicBezTo>
                    <a:lnTo>
                      <a:pt x="1914361" y="2213518"/>
                    </a:lnTo>
                    <a:cubicBezTo>
                      <a:pt x="1373805" y="2249742"/>
                      <a:pt x="1143478" y="2466102"/>
                      <a:pt x="1177422" y="2809298"/>
                    </a:cubicBezTo>
                    <a:cubicBezTo>
                      <a:pt x="1211366" y="3152493"/>
                      <a:pt x="1741992" y="3244646"/>
                      <a:pt x="2060873" y="3229704"/>
                    </a:cubicBezTo>
                    <a:cubicBezTo>
                      <a:pt x="2379755" y="3214763"/>
                      <a:pt x="2698110" y="2930571"/>
                      <a:pt x="2719230" y="2648210"/>
                    </a:cubicBezTo>
                    <a:cubicBezTo>
                      <a:pt x="2699867" y="2070575"/>
                      <a:pt x="2052418" y="2112562"/>
                      <a:pt x="2282832" y="1799863"/>
                    </a:cubicBezTo>
                    <a:cubicBezTo>
                      <a:pt x="2510843" y="1673695"/>
                      <a:pt x="2641919" y="1435236"/>
                      <a:pt x="2592014" y="1198247"/>
                    </a:cubicBezTo>
                    <a:cubicBezTo>
                      <a:pt x="2566015" y="1074781"/>
                      <a:pt x="2494906" y="970760"/>
                      <a:pt x="2395028" y="897200"/>
                    </a:cubicBezTo>
                    <a:lnTo>
                      <a:pt x="2564389" y="891152"/>
                    </a:lnTo>
                    <a:cubicBezTo>
                      <a:pt x="2644558" y="859402"/>
                      <a:pt x="2739013" y="796695"/>
                      <a:pt x="2769176" y="767327"/>
                    </a:cubicBezTo>
                    <a:cubicBezTo>
                      <a:pt x="2755484" y="761968"/>
                      <a:pt x="2680847" y="759625"/>
                      <a:pt x="2577034" y="759541"/>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790" name="Google Shape;2790;p55"/>
              <p:cNvSpPr/>
              <p:nvPr/>
            </p:nvSpPr>
            <p:spPr>
              <a:xfrm>
                <a:off x="10401733" y="3025716"/>
                <a:ext cx="257188" cy="377708"/>
              </a:xfrm>
              <a:custGeom>
                <a:rect b="b" l="l" r="r" t="t"/>
                <a:pathLst>
                  <a:path extrusionOk="0" h="4032448" w="2745756">
                    <a:moveTo>
                      <a:pt x="1622229" y="1008112"/>
                    </a:moveTo>
                    <a:lnTo>
                      <a:pt x="2371247" y="1008112"/>
                    </a:lnTo>
                    <a:lnTo>
                      <a:pt x="2371247" y="3081405"/>
                    </a:lnTo>
                    <a:lnTo>
                      <a:pt x="2745756" y="3081405"/>
                    </a:lnTo>
                    <a:lnTo>
                      <a:pt x="1996738" y="4032448"/>
                    </a:lnTo>
                    <a:lnTo>
                      <a:pt x="1247720" y="3081405"/>
                    </a:lnTo>
                    <a:lnTo>
                      <a:pt x="1622229" y="3081405"/>
                    </a:lnTo>
                    <a:close/>
                    <a:moveTo>
                      <a:pt x="749018" y="0"/>
                    </a:moveTo>
                    <a:lnTo>
                      <a:pt x="1498036" y="951043"/>
                    </a:lnTo>
                    <a:lnTo>
                      <a:pt x="1123527" y="951043"/>
                    </a:lnTo>
                    <a:lnTo>
                      <a:pt x="1123527" y="3024336"/>
                    </a:lnTo>
                    <a:lnTo>
                      <a:pt x="374509" y="3024336"/>
                    </a:lnTo>
                    <a:lnTo>
                      <a:pt x="374509" y="951043"/>
                    </a:lnTo>
                    <a:lnTo>
                      <a:pt x="0" y="951043"/>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791" name="Google Shape;2791;p55"/>
              <p:cNvSpPr/>
              <p:nvPr/>
            </p:nvSpPr>
            <p:spPr>
              <a:xfrm>
                <a:off x="9438297" y="5013963"/>
                <a:ext cx="300437" cy="209342"/>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792" name="Google Shape;2792;p55"/>
              <p:cNvSpPr/>
              <p:nvPr/>
            </p:nvSpPr>
            <p:spPr>
              <a:xfrm rot="678773">
                <a:off x="10108027" y="4569149"/>
                <a:ext cx="338104" cy="343148"/>
              </a:xfrm>
              <a:custGeom>
                <a:rect b="b" l="l" r="r" t="t"/>
                <a:pathLst>
                  <a:path extrusionOk="0" h="3948462" w="3890413">
                    <a:moveTo>
                      <a:pt x="1853384" y="1371624"/>
                    </a:moveTo>
                    <a:lnTo>
                      <a:pt x="1768767" y="1390324"/>
                    </a:lnTo>
                    <a:cubicBezTo>
                      <a:pt x="1579409" y="1463487"/>
                      <a:pt x="1490873" y="1833773"/>
                      <a:pt x="1517577" y="2042010"/>
                    </a:cubicBezTo>
                    <a:cubicBezTo>
                      <a:pt x="1544281" y="2250247"/>
                      <a:pt x="1644086" y="2624290"/>
                      <a:pt x="1928990" y="2639747"/>
                    </a:cubicBezTo>
                    <a:cubicBezTo>
                      <a:pt x="2177093" y="2653207"/>
                      <a:pt x="2337423" y="2363017"/>
                      <a:pt x="2318674" y="2006358"/>
                    </a:cubicBezTo>
                    <a:cubicBezTo>
                      <a:pt x="2310210" y="1948950"/>
                      <a:pt x="2301678" y="1891436"/>
                      <a:pt x="2293344" y="1834228"/>
                    </a:cubicBezTo>
                    <a:cubicBezTo>
                      <a:pt x="2229725" y="1555945"/>
                      <a:pt x="2050691" y="1359067"/>
                      <a:pt x="1853384" y="1371624"/>
                    </a:cubicBezTo>
                    <a:close/>
                    <a:moveTo>
                      <a:pt x="1594841" y="45653"/>
                    </a:moveTo>
                    <a:cubicBezTo>
                      <a:pt x="2527821" y="-128041"/>
                      <a:pt x="3626282" y="158796"/>
                      <a:pt x="3869632" y="1517323"/>
                    </a:cubicBezTo>
                    <a:cubicBezTo>
                      <a:pt x="3939308" y="2058696"/>
                      <a:pt x="3820785" y="2251376"/>
                      <a:pt x="3706266" y="2457195"/>
                    </a:cubicBezTo>
                    <a:cubicBezTo>
                      <a:pt x="3132098" y="3124925"/>
                      <a:pt x="2589274" y="2611359"/>
                      <a:pt x="2548384" y="2446988"/>
                    </a:cubicBezTo>
                    <a:cubicBezTo>
                      <a:pt x="2411721" y="3024903"/>
                      <a:pt x="2005702" y="3164775"/>
                      <a:pt x="1746058" y="3093574"/>
                    </a:cubicBezTo>
                    <a:cubicBezTo>
                      <a:pt x="1486414" y="3022373"/>
                      <a:pt x="990519" y="2612821"/>
                      <a:pt x="990519" y="2019783"/>
                    </a:cubicBezTo>
                    <a:cubicBezTo>
                      <a:pt x="990519" y="1500875"/>
                      <a:pt x="1249504" y="1067935"/>
                      <a:pt x="1593790" y="967808"/>
                    </a:cubicBezTo>
                    <a:cubicBezTo>
                      <a:pt x="1642974" y="953504"/>
                      <a:pt x="1694009" y="949376"/>
                      <a:pt x="1746058" y="945992"/>
                    </a:cubicBezTo>
                    <a:cubicBezTo>
                      <a:pt x="2004670" y="929176"/>
                      <a:pt x="2081338" y="1030119"/>
                      <a:pt x="2206475" y="1173924"/>
                    </a:cubicBezTo>
                    <a:cubicBezTo>
                      <a:pt x="2194343" y="1061758"/>
                      <a:pt x="2187003" y="961165"/>
                      <a:pt x="2185910" y="877882"/>
                    </a:cubicBezTo>
                    <a:lnTo>
                      <a:pt x="2656644" y="803138"/>
                    </a:lnTo>
                    <a:lnTo>
                      <a:pt x="2828567" y="2099525"/>
                    </a:lnTo>
                    <a:cubicBezTo>
                      <a:pt x="2888366" y="2544108"/>
                      <a:pt x="3261961" y="2420799"/>
                      <a:pt x="3362812" y="2002360"/>
                    </a:cubicBezTo>
                    <a:cubicBezTo>
                      <a:pt x="3355320" y="1625023"/>
                      <a:pt x="3366534" y="1729632"/>
                      <a:pt x="3289926" y="1346695"/>
                    </a:cubicBezTo>
                    <a:lnTo>
                      <a:pt x="3290031" y="1346798"/>
                    </a:lnTo>
                    <a:cubicBezTo>
                      <a:pt x="3068547" y="637774"/>
                      <a:pt x="2419129" y="439933"/>
                      <a:pt x="1700745" y="575031"/>
                    </a:cubicBezTo>
                    <a:cubicBezTo>
                      <a:pt x="890947" y="727320"/>
                      <a:pt x="415476" y="1491783"/>
                      <a:pt x="571995" y="2274165"/>
                    </a:cubicBezTo>
                    <a:cubicBezTo>
                      <a:pt x="728513" y="3056546"/>
                      <a:pt x="1580131" y="3572543"/>
                      <a:pt x="2267548" y="3408286"/>
                    </a:cubicBezTo>
                    <a:cubicBezTo>
                      <a:pt x="2796517" y="3281890"/>
                      <a:pt x="2641988" y="3320887"/>
                      <a:pt x="3194376" y="3072653"/>
                    </a:cubicBezTo>
                    <a:cubicBezTo>
                      <a:pt x="3249441" y="3306078"/>
                      <a:pt x="3239115" y="3309742"/>
                      <a:pt x="3268026" y="3509545"/>
                    </a:cubicBezTo>
                    <a:cubicBezTo>
                      <a:pt x="3021841" y="3717756"/>
                      <a:pt x="2685602" y="3836362"/>
                      <a:pt x="2347298" y="3904041"/>
                    </a:cubicBezTo>
                    <a:cubicBezTo>
                      <a:pt x="1157336" y="4112956"/>
                      <a:pt x="289475" y="3581660"/>
                      <a:pt x="42617" y="2380068"/>
                    </a:cubicBezTo>
                    <a:cubicBezTo>
                      <a:pt x="-204242" y="1178477"/>
                      <a:pt x="661862" y="219348"/>
                      <a:pt x="1594841" y="45653"/>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793" name="Google Shape;2793;p55"/>
              <p:cNvSpPr/>
              <p:nvPr/>
            </p:nvSpPr>
            <p:spPr>
              <a:xfrm>
                <a:off x="8506880" y="2771935"/>
                <a:ext cx="315652" cy="359610"/>
              </a:xfrm>
              <a:custGeom>
                <a:rect b="b" l="l" r="r" t="t"/>
                <a:pathLst>
                  <a:path extrusionOk="0" h="3938119" w="3456727">
                    <a:moveTo>
                      <a:pt x="1728364" y="1961325"/>
                    </a:moveTo>
                    <a:cubicBezTo>
                      <a:pt x="1726089" y="2407152"/>
                      <a:pt x="1737463" y="2812034"/>
                      <a:pt x="1735188" y="3257861"/>
                    </a:cubicBezTo>
                    <a:cubicBezTo>
                      <a:pt x="2394830" y="3057694"/>
                      <a:pt x="2610919" y="2352560"/>
                      <a:pt x="2765594" y="1981796"/>
                    </a:cubicBezTo>
                    <a:close/>
                    <a:moveTo>
                      <a:pt x="1728362" y="682044"/>
                    </a:moveTo>
                    <a:cubicBezTo>
                      <a:pt x="1355324" y="868563"/>
                      <a:pt x="1166530" y="952725"/>
                      <a:pt x="609247" y="1002767"/>
                    </a:cubicBezTo>
                    <a:cubicBezTo>
                      <a:pt x="606972" y="1330312"/>
                      <a:pt x="631992" y="1623739"/>
                      <a:pt x="704780" y="1964933"/>
                    </a:cubicBezTo>
                    <a:lnTo>
                      <a:pt x="1728363" y="1971757"/>
                    </a:lnTo>
                    <a:cubicBezTo>
                      <a:pt x="1728363" y="1541853"/>
                      <a:pt x="1728362" y="1111948"/>
                      <a:pt x="1728362" y="682044"/>
                    </a:cubicBezTo>
                    <a:close/>
                    <a:moveTo>
                      <a:pt x="1723409" y="487996"/>
                    </a:moveTo>
                    <a:cubicBezTo>
                      <a:pt x="1725062" y="488690"/>
                      <a:pt x="1726712" y="489384"/>
                      <a:pt x="1728363" y="490064"/>
                    </a:cubicBezTo>
                    <a:cubicBezTo>
                      <a:pt x="1730015" y="489384"/>
                      <a:pt x="1731666" y="488690"/>
                      <a:pt x="1733319" y="487996"/>
                    </a:cubicBezTo>
                    <a:lnTo>
                      <a:pt x="1733319" y="492131"/>
                    </a:lnTo>
                    <a:cubicBezTo>
                      <a:pt x="2179467" y="679460"/>
                      <a:pt x="2405896" y="769409"/>
                      <a:pt x="2817789" y="813808"/>
                    </a:cubicBezTo>
                    <a:cubicBezTo>
                      <a:pt x="2971516" y="823489"/>
                      <a:pt x="3036247" y="875307"/>
                      <a:pt x="3033236" y="1061333"/>
                    </a:cubicBezTo>
                    <a:cubicBezTo>
                      <a:pt x="3015439" y="2441328"/>
                      <a:pt x="2363638" y="3359629"/>
                      <a:pt x="1733319" y="3448048"/>
                    </a:cubicBezTo>
                    <a:lnTo>
                      <a:pt x="1733319" y="3450123"/>
                    </a:lnTo>
                    <a:lnTo>
                      <a:pt x="1728363" y="3449086"/>
                    </a:lnTo>
                    <a:lnTo>
                      <a:pt x="1723409" y="3450123"/>
                    </a:lnTo>
                    <a:lnTo>
                      <a:pt x="1723409" y="3448048"/>
                    </a:lnTo>
                    <a:cubicBezTo>
                      <a:pt x="1093089" y="3359629"/>
                      <a:pt x="441289" y="2441328"/>
                      <a:pt x="423491" y="1061333"/>
                    </a:cubicBezTo>
                    <a:cubicBezTo>
                      <a:pt x="420479" y="875307"/>
                      <a:pt x="485211" y="823489"/>
                      <a:pt x="638937" y="813808"/>
                    </a:cubicBezTo>
                    <a:cubicBezTo>
                      <a:pt x="1050832" y="769409"/>
                      <a:pt x="1277261" y="679460"/>
                      <a:pt x="1723409" y="492131"/>
                    </a:cubicBezTo>
                    <a:close/>
                    <a:moveTo>
                      <a:pt x="1722802" y="306889"/>
                    </a:moveTo>
                    <a:lnTo>
                      <a:pt x="1722802" y="311530"/>
                    </a:lnTo>
                    <a:cubicBezTo>
                      <a:pt x="1222099" y="521767"/>
                      <a:pt x="967982" y="622713"/>
                      <a:pt x="505720" y="672542"/>
                    </a:cubicBezTo>
                    <a:cubicBezTo>
                      <a:pt x="333196" y="683408"/>
                      <a:pt x="260550" y="741561"/>
                      <a:pt x="263929" y="950334"/>
                    </a:cubicBezTo>
                    <a:cubicBezTo>
                      <a:pt x="283902" y="2499079"/>
                      <a:pt x="1015407" y="3529669"/>
                      <a:pt x="1722802" y="3628902"/>
                    </a:cubicBezTo>
                    <a:lnTo>
                      <a:pt x="1722802" y="3631230"/>
                    </a:lnTo>
                    <a:lnTo>
                      <a:pt x="1728365" y="3630065"/>
                    </a:lnTo>
                    <a:lnTo>
                      <a:pt x="1733925" y="3631230"/>
                    </a:lnTo>
                    <a:lnTo>
                      <a:pt x="1733925" y="3628902"/>
                    </a:lnTo>
                    <a:cubicBezTo>
                      <a:pt x="2441322" y="3529669"/>
                      <a:pt x="3172826" y="2499079"/>
                      <a:pt x="3192800" y="950334"/>
                    </a:cubicBezTo>
                    <a:cubicBezTo>
                      <a:pt x="3196179" y="741561"/>
                      <a:pt x="3123532" y="683408"/>
                      <a:pt x="2951007" y="672542"/>
                    </a:cubicBezTo>
                    <a:cubicBezTo>
                      <a:pt x="2488747" y="622713"/>
                      <a:pt x="2234630" y="521767"/>
                      <a:pt x="1733925" y="311530"/>
                    </a:cubicBezTo>
                    <a:lnTo>
                      <a:pt x="1733925" y="306889"/>
                    </a:lnTo>
                    <a:cubicBezTo>
                      <a:pt x="1732071" y="307669"/>
                      <a:pt x="1730218" y="308445"/>
                      <a:pt x="1728365" y="309209"/>
                    </a:cubicBezTo>
                    <a:cubicBezTo>
                      <a:pt x="1726510" y="308445"/>
                      <a:pt x="1724659" y="307669"/>
                      <a:pt x="1722802" y="306889"/>
                    </a:cubicBezTo>
                    <a:close/>
                    <a:moveTo>
                      <a:pt x="1721800" y="0"/>
                    </a:moveTo>
                    <a:cubicBezTo>
                      <a:pt x="1723991" y="923"/>
                      <a:pt x="1726176" y="1844"/>
                      <a:pt x="1728363" y="2749"/>
                    </a:cubicBezTo>
                    <a:cubicBezTo>
                      <a:pt x="1730551" y="1844"/>
                      <a:pt x="1732737" y="923"/>
                      <a:pt x="1734926" y="0"/>
                    </a:cubicBezTo>
                    <a:lnTo>
                      <a:pt x="1734926" y="5497"/>
                    </a:lnTo>
                    <a:cubicBezTo>
                      <a:pt x="2325825" y="254550"/>
                      <a:pt x="2625718" y="374136"/>
                      <a:pt x="3171248" y="433164"/>
                    </a:cubicBezTo>
                    <a:cubicBezTo>
                      <a:pt x="3374850" y="446035"/>
                      <a:pt x="3460584" y="514926"/>
                      <a:pt x="3456595" y="762245"/>
                    </a:cubicBezTo>
                    <a:cubicBezTo>
                      <a:pt x="3433024" y="2596936"/>
                      <a:pt x="2569749" y="3817807"/>
                      <a:pt x="1734926" y="3935360"/>
                    </a:cubicBezTo>
                    <a:lnTo>
                      <a:pt x="1734926" y="3938119"/>
                    </a:lnTo>
                    <a:lnTo>
                      <a:pt x="1728363" y="3936740"/>
                    </a:lnTo>
                    <a:lnTo>
                      <a:pt x="1721800" y="3938119"/>
                    </a:lnTo>
                    <a:lnTo>
                      <a:pt x="1721800" y="3935360"/>
                    </a:lnTo>
                    <a:cubicBezTo>
                      <a:pt x="886977" y="3817807"/>
                      <a:pt x="23703" y="2596936"/>
                      <a:pt x="132" y="762245"/>
                    </a:cubicBezTo>
                    <a:cubicBezTo>
                      <a:pt x="-3858" y="514926"/>
                      <a:pt x="81876" y="446035"/>
                      <a:pt x="285478" y="433164"/>
                    </a:cubicBezTo>
                    <a:cubicBezTo>
                      <a:pt x="831010" y="374136"/>
                      <a:pt x="1130903" y="254550"/>
                      <a:pt x="1721800" y="549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794" name="Google Shape;2794;p55"/>
              <p:cNvSpPr/>
              <p:nvPr/>
            </p:nvSpPr>
            <p:spPr>
              <a:xfrm>
                <a:off x="9655543" y="2519661"/>
                <a:ext cx="338578" cy="338540"/>
              </a:xfrm>
              <a:custGeom>
                <a:rect b="b" l="l" r="r" t="t"/>
                <a:pathLst>
                  <a:path extrusionOk="0" h="3960000" w="3960440">
                    <a:moveTo>
                      <a:pt x="2764687" y="782779"/>
                    </a:moveTo>
                    <a:cubicBezTo>
                      <a:pt x="2512183" y="782779"/>
                      <a:pt x="2307488" y="987475"/>
                      <a:pt x="2307487" y="1239980"/>
                    </a:cubicBezTo>
                    <a:cubicBezTo>
                      <a:pt x="2307487" y="1241985"/>
                      <a:pt x="2307500" y="1243987"/>
                      <a:pt x="2308092" y="1245978"/>
                    </a:cubicBezTo>
                    <a:lnTo>
                      <a:pt x="1570677" y="1632536"/>
                    </a:lnTo>
                    <a:cubicBezTo>
                      <a:pt x="1488749" y="1552118"/>
                      <a:pt x="1376387" y="1502860"/>
                      <a:pt x="1252520" y="1502859"/>
                    </a:cubicBezTo>
                    <a:cubicBezTo>
                      <a:pt x="1000014" y="1502859"/>
                      <a:pt x="795319" y="1707555"/>
                      <a:pt x="795319" y="1960060"/>
                    </a:cubicBezTo>
                    <a:cubicBezTo>
                      <a:pt x="795319" y="2212565"/>
                      <a:pt x="1000014" y="2417260"/>
                      <a:pt x="1252520" y="2417260"/>
                    </a:cubicBezTo>
                    <a:cubicBezTo>
                      <a:pt x="1361432" y="2417260"/>
                      <a:pt x="1461449" y="2379178"/>
                      <a:pt x="1538674" y="2313987"/>
                    </a:cubicBezTo>
                    <a:lnTo>
                      <a:pt x="2308734" y="2717656"/>
                    </a:lnTo>
                    <a:cubicBezTo>
                      <a:pt x="2314220" y="2964461"/>
                      <a:pt x="2516327" y="3162492"/>
                      <a:pt x="2764688" y="3162492"/>
                    </a:cubicBezTo>
                    <a:cubicBezTo>
                      <a:pt x="3017192" y="3162492"/>
                      <a:pt x="3221888" y="2957797"/>
                      <a:pt x="3221887" y="2705292"/>
                    </a:cubicBezTo>
                    <a:cubicBezTo>
                      <a:pt x="3221887" y="2452786"/>
                      <a:pt x="3017192" y="2248092"/>
                      <a:pt x="2764688" y="2248092"/>
                    </a:cubicBezTo>
                    <a:cubicBezTo>
                      <a:pt x="2638870" y="2248092"/>
                      <a:pt x="2524924" y="2298913"/>
                      <a:pt x="2442337" y="2381228"/>
                    </a:cubicBezTo>
                    <a:lnTo>
                      <a:pt x="1706164" y="1995322"/>
                    </a:lnTo>
                    <a:lnTo>
                      <a:pt x="1709074" y="1966451"/>
                    </a:lnTo>
                    <a:lnTo>
                      <a:pt x="2455698" y="1575067"/>
                    </a:lnTo>
                    <a:cubicBezTo>
                      <a:pt x="2536225" y="1651261"/>
                      <a:pt x="2645094" y="1697180"/>
                      <a:pt x="2764687" y="1697179"/>
                    </a:cubicBezTo>
                    <a:cubicBezTo>
                      <a:pt x="3017193" y="1697180"/>
                      <a:pt x="3221887" y="1492485"/>
                      <a:pt x="3221888" y="1239980"/>
                    </a:cubicBezTo>
                    <a:cubicBezTo>
                      <a:pt x="3221887" y="987475"/>
                      <a:pt x="3017193" y="782779"/>
                      <a:pt x="2764687" y="782779"/>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795" name="Google Shape;2795;p55"/>
              <p:cNvSpPr/>
              <p:nvPr/>
            </p:nvSpPr>
            <p:spPr>
              <a:xfrm rot="2648398">
                <a:off x="8942310" y="2514803"/>
                <a:ext cx="148930" cy="380894"/>
              </a:xfrm>
              <a:custGeom>
                <a:rect b="b" l="l" r="r" t="t"/>
                <a:pathLst>
                  <a:path extrusionOk="0" h="4764557" w="1862952">
                    <a:moveTo>
                      <a:pt x="289679" y="2004751"/>
                    </a:moveTo>
                    <a:cubicBezTo>
                      <a:pt x="458860" y="1838972"/>
                      <a:pt x="691283" y="1737733"/>
                      <a:pt x="946849" y="1740329"/>
                    </a:cubicBezTo>
                    <a:cubicBezTo>
                      <a:pt x="982916" y="1740695"/>
                      <a:pt x="1018481" y="1743119"/>
                      <a:pt x="1053366" y="1748014"/>
                    </a:cubicBezTo>
                    <a:cubicBezTo>
                      <a:pt x="1317748" y="1888655"/>
                      <a:pt x="1203170" y="2165630"/>
                      <a:pt x="978473" y="2204473"/>
                    </a:cubicBezTo>
                    <a:cubicBezTo>
                      <a:pt x="966642" y="2201190"/>
                      <a:pt x="954470" y="2200566"/>
                      <a:pt x="942176" y="2200441"/>
                    </a:cubicBezTo>
                    <a:cubicBezTo>
                      <a:pt x="697403" y="2197955"/>
                      <a:pt x="496962" y="2394367"/>
                      <a:pt x="494475" y="2639137"/>
                    </a:cubicBezTo>
                    <a:lnTo>
                      <a:pt x="482110" y="3856696"/>
                    </a:lnTo>
                    <a:cubicBezTo>
                      <a:pt x="479624" y="4101467"/>
                      <a:pt x="676035" y="4301910"/>
                      <a:pt x="920807" y="4304396"/>
                    </a:cubicBezTo>
                    <a:cubicBezTo>
                      <a:pt x="1043193" y="4305639"/>
                      <a:pt x="1154496" y="4257158"/>
                      <a:pt x="1235513" y="4177768"/>
                    </a:cubicBezTo>
                    <a:cubicBezTo>
                      <a:pt x="1316531" y="4098380"/>
                      <a:pt x="1367262" y="3988084"/>
                      <a:pt x="1368506" y="3865699"/>
                    </a:cubicBezTo>
                    <a:lnTo>
                      <a:pt x="1375662" y="3161156"/>
                    </a:lnTo>
                    <a:cubicBezTo>
                      <a:pt x="1504082" y="3167548"/>
                      <a:pt x="1792622" y="2981572"/>
                      <a:pt x="1861834" y="2783546"/>
                    </a:cubicBezTo>
                    <a:lnTo>
                      <a:pt x="1851019" y="3848423"/>
                    </a:lnTo>
                    <a:cubicBezTo>
                      <a:pt x="1848423" y="4103989"/>
                      <a:pt x="1742485" y="4334308"/>
                      <a:pt x="1573304" y="4500088"/>
                    </a:cubicBezTo>
                    <a:cubicBezTo>
                      <a:pt x="1404123" y="4665866"/>
                      <a:pt x="1171700" y="4767105"/>
                      <a:pt x="916134" y="4764509"/>
                    </a:cubicBezTo>
                    <a:cubicBezTo>
                      <a:pt x="405002" y="4759318"/>
                      <a:pt x="-5143" y="4340756"/>
                      <a:pt x="48" y="3829624"/>
                    </a:cubicBezTo>
                    <a:lnTo>
                      <a:pt x="11964" y="2656415"/>
                    </a:lnTo>
                    <a:cubicBezTo>
                      <a:pt x="14559" y="2400849"/>
                      <a:pt x="120498" y="2170529"/>
                      <a:pt x="289679" y="2004751"/>
                    </a:cubicBezTo>
                    <a:close/>
                    <a:moveTo>
                      <a:pt x="282968" y="271082"/>
                    </a:moveTo>
                    <a:cubicBezTo>
                      <a:pt x="450457" y="103594"/>
                      <a:pt x="681840" y="0"/>
                      <a:pt x="937419" y="0"/>
                    </a:cubicBezTo>
                    <a:cubicBezTo>
                      <a:pt x="1448577" y="0"/>
                      <a:pt x="1862952" y="414375"/>
                      <a:pt x="1862952" y="925533"/>
                    </a:cubicBezTo>
                    <a:lnTo>
                      <a:pt x="1862952" y="2098803"/>
                    </a:lnTo>
                    <a:cubicBezTo>
                      <a:pt x="1862952" y="2609961"/>
                      <a:pt x="1448577" y="3024336"/>
                      <a:pt x="937419" y="3024336"/>
                    </a:cubicBezTo>
                    <a:cubicBezTo>
                      <a:pt x="901350" y="3024336"/>
                      <a:pt x="865762" y="3022273"/>
                      <a:pt x="830829" y="3017733"/>
                    </a:cubicBezTo>
                    <a:cubicBezTo>
                      <a:pt x="565032" y="2879784"/>
                      <a:pt x="676792" y="2601660"/>
                      <a:pt x="901083" y="2560538"/>
                    </a:cubicBezTo>
                    <a:cubicBezTo>
                      <a:pt x="912947" y="2563700"/>
                      <a:pt x="925124" y="2564200"/>
                      <a:pt x="937419" y="2564200"/>
                    </a:cubicBezTo>
                    <a:cubicBezTo>
                      <a:pt x="1182204" y="2564200"/>
                      <a:pt x="1380640" y="2365763"/>
                      <a:pt x="1380641" y="2120980"/>
                    </a:cubicBezTo>
                    <a:lnTo>
                      <a:pt x="1380640" y="903358"/>
                    </a:lnTo>
                    <a:cubicBezTo>
                      <a:pt x="1380640" y="658574"/>
                      <a:pt x="1182204" y="460137"/>
                      <a:pt x="937419" y="460137"/>
                    </a:cubicBezTo>
                    <a:cubicBezTo>
                      <a:pt x="815027" y="460137"/>
                      <a:pt x="704222" y="509746"/>
                      <a:pt x="624015" y="589954"/>
                    </a:cubicBezTo>
                    <a:cubicBezTo>
                      <a:pt x="543808" y="670161"/>
                      <a:pt x="494199" y="780966"/>
                      <a:pt x="494199" y="903358"/>
                    </a:cubicBezTo>
                    <a:lnTo>
                      <a:pt x="494198" y="1607937"/>
                    </a:lnTo>
                    <a:cubicBezTo>
                      <a:pt x="365720" y="1602850"/>
                      <a:pt x="79084" y="1791747"/>
                      <a:pt x="11886" y="1990465"/>
                    </a:cubicBezTo>
                    <a:lnTo>
                      <a:pt x="11886" y="925533"/>
                    </a:lnTo>
                    <a:cubicBezTo>
                      <a:pt x="11886" y="669954"/>
                      <a:pt x="115480" y="438571"/>
                      <a:pt x="282968" y="271082"/>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796" name="Google Shape;2796;p55"/>
              <p:cNvSpPr/>
              <p:nvPr/>
            </p:nvSpPr>
            <p:spPr>
              <a:xfrm rot="8580000">
                <a:off x="8651645" y="4749636"/>
                <a:ext cx="318301" cy="317452"/>
              </a:xfrm>
              <a:custGeom>
                <a:rect b="b" l="l" r="r" t="t"/>
                <a:pathLst>
                  <a:path extrusionOk="0" h="3862045" w="3872365">
                    <a:moveTo>
                      <a:pt x="1786489" y="808318"/>
                    </a:moveTo>
                    <a:cubicBezTo>
                      <a:pt x="1525809" y="610106"/>
                      <a:pt x="1257124" y="397966"/>
                      <a:pt x="1040385" y="230829"/>
                    </a:cubicBezTo>
                    <a:cubicBezTo>
                      <a:pt x="1905215" y="-194386"/>
                      <a:pt x="2650439" y="24572"/>
                      <a:pt x="3162062" y="429660"/>
                    </a:cubicBezTo>
                    <a:cubicBezTo>
                      <a:pt x="3007351" y="875340"/>
                      <a:pt x="2905932" y="1443216"/>
                      <a:pt x="2745609" y="1410478"/>
                    </a:cubicBezTo>
                    <a:cubicBezTo>
                      <a:pt x="2633182" y="1430335"/>
                      <a:pt x="2220955" y="1138671"/>
                      <a:pt x="1786489" y="808318"/>
                    </a:cubicBezTo>
                    <a:close/>
                    <a:moveTo>
                      <a:pt x="2701004" y="2590217"/>
                    </a:moveTo>
                    <a:cubicBezTo>
                      <a:pt x="2682933" y="2576481"/>
                      <a:pt x="2672282" y="2559744"/>
                      <a:pt x="2670336" y="2539383"/>
                    </a:cubicBezTo>
                    <a:cubicBezTo>
                      <a:pt x="2587360" y="2376647"/>
                      <a:pt x="3042640" y="1246798"/>
                      <a:pt x="3299881" y="563773"/>
                    </a:cubicBezTo>
                    <a:cubicBezTo>
                      <a:pt x="3959368" y="1266493"/>
                      <a:pt x="3967860" y="2043171"/>
                      <a:pt x="3730056" y="2650875"/>
                    </a:cubicBezTo>
                    <a:cubicBezTo>
                      <a:pt x="3317547" y="2635434"/>
                      <a:pt x="2827499" y="2686366"/>
                      <a:pt x="2701004" y="2590217"/>
                    </a:cubicBezTo>
                    <a:close/>
                    <a:moveTo>
                      <a:pt x="19691" y="2248546"/>
                    </a:moveTo>
                    <a:cubicBezTo>
                      <a:pt x="-100797" y="1292396"/>
                      <a:pt x="348853" y="659059"/>
                      <a:pt x="898439" y="307194"/>
                    </a:cubicBezTo>
                    <a:cubicBezTo>
                      <a:pt x="1269469" y="598575"/>
                      <a:pt x="1773388" y="879352"/>
                      <a:pt x="1690237" y="1020281"/>
                    </a:cubicBezTo>
                    <a:cubicBezTo>
                      <a:pt x="1661713" y="1200709"/>
                      <a:pt x="629275" y="1847170"/>
                      <a:pt x="19691" y="2248546"/>
                    </a:cubicBezTo>
                    <a:close/>
                    <a:moveTo>
                      <a:pt x="1805382" y="3858278"/>
                    </a:moveTo>
                    <a:cubicBezTo>
                      <a:pt x="1676483" y="3404460"/>
                      <a:pt x="1433840" y="2881111"/>
                      <a:pt x="1583946" y="2815971"/>
                    </a:cubicBezTo>
                    <a:cubicBezTo>
                      <a:pt x="1713076" y="2686769"/>
                      <a:pt x="2928316" y="2770622"/>
                      <a:pt x="3657403" y="2804207"/>
                    </a:cubicBezTo>
                    <a:cubicBezTo>
                      <a:pt x="3192869" y="3648569"/>
                      <a:pt x="2456828" y="3896652"/>
                      <a:pt x="1805382" y="3858278"/>
                    </a:cubicBezTo>
                    <a:close/>
                    <a:moveTo>
                      <a:pt x="762284" y="3480575"/>
                    </a:moveTo>
                    <a:cubicBezTo>
                      <a:pt x="380940" y="3198297"/>
                      <a:pt x="161300" y="2806810"/>
                      <a:pt x="58293" y="2412172"/>
                    </a:cubicBezTo>
                    <a:cubicBezTo>
                      <a:pt x="450067" y="2149344"/>
                      <a:pt x="872820" y="1756853"/>
                      <a:pt x="981158" y="1879484"/>
                    </a:cubicBezTo>
                    <a:cubicBezTo>
                      <a:pt x="1143940" y="1962367"/>
                      <a:pt x="1439720" y="3144041"/>
                      <a:pt x="1633080" y="3847823"/>
                    </a:cubicBezTo>
                    <a:cubicBezTo>
                      <a:pt x="1278110" y="3779994"/>
                      <a:pt x="991090" y="3649942"/>
                      <a:pt x="762284" y="348057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797" name="Google Shape;2797;p55"/>
              <p:cNvSpPr/>
              <p:nvPr/>
            </p:nvSpPr>
            <p:spPr>
              <a:xfrm>
                <a:off x="8268788" y="3120081"/>
                <a:ext cx="291831" cy="251871"/>
              </a:xfrm>
              <a:custGeom>
                <a:rect b="b" l="l" r="r" t="t"/>
                <a:pathLst>
                  <a:path extrusionOk="0" h="316007" w="366142">
                    <a:moveTo>
                      <a:pt x="241139" y="0"/>
                    </a:moveTo>
                    <a:cubicBezTo>
                      <a:pt x="265040" y="0"/>
                      <a:pt x="292051" y="14516"/>
                      <a:pt x="306633" y="31202"/>
                    </a:cubicBezTo>
                    <a:cubicBezTo>
                      <a:pt x="327151" y="29858"/>
                      <a:pt x="335397" y="19692"/>
                      <a:pt x="349699" y="10558"/>
                    </a:cubicBezTo>
                    <a:cubicBezTo>
                      <a:pt x="343170" y="29574"/>
                      <a:pt x="336047" y="54091"/>
                      <a:pt x="325569" y="59830"/>
                    </a:cubicBezTo>
                    <a:cubicBezTo>
                      <a:pt x="340338" y="61437"/>
                      <a:pt x="353079" y="55334"/>
                      <a:pt x="366142" y="52395"/>
                    </a:cubicBezTo>
                    <a:cubicBezTo>
                      <a:pt x="361514" y="66282"/>
                      <a:pt x="342655" y="74263"/>
                      <a:pt x="334454" y="94697"/>
                    </a:cubicBezTo>
                    <a:cubicBezTo>
                      <a:pt x="326254" y="115131"/>
                      <a:pt x="329982" y="126199"/>
                      <a:pt x="316939" y="174999"/>
                    </a:cubicBezTo>
                    <a:cubicBezTo>
                      <a:pt x="296102" y="242622"/>
                      <a:pt x="276174" y="279635"/>
                      <a:pt x="184305" y="311458"/>
                    </a:cubicBezTo>
                    <a:cubicBezTo>
                      <a:pt x="152057" y="320905"/>
                      <a:pt x="83508" y="315693"/>
                      <a:pt x="27716" y="295316"/>
                    </a:cubicBezTo>
                    <a:lnTo>
                      <a:pt x="0" y="281129"/>
                    </a:lnTo>
                    <a:lnTo>
                      <a:pt x="0" y="268036"/>
                    </a:lnTo>
                    <a:lnTo>
                      <a:pt x="23178" y="266110"/>
                    </a:lnTo>
                    <a:cubicBezTo>
                      <a:pt x="63548" y="261698"/>
                      <a:pt x="90116" y="254801"/>
                      <a:pt x="108726" y="240807"/>
                    </a:cubicBezTo>
                    <a:cubicBezTo>
                      <a:pt x="87700" y="241375"/>
                      <a:pt x="35310" y="244403"/>
                      <a:pt x="20535" y="200079"/>
                    </a:cubicBezTo>
                    <a:cubicBezTo>
                      <a:pt x="37583" y="203299"/>
                      <a:pt x="59856" y="197334"/>
                      <a:pt x="70653" y="194871"/>
                    </a:cubicBezTo>
                    <a:cubicBezTo>
                      <a:pt x="57204" y="189662"/>
                      <a:pt x="37595" y="181773"/>
                      <a:pt x="20899" y="168840"/>
                    </a:cubicBezTo>
                    <a:lnTo>
                      <a:pt x="0" y="146258"/>
                    </a:lnTo>
                    <a:lnTo>
                      <a:pt x="0" y="116697"/>
                    </a:lnTo>
                    <a:lnTo>
                      <a:pt x="14104" y="121836"/>
                    </a:lnTo>
                    <a:cubicBezTo>
                      <a:pt x="23887" y="123910"/>
                      <a:pt x="33812" y="125203"/>
                      <a:pt x="40441" y="126434"/>
                    </a:cubicBezTo>
                    <a:cubicBezTo>
                      <a:pt x="9945" y="103325"/>
                      <a:pt x="-5039" y="60063"/>
                      <a:pt x="20722" y="8541"/>
                    </a:cubicBezTo>
                    <a:cubicBezTo>
                      <a:pt x="76047" y="73391"/>
                      <a:pt x="116697" y="97001"/>
                      <a:pt x="168525" y="104817"/>
                    </a:cubicBezTo>
                    <a:cubicBezTo>
                      <a:pt x="166649" y="98530"/>
                      <a:pt x="164888" y="89662"/>
                      <a:pt x="165796" y="68430"/>
                    </a:cubicBezTo>
                    <a:cubicBezTo>
                      <a:pt x="166838" y="44047"/>
                      <a:pt x="190944" y="0"/>
                      <a:pt x="241139"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2798" name="Google Shape;2798;p55"/>
              <p:cNvSpPr/>
              <p:nvPr/>
            </p:nvSpPr>
            <p:spPr>
              <a:xfrm>
                <a:off x="10509375" y="4197069"/>
                <a:ext cx="172150" cy="348350"/>
              </a:xfrm>
              <a:custGeom>
                <a:rect b="b" l="l" r="r" t="t"/>
                <a:pathLst>
                  <a:path extrusionOk="0" h="455920" w="225309">
                    <a:moveTo>
                      <a:pt x="139383" y="455355"/>
                    </a:moveTo>
                    <a:lnTo>
                      <a:pt x="139383" y="455920"/>
                    </a:lnTo>
                    <a:lnTo>
                      <a:pt x="139383" y="455355"/>
                    </a:lnTo>
                    <a:close/>
                    <a:moveTo>
                      <a:pt x="54403" y="455920"/>
                    </a:moveTo>
                    <a:lnTo>
                      <a:pt x="54403" y="455355"/>
                    </a:lnTo>
                    <a:lnTo>
                      <a:pt x="54403" y="455920"/>
                    </a:lnTo>
                    <a:close/>
                    <a:moveTo>
                      <a:pt x="193296" y="6"/>
                    </a:moveTo>
                    <a:cubicBezTo>
                      <a:pt x="204595" y="73"/>
                      <a:pt x="214144" y="770"/>
                      <a:pt x="225309" y="2823"/>
                    </a:cubicBezTo>
                    <a:cubicBezTo>
                      <a:pt x="225271" y="27274"/>
                      <a:pt x="222913" y="50194"/>
                      <a:pt x="219909" y="69600"/>
                    </a:cubicBezTo>
                    <a:cubicBezTo>
                      <a:pt x="188141" y="67117"/>
                      <a:pt x="138250" y="66776"/>
                      <a:pt x="139383" y="96177"/>
                    </a:cubicBezTo>
                    <a:lnTo>
                      <a:pt x="139383" y="140898"/>
                    </a:lnTo>
                    <a:lnTo>
                      <a:pt x="217171" y="140898"/>
                    </a:lnTo>
                    <a:lnTo>
                      <a:pt x="211626" y="215050"/>
                    </a:lnTo>
                    <a:lnTo>
                      <a:pt x="139383" y="216436"/>
                    </a:lnTo>
                    <a:lnTo>
                      <a:pt x="139383" y="455355"/>
                    </a:lnTo>
                    <a:lnTo>
                      <a:pt x="54403" y="455355"/>
                    </a:lnTo>
                    <a:lnTo>
                      <a:pt x="54403" y="216436"/>
                    </a:lnTo>
                    <a:lnTo>
                      <a:pt x="0" y="216436"/>
                    </a:lnTo>
                    <a:lnTo>
                      <a:pt x="0" y="140898"/>
                    </a:lnTo>
                    <a:lnTo>
                      <a:pt x="54403" y="140898"/>
                    </a:lnTo>
                    <a:lnTo>
                      <a:pt x="54403" y="90429"/>
                    </a:lnTo>
                    <a:cubicBezTo>
                      <a:pt x="54356" y="90266"/>
                      <a:pt x="54310" y="90103"/>
                      <a:pt x="54263" y="89940"/>
                    </a:cubicBezTo>
                    <a:cubicBezTo>
                      <a:pt x="54393" y="21715"/>
                      <a:pt x="104084" y="2174"/>
                      <a:pt x="150786" y="971"/>
                    </a:cubicBezTo>
                    <a:cubicBezTo>
                      <a:pt x="168948" y="503"/>
                      <a:pt x="181997" y="-60"/>
                      <a:pt x="193296" y="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2799" name="Google Shape;2799;p55"/>
              <p:cNvSpPr/>
              <p:nvPr/>
            </p:nvSpPr>
            <p:spPr>
              <a:xfrm>
                <a:off x="8105957" y="3478924"/>
                <a:ext cx="284621" cy="282605"/>
              </a:xfrm>
              <a:custGeom>
                <a:rect b="b" l="l" r="r" t="t"/>
                <a:pathLst>
                  <a:path extrusionOk="0" h="297454" w="299575">
                    <a:moveTo>
                      <a:pt x="249204" y="123541"/>
                    </a:moveTo>
                    <a:cubicBezTo>
                      <a:pt x="240190" y="123011"/>
                      <a:pt x="239659" y="128843"/>
                      <a:pt x="241250" y="136266"/>
                    </a:cubicBezTo>
                    <a:cubicBezTo>
                      <a:pt x="245492" y="158536"/>
                      <a:pt x="240720" y="179214"/>
                      <a:pt x="229055" y="198302"/>
                    </a:cubicBezTo>
                    <a:cubicBezTo>
                      <a:pt x="206255" y="234888"/>
                      <a:pt x="158536" y="250264"/>
                      <a:pt x="116648" y="234888"/>
                    </a:cubicBezTo>
                    <a:cubicBezTo>
                      <a:pt x="83774" y="222692"/>
                      <a:pt x="50901" y="185577"/>
                      <a:pt x="59914" y="135736"/>
                    </a:cubicBezTo>
                    <a:cubicBezTo>
                      <a:pt x="60444" y="132555"/>
                      <a:pt x="62565" y="127252"/>
                      <a:pt x="58324" y="125662"/>
                    </a:cubicBezTo>
                    <a:cubicBezTo>
                      <a:pt x="51431" y="122481"/>
                      <a:pt x="43477" y="123541"/>
                      <a:pt x="36585" y="125131"/>
                    </a:cubicBezTo>
                    <a:cubicBezTo>
                      <a:pt x="30222" y="126722"/>
                      <a:pt x="31813" y="133085"/>
                      <a:pt x="31813" y="137857"/>
                    </a:cubicBezTo>
                    <a:cubicBezTo>
                      <a:pt x="31813" y="174442"/>
                      <a:pt x="31813" y="210497"/>
                      <a:pt x="31813" y="247082"/>
                    </a:cubicBezTo>
                    <a:cubicBezTo>
                      <a:pt x="31813" y="262989"/>
                      <a:pt x="35524" y="266701"/>
                      <a:pt x="51961" y="266701"/>
                    </a:cubicBezTo>
                    <a:cubicBezTo>
                      <a:pt x="84835" y="266701"/>
                      <a:pt x="117178" y="266701"/>
                      <a:pt x="150052" y="266701"/>
                    </a:cubicBezTo>
                    <a:cubicBezTo>
                      <a:pt x="183456" y="266701"/>
                      <a:pt x="217390" y="266701"/>
                      <a:pt x="250794" y="266701"/>
                    </a:cubicBezTo>
                    <a:cubicBezTo>
                      <a:pt x="262459" y="266701"/>
                      <a:pt x="269352" y="261929"/>
                      <a:pt x="269352" y="250264"/>
                    </a:cubicBezTo>
                    <a:cubicBezTo>
                      <a:pt x="269352" y="211558"/>
                      <a:pt x="269352" y="173382"/>
                      <a:pt x="269352" y="134675"/>
                    </a:cubicBezTo>
                    <a:cubicBezTo>
                      <a:pt x="268822" y="126987"/>
                      <a:pt x="265773" y="124337"/>
                      <a:pt x="261863" y="123541"/>
                    </a:cubicBezTo>
                    <a:cubicBezTo>
                      <a:pt x="257952" y="122746"/>
                      <a:pt x="253180" y="123806"/>
                      <a:pt x="249204" y="123541"/>
                    </a:cubicBezTo>
                    <a:close/>
                    <a:moveTo>
                      <a:pt x="151642" y="88016"/>
                    </a:moveTo>
                    <a:cubicBezTo>
                      <a:pt x="116648" y="87486"/>
                      <a:pt x="89076" y="113997"/>
                      <a:pt x="89076" y="147931"/>
                    </a:cubicBezTo>
                    <a:cubicBezTo>
                      <a:pt x="89076" y="180805"/>
                      <a:pt x="117178" y="208377"/>
                      <a:pt x="150582" y="208377"/>
                    </a:cubicBezTo>
                    <a:cubicBezTo>
                      <a:pt x="183986" y="208377"/>
                      <a:pt x="212088" y="181335"/>
                      <a:pt x="212088" y="148461"/>
                    </a:cubicBezTo>
                    <a:cubicBezTo>
                      <a:pt x="212088" y="115058"/>
                      <a:pt x="185577" y="88546"/>
                      <a:pt x="151642" y="88016"/>
                    </a:cubicBezTo>
                    <a:close/>
                    <a:moveTo>
                      <a:pt x="234357" y="29162"/>
                    </a:moveTo>
                    <a:cubicBezTo>
                      <a:pt x="207846" y="29162"/>
                      <a:pt x="204135" y="32873"/>
                      <a:pt x="203605" y="60444"/>
                    </a:cubicBezTo>
                    <a:cubicBezTo>
                      <a:pt x="203605" y="90137"/>
                      <a:pt x="205195" y="92258"/>
                      <a:pt x="235948" y="92258"/>
                    </a:cubicBezTo>
                    <a:cubicBezTo>
                      <a:pt x="267762" y="92258"/>
                      <a:pt x="268822" y="91197"/>
                      <a:pt x="268822" y="59914"/>
                    </a:cubicBezTo>
                    <a:cubicBezTo>
                      <a:pt x="268822" y="57794"/>
                      <a:pt x="268822" y="55673"/>
                      <a:pt x="268822" y="53552"/>
                    </a:cubicBezTo>
                    <a:cubicBezTo>
                      <a:pt x="268822" y="35524"/>
                      <a:pt x="263519" y="29692"/>
                      <a:pt x="245492" y="29162"/>
                    </a:cubicBezTo>
                    <a:cubicBezTo>
                      <a:pt x="241781" y="29162"/>
                      <a:pt x="238069" y="29162"/>
                      <a:pt x="234357" y="29162"/>
                    </a:cubicBezTo>
                    <a:close/>
                    <a:moveTo>
                      <a:pt x="41887" y="0"/>
                    </a:moveTo>
                    <a:cubicBezTo>
                      <a:pt x="113998" y="0"/>
                      <a:pt x="186108" y="0"/>
                      <a:pt x="258217" y="0"/>
                    </a:cubicBezTo>
                    <a:cubicBezTo>
                      <a:pt x="284728" y="0"/>
                      <a:pt x="299575" y="14846"/>
                      <a:pt x="299575" y="41887"/>
                    </a:cubicBezTo>
                    <a:cubicBezTo>
                      <a:pt x="299575" y="112937"/>
                      <a:pt x="299575" y="184517"/>
                      <a:pt x="299575" y="255567"/>
                    </a:cubicBezTo>
                    <a:cubicBezTo>
                      <a:pt x="299575" y="283138"/>
                      <a:pt x="285789" y="297454"/>
                      <a:pt x="257687" y="297454"/>
                    </a:cubicBezTo>
                    <a:cubicBezTo>
                      <a:pt x="221632" y="297454"/>
                      <a:pt x="185577" y="297454"/>
                      <a:pt x="149522" y="297454"/>
                    </a:cubicBezTo>
                    <a:cubicBezTo>
                      <a:pt x="113467" y="297454"/>
                      <a:pt x="77412" y="297454"/>
                      <a:pt x="41357" y="297454"/>
                    </a:cubicBezTo>
                    <a:cubicBezTo>
                      <a:pt x="14315" y="297454"/>
                      <a:pt x="0" y="283138"/>
                      <a:pt x="0" y="256096"/>
                    </a:cubicBezTo>
                    <a:cubicBezTo>
                      <a:pt x="0" y="184517"/>
                      <a:pt x="0" y="112937"/>
                      <a:pt x="0" y="41357"/>
                    </a:cubicBezTo>
                    <a:cubicBezTo>
                      <a:pt x="0" y="14315"/>
                      <a:pt x="14846" y="0"/>
                      <a:pt x="41887"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grpSp>
        <p:grpSp>
          <p:nvGrpSpPr>
            <p:cNvPr id="2800" name="Google Shape;2800;p55"/>
            <p:cNvGrpSpPr/>
            <p:nvPr/>
          </p:nvGrpSpPr>
          <p:grpSpPr>
            <a:xfrm>
              <a:off x="8955547" y="3191206"/>
              <a:ext cx="1044109" cy="1340343"/>
              <a:chOff x="3425013" y="0"/>
              <a:chExt cx="5341478" cy="6856954"/>
            </a:xfrm>
          </p:grpSpPr>
          <p:sp>
            <p:nvSpPr>
              <p:cNvPr id="2801" name="Google Shape;2801;p55"/>
              <p:cNvSpPr/>
              <p:nvPr/>
            </p:nvSpPr>
            <p:spPr>
              <a:xfrm>
                <a:off x="3425013" y="0"/>
                <a:ext cx="5341478" cy="6856954"/>
              </a:xfrm>
              <a:custGeom>
                <a:rect b="b" l="l" r="r" t="t"/>
                <a:pathLst>
                  <a:path extrusionOk="0" h="6856954" w="5341478">
                    <a:moveTo>
                      <a:pt x="2688415" y="0"/>
                    </a:moveTo>
                    <a:cubicBezTo>
                      <a:pt x="2688415" y="0"/>
                      <a:pt x="956487" y="1166644"/>
                      <a:pt x="25123" y="1019550"/>
                    </a:cubicBezTo>
                    <a:cubicBezTo>
                      <a:pt x="-26116" y="2058707"/>
                      <a:pt x="15276" y="3058651"/>
                      <a:pt x="25123" y="3846231"/>
                    </a:cubicBezTo>
                    <a:cubicBezTo>
                      <a:pt x="54577" y="5744861"/>
                      <a:pt x="2642056" y="6856955"/>
                      <a:pt x="2642056" y="6856955"/>
                    </a:cubicBezTo>
                    <a:cubicBezTo>
                      <a:pt x="2642056" y="6856955"/>
                      <a:pt x="5064141" y="5921234"/>
                      <a:pt x="5338636" y="3952543"/>
                    </a:cubicBezTo>
                    <a:cubicBezTo>
                      <a:pt x="5328789" y="2980224"/>
                      <a:pt x="5348483" y="1950827"/>
                      <a:pt x="5338636" y="1048917"/>
                    </a:cubicBezTo>
                    <a:cubicBezTo>
                      <a:pt x="3593636" y="764663"/>
                      <a:pt x="2688415" y="0"/>
                      <a:pt x="2688415" y="0"/>
                    </a:cubicBezTo>
                    <a:close/>
                  </a:path>
                </a:pathLst>
              </a:custGeom>
              <a:noFill/>
              <a:ln cap="flat" cmpd="sng" w="3175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802" name="Google Shape;2802;p55"/>
              <p:cNvSpPr/>
              <p:nvPr/>
            </p:nvSpPr>
            <p:spPr>
              <a:xfrm>
                <a:off x="3692070" y="321376"/>
                <a:ext cx="4817313" cy="6184138"/>
              </a:xfrm>
              <a:custGeom>
                <a:rect b="b" l="l" r="r" t="t"/>
                <a:pathLst>
                  <a:path extrusionOk="0" h="6184138" w="4817313">
                    <a:moveTo>
                      <a:pt x="2424582" y="0"/>
                    </a:moveTo>
                    <a:cubicBezTo>
                      <a:pt x="2424582" y="0"/>
                      <a:pt x="862578" y="1052141"/>
                      <a:pt x="22626" y="919512"/>
                    </a:cubicBezTo>
                    <a:cubicBezTo>
                      <a:pt x="-23559" y="1856714"/>
                      <a:pt x="13825" y="2758537"/>
                      <a:pt x="22626" y="3468824"/>
                    </a:cubicBezTo>
                    <a:cubicBezTo>
                      <a:pt x="49117" y="5181145"/>
                      <a:pt x="2382841" y="6184138"/>
                      <a:pt x="2382841" y="6184138"/>
                    </a:cubicBezTo>
                    <a:cubicBezTo>
                      <a:pt x="2382841" y="6184138"/>
                      <a:pt x="4567206" y="5340265"/>
                      <a:pt x="4814773" y="3564766"/>
                    </a:cubicBezTo>
                    <a:cubicBezTo>
                      <a:pt x="4805973" y="2687778"/>
                      <a:pt x="4823575" y="1759465"/>
                      <a:pt x="4814773" y="946003"/>
                    </a:cubicBezTo>
                    <a:cubicBezTo>
                      <a:pt x="3240919" y="689634"/>
                      <a:pt x="2424582" y="0"/>
                      <a:pt x="2424582"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803" name="Google Shape;2803;p55"/>
              <p:cNvSpPr/>
              <p:nvPr/>
            </p:nvSpPr>
            <p:spPr>
              <a:xfrm>
                <a:off x="5077582" y="3107623"/>
                <a:ext cx="1971904" cy="1813799"/>
              </a:xfrm>
              <a:custGeom>
                <a:rect b="b" l="l" r="r" t="t"/>
                <a:pathLst>
                  <a:path extrusionOk="0" h="1813799" w="1971904">
                    <a:moveTo>
                      <a:pt x="1970433" y="1441139"/>
                    </a:moveTo>
                    <a:cubicBezTo>
                      <a:pt x="1467194" y="1954225"/>
                      <a:pt x="555524" y="1921547"/>
                      <a:pt x="0" y="1441139"/>
                    </a:cubicBezTo>
                    <a:cubicBezTo>
                      <a:pt x="0" y="1079329"/>
                      <a:pt x="0" y="0"/>
                      <a:pt x="0" y="0"/>
                    </a:cubicBezTo>
                    <a:lnTo>
                      <a:pt x="1970433" y="0"/>
                    </a:lnTo>
                    <a:cubicBezTo>
                      <a:pt x="1970433" y="87"/>
                      <a:pt x="1973745" y="1079329"/>
                      <a:pt x="1970433" y="144113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804" name="Google Shape;2804;p55"/>
              <p:cNvSpPr/>
              <p:nvPr/>
            </p:nvSpPr>
            <p:spPr>
              <a:xfrm>
                <a:off x="5332382" y="1718072"/>
                <a:ext cx="1483576" cy="1261366"/>
              </a:xfrm>
              <a:custGeom>
                <a:rect b="b" l="l" r="r" t="t"/>
                <a:pathLst>
                  <a:path extrusionOk="0" h="1261366" w="1483576">
                    <a:moveTo>
                      <a:pt x="741832" y="0"/>
                    </a:moveTo>
                    <a:lnTo>
                      <a:pt x="741832" y="0"/>
                    </a:lnTo>
                    <a:cubicBezTo>
                      <a:pt x="332182" y="0"/>
                      <a:pt x="0" y="332095"/>
                      <a:pt x="0" y="741745"/>
                    </a:cubicBezTo>
                    <a:lnTo>
                      <a:pt x="0" y="1261367"/>
                    </a:lnTo>
                    <a:lnTo>
                      <a:pt x="292445" y="1261367"/>
                    </a:lnTo>
                    <a:lnTo>
                      <a:pt x="292445" y="735209"/>
                    </a:lnTo>
                    <a:cubicBezTo>
                      <a:pt x="292445" y="499231"/>
                      <a:pt x="483720" y="307956"/>
                      <a:pt x="719698" y="307956"/>
                    </a:cubicBezTo>
                    <a:lnTo>
                      <a:pt x="719698" y="307956"/>
                    </a:lnTo>
                    <a:cubicBezTo>
                      <a:pt x="955676" y="307956"/>
                      <a:pt x="1146950" y="499231"/>
                      <a:pt x="1146950" y="735209"/>
                    </a:cubicBezTo>
                    <a:lnTo>
                      <a:pt x="1146950" y="1261367"/>
                    </a:lnTo>
                    <a:lnTo>
                      <a:pt x="1483576" y="1261367"/>
                    </a:lnTo>
                    <a:lnTo>
                      <a:pt x="1483576" y="741745"/>
                    </a:lnTo>
                    <a:cubicBezTo>
                      <a:pt x="1483664" y="332095"/>
                      <a:pt x="1151569" y="0"/>
                      <a:pt x="741832"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805" name="Google Shape;2805;p55"/>
              <p:cNvSpPr/>
              <p:nvPr/>
            </p:nvSpPr>
            <p:spPr>
              <a:xfrm>
                <a:off x="5864640" y="3547424"/>
                <a:ext cx="405205" cy="796469"/>
              </a:xfrm>
              <a:custGeom>
                <a:rect b="b" l="l" r="r" t="t"/>
                <a:pathLst>
                  <a:path extrusionOk="0" h="796469" w="405205">
                    <a:moveTo>
                      <a:pt x="353618" y="639528"/>
                    </a:moveTo>
                    <a:lnTo>
                      <a:pt x="310135" y="639528"/>
                    </a:lnTo>
                    <a:cubicBezTo>
                      <a:pt x="311006" y="635781"/>
                      <a:pt x="311529" y="631947"/>
                      <a:pt x="311529" y="628026"/>
                    </a:cubicBezTo>
                    <a:lnTo>
                      <a:pt x="311529" y="570861"/>
                    </a:lnTo>
                    <a:cubicBezTo>
                      <a:pt x="311529" y="543324"/>
                      <a:pt x="289221" y="521016"/>
                      <a:pt x="261685" y="521016"/>
                    </a:cubicBezTo>
                    <a:lnTo>
                      <a:pt x="261423" y="521016"/>
                    </a:lnTo>
                    <a:lnTo>
                      <a:pt x="261423" y="396492"/>
                    </a:lnTo>
                    <a:cubicBezTo>
                      <a:pt x="344643" y="371308"/>
                      <a:pt x="405206" y="294014"/>
                      <a:pt x="405206" y="202603"/>
                    </a:cubicBezTo>
                    <a:cubicBezTo>
                      <a:pt x="405206" y="90714"/>
                      <a:pt x="314492" y="0"/>
                      <a:pt x="202603" y="0"/>
                    </a:cubicBezTo>
                    <a:cubicBezTo>
                      <a:pt x="90714" y="0"/>
                      <a:pt x="0" y="90714"/>
                      <a:pt x="0" y="202603"/>
                    </a:cubicBezTo>
                    <a:cubicBezTo>
                      <a:pt x="0" y="294014"/>
                      <a:pt x="60563" y="371308"/>
                      <a:pt x="143783" y="396492"/>
                    </a:cubicBezTo>
                    <a:lnTo>
                      <a:pt x="143783" y="521016"/>
                    </a:lnTo>
                    <a:lnTo>
                      <a:pt x="143521" y="521016"/>
                    </a:lnTo>
                    <a:cubicBezTo>
                      <a:pt x="115985" y="521016"/>
                      <a:pt x="93677" y="543324"/>
                      <a:pt x="93677" y="570861"/>
                    </a:cubicBezTo>
                    <a:lnTo>
                      <a:pt x="93677" y="628026"/>
                    </a:lnTo>
                    <a:cubicBezTo>
                      <a:pt x="93677" y="632034"/>
                      <a:pt x="94199" y="635868"/>
                      <a:pt x="95071" y="639528"/>
                    </a:cubicBezTo>
                    <a:lnTo>
                      <a:pt x="51587" y="639528"/>
                    </a:lnTo>
                    <a:cubicBezTo>
                      <a:pt x="35118" y="639528"/>
                      <a:pt x="21785" y="652861"/>
                      <a:pt x="21785" y="669330"/>
                    </a:cubicBezTo>
                    <a:lnTo>
                      <a:pt x="21785" y="766667"/>
                    </a:lnTo>
                    <a:cubicBezTo>
                      <a:pt x="21785" y="783137"/>
                      <a:pt x="35118" y="796469"/>
                      <a:pt x="51587" y="796469"/>
                    </a:cubicBezTo>
                    <a:lnTo>
                      <a:pt x="353705" y="796469"/>
                    </a:lnTo>
                    <a:cubicBezTo>
                      <a:pt x="370175" y="796469"/>
                      <a:pt x="383508" y="783137"/>
                      <a:pt x="383508" y="766667"/>
                    </a:cubicBezTo>
                    <a:lnTo>
                      <a:pt x="383508" y="669330"/>
                    </a:lnTo>
                    <a:cubicBezTo>
                      <a:pt x="383333" y="652861"/>
                      <a:pt x="370001" y="639528"/>
                      <a:pt x="353618" y="63952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grpSp>
      <p:sp>
        <p:nvSpPr>
          <p:cNvPr id="2806" name="Google Shape;2806;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1"/>
                                        </p:tgtEl>
                                        <p:attrNameLst>
                                          <p:attrName>style.visibility</p:attrName>
                                        </p:attrNameLst>
                                      </p:cBhvr>
                                      <p:to>
                                        <p:strVal val="visible"/>
                                      </p:to>
                                    </p:set>
                                    <p:animEffect filter="fade" transition="in">
                                      <p:cBhvr>
                                        <p:cTn dur="500"/>
                                        <p:tgtEl>
                                          <p:spTgt spid="27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4"/>
                                        </p:tgtEl>
                                        <p:attrNameLst>
                                          <p:attrName>style.visibility</p:attrName>
                                        </p:attrNameLst>
                                      </p:cBhvr>
                                      <p:to>
                                        <p:strVal val="visible"/>
                                      </p:to>
                                    </p:set>
                                    <p:animEffect filter="fade" transition="in">
                                      <p:cBhvr>
                                        <p:cTn dur="500"/>
                                        <p:tgtEl>
                                          <p:spTgt spid="27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8"/>
                                        </p:tgtEl>
                                        <p:attrNameLst>
                                          <p:attrName>style.visibility</p:attrName>
                                        </p:attrNameLst>
                                      </p:cBhvr>
                                      <p:to>
                                        <p:strVal val="visible"/>
                                      </p:to>
                                    </p:set>
                                    <p:animEffect filter="fade" transition="in">
                                      <p:cBhvr>
                                        <p:cTn dur="500"/>
                                        <p:tgtEl>
                                          <p:spTgt spid="27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1"/>
                                        </p:tgtEl>
                                        <p:attrNameLst>
                                          <p:attrName>style.visibility</p:attrName>
                                        </p:attrNameLst>
                                      </p:cBhvr>
                                      <p:to>
                                        <p:strVal val="visible"/>
                                      </p:to>
                                    </p:set>
                                    <p:animEffect filter="fade" transition="in">
                                      <p:cBhvr>
                                        <p:cTn dur="500"/>
                                        <p:tgtEl>
                                          <p:spTgt spid="27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0" name="Shape 2810"/>
        <p:cNvGrpSpPr/>
        <p:nvPr/>
      </p:nvGrpSpPr>
      <p:grpSpPr>
        <a:xfrm>
          <a:off x="0" y="0"/>
          <a:ext cx="0" cy="0"/>
          <a:chOff x="0" y="0"/>
          <a:chExt cx="0" cy="0"/>
        </a:xfrm>
      </p:grpSpPr>
      <p:sp>
        <p:nvSpPr>
          <p:cNvPr id="2811" name="Google Shape;2811;p56"/>
          <p:cNvSpPr txBox="1"/>
          <p:nvPr>
            <p:ph type="title"/>
          </p:nvPr>
        </p:nvSpPr>
        <p:spPr>
          <a:xfrm>
            <a:off x="1395485" y="425003"/>
            <a:ext cx="10394707" cy="1213360"/>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accent1"/>
              </a:buClr>
              <a:buSzPts val="5400"/>
              <a:buFont typeface="Impact"/>
              <a:buNone/>
            </a:pPr>
            <a:r>
              <a:rPr b="0" i="0" lang="en-US" sz="5400" u="none" cap="none" strike="noStrike">
                <a:solidFill>
                  <a:srgbClr val="169C7C"/>
                </a:solidFill>
                <a:latin typeface="Impact"/>
                <a:ea typeface="Impact"/>
                <a:cs typeface="Impact"/>
                <a:sym typeface="Impact"/>
              </a:rPr>
              <a:t>NOW YOU TELL ME:</a:t>
            </a:r>
            <a:endParaRPr b="0" i="0" sz="5400" u="none" cap="none" strike="noStrike">
              <a:solidFill>
                <a:srgbClr val="169C7C"/>
              </a:solidFill>
              <a:latin typeface="Impact"/>
              <a:ea typeface="Impact"/>
              <a:cs typeface="Impact"/>
              <a:sym typeface="Impact"/>
            </a:endParaRPr>
          </a:p>
        </p:txBody>
      </p:sp>
      <p:sp>
        <p:nvSpPr>
          <p:cNvPr id="2812" name="Google Shape;2812;p56"/>
          <p:cNvSpPr txBox="1"/>
          <p:nvPr/>
        </p:nvSpPr>
        <p:spPr>
          <a:xfrm>
            <a:off x="1169081" y="4860156"/>
            <a:ext cx="5909052" cy="937241"/>
          </a:xfrm>
          <a:prstGeom prst="rect">
            <a:avLst/>
          </a:prstGeom>
          <a:noFill/>
          <a:ln>
            <a:noFill/>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Clr>
                <a:schemeClr val="accent1"/>
              </a:buClr>
              <a:buSzPts val="2400"/>
              <a:buFont typeface="Arial"/>
              <a:buNone/>
            </a:pPr>
            <a:r>
              <a:rPr b="0" i="0" lang="en-US" sz="2800" u="none" cap="none" strike="noStrike">
                <a:solidFill>
                  <a:srgbClr val="7F7F7F"/>
                </a:solidFill>
                <a:latin typeface="Impact"/>
                <a:ea typeface="Impact"/>
                <a:cs typeface="Impact"/>
                <a:sym typeface="Impact"/>
              </a:rPr>
              <a:t>THAT WAS FAST!!! SHE’S....</a:t>
            </a:r>
            <a:endParaRPr b="0" i="0" sz="2800" u="none" cap="none" strike="noStrike">
              <a:solidFill>
                <a:srgbClr val="7F7F7F"/>
              </a:solidFill>
              <a:latin typeface="Impact"/>
              <a:ea typeface="Impact"/>
              <a:cs typeface="Impact"/>
              <a:sym typeface="Impact"/>
            </a:endParaRPr>
          </a:p>
        </p:txBody>
      </p:sp>
      <p:sp>
        <p:nvSpPr>
          <p:cNvPr id="2813" name="Google Shape;2813;p56"/>
          <p:cNvSpPr txBox="1"/>
          <p:nvPr/>
        </p:nvSpPr>
        <p:spPr>
          <a:xfrm>
            <a:off x="6441954" y="4066487"/>
            <a:ext cx="5226882" cy="1587338"/>
          </a:xfrm>
          <a:prstGeom prst="rect">
            <a:avLst/>
          </a:prstGeom>
          <a:noFill/>
          <a:ln>
            <a:noFill/>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Clr>
                <a:schemeClr val="accent1"/>
              </a:buClr>
              <a:buSzPts val="2400"/>
              <a:buFont typeface="Arial"/>
              <a:buNone/>
            </a:pPr>
            <a:r>
              <a:rPr b="0" i="0" lang="en-US" sz="2400" u="none" cap="none" strike="noStrike">
                <a:solidFill>
                  <a:srgbClr val="7F7F7F"/>
                </a:solidFill>
                <a:latin typeface="Impact"/>
                <a:ea typeface="Impact"/>
                <a:cs typeface="Impact"/>
                <a:sym typeface="Impact"/>
              </a:rPr>
              <a:t>WITH TODAY OFF WORK,  </a:t>
            </a:r>
            <a:endParaRPr b="0" i="0" sz="2000" u="none" cap="none" strike="noStrike">
              <a:solidFill>
                <a:schemeClr val="dk1"/>
              </a:solidFill>
              <a:latin typeface="Arial"/>
              <a:ea typeface="Arial"/>
              <a:cs typeface="Arial"/>
              <a:sym typeface="Arial"/>
            </a:endParaRPr>
          </a:p>
          <a:p>
            <a:pPr indent="0" lvl="0" marL="0" marR="0" rtl="0" algn="ctr">
              <a:lnSpc>
                <a:spcPct val="120000"/>
              </a:lnSpc>
              <a:spcBef>
                <a:spcPts val="1000"/>
              </a:spcBef>
              <a:spcAft>
                <a:spcPts val="0"/>
              </a:spcAft>
              <a:buClr>
                <a:schemeClr val="accent1"/>
              </a:buClr>
              <a:buSzPts val="2400"/>
              <a:buFont typeface="Arial"/>
              <a:buNone/>
            </a:pPr>
            <a:r>
              <a:rPr b="0" i="0" lang="en-US" sz="2400" u="none" cap="none" strike="noStrike">
                <a:solidFill>
                  <a:srgbClr val="7F7F7F"/>
                </a:solidFill>
                <a:latin typeface="Impact"/>
                <a:ea typeface="Impact"/>
                <a:cs typeface="Impact"/>
                <a:sym typeface="Impact"/>
              </a:rPr>
              <a:t>ANNE....      ALL AFTERNOON.</a:t>
            </a:r>
            <a:endParaRPr b="0" i="0" sz="2400" u="none" cap="none" strike="noStrike">
              <a:solidFill>
                <a:srgbClr val="7F7F7F"/>
              </a:solidFill>
              <a:latin typeface="Impact"/>
              <a:ea typeface="Impact"/>
              <a:cs typeface="Impact"/>
              <a:sym typeface="Impact"/>
            </a:endParaRPr>
          </a:p>
        </p:txBody>
      </p:sp>
      <p:pic>
        <p:nvPicPr>
          <p:cNvPr descr="http://girlclassified.com/wp-content/uploads/2012/10/book-the-end.jpg" id="2814" name="Google Shape;2814;p56"/>
          <p:cNvPicPr preferRelativeResize="0"/>
          <p:nvPr/>
        </p:nvPicPr>
        <p:blipFill rotWithShape="1">
          <a:blip r:embed="rId3">
            <a:alphaModFix/>
          </a:blip>
          <a:srcRect b="0" l="0" r="0" t="0"/>
          <a:stretch/>
        </p:blipFill>
        <p:spPr>
          <a:xfrm>
            <a:off x="785149" y="1638363"/>
            <a:ext cx="4529797" cy="2834359"/>
          </a:xfrm>
          <a:prstGeom prst="rect">
            <a:avLst/>
          </a:prstGeom>
          <a:noFill/>
          <a:ln>
            <a:noFill/>
          </a:ln>
        </p:spPr>
      </p:pic>
      <p:pic>
        <p:nvPicPr>
          <p:cNvPr descr="http://static1.squarespace.com/static/54dcf6e0e4b06d0344874a08/t/54fb67ebe4b038725a49231b/1425762284629/teengirl-reading-book2.jpg?format=1500w" id="2815" name="Google Shape;2815;p56"/>
          <p:cNvPicPr preferRelativeResize="0"/>
          <p:nvPr/>
        </p:nvPicPr>
        <p:blipFill rotWithShape="1">
          <a:blip r:embed="rId4">
            <a:alphaModFix/>
          </a:blip>
          <a:srcRect b="0" l="0" r="0" t="0"/>
          <a:stretch/>
        </p:blipFill>
        <p:spPr>
          <a:xfrm>
            <a:off x="6098258" y="246632"/>
            <a:ext cx="4354635" cy="3819855"/>
          </a:xfrm>
          <a:prstGeom prst="rect">
            <a:avLst/>
          </a:prstGeom>
          <a:noFill/>
          <a:ln>
            <a:noFill/>
          </a:ln>
        </p:spPr>
      </p:pic>
      <p:grpSp>
        <p:nvGrpSpPr>
          <p:cNvPr id="2816" name="Google Shape;2816;p56"/>
          <p:cNvGrpSpPr/>
          <p:nvPr/>
        </p:nvGrpSpPr>
        <p:grpSpPr>
          <a:xfrm>
            <a:off x="155100" y="20496"/>
            <a:ext cx="768029" cy="1252175"/>
            <a:chOff x="169229" y="2084489"/>
            <a:chExt cx="1306245" cy="1903654"/>
          </a:xfrm>
        </p:grpSpPr>
        <p:sp>
          <p:nvSpPr>
            <p:cNvPr id="2817" name="Google Shape;2817;p56"/>
            <p:cNvSpPr/>
            <p:nvPr/>
          </p:nvSpPr>
          <p:spPr>
            <a:xfrm>
              <a:off x="1162276" y="2834478"/>
              <a:ext cx="313198" cy="613622"/>
            </a:xfrm>
            <a:custGeom>
              <a:rect b="b" l="l" r="r" t="t"/>
              <a:pathLst>
                <a:path extrusionOk="0" h="613622" w="313198">
                  <a:moveTo>
                    <a:pt x="297384" y="307094"/>
                  </a:moveTo>
                  <a:cubicBezTo>
                    <a:pt x="292364" y="293707"/>
                    <a:pt x="287509" y="280038"/>
                    <a:pt x="294721" y="265708"/>
                  </a:cubicBezTo>
                  <a:cubicBezTo>
                    <a:pt x="294815" y="265520"/>
                    <a:pt x="294203" y="264954"/>
                    <a:pt x="293543" y="264011"/>
                  </a:cubicBezTo>
                  <a:cubicBezTo>
                    <a:pt x="278907" y="272732"/>
                    <a:pt x="270799" y="262338"/>
                    <a:pt x="263140" y="252463"/>
                  </a:cubicBezTo>
                  <a:cubicBezTo>
                    <a:pt x="257860" y="245675"/>
                    <a:pt x="254396" y="237474"/>
                    <a:pt x="249187" y="230639"/>
                  </a:cubicBezTo>
                  <a:cubicBezTo>
                    <a:pt x="243413" y="223050"/>
                    <a:pt x="236790" y="216027"/>
                    <a:pt x="230050" y="209262"/>
                  </a:cubicBezTo>
                  <a:cubicBezTo>
                    <a:pt x="225972" y="205162"/>
                    <a:pt x="219798" y="202828"/>
                    <a:pt x="216592" y="198280"/>
                  </a:cubicBezTo>
                  <a:cubicBezTo>
                    <a:pt x="205209" y="182135"/>
                    <a:pt x="194980" y="165190"/>
                    <a:pt x="183785" y="148904"/>
                  </a:cubicBezTo>
                  <a:cubicBezTo>
                    <a:pt x="175701" y="137120"/>
                    <a:pt x="167075" y="125642"/>
                    <a:pt x="158049" y="114565"/>
                  </a:cubicBezTo>
                  <a:cubicBezTo>
                    <a:pt x="155527" y="111478"/>
                    <a:pt x="150672" y="108697"/>
                    <a:pt x="146830" y="108626"/>
                  </a:cubicBezTo>
                  <a:cubicBezTo>
                    <a:pt x="138110" y="108461"/>
                    <a:pt x="135494" y="107259"/>
                    <a:pt x="134905" y="98445"/>
                  </a:cubicBezTo>
                  <a:cubicBezTo>
                    <a:pt x="133538" y="78011"/>
                    <a:pt x="121895" y="64318"/>
                    <a:pt x="105633" y="53806"/>
                  </a:cubicBezTo>
                  <a:cubicBezTo>
                    <a:pt x="103276" y="52274"/>
                    <a:pt x="98044" y="51284"/>
                    <a:pt x="97030" y="52510"/>
                  </a:cubicBezTo>
                  <a:cubicBezTo>
                    <a:pt x="95192" y="54678"/>
                    <a:pt x="94014" y="59581"/>
                    <a:pt x="95286" y="61749"/>
                  </a:cubicBezTo>
                  <a:cubicBezTo>
                    <a:pt x="99293" y="68607"/>
                    <a:pt x="104007" y="75277"/>
                    <a:pt x="109474" y="81028"/>
                  </a:cubicBezTo>
                  <a:cubicBezTo>
                    <a:pt x="116309" y="88192"/>
                    <a:pt x="121094" y="95711"/>
                    <a:pt x="121023" y="108202"/>
                  </a:cubicBezTo>
                  <a:cubicBezTo>
                    <a:pt x="115744" y="104879"/>
                    <a:pt x="111619" y="103135"/>
                    <a:pt x="108602" y="100212"/>
                  </a:cubicBezTo>
                  <a:cubicBezTo>
                    <a:pt x="92930" y="85105"/>
                    <a:pt x="77540" y="69715"/>
                    <a:pt x="62032" y="54419"/>
                  </a:cubicBezTo>
                  <a:cubicBezTo>
                    <a:pt x="45652" y="38275"/>
                    <a:pt x="29390" y="21989"/>
                    <a:pt x="12798" y="6081"/>
                  </a:cubicBezTo>
                  <a:cubicBezTo>
                    <a:pt x="9922" y="3323"/>
                    <a:pt x="5656" y="1980"/>
                    <a:pt x="2027" y="0"/>
                  </a:cubicBezTo>
                  <a:cubicBezTo>
                    <a:pt x="1343" y="683"/>
                    <a:pt x="660" y="1367"/>
                    <a:pt x="0" y="2050"/>
                  </a:cubicBezTo>
                  <a:cubicBezTo>
                    <a:pt x="2098" y="6623"/>
                    <a:pt x="3465" y="11713"/>
                    <a:pt x="6387" y="15649"/>
                  </a:cubicBezTo>
                  <a:cubicBezTo>
                    <a:pt x="23686" y="38840"/>
                    <a:pt x="40537" y="62409"/>
                    <a:pt x="59062" y="84586"/>
                  </a:cubicBezTo>
                  <a:cubicBezTo>
                    <a:pt x="92623" y="124747"/>
                    <a:pt x="125077" y="165755"/>
                    <a:pt x="149328" y="212185"/>
                  </a:cubicBezTo>
                  <a:cubicBezTo>
                    <a:pt x="181735" y="274240"/>
                    <a:pt x="204949" y="340137"/>
                    <a:pt x="225713" y="406929"/>
                  </a:cubicBezTo>
                  <a:cubicBezTo>
                    <a:pt x="236932" y="443012"/>
                    <a:pt x="237969" y="480863"/>
                    <a:pt x="246312" y="517417"/>
                  </a:cubicBezTo>
                  <a:cubicBezTo>
                    <a:pt x="252722" y="545534"/>
                    <a:pt x="259062" y="573651"/>
                    <a:pt x="265756" y="601697"/>
                  </a:cubicBezTo>
                  <a:cubicBezTo>
                    <a:pt x="266769" y="605892"/>
                    <a:pt x="269621" y="609663"/>
                    <a:pt x="271600" y="613623"/>
                  </a:cubicBezTo>
                  <a:cubicBezTo>
                    <a:pt x="272308" y="613481"/>
                    <a:pt x="272991" y="613316"/>
                    <a:pt x="273698" y="613175"/>
                  </a:cubicBezTo>
                  <a:cubicBezTo>
                    <a:pt x="274452" y="610417"/>
                    <a:pt x="275914" y="607660"/>
                    <a:pt x="275843" y="604926"/>
                  </a:cubicBezTo>
                  <a:cubicBezTo>
                    <a:pt x="275442" y="587391"/>
                    <a:pt x="276927" y="569432"/>
                    <a:pt x="273698" y="552392"/>
                  </a:cubicBezTo>
                  <a:cubicBezTo>
                    <a:pt x="263776" y="500071"/>
                    <a:pt x="251945" y="448103"/>
                    <a:pt x="240985" y="395970"/>
                  </a:cubicBezTo>
                  <a:cubicBezTo>
                    <a:pt x="234457" y="364836"/>
                    <a:pt x="228070" y="333656"/>
                    <a:pt x="221895" y="302451"/>
                  </a:cubicBezTo>
                  <a:cubicBezTo>
                    <a:pt x="221188" y="298845"/>
                    <a:pt x="222154" y="294909"/>
                    <a:pt x="222366" y="291139"/>
                  </a:cubicBezTo>
                  <a:cubicBezTo>
                    <a:pt x="223521" y="290879"/>
                    <a:pt x="224676" y="290620"/>
                    <a:pt x="225831" y="290361"/>
                  </a:cubicBezTo>
                  <a:cubicBezTo>
                    <a:pt x="228730" y="295286"/>
                    <a:pt x="232336" y="299953"/>
                    <a:pt x="234363" y="305209"/>
                  </a:cubicBezTo>
                  <a:cubicBezTo>
                    <a:pt x="240090" y="319915"/>
                    <a:pt x="244332" y="335235"/>
                    <a:pt x="250719" y="349635"/>
                  </a:cubicBezTo>
                  <a:cubicBezTo>
                    <a:pt x="256847" y="363517"/>
                    <a:pt x="264082" y="377092"/>
                    <a:pt x="272402" y="389748"/>
                  </a:cubicBezTo>
                  <a:cubicBezTo>
                    <a:pt x="277917" y="398138"/>
                    <a:pt x="285789" y="398728"/>
                    <a:pt x="295805" y="394650"/>
                  </a:cubicBezTo>
                  <a:cubicBezTo>
                    <a:pt x="294792" y="393236"/>
                    <a:pt x="294132" y="391468"/>
                    <a:pt x="292883" y="390691"/>
                  </a:cubicBezTo>
                  <a:cubicBezTo>
                    <a:pt x="283644" y="384869"/>
                    <a:pt x="278011" y="376055"/>
                    <a:pt x="274075" y="366415"/>
                  </a:cubicBezTo>
                  <a:cubicBezTo>
                    <a:pt x="266439" y="347726"/>
                    <a:pt x="259793" y="328612"/>
                    <a:pt x="252227" y="309875"/>
                  </a:cubicBezTo>
                  <a:cubicBezTo>
                    <a:pt x="247632" y="298468"/>
                    <a:pt x="242376" y="287297"/>
                    <a:pt x="236743" y="276361"/>
                  </a:cubicBezTo>
                  <a:cubicBezTo>
                    <a:pt x="235305" y="273557"/>
                    <a:pt x="231417" y="271742"/>
                    <a:pt x="228306" y="270139"/>
                  </a:cubicBezTo>
                  <a:cubicBezTo>
                    <a:pt x="223686" y="267782"/>
                    <a:pt x="217653" y="267170"/>
                    <a:pt x="214188" y="263776"/>
                  </a:cubicBezTo>
                  <a:cubicBezTo>
                    <a:pt x="207330" y="257106"/>
                    <a:pt x="201202" y="249493"/>
                    <a:pt x="195899" y="241504"/>
                  </a:cubicBezTo>
                  <a:cubicBezTo>
                    <a:pt x="178930" y="215979"/>
                    <a:pt x="162267" y="190219"/>
                    <a:pt x="145887" y="164294"/>
                  </a:cubicBezTo>
                  <a:cubicBezTo>
                    <a:pt x="138911" y="153241"/>
                    <a:pt x="132760" y="141669"/>
                    <a:pt x="126609" y="130120"/>
                  </a:cubicBezTo>
                  <a:cubicBezTo>
                    <a:pt x="125030" y="127174"/>
                    <a:pt x="124888" y="123498"/>
                    <a:pt x="124063" y="120151"/>
                  </a:cubicBezTo>
                  <a:cubicBezTo>
                    <a:pt x="124912" y="119632"/>
                    <a:pt x="125760" y="119114"/>
                    <a:pt x="126609" y="118595"/>
                  </a:cubicBezTo>
                  <a:cubicBezTo>
                    <a:pt x="133066" y="125171"/>
                    <a:pt x="140207" y="131228"/>
                    <a:pt x="145887" y="138440"/>
                  </a:cubicBezTo>
                  <a:cubicBezTo>
                    <a:pt x="176998" y="177893"/>
                    <a:pt x="208296" y="217181"/>
                    <a:pt x="238393" y="257389"/>
                  </a:cubicBezTo>
                  <a:cubicBezTo>
                    <a:pt x="258049" y="283667"/>
                    <a:pt x="277610" y="310205"/>
                    <a:pt x="291115" y="340538"/>
                  </a:cubicBezTo>
                  <a:cubicBezTo>
                    <a:pt x="293330" y="345510"/>
                    <a:pt x="297526" y="350130"/>
                    <a:pt x="301909" y="353406"/>
                  </a:cubicBezTo>
                  <a:cubicBezTo>
                    <a:pt x="304549" y="355362"/>
                    <a:pt x="309357" y="354443"/>
                    <a:pt x="313199" y="354796"/>
                  </a:cubicBezTo>
                  <a:cubicBezTo>
                    <a:pt x="313199" y="351332"/>
                    <a:pt x="313199" y="347867"/>
                    <a:pt x="313199" y="344379"/>
                  </a:cubicBezTo>
                  <a:cubicBezTo>
                    <a:pt x="307848" y="331959"/>
                    <a:pt x="302121" y="319727"/>
                    <a:pt x="297384" y="3070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18" name="Google Shape;2818;p56"/>
            <p:cNvSpPr/>
            <p:nvPr/>
          </p:nvSpPr>
          <p:spPr>
            <a:xfrm>
              <a:off x="720533" y="2084489"/>
              <a:ext cx="230932" cy="61420"/>
            </a:xfrm>
            <a:custGeom>
              <a:rect b="b" l="l" r="r" t="t"/>
              <a:pathLst>
                <a:path extrusionOk="0" h="61420" w="230932">
                  <a:moveTo>
                    <a:pt x="21640" y="61089"/>
                  </a:moveTo>
                  <a:cubicBezTo>
                    <a:pt x="44878" y="58190"/>
                    <a:pt x="68163" y="54938"/>
                    <a:pt x="91543" y="53830"/>
                  </a:cubicBezTo>
                  <a:cubicBezTo>
                    <a:pt x="124421" y="52251"/>
                    <a:pt x="157369" y="52628"/>
                    <a:pt x="190294" y="51803"/>
                  </a:cubicBezTo>
                  <a:cubicBezTo>
                    <a:pt x="200145" y="51544"/>
                    <a:pt x="210044" y="50554"/>
                    <a:pt x="219754" y="48975"/>
                  </a:cubicBezTo>
                  <a:cubicBezTo>
                    <a:pt x="230855" y="47160"/>
                    <a:pt x="233730" y="42022"/>
                    <a:pt x="228192" y="32359"/>
                  </a:cubicBezTo>
                  <a:cubicBezTo>
                    <a:pt x="221758" y="21117"/>
                    <a:pt x="213768" y="10747"/>
                    <a:pt x="206438" y="0"/>
                  </a:cubicBezTo>
                  <a:cubicBezTo>
                    <a:pt x="204953" y="0"/>
                    <a:pt x="203469" y="0"/>
                    <a:pt x="201984" y="0"/>
                  </a:cubicBezTo>
                  <a:cubicBezTo>
                    <a:pt x="202926" y="3983"/>
                    <a:pt x="203398" y="8178"/>
                    <a:pt x="204883" y="11949"/>
                  </a:cubicBezTo>
                  <a:cubicBezTo>
                    <a:pt x="208159" y="20222"/>
                    <a:pt x="207075" y="24935"/>
                    <a:pt x="198637" y="27787"/>
                  </a:cubicBezTo>
                  <a:cubicBezTo>
                    <a:pt x="191025" y="30356"/>
                    <a:pt x="182870" y="32171"/>
                    <a:pt x="174880" y="32548"/>
                  </a:cubicBezTo>
                  <a:cubicBezTo>
                    <a:pt x="131633" y="34622"/>
                    <a:pt x="89210" y="27622"/>
                    <a:pt x="46834" y="20057"/>
                  </a:cubicBezTo>
                  <a:cubicBezTo>
                    <a:pt x="36158" y="18148"/>
                    <a:pt x="25387" y="16356"/>
                    <a:pt x="14593" y="15696"/>
                  </a:cubicBezTo>
                  <a:cubicBezTo>
                    <a:pt x="4293" y="15060"/>
                    <a:pt x="287" y="19067"/>
                    <a:pt x="27" y="29036"/>
                  </a:cubicBezTo>
                  <a:cubicBezTo>
                    <a:pt x="-138" y="35164"/>
                    <a:pt x="452" y="41409"/>
                    <a:pt x="1512" y="47466"/>
                  </a:cubicBezTo>
                  <a:cubicBezTo>
                    <a:pt x="3539" y="59251"/>
                    <a:pt x="9643" y="62574"/>
                    <a:pt x="21640" y="6108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19" name="Google Shape;2819;p56"/>
            <p:cNvSpPr/>
            <p:nvPr/>
          </p:nvSpPr>
          <p:spPr>
            <a:xfrm>
              <a:off x="517440" y="2721140"/>
              <a:ext cx="900505" cy="1154323"/>
            </a:xfrm>
            <a:custGeom>
              <a:rect b="b" l="l" r="r" t="t"/>
              <a:pathLst>
                <a:path extrusionOk="0" h="1154323" w="900505">
                  <a:moveTo>
                    <a:pt x="894354" y="849656"/>
                  </a:moveTo>
                  <a:cubicBezTo>
                    <a:pt x="889475" y="846993"/>
                    <a:pt x="887283" y="843835"/>
                    <a:pt x="886671" y="839027"/>
                  </a:cubicBezTo>
                  <a:cubicBezTo>
                    <a:pt x="884573" y="822859"/>
                    <a:pt x="881981" y="806715"/>
                    <a:pt x="880896" y="790477"/>
                  </a:cubicBezTo>
                  <a:cubicBezTo>
                    <a:pt x="878869" y="760592"/>
                    <a:pt x="878115" y="730637"/>
                    <a:pt x="876253" y="700752"/>
                  </a:cubicBezTo>
                  <a:cubicBezTo>
                    <a:pt x="873590" y="658023"/>
                    <a:pt x="867439" y="615695"/>
                    <a:pt x="858059" y="573955"/>
                  </a:cubicBezTo>
                  <a:cubicBezTo>
                    <a:pt x="854170" y="556727"/>
                    <a:pt x="848019" y="539993"/>
                    <a:pt x="842433" y="523213"/>
                  </a:cubicBezTo>
                  <a:cubicBezTo>
                    <a:pt x="841608" y="520714"/>
                    <a:pt x="838191" y="519065"/>
                    <a:pt x="835952" y="517014"/>
                  </a:cubicBezTo>
                  <a:cubicBezTo>
                    <a:pt x="834019" y="519630"/>
                    <a:pt x="830814" y="522034"/>
                    <a:pt x="830390" y="524862"/>
                  </a:cubicBezTo>
                  <a:cubicBezTo>
                    <a:pt x="829070" y="533583"/>
                    <a:pt x="828245" y="542492"/>
                    <a:pt x="828268" y="551306"/>
                  </a:cubicBezTo>
                  <a:cubicBezTo>
                    <a:pt x="828292" y="560356"/>
                    <a:pt x="829565" y="569406"/>
                    <a:pt x="830272" y="578433"/>
                  </a:cubicBezTo>
                  <a:cubicBezTo>
                    <a:pt x="829565" y="578551"/>
                    <a:pt x="828858" y="578645"/>
                    <a:pt x="828174" y="578763"/>
                  </a:cubicBezTo>
                  <a:cubicBezTo>
                    <a:pt x="824380" y="566602"/>
                    <a:pt x="820609" y="554441"/>
                    <a:pt x="816791" y="542279"/>
                  </a:cubicBezTo>
                  <a:cubicBezTo>
                    <a:pt x="802744" y="497570"/>
                    <a:pt x="790159" y="452414"/>
                    <a:pt x="770833" y="409496"/>
                  </a:cubicBezTo>
                  <a:cubicBezTo>
                    <a:pt x="757564" y="380036"/>
                    <a:pt x="745497" y="350010"/>
                    <a:pt x="733100" y="320149"/>
                  </a:cubicBezTo>
                  <a:cubicBezTo>
                    <a:pt x="730625" y="314186"/>
                    <a:pt x="729070" y="307823"/>
                    <a:pt x="727090" y="301648"/>
                  </a:cubicBezTo>
                  <a:cubicBezTo>
                    <a:pt x="727797" y="301318"/>
                    <a:pt x="728480" y="300964"/>
                    <a:pt x="729188" y="300634"/>
                  </a:cubicBezTo>
                  <a:cubicBezTo>
                    <a:pt x="731851" y="304664"/>
                    <a:pt x="734867" y="308482"/>
                    <a:pt x="737106" y="312725"/>
                  </a:cubicBezTo>
                  <a:cubicBezTo>
                    <a:pt x="753321" y="343269"/>
                    <a:pt x="768994" y="374120"/>
                    <a:pt x="785633" y="404452"/>
                  </a:cubicBezTo>
                  <a:cubicBezTo>
                    <a:pt x="799162" y="429128"/>
                    <a:pt x="813680" y="453262"/>
                    <a:pt x="828009" y="477490"/>
                  </a:cubicBezTo>
                  <a:cubicBezTo>
                    <a:pt x="829848" y="480578"/>
                    <a:pt x="833123" y="482817"/>
                    <a:pt x="837107" y="486800"/>
                  </a:cubicBezTo>
                  <a:cubicBezTo>
                    <a:pt x="838827" y="473861"/>
                    <a:pt x="834632" y="464481"/>
                    <a:pt x="831262" y="455171"/>
                  </a:cubicBezTo>
                  <a:cubicBezTo>
                    <a:pt x="815518" y="411664"/>
                    <a:pt x="795839" y="369854"/>
                    <a:pt x="773449" y="329458"/>
                  </a:cubicBezTo>
                  <a:cubicBezTo>
                    <a:pt x="758624" y="302708"/>
                    <a:pt x="741844" y="277019"/>
                    <a:pt x="725676" y="251023"/>
                  </a:cubicBezTo>
                  <a:cubicBezTo>
                    <a:pt x="723413" y="247370"/>
                    <a:pt x="719619" y="244660"/>
                    <a:pt x="716531" y="241525"/>
                  </a:cubicBezTo>
                  <a:cubicBezTo>
                    <a:pt x="715824" y="241973"/>
                    <a:pt x="715141" y="242421"/>
                    <a:pt x="714434" y="242868"/>
                  </a:cubicBezTo>
                  <a:cubicBezTo>
                    <a:pt x="715212" y="246639"/>
                    <a:pt x="716154" y="250363"/>
                    <a:pt x="716696" y="254181"/>
                  </a:cubicBezTo>
                  <a:cubicBezTo>
                    <a:pt x="717545" y="260003"/>
                    <a:pt x="719006" y="265942"/>
                    <a:pt x="718535" y="271716"/>
                  </a:cubicBezTo>
                  <a:cubicBezTo>
                    <a:pt x="718275" y="274898"/>
                    <a:pt x="715235" y="279234"/>
                    <a:pt x="712336" y="280554"/>
                  </a:cubicBezTo>
                  <a:cubicBezTo>
                    <a:pt x="702320" y="285079"/>
                    <a:pt x="700364" y="287742"/>
                    <a:pt x="703522" y="298490"/>
                  </a:cubicBezTo>
                  <a:cubicBezTo>
                    <a:pt x="709814" y="319772"/>
                    <a:pt x="715871" y="341124"/>
                    <a:pt x="722942" y="362147"/>
                  </a:cubicBezTo>
                  <a:cubicBezTo>
                    <a:pt x="737083" y="404240"/>
                    <a:pt x="752190" y="446097"/>
                    <a:pt x="756503" y="490689"/>
                  </a:cubicBezTo>
                  <a:cubicBezTo>
                    <a:pt x="758789" y="514280"/>
                    <a:pt x="760251" y="537990"/>
                    <a:pt x="761547" y="561653"/>
                  </a:cubicBezTo>
                  <a:cubicBezTo>
                    <a:pt x="761853" y="567450"/>
                    <a:pt x="761476" y="573908"/>
                    <a:pt x="755914" y="578457"/>
                  </a:cubicBezTo>
                  <a:cubicBezTo>
                    <a:pt x="748584" y="574167"/>
                    <a:pt x="746746" y="566838"/>
                    <a:pt x="745803" y="560026"/>
                  </a:cubicBezTo>
                  <a:cubicBezTo>
                    <a:pt x="742834" y="538744"/>
                    <a:pt x="741160" y="517273"/>
                    <a:pt x="738214" y="495991"/>
                  </a:cubicBezTo>
                  <a:cubicBezTo>
                    <a:pt x="730484" y="440158"/>
                    <a:pt x="715754" y="386328"/>
                    <a:pt x="691997" y="335067"/>
                  </a:cubicBezTo>
                  <a:cubicBezTo>
                    <a:pt x="687660" y="325711"/>
                    <a:pt x="684102" y="315930"/>
                    <a:pt x="680943" y="306126"/>
                  </a:cubicBezTo>
                  <a:cubicBezTo>
                    <a:pt x="678469" y="298466"/>
                    <a:pt x="680637" y="292008"/>
                    <a:pt x="687048" y="286258"/>
                  </a:cubicBezTo>
                  <a:cubicBezTo>
                    <a:pt x="691219" y="282534"/>
                    <a:pt x="694637" y="277019"/>
                    <a:pt x="696333" y="271669"/>
                  </a:cubicBezTo>
                  <a:cubicBezTo>
                    <a:pt x="700316" y="259178"/>
                    <a:pt x="697630" y="246757"/>
                    <a:pt x="693411" y="234667"/>
                  </a:cubicBezTo>
                  <a:cubicBezTo>
                    <a:pt x="686883" y="215930"/>
                    <a:pt x="674344" y="201483"/>
                    <a:pt x="660345" y="187884"/>
                  </a:cubicBezTo>
                  <a:cubicBezTo>
                    <a:pt x="664658" y="203957"/>
                    <a:pt x="670078" y="219512"/>
                    <a:pt x="674745" y="235279"/>
                  </a:cubicBezTo>
                  <a:cubicBezTo>
                    <a:pt x="678092" y="246592"/>
                    <a:pt x="681226" y="258070"/>
                    <a:pt x="683017" y="269689"/>
                  </a:cubicBezTo>
                  <a:cubicBezTo>
                    <a:pt x="684573" y="279753"/>
                    <a:pt x="682640" y="280837"/>
                    <a:pt x="672671" y="279588"/>
                  </a:cubicBezTo>
                  <a:cubicBezTo>
                    <a:pt x="670220" y="279281"/>
                    <a:pt x="667722" y="279234"/>
                    <a:pt x="665247" y="279281"/>
                  </a:cubicBezTo>
                  <a:cubicBezTo>
                    <a:pt x="657422" y="279423"/>
                    <a:pt x="653722" y="282463"/>
                    <a:pt x="654971" y="290146"/>
                  </a:cubicBezTo>
                  <a:cubicBezTo>
                    <a:pt x="656597" y="300021"/>
                    <a:pt x="659402" y="309826"/>
                    <a:pt x="662796" y="319277"/>
                  </a:cubicBezTo>
                  <a:cubicBezTo>
                    <a:pt x="671375" y="343175"/>
                    <a:pt x="680660" y="366814"/>
                    <a:pt x="689357" y="390665"/>
                  </a:cubicBezTo>
                  <a:cubicBezTo>
                    <a:pt x="690583" y="393988"/>
                    <a:pt x="691832" y="399314"/>
                    <a:pt x="690182" y="401294"/>
                  </a:cubicBezTo>
                  <a:cubicBezTo>
                    <a:pt x="686058" y="406244"/>
                    <a:pt x="689169" y="409519"/>
                    <a:pt x="691101" y="413173"/>
                  </a:cubicBezTo>
                  <a:cubicBezTo>
                    <a:pt x="692704" y="416213"/>
                    <a:pt x="695061" y="418852"/>
                    <a:pt x="696852" y="421822"/>
                  </a:cubicBezTo>
                  <a:cubicBezTo>
                    <a:pt x="706161" y="437165"/>
                    <a:pt x="709956" y="453710"/>
                    <a:pt x="706751" y="471480"/>
                  </a:cubicBezTo>
                  <a:cubicBezTo>
                    <a:pt x="705737" y="477066"/>
                    <a:pt x="703899" y="483406"/>
                    <a:pt x="696758" y="483477"/>
                  </a:cubicBezTo>
                  <a:cubicBezTo>
                    <a:pt x="689451" y="483524"/>
                    <a:pt x="687165" y="477608"/>
                    <a:pt x="685963" y="471457"/>
                  </a:cubicBezTo>
                  <a:cubicBezTo>
                    <a:pt x="685115" y="467097"/>
                    <a:pt x="684832" y="462595"/>
                    <a:pt x="683630" y="458353"/>
                  </a:cubicBezTo>
                  <a:cubicBezTo>
                    <a:pt x="669866" y="410227"/>
                    <a:pt x="656480" y="362006"/>
                    <a:pt x="641985" y="314092"/>
                  </a:cubicBezTo>
                  <a:cubicBezTo>
                    <a:pt x="624120" y="254982"/>
                    <a:pt x="595131" y="202166"/>
                    <a:pt x="551389" y="157811"/>
                  </a:cubicBezTo>
                  <a:cubicBezTo>
                    <a:pt x="538568" y="144825"/>
                    <a:pt x="526948" y="130495"/>
                    <a:pt x="515966" y="115859"/>
                  </a:cubicBezTo>
                  <a:cubicBezTo>
                    <a:pt x="505525" y="101907"/>
                    <a:pt x="506727" y="94506"/>
                    <a:pt x="518629" y="81897"/>
                  </a:cubicBezTo>
                  <a:cubicBezTo>
                    <a:pt x="521858" y="78480"/>
                    <a:pt x="525275" y="75204"/>
                    <a:pt x="528952" y="72305"/>
                  </a:cubicBezTo>
                  <a:cubicBezTo>
                    <a:pt x="538803" y="64480"/>
                    <a:pt x="542928" y="65541"/>
                    <a:pt x="547712" y="76854"/>
                  </a:cubicBezTo>
                  <a:cubicBezTo>
                    <a:pt x="550658" y="83783"/>
                    <a:pt x="555136" y="89651"/>
                    <a:pt x="562678" y="90971"/>
                  </a:cubicBezTo>
                  <a:cubicBezTo>
                    <a:pt x="566402" y="91631"/>
                    <a:pt x="572341" y="90311"/>
                    <a:pt x="574250" y="87672"/>
                  </a:cubicBezTo>
                  <a:cubicBezTo>
                    <a:pt x="576489" y="84631"/>
                    <a:pt x="576725" y="78716"/>
                    <a:pt x="575428" y="74874"/>
                  </a:cubicBezTo>
                  <a:cubicBezTo>
                    <a:pt x="574108" y="71032"/>
                    <a:pt x="570196" y="67733"/>
                    <a:pt x="566779" y="64999"/>
                  </a:cubicBezTo>
                  <a:cubicBezTo>
                    <a:pt x="549668" y="51282"/>
                    <a:pt x="530790" y="40606"/>
                    <a:pt x="509814" y="34054"/>
                  </a:cubicBezTo>
                  <a:cubicBezTo>
                    <a:pt x="505030" y="32569"/>
                    <a:pt x="499656" y="32852"/>
                    <a:pt x="494542" y="32475"/>
                  </a:cubicBezTo>
                  <a:cubicBezTo>
                    <a:pt x="488839" y="32050"/>
                    <a:pt x="482734" y="32993"/>
                    <a:pt x="477502" y="31249"/>
                  </a:cubicBezTo>
                  <a:cubicBezTo>
                    <a:pt x="469866" y="28680"/>
                    <a:pt x="462748" y="24414"/>
                    <a:pt x="455607" y="20549"/>
                  </a:cubicBezTo>
                  <a:cubicBezTo>
                    <a:pt x="443894" y="14233"/>
                    <a:pt x="432393" y="7540"/>
                    <a:pt x="420656" y="1270"/>
                  </a:cubicBezTo>
                  <a:cubicBezTo>
                    <a:pt x="415164" y="-1652"/>
                    <a:pt x="410545" y="823"/>
                    <a:pt x="406868" y="5088"/>
                  </a:cubicBezTo>
                  <a:cubicBezTo>
                    <a:pt x="404936" y="7304"/>
                    <a:pt x="403357" y="9873"/>
                    <a:pt x="401895" y="12442"/>
                  </a:cubicBezTo>
                  <a:cubicBezTo>
                    <a:pt x="396121" y="22670"/>
                    <a:pt x="387448" y="29340"/>
                    <a:pt x="375805" y="29529"/>
                  </a:cubicBezTo>
                  <a:cubicBezTo>
                    <a:pt x="354099" y="29906"/>
                    <a:pt x="332345" y="29387"/>
                    <a:pt x="310639" y="28657"/>
                  </a:cubicBezTo>
                  <a:cubicBezTo>
                    <a:pt x="292845" y="28067"/>
                    <a:pt x="275098" y="26182"/>
                    <a:pt x="257328" y="25711"/>
                  </a:cubicBezTo>
                  <a:cubicBezTo>
                    <a:pt x="231685" y="25051"/>
                    <a:pt x="209060" y="34619"/>
                    <a:pt x="187683" y="47841"/>
                  </a:cubicBezTo>
                  <a:cubicBezTo>
                    <a:pt x="154381" y="68440"/>
                    <a:pt x="121409" y="89510"/>
                    <a:pt x="93905" y="117792"/>
                  </a:cubicBezTo>
                  <a:cubicBezTo>
                    <a:pt x="88296" y="123542"/>
                    <a:pt x="83818" y="130519"/>
                    <a:pt x="79529" y="137377"/>
                  </a:cubicBezTo>
                  <a:cubicBezTo>
                    <a:pt x="78350" y="139262"/>
                    <a:pt x="78940" y="143410"/>
                    <a:pt x="80330" y="145319"/>
                  </a:cubicBezTo>
                  <a:cubicBezTo>
                    <a:pt x="81273" y="146592"/>
                    <a:pt x="85562" y="146710"/>
                    <a:pt x="87518" y="145720"/>
                  </a:cubicBezTo>
                  <a:cubicBezTo>
                    <a:pt x="94518" y="142138"/>
                    <a:pt x="101754" y="138603"/>
                    <a:pt x="107858" y="133724"/>
                  </a:cubicBezTo>
                  <a:cubicBezTo>
                    <a:pt x="129328" y="116566"/>
                    <a:pt x="150163" y="98654"/>
                    <a:pt x="171610" y="81450"/>
                  </a:cubicBezTo>
                  <a:cubicBezTo>
                    <a:pt x="185939" y="69972"/>
                    <a:pt x="201306" y="60097"/>
                    <a:pt x="219713" y="56161"/>
                  </a:cubicBezTo>
                  <a:cubicBezTo>
                    <a:pt x="248631" y="49962"/>
                    <a:pt x="277808" y="50528"/>
                    <a:pt x="306868" y="53898"/>
                  </a:cubicBezTo>
                  <a:cubicBezTo>
                    <a:pt x="350846" y="58989"/>
                    <a:pt x="389027" y="79352"/>
                    <a:pt x="426312" y="101577"/>
                  </a:cubicBezTo>
                  <a:cubicBezTo>
                    <a:pt x="428009" y="102590"/>
                    <a:pt x="429612" y="106385"/>
                    <a:pt x="428999" y="108035"/>
                  </a:cubicBezTo>
                  <a:cubicBezTo>
                    <a:pt x="428174" y="110250"/>
                    <a:pt x="425322" y="112819"/>
                    <a:pt x="423036" y="113149"/>
                  </a:cubicBezTo>
                  <a:cubicBezTo>
                    <a:pt x="419524" y="113667"/>
                    <a:pt x="415518" y="113031"/>
                    <a:pt x="412124" y="111805"/>
                  </a:cubicBezTo>
                  <a:cubicBezTo>
                    <a:pt x="389875" y="103769"/>
                    <a:pt x="367556" y="95873"/>
                    <a:pt x="345614" y="87035"/>
                  </a:cubicBezTo>
                  <a:cubicBezTo>
                    <a:pt x="323319" y="78056"/>
                    <a:pt x="300646" y="71268"/>
                    <a:pt x="276418" y="74520"/>
                  </a:cubicBezTo>
                  <a:cubicBezTo>
                    <a:pt x="212336" y="83123"/>
                    <a:pt x="159402" y="112560"/>
                    <a:pt x="118110" y="162218"/>
                  </a:cubicBezTo>
                  <a:cubicBezTo>
                    <a:pt x="67815" y="222694"/>
                    <a:pt x="45638" y="293517"/>
                    <a:pt x="44388" y="371245"/>
                  </a:cubicBezTo>
                  <a:cubicBezTo>
                    <a:pt x="44011" y="394931"/>
                    <a:pt x="46934" y="418664"/>
                    <a:pt x="48301" y="442397"/>
                  </a:cubicBezTo>
                  <a:cubicBezTo>
                    <a:pt x="50775" y="485810"/>
                    <a:pt x="60179" y="527219"/>
                    <a:pt x="80660" y="566107"/>
                  </a:cubicBezTo>
                  <a:cubicBezTo>
                    <a:pt x="91242" y="586211"/>
                    <a:pt x="103427" y="606904"/>
                    <a:pt x="92609" y="633583"/>
                  </a:cubicBezTo>
                  <a:cubicBezTo>
                    <a:pt x="100245" y="626041"/>
                    <a:pt x="105972" y="628987"/>
                    <a:pt x="111487" y="632687"/>
                  </a:cubicBezTo>
                  <a:cubicBezTo>
                    <a:pt x="132227" y="646640"/>
                    <a:pt x="149786" y="664127"/>
                    <a:pt x="165246" y="683547"/>
                  </a:cubicBezTo>
                  <a:cubicBezTo>
                    <a:pt x="172718" y="692928"/>
                    <a:pt x="179717" y="703109"/>
                    <a:pt x="184620" y="713974"/>
                  </a:cubicBezTo>
                  <a:cubicBezTo>
                    <a:pt x="187566" y="720479"/>
                    <a:pt x="190724" y="723967"/>
                    <a:pt x="197205" y="723873"/>
                  </a:cubicBezTo>
                  <a:cubicBezTo>
                    <a:pt x="211747" y="723684"/>
                    <a:pt x="226383" y="723826"/>
                    <a:pt x="240806" y="722270"/>
                  </a:cubicBezTo>
                  <a:cubicBezTo>
                    <a:pt x="264398" y="719748"/>
                    <a:pt x="287613" y="715082"/>
                    <a:pt x="309767" y="706102"/>
                  </a:cubicBezTo>
                  <a:cubicBezTo>
                    <a:pt x="317804" y="702850"/>
                    <a:pt x="324356" y="698160"/>
                    <a:pt x="328409" y="690123"/>
                  </a:cubicBezTo>
                  <a:cubicBezTo>
                    <a:pt x="340429" y="666319"/>
                    <a:pt x="352638" y="642633"/>
                    <a:pt x="364846" y="618947"/>
                  </a:cubicBezTo>
                  <a:cubicBezTo>
                    <a:pt x="366779" y="615200"/>
                    <a:pt x="369112" y="611641"/>
                    <a:pt x="371257" y="607988"/>
                  </a:cubicBezTo>
                  <a:cubicBezTo>
                    <a:pt x="372058" y="608176"/>
                    <a:pt x="372836" y="608365"/>
                    <a:pt x="373637" y="608553"/>
                  </a:cubicBezTo>
                  <a:cubicBezTo>
                    <a:pt x="374910" y="624085"/>
                    <a:pt x="376206" y="639616"/>
                    <a:pt x="377479" y="655124"/>
                  </a:cubicBezTo>
                  <a:cubicBezTo>
                    <a:pt x="378327" y="655148"/>
                    <a:pt x="379199" y="655171"/>
                    <a:pt x="380047" y="655195"/>
                  </a:cubicBezTo>
                  <a:cubicBezTo>
                    <a:pt x="381132" y="653050"/>
                    <a:pt x="382192" y="650929"/>
                    <a:pt x="383276" y="648784"/>
                  </a:cubicBezTo>
                  <a:cubicBezTo>
                    <a:pt x="390842" y="633818"/>
                    <a:pt x="393316" y="617627"/>
                    <a:pt x="392633" y="601247"/>
                  </a:cubicBezTo>
                  <a:cubicBezTo>
                    <a:pt x="392138" y="589534"/>
                    <a:pt x="389734" y="577773"/>
                    <a:pt x="386812" y="566366"/>
                  </a:cubicBezTo>
                  <a:cubicBezTo>
                    <a:pt x="384808" y="558612"/>
                    <a:pt x="380142" y="557505"/>
                    <a:pt x="373213" y="561723"/>
                  </a:cubicBezTo>
                  <a:cubicBezTo>
                    <a:pt x="367933" y="564905"/>
                    <a:pt x="363243" y="569053"/>
                    <a:pt x="357988" y="572235"/>
                  </a:cubicBezTo>
                  <a:cubicBezTo>
                    <a:pt x="349786" y="577208"/>
                    <a:pt x="342833" y="576595"/>
                    <a:pt x="335504" y="570396"/>
                  </a:cubicBezTo>
                  <a:cubicBezTo>
                    <a:pt x="332110" y="567545"/>
                    <a:pt x="328952" y="564316"/>
                    <a:pt x="326218" y="560828"/>
                  </a:cubicBezTo>
                  <a:cubicBezTo>
                    <a:pt x="324709" y="558895"/>
                    <a:pt x="324261" y="556114"/>
                    <a:pt x="323342" y="553710"/>
                  </a:cubicBezTo>
                  <a:cubicBezTo>
                    <a:pt x="325558" y="552909"/>
                    <a:pt x="327773" y="551495"/>
                    <a:pt x="330012" y="551471"/>
                  </a:cubicBezTo>
                  <a:cubicBezTo>
                    <a:pt x="335574" y="551400"/>
                    <a:pt x="339157" y="548761"/>
                    <a:pt x="340429" y="543741"/>
                  </a:cubicBezTo>
                  <a:cubicBezTo>
                    <a:pt x="342079" y="537307"/>
                    <a:pt x="344106" y="530684"/>
                    <a:pt x="343988" y="524179"/>
                  </a:cubicBezTo>
                  <a:cubicBezTo>
                    <a:pt x="343540" y="498937"/>
                    <a:pt x="342786" y="473696"/>
                    <a:pt x="341231" y="448525"/>
                  </a:cubicBezTo>
                  <a:cubicBezTo>
                    <a:pt x="339062" y="413620"/>
                    <a:pt x="332369" y="379494"/>
                    <a:pt x="320255" y="346616"/>
                  </a:cubicBezTo>
                  <a:cubicBezTo>
                    <a:pt x="309885" y="318452"/>
                    <a:pt x="294990" y="293092"/>
                    <a:pt x="273660" y="271598"/>
                  </a:cubicBezTo>
                  <a:cubicBezTo>
                    <a:pt x="264422" y="262289"/>
                    <a:pt x="254287" y="260498"/>
                    <a:pt x="242574" y="265070"/>
                  </a:cubicBezTo>
                  <a:cubicBezTo>
                    <a:pt x="237766" y="266955"/>
                    <a:pt x="233099" y="269288"/>
                    <a:pt x="228409" y="271480"/>
                  </a:cubicBezTo>
                  <a:cubicBezTo>
                    <a:pt x="214103" y="278197"/>
                    <a:pt x="199868" y="285056"/>
                    <a:pt x="185468" y="291584"/>
                  </a:cubicBezTo>
                  <a:cubicBezTo>
                    <a:pt x="182475" y="292951"/>
                    <a:pt x="178916" y="293045"/>
                    <a:pt x="175593" y="293729"/>
                  </a:cubicBezTo>
                  <a:cubicBezTo>
                    <a:pt x="175122" y="292904"/>
                    <a:pt x="174650" y="292102"/>
                    <a:pt x="174179" y="291278"/>
                  </a:cubicBezTo>
                  <a:cubicBezTo>
                    <a:pt x="178256" y="285574"/>
                    <a:pt x="182404" y="279894"/>
                    <a:pt x="186434" y="274120"/>
                  </a:cubicBezTo>
                  <a:cubicBezTo>
                    <a:pt x="191996" y="266154"/>
                    <a:pt x="197888" y="257740"/>
                    <a:pt x="195532" y="247653"/>
                  </a:cubicBezTo>
                  <a:cubicBezTo>
                    <a:pt x="193693" y="239805"/>
                    <a:pt x="197323" y="236576"/>
                    <a:pt x="203144" y="235279"/>
                  </a:cubicBezTo>
                  <a:cubicBezTo>
                    <a:pt x="214669" y="232687"/>
                    <a:pt x="226335" y="230283"/>
                    <a:pt x="238072" y="229317"/>
                  </a:cubicBezTo>
                  <a:cubicBezTo>
                    <a:pt x="256856" y="227761"/>
                    <a:pt x="274768" y="230849"/>
                    <a:pt x="288721" y="245131"/>
                  </a:cubicBezTo>
                  <a:cubicBezTo>
                    <a:pt x="307575" y="264457"/>
                    <a:pt x="321881" y="286894"/>
                    <a:pt x="332251" y="311782"/>
                  </a:cubicBezTo>
                  <a:cubicBezTo>
                    <a:pt x="333241" y="314162"/>
                    <a:pt x="333217" y="317038"/>
                    <a:pt x="333264" y="319701"/>
                  </a:cubicBezTo>
                  <a:cubicBezTo>
                    <a:pt x="333359" y="327596"/>
                    <a:pt x="332958" y="335492"/>
                    <a:pt x="333288" y="343387"/>
                  </a:cubicBezTo>
                  <a:cubicBezTo>
                    <a:pt x="333547" y="349326"/>
                    <a:pt x="334631" y="355218"/>
                    <a:pt x="335339" y="361110"/>
                  </a:cubicBezTo>
                  <a:cubicBezTo>
                    <a:pt x="336211" y="361322"/>
                    <a:pt x="337083" y="361535"/>
                    <a:pt x="337955" y="361747"/>
                  </a:cubicBezTo>
                  <a:cubicBezTo>
                    <a:pt x="341490" y="357222"/>
                    <a:pt x="344907" y="352602"/>
                    <a:pt x="348607" y="348219"/>
                  </a:cubicBezTo>
                  <a:cubicBezTo>
                    <a:pt x="353250" y="342727"/>
                    <a:pt x="356668" y="342491"/>
                    <a:pt x="361429" y="347841"/>
                  </a:cubicBezTo>
                  <a:cubicBezTo>
                    <a:pt x="364516" y="351306"/>
                    <a:pt x="367132" y="355313"/>
                    <a:pt x="369324" y="359413"/>
                  </a:cubicBezTo>
                  <a:cubicBezTo>
                    <a:pt x="376913" y="373531"/>
                    <a:pt x="384007" y="387931"/>
                    <a:pt x="391761" y="401978"/>
                  </a:cubicBezTo>
                  <a:cubicBezTo>
                    <a:pt x="394236" y="406432"/>
                    <a:pt x="397653" y="410698"/>
                    <a:pt x="401589" y="413856"/>
                  </a:cubicBezTo>
                  <a:cubicBezTo>
                    <a:pt x="403734" y="415577"/>
                    <a:pt x="408212" y="415789"/>
                    <a:pt x="410969" y="414822"/>
                  </a:cubicBezTo>
                  <a:cubicBezTo>
                    <a:pt x="412619" y="414233"/>
                    <a:pt x="414009" y="409967"/>
                    <a:pt x="413774" y="407516"/>
                  </a:cubicBezTo>
                  <a:cubicBezTo>
                    <a:pt x="413349" y="403180"/>
                    <a:pt x="412100" y="398749"/>
                    <a:pt x="410309" y="394766"/>
                  </a:cubicBezTo>
                  <a:cubicBezTo>
                    <a:pt x="390347" y="350269"/>
                    <a:pt x="368829" y="306621"/>
                    <a:pt x="336918" y="269100"/>
                  </a:cubicBezTo>
                  <a:cubicBezTo>
                    <a:pt x="319619" y="248761"/>
                    <a:pt x="300175" y="231061"/>
                    <a:pt x="275687" y="219465"/>
                  </a:cubicBezTo>
                  <a:cubicBezTo>
                    <a:pt x="258058" y="211122"/>
                    <a:pt x="239510" y="210439"/>
                    <a:pt x="220608" y="210839"/>
                  </a:cubicBezTo>
                  <a:cubicBezTo>
                    <a:pt x="215682" y="210934"/>
                    <a:pt x="210757" y="209896"/>
                    <a:pt x="205831" y="209354"/>
                  </a:cubicBezTo>
                  <a:cubicBezTo>
                    <a:pt x="205666" y="208600"/>
                    <a:pt x="205501" y="207846"/>
                    <a:pt x="205312" y="207092"/>
                  </a:cubicBezTo>
                  <a:cubicBezTo>
                    <a:pt x="207245" y="205395"/>
                    <a:pt x="209036" y="203486"/>
                    <a:pt x="211134" y="202025"/>
                  </a:cubicBezTo>
                  <a:cubicBezTo>
                    <a:pt x="220396" y="195543"/>
                    <a:pt x="231143" y="192904"/>
                    <a:pt x="242008" y="193304"/>
                  </a:cubicBezTo>
                  <a:cubicBezTo>
                    <a:pt x="263950" y="194106"/>
                    <a:pt x="286010" y="194954"/>
                    <a:pt x="307669" y="198089"/>
                  </a:cubicBezTo>
                  <a:cubicBezTo>
                    <a:pt x="321598" y="200116"/>
                    <a:pt x="335079" y="205796"/>
                    <a:pt x="348442" y="210721"/>
                  </a:cubicBezTo>
                  <a:cubicBezTo>
                    <a:pt x="354311" y="212890"/>
                    <a:pt x="359237" y="217344"/>
                    <a:pt x="358836" y="226536"/>
                  </a:cubicBezTo>
                  <a:cubicBezTo>
                    <a:pt x="349385" y="224556"/>
                    <a:pt x="340806" y="222765"/>
                    <a:pt x="332251" y="220974"/>
                  </a:cubicBezTo>
                  <a:cubicBezTo>
                    <a:pt x="331685" y="221704"/>
                    <a:pt x="331096" y="222411"/>
                    <a:pt x="330531" y="223142"/>
                  </a:cubicBezTo>
                  <a:cubicBezTo>
                    <a:pt x="333547" y="228633"/>
                    <a:pt x="336211" y="234337"/>
                    <a:pt x="339604" y="239569"/>
                  </a:cubicBezTo>
                  <a:cubicBezTo>
                    <a:pt x="356574" y="265682"/>
                    <a:pt x="374839" y="291018"/>
                    <a:pt x="390559" y="317863"/>
                  </a:cubicBezTo>
                  <a:cubicBezTo>
                    <a:pt x="411653" y="353875"/>
                    <a:pt x="430861" y="390971"/>
                    <a:pt x="438591" y="432758"/>
                  </a:cubicBezTo>
                  <a:cubicBezTo>
                    <a:pt x="445379" y="469524"/>
                    <a:pt x="450587" y="506456"/>
                    <a:pt x="450847" y="543906"/>
                  </a:cubicBezTo>
                  <a:cubicBezTo>
                    <a:pt x="450894" y="551754"/>
                    <a:pt x="449456" y="559626"/>
                    <a:pt x="448325" y="567427"/>
                  </a:cubicBezTo>
                  <a:cubicBezTo>
                    <a:pt x="448089" y="569077"/>
                    <a:pt x="446204" y="570491"/>
                    <a:pt x="445096" y="572022"/>
                  </a:cubicBezTo>
                  <a:cubicBezTo>
                    <a:pt x="443423" y="570797"/>
                    <a:pt x="440971" y="569901"/>
                    <a:pt x="440194" y="568252"/>
                  </a:cubicBezTo>
                  <a:cubicBezTo>
                    <a:pt x="438025" y="563609"/>
                    <a:pt x="436046" y="558730"/>
                    <a:pt x="434844" y="553757"/>
                  </a:cubicBezTo>
                  <a:cubicBezTo>
                    <a:pt x="429187" y="530236"/>
                    <a:pt x="429093" y="506220"/>
                    <a:pt x="428598" y="482180"/>
                  </a:cubicBezTo>
                  <a:cubicBezTo>
                    <a:pt x="428339" y="469406"/>
                    <a:pt x="426359" y="456609"/>
                    <a:pt x="424167" y="443976"/>
                  </a:cubicBezTo>
                  <a:cubicBezTo>
                    <a:pt x="422824" y="436222"/>
                    <a:pt x="417827" y="431367"/>
                    <a:pt x="409296" y="429482"/>
                  </a:cubicBezTo>
                  <a:cubicBezTo>
                    <a:pt x="403121" y="428115"/>
                    <a:pt x="396168" y="425357"/>
                    <a:pt x="391997" y="420926"/>
                  </a:cubicBezTo>
                  <a:cubicBezTo>
                    <a:pt x="385374" y="413880"/>
                    <a:pt x="380260" y="405207"/>
                    <a:pt x="375452" y="396698"/>
                  </a:cubicBezTo>
                  <a:cubicBezTo>
                    <a:pt x="370384" y="387695"/>
                    <a:pt x="366590" y="377985"/>
                    <a:pt x="361806" y="368794"/>
                  </a:cubicBezTo>
                  <a:cubicBezTo>
                    <a:pt x="360721" y="366720"/>
                    <a:pt x="357846" y="365588"/>
                    <a:pt x="355819" y="364009"/>
                  </a:cubicBezTo>
                  <a:cubicBezTo>
                    <a:pt x="354759" y="366272"/>
                    <a:pt x="352685" y="368558"/>
                    <a:pt x="352779" y="370750"/>
                  </a:cubicBezTo>
                  <a:cubicBezTo>
                    <a:pt x="353321" y="382298"/>
                    <a:pt x="354170" y="393870"/>
                    <a:pt x="355395" y="405372"/>
                  </a:cubicBezTo>
                  <a:cubicBezTo>
                    <a:pt x="358954" y="438532"/>
                    <a:pt x="362678" y="471645"/>
                    <a:pt x="366496" y="504782"/>
                  </a:cubicBezTo>
                  <a:cubicBezTo>
                    <a:pt x="367179" y="510651"/>
                    <a:pt x="368028" y="516614"/>
                    <a:pt x="369890" y="522152"/>
                  </a:cubicBezTo>
                  <a:cubicBezTo>
                    <a:pt x="370809" y="524886"/>
                    <a:pt x="374250" y="526795"/>
                    <a:pt x="376536" y="529081"/>
                  </a:cubicBezTo>
                  <a:cubicBezTo>
                    <a:pt x="378657" y="526889"/>
                    <a:pt x="382192" y="524980"/>
                    <a:pt x="382664" y="522482"/>
                  </a:cubicBezTo>
                  <a:cubicBezTo>
                    <a:pt x="384408" y="513361"/>
                    <a:pt x="385916" y="504052"/>
                    <a:pt x="386034" y="494789"/>
                  </a:cubicBezTo>
                  <a:cubicBezTo>
                    <a:pt x="386199" y="483689"/>
                    <a:pt x="384643" y="472565"/>
                    <a:pt x="384290" y="461464"/>
                  </a:cubicBezTo>
                  <a:cubicBezTo>
                    <a:pt x="384196" y="458400"/>
                    <a:pt x="385704" y="455265"/>
                    <a:pt x="386482" y="452178"/>
                  </a:cubicBezTo>
                  <a:cubicBezTo>
                    <a:pt x="387354" y="452060"/>
                    <a:pt x="388226" y="451942"/>
                    <a:pt x="389121" y="451824"/>
                  </a:cubicBezTo>
                  <a:cubicBezTo>
                    <a:pt x="390983" y="454771"/>
                    <a:pt x="393741" y="457504"/>
                    <a:pt x="394518" y="460733"/>
                  </a:cubicBezTo>
                  <a:cubicBezTo>
                    <a:pt x="396969" y="470797"/>
                    <a:pt x="399798" y="480955"/>
                    <a:pt x="400434" y="491207"/>
                  </a:cubicBezTo>
                  <a:cubicBezTo>
                    <a:pt x="402720" y="528256"/>
                    <a:pt x="405336" y="565353"/>
                    <a:pt x="405572" y="602426"/>
                  </a:cubicBezTo>
                  <a:cubicBezTo>
                    <a:pt x="405737" y="629553"/>
                    <a:pt x="402979" y="656750"/>
                    <a:pt x="400340" y="683783"/>
                  </a:cubicBezTo>
                  <a:cubicBezTo>
                    <a:pt x="399326" y="694177"/>
                    <a:pt x="394872" y="704217"/>
                    <a:pt x="392374" y="714516"/>
                  </a:cubicBezTo>
                  <a:cubicBezTo>
                    <a:pt x="391808" y="716849"/>
                    <a:pt x="392845" y="719560"/>
                    <a:pt x="393128" y="722105"/>
                  </a:cubicBezTo>
                  <a:cubicBezTo>
                    <a:pt x="395461" y="721704"/>
                    <a:pt x="397936" y="721657"/>
                    <a:pt x="400104" y="720809"/>
                  </a:cubicBezTo>
                  <a:cubicBezTo>
                    <a:pt x="404252" y="719159"/>
                    <a:pt x="408212" y="717062"/>
                    <a:pt x="412242" y="715129"/>
                  </a:cubicBezTo>
                  <a:cubicBezTo>
                    <a:pt x="411488" y="721516"/>
                    <a:pt x="408919" y="726277"/>
                    <a:pt x="407811" y="731367"/>
                  </a:cubicBezTo>
                  <a:cubicBezTo>
                    <a:pt x="407316" y="733724"/>
                    <a:pt x="409036" y="738108"/>
                    <a:pt x="410945" y="739004"/>
                  </a:cubicBezTo>
                  <a:cubicBezTo>
                    <a:pt x="412878" y="739899"/>
                    <a:pt x="417380" y="738438"/>
                    <a:pt x="418794" y="736529"/>
                  </a:cubicBezTo>
                  <a:cubicBezTo>
                    <a:pt x="421386" y="733112"/>
                    <a:pt x="423602" y="728704"/>
                    <a:pt x="424097" y="724485"/>
                  </a:cubicBezTo>
                  <a:cubicBezTo>
                    <a:pt x="425699" y="711028"/>
                    <a:pt x="426336" y="697453"/>
                    <a:pt x="427537" y="683925"/>
                  </a:cubicBezTo>
                  <a:cubicBezTo>
                    <a:pt x="429399" y="662784"/>
                    <a:pt x="430743" y="641572"/>
                    <a:pt x="433571" y="620550"/>
                  </a:cubicBezTo>
                  <a:cubicBezTo>
                    <a:pt x="435174" y="608600"/>
                    <a:pt x="442503" y="599857"/>
                    <a:pt x="454712" y="596180"/>
                  </a:cubicBezTo>
                  <a:cubicBezTo>
                    <a:pt x="457776" y="595261"/>
                    <a:pt x="460792" y="594177"/>
                    <a:pt x="463809" y="593069"/>
                  </a:cubicBezTo>
                  <a:cubicBezTo>
                    <a:pt x="472317" y="589958"/>
                    <a:pt x="477526" y="583877"/>
                    <a:pt x="477761" y="574851"/>
                  </a:cubicBezTo>
                  <a:cubicBezTo>
                    <a:pt x="478068" y="563019"/>
                    <a:pt x="478139" y="551094"/>
                    <a:pt x="476960" y="539333"/>
                  </a:cubicBezTo>
                  <a:cubicBezTo>
                    <a:pt x="474839" y="518193"/>
                    <a:pt x="471940" y="497123"/>
                    <a:pt x="468923" y="476076"/>
                  </a:cubicBezTo>
                  <a:cubicBezTo>
                    <a:pt x="464186" y="443081"/>
                    <a:pt x="459802" y="409802"/>
                    <a:pt x="447759" y="378574"/>
                  </a:cubicBezTo>
                  <a:cubicBezTo>
                    <a:pt x="438992" y="355831"/>
                    <a:pt x="427090" y="334313"/>
                    <a:pt x="416720" y="312183"/>
                  </a:cubicBezTo>
                  <a:cubicBezTo>
                    <a:pt x="407339" y="292150"/>
                    <a:pt x="398101" y="272046"/>
                    <a:pt x="388815" y="251966"/>
                  </a:cubicBezTo>
                  <a:cubicBezTo>
                    <a:pt x="389357" y="251636"/>
                    <a:pt x="389875" y="251282"/>
                    <a:pt x="390418" y="250952"/>
                  </a:cubicBezTo>
                  <a:cubicBezTo>
                    <a:pt x="401188" y="265305"/>
                    <a:pt x="412925" y="279022"/>
                    <a:pt x="422494" y="294129"/>
                  </a:cubicBezTo>
                  <a:cubicBezTo>
                    <a:pt x="440005" y="321775"/>
                    <a:pt x="452096" y="352131"/>
                    <a:pt x="462984" y="382887"/>
                  </a:cubicBezTo>
                  <a:cubicBezTo>
                    <a:pt x="480707" y="433017"/>
                    <a:pt x="497252" y="483453"/>
                    <a:pt x="497488" y="537542"/>
                  </a:cubicBezTo>
                  <a:cubicBezTo>
                    <a:pt x="497512" y="543010"/>
                    <a:pt x="499609" y="548714"/>
                    <a:pt x="501825" y="553828"/>
                  </a:cubicBezTo>
                  <a:cubicBezTo>
                    <a:pt x="502744" y="555925"/>
                    <a:pt x="506868" y="558400"/>
                    <a:pt x="508942" y="557952"/>
                  </a:cubicBezTo>
                  <a:cubicBezTo>
                    <a:pt x="522305" y="555030"/>
                    <a:pt x="526147" y="556538"/>
                    <a:pt x="529824" y="569666"/>
                  </a:cubicBezTo>
                  <a:cubicBezTo>
                    <a:pt x="532652" y="579824"/>
                    <a:pt x="534679" y="590288"/>
                    <a:pt x="536187" y="600752"/>
                  </a:cubicBezTo>
                  <a:cubicBezTo>
                    <a:pt x="542951" y="647370"/>
                    <a:pt x="540901" y="693493"/>
                    <a:pt x="526901" y="738674"/>
                  </a:cubicBezTo>
                  <a:cubicBezTo>
                    <a:pt x="524238" y="747229"/>
                    <a:pt x="519477" y="755242"/>
                    <a:pt x="514881" y="763020"/>
                  </a:cubicBezTo>
                  <a:cubicBezTo>
                    <a:pt x="513609" y="765164"/>
                    <a:pt x="509154" y="767050"/>
                    <a:pt x="506774" y="766460"/>
                  </a:cubicBezTo>
                  <a:cubicBezTo>
                    <a:pt x="504511" y="765918"/>
                    <a:pt x="501707" y="762077"/>
                    <a:pt x="501542" y="759531"/>
                  </a:cubicBezTo>
                  <a:cubicBezTo>
                    <a:pt x="501165" y="753757"/>
                    <a:pt x="502084" y="747865"/>
                    <a:pt x="502791" y="742067"/>
                  </a:cubicBezTo>
                  <a:cubicBezTo>
                    <a:pt x="503545" y="735963"/>
                    <a:pt x="505666" y="729859"/>
                    <a:pt x="505266" y="723873"/>
                  </a:cubicBezTo>
                  <a:cubicBezTo>
                    <a:pt x="505030" y="720290"/>
                    <a:pt x="501306" y="714351"/>
                    <a:pt x="498714" y="714092"/>
                  </a:cubicBezTo>
                  <a:cubicBezTo>
                    <a:pt x="494566" y="713691"/>
                    <a:pt x="489711" y="716637"/>
                    <a:pt x="485845" y="719206"/>
                  </a:cubicBezTo>
                  <a:cubicBezTo>
                    <a:pt x="484031" y="720408"/>
                    <a:pt x="483583" y="723967"/>
                    <a:pt x="482970" y="726583"/>
                  </a:cubicBezTo>
                  <a:cubicBezTo>
                    <a:pt x="481037" y="734785"/>
                    <a:pt x="476724" y="738249"/>
                    <a:pt x="468546" y="740300"/>
                  </a:cubicBezTo>
                  <a:cubicBezTo>
                    <a:pt x="462772" y="741761"/>
                    <a:pt x="455914" y="743576"/>
                    <a:pt x="452237" y="747653"/>
                  </a:cubicBezTo>
                  <a:cubicBezTo>
                    <a:pt x="440854" y="760239"/>
                    <a:pt x="430814" y="774026"/>
                    <a:pt x="420161" y="787271"/>
                  </a:cubicBezTo>
                  <a:cubicBezTo>
                    <a:pt x="413208" y="795897"/>
                    <a:pt x="406232" y="804523"/>
                    <a:pt x="398855" y="812796"/>
                  </a:cubicBezTo>
                  <a:cubicBezTo>
                    <a:pt x="397394" y="814446"/>
                    <a:pt x="394141" y="814493"/>
                    <a:pt x="391737" y="815270"/>
                  </a:cubicBezTo>
                  <a:cubicBezTo>
                    <a:pt x="391266" y="812725"/>
                    <a:pt x="389781" y="809873"/>
                    <a:pt x="390488" y="807728"/>
                  </a:cubicBezTo>
                  <a:cubicBezTo>
                    <a:pt x="392869" y="800493"/>
                    <a:pt x="395768" y="793399"/>
                    <a:pt x="398973" y="786470"/>
                  </a:cubicBezTo>
                  <a:cubicBezTo>
                    <a:pt x="406138" y="771056"/>
                    <a:pt x="403757" y="756562"/>
                    <a:pt x="394848" y="742869"/>
                  </a:cubicBezTo>
                  <a:cubicBezTo>
                    <a:pt x="390865" y="736717"/>
                    <a:pt x="385657" y="731415"/>
                    <a:pt x="377266" y="732805"/>
                  </a:cubicBezTo>
                  <a:cubicBezTo>
                    <a:pt x="369112" y="734172"/>
                    <a:pt x="365200" y="740606"/>
                    <a:pt x="363243" y="747512"/>
                  </a:cubicBezTo>
                  <a:cubicBezTo>
                    <a:pt x="362088" y="751565"/>
                    <a:pt x="362819" y="756845"/>
                    <a:pt x="364681" y="760639"/>
                  </a:cubicBezTo>
                  <a:cubicBezTo>
                    <a:pt x="365294" y="761912"/>
                    <a:pt x="371964" y="760286"/>
                    <a:pt x="375829" y="759885"/>
                  </a:cubicBezTo>
                  <a:cubicBezTo>
                    <a:pt x="376536" y="759814"/>
                    <a:pt x="377196" y="759037"/>
                    <a:pt x="377856" y="759037"/>
                  </a:cubicBezTo>
                  <a:cubicBezTo>
                    <a:pt x="380637" y="759107"/>
                    <a:pt x="384290" y="758377"/>
                    <a:pt x="385987" y="759814"/>
                  </a:cubicBezTo>
                  <a:cubicBezTo>
                    <a:pt x="387731" y="761299"/>
                    <a:pt x="388579" y="765164"/>
                    <a:pt x="388155" y="767710"/>
                  </a:cubicBezTo>
                  <a:cubicBezTo>
                    <a:pt x="386717" y="776430"/>
                    <a:pt x="381744" y="783170"/>
                    <a:pt x="374203" y="787743"/>
                  </a:cubicBezTo>
                  <a:cubicBezTo>
                    <a:pt x="368358" y="791278"/>
                    <a:pt x="363408" y="788945"/>
                    <a:pt x="361994" y="782416"/>
                  </a:cubicBezTo>
                  <a:cubicBezTo>
                    <a:pt x="359661" y="771551"/>
                    <a:pt x="357446" y="770632"/>
                    <a:pt x="347995" y="776760"/>
                  </a:cubicBezTo>
                  <a:cubicBezTo>
                    <a:pt x="345709" y="778245"/>
                    <a:pt x="343517" y="779894"/>
                    <a:pt x="341537" y="781733"/>
                  </a:cubicBezTo>
                  <a:cubicBezTo>
                    <a:pt x="316484" y="805136"/>
                    <a:pt x="286599" y="807493"/>
                    <a:pt x="254806" y="801789"/>
                  </a:cubicBezTo>
                  <a:cubicBezTo>
                    <a:pt x="230389" y="797406"/>
                    <a:pt x="208471" y="786706"/>
                    <a:pt x="186788" y="775322"/>
                  </a:cubicBezTo>
                  <a:cubicBezTo>
                    <a:pt x="183017" y="773343"/>
                    <a:pt x="179057" y="771763"/>
                    <a:pt x="174603" y="769713"/>
                  </a:cubicBezTo>
                  <a:cubicBezTo>
                    <a:pt x="174886" y="771433"/>
                    <a:pt x="174815" y="772023"/>
                    <a:pt x="175074" y="772353"/>
                  </a:cubicBezTo>
                  <a:cubicBezTo>
                    <a:pt x="176253" y="773932"/>
                    <a:pt x="177549" y="775440"/>
                    <a:pt x="178775" y="776996"/>
                  </a:cubicBezTo>
                  <a:cubicBezTo>
                    <a:pt x="193599" y="795567"/>
                    <a:pt x="213726" y="806574"/>
                    <a:pt x="234820" y="816072"/>
                  </a:cubicBezTo>
                  <a:cubicBezTo>
                    <a:pt x="256927" y="826017"/>
                    <a:pt x="279435" y="834832"/>
                    <a:pt x="303828" y="837448"/>
                  </a:cubicBezTo>
                  <a:cubicBezTo>
                    <a:pt x="310710" y="838179"/>
                    <a:pt x="316767" y="837684"/>
                    <a:pt x="321009" y="830448"/>
                  </a:cubicBezTo>
                  <a:cubicBezTo>
                    <a:pt x="322871" y="827267"/>
                    <a:pt x="327396" y="824721"/>
                    <a:pt x="331190" y="823708"/>
                  </a:cubicBezTo>
                  <a:cubicBezTo>
                    <a:pt x="346345" y="819678"/>
                    <a:pt x="361240" y="820927"/>
                    <a:pt x="374792" y="829199"/>
                  </a:cubicBezTo>
                  <a:cubicBezTo>
                    <a:pt x="378798" y="831627"/>
                    <a:pt x="381792" y="835987"/>
                    <a:pt x="384667" y="839876"/>
                  </a:cubicBezTo>
                  <a:cubicBezTo>
                    <a:pt x="385680" y="841266"/>
                    <a:pt x="385657" y="844283"/>
                    <a:pt x="384808" y="845862"/>
                  </a:cubicBezTo>
                  <a:cubicBezTo>
                    <a:pt x="384266" y="846852"/>
                    <a:pt x="381202" y="847040"/>
                    <a:pt x="379458" y="846663"/>
                  </a:cubicBezTo>
                  <a:cubicBezTo>
                    <a:pt x="375852" y="845909"/>
                    <a:pt x="372388" y="844495"/>
                    <a:pt x="368829" y="843458"/>
                  </a:cubicBezTo>
                  <a:cubicBezTo>
                    <a:pt x="353792" y="839051"/>
                    <a:pt x="339699" y="840536"/>
                    <a:pt x="326288" y="849279"/>
                  </a:cubicBezTo>
                  <a:cubicBezTo>
                    <a:pt x="321645" y="852320"/>
                    <a:pt x="316154" y="854912"/>
                    <a:pt x="310733" y="855808"/>
                  </a:cubicBezTo>
                  <a:cubicBezTo>
                    <a:pt x="282546" y="860498"/>
                    <a:pt x="255042" y="857340"/>
                    <a:pt x="228551" y="846640"/>
                  </a:cubicBezTo>
                  <a:cubicBezTo>
                    <a:pt x="220420" y="843364"/>
                    <a:pt x="213114" y="838815"/>
                    <a:pt x="212548" y="828280"/>
                  </a:cubicBezTo>
                  <a:cubicBezTo>
                    <a:pt x="212336" y="824226"/>
                    <a:pt x="209955" y="822152"/>
                    <a:pt x="205265" y="824603"/>
                  </a:cubicBezTo>
                  <a:cubicBezTo>
                    <a:pt x="203286" y="825640"/>
                    <a:pt x="199986" y="825711"/>
                    <a:pt x="197936" y="824792"/>
                  </a:cubicBezTo>
                  <a:cubicBezTo>
                    <a:pt x="193717" y="822859"/>
                    <a:pt x="189475" y="820479"/>
                    <a:pt x="186010" y="817415"/>
                  </a:cubicBezTo>
                  <a:cubicBezTo>
                    <a:pt x="153722" y="788780"/>
                    <a:pt x="120467" y="761535"/>
                    <a:pt x="101871" y="720290"/>
                  </a:cubicBezTo>
                  <a:cubicBezTo>
                    <a:pt x="90794" y="695732"/>
                    <a:pt x="71138" y="676124"/>
                    <a:pt x="51530" y="657410"/>
                  </a:cubicBezTo>
                  <a:cubicBezTo>
                    <a:pt x="48489" y="654511"/>
                    <a:pt x="44483" y="652626"/>
                    <a:pt x="40924" y="650269"/>
                  </a:cubicBezTo>
                  <a:cubicBezTo>
                    <a:pt x="40358" y="650693"/>
                    <a:pt x="39793" y="651141"/>
                    <a:pt x="39203" y="651565"/>
                  </a:cubicBezTo>
                  <a:cubicBezTo>
                    <a:pt x="39604" y="654629"/>
                    <a:pt x="39368" y="657952"/>
                    <a:pt x="40523" y="660710"/>
                  </a:cubicBezTo>
                  <a:cubicBezTo>
                    <a:pt x="43564" y="667992"/>
                    <a:pt x="46722" y="675275"/>
                    <a:pt x="50658" y="682110"/>
                  </a:cubicBezTo>
                  <a:cubicBezTo>
                    <a:pt x="75286" y="724957"/>
                    <a:pt x="106891" y="762289"/>
                    <a:pt x="142244" y="796534"/>
                  </a:cubicBezTo>
                  <a:cubicBezTo>
                    <a:pt x="164681" y="818264"/>
                    <a:pt x="188249" y="838697"/>
                    <a:pt x="214999" y="855077"/>
                  </a:cubicBezTo>
                  <a:cubicBezTo>
                    <a:pt x="228362" y="863255"/>
                    <a:pt x="242268" y="870467"/>
                    <a:pt x="258294" y="871033"/>
                  </a:cubicBezTo>
                  <a:cubicBezTo>
                    <a:pt x="282004" y="871881"/>
                    <a:pt x="305737" y="872918"/>
                    <a:pt x="329423" y="872235"/>
                  </a:cubicBezTo>
                  <a:cubicBezTo>
                    <a:pt x="355442" y="871504"/>
                    <a:pt x="379105" y="863208"/>
                    <a:pt x="396852" y="842987"/>
                  </a:cubicBezTo>
                  <a:cubicBezTo>
                    <a:pt x="410380" y="827549"/>
                    <a:pt x="422989" y="811287"/>
                    <a:pt x="436258" y="795638"/>
                  </a:cubicBezTo>
                  <a:cubicBezTo>
                    <a:pt x="443611" y="786965"/>
                    <a:pt x="451365" y="778622"/>
                    <a:pt x="459284" y="770467"/>
                  </a:cubicBezTo>
                  <a:cubicBezTo>
                    <a:pt x="460839" y="768864"/>
                    <a:pt x="464328" y="767969"/>
                    <a:pt x="466449" y="768534"/>
                  </a:cubicBezTo>
                  <a:cubicBezTo>
                    <a:pt x="467816" y="768912"/>
                    <a:pt x="469277" y="772730"/>
                    <a:pt x="468947" y="774733"/>
                  </a:cubicBezTo>
                  <a:cubicBezTo>
                    <a:pt x="467792" y="781921"/>
                    <a:pt x="467179" y="789652"/>
                    <a:pt x="464045" y="796039"/>
                  </a:cubicBezTo>
                  <a:cubicBezTo>
                    <a:pt x="446557" y="831627"/>
                    <a:pt x="419807" y="859649"/>
                    <a:pt x="389239" y="884160"/>
                  </a:cubicBezTo>
                  <a:cubicBezTo>
                    <a:pt x="378987" y="892386"/>
                    <a:pt x="366425" y="896439"/>
                    <a:pt x="353321" y="896227"/>
                  </a:cubicBezTo>
                  <a:cubicBezTo>
                    <a:pt x="327632" y="895779"/>
                    <a:pt x="301872" y="895426"/>
                    <a:pt x="276300" y="893211"/>
                  </a:cubicBezTo>
                  <a:cubicBezTo>
                    <a:pt x="239392" y="890005"/>
                    <a:pt x="204912" y="878363"/>
                    <a:pt x="173448" y="858447"/>
                  </a:cubicBezTo>
                  <a:cubicBezTo>
                    <a:pt x="138049" y="836034"/>
                    <a:pt x="110592" y="805725"/>
                    <a:pt x="87990" y="770891"/>
                  </a:cubicBezTo>
                  <a:cubicBezTo>
                    <a:pt x="71704" y="745815"/>
                    <a:pt x="56620" y="719960"/>
                    <a:pt x="40382" y="694860"/>
                  </a:cubicBezTo>
                  <a:cubicBezTo>
                    <a:pt x="35338" y="687083"/>
                    <a:pt x="29423" y="678716"/>
                    <a:pt x="21787" y="674120"/>
                  </a:cubicBezTo>
                  <a:cubicBezTo>
                    <a:pt x="14716" y="669854"/>
                    <a:pt x="13443" y="666720"/>
                    <a:pt x="17026" y="660521"/>
                  </a:cubicBezTo>
                  <a:cubicBezTo>
                    <a:pt x="25227" y="646286"/>
                    <a:pt x="12383" y="617934"/>
                    <a:pt x="599" y="608954"/>
                  </a:cubicBezTo>
                  <a:cubicBezTo>
                    <a:pt x="363" y="611216"/>
                    <a:pt x="-132" y="613102"/>
                    <a:pt x="33" y="614917"/>
                  </a:cubicBezTo>
                  <a:cubicBezTo>
                    <a:pt x="2013" y="636647"/>
                    <a:pt x="5831" y="658023"/>
                    <a:pt x="13703" y="678433"/>
                  </a:cubicBezTo>
                  <a:cubicBezTo>
                    <a:pt x="49738" y="771669"/>
                    <a:pt x="111794" y="842916"/>
                    <a:pt x="197276" y="893918"/>
                  </a:cubicBezTo>
                  <a:cubicBezTo>
                    <a:pt x="248277" y="924344"/>
                    <a:pt x="303286" y="929859"/>
                    <a:pt x="360439" y="916991"/>
                  </a:cubicBezTo>
                  <a:cubicBezTo>
                    <a:pt x="395249" y="909143"/>
                    <a:pt x="425346" y="893423"/>
                    <a:pt x="444954" y="861794"/>
                  </a:cubicBezTo>
                  <a:cubicBezTo>
                    <a:pt x="457493" y="841572"/>
                    <a:pt x="472411" y="825499"/>
                    <a:pt x="499044" y="824556"/>
                  </a:cubicBezTo>
                  <a:cubicBezTo>
                    <a:pt x="513727" y="824038"/>
                    <a:pt x="524262" y="808907"/>
                    <a:pt x="522588" y="794083"/>
                  </a:cubicBezTo>
                  <a:cubicBezTo>
                    <a:pt x="519595" y="795850"/>
                    <a:pt x="516790" y="797194"/>
                    <a:pt x="514339" y="799008"/>
                  </a:cubicBezTo>
                  <a:cubicBezTo>
                    <a:pt x="507575" y="804005"/>
                    <a:pt x="501094" y="809425"/>
                    <a:pt x="494188" y="814210"/>
                  </a:cubicBezTo>
                  <a:cubicBezTo>
                    <a:pt x="487236" y="819041"/>
                    <a:pt x="484596" y="817863"/>
                    <a:pt x="483559" y="809661"/>
                  </a:cubicBezTo>
                  <a:cubicBezTo>
                    <a:pt x="483017" y="805277"/>
                    <a:pt x="482829" y="800729"/>
                    <a:pt x="483371" y="796369"/>
                  </a:cubicBezTo>
                  <a:cubicBezTo>
                    <a:pt x="484690" y="785621"/>
                    <a:pt x="489663" y="781827"/>
                    <a:pt x="500411" y="783005"/>
                  </a:cubicBezTo>
                  <a:cubicBezTo>
                    <a:pt x="505053" y="783524"/>
                    <a:pt x="509696" y="784278"/>
                    <a:pt x="514292" y="785244"/>
                  </a:cubicBezTo>
                  <a:cubicBezTo>
                    <a:pt x="529894" y="788520"/>
                    <a:pt x="535622" y="784867"/>
                    <a:pt x="536706" y="768864"/>
                  </a:cubicBezTo>
                  <a:cubicBezTo>
                    <a:pt x="537955" y="750175"/>
                    <a:pt x="545426" y="734526"/>
                    <a:pt x="557823" y="721045"/>
                  </a:cubicBezTo>
                  <a:cubicBezTo>
                    <a:pt x="570173" y="707611"/>
                    <a:pt x="575381" y="691608"/>
                    <a:pt x="576135" y="673743"/>
                  </a:cubicBezTo>
                  <a:cubicBezTo>
                    <a:pt x="577314" y="645225"/>
                    <a:pt x="568806" y="619112"/>
                    <a:pt x="555961" y="594247"/>
                  </a:cubicBezTo>
                  <a:cubicBezTo>
                    <a:pt x="544365" y="571763"/>
                    <a:pt x="534160" y="548784"/>
                    <a:pt x="529447" y="523825"/>
                  </a:cubicBezTo>
                  <a:cubicBezTo>
                    <a:pt x="527679" y="514445"/>
                    <a:pt x="527443" y="504735"/>
                    <a:pt x="527137" y="495143"/>
                  </a:cubicBezTo>
                  <a:cubicBezTo>
                    <a:pt x="527066" y="493092"/>
                    <a:pt x="529447" y="489651"/>
                    <a:pt x="531309" y="489180"/>
                  </a:cubicBezTo>
                  <a:cubicBezTo>
                    <a:pt x="533241" y="488685"/>
                    <a:pt x="536329" y="490524"/>
                    <a:pt x="538073" y="492220"/>
                  </a:cubicBezTo>
                  <a:cubicBezTo>
                    <a:pt x="539934" y="494035"/>
                    <a:pt x="541254" y="496722"/>
                    <a:pt x="541985" y="499267"/>
                  </a:cubicBezTo>
                  <a:cubicBezTo>
                    <a:pt x="546039" y="513220"/>
                    <a:pt x="550470" y="527078"/>
                    <a:pt x="553604" y="541242"/>
                  </a:cubicBezTo>
                  <a:cubicBezTo>
                    <a:pt x="558223" y="562195"/>
                    <a:pt x="561429" y="583524"/>
                    <a:pt x="571705" y="602756"/>
                  </a:cubicBezTo>
                  <a:cubicBezTo>
                    <a:pt x="573637" y="606385"/>
                    <a:pt x="576300" y="609850"/>
                    <a:pt x="579341" y="612583"/>
                  </a:cubicBezTo>
                  <a:cubicBezTo>
                    <a:pt x="581038" y="614115"/>
                    <a:pt x="584997" y="615270"/>
                    <a:pt x="586458" y="614328"/>
                  </a:cubicBezTo>
                  <a:cubicBezTo>
                    <a:pt x="588155" y="613243"/>
                    <a:pt x="588933" y="609637"/>
                    <a:pt x="588886" y="607116"/>
                  </a:cubicBezTo>
                  <a:cubicBezTo>
                    <a:pt x="588839" y="603463"/>
                    <a:pt x="587825" y="599810"/>
                    <a:pt x="587047" y="596204"/>
                  </a:cubicBezTo>
                  <a:cubicBezTo>
                    <a:pt x="580778" y="567026"/>
                    <a:pt x="574533" y="537825"/>
                    <a:pt x="568169" y="508671"/>
                  </a:cubicBezTo>
                  <a:cubicBezTo>
                    <a:pt x="562890" y="484561"/>
                    <a:pt x="557752" y="460356"/>
                    <a:pt x="544695" y="438885"/>
                  </a:cubicBezTo>
                  <a:cubicBezTo>
                    <a:pt x="541796" y="434125"/>
                    <a:pt x="538568" y="427973"/>
                    <a:pt x="531709" y="430448"/>
                  </a:cubicBezTo>
                  <a:cubicBezTo>
                    <a:pt x="524238" y="433135"/>
                    <a:pt x="526948" y="440323"/>
                    <a:pt x="527184" y="446003"/>
                  </a:cubicBezTo>
                  <a:cubicBezTo>
                    <a:pt x="527278" y="448148"/>
                    <a:pt x="528339" y="450269"/>
                    <a:pt x="528928" y="452414"/>
                  </a:cubicBezTo>
                  <a:cubicBezTo>
                    <a:pt x="529329" y="453828"/>
                    <a:pt x="530177" y="455407"/>
                    <a:pt x="529894" y="456703"/>
                  </a:cubicBezTo>
                  <a:cubicBezTo>
                    <a:pt x="528952" y="460969"/>
                    <a:pt x="528857" y="466979"/>
                    <a:pt x="526076" y="468935"/>
                  </a:cubicBezTo>
                  <a:cubicBezTo>
                    <a:pt x="521410" y="472211"/>
                    <a:pt x="517262" y="467403"/>
                    <a:pt x="514716" y="463514"/>
                  </a:cubicBezTo>
                  <a:cubicBezTo>
                    <a:pt x="511346" y="458400"/>
                    <a:pt x="508117" y="452979"/>
                    <a:pt x="506091" y="447229"/>
                  </a:cubicBezTo>
                  <a:cubicBezTo>
                    <a:pt x="499326" y="428162"/>
                    <a:pt x="493623" y="408742"/>
                    <a:pt x="486647" y="389769"/>
                  </a:cubicBezTo>
                  <a:cubicBezTo>
                    <a:pt x="470950" y="347017"/>
                    <a:pt x="452591" y="305489"/>
                    <a:pt x="426406" y="267922"/>
                  </a:cubicBezTo>
                  <a:cubicBezTo>
                    <a:pt x="418864" y="257104"/>
                    <a:pt x="410309" y="247653"/>
                    <a:pt x="397276" y="242515"/>
                  </a:cubicBezTo>
                  <a:cubicBezTo>
                    <a:pt x="384950" y="237683"/>
                    <a:pt x="380448" y="220314"/>
                    <a:pt x="387212" y="208836"/>
                  </a:cubicBezTo>
                  <a:cubicBezTo>
                    <a:pt x="392986" y="199031"/>
                    <a:pt x="402555" y="197759"/>
                    <a:pt x="410262" y="205866"/>
                  </a:cubicBezTo>
                  <a:cubicBezTo>
                    <a:pt x="412972" y="208742"/>
                    <a:pt x="415565" y="211758"/>
                    <a:pt x="417874" y="214964"/>
                  </a:cubicBezTo>
                  <a:cubicBezTo>
                    <a:pt x="444530" y="252013"/>
                    <a:pt x="466755" y="291631"/>
                    <a:pt x="485539" y="333158"/>
                  </a:cubicBezTo>
                  <a:cubicBezTo>
                    <a:pt x="490064" y="343175"/>
                    <a:pt x="494212" y="353804"/>
                    <a:pt x="495956" y="364575"/>
                  </a:cubicBezTo>
                  <a:cubicBezTo>
                    <a:pt x="499185" y="384443"/>
                    <a:pt x="509932" y="398466"/>
                    <a:pt x="525746" y="409496"/>
                  </a:cubicBezTo>
                  <a:cubicBezTo>
                    <a:pt x="527514" y="410745"/>
                    <a:pt x="529800" y="411264"/>
                    <a:pt x="533548" y="412866"/>
                  </a:cubicBezTo>
                  <a:cubicBezTo>
                    <a:pt x="532181" y="407634"/>
                    <a:pt x="531521" y="404311"/>
                    <a:pt x="530436" y="401153"/>
                  </a:cubicBezTo>
                  <a:cubicBezTo>
                    <a:pt x="513043" y="350033"/>
                    <a:pt x="490606" y="301176"/>
                    <a:pt x="463927" y="254323"/>
                  </a:cubicBezTo>
                  <a:cubicBezTo>
                    <a:pt x="456008" y="240394"/>
                    <a:pt x="448089" y="225781"/>
                    <a:pt x="437177" y="214398"/>
                  </a:cubicBezTo>
                  <a:cubicBezTo>
                    <a:pt x="407528" y="183476"/>
                    <a:pt x="376324" y="154016"/>
                    <a:pt x="341513" y="128798"/>
                  </a:cubicBezTo>
                  <a:cubicBezTo>
                    <a:pt x="328080" y="119064"/>
                    <a:pt x="313444" y="111876"/>
                    <a:pt x="296192" y="113149"/>
                  </a:cubicBezTo>
                  <a:cubicBezTo>
                    <a:pt x="283371" y="114092"/>
                    <a:pt x="270620" y="116637"/>
                    <a:pt x="257799" y="116755"/>
                  </a:cubicBezTo>
                  <a:cubicBezTo>
                    <a:pt x="242268" y="116896"/>
                    <a:pt x="229682" y="123071"/>
                    <a:pt x="217709" y="131886"/>
                  </a:cubicBezTo>
                  <a:cubicBezTo>
                    <a:pt x="188909" y="153073"/>
                    <a:pt x="162135" y="176571"/>
                    <a:pt x="137837" y="202802"/>
                  </a:cubicBezTo>
                  <a:cubicBezTo>
                    <a:pt x="133830" y="207139"/>
                    <a:pt x="130200" y="211923"/>
                    <a:pt x="127042" y="216920"/>
                  </a:cubicBezTo>
                  <a:cubicBezTo>
                    <a:pt x="125675" y="219088"/>
                    <a:pt x="125746" y="222270"/>
                    <a:pt x="125463" y="225027"/>
                  </a:cubicBezTo>
                  <a:cubicBezTo>
                    <a:pt x="125086" y="228822"/>
                    <a:pt x="126005" y="233088"/>
                    <a:pt x="124568" y="236340"/>
                  </a:cubicBezTo>
                  <a:cubicBezTo>
                    <a:pt x="121999" y="242138"/>
                    <a:pt x="117992" y="247323"/>
                    <a:pt x="114740" y="252838"/>
                  </a:cubicBezTo>
                  <a:cubicBezTo>
                    <a:pt x="112218" y="257104"/>
                    <a:pt x="107363" y="261629"/>
                    <a:pt x="111699" y="266272"/>
                  </a:cubicBezTo>
                  <a:cubicBezTo>
                    <a:pt x="112713" y="267356"/>
                    <a:pt x="121409" y="263679"/>
                    <a:pt x="124143" y="260238"/>
                  </a:cubicBezTo>
                  <a:cubicBezTo>
                    <a:pt x="133641" y="248266"/>
                    <a:pt x="142503" y="235727"/>
                    <a:pt x="150846" y="222906"/>
                  </a:cubicBezTo>
                  <a:cubicBezTo>
                    <a:pt x="161169" y="206998"/>
                    <a:pt x="172859" y="192432"/>
                    <a:pt x="187542" y="180365"/>
                  </a:cubicBezTo>
                  <a:cubicBezTo>
                    <a:pt x="215093" y="157716"/>
                    <a:pt x="247240" y="145767"/>
                    <a:pt x="282098" y="141171"/>
                  </a:cubicBezTo>
                  <a:cubicBezTo>
                    <a:pt x="295414" y="139404"/>
                    <a:pt x="309366" y="138697"/>
                    <a:pt x="322565" y="140606"/>
                  </a:cubicBezTo>
                  <a:cubicBezTo>
                    <a:pt x="341537" y="143340"/>
                    <a:pt x="353840" y="157716"/>
                    <a:pt x="365742" y="171410"/>
                  </a:cubicBezTo>
                  <a:cubicBezTo>
                    <a:pt x="370714" y="177113"/>
                    <a:pt x="374957" y="183641"/>
                    <a:pt x="378445" y="190382"/>
                  </a:cubicBezTo>
                  <a:cubicBezTo>
                    <a:pt x="381579" y="196415"/>
                    <a:pt x="378728" y="200163"/>
                    <a:pt x="371964" y="199361"/>
                  </a:cubicBezTo>
                  <a:cubicBezTo>
                    <a:pt x="366920" y="198749"/>
                    <a:pt x="361688" y="197405"/>
                    <a:pt x="357163" y="195119"/>
                  </a:cubicBezTo>
                  <a:cubicBezTo>
                    <a:pt x="346368" y="189698"/>
                    <a:pt x="335881" y="183594"/>
                    <a:pt x="325346" y="177679"/>
                  </a:cubicBezTo>
                  <a:cubicBezTo>
                    <a:pt x="304417" y="165895"/>
                    <a:pt x="281980" y="162548"/>
                    <a:pt x="258695" y="167049"/>
                  </a:cubicBezTo>
                  <a:cubicBezTo>
                    <a:pt x="214127" y="175699"/>
                    <a:pt x="186953" y="205230"/>
                    <a:pt x="168711" y="244589"/>
                  </a:cubicBezTo>
                  <a:cubicBezTo>
                    <a:pt x="167014" y="248242"/>
                    <a:pt x="168334" y="253191"/>
                    <a:pt x="167415" y="257339"/>
                  </a:cubicBezTo>
                  <a:cubicBezTo>
                    <a:pt x="166543" y="261252"/>
                    <a:pt x="165671" y="266696"/>
                    <a:pt x="162913" y="268393"/>
                  </a:cubicBezTo>
                  <a:cubicBezTo>
                    <a:pt x="155348" y="273012"/>
                    <a:pt x="150611" y="279564"/>
                    <a:pt x="148372" y="287389"/>
                  </a:cubicBezTo>
                  <a:cubicBezTo>
                    <a:pt x="144153" y="302048"/>
                    <a:pt x="140406" y="316920"/>
                    <a:pt x="137954" y="331956"/>
                  </a:cubicBezTo>
                  <a:cubicBezTo>
                    <a:pt x="136658" y="339781"/>
                    <a:pt x="137695" y="348289"/>
                    <a:pt x="139180" y="356185"/>
                  </a:cubicBezTo>
                  <a:cubicBezTo>
                    <a:pt x="140476" y="363043"/>
                    <a:pt x="146203" y="364575"/>
                    <a:pt x="150469" y="359131"/>
                  </a:cubicBezTo>
                  <a:cubicBezTo>
                    <a:pt x="154217" y="354323"/>
                    <a:pt x="156668" y="348077"/>
                    <a:pt x="158247" y="342091"/>
                  </a:cubicBezTo>
                  <a:cubicBezTo>
                    <a:pt x="160368" y="334054"/>
                    <a:pt x="160627" y="325522"/>
                    <a:pt x="162583" y="317415"/>
                  </a:cubicBezTo>
                  <a:cubicBezTo>
                    <a:pt x="163809" y="312277"/>
                    <a:pt x="166849" y="307328"/>
                    <a:pt x="173472" y="308695"/>
                  </a:cubicBezTo>
                  <a:cubicBezTo>
                    <a:pt x="179835" y="310014"/>
                    <a:pt x="180542" y="315482"/>
                    <a:pt x="180754" y="320903"/>
                  </a:cubicBezTo>
                  <a:cubicBezTo>
                    <a:pt x="181202" y="333535"/>
                    <a:pt x="176159" y="344471"/>
                    <a:pt x="170267" y="355171"/>
                  </a:cubicBezTo>
                  <a:cubicBezTo>
                    <a:pt x="162866" y="368605"/>
                    <a:pt x="163667" y="373696"/>
                    <a:pt x="174957" y="384184"/>
                  </a:cubicBezTo>
                  <a:cubicBezTo>
                    <a:pt x="180377" y="389227"/>
                    <a:pt x="182286" y="395072"/>
                    <a:pt x="179552" y="402237"/>
                  </a:cubicBezTo>
                  <a:cubicBezTo>
                    <a:pt x="177879" y="406621"/>
                    <a:pt x="173684" y="411923"/>
                    <a:pt x="180142" y="415152"/>
                  </a:cubicBezTo>
                  <a:cubicBezTo>
                    <a:pt x="186835" y="418499"/>
                    <a:pt x="188815" y="411782"/>
                    <a:pt x="191596" y="407705"/>
                  </a:cubicBezTo>
                  <a:cubicBezTo>
                    <a:pt x="192680" y="406102"/>
                    <a:pt x="193505" y="404217"/>
                    <a:pt x="194023" y="402331"/>
                  </a:cubicBezTo>
                  <a:cubicBezTo>
                    <a:pt x="197559" y="389510"/>
                    <a:pt x="200929" y="376665"/>
                    <a:pt x="204464" y="363844"/>
                  </a:cubicBezTo>
                  <a:cubicBezTo>
                    <a:pt x="208306" y="349845"/>
                    <a:pt x="211864" y="335751"/>
                    <a:pt x="216319" y="321963"/>
                  </a:cubicBezTo>
                  <a:cubicBezTo>
                    <a:pt x="218581" y="314940"/>
                    <a:pt x="222235" y="308459"/>
                    <a:pt x="231190" y="307045"/>
                  </a:cubicBezTo>
                  <a:cubicBezTo>
                    <a:pt x="232934" y="306762"/>
                    <a:pt x="234679" y="301883"/>
                    <a:pt x="235056" y="298937"/>
                  </a:cubicBezTo>
                  <a:cubicBezTo>
                    <a:pt x="235315" y="296840"/>
                    <a:pt x="233264" y="294459"/>
                    <a:pt x="232322" y="292173"/>
                  </a:cubicBezTo>
                  <a:cubicBezTo>
                    <a:pt x="228999" y="283971"/>
                    <a:pt x="231261" y="280837"/>
                    <a:pt x="239769" y="281897"/>
                  </a:cubicBezTo>
                  <a:cubicBezTo>
                    <a:pt x="255489" y="283877"/>
                    <a:pt x="266048" y="293988"/>
                    <a:pt x="275357" y="305442"/>
                  </a:cubicBezTo>
                  <a:cubicBezTo>
                    <a:pt x="292963" y="327078"/>
                    <a:pt x="303498" y="352343"/>
                    <a:pt x="310851" y="378951"/>
                  </a:cubicBezTo>
                  <a:cubicBezTo>
                    <a:pt x="321528" y="417533"/>
                    <a:pt x="324921" y="456515"/>
                    <a:pt x="317639" y="496321"/>
                  </a:cubicBezTo>
                  <a:cubicBezTo>
                    <a:pt x="312831" y="522529"/>
                    <a:pt x="308966" y="548949"/>
                    <a:pt x="305831" y="575416"/>
                  </a:cubicBezTo>
                  <a:cubicBezTo>
                    <a:pt x="304016" y="590783"/>
                    <a:pt x="300740" y="597948"/>
                    <a:pt x="285751" y="601719"/>
                  </a:cubicBezTo>
                  <a:cubicBezTo>
                    <a:pt x="252850" y="610038"/>
                    <a:pt x="222140" y="607233"/>
                    <a:pt x="196474" y="581662"/>
                  </a:cubicBezTo>
                  <a:cubicBezTo>
                    <a:pt x="186458" y="571693"/>
                    <a:pt x="174391" y="567167"/>
                    <a:pt x="159920" y="571669"/>
                  </a:cubicBezTo>
                  <a:cubicBezTo>
                    <a:pt x="156785" y="572659"/>
                    <a:pt x="151553" y="572847"/>
                    <a:pt x="149880" y="571009"/>
                  </a:cubicBezTo>
                  <a:cubicBezTo>
                    <a:pt x="148136" y="569100"/>
                    <a:pt x="149385" y="564316"/>
                    <a:pt x="149550" y="560804"/>
                  </a:cubicBezTo>
                  <a:cubicBezTo>
                    <a:pt x="149880" y="553569"/>
                    <a:pt x="151553" y="546168"/>
                    <a:pt x="150446" y="539192"/>
                  </a:cubicBezTo>
                  <a:cubicBezTo>
                    <a:pt x="149456" y="532970"/>
                    <a:pt x="144648" y="528068"/>
                    <a:pt x="137177" y="528681"/>
                  </a:cubicBezTo>
                  <a:cubicBezTo>
                    <a:pt x="129894" y="529270"/>
                    <a:pt x="125652" y="534360"/>
                    <a:pt x="125322" y="540865"/>
                  </a:cubicBezTo>
                  <a:cubicBezTo>
                    <a:pt x="124968" y="547582"/>
                    <a:pt x="125840" y="554794"/>
                    <a:pt x="128079" y="561110"/>
                  </a:cubicBezTo>
                  <a:cubicBezTo>
                    <a:pt x="138402" y="590052"/>
                    <a:pt x="155018" y="615082"/>
                    <a:pt x="178185" y="635280"/>
                  </a:cubicBezTo>
                  <a:cubicBezTo>
                    <a:pt x="185327" y="641502"/>
                    <a:pt x="194212" y="645838"/>
                    <a:pt x="202649" y="650387"/>
                  </a:cubicBezTo>
                  <a:cubicBezTo>
                    <a:pt x="205242" y="651777"/>
                    <a:pt x="209036" y="650976"/>
                    <a:pt x="212289" y="651188"/>
                  </a:cubicBezTo>
                  <a:cubicBezTo>
                    <a:pt x="211181" y="647959"/>
                    <a:pt x="210992" y="643717"/>
                    <a:pt x="208777" y="641643"/>
                  </a:cubicBezTo>
                  <a:cubicBezTo>
                    <a:pt x="200717" y="634054"/>
                    <a:pt x="191666" y="627502"/>
                    <a:pt x="183606" y="619913"/>
                  </a:cubicBezTo>
                  <a:cubicBezTo>
                    <a:pt x="175781" y="612536"/>
                    <a:pt x="168287" y="604665"/>
                    <a:pt x="161570" y="596274"/>
                  </a:cubicBezTo>
                  <a:cubicBezTo>
                    <a:pt x="159684" y="593941"/>
                    <a:pt x="161028" y="589039"/>
                    <a:pt x="160886" y="585291"/>
                  </a:cubicBezTo>
                  <a:cubicBezTo>
                    <a:pt x="164304" y="585786"/>
                    <a:pt x="168357" y="585268"/>
                    <a:pt x="170997" y="586965"/>
                  </a:cubicBezTo>
                  <a:cubicBezTo>
                    <a:pt x="178233" y="591631"/>
                    <a:pt x="184455" y="597995"/>
                    <a:pt x="191879" y="602308"/>
                  </a:cubicBezTo>
                  <a:cubicBezTo>
                    <a:pt x="202225" y="608294"/>
                    <a:pt x="212854" y="614445"/>
                    <a:pt x="224167" y="617863"/>
                  </a:cubicBezTo>
                  <a:cubicBezTo>
                    <a:pt x="234891" y="621115"/>
                    <a:pt x="238968" y="625075"/>
                    <a:pt x="236163" y="636081"/>
                  </a:cubicBezTo>
                  <a:cubicBezTo>
                    <a:pt x="234702" y="641785"/>
                    <a:pt x="233052" y="647535"/>
                    <a:pt x="232605" y="653357"/>
                  </a:cubicBezTo>
                  <a:cubicBezTo>
                    <a:pt x="231827" y="663302"/>
                    <a:pt x="237530" y="668275"/>
                    <a:pt x="246887" y="664716"/>
                  </a:cubicBezTo>
                  <a:cubicBezTo>
                    <a:pt x="256432" y="661063"/>
                    <a:pt x="266095" y="656468"/>
                    <a:pt x="274014" y="650128"/>
                  </a:cubicBezTo>
                  <a:cubicBezTo>
                    <a:pt x="285963" y="640583"/>
                    <a:pt x="296215" y="628963"/>
                    <a:pt x="307575" y="618641"/>
                  </a:cubicBezTo>
                  <a:cubicBezTo>
                    <a:pt x="315282" y="611641"/>
                    <a:pt x="322470" y="603675"/>
                    <a:pt x="334113" y="600116"/>
                  </a:cubicBezTo>
                  <a:cubicBezTo>
                    <a:pt x="334113" y="603486"/>
                    <a:pt x="334467" y="605867"/>
                    <a:pt x="334066" y="608105"/>
                  </a:cubicBezTo>
                  <a:cubicBezTo>
                    <a:pt x="329140" y="635515"/>
                    <a:pt x="317026" y="659555"/>
                    <a:pt x="298761" y="680366"/>
                  </a:cubicBezTo>
                  <a:cubicBezTo>
                    <a:pt x="295815" y="683736"/>
                    <a:pt x="290582" y="686305"/>
                    <a:pt x="286104" y="686894"/>
                  </a:cubicBezTo>
                  <a:cubicBezTo>
                    <a:pt x="265034" y="689699"/>
                    <a:pt x="243894" y="692103"/>
                    <a:pt x="222706" y="693823"/>
                  </a:cubicBezTo>
                  <a:cubicBezTo>
                    <a:pt x="209767" y="694860"/>
                    <a:pt x="197111" y="692008"/>
                    <a:pt x="187778" y="682393"/>
                  </a:cubicBezTo>
                  <a:cubicBezTo>
                    <a:pt x="175404" y="669642"/>
                    <a:pt x="162913" y="656750"/>
                    <a:pt x="152472" y="642468"/>
                  </a:cubicBezTo>
                  <a:cubicBezTo>
                    <a:pt x="129800" y="611476"/>
                    <a:pt x="105006" y="581615"/>
                    <a:pt x="94777" y="543128"/>
                  </a:cubicBezTo>
                  <a:cubicBezTo>
                    <a:pt x="92303" y="533748"/>
                    <a:pt x="85986" y="525475"/>
                    <a:pt x="82357" y="516307"/>
                  </a:cubicBezTo>
                  <a:cubicBezTo>
                    <a:pt x="69559" y="484160"/>
                    <a:pt x="65953" y="450128"/>
                    <a:pt x="65105" y="416071"/>
                  </a:cubicBezTo>
                  <a:cubicBezTo>
                    <a:pt x="64351" y="386187"/>
                    <a:pt x="65906" y="356185"/>
                    <a:pt x="67792" y="326324"/>
                  </a:cubicBezTo>
                  <a:cubicBezTo>
                    <a:pt x="70149" y="288897"/>
                    <a:pt x="79882" y="253356"/>
                    <a:pt x="99043" y="220761"/>
                  </a:cubicBezTo>
                  <a:cubicBezTo>
                    <a:pt x="136870" y="156420"/>
                    <a:pt x="188697" y="110438"/>
                    <a:pt x="264304" y="96957"/>
                  </a:cubicBezTo>
                  <a:cubicBezTo>
                    <a:pt x="303168" y="90028"/>
                    <a:pt x="339840" y="95001"/>
                    <a:pt x="372364" y="120502"/>
                  </a:cubicBezTo>
                  <a:cubicBezTo>
                    <a:pt x="419666" y="157575"/>
                    <a:pt x="458223" y="202143"/>
                    <a:pt x="485586" y="255407"/>
                  </a:cubicBezTo>
                  <a:cubicBezTo>
                    <a:pt x="521716" y="325711"/>
                    <a:pt x="551577" y="398867"/>
                    <a:pt x="576866" y="473790"/>
                  </a:cubicBezTo>
                  <a:cubicBezTo>
                    <a:pt x="583795" y="494318"/>
                    <a:pt x="590300" y="514964"/>
                    <a:pt x="591502" y="537047"/>
                  </a:cubicBezTo>
                  <a:cubicBezTo>
                    <a:pt x="592162" y="549303"/>
                    <a:pt x="596145" y="561110"/>
                    <a:pt x="603498" y="571622"/>
                  </a:cubicBezTo>
                  <a:cubicBezTo>
                    <a:pt x="607952" y="578009"/>
                    <a:pt x="612218" y="584985"/>
                    <a:pt x="614528" y="592338"/>
                  </a:cubicBezTo>
                  <a:cubicBezTo>
                    <a:pt x="626265" y="629741"/>
                    <a:pt x="629659" y="668346"/>
                    <a:pt x="628858" y="707328"/>
                  </a:cubicBezTo>
                  <a:cubicBezTo>
                    <a:pt x="628693" y="715883"/>
                    <a:pt x="626925" y="724509"/>
                    <a:pt x="624851" y="732852"/>
                  </a:cubicBezTo>
                  <a:cubicBezTo>
                    <a:pt x="624144" y="735657"/>
                    <a:pt x="619053" y="740088"/>
                    <a:pt x="617945" y="739569"/>
                  </a:cubicBezTo>
                  <a:cubicBezTo>
                    <a:pt x="614387" y="737872"/>
                    <a:pt x="610380" y="734738"/>
                    <a:pt x="609178" y="731226"/>
                  </a:cubicBezTo>
                  <a:cubicBezTo>
                    <a:pt x="607858" y="727384"/>
                    <a:pt x="609272" y="722506"/>
                    <a:pt x="609862" y="718122"/>
                  </a:cubicBezTo>
                  <a:cubicBezTo>
                    <a:pt x="610828" y="711052"/>
                    <a:pt x="612996" y="704028"/>
                    <a:pt x="612925" y="697005"/>
                  </a:cubicBezTo>
                  <a:cubicBezTo>
                    <a:pt x="612878" y="693493"/>
                    <a:pt x="609461" y="687648"/>
                    <a:pt x="606798" y="687153"/>
                  </a:cubicBezTo>
                  <a:cubicBezTo>
                    <a:pt x="603757" y="686588"/>
                    <a:pt x="598077" y="690052"/>
                    <a:pt x="596640" y="693163"/>
                  </a:cubicBezTo>
                  <a:cubicBezTo>
                    <a:pt x="593647" y="699739"/>
                    <a:pt x="591903" y="707139"/>
                    <a:pt x="591054" y="714375"/>
                  </a:cubicBezTo>
                  <a:cubicBezTo>
                    <a:pt x="587896" y="741360"/>
                    <a:pt x="585256" y="768417"/>
                    <a:pt x="582522" y="795473"/>
                  </a:cubicBezTo>
                  <a:cubicBezTo>
                    <a:pt x="581132" y="809213"/>
                    <a:pt x="579458" y="822977"/>
                    <a:pt x="579011" y="836741"/>
                  </a:cubicBezTo>
                  <a:cubicBezTo>
                    <a:pt x="578775" y="844189"/>
                    <a:pt x="581910" y="845508"/>
                    <a:pt x="588414" y="842586"/>
                  </a:cubicBezTo>
                  <a:cubicBezTo>
                    <a:pt x="599232" y="837731"/>
                    <a:pt x="601353" y="839051"/>
                    <a:pt x="601542" y="850788"/>
                  </a:cubicBezTo>
                  <a:cubicBezTo>
                    <a:pt x="601565" y="852273"/>
                    <a:pt x="601542" y="853757"/>
                    <a:pt x="601448" y="855242"/>
                  </a:cubicBezTo>
                  <a:cubicBezTo>
                    <a:pt x="599091" y="895025"/>
                    <a:pt x="587542" y="932357"/>
                    <a:pt x="570668" y="968134"/>
                  </a:cubicBezTo>
                  <a:cubicBezTo>
                    <a:pt x="561594" y="987366"/>
                    <a:pt x="551931" y="1006385"/>
                    <a:pt x="533877" y="1019395"/>
                  </a:cubicBezTo>
                  <a:cubicBezTo>
                    <a:pt x="529211" y="1022742"/>
                    <a:pt x="527420" y="1027927"/>
                    <a:pt x="529517" y="1033960"/>
                  </a:cubicBezTo>
                  <a:cubicBezTo>
                    <a:pt x="531803" y="1040536"/>
                    <a:pt x="536446" y="1044307"/>
                    <a:pt x="543140" y="1044754"/>
                  </a:cubicBezTo>
                  <a:cubicBezTo>
                    <a:pt x="547523" y="1045061"/>
                    <a:pt x="551978" y="1043977"/>
                    <a:pt x="557281" y="1043435"/>
                  </a:cubicBezTo>
                  <a:cubicBezTo>
                    <a:pt x="555230" y="1045956"/>
                    <a:pt x="553934" y="1048078"/>
                    <a:pt x="552143" y="1049680"/>
                  </a:cubicBezTo>
                  <a:cubicBezTo>
                    <a:pt x="535409" y="1064764"/>
                    <a:pt x="519029" y="1080248"/>
                    <a:pt x="501683" y="1094578"/>
                  </a:cubicBezTo>
                  <a:cubicBezTo>
                    <a:pt x="492044" y="1102544"/>
                    <a:pt x="480825" y="1108648"/>
                    <a:pt x="470125" y="1115271"/>
                  </a:cubicBezTo>
                  <a:cubicBezTo>
                    <a:pt x="467745" y="1116732"/>
                    <a:pt x="464563" y="1116897"/>
                    <a:pt x="459590" y="1118264"/>
                  </a:cubicBezTo>
                  <a:cubicBezTo>
                    <a:pt x="461546" y="1114139"/>
                    <a:pt x="462018" y="1111830"/>
                    <a:pt x="463408" y="1110463"/>
                  </a:cubicBezTo>
                  <a:cubicBezTo>
                    <a:pt x="469183" y="1104712"/>
                    <a:pt x="475240" y="1099244"/>
                    <a:pt x="481155" y="1093635"/>
                  </a:cubicBezTo>
                  <a:cubicBezTo>
                    <a:pt x="493340" y="1082087"/>
                    <a:pt x="505878" y="1070868"/>
                    <a:pt x="517474" y="1058777"/>
                  </a:cubicBezTo>
                  <a:cubicBezTo>
                    <a:pt x="520538" y="1055596"/>
                    <a:pt x="520797" y="1049704"/>
                    <a:pt x="522353" y="1045061"/>
                  </a:cubicBezTo>
                  <a:cubicBezTo>
                    <a:pt x="517875" y="1046451"/>
                    <a:pt x="512595" y="1046758"/>
                    <a:pt x="509060" y="1049397"/>
                  </a:cubicBezTo>
                  <a:cubicBezTo>
                    <a:pt x="498596" y="1057269"/>
                    <a:pt x="488768" y="1065989"/>
                    <a:pt x="478775" y="1074497"/>
                  </a:cubicBezTo>
                  <a:cubicBezTo>
                    <a:pt x="465011" y="1086235"/>
                    <a:pt x="451153" y="1097830"/>
                    <a:pt x="433430" y="1103298"/>
                  </a:cubicBezTo>
                  <a:cubicBezTo>
                    <a:pt x="424851" y="1105938"/>
                    <a:pt x="419524" y="1104311"/>
                    <a:pt x="416743" y="1098514"/>
                  </a:cubicBezTo>
                  <a:cubicBezTo>
                    <a:pt x="413868" y="1092551"/>
                    <a:pt x="415824" y="1087908"/>
                    <a:pt x="423554" y="1082699"/>
                  </a:cubicBezTo>
                  <a:cubicBezTo>
                    <a:pt x="425393" y="1081474"/>
                    <a:pt x="427325" y="1080248"/>
                    <a:pt x="429376" y="1079470"/>
                  </a:cubicBezTo>
                  <a:cubicBezTo>
                    <a:pt x="437908" y="1076265"/>
                    <a:pt x="446722" y="1073743"/>
                    <a:pt x="455018" y="1070043"/>
                  </a:cubicBezTo>
                  <a:cubicBezTo>
                    <a:pt x="463291" y="1066366"/>
                    <a:pt x="471374" y="1062101"/>
                    <a:pt x="478916" y="1057104"/>
                  </a:cubicBezTo>
                  <a:cubicBezTo>
                    <a:pt x="483465" y="1054087"/>
                    <a:pt x="484101" y="1044896"/>
                    <a:pt x="480990" y="1040866"/>
                  </a:cubicBezTo>
                  <a:cubicBezTo>
                    <a:pt x="477361" y="1036199"/>
                    <a:pt x="473024" y="1039004"/>
                    <a:pt x="468947" y="1040276"/>
                  </a:cubicBezTo>
                  <a:cubicBezTo>
                    <a:pt x="467533" y="1040724"/>
                    <a:pt x="466072" y="1041125"/>
                    <a:pt x="464822" y="1041879"/>
                  </a:cubicBezTo>
                  <a:cubicBezTo>
                    <a:pt x="447217" y="1052367"/>
                    <a:pt x="429093" y="1062124"/>
                    <a:pt x="412195" y="1073649"/>
                  </a:cubicBezTo>
                  <a:cubicBezTo>
                    <a:pt x="394212" y="1085905"/>
                    <a:pt x="395414" y="1097759"/>
                    <a:pt x="414316" y="1109025"/>
                  </a:cubicBezTo>
                  <a:cubicBezTo>
                    <a:pt x="423130" y="1114281"/>
                    <a:pt x="432345" y="1118052"/>
                    <a:pt x="442928" y="1118028"/>
                  </a:cubicBezTo>
                  <a:cubicBezTo>
                    <a:pt x="445826" y="1118028"/>
                    <a:pt x="450092" y="1119136"/>
                    <a:pt x="451271" y="1121186"/>
                  </a:cubicBezTo>
                  <a:cubicBezTo>
                    <a:pt x="452308" y="1122977"/>
                    <a:pt x="450517" y="1127149"/>
                    <a:pt x="448914" y="1129576"/>
                  </a:cubicBezTo>
                  <a:cubicBezTo>
                    <a:pt x="445096" y="1135351"/>
                    <a:pt x="440594" y="1140654"/>
                    <a:pt x="436517" y="1146263"/>
                  </a:cubicBezTo>
                  <a:cubicBezTo>
                    <a:pt x="435079" y="1148243"/>
                    <a:pt x="434160" y="1150576"/>
                    <a:pt x="432157" y="1154323"/>
                  </a:cubicBezTo>
                  <a:cubicBezTo>
                    <a:pt x="436682" y="1153498"/>
                    <a:pt x="439487" y="1153522"/>
                    <a:pt x="441820" y="1152485"/>
                  </a:cubicBezTo>
                  <a:cubicBezTo>
                    <a:pt x="453321" y="1147465"/>
                    <a:pt x="465223" y="1143058"/>
                    <a:pt x="476065" y="1136835"/>
                  </a:cubicBezTo>
                  <a:cubicBezTo>
                    <a:pt x="513727" y="1115247"/>
                    <a:pt x="548867" y="1090076"/>
                    <a:pt x="581415" y="1061229"/>
                  </a:cubicBezTo>
                  <a:cubicBezTo>
                    <a:pt x="591313" y="1052438"/>
                    <a:pt x="592327" y="1042727"/>
                    <a:pt x="588721" y="1031179"/>
                  </a:cubicBezTo>
                  <a:cubicBezTo>
                    <a:pt x="586364" y="1023684"/>
                    <a:pt x="580637" y="1017722"/>
                    <a:pt x="572152" y="1020903"/>
                  </a:cubicBezTo>
                  <a:cubicBezTo>
                    <a:pt x="570809" y="1021422"/>
                    <a:pt x="568994" y="1020715"/>
                    <a:pt x="566048" y="1020432"/>
                  </a:cubicBezTo>
                  <a:cubicBezTo>
                    <a:pt x="568216" y="1016378"/>
                    <a:pt x="569913" y="1013173"/>
                    <a:pt x="571634" y="1010015"/>
                  </a:cubicBezTo>
                  <a:cubicBezTo>
                    <a:pt x="575523" y="1002874"/>
                    <a:pt x="580142" y="996015"/>
                    <a:pt x="583206" y="988544"/>
                  </a:cubicBezTo>
                  <a:cubicBezTo>
                    <a:pt x="603310" y="939546"/>
                    <a:pt x="617498" y="888756"/>
                    <a:pt x="627821" y="836859"/>
                  </a:cubicBezTo>
                  <a:cubicBezTo>
                    <a:pt x="630625" y="822812"/>
                    <a:pt x="633359" y="808553"/>
                    <a:pt x="629329" y="794271"/>
                  </a:cubicBezTo>
                  <a:cubicBezTo>
                    <a:pt x="627326" y="787177"/>
                    <a:pt x="624191" y="781096"/>
                    <a:pt x="615306" y="780059"/>
                  </a:cubicBezTo>
                  <a:cubicBezTo>
                    <a:pt x="608518" y="779258"/>
                    <a:pt x="603687" y="772400"/>
                    <a:pt x="604323" y="766296"/>
                  </a:cubicBezTo>
                  <a:cubicBezTo>
                    <a:pt x="604936" y="760356"/>
                    <a:pt x="610168" y="756043"/>
                    <a:pt x="617922" y="756633"/>
                  </a:cubicBezTo>
                  <a:cubicBezTo>
                    <a:pt x="625134" y="757175"/>
                    <a:pt x="628386" y="753687"/>
                    <a:pt x="630319" y="747700"/>
                  </a:cubicBezTo>
                  <a:cubicBezTo>
                    <a:pt x="631144" y="745131"/>
                    <a:pt x="632086" y="742539"/>
                    <a:pt x="632558" y="739899"/>
                  </a:cubicBezTo>
                  <a:cubicBezTo>
                    <a:pt x="641679" y="688285"/>
                    <a:pt x="639463" y="636977"/>
                    <a:pt x="628127" y="585951"/>
                  </a:cubicBezTo>
                  <a:cubicBezTo>
                    <a:pt x="625770" y="575322"/>
                    <a:pt x="621457" y="565871"/>
                    <a:pt x="611629" y="559744"/>
                  </a:cubicBezTo>
                  <a:cubicBezTo>
                    <a:pt x="609249" y="558259"/>
                    <a:pt x="607175" y="555548"/>
                    <a:pt x="606114" y="552956"/>
                  </a:cubicBezTo>
                  <a:cubicBezTo>
                    <a:pt x="605219" y="550740"/>
                    <a:pt x="605030" y="547134"/>
                    <a:pt x="606303" y="545485"/>
                  </a:cubicBezTo>
                  <a:cubicBezTo>
                    <a:pt x="607505" y="543906"/>
                    <a:pt x="611441" y="542916"/>
                    <a:pt x="613350" y="543693"/>
                  </a:cubicBezTo>
                  <a:cubicBezTo>
                    <a:pt x="618982" y="545980"/>
                    <a:pt x="624709" y="548596"/>
                    <a:pt x="629541" y="552249"/>
                  </a:cubicBezTo>
                  <a:cubicBezTo>
                    <a:pt x="649857" y="567615"/>
                    <a:pt x="657045" y="589793"/>
                    <a:pt x="659096" y="613785"/>
                  </a:cubicBezTo>
                  <a:cubicBezTo>
                    <a:pt x="660910" y="634973"/>
                    <a:pt x="660816" y="656326"/>
                    <a:pt x="662466" y="677538"/>
                  </a:cubicBezTo>
                  <a:cubicBezTo>
                    <a:pt x="662961" y="683830"/>
                    <a:pt x="665341" y="690618"/>
                    <a:pt x="668806" y="695897"/>
                  </a:cubicBezTo>
                  <a:cubicBezTo>
                    <a:pt x="672765" y="701931"/>
                    <a:pt x="678634" y="700469"/>
                    <a:pt x="680778" y="693493"/>
                  </a:cubicBezTo>
                  <a:cubicBezTo>
                    <a:pt x="682145" y="689062"/>
                    <a:pt x="683229" y="684207"/>
                    <a:pt x="682876" y="679659"/>
                  </a:cubicBezTo>
                  <a:cubicBezTo>
                    <a:pt x="681203" y="658000"/>
                    <a:pt x="680142" y="636199"/>
                    <a:pt x="676654" y="614799"/>
                  </a:cubicBezTo>
                  <a:cubicBezTo>
                    <a:pt x="671870" y="585456"/>
                    <a:pt x="659143" y="559861"/>
                    <a:pt x="635009" y="540983"/>
                  </a:cubicBezTo>
                  <a:cubicBezTo>
                    <a:pt x="630743" y="537660"/>
                    <a:pt x="626925" y="533630"/>
                    <a:pt x="623460" y="529435"/>
                  </a:cubicBezTo>
                  <a:cubicBezTo>
                    <a:pt x="614457" y="518523"/>
                    <a:pt x="606421" y="507281"/>
                    <a:pt x="604040" y="492574"/>
                  </a:cubicBezTo>
                  <a:cubicBezTo>
                    <a:pt x="601778" y="478527"/>
                    <a:pt x="599350" y="464174"/>
                    <a:pt x="594330" y="451000"/>
                  </a:cubicBezTo>
                  <a:cubicBezTo>
                    <a:pt x="587212" y="432357"/>
                    <a:pt x="577455" y="414752"/>
                    <a:pt x="569112" y="396581"/>
                  </a:cubicBezTo>
                  <a:cubicBezTo>
                    <a:pt x="556055" y="368087"/>
                    <a:pt x="542833" y="339593"/>
                    <a:pt x="535268" y="309001"/>
                  </a:cubicBezTo>
                  <a:cubicBezTo>
                    <a:pt x="532086" y="296156"/>
                    <a:pt x="529989" y="282864"/>
                    <a:pt x="536399" y="270561"/>
                  </a:cubicBezTo>
                  <a:cubicBezTo>
                    <a:pt x="539298" y="264999"/>
                    <a:pt x="544436" y="258188"/>
                    <a:pt x="549645" y="257104"/>
                  </a:cubicBezTo>
                  <a:cubicBezTo>
                    <a:pt x="553345" y="256326"/>
                    <a:pt x="560085" y="263373"/>
                    <a:pt x="563338" y="268322"/>
                  </a:cubicBezTo>
                  <a:cubicBezTo>
                    <a:pt x="579341" y="292668"/>
                    <a:pt x="589993" y="319442"/>
                    <a:pt x="596899" y="347700"/>
                  </a:cubicBezTo>
                  <a:cubicBezTo>
                    <a:pt x="597653" y="350787"/>
                    <a:pt x="597936" y="353993"/>
                    <a:pt x="598431" y="357151"/>
                  </a:cubicBezTo>
                  <a:cubicBezTo>
                    <a:pt x="597512" y="357575"/>
                    <a:pt x="596593" y="357999"/>
                    <a:pt x="595673" y="358447"/>
                  </a:cubicBezTo>
                  <a:cubicBezTo>
                    <a:pt x="577879" y="333535"/>
                    <a:pt x="560062" y="308647"/>
                    <a:pt x="542268" y="283736"/>
                  </a:cubicBezTo>
                  <a:cubicBezTo>
                    <a:pt x="542126" y="286753"/>
                    <a:pt x="542881" y="289274"/>
                    <a:pt x="543941" y="291655"/>
                  </a:cubicBezTo>
                  <a:cubicBezTo>
                    <a:pt x="561641" y="330802"/>
                    <a:pt x="579694" y="369783"/>
                    <a:pt x="596993" y="409095"/>
                  </a:cubicBezTo>
                  <a:cubicBezTo>
                    <a:pt x="606515" y="430731"/>
                    <a:pt x="615188" y="452649"/>
                    <a:pt x="618440" y="476524"/>
                  </a:cubicBezTo>
                  <a:cubicBezTo>
                    <a:pt x="620891" y="494389"/>
                    <a:pt x="631733" y="507658"/>
                    <a:pt x="647194" y="516779"/>
                  </a:cubicBezTo>
                  <a:cubicBezTo>
                    <a:pt x="649621" y="518216"/>
                    <a:pt x="653675" y="518782"/>
                    <a:pt x="656055" y="517674"/>
                  </a:cubicBezTo>
                  <a:cubicBezTo>
                    <a:pt x="657540" y="516991"/>
                    <a:pt x="658059" y="512324"/>
                    <a:pt x="657611" y="509708"/>
                  </a:cubicBezTo>
                  <a:cubicBezTo>
                    <a:pt x="656126" y="500917"/>
                    <a:pt x="650493" y="494766"/>
                    <a:pt x="643588" y="489534"/>
                  </a:cubicBezTo>
                  <a:cubicBezTo>
                    <a:pt x="635810" y="483618"/>
                    <a:pt x="632605" y="475982"/>
                    <a:pt x="634679" y="466107"/>
                  </a:cubicBezTo>
                  <a:cubicBezTo>
                    <a:pt x="635480" y="462289"/>
                    <a:pt x="635763" y="458117"/>
                    <a:pt x="635103" y="454323"/>
                  </a:cubicBezTo>
                  <a:cubicBezTo>
                    <a:pt x="632133" y="437047"/>
                    <a:pt x="629682" y="419607"/>
                    <a:pt x="625346" y="402661"/>
                  </a:cubicBezTo>
                  <a:cubicBezTo>
                    <a:pt x="614481" y="360120"/>
                    <a:pt x="602932" y="317768"/>
                    <a:pt x="591101" y="275487"/>
                  </a:cubicBezTo>
                  <a:cubicBezTo>
                    <a:pt x="588744" y="267097"/>
                    <a:pt x="585351" y="258353"/>
                    <a:pt x="580118" y="251518"/>
                  </a:cubicBezTo>
                  <a:cubicBezTo>
                    <a:pt x="562560" y="228539"/>
                    <a:pt x="543588" y="206620"/>
                    <a:pt x="525864" y="183759"/>
                  </a:cubicBezTo>
                  <a:cubicBezTo>
                    <a:pt x="515188" y="169972"/>
                    <a:pt x="505902" y="155124"/>
                    <a:pt x="495720" y="140936"/>
                  </a:cubicBezTo>
                  <a:cubicBezTo>
                    <a:pt x="493976" y="138485"/>
                    <a:pt x="491195" y="136010"/>
                    <a:pt x="488414" y="135256"/>
                  </a:cubicBezTo>
                  <a:cubicBezTo>
                    <a:pt x="482263" y="133583"/>
                    <a:pt x="475805" y="133205"/>
                    <a:pt x="469536" y="131933"/>
                  </a:cubicBezTo>
                  <a:cubicBezTo>
                    <a:pt x="464681" y="130966"/>
                    <a:pt x="458671" y="129859"/>
                    <a:pt x="460698" y="122953"/>
                  </a:cubicBezTo>
                  <a:cubicBezTo>
                    <a:pt x="462324" y="117344"/>
                    <a:pt x="460250" y="113385"/>
                    <a:pt x="456833" y="110344"/>
                  </a:cubicBezTo>
                  <a:cubicBezTo>
                    <a:pt x="448160" y="102661"/>
                    <a:pt x="439133" y="95402"/>
                    <a:pt x="429942" y="88355"/>
                  </a:cubicBezTo>
                  <a:cubicBezTo>
                    <a:pt x="420726" y="81308"/>
                    <a:pt x="410804" y="75133"/>
                    <a:pt x="401942" y="67709"/>
                  </a:cubicBezTo>
                  <a:cubicBezTo>
                    <a:pt x="398596" y="64905"/>
                    <a:pt x="397370" y="59602"/>
                    <a:pt x="395178" y="55430"/>
                  </a:cubicBezTo>
                  <a:cubicBezTo>
                    <a:pt x="400057" y="55077"/>
                    <a:pt x="405289" y="53427"/>
                    <a:pt x="409767" y="54582"/>
                  </a:cubicBezTo>
                  <a:cubicBezTo>
                    <a:pt x="428032" y="59272"/>
                    <a:pt x="443941" y="68652"/>
                    <a:pt x="457941" y="81261"/>
                  </a:cubicBezTo>
                  <a:cubicBezTo>
                    <a:pt x="501801" y="120785"/>
                    <a:pt x="538167" y="166790"/>
                    <a:pt x="572223" y="214681"/>
                  </a:cubicBezTo>
                  <a:cubicBezTo>
                    <a:pt x="591030" y="241101"/>
                    <a:pt x="608117" y="268416"/>
                    <a:pt x="616649" y="300422"/>
                  </a:cubicBezTo>
                  <a:cubicBezTo>
                    <a:pt x="619124" y="309684"/>
                    <a:pt x="624238" y="318947"/>
                    <a:pt x="630366" y="326347"/>
                  </a:cubicBezTo>
                  <a:cubicBezTo>
                    <a:pt x="636187" y="333370"/>
                    <a:pt x="640100" y="340582"/>
                    <a:pt x="641349" y="349232"/>
                  </a:cubicBezTo>
                  <a:cubicBezTo>
                    <a:pt x="642833" y="359484"/>
                    <a:pt x="643305" y="369878"/>
                    <a:pt x="644601" y="380153"/>
                  </a:cubicBezTo>
                  <a:cubicBezTo>
                    <a:pt x="646251" y="393092"/>
                    <a:pt x="647901" y="406055"/>
                    <a:pt x="650375" y="418829"/>
                  </a:cubicBezTo>
                  <a:cubicBezTo>
                    <a:pt x="651436" y="424368"/>
                    <a:pt x="654405" y="429058"/>
                    <a:pt x="661594" y="429906"/>
                  </a:cubicBezTo>
                  <a:cubicBezTo>
                    <a:pt x="666520" y="430472"/>
                    <a:pt x="669041" y="434148"/>
                    <a:pt x="666920" y="439852"/>
                  </a:cubicBezTo>
                  <a:cubicBezTo>
                    <a:pt x="665765" y="443010"/>
                    <a:pt x="664846" y="446687"/>
                    <a:pt x="665294" y="449915"/>
                  </a:cubicBezTo>
                  <a:cubicBezTo>
                    <a:pt x="668971" y="476524"/>
                    <a:pt x="671799" y="503368"/>
                    <a:pt x="677243" y="529623"/>
                  </a:cubicBezTo>
                  <a:cubicBezTo>
                    <a:pt x="683371" y="559272"/>
                    <a:pt x="691879" y="588450"/>
                    <a:pt x="699609" y="617769"/>
                  </a:cubicBezTo>
                  <a:cubicBezTo>
                    <a:pt x="700529" y="621233"/>
                    <a:pt x="702980" y="624273"/>
                    <a:pt x="704724" y="627526"/>
                  </a:cubicBezTo>
                  <a:cubicBezTo>
                    <a:pt x="707151" y="624792"/>
                    <a:pt x="708000" y="622765"/>
                    <a:pt x="708353" y="620644"/>
                  </a:cubicBezTo>
                  <a:cubicBezTo>
                    <a:pt x="711676" y="600092"/>
                    <a:pt x="710097" y="579635"/>
                    <a:pt x="705973" y="559437"/>
                  </a:cubicBezTo>
                  <a:cubicBezTo>
                    <a:pt x="702673" y="543269"/>
                    <a:pt x="697960" y="527408"/>
                    <a:pt x="694731" y="511216"/>
                  </a:cubicBezTo>
                  <a:cubicBezTo>
                    <a:pt x="693906" y="507021"/>
                    <a:pt x="696239" y="502213"/>
                    <a:pt x="697135" y="497665"/>
                  </a:cubicBezTo>
                  <a:cubicBezTo>
                    <a:pt x="700387" y="500658"/>
                    <a:pt x="705172" y="503038"/>
                    <a:pt x="706586" y="506738"/>
                  </a:cubicBezTo>
                  <a:cubicBezTo>
                    <a:pt x="712006" y="520714"/>
                    <a:pt x="717168" y="534903"/>
                    <a:pt x="720939" y="549373"/>
                  </a:cubicBezTo>
                  <a:cubicBezTo>
                    <a:pt x="731002" y="588143"/>
                    <a:pt x="738662" y="627266"/>
                    <a:pt x="740029" y="667592"/>
                  </a:cubicBezTo>
                  <a:cubicBezTo>
                    <a:pt x="740760" y="689487"/>
                    <a:pt x="743871" y="711382"/>
                    <a:pt x="747288" y="733064"/>
                  </a:cubicBezTo>
                  <a:cubicBezTo>
                    <a:pt x="748584" y="741243"/>
                    <a:pt x="751907" y="750717"/>
                    <a:pt x="757587" y="756208"/>
                  </a:cubicBezTo>
                  <a:cubicBezTo>
                    <a:pt x="765129" y="763491"/>
                    <a:pt x="767604" y="771598"/>
                    <a:pt x="767510" y="780578"/>
                  </a:cubicBezTo>
                  <a:cubicBezTo>
                    <a:pt x="767297" y="800587"/>
                    <a:pt x="766732" y="820667"/>
                    <a:pt x="764728" y="840559"/>
                  </a:cubicBezTo>
                  <a:cubicBezTo>
                    <a:pt x="760580" y="881733"/>
                    <a:pt x="751153" y="921775"/>
                    <a:pt x="735622" y="960262"/>
                  </a:cubicBezTo>
                  <a:cubicBezTo>
                    <a:pt x="732181" y="968794"/>
                    <a:pt x="729117" y="977491"/>
                    <a:pt x="725888" y="986117"/>
                  </a:cubicBezTo>
                  <a:cubicBezTo>
                    <a:pt x="735645" y="978221"/>
                    <a:pt x="744248" y="969713"/>
                    <a:pt x="752732" y="961087"/>
                  </a:cubicBezTo>
                  <a:cubicBezTo>
                    <a:pt x="761971" y="951707"/>
                    <a:pt x="768806" y="940701"/>
                    <a:pt x="771021" y="927738"/>
                  </a:cubicBezTo>
                  <a:cubicBezTo>
                    <a:pt x="774910" y="904900"/>
                    <a:pt x="778445" y="881968"/>
                    <a:pt x="780943" y="858942"/>
                  </a:cubicBezTo>
                  <a:cubicBezTo>
                    <a:pt x="783112" y="839027"/>
                    <a:pt x="784102" y="818947"/>
                    <a:pt x="784761" y="798914"/>
                  </a:cubicBezTo>
                  <a:cubicBezTo>
                    <a:pt x="785846" y="766484"/>
                    <a:pt x="786317" y="734031"/>
                    <a:pt x="786883" y="701577"/>
                  </a:cubicBezTo>
                  <a:cubicBezTo>
                    <a:pt x="786953" y="697901"/>
                    <a:pt x="785893" y="694224"/>
                    <a:pt x="785351" y="690547"/>
                  </a:cubicBezTo>
                  <a:cubicBezTo>
                    <a:pt x="777880" y="704193"/>
                    <a:pt x="778210" y="720149"/>
                    <a:pt x="769701" y="733583"/>
                  </a:cubicBezTo>
                  <a:cubicBezTo>
                    <a:pt x="762183" y="721775"/>
                    <a:pt x="753180" y="607233"/>
                    <a:pt x="759378" y="596298"/>
                  </a:cubicBezTo>
                  <a:cubicBezTo>
                    <a:pt x="769254" y="611429"/>
                    <a:pt x="778728" y="625923"/>
                    <a:pt x="788202" y="640418"/>
                  </a:cubicBezTo>
                  <a:cubicBezTo>
                    <a:pt x="789381" y="639970"/>
                    <a:pt x="790559" y="639546"/>
                    <a:pt x="791738" y="639098"/>
                  </a:cubicBezTo>
                  <a:cubicBezTo>
                    <a:pt x="788603" y="607941"/>
                    <a:pt x="785445" y="576807"/>
                    <a:pt x="782310" y="545650"/>
                  </a:cubicBezTo>
                  <a:cubicBezTo>
                    <a:pt x="783135" y="545438"/>
                    <a:pt x="783937" y="545225"/>
                    <a:pt x="784761" y="545013"/>
                  </a:cubicBezTo>
                  <a:cubicBezTo>
                    <a:pt x="785987" y="547512"/>
                    <a:pt x="787354" y="549939"/>
                    <a:pt x="788438" y="552508"/>
                  </a:cubicBezTo>
                  <a:cubicBezTo>
                    <a:pt x="792115" y="561134"/>
                    <a:pt x="795037" y="570161"/>
                    <a:pt x="799492" y="578362"/>
                  </a:cubicBezTo>
                  <a:cubicBezTo>
                    <a:pt x="804040" y="586753"/>
                    <a:pt x="809579" y="594742"/>
                    <a:pt x="815589" y="602190"/>
                  </a:cubicBezTo>
                  <a:cubicBezTo>
                    <a:pt x="819666" y="607233"/>
                    <a:pt x="825228" y="609897"/>
                    <a:pt x="832723" y="608270"/>
                  </a:cubicBezTo>
                  <a:cubicBezTo>
                    <a:pt x="835928" y="607587"/>
                    <a:pt x="841113" y="610038"/>
                    <a:pt x="843494" y="612748"/>
                  </a:cubicBezTo>
                  <a:cubicBezTo>
                    <a:pt x="852261" y="622694"/>
                    <a:pt x="845473" y="642350"/>
                    <a:pt x="832487" y="644896"/>
                  </a:cubicBezTo>
                  <a:cubicBezTo>
                    <a:pt x="826336" y="646121"/>
                    <a:pt x="822518" y="649232"/>
                    <a:pt x="820915" y="654888"/>
                  </a:cubicBezTo>
                  <a:cubicBezTo>
                    <a:pt x="817851" y="665801"/>
                    <a:pt x="814222" y="676642"/>
                    <a:pt x="812525" y="687790"/>
                  </a:cubicBezTo>
                  <a:cubicBezTo>
                    <a:pt x="807034" y="723896"/>
                    <a:pt x="805808" y="760333"/>
                    <a:pt x="809697" y="796628"/>
                  </a:cubicBezTo>
                  <a:cubicBezTo>
                    <a:pt x="811394" y="812466"/>
                    <a:pt x="809932" y="830495"/>
                    <a:pt x="828009" y="841549"/>
                  </a:cubicBezTo>
                  <a:cubicBezTo>
                    <a:pt x="822659" y="841148"/>
                    <a:pt x="818723" y="840606"/>
                    <a:pt x="814787" y="840630"/>
                  </a:cubicBezTo>
                  <a:cubicBezTo>
                    <a:pt x="810144" y="840653"/>
                    <a:pt x="805289" y="840418"/>
                    <a:pt x="800953" y="841690"/>
                  </a:cubicBezTo>
                  <a:cubicBezTo>
                    <a:pt x="798054" y="842539"/>
                    <a:pt x="794236" y="845626"/>
                    <a:pt x="793835" y="848172"/>
                  </a:cubicBezTo>
                  <a:cubicBezTo>
                    <a:pt x="793364" y="851165"/>
                    <a:pt x="795626" y="855101"/>
                    <a:pt x="797724" y="857811"/>
                  </a:cubicBezTo>
                  <a:cubicBezTo>
                    <a:pt x="799185" y="859696"/>
                    <a:pt x="802320" y="860592"/>
                    <a:pt x="804889" y="861252"/>
                  </a:cubicBezTo>
                  <a:cubicBezTo>
                    <a:pt x="818935" y="864881"/>
                    <a:pt x="826194" y="889251"/>
                    <a:pt x="815777" y="901436"/>
                  </a:cubicBezTo>
                  <a:cubicBezTo>
                    <a:pt x="809084" y="893211"/>
                    <a:pt x="802461" y="885127"/>
                    <a:pt x="795862" y="877043"/>
                  </a:cubicBezTo>
                  <a:cubicBezTo>
                    <a:pt x="795367" y="881049"/>
                    <a:pt x="796121" y="884349"/>
                    <a:pt x="797300" y="887483"/>
                  </a:cubicBezTo>
                  <a:cubicBezTo>
                    <a:pt x="802414" y="901059"/>
                    <a:pt x="801354" y="914587"/>
                    <a:pt x="794660" y="926913"/>
                  </a:cubicBezTo>
                  <a:cubicBezTo>
                    <a:pt x="786317" y="942256"/>
                    <a:pt x="776395" y="956751"/>
                    <a:pt x="767392" y="971764"/>
                  </a:cubicBezTo>
                  <a:cubicBezTo>
                    <a:pt x="761830" y="981049"/>
                    <a:pt x="755961" y="990241"/>
                    <a:pt x="751554" y="1000092"/>
                  </a:cubicBezTo>
                  <a:cubicBezTo>
                    <a:pt x="747854" y="1008341"/>
                    <a:pt x="750045" y="1011924"/>
                    <a:pt x="757776" y="1016567"/>
                  </a:cubicBezTo>
                  <a:cubicBezTo>
                    <a:pt x="760958" y="1018476"/>
                    <a:pt x="763856" y="1020833"/>
                    <a:pt x="767910" y="1023708"/>
                  </a:cubicBezTo>
                  <a:cubicBezTo>
                    <a:pt x="764021" y="1026395"/>
                    <a:pt x="761806" y="1028351"/>
                    <a:pt x="759261" y="1029624"/>
                  </a:cubicBezTo>
                  <a:cubicBezTo>
                    <a:pt x="746934" y="1035775"/>
                    <a:pt x="740312" y="1045414"/>
                    <a:pt x="739228" y="1059343"/>
                  </a:cubicBezTo>
                  <a:cubicBezTo>
                    <a:pt x="738379" y="1070420"/>
                    <a:pt x="729235" y="1077962"/>
                    <a:pt x="717757" y="1077514"/>
                  </a:cubicBezTo>
                  <a:cubicBezTo>
                    <a:pt x="711276" y="1077255"/>
                    <a:pt x="702343" y="1078151"/>
                    <a:pt x="700694" y="1070585"/>
                  </a:cubicBezTo>
                  <a:cubicBezTo>
                    <a:pt x="699727" y="1066107"/>
                    <a:pt x="704370" y="1059225"/>
                    <a:pt x="708306" y="1055171"/>
                  </a:cubicBezTo>
                  <a:cubicBezTo>
                    <a:pt x="715494" y="1047771"/>
                    <a:pt x="724168" y="1041785"/>
                    <a:pt x="731992" y="1034974"/>
                  </a:cubicBezTo>
                  <a:cubicBezTo>
                    <a:pt x="740712" y="1027408"/>
                    <a:pt x="741137" y="1022482"/>
                    <a:pt x="733713" y="1013597"/>
                  </a:cubicBezTo>
                  <a:cubicBezTo>
                    <a:pt x="728952" y="1007894"/>
                    <a:pt x="723908" y="1002402"/>
                    <a:pt x="718558" y="997241"/>
                  </a:cubicBezTo>
                  <a:cubicBezTo>
                    <a:pt x="706185" y="985315"/>
                    <a:pt x="704394" y="972023"/>
                    <a:pt x="712148" y="956915"/>
                  </a:cubicBezTo>
                  <a:cubicBezTo>
                    <a:pt x="724144" y="933559"/>
                    <a:pt x="733359" y="909213"/>
                    <a:pt x="738898" y="883430"/>
                  </a:cubicBezTo>
                  <a:cubicBezTo>
                    <a:pt x="745662" y="851966"/>
                    <a:pt x="751460" y="820385"/>
                    <a:pt x="751200" y="788049"/>
                  </a:cubicBezTo>
                  <a:cubicBezTo>
                    <a:pt x="751153" y="782463"/>
                    <a:pt x="750163" y="776689"/>
                    <a:pt x="748490" y="771339"/>
                  </a:cubicBezTo>
                  <a:cubicBezTo>
                    <a:pt x="746817" y="765966"/>
                    <a:pt x="743140" y="765612"/>
                    <a:pt x="740053" y="770349"/>
                  </a:cubicBezTo>
                  <a:cubicBezTo>
                    <a:pt x="737813" y="773790"/>
                    <a:pt x="735810" y="777820"/>
                    <a:pt x="735150" y="781827"/>
                  </a:cubicBezTo>
                  <a:cubicBezTo>
                    <a:pt x="733218" y="793493"/>
                    <a:pt x="731332" y="805230"/>
                    <a:pt x="730649" y="817014"/>
                  </a:cubicBezTo>
                  <a:cubicBezTo>
                    <a:pt x="728952" y="846757"/>
                    <a:pt x="725487" y="876289"/>
                    <a:pt x="714552" y="904099"/>
                  </a:cubicBezTo>
                  <a:cubicBezTo>
                    <a:pt x="701000" y="938532"/>
                    <a:pt x="685846" y="972329"/>
                    <a:pt x="671492" y="1006432"/>
                  </a:cubicBezTo>
                  <a:cubicBezTo>
                    <a:pt x="667910" y="1014941"/>
                    <a:pt x="664776" y="1023614"/>
                    <a:pt x="661452" y="1032216"/>
                  </a:cubicBezTo>
                  <a:cubicBezTo>
                    <a:pt x="662136" y="1032640"/>
                    <a:pt x="662819" y="1033064"/>
                    <a:pt x="663526" y="1033489"/>
                  </a:cubicBezTo>
                  <a:cubicBezTo>
                    <a:pt x="666449" y="1030283"/>
                    <a:pt x="669206" y="1026937"/>
                    <a:pt x="672341" y="1023944"/>
                  </a:cubicBezTo>
                  <a:cubicBezTo>
                    <a:pt x="680331" y="1016307"/>
                    <a:pt x="688179" y="1008483"/>
                    <a:pt x="696734" y="1001507"/>
                  </a:cubicBezTo>
                  <a:cubicBezTo>
                    <a:pt x="698926" y="999715"/>
                    <a:pt x="704606" y="999362"/>
                    <a:pt x="706656" y="1000964"/>
                  </a:cubicBezTo>
                  <a:cubicBezTo>
                    <a:pt x="708683" y="1002567"/>
                    <a:pt x="709037" y="1007564"/>
                    <a:pt x="708518" y="1010816"/>
                  </a:cubicBezTo>
                  <a:cubicBezTo>
                    <a:pt x="707882" y="1014823"/>
                    <a:pt x="706232" y="1019018"/>
                    <a:pt x="703922" y="1022388"/>
                  </a:cubicBezTo>
                  <a:cubicBezTo>
                    <a:pt x="698596" y="1030118"/>
                    <a:pt x="692374" y="1037212"/>
                    <a:pt x="686953" y="1044849"/>
                  </a:cubicBezTo>
                  <a:cubicBezTo>
                    <a:pt x="678964" y="1056114"/>
                    <a:pt x="671186" y="1067545"/>
                    <a:pt x="663762" y="1079188"/>
                  </a:cubicBezTo>
                  <a:cubicBezTo>
                    <a:pt x="662419" y="1081309"/>
                    <a:pt x="663149" y="1084773"/>
                    <a:pt x="662914" y="1087601"/>
                  </a:cubicBezTo>
                  <a:cubicBezTo>
                    <a:pt x="665671" y="1087814"/>
                    <a:pt x="668546" y="1088662"/>
                    <a:pt x="671162" y="1088120"/>
                  </a:cubicBezTo>
                  <a:cubicBezTo>
                    <a:pt x="676465" y="1087036"/>
                    <a:pt x="681509" y="1084726"/>
                    <a:pt x="686835" y="1083831"/>
                  </a:cubicBezTo>
                  <a:cubicBezTo>
                    <a:pt x="689970" y="1083312"/>
                    <a:pt x="695367" y="1083501"/>
                    <a:pt x="696263" y="1085198"/>
                  </a:cubicBezTo>
                  <a:cubicBezTo>
                    <a:pt x="697583" y="1087743"/>
                    <a:pt x="696899" y="1092574"/>
                    <a:pt x="695202" y="1095214"/>
                  </a:cubicBezTo>
                  <a:cubicBezTo>
                    <a:pt x="688744" y="1105136"/>
                    <a:pt x="681674" y="1114681"/>
                    <a:pt x="674533" y="1124132"/>
                  </a:cubicBezTo>
                  <a:cubicBezTo>
                    <a:pt x="669607" y="1130684"/>
                    <a:pt x="664186" y="1136859"/>
                    <a:pt x="659001" y="1143223"/>
                  </a:cubicBezTo>
                  <a:cubicBezTo>
                    <a:pt x="662089" y="1142963"/>
                    <a:pt x="664139" y="1141785"/>
                    <a:pt x="666072" y="1140394"/>
                  </a:cubicBezTo>
                  <a:cubicBezTo>
                    <a:pt x="724662" y="1098160"/>
                    <a:pt x="775994" y="1048078"/>
                    <a:pt x="823319" y="993800"/>
                  </a:cubicBezTo>
                  <a:cubicBezTo>
                    <a:pt x="832369" y="983430"/>
                    <a:pt x="839888" y="971646"/>
                    <a:pt x="847571" y="960168"/>
                  </a:cubicBezTo>
                  <a:cubicBezTo>
                    <a:pt x="849173" y="957764"/>
                    <a:pt x="848396" y="953781"/>
                    <a:pt x="848702" y="950529"/>
                  </a:cubicBezTo>
                  <a:cubicBezTo>
                    <a:pt x="844955" y="950269"/>
                    <a:pt x="839817" y="948313"/>
                    <a:pt x="837743" y="950034"/>
                  </a:cubicBezTo>
                  <a:cubicBezTo>
                    <a:pt x="832511" y="954441"/>
                    <a:pt x="827349" y="959909"/>
                    <a:pt x="824498" y="966036"/>
                  </a:cubicBezTo>
                  <a:cubicBezTo>
                    <a:pt x="818299" y="979258"/>
                    <a:pt x="811040" y="991443"/>
                    <a:pt x="799303" y="1000352"/>
                  </a:cubicBezTo>
                  <a:cubicBezTo>
                    <a:pt x="792044" y="1005867"/>
                    <a:pt x="784149" y="1010415"/>
                    <a:pt x="773001" y="1008954"/>
                  </a:cubicBezTo>
                  <a:cubicBezTo>
                    <a:pt x="775028" y="1004170"/>
                    <a:pt x="776230" y="999833"/>
                    <a:pt x="778539" y="996227"/>
                  </a:cubicBezTo>
                  <a:cubicBezTo>
                    <a:pt x="786128" y="984349"/>
                    <a:pt x="794094" y="972730"/>
                    <a:pt x="801966" y="961040"/>
                  </a:cubicBezTo>
                  <a:cubicBezTo>
                    <a:pt x="817922" y="937354"/>
                    <a:pt x="832888" y="913456"/>
                    <a:pt x="834302" y="883500"/>
                  </a:cubicBezTo>
                  <a:cubicBezTo>
                    <a:pt x="834891" y="871056"/>
                    <a:pt x="840194" y="867592"/>
                    <a:pt x="852968" y="867922"/>
                  </a:cubicBezTo>
                  <a:cubicBezTo>
                    <a:pt x="856904" y="868016"/>
                    <a:pt x="860816" y="868935"/>
                    <a:pt x="864752" y="869030"/>
                  </a:cubicBezTo>
                  <a:cubicBezTo>
                    <a:pt x="873826" y="869289"/>
                    <a:pt x="882970" y="869949"/>
                    <a:pt x="891950" y="869030"/>
                  </a:cubicBezTo>
                  <a:cubicBezTo>
                    <a:pt x="895202" y="868700"/>
                    <a:pt x="900576" y="864222"/>
                    <a:pt x="900505" y="861794"/>
                  </a:cubicBezTo>
                  <a:cubicBezTo>
                    <a:pt x="900317" y="857623"/>
                    <a:pt x="897771" y="851542"/>
                    <a:pt x="894354" y="849656"/>
                  </a:cubicBezTo>
                  <a:close/>
                  <a:moveTo>
                    <a:pt x="443917" y="128492"/>
                  </a:moveTo>
                  <a:cubicBezTo>
                    <a:pt x="470644" y="147676"/>
                    <a:pt x="494566" y="169595"/>
                    <a:pt x="510403" y="199055"/>
                  </a:cubicBezTo>
                  <a:cubicBezTo>
                    <a:pt x="515023" y="207634"/>
                    <a:pt x="516578" y="216448"/>
                    <a:pt x="513255" y="226111"/>
                  </a:cubicBezTo>
                  <a:cubicBezTo>
                    <a:pt x="510710" y="233441"/>
                    <a:pt x="512878" y="235892"/>
                    <a:pt x="520750" y="234714"/>
                  </a:cubicBezTo>
                  <a:cubicBezTo>
                    <a:pt x="526783" y="233818"/>
                    <a:pt x="532605" y="231556"/>
                    <a:pt x="538544" y="230047"/>
                  </a:cubicBezTo>
                  <a:cubicBezTo>
                    <a:pt x="541325" y="229340"/>
                    <a:pt x="544177" y="228963"/>
                    <a:pt x="547005" y="228445"/>
                  </a:cubicBezTo>
                  <a:cubicBezTo>
                    <a:pt x="547264" y="229057"/>
                    <a:pt x="547547" y="229670"/>
                    <a:pt x="547806" y="230259"/>
                  </a:cubicBezTo>
                  <a:cubicBezTo>
                    <a:pt x="538332" y="240865"/>
                    <a:pt x="528999" y="251636"/>
                    <a:pt x="519171" y="261888"/>
                  </a:cubicBezTo>
                  <a:cubicBezTo>
                    <a:pt x="517898" y="263208"/>
                    <a:pt x="513255" y="263019"/>
                    <a:pt x="511440" y="261723"/>
                  </a:cubicBezTo>
                  <a:cubicBezTo>
                    <a:pt x="508589" y="259673"/>
                    <a:pt x="506043" y="256444"/>
                    <a:pt x="504700" y="253168"/>
                  </a:cubicBezTo>
                  <a:cubicBezTo>
                    <a:pt x="490653" y="219041"/>
                    <a:pt x="468806" y="189675"/>
                    <a:pt x="448207" y="159531"/>
                  </a:cubicBezTo>
                  <a:cubicBezTo>
                    <a:pt x="443093" y="152036"/>
                    <a:pt x="438945" y="143835"/>
                    <a:pt x="434797" y="135727"/>
                  </a:cubicBezTo>
                  <a:cubicBezTo>
                    <a:pt x="433430" y="133088"/>
                    <a:pt x="433453" y="129741"/>
                    <a:pt x="432345" y="124320"/>
                  </a:cubicBezTo>
                  <a:cubicBezTo>
                    <a:pt x="437554" y="126111"/>
                    <a:pt x="441254" y="126559"/>
                    <a:pt x="443917" y="128492"/>
                  </a:cubicBezTo>
                  <a:close/>
                  <a:moveTo>
                    <a:pt x="457634" y="61511"/>
                  </a:moveTo>
                  <a:cubicBezTo>
                    <a:pt x="445921" y="53993"/>
                    <a:pt x="435598" y="44235"/>
                    <a:pt x="425086" y="34997"/>
                  </a:cubicBezTo>
                  <a:cubicBezTo>
                    <a:pt x="423107" y="33252"/>
                    <a:pt x="422918" y="29458"/>
                    <a:pt x="421928" y="26606"/>
                  </a:cubicBezTo>
                  <a:cubicBezTo>
                    <a:pt x="425157" y="26465"/>
                    <a:pt x="428904" y="25216"/>
                    <a:pt x="431497" y="26441"/>
                  </a:cubicBezTo>
                  <a:cubicBezTo>
                    <a:pt x="437200" y="29081"/>
                    <a:pt x="443658" y="31909"/>
                    <a:pt x="447382" y="36576"/>
                  </a:cubicBezTo>
                  <a:cubicBezTo>
                    <a:pt x="456691" y="48336"/>
                    <a:pt x="468240" y="49703"/>
                    <a:pt x="481815" y="47959"/>
                  </a:cubicBezTo>
                  <a:cubicBezTo>
                    <a:pt x="490700" y="46828"/>
                    <a:pt x="499845" y="46969"/>
                    <a:pt x="508801" y="47653"/>
                  </a:cubicBezTo>
                  <a:cubicBezTo>
                    <a:pt x="511912" y="47888"/>
                    <a:pt x="515494" y="50929"/>
                    <a:pt x="517568" y="53686"/>
                  </a:cubicBezTo>
                  <a:cubicBezTo>
                    <a:pt x="523319" y="61299"/>
                    <a:pt x="521975" y="64080"/>
                    <a:pt x="512855" y="66389"/>
                  </a:cubicBezTo>
                  <a:cubicBezTo>
                    <a:pt x="504771" y="68440"/>
                    <a:pt x="496781" y="70844"/>
                    <a:pt x="486552" y="73719"/>
                  </a:cubicBezTo>
                  <a:cubicBezTo>
                    <a:pt x="477738" y="70137"/>
                    <a:pt x="466708" y="67332"/>
                    <a:pt x="457634" y="61511"/>
                  </a:cubicBezTo>
                  <a:close/>
                  <a:moveTo>
                    <a:pt x="867415" y="745720"/>
                  </a:moveTo>
                  <a:cubicBezTo>
                    <a:pt x="866991" y="749821"/>
                    <a:pt x="866261" y="754158"/>
                    <a:pt x="864469" y="757787"/>
                  </a:cubicBezTo>
                  <a:cubicBezTo>
                    <a:pt x="857493" y="771952"/>
                    <a:pt x="857587" y="786800"/>
                    <a:pt x="858954" y="801954"/>
                  </a:cubicBezTo>
                  <a:cubicBezTo>
                    <a:pt x="859520" y="808082"/>
                    <a:pt x="859049" y="814281"/>
                    <a:pt x="859049" y="820455"/>
                  </a:cubicBezTo>
                  <a:cubicBezTo>
                    <a:pt x="857540" y="820785"/>
                    <a:pt x="856032" y="821092"/>
                    <a:pt x="854500" y="821422"/>
                  </a:cubicBezTo>
                  <a:cubicBezTo>
                    <a:pt x="838945" y="797901"/>
                    <a:pt x="832959" y="770255"/>
                    <a:pt x="821269" y="745061"/>
                  </a:cubicBezTo>
                  <a:cubicBezTo>
                    <a:pt x="822023" y="744377"/>
                    <a:pt x="822801" y="743694"/>
                    <a:pt x="823555" y="742987"/>
                  </a:cubicBezTo>
                  <a:cubicBezTo>
                    <a:pt x="826124" y="743788"/>
                    <a:pt x="828811" y="744330"/>
                    <a:pt x="831238" y="745438"/>
                  </a:cubicBezTo>
                  <a:cubicBezTo>
                    <a:pt x="840359" y="749538"/>
                    <a:pt x="848961" y="748007"/>
                    <a:pt x="853039" y="741313"/>
                  </a:cubicBezTo>
                  <a:cubicBezTo>
                    <a:pt x="857399" y="734172"/>
                    <a:pt x="855749" y="725782"/>
                    <a:pt x="847241" y="720149"/>
                  </a:cubicBezTo>
                  <a:cubicBezTo>
                    <a:pt x="831804" y="709897"/>
                    <a:pt x="830979" y="675888"/>
                    <a:pt x="839723" y="665141"/>
                  </a:cubicBezTo>
                  <a:cubicBezTo>
                    <a:pt x="841962" y="662407"/>
                    <a:pt x="846015" y="660074"/>
                    <a:pt x="849480" y="659626"/>
                  </a:cubicBezTo>
                  <a:cubicBezTo>
                    <a:pt x="857517" y="658589"/>
                    <a:pt x="857470" y="661252"/>
                    <a:pt x="856527" y="669077"/>
                  </a:cubicBezTo>
                  <a:cubicBezTo>
                    <a:pt x="855396" y="678551"/>
                    <a:pt x="856315" y="688732"/>
                    <a:pt x="858577" y="698066"/>
                  </a:cubicBezTo>
                  <a:cubicBezTo>
                    <a:pt x="862490" y="713809"/>
                    <a:pt x="869159" y="728987"/>
                    <a:pt x="867415" y="74572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20" name="Google Shape;2820;p56"/>
            <p:cNvSpPr/>
            <p:nvPr/>
          </p:nvSpPr>
          <p:spPr>
            <a:xfrm>
              <a:off x="342903" y="2442120"/>
              <a:ext cx="1122602" cy="585900"/>
            </a:xfrm>
            <a:custGeom>
              <a:rect b="b" l="l" r="r" t="t"/>
              <a:pathLst>
                <a:path extrusionOk="0" h="585900" w="1122602">
                  <a:moveTo>
                    <a:pt x="1037851" y="440319"/>
                  </a:moveTo>
                  <a:cubicBezTo>
                    <a:pt x="1032172" y="434356"/>
                    <a:pt x="1025313" y="429313"/>
                    <a:pt x="1020600" y="422690"/>
                  </a:cubicBezTo>
                  <a:cubicBezTo>
                    <a:pt x="1014896" y="414701"/>
                    <a:pt x="1010984" y="405462"/>
                    <a:pt x="1006105" y="396883"/>
                  </a:cubicBezTo>
                  <a:cubicBezTo>
                    <a:pt x="1003300" y="391957"/>
                    <a:pt x="1000543" y="386890"/>
                    <a:pt x="996913" y="382577"/>
                  </a:cubicBezTo>
                  <a:cubicBezTo>
                    <a:pt x="994981" y="380291"/>
                    <a:pt x="991304" y="379466"/>
                    <a:pt x="988405" y="378005"/>
                  </a:cubicBezTo>
                  <a:cubicBezTo>
                    <a:pt x="986897" y="380951"/>
                    <a:pt x="984422" y="383779"/>
                    <a:pt x="984069" y="386843"/>
                  </a:cubicBezTo>
                  <a:cubicBezTo>
                    <a:pt x="982867" y="397637"/>
                    <a:pt x="986755" y="407088"/>
                    <a:pt x="992600" y="416091"/>
                  </a:cubicBezTo>
                  <a:cubicBezTo>
                    <a:pt x="996183" y="421583"/>
                    <a:pt x="999129" y="427616"/>
                    <a:pt x="1001439" y="433744"/>
                  </a:cubicBezTo>
                  <a:cubicBezTo>
                    <a:pt x="1002287" y="436006"/>
                    <a:pt x="1001439" y="440366"/>
                    <a:pt x="999718" y="441710"/>
                  </a:cubicBezTo>
                  <a:cubicBezTo>
                    <a:pt x="998233" y="442888"/>
                    <a:pt x="994227" y="441663"/>
                    <a:pt x="991752" y="440579"/>
                  </a:cubicBezTo>
                  <a:cubicBezTo>
                    <a:pt x="988641" y="439212"/>
                    <a:pt x="985601" y="437232"/>
                    <a:pt x="983079" y="434922"/>
                  </a:cubicBezTo>
                  <a:cubicBezTo>
                    <a:pt x="965544" y="418896"/>
                    <a:pt x="948316" y="402563"/>
                    <a:pt x="930687" y="386631"/>
                  </a:cubicBezTo>
                  <a:cubicBezTo>
                    <a:pt x="919515" y="376544"/>
                    <a:pt x="908273" y="366409"/>
                    <a:pt x="896277" y="357359"/>
                  </a:cubicBezTo>
                  <a:cubicBezTo>
                    <a:pt x="885318" y="349110"/>
                    <a:pt x="872756" y="346824"/>
                    <a:pt x="859086" y="351090"/>
                  </a:cubicBezTo>
                  <a:cubicBezTo>
                    <a:pt x="853571" y="352810"/>
                    <a:pt x="847279" y="353447"/>
                    <a:pt x="841575" y="352693"/>
                  </a:cubicBezTo>
                  <a:cubicBezTo>
                    <a:pt x="838346" y="352268"/>
                    <a:pt x="834905" y="348497"/>
                    <a:pt x="832808" y="345410"/>
                  </a:cubicBezTo>
                  <a:cubicBezTo>
                    <a:pt x="829697" y="340791"/>
                    <a:pt x="828660" y="334592"/>
                    <a:pt x="825077" y="330538"/>
                  </a:cubicBezTo>
                  <a:cubicBezTo>
                    <a:pt x="812633" y="316468"/>
                    <a:pt x="799341" y="303129"/>
                    <a:pt x="786614" y="289318"/>
                  </a:cubicBezTo>
                  <a:cubicBezTo>
                    <a:pt x="776574" y="278429"/>
                    <a:pt x="766628" y="267399"/>
                    <a:pt x="757106" y="256039"/>
                  </a:cubicBezTo>
                  <a:cubicBezTo>
                    <a:pt x="754349" y="252763"/>
                    <a:pt x="753194" y="248120"/>
                    <a:pt x="751309" y="244114"/>
                  </a:cubicBezTo>
                  <a:cubicBezTo>
                    <a:pt x="752063" y="243407"/>
                    <a:pt x="752841" y="242676"/>
                    <a:pt x="753595" y="241969"/>
                  </a:cubicBezTo>
                  <a:cubicBezTo>
                    <a:pt x="758780" y="244891"/>
                    <a:pt x="764507" y="247154"/>
                    <a:pt x="769032" y="250901"/>
                  </a:cubicBezTo>
                  <a:cubicBezTo>
                    <a:pt x="781995" y="261625"/>
                    <a:pt x="794062" y="273456"/>
                    <a:pt x="807236" y="283897"/>
                  </a:cubicBezTo>
                  <a:cubicBezTo>
                    <a:pt x="818808" y="293065"/>
                    <a:pt x="831087" y="301432"/>
                    <a:pt x="843626" y="309256"/>
                  </a:cubicBezTo>
                  <a:cubicBezTo>
                    <a:pt x="850861" y="313781"/>
                    <a:pt x="859228" y="314088"/>
                    <a:pt x="867948" y="312132"/>
                  </a:cubicBezTo>
                  <a:cubicBezTo>
                    <a:pt x="881759" y="309021"/>
                    <a:pt x="893614" y="312603"/>
                    <a:pt x="903041" y="324057"/>
                  </a:cubicBezTo>
                  <a:cubicBezTo>
                    <a:pt x="919562" y="344137"/>
                    <a:pt x="936343" y="363982"/>
                    <a:pt x="953524" y="383496"/>
                  </a:cubicBezTo>
                  <a:cubicBezTo>
                    <a:pt x="956258" y="386607"/>
                    <a:pt x="961608" y="387409"/>
                    <a:pt x="965733" y="389270"/>
                  </a:cubicBezTo>
                  <a:cubicBezTo>
                    <a:pt x="965591" y="384368"/>
                    <a:pt x="965615" y="379443"/>
                    <a:pt x="965167" y="374540"/>
                  </a:cubicBezTo>
                  <a:cubicBezTo>
                    <a:pt x="965026" y="372985"/>
                    <a:pt x="963682" y="371429"/>
                    <a:pt x="962645" y="370062"/>
                  </a:cubicBezTo>
                  <a:cubicBezTo>
                    <a:pt x="955575" y="360847"/>
                    <a:pt x="948976" y="351208"/>
                    <a:pt x="941245" y="342558"/>
                  </a:cubicBezTo>
                  <a:cubicBezTo>
                    <a:pt x="896371" y="292429"/>
                    <a:pt x="846949" y="247036"/>
                    <a:pt x="795075" y="204330"/>
                  </a:cubicBezTo>
                  <a:cubicBezTo>
                    <a:pt x="770635" y="184203"/>
                    <a:pt x="745817" y="164477"/>
                    <a:pt x="717135" y="150430"/>
                  </a:cubicBezTo>
                  <a:cubicBezTo>
                    <a:pt x="670328" y="127522"/>
                    <a:pt x="620906" y="112249"/>
                    <a:pt x="570352" y="100418"/>
                  </a:cubicBezTo>
                  <a:cubicBezTo>
                    <a:pt x="546548" y="94856"/>
                    <a:pt x="522579" y="89482"/>
                    <a:pt x="497856" y="91415"/>
                  </a:cubicBezTo>
                  <a:cubicBezTo>
                    <a:pt x="494273" y="91698"/>
                    <a:pt x="490927" y="94880"/>
                    <a:pt x="487486" y="96741"/>
                  </a:cubicBezTo>
                  <a:cubicBezTo>
                    <a:pt x="489748" y="99758"/>
                    <a:pt x="491422" y="104425"/>
                    <a:pt x="494415" y="105509"/>
                  </a:cubicBezTo>
                  <a:cubicBezTo>
                    <a:pt x="503818" y="108973"/>
                    <a:pt x="513623" y="112815"/>
                    <a:pt x="523451" y="113404"/>
                  </a:cubicBezTo>
                  <a:cubicBezTo>
                    <a:pt x="557601" y="115455"/>
                    <a:pt x="591327" y="119603"/>
                    <a:pt x="623969" y="130208"/>
                  </a:cubicBezTo>
                  <a:cubicBezTo>
                    <a:pt x="653830" y="139895"/>
                    <a:pt x="683574" y="149746"/>
                    <a:pt x="707566" y="171641"/>
                  </a:cubicBezTo>
                  <a:cubicBezTo>
                    <a:pt x="712822" y="176426"/>
                    <a:pt x="720411" y="178782"/>
                    <a:pt x="727128" y="181823"/>
                  </a:cubicBezTo>
                  <a:cubicBezTo>
                    <a:pt x="733774" y="184840"/>
                    <a:pt x="741363" y="186301"/>
                    <a:pt x="747373" y="190213"/>
                  </a:cubicBezTo>
                  <a:cubicBezTo>
                    <a:pt x="779614" y="211236"/>
                    <a:pt x="808768" y="236195"/>
                    <a:pt x="836626" y="262638"/>
                  </a:cubicBezTo>
                  <a:cubicBezTo>
                    <a:pt x="846289" y="271830"/>
                    <a:pt x="855197" y="281823"/>
                    <a:pt x="864177" y="291722"/>
                  </a:cubicBezTo>
                  <a:cubicBezTo>
                    <a:pt x="866180" y="293937"/>
                    <a:pt x="867029" y="297213"/>
                    <a:pt x="868419" y="299994"/>
                  </a:cubicBezTo>
                  <a:cubicBezTo>
                    <a:pt x="867618" y="300701"/>
                    <a:pt x="866817" y="301432"/>
                    <a:pt x="866015" y="302139"/>
                  </a:cubicBezTo>
                  <a:cubicBezTo>
                    <a:pt x="856847" y="296553"/>
                    <a:pt x="847137" y="291651"/>
                    <a:pt x="838582" y="285217"/>
                  </a:cubicBezTo>
                  <a:cubicBezTo>
                    <a:pt x="807542" y="261837"/>
                    <a:pt x="777139" y="237656"/>
                    <a:pt x="745982" y="214441"/>
                  </a:cubicBezTo>
                  <a:cubicBezTo>
                    <a:pt x="736178" y="207135"/>
                    <a:pt x="724912" y="201762"/>
                    <a:pt x="714118" y="195869"/>
                  </a:cubicBezTo>
                  <a:cubicBezTo>
                    <a:pt x="705162" y="190967"/>
                    <a:pt x="695711" y="186961"/>
                    <a:pt x="686849" y="181870"/>
                  </a:cubicBezTo>
                  <a:cubicBezTo>
                    <a:pt x="680038" y="177958"/>
                    <a:pt x="674240" y="172207"/>
                    <a:pt x="667288" y="168648"/>
                  </a:cubicBezTo>
                  <a:cubicBezTo>
                    <a:pt x="645935" y="157783"/>
                    <a:pt x="622862" y="152551"/>
                    <a:pt x="599270" y="149393"/>
                  </a:cubicBezTo>
                  <a:cubicBezTo>
                    <a:pt x="590502" y="148214"/>
                    <a:pt x="581735" y="147130"/>
                    <a:pt x="572944" y="145999"/>
                  </a:cubicBezTo>
                  <a:cubicBezTo>
                    <a:pt x="572756" y="146848"/>
                    <a:pt x="572543" y="147672"/>
                    <a:pt x="572355" y="148521"/>
                  </a:cubicBezTo>
                  <a:cubicBezTo>
                    <a:pt x="583974" y="153729"/>
                    <a:pt x="595570" y="158962"/>
                    <a:pt x="607189" y="164147"/>
                  </a:cubicBezTo>
                  <a:cubicBezTo>
                    <a:pt x="647349" y="182082"/>
                    <a:pt x="687651" y="199711"/>
                    <a:pt x="724158" y="224670"/>
                  </a:cubicBezTo>
                  <a:cubicBezTo>
                    <a:pt x="728612" y="227710"/>
                    <a:pt x="732690" y="231481"/>
                    <a:pt x="736249" y="235535"/>
                  </a:cubicBezTo>
                  <a:cubicBezTo>
                    <a:pt x="737663" y="237137"/>
                    <a:pt x="737168" y="240390"/>
                    <a:pt x="737568" y="242888"/>
                  </a:cubicBezTo>
                  <a:cubicBezTo>
                    <a:pt x="734882" y="243242"/>
                    <a:pt x="732030" y="244326"/>
                    <a:pt x="729532" y="243784"/>
                  </a:cubicBezTo>
                  <a:cubicBezTo>
                    <a:pt x="727033" y="243242"/>
                    <a:pt x="724889" y="241097"/>
                    <a:pt x="722555" y="239683"/>
                  </a:cubicBezTo>
                  <a:cubicBezTo>
                    <a:pt x="717088" y="236313"/>
                    <a:pt x="711879" y="232400"/>
                    <a:pt x="706105" y="229713"/>
                  </a:cubicBezTo>
                  <a:cubicBezTo>
                    <a:pt x="652770" y="204778"/>
                    <a:pt x="597573" y="185052"/>
                    <a:pt x="540396" y="170981"/>
                  </a:cubicBezTo>
                  <a:cubicBezTo>
                    <a:pt x="533915" y="169379"/>
                    <a:pt x="526727" y="169497"/>
                    <a:pt x="520033" y="170251"/>
                  </a:cubicBezTo>
                  <a:cubicBezTo>
                    <a:pt x="514872" y="170840"/>
                    <a:pt x="512444" y="175318"/>
                    <a:pt x="515037" y="180338"/>
                  </a:cubicBezTo>
                  <a:cubicBezTo>
                    <a:pt x="518831" y="187644"/>
                    <a:pt x="515296" y="191014"/>
                    <a:pt x="508980" y="192947"/>
                  </a:cubicBezTo>
                  <a:cubicBezTo>
                    <a:pt x="495357" y="197142"/>
                    <a:pt x="481641" y="197024"/>
                    <a:pt x="468230" y="192216"/>
                  </a:cubicBezTo>
                  <a:cubicBezTo>
                    <a:pt x="462032" y="190001"/>
                    <a:pt x="458355" y="185806"/>
                    <a:pt x="458025" y="178311"/>
                  </a:cubicBezTo>
                  <a:cubicBezTo>
                    <a:pt x="457884" y="175059"/>
                    <a:pt x="454396" y="170722"/>
                    <a:pt x="451285" y="169143"/>
                  </a:cubicBezTo>
                  <a:cubicBezTo>
                    <a:pt x="446830" y="166904"/>
                    <a:pt x="441363" y="166008"/>
                    <a:pt x="436272" y="165867"/>
                  </a:cubicBezTo>
                  <a:cubicBezTo>
                    <a:pt x="422154" y="165466"/>
                    <a:pt x="408037" y="165844"/>
                    <a:pt x="393920" y="165679"/>
                  </a:cubicBezTo>
                  <a:cubicBezTo>
                    <a:pt x="389937" y="165631"/>
                    <a:pt x="385954" y="164712"/>
                    <a:pt x="381146" y="164076"/>
                  </a:cubicBezTo>
                  <a:cubicBezTo>
                    <a:pt x="396701" y="148662"/>
                    <a:pt x="396041" y="148969"/>
                    <a:pt x="387509" y="129431"/>
                  </a:cubicBezTo>
                  <a:cubicBezTo>
                    <a:pt x="383173" y="119485"/>
                    <a:pt x="381004" y="108384"/>
                    <a:pt x="379213" y="97566"/>
                  </a:cubicBezTo>
                  <a:cubicBezTo>
                    <a:pt x="378270" y="91910"/>
                    <a:pt x="380816" y="86395"/>
                    <a:pt x="388263" y="85429"/>
                  </a:cubicBezTo>
                  <a:cubicBezTo>
                    <a:pt x="406859" y="83001"/>
                    <a:pt x="425383" y="79796"/>
                    <a:pt x="444026" y="77887"/>
                  </a:cubicBezTo>
                  <a:cubicBezTo>
                    <a:pt x="489442" y="73244"/>
                    <a:pt x="534740" y="71783"/>
                    <a:pt x="579638" y="83425"/>
                  </a:cubicBezTo>
                  <a:cubicBezTo>
                    <a:pt x="595193" y="87456"/>
                    <a:pt x="610135" y="86206"/>
                    <a:pt x="620246" y="70369"/>
                  </a:cubicBezTo>
                  <a:cubicBezTo>
                    <a:pt x="623993" y="64500"/>
                    <a:pt x="631087" y="62945"/>
                    <a:pt x="637568" y="64288"/>
                  </a:cubicBezTo>
                  <a:cubicBezTo>
                    <a:pt x="650554" y="66998"/>
                    <a:pt x="663328" y="70675"/>
                    <a:pt x="676197" y="73951"/>
                  </a:cubicBezTo>
                  <a:cubicBezTo>
                    <a:pt x="683574" y="75836"/>
                    <a:pt x="690903" y="78028"/>
                    <a:pt x="698351" y="79560"/>
                  </a:cubicBezTo>
                  <a:cubicBezTo>
                    <a:pt x="702876" y="80503"/>
                    <a:pt x="704973" y="77651"/>
                    <a:pt x="704031" y="73385"/>
                  </a:cubicBezTo>
                  <a:cubicBezTo>
                    <a:pt x="701344" y="61177"/>
                    <a:pt x="697361" y="49676"/>
                    <a:pt x="687156" y="41262"/>
                  </a:cubicBezTo>
                  <a:cubicBezTo>
                    <a:pt x="672968" y="29548"/>
                    <a:pt x="656659" y="22030"/>
                    <a:pt x="639194" y="17151"/>
                  </a:cubicBezTo>
                  <a:cubicBezTo>
                    <a:pt x="619727" y="11707"/>
                    <a:pt x="600048" y="8243"/>
                    <a:pt x="580792" y="18424"/>
                  </a:cubicBezTo>
                  <a:cubicBezTo>
                    <a:pt x="580156" y="18754"/>
                    <a:pt x="579048" y="18165"/>
                    <a:pt x="577894" y="17953"/>
                  </a:cubicBezTo>
                  <a:cubicBezTo>
                    <a:pt x="578223" y="16609"/>
                    <a:pt x="578365" y="15643"/>
                    <a:pt x="578718" y="14747"/>
                  </a:cubicBezTo>
                  <a:cubicBezTo>
                    <a:pt x="582419" y="5650"/>
                    <a:pt x="581287" y="2115"/>
                    <a:pt x="571813" y="677"/>
                  </a:cubicBezTo>
                  <a:cubicBezTo>
                    <a:pt x="563682" y="-548"/>
                    <a:pt x="555150" y="112"/>
                    <a:pt x="546901" y="913"/>
                  </a:cubicBezTo>
                  <a:cubicBezTo>
                    <a:pt x="543743" y="1219"/>
                    <a:pt x="538629" y="3977"/>
                    <a:pt x="538393" y="6098"/>
                  </a:cubicBezTo>
                  <a:cubicBezTo>
                    <a:pt x="538016" y="9185"/>
                    <a:pt x="540373" y="13923"/>
                    <a:pt x="543060" y="15808"/>
                  </a:cubicBezTo>
                  <a:cubicBezTo>
                    <a:pt x="551544" y="21724"/>
                    <a:pt x="560736" y="26555"/>
                    <a:pt x="569597" y="31929"/>
                  </a:cubicBezTo>
                  <a:cubicBezTo>
                    <a:pt x="572261" y="33555"/>
                    <a:pt x="574688" y="35582"/>
                    <a:pt x="577210" y="37420"/>
                  </a:cubicBezTo>
                  <a:cubicBezTo>
                    <a:pt x="576904" y="38104"/>
                    <a:pt x="576597" y="38764"/>
                    <a:pt x="576291" y="39447"/>
                  </a:cubicBezTo>
                  <a:cubicBezTo>
                    <a:pt x="571153" y="39801"/>
                    <a:pt x="565992" y="40720"/>
                    <a:pt x="560901" y="40413"/>
                  </a:cubicBezTo>
                  <a:cubicBezTo>
                    <a:pt x="537945" y="39070"/>
                    <a:pt x="515013" y="36855"/>
                    <a:pt x="492034" y="35959"/>
                  </a:cubicBezTo>
                  <a:cubicBezTo>
                    <a:pt x="475277" y="35299"/>
                    <a:pt x="458450" y="35770"/>
                    <a:pt x="441693" y="36595"/>
                  </a:cubicBezTo>
                  <a:cubicBezTo>
                    <a:pt x="434669" y="36949"/>
                    <a:pt x="428188" y="39636"/>
                    <a:pt x="427740" y="48921"/>
                  </a:cubicBezTo>
                  <a:cubicBezTo>
                    <a:pt x="427481" y="54342"/>
                    <a:pt x="423569" y="57524"/>
                    <a:pt x="418148" y="57123"/>
                  </a:cubicBezTo>
                  <a:cubicBezTo>
                    <a:pt x="413057" y="56723"/>
                    <a:pt x="408037" y="55285"/>
                    <a:pt x="403017" y="54177"/>
                  </a:cubicBezTo>
                  <a:cubicBezTo>
                    <a:pt x="398893" y="53258"/>
                    <a:pt x="394839" y="52174"/>
                    <a:pt x="390738" y="51160"/>
                  </a:cubicBezTo>
                  <a:cubicBezTo>
                    <a:pt x="395805" y="60022"/>
                    <a:pt x="391751" y="65608"/>
                    <a:pt x="385836" y="69308"/>
                  </a:cubicBezTo>
                  <a:cubicBezTo>
                    <a:pt x="374782" y="76213"/>
                    <a:pt x="363116" y="82106"/>
                    <a:pt x="351709" y="88493"/>
                  </a:cubicBezTo>
                  <a:cubicBezTo>
                    <a:pt x="347372" y="90920"/>
                    <a:pt x="343130" y="93489"/>
                    <a:pt x="338864" y="95987"/>
                  </a:cubicBezTo>
                  <a:cubicBezTo>
                    <a:pt x="339053" y="96789"/>
                    <a:pt x="339241" y="97590"/>
                    <a:pt x="339430" y="98391"/>
                  </a:cubicBezTo>
                  <a:cubicBezTo>
                    <a:pt x="350248" y="99829"/>
                    <a:pt x="361042" y="101267"/>
                    <a:pt x="371860" y="102704"/>
                  </a:cubicBezTo>
                  <a:cubicBezTo>
                    <a:pt x="372001" y="103671"/>
                    <a:pt x="372166" y="104660"/>
                    <a:pt x="372308" y="105627"/>
                  </a:cubicBezTo>
                  <a:cubicBezTo>
                    <a:pt x="363870" y="112179"/>
                    <a:pt x="355433" y="118731"/>
                    <a:pt x="345699" y="126272"/>
                  </a:cubicBezTo>
                  <a:cubicBezTo>
                    <a:pt x="352982" y="127309"/>
                    <a:pt x="357719" y="127993"/>
                    <a:pt x="364954" y="129030"/>
                  </a:cubicBezTo>
                  <a:cubicBezTo>
                    <a:pt x="358591" y="134804"/>
                    <a:pt x="354419" y="139824"/>
                    <a:pt x="349187" y="143100"/>
                  </a:cubicBezTo>
                  <a:cubicBezTo>
                    <a:pt x="317818" y="162827"/>
                    <a:pt x="286566" y="182789"/>
                    <a:pt x="254537" y="201384"/>
                  </a:cubicBezTo>
                  <a:cubicBezTo>
                    <a:pt x="239053" y="210388"/>
                    <a:pt x="222013" y="216704"/>
                    <a:pt x="205539" y="223963"/>
                  </a:cubicBezTo>
                  <a:cubicBezTo>
                    <a:pt x="203300" y="224953"/>
                    <a:pt x="200377" y="224387"/>
                    <a:pt x="197761" y="224528"/>
                  </a:cubicBezTo>
                  <a:cubicBezTo>
                    <a:pt x="197525" y="223798"/>
                    <a:pt x="197266" y="223067"/>
                    <a:pt x="197031" y="222360"/>
                  </a:cubicBezTo>
                  <a:cubicBezTo>
                    <a:pt x="209592" y="203859"/>
                    <a:pt x="229131" y="192405"/>
                    <a:pt x="244426" y="176473"/>
                  </a:cubicBezTo>
                  <a:cubicBezTo>
                    <a:pt x="241221" y="177604"/>
                    <a:pt x="238251" y="179183"/>
                    <a:pt x="235400" y="180904"/>
                  </a:cubicBezTo>
                  <a:cubicBezTo>
                    <a:pt x="219279" y="190567"/>
                    <a:pt x="203323" y="200489"/>
                    <a:pt x="187038" y="209893"/>
                  </a:cubicBezTo>
                  <a:cubicBezTo>
                    <a:pt x="168419" y="220640"/>
                    <a:pt x="149446" y="230774"/>
                    <a:pt x="130780" y="241403"/>
                  </a:cubicBezTo>
                  <a:cubicBezTo>
                    <a:pt x="119915" y="247602"/>
                    <a:pt x="108485" y="254696"/>
                    <a:pt x="105586" y="267328"/>
                  </a:cubicBezTo>
                  <a:cubicBezTo>
                    <a:pt x="101202" y="286395"/>
                    <a:pt x="91233" y="302068"/>
                    <a:pt x="79496" y="316633"/>
                  </a:cubicBezTo>
                  <a:cubicBezTo>
                    <a:pt x="57672" y="343689"/>
                    <a:pt x="37615" y="371429"/>
                    <a:pt x="26090" y="404849"/>
                  </a:cubicBezTo>
                  <a:cubicBezTo>
                    <a:pt x="19679" y="423421"/>
                    <a:pt x="10181" y="440932"/>
                    <a:pt x="2616" y="459150"/>
                  </a:cubicBezTo>
                  <a:cubicBezTo>
                    <a:pt x="683" y="463817"/>
                    <a:pt x="825" y="469332"/>
                    <a:pt x="0" y="474470"/>
                  </a:cubicBezTo>
                  <a:cubicBezTo>
                    <a:pt x="1084" y="474965"/>
                    <a:pt x="2145" y="475460"/>
                    <a:pt x="3229" y="475954"/>
                  </a:cubicBezTo>
                  <a:cubicBezTo>
                    <a:pt x="5586" y="473668"/>
                    <a:pt x="8485" y="471712"/>
                    <a:pt x="10229" y="469025"/>
                  </a:cubicBezTo>
                  <a:cubicBezTo>
                    <a:pt x="14942" y="461790"/>
                    <a:pt x="19844" y="454578"/>
                    <a:pt x="23450" y="446777"/>
                  </a:cubicBezTo>
                  <a:cubicBezTo>
                    <a:pt x="45510" y="398981"/>
                    <a:pt x="73038" y="354460"/>
                    <a:pt x="104572" y="312438"/>
                  </a:cubicBezTo>
                  <a:cubicBezTo>
                    <a:pt x="122249" y="288870"/>
                    <a:pt x="140231" y="265467"/>
                    <a:pt x="163281" y="246635"/>
                  </a:cubicBezTo>
                  <a:cubicBezTo>
                    <a:pt x="169927" y="241215"/>
                    <a:pt x="177163" y="237114"/>
                    <a:pt x="186071" y="237161"/>
                  </a:cubicBezTo>
                  <a:cubicBezTo>
                    <a:pt x="191233" y="237185"/>
                    <a:pt x="193236" y="239589"/>
                    <a:pt x="190054" y="244114"/>
                  </a:cubicBezTo>
                  <a:cubicBezTo>
                    <a:pt x="186071" y="249770"/>
                    <a:pt x="181947" y="255356"/>
                    <a:pt x="177280" y="260446"/>
                  </a:cubicBezTo>
                  <a:cubicBezTo>
                    <a:pt x="160900" y="278358"/>
                    <a:pt x="143578" y="295469"/>
                    <a:pt x="127952" y="313994"/>
                  </a:cubicBezTo>
                  <a:cubicBezTo>
                    <a:pt x="117346" y="326555"/>
                    <a:pt x="108579" y="340743"/>
                    <a:pt x="99906" y="354790"/>
                  </a:cubicBezTo>
                  <a:cubicBezTo>
                    <a:pt x="97950" y="357972"/>
                    <a:pt x="98185" y="365961"/>
                    <a:pt x="100330" y="367423"/>
                  </a:cubicBezTo>
                  <a:cubicBezTo>
                    <a:pt x="104148" y="370015"/>
                    <a:pt x="110464" y="370557"/>
                    <a:pt x="115272" y="369638"/>
                  </a:cubicBezTo>
                  <a:cubicBezTo>
                    <a:pt x="119491" y="368837"/>
                    <a:pt x="123993" y="365584"/>
                    <a:pt x="126774" y="362120"/>
                  </a:cubicBezTo>
                  <a:cubicBezTo>
                    <a:pt x="131204" y="356652"/>
                    <a:pt x="134410" y="350171"/>
                    <a:pt x="137992" y="344019"/>
                  </a:cubicBezTo>
                  <a:cubicBezTo>
                    <a:pt x="145652" y="330868"/>
                    <a:pt x="152298" y="316963"/>
                    <a:pt x="161136" y="304660"/>
                  </a:cubicBezTo>
                  <a:cubicBezTo>
                    <a:pt x="169644" y="292782"/>
                    <a:pt x="180910" y="283096"/>
                    <a:pt x="195074" y="277887"/>
                  </a:cubicBezTo>
                  <a:cubicBezTo>
                    <a:pt x="203040" y="274965"/>
                    <a:pt x="208202" y="276756"/>
                    <a:pt x="210818" y="282671"/>
                  </a:cubicBezTo>
                  <a:cubicBezTo>
                    <a:pt x="214165" y="290190"/>
                    <a:pt x="211973" y="297213"/>
                    <a:pt x="204337" y="300654"/>
                  </a:cubicBezTo>
                  <a:cubicBezTo>
                    <a:pt x="200165" y="302539"/>
                    <a:pt x="195263" y="302657"/>
                    <a:pt x="190832" y="304048"/>
                  </a:cubicBezTo>
                  <a:cubicBezTo>
                    <a:pt x="185553" y="305721"/>
                    <a:pt x="179944" y="307135"/>
                    <a:pt x="175395" y="310058"/>
                  </a:cubicBezTo>
                  <a:cubicBezTo>
                    <a:pt x="171035" y="312862"/>
                    <a:pt x="170634" y="323185"/>
                    <a:pt x="173981" y="327050"/>
                  </a:cubicBezTo>
                  <a:cubicBezTo>
                    <a:pt x="178176" y="331858"/>
                    <a:pt x="183125" y="329666"/>
                    <a:pt x="187485" y="327380"/>
                  </a:cubicBezTo>
                  <a:cubicBezTo>
                    <a:pt x="191610" y="325212"/>
                    <a:pt x="195711" y="322667"/>
                    <a:pt x="199175" y="319556"/>
                  </a:cubicBezTo>
                  <a:cubicBezTo>
                    <a:pt x="210370" y="309445"/>
                    <a:pt x="221117" y="298792"/>
                    <a:pt x="232336" y="288705"/>
                  </a:cubicBezTo>
                  <a:cubicBezTo>
                    <a:pt x="244285" y="277958"/>
                    <a:pt x="256022" y="266881"/>
                    <a:pt x="268867" y="257265"/>
                  </a:cubicBezTo>
                  <a:cubicBezTo>
                    <a:pt x="295923" y="236972"/>
                    <a:pt x="326467" y="226037"/>
                    <a:pt x="360641" y="226602"/>
                  </a:cubicBezTo>
                  <a:cubicBezTo>
                    <a:pt x="363305" y="226650"/>
                    <a:pt x="365944" y="227451"/>
                    <a:pt x="368607" y="227899"/>
                  </a:cubicBezTo>
                  <a:cubicBezTo>
                    <a:pt x="368796" y="228676"/>
                    <a:pt x="369008" y="229431"/>
                    <a:pt x="369197" y="230208"/>
                  </a:cubicBezTo>
                  <a:cubicBezTo>
                    <a:pt x="366133" y="232400"/>
                    <a:pt x="363328" y="235087"/>
                    <a:pt x="359958" y="236666"/>
                  </a:cubicBezTo>
                  <a:cubicBezTo>
                    <a:pt x="352581" y="240083"/>
                    <a:pt x="345110" y="243454"/>
                    <a:pt x="337403" y="245928"/>
                  </a:cubicBezTo>
                  <a:cubicBezTo>
                    <a:pt x="314448" y="253258"/>
                    <a:pt x="294155" y="265184"/>
                    <a:pt x="275466" y="280149"/>
                  </a:cubicBezTo>
                  <a:cubicBezTo>
                    <a:pt x="239618" y="308856"/>
                    <a:pt x="209640" y="343053"/>
                    <a:pt x="183149" y="380338"/>
                  </a:cubicBezTo>
                  <a:cubicBezTo>
                    <a:pt x="145840" y="432848"/>
                    <a:pt x="114919" y="488540"/>
                    <a:pt x="100283" y="552033"/>
                  </a:cubicBezTo>
                  <a:cubicBezTo>
                    <a:pt x="98256" y="560824"/>
                    <a:pt x="97101" y="569827"/>
                    <a:pt x="95546" y="578736"/>
                  </a:cubicBezTo>
                  <a:cubicBezTo>
                    <a:pt x="96253" y="578901"/>
                    <a:pt x="96960" y="579042"/>
                    <a:pt x="97667" y="579207"/>
                  </a:cubicBezTo>
                  <a:cubicBezTo>
                    <a:pt x="99104" y="576685"/>
                    <a:pt x="100778" y="574258"/>
                    <a:pt x="101909" y="571618"/>
                  </a:cubicBezTo>
                  <a:cubicBezTo>
                    <a:pt x="110040" y="552551"/>
                    <a:pt x="118030" y="533437"/>
                    <a:pt x="126137" y="514371"/>
                  </a:cubicBezTo>
                  <a:cubicBezTo>
                    <a:pt x="129885" y="505533"/>
                    <a:pt x="133161" y="496412"/>
                    <a:pt x="137709" y="487998"/>
                  </a:cubicBezTo>
                  <a:cubicBezTo>
                    <a:pt x="144756" y="474941"/>
                    <a:pt x="153476" y="471382"/>
                    <a:pt x="167994" y="474399"/>
                  </a:cubicBezTo>
                  <a:cubicBezTo>
                    <a:pt x="179614" y="476827"/>
                    <a:pt x="189724" y="474069"/>
                    <a:pt x="197573" y="465160"/>
                  </a:cubicBezTo>
                  <a:cubicBezTo>
                    <a:pt x="201956" y="460187"/>
                    <a:pt x="205798" y="454649"/>
                    <a:pt x="209310" y="449016"/>
                  </a:cubicBezTo>
                  <a:cubicBezTo>
                    <a:pt x="217417" y="436006"/>
                    <a:pt x="224511" y="422360"/>
                    <a:pt x="233161" y="409728"/>
                  </a:cubicBezTo>
                  <a:cubicBezTo>
                    <a:pt x="266675" y="360847"/>
                    <a:pt x="309828" y="323256"/>
                    <a:pt x="364907" y="300371"/>
                  </a:cubicBezTo>
                  <a:cubicBezTo>
                    <a:pt x="407636" y="282601"/>
                    <a:pt x="451261" y="277581"/>
                    <a:pt x="496701" y="290095"/>
                  </a:cubicBezTo>
                  <a:cubicBezTo>
                    <a:pt x="509734" y="293701"/>
                    <a:pt x="524087" y="293136"/>
                    <a:pt x="537828" y="293348"/>
                  </a:cubicBezTo>
                  <a:cubicBezTo>
                    <a:pt x="542565" y="293418"/>
                    <a:pt x="547844" y="290732"/>
                    <a:pt x="551992" y="287974"/>
                  </a:cubicBezTo>
                  <a:cubicBezTo>
                    <a:pt x="558120" y="283873"/>
                    <a:pt x="557507" y="278995"/>
                    <a:pt x="551191" y="275318"/>
                  </a:cubicBezTo>
                  <a:cubicBezTo>
                    <a:pt x="549305" y="274210"/>
                    <a:pt x="547184" y="273150"/>
                    <a:pt x="545063" y="272820"/>
                  </a:cubicBezTo>
                  <a:cubicBezTo>
                    <a:pt x="527505" y="270251"/>
                    <a:pt x="509946" y="265914"/>
                    <a:pt x="492364" y="265844"/>
                  </a:cubicBezTo>
                  <a:cubicBezTo>
                    <a:pt x="463234" y="265749"/>
                    <a:pt x="433986" y="267258"/>
                    <a:pt x="404997" y="270274"/>
                  </a:cubicBezTo>
                  <a:cubicBezTo>
                    <a:pt x="376079" y="273268"/>
                    <a:pt x="348504" y="281469"/>
                    <a:pt x="324158" y="298792"/>
                  </a:cubicBezTo>
                  <a:cubicBezTo>
                    <a:pt x="282324" y="328535"/>
                    <a:pt x="244992" y="363110"/>
                    <a:pt x="212232" y="402539"/>
                  </a:cubicBezTo>
                  <a:cubicBezTo>
                    <a:pt x="199505" y="417859"/>
                    <a:pt x="186189" y="433225"/>
                    <a:pt x="184209" y="454531"/>
                  </a:cubicBezTo>
                  <a:cubicBezTo>
                    <a:pt x="184092" y="455709"/>
                    <a:pt x="183408" y="456864"/>
                    <a:pt x="182842" y="457948"/>
                  </a:cubicBezTo>
                  <a:cubicBezTo>
                    <a:pt x="178883" y="465490"/>
                    <a:pt x="171247" y="468012"/>
                    <a:pt x="163234" y="464170"/>
                  </a:cubicBezTo>
                  <a:cubicBezTo>
                    <a:pt x="155056" y="460234"/>
                    <a:pt x="158921" y="454319"/>
                    <a:pt x="161325" y="449087"/>
                  </a:cubicBezTo>
                  <a:cubicBezTo>
                    <a:pt x="174688" y="419886"/>
                    <a:pt x="192883" y="393890"/>
                    <a:pt x="212892" y="368813"/>
                  </a:cubicBezTo>
                  <a:cubicBezTo>
                    <a:pt x="235023" y="341073"/>
                    <a:pt x="256635" y="313381"/>
                    <a:pt x="287839" y="294715"/>
                  </a:cubicBezTo>
                  <a:cubicBezTo>
                    <a:pt x="318690" y="276261"/>
                    <a:pt x="349564" y="258349"/>
                    <a:pt x="385577" y="251868"/>
                  </a:cubicBezTo>
                  <a:cubicBezTo>
                    <a:pt x="389418" y="251184"/>
                    <a:pt x="393236" y="249864"/>
                    <a:pt x="396842" y="248332"/>
                  </a:cubicBezTo>
                  <a:cubicBezTo>
                    <a:pt x="404620" y="245009"/>
                    <a:pt x="405892" y="241238"/>
                    <a:pt x="400519" y="234804"/>
                  </a:cubicBezTo>
                  <a:cubicBezTo>
                    <a:pt x="388570" y="220522"/>
                    <a:pt x="374099" y="210340"/>
                    <a:pt x="354773" y="208832"/>
                  </a:cubicBezTo>
                  <a:cubicBezTo>
                    <a:pt x="352817" y="208691"/>
                    <a:pt x="350884" y="207913"/>
                    <a:pt x="348645" y="207371"/>
                  </a:cubicBezTo>
                  <a:cubicBezTo>
                    <a:pt x="357035" y="193301"/>
                    <a:pt x="374735" y="187338"/>
                    <a:pt x="388475" y="194974"/>
                  </a:cubicBezTo>
                  <a:cubicBezTo>
                    <a:pt x="398963" y="200795"/>
                    <a:pt x="408037" y="209091"/>
                    <a:pt x="417794" y="216256"/>
                  </a:cubicBezTo>
                  <a:cubicBezTo>
                    <a:pt x="420788" y="218448"/>
                    <a:pt x="423875" y="220522"/>
                    <a:pt x="426915" y="222643"/>
                  </a:cubicBezTo>
                  <a:cubicBezTo>
                    <a:pt x="427457" y="222195"/>
                    <a:pt x="427999" y="221771"/>
                    <a:pt x="428518" y="221323"/>
                  </a:cubicBezTo>
                  <a:cubicBezTo>
                    <a:pt x="427339" y="217411"/>
                    <a:pt x="425878" y="213546"/>
                    <a:pt x="425077" y="209539"/>
                  </a:cubicBezTo>
                  <a:cubicBezTo>
                    <a:pt x="423757" y="203058"/>
                    <a:pt x="421990" y="196506"/>
                    <a:pt x="421990" y="190001"/>
                  </a:cubicBezTo>
                  <a:cubicBezTo>
                    <a:pt x="421990" y="182860"/>
                    <a:pt x="427882" y="179961"/>
                    <a:pt x="433915" y="183850"/>
                  </a:cubicBezTo>
                  <a:cubicBezTo>
                    <a:pt x="436838" y="185735"/>
                    <a:pt x="440302" y="189058"/>
                    <a:pt x="440679" y="192099"/>
                  </a:cubicBezTo>
                  <a:cubicBezTo>
                    <a:pt x="441645" y="199852"/>
                    <a:pt x="446713" y="202963"/>
                    <a:pt x="452840" y="204213"/>
                  </a:cubicBezTo>
                  <a:cubicBezTo>
                    <a:pt x="463187" y="206334"/>
                    <a:pt x="473745" y="207441"/>
                    <a:pt x="484210" y="208903"/>
                  </a:cubicBezTo>
                  <a:cubicBezTo>
                    <a:pt x="505680" y="211896"/>
                    <a:pt x="527363" y="213852"/>
                    <a:pt x="548551" y="218212"/>
                  </a:cubicBezTo>
                  <a:cubicBezTo>
                    <a:pt x="560170" y="220593"/>
                    <a:pt x="570823" y="227357"/>
                    <a:pt x="582183" y="231481"/>
                  </a:cubicBezTo>
                  <a:cubicBezTo>
                    <a:pt x="592718" y="235299"/>
                    <a:pt x="596088" y="233579"/>
                    <a:pt x="600873" y="223609"/>
                  </a:cubicBezTo>
                  <a:cubicBezTo>
                    <a:pt x="604431" y="216209"/>
                    <a:pt x="610158" y="211401"/>
                    <a:pt x="618077" y="209704"/>
                  </a:cubicBezTo>
                  <a:cubicBezTo>
                    <a:pt x="620387" y="209209"/>
                    <a:pt x="624040" y="209845"/>
                    <a:pt x="625336" y="211401"/>
                  </a:cubicBezTo>
                  <a:cubicBezTo>
                    <a:pt x="626444" y="212697"/>
                    <a:pt x="625713" y="216492"/>
                    <a:pt x="624606" y="218542"/>
                  </a:cubicBezTo>
                  <a:cubicBezTo>
                    <a:pt x="615155" y="236100"/>
                    <a:pt x="594674" y="245999"/>
                    <a:pt x="575136" y="242558"/>
                  </a:cubicBezTo>
                  <a:cubicBezTo>
                    <a:pt x="569550" y="241568"/>
                    <a:pt x="564059" y="240178"/>
                    <a:pt x="558544" y="238834"/>
                  </a:cubicBezTo>
                  <a:cubicBezTo>
                    <a:pt x="538747" y="233979"/>
                    <a:pt x="518808" y="230821"/>
                    <a:pt x="498374" y="234144"/>
                  </a:cubicBezTo>
                  <a:cubicBezTo>
                    <a:pt x="491681" y="235228"/>
                    <a:pt x="484846" y="236195"/>
                    <a:pt x="479284" y="243053"/>
                  </a:cubicBezTo>
                  <a:cubicBezTo>
                    <a:pt x="483715" y="244774"/>
                    <a:pt x="487179" y="246730"/>
                    <a:pt x="490903" y="247460"/>
                  </a:cubicBezTo>
                  <a:cubicBezTo>
                    <a:pt x="504950" y="250194"/>
                    <a:pt x="519067" y="252551"/>
                    <a:pt x="533161" y="254979"/>
                  </a:cubicBezTo>
                  <a:cubicBezTo>
                    <a:pt x="568560" y="261036"/>
                    <a:pt x="603465" y="268507"/>
                    <a:pt x="634222" y="288610"/>
                  </a:cubicBezTo>
                  <a:cubicBezTo>
                    <a:pt x="637686" y="290873"/>
                    <a:pt x="641669" y="292523"/>
                    <a:pt x="645582" y="293937"/>
                  </a:cubicBezTo>
                  <a:cubicBezTo>
                    <a:pt x="654113" y="296977"/>
                    <a:pt x="655739" y="295964"/>
                    <a:pt x="657507" y="287267"/>
                  </a:cubicBezTo>
                  <a:cubicBezTo>
                    <a:pt x="659228" y="278783"/>
                    <a:pt x="662833" y="276119"/>
                    <a:pt x="671130" y="278688"/>
                  </a:cubicBezTo>
                  <a:cubicBezTo>
                    <a:pt x="677422" y="280644"/>
                    <a:pt x="683951" y="283119"/>
                    <a:pt x="689183" y="286961"/>
                  </a:cubicBezTo>
                  <a:cubicBezTo>
                    <a:pt x="712115" y="303788"/>
                    <a:pt x="735047" y="320640"/>
                    <a:pt x="757059" y="338599"/>
                  </a:cubicBezTo>
                  <a:cubicBezTo>
                    <a:pt x="768466" y="347908"/>
                    <a:pt x="778082" y="359457"/>
                    <a:pt x="788146" y="370345"/>
                  </a:cubicBezTo>
                  <a:cubicBezTo>
                    <a:pt x="789819" y="372136"/>
                    <a:pt x="789583" y="375695"/>
                    <a:pt x="790220" y="378429"/>
                  </a:cubicBezTo>
                  <a:cubicBezTo>
                    <a:pt x="787439" y="378759"/>
                    <a:pt x="784516" y="379772"/>
                    <a:pt x="781900" y="379254"/>
                  </a:cubicBezTo>
                  <a:cubicBezTo>
                    <a:pt x="777092" y="378288"/>
                    <a:pt x="772497" y="376355"/>
                    <a:pt x="767759" y="374941"/>
                  </a:cubicBezTo>
                  <a:cubicBezTo>
                    <a:pt x="758898" y="372278"/>
                    <a:pt x="755905" y="374729"/>
                    <a:pt x="757931" y="383779"/>
                  </a:cubicBezTo>
                  <a:cubicBezTo>
                    <a:pt x="759416" y="390496"/>
                    <a:pt x="762126" y="396930"/>
                    <a:pt x="764083" y="403553"/>
                  </a:cubicBezTo>
                  <a:cubicBezTo>
                    <a:pt x="764766" y="405886"/>
                    <a:pt x="764837" y="408384"/>
                    <a:pt x="765473" y="412839"/>
                  </a:cubicBezTo>
                  <a:cubicBezTo>
                    <a:pt x="760406" y="409421"/>
                    <a:pt x="757130" y="407324"/>
                    <a:pt x="753972" y="405061"/>
                  </a:cubicBezTo>
                  <a:cubicBezTo>
                    <a:pt x="746124" y="399476"/>
                    <a:pt x="738488" y="393513"/>
                    <a:pt x="730404" y="388304"/>
                  </a:cubicBezTo>
                  <a:cubicBezTo>
                    <a:pt x="727458" y="386419"/>
                    <a:pt x="723427" y="386230"/>
                    <a:pt x="717653" y="384628"/>
                  </a:cubicBezTo>
                  <a:cubicBezTo>
                    <a:pt x="719515" y="390732"/>
                    <a:pt x="720034" y="394715"/>
                    <a:pt x="721872" y="397967"/>
                  </a:cubicBezTo>
                  <a:cubicBezTo>
                    <a:pt x="726114" y="405485"/>
                    <a:pt x="730498" y="413004"/>
                    <a:pt x="735659" y="419909"/>
                  </a:cubicBezTo>
                  <a:cubicBezTo>
                    <a:pt x="748457" y="436973"/>
                    <a:pt x="761844" y="453659"/>
                    <a:pt x="781028" y="464147"/>
                  </a:cubicBezTo>
                  <a:cubicBezTo>
                    <a:pt x="789819" y="468955"/>
                    <a:pt x="799529" y="473221"/>
                    <a:pt x="808839" y="466244"/>
                  </a:cubicBezTo>
                  <a:cubicBezTo>
                    <a:pt x="818125" y="459268"/>
                    <a:pt x="816711" y="448615"/>
                    <a:pt x="814778" y="438882"/>
                  </a:cubicBezTo>
                  <a:cubicBezTo>
                    <a:pt x="811172" y="420522"/>
                    <a:pt x="804620" y="402445"/>
                    <a:pt x="803536" y="383991"/>
                  </a:cubicBezTo>
                  <a:cubicBezTo>
                    <a:pt x="802711" y="369850"/>
                    <a:pt x="796913" y="360069"/>
                    <a:pt x="788523" y="350689"/>
                  </a:cubicBezTo>
                  <a:cubicBezTo>
                    <a:pt x="761961" y="320993"/>
                    <a:pt x="731629" y="295681"/>
                    <a:pt x="698445" y="273715"/>
                  </a:cubicBezTo>
                  <a:cubicBezTo>
                    <a:pt x="685718" y="265278"/>
                    <a:pt x="672143" y="260164"/>
                    <a:pt x="656635" y="261201"/>
                  </a:cubicBezTo>
                  <a:cubicBezTo>
                    <a:pt x="648975" y="261719"/>
                    <a:pt x="641316" y="262238"/>
                    <a:pt x="633656" y="262379"/>
                  </a:cubicBezTo>
                  <a:cubicBezTo>
                    <a:pt x="625855" y="262520"/>
                    <a:pt x="622909" y="259174"/>
                    <a:pt x="623427" y="251420"/>
                  </a:cubicBezTo>
                  <a:cubicBezTo>
                    <a:pt x="624394" y="236454"/>
                    <a:pt x="635306" y="226650"/>
                    <a:pt x="650130" y="227781"/>
                  </a:cubicBezTo>
                  <a:cubicBezTo>
                    <a:pt x="655009" y="228158"/>
                    <a:pt x="660312" y="228488"/>
                    <a:pt x="664554" y="230585"/>
                  </a:cubicBezTo>
                  <a:cubicBezTo>
                    <a:pt x="680604" y="238622"/>
                    <a:pt x="697290" y="245976"/>
                    <a:pt x="711973" y="256133"/>
                  </a:cubicBezTo>
                  <a:cubicBezTo>
                    <a:pt x="758521" y="288351"/>
                    <a:pt x="796560" y="329855"/>
                    <a:pt x="835235" y="370746"/>
                  </a:cubicBezTo>
                  <a:cubicBezTo>
                    <a:pt x="854585" y="391203"/>
                    <a:pt x="875890" y="409798"/>
                    <a:pt x="896513" y="428983"/>
                  </a:cubicBezTo>
                  <a:cubicBezTo>
                    <a:pt x="899600" y="431835"/>
                    <a:pt x="903913" y="433367"/>
                    <a:pt x="907660" y="435511"/>
                  </a:cubicBezTo>
                  <a:cubicBezTo>
                    <a:pt x="908462" y="435087"/>
                    <a:pt x="909263" y="434663"/>
                    <a:pt x="910064" y="434215"/>
                  </a:cubicBezTo>
                  <a:cubicBezTo>
                    <a:pt x="909381" y="430114"/>
                    <a:pt x="909805" y="425330"/>
                    <a:pt x="907778" y="422077"/>
                  </a:cubicBezTo>
                  <a:cubicBezTo>
                    <a:pt x="900260" y="409940"/>
                    <a:pt x="892482" y="397920"/>
                    <a:pt x="883786" y="386631"/>
                  </a:cubicBezTo>
                  <a:cubicBezTo>
                    <a:pt x="875608" y="376002"/>
                    <a:pt x="866157" y="366339"/>
                    <a:pt x="857248" y="356228"/>
                  </a:cubicBezTo>
                  <a:cubicBezTo>
                    <a:pt x="861255" y="358019"/>
                    <a:pt x="864366" y="360682"/>
                    <a:pt x="867594" y="363204"/>
                  </a:cubicBezTo>
                  <a:cubicBezTo>
                    <a:pt x="915037" y="400277"/>
                    <a:pt x="957602" y="442252"/>
                    <a:pt x="994769" y="489671"/>
                  </a:cubicBezTo>
                  <a:cubicBezTo>
                    <a:pt x="1015367" y="515973"/>
                    <a:pt x="1035872" y="542346"/>
                    <a:pt x="1056777" y="568413"/>
                  </a:cubicBezTo>
                  <a:cubicBezTo>
                    <a:pt x="1061538" y="574328"/>
                    <a:pt x="1067453" y="579490"/>
                    <a:pt x="1073534" y="584086"/>
                  </a:cubicBezTo>
                  <a:cubicBezTo>
                    <a:pt x="1075985" y="585947"/>
                    <a:pt x="1080251" y="585382"/>
                    <a:pt x="1083692" y="585900"/>
                  </a:cubicBezTo>
                  <a:cubicBezTo>
                    <a:pt x="1083220" y="582954"/>
                    <a:pt x="1083645" y="579466"/>
                    <a:pt x="1082160" y="577157"/>
                  </a:cubicBezTo>
                  <a:cubicBezTo>
                    <a:pt x="1073817" y="564029"/>
                    <a:pt x="1065214" y="551019"/>
                    <a:pt x="1056353" y="538245"/>
                  </a:cubicBezTo>
                  <a:cubicBezTo>
                    <a:pt x="1041434" y="516704"/>
                    <a:pt x="1025949" y="495563"/>
                    <a:pt x="1011361" y="473810"/>
                  </a:cubicBezTo>
                  <a:cubicBezTo>
                    <a:pt x="1007778" y="468483"/>
                    <a:pt x="1005775" y="461672"/>
                    <a:pt x="1004597" y="455238"/>
                  </a:cubicBezTo>
                  <a:cubicBezTo>
                    <a:pt x="1002994" y="446447"/>
                    <a:pt x="1007802" y="442700"/>
                    <a:pt x="1015132" y="447248"/>
                  </a:cubicBezTo>
                  <a:cubicBezTo>
                    <a:pt x="1022344" y="451703"/>
                    <a:pt x="1029155" y="457501"/>
                    <a:pt x="1034528" y="464052"/>
                  </a:cubicBezTo>
                  <a:cubicBezTo>
                    <a:pt x="1044262" y="475884"/>
                    <a:pt x="1051969" y="489388"/>
                    <a:pt x="1061985" y="500937"/>
                  </a:cubicBezTo>
                  <a:cubicBezTo>
                    <a:pt x="1078153" y="519603"/>
                    <a:pt x="1095429" y="537326"/>
                    <a:pt x="1112445" y="555214"/>
                  </a:cubicBezTo>
                  <a:cubicBezTo>
                    <a:pt x="1114708" y="557595"/>
                    <a:pt x="1118290" y="558726"/>
                    <a:pt x="1122603" y="561201"/>
                  </a:cubicBezTo>
                  <a:cubicBezTo>
                    <a:pt x="1122037" y="557595"/>
                    <a:pt x="1122108" y="556016"/>
                    <a:pt x="1121542" y="554743"/>
                  </a:cubicBezTo>
                  <a:cubicBezTo>
                    <a:pt x="1119586" y="550477"/>
                    <a:pt x="1117866" y="545999"/>
                    <a:pt x="1115226" y="542205"/>
                  </a:cubicBezTo>
                  <a:cubicBezTo>
                    <a:pt x="1097738" y="517034"/>
                    <a:pt x="1080416" y="491745"/>
                    <a:pt x="1062245" y="467069"/>
                  </a:cubicBezTo>
                  <a:cubicBezTo>
                    <a:pt x="1055316" y="457312"/>
                    <a:pt x="1046218" y="449063"/>
                    <a:pt x="1037851" y="440319"/>
                  </a:cubicBezTo>
                  <a:close/>
                  <a:moveTo>
                    <a:pt x="503418" y="55780"/>
                  </a:moveTo>
                  <a:cubicBezTo>
                    <a:pt x="488617" y="59999"/>
                    <a:pt x="475254" y="59598"/>
                    <a:pt x="460736" y="55945"/>
                  </a:cubicBezTo>
                  <a:cubicBezTo>
                    <a:pt x="470187" y="47390"/>
                    <a:pt x="493331" y="47272"/>
                    <a:pt x="503418" y="55780"/>
                  </a:cubicBezTo>
                  <a:close/>
                  <a:moveTo>
                    <a:pt x="341999" y="187126"/>
                  </a:moveTo>
                  <a:cubicBezTo>
                    <a:pt x="311926" y="208266"/>
                    <a:pt x="281782" y="229313"/>
                    <a:pt x="251214" y="249699"/>
                  </a:cubicBezTo>
                  <a:cubicBezTo>
                    <a:pt x="243342" y="254955"/>
                    <a:pt x="234056" y="258372"/>
                    <a:pt x="225006" y="261436"/>
                  </a:cubicBezTo>
                  <a:cubicBezTo>
                    <a:pt x="214801" y="264877"/>
                    <a:pt x="210040" y="259951"/>
                    <a:pt x="212986" y="249676"/>
                  </a:cubicBezTo>
                  <a:cubicBezTo>
                    <a:pt x="214636" y="243949"/>
                    <a:pt x="217417" y="239235"/>
                    <a:pt x="223757" y="236572"/>
                  </a:cubicBezTo>
                  <a:cubicBezTo>
                    <a:pt x="240703" y="229454"/>
                    <a:pt x="257766" y="222337"/>
                    <a:pt x="273981" y="213711"/>
                  </a:cubicBezTo>
                  <a:cubicBezTo>
                    <a:pt x="296842" y="201573"/>
                    <a:pt x="318878" y="187927"/>
                    <a:pt x="341457" y="175247"/>
                  </a:cubicBezTo>
                  <a:cubicBezTo>
                    <a:pt x="346642" y="172325"/>
                    <a:pt x="352581" y="170699"/>
                    <a:pt x="358167" y="168483"/>
                  </a:cubicBezTo>
                  <a:cubicBezTo>
                    <a:pt x="358756" y="169402"/>
                    <a:pt x="359369" y="170321"/>
                    <a:pt x="359958" y="171241"/>
                  </a:cubicBezTo>
                  <a:cubicBezTo>
                    <a:pt x="353972" y="176567"/>
                    <a:pt x="348480" y="182553"/>
                    <a:pt x="341999" y="18712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21" name="Google Shape;2821;p56"/>
            <p:cNvSpPr/>
            <p:nvPr/>
          </p:nvSpPr>
          <p:spPr>
            <a:xfrm>
              <a:off x="190581" y="2180046"/>
              <a:ext cx="1006655" cy="452263"/>
            </a:xfrm>
            <a:custGeom>
              <a:rect b="b" l="l" r="r" t="t"/>
              <a:pathLst>
                <a:path extrusionOk="0" h="452263" w="1006655">
                  <a:moveTo>
                    <a:pt x="12020" y="446890"/>
                  </a:moveTo>
                  <a:cubicBezTo>
                    <a:pt x="21777" y="438900"/>
                    <a:pt x="31794" y="431099"/>
                    <a:pt x="40726" y="422238"/>
                  </a:cubicBezTo>
                  <a:cubicBezTo>
                    <a:pt x="69031" y="394144"/>
                    <a:pt x="96465" y="365155"/>
                    <a:pt x="125077" y="337368"/>
                  </a:cubicBezTo>
                  <a:cubicBezTo>
                    <a:pt x="141362" y="321554"/>
                    <a:pt x="158709" y="306659"/>
                    <a:pt x="176668" y="292777"/>
                  </a:cubicBezTo>
                  <a:cubicBezTo>
                    <a:pt x="188900" y="283326"/>
                    <a:pt x="195334" y="285518"/>
                    <a:pt x="204313" y="297986"/>
                  </a:cubicBezTo>
                  <a:cubicBezTo>
                    <a:pt x="211172" y="307507"/>
                    <a:pt x="216734" y="309039"/>
                    <a:pt x="226114" y="302252"/>
                  </a:cubicBezTo>
                  <a:cubicBezTo>
                    <a:pt x="235305" y="295605"/>
                    <a:pt x="243649" y="287781"/>
                    <a:pt x="252416" y="280545"/>
                  </a:cubicBezTo>
                  <a:cubicBezTo>
                    <a:pt x="264719" y="270364"/>
                    <a:pt x="278223" y="262303"/>
                    <a:pt x="293590" y="257661"/>
                  </a:cubicBezTo>
                  <a:cubicBezTo>
                    <a:pt x="303677" y="254620"/>
                    <a:pt x="313717" y="254997"/>
                    <a:pt x="324888" y="258061"/>
                  </a:cubicBezTo>
                  <a:cubicBezTo>
                    <a:pt x="314330" y="272344"/>
                    <a:pt x="296088" y="277811"/>
                    <a:pt x="288499" y="294828"/>
                  </a:cubicBezTo>
                  <a:cubicBezTo>
                    <a:pt x="291280" y="295228"/>
                    <a:pt x="292223" y="295440"/>
                    <a:pt x="293165" y="295488"/>
                  </a:cubicBezTo>
                  <a:cubicBezTo>
                    <a:pt x="294155" y="295535"/>
                    <a:pt x="295239" y="295676"/>
                    <a:pt x="296111" y="295346"/>
                  </a:cubicBezTo>
                  <a:cubicBezTo>
                    <a:pt x="313246" y="289077"/>
                    <a:pt x="325407" y="277387"/>
                    <a:pt x="332972" y="260937"/>
                  </a:cubicBezTo>
                  <a:cubicBezTo>
                    <a:pt x="333561" y="259664"/>
                    <a:pt x="332666" y="256317"/>
                    <a:pt x="331700" y="255940"/>
                  </a:cubicBezTo>
                  <a:cubicBezTo>
                    <a:pt x="325878" y="253725"/>
                    <a:pt x="328259" y="249977"/>
                    <a:pt x="330050" y="247031"/>
                  </a:cubicBezTo>
                  <a:cubicBezTo>
                    <a:pt x="334033" y="240503"/>
                    <a:pt x="338676" y="234399"/>
                    <a:pt x="342753" y="227917"/>
                  </a:cubicBezTo>
                  <a:cubicBezTo>
                    <a:pt x="344709" y="224806"/>
                    <a:pt x="346005" y="221248"/>
                    <a:pt x="348598" y="215827"/>
                  </a:cubicBezTo>
                  <a:cubicBezTo>
                    <a:pt x="342659" y="216746"/>
                    <a:pt x="338746" y="216487"/>
                    <a:pt x="335659" y="217948"/>
                  </a:cubicBezTo>
                  <a:cubicBezTo>
                    <a:pt x="320293" y="225231"/>
                    <a:pt x="304950" y="232584"/>
                    <a:pt x="289984" y="240668"/>
                  </a:cubicBezTo>
                  <a:cubicBezTo>
                    <a:pt x="268914" y="252028"/>
                    <a:pt x="248315" y="264307"/>
                    <a:pt x="227198" y="275620"/>
                  </a:cubicBezTo>
                  <a:cubicBezTo>
                    <a:pt x="221424" y="278707"/>
                    <a:pt x="214542" y="279744"/>
                    <a:pt x="208178" y="281724"/>
                  </a:cubicBezTo>
                  <a:cubicBezTo>
                    <a:pt x="207707" y="281017"/>
                    <a:pt x="207236" y="280333"/>
                    <a:pt x="206764" y="279626"/>
                  </a:cubicBezTo>
                  <a:cubicBezTo>
                    <a:pt x="207471" y="277151"/>
                    <a:pt x="207636" y="274347"/>
                    <a:pt x="208980" y="272273"/>
                  </a:cubicBezTo>
                  <a:cubicBezTo>
                    <a:pt x="219303" y="256459"/>
                    <a:pt x="232029" y="243920"/>
                    <a:pt x="252062" y="241563"/>
                  </a:cubicBezTo>
                  <a:cubicBezTo>
                    <a:pt x="255409" y="241163"/>
                    <a:pt x="258897" y="239961"/>
                    <a:pt x="261820" y="238264"/>
                  </a:cubicBezTo>
                  <a:cubicBezTo>
                    <a:pt x="274405" y="230981"/>
                    <a:pt x="286826" y="223392"/>
                    <a:pt x="299270" y="215874"/>
                  </a:cubicBezTo>
                  <a:cubicBezTo>
                    <a:pt x="309404" y="209746"/>
                    <a:pt x="319208" y="203006"/>
                    <a:pt x="329673" y="197561"/>
                  </a:cubicBezTo>
                  <a:cubicBezTo>
                    <a:pt x="337050" y="193720"/>
                    <a:pt x="344992" y="191410"/>
                    <a:pt x="353759" y="195582"/>
                  </a:cubicBezTo>
                  <a:cubicBezTo>
                    <a:pt x="359864" y="198504"/>
                    <a:pt x="363446" y="195700"/>
                    <a:pt x="364672" y="188888"/>
                  </a:cubicBezTo>
                  <a:cubicBezTo>
                    <a:pt x="366086" y="181087"/>
                    <a:pt x="370870" y="176350"/>
                    <a:pt x="378836" y="175054"/>
                  </a:cubicBezTo>
                  <a:cubicBezTo>
                    <a:pt x="382489" y="174465"/>
                    <a:pt x="386260" y="174323"/>
                    <a:pt x="389866" y="173545"/>
                  </a:cubicBezTo>
                  <a:cubicBezTo>
                    <a:pt x="398751" y="171636"/>
                    <a:pt x="406953" y="168195"/>
                    <a:pt x="411949" y="160064"/>
                  </a:cubicBezTo>
                  <a:cubicBezTo>
                    <a:pt x="413151" y="158108"/>
                    <a:pt x="413693" y="154337"/>
                    <a:pt x="412586" y="152711"/>
                  </a:cubicBezTo>
                  <a:cubicBezTo>
                    <a:pt x="411431" y="150991"/>
                    <a:pt x="407896" y="150001"/>
                    <a:pt x="405492" y="150142"/>
                  </a:cubicBezTo>
                  <a:cubicBezTo>
                    <a:pt x="390290" y="151038"/>
                    <a:pt x="388334" y="149317"/>
                    <a:pt x="388570" y="134069"/>
                  </a:cubicBezTo>
                  <a:cubicBezTo>
                    <a:pt x="388711" y="125231"/>
                    <a:pt x="386378" y="123581"/>
                    <a:pt x="378553" y="127045"/>
                  </a:cubicBezTo>
                  <a:cubicBezTo>
                    <a:pt x="373887" y="129096"/>
                    <a:pt x="368749" y="131618"/>
                    <a:pt x="365614" y="125584"/>
                  </a:cubicBezTo>
                  <a:cubicBezTo>
                    <a:pt x="362503" y="119598"/>
                    <a:pt x="365897" y="115026"/>
                    <a:pt x="371200" y="112150"/>
                  </a:cubicBezTo>
                  <a:cubicBezTo>
                    <a:pt x="382913" y="105787"/>
                    <a:pt x="395263" y="104844"/>
                    <a:pt x="407660" y="109628"/>
                  </a:cubicBezTo>
                  <a:cubicBezTo>
                    <a:pt x="410182" y="110618"/>
                    <a:pt x="413741" y="114955"/>
                    <a:pt x="413246" y="116722"/>
                  </a:cubicBezTo>
                  <a:cubicBezTo>
                    <a:pt x="411195" y="123958"/>
                    <a:pt x="415603" y="124712"/>
                    <a:pt x="420269" y="124524"/>
                  </a:cubicBezTo>
                  <a:cubicBezTo>
                    <a:pt x="430356" y="124123"/>
                    <a:pt x="440443" y="123180"/>
                    <a:pt x="450531" y="122261"/>
                  </a:cubicBezTo>
                  <a:cubicBezTo>
                    <a:pt x="456918" y="121672"/>
                    <a:pt x="463281" y="120729"/>
                    <a:pt x="469645" y="119928"/>
                  </a:cubicBezTo>
                  <a:cubicBezTo>
                    <a:pt x="470375" y="121177"/>
                    <a:pt x="471106" y="122450"/>
                    <a:pt x="471836" y="123699"/>
                  </a:cubicBezTo>
                  <a:cubicBezTo>
                    <a:pt x="469173" y="125396"/>
                    <a:pt x="466345" y="126880"/>
                    <a:pt x="463870" y="128837"/>
                  </a:cubicBezTo>
                  <a:cubicBezTo>
                    <a:pt x="458049" y="133432"/>
                    <a:pt x="452228" y="138099"/>
                    <a:pt x="446736" y="143072"/>
                  </a:cubicBezTo>
                  <a:cubicBezTo>
                    <a:pt x="445134" y="144533"/>
                    <a:pt x="443389" y="147620"/>
                    <a:pt x="443955" y="149152"/>
                  </a:cubicBezTo>
                  <a:cubicBezTo>
                    <a:pt x="444544" y="150802"/>
                    <a:pt x="447679" y="152263"/>
                    <a:pt x="449847" y="152523"/>
                  </a:cubicBezTo>
                  <a:cubicBezTo>
                    <a:pt x="456965" y="153347"/>
                    <a:pt x="464177" y="154196"/>
                    <a:pt x="471294" y="153960"/>
                  </a:cubicBezTo>
                  <a:cubicBezTo>
                    <a:pt x="506175" y="152758"/>
                    <a:pt x="541033" y="150708"/>
                    <a:pt x="575937" y="149907"/>
                  </a:cubicBezTo>
                  <a:cubicBezTo>
                    <a:pt x="634410" y="148563"/>
                    <a:pt x="692647" y="152051"/>
                    <a:pt x="750649" y="159923"/>
                  </a:cubicBezTo>
                  <a:cubicBezTo>
                    <a:pt x="804267" y="167206"/>
                    <a:pt x="857177" y="177576"/>
                    <a:pt x="909169" y="192683"/>
                  </a:cubicBezTo>
                  <a:cubicBezTo>
                    <a:pt x="916027" y="194686"/>
                    <a:pt x="922909" y="196784"/>
                    <a:pt x="929909" y="198056"/>
                  </a:cubicBezTo>
                  <a:cubicBezTo>
                    <a:pt x="933208" y="198669"/>
                    <a:pt x="936838" y="197420"/>
                    <a:pt x="940326" y="197019"/>
                  </a:cubicBezTo>
                  <a:cubicBezTo>
                    <a:pt x="939053" y="193531"/>
                    <a:pt x="938676" y="189218"/>
                    <a:pt x="936343" y="186767"/>
                  </a:cubicBezTo>
                  <a:cubicBezTo>
                    <a:pt x="932855" y="183138"/>
                    <a:pt x="928330" y="179791"/>
                    <a:pt x="923616" y="178283"/>
                  </a:cubicBezTo>
                  <a:cubicBezTo>
                    <a:pt x="916428" y="175973"/>
                    <a:pt x="908721" y="175360"/>
                    <a:pt x="901226" y="173993"/>
                  </a:cubicBezTo>
                  <a:cubicBezTo>
                    <a:pt x="892577" y="172438"/>
                    <a:pt x="891563" y="169704"/>
                    <a:pt x="897055" y="162893"/>
                  </a:cubicBezTo>
                  <a:cubicBezTo>
                    <a:pt x="905799" y="151981"/>
                    <a:pt x="917253" y="150849"/>
                    <a:pt x="929178" y="155327"/>
                  </a:cubicBezTo>
                  <a:cubicBezTo>
                    <a:pt x="943225" y="160630"/>
                    <a:pt x="956565" y="167818"/>
                    <a:pt x="970682" y="172956"/>
                  </a:cubicBezTo>
                  <a:cubicBezTo>
                    <a:pt x="979049" y="175997"/>
                    <a:pt x="988240" y="177175"/>
                    <a:pt x="997173" y="178236"/>
                  </a:cubicBezTo>
                  <a:cubicBezTo>
                    <a:pt x="1002405" y="178848"/>
                    <a:pt x="1006435" y="175384"/>
                    <a:pt x="1006647" y="169892"/>
                  </a:cubicBezTo>
                  <a:cubicBezTo>
                    <a:pt x="1006883" y="163906"/>
                    <a:pt x="1002051" y="162068"/>
                    <a:pt x="997149" y="161596"/>
                  </a:cubicBezTo>
                  <a:cubicBezTo>
                    <a:pt x="974618" y="159428"/>
                    <a:pt x="953972" y="151108"/>
                    <a:pt x="934010" y="141375"/>
                  </a:cubicBezTo>
                  <a:cubicBezTo>
                    <a:pt x="898398" y="123981"/>
                    <a:pt x="861632" y="109958"/>
                    <a:pt x="823380" y="99800"/>
                  </a:cubicBezTo>
                  <a:cubicBezTo>
                    <a:pt x="770941" y="85872"/>
                    <a:pt x="718101" y="74842"/>
                    <a:pt x="663305" y="78306"/>
                  </a:cubicBezTo>
                  <a:cubicBezTo>
                    <a:pt x="661584" y="78424"/>
                    <a:pt x="659840" y="78047"/>
                    <a:pt x="656046" y="77741"/>
                  </a:cubicBezTo>
                  <a:cubicBezTo>
                    <a:pt x="664035" y="74465"/>
                    <a:pt x="670045" y="72296"/>
                    <a:pt x="675796" y="69586"/>
                  </a:cubicBezTo>
                  <a:cubicBezTo>
                    <a:pt x="704644" y="55963"/>
                    <a:pt x="734599" y="54219"/>
                    <a:pt x="765544" y="60300"/>
                  </a:cubicBezTo>
                  <a:cubicBezTo>
                    <a:pt x="799812" y="67041"/>
                    <a:pt x="832548" y="78613"/>
                    <a:pt x="865025" y="91080"/>
                  </a:cubicBezTo>
                  <a:cubicBezTo>
                    <a:pt x="899529" y="104326"/>
                    <a:pt x="933585" y="118938"/>
                    <a:pt x="969951" y="126668"/>
                  </a:cubicBezTo>
                  <a:cubicBezTo>
                    <a:pt x="977635" y="128294"/>
                    <a:pt x="985601" y="130793"/>
                    <a:pt x="994934" y="126975"/>
                  </a:cubicBezTo>
                  <a:cubicBezTo>
                    <a:pt x="992270" y="124076"/>
                    <a:pt x="990691" y="121577"/>
                    <a:pt x="988429" y="120022"/>
                  </a:cubicBezTo>
                  <a:cubicBezTo>
                    <a:pt x="983126" y="116416"/>
                    <a:pt x="977729" y="112857"/>
                    <a:pt x="972025" y="109982"/>
                  </a:cubicBezTo>
                  <a:cubicBezTo>
                    <a:pt x="924559" y="85919"/>
                    <a:pt x="875466" y="65980"/>
                    <a:pt x="823687" y="53371"/>
                  </a:cubicBezTo>
                  <a:cubicBezTo>
                    <a:pt x="775325" y="41587"/>
                    <a:pt x="726727" y="30698"/>
                    <a:pt x="678153" y="19810"/>
                  </a:cubicBezTo>
                  <a:cubicBezTo>
                    <a:pt x="671059" y="18207"/>
                    <a:pt x="663470" y="18796"/>
                    <a:pt x="656117" y="18372"/>
                  </a:cubicBezTo>
                  <a:cubicBezTo>
                    <a:pt x="655975" y="19173"/>
                    <a:pt x="655834" y="19998"/>
                    <a:pt x="655692" y="20800"/>
                  </a:cubicBezTo>
                  <a:cubicBezTo>
                    <a:pt x="658850" y="23463"/>
                    <a:pt x="662244" y="25914"/>
                    <a:pt x="665120" y="28860"/>
                  </a:cubicBezTo>
                  <a:cubicBezTo>
                    <a:pt x="668254" y="32065"/>
                    <a:pt x="671365" y="35742"/>
                    <a:pt x="667971" y="40573"/>
                  </a:cubicBezTo>
                  <a:cubicBezTo>
                    <a:pt x="664389" y="45688"/>
                    <a:pt x="658945" y="47856"/>
                    <a:pt x="653783" y="44627"/>
                  </a:cubicBezTo>
                  <a:cubicBezTo>
                    <a:pt x="649447" y="41917"/>
                    <a:pt x="646359" y="37085"/>
                    <a:pt x="643060" y="32914"/>
                  </a:cubicBezTo>
                  <a:cubicBezTo>
                    <a:pt x="639289" y="28106"/>
                    <a:pt x="636390" y="22544"/>
                    <a:pt x="632218" y="18136"/>
                  </a:cubicBezTo>
                  <a:cubicBezTo>
                    <a:pt x="627575" y="13234"/>
                    <a:pt x="621118" y="10359"/>
                    <a:pt x="614778" y="14153"/>
                  </a:cubicBezTo>
                  <a:cubicBezTo>
                    <a:pt x="608297" y="18042"/>
                    <a:pt x="609970" y="24759"/>
                    <a:pt x="611596" y="30934"/>
                  </a:cubicBezTo>
                  <a:cubicBezTo>
                    <a:pt x="612350" y="33786"/>
                    <a:pt x="613269" y="36755"/>
                    <a:pt x="613128" y="39607"/>
                  </a:cubicBezTo>
                  <a:cubicBezTo>
                    <a:pt x="613010" y="41823"/>
                    <a:pt x="611902" y="44556"/>
                    <a:pt x="610300" y="46065"/>
                  </a:cubicBezTo>
                  <a:cubicBezTo>
                    <a:pt x="603041" y="52923"/>
                    <a:pt x="581523" y="49176"/>
                    <a:pt x="577139" y="40243"/>
                  </a:cubicBezTo>
                  <a:cubicBezTo>
                    <a:pt x="575937" y="37792"/>
                    <a:pt x="575631" y="34469"/>
                    <a:pt x="576032" y="31688"/>
                  </a:cubicBezTo>
                  <a:cubicBezTo>
                    <a:pt x="577493" y="21625"/>
                    <a:pt x="575160" y="17807"/>
                    <a:pt x="565025" y="17524"/>
                  </a:cubicBezTo>
                  <a:cubicBezTo>
                    <a:pt x="556446" y="17288"/>
                    <a:pt x="547679" y="17665"/>
                    <a:pt x="539242" y="19173"/>
                  </a:cubicBezTo>
                  <a:cubicBezTo>
                    <a:pt x="522791" y="22096"/>
                    <a:pt x="507189" y="27587"/>
                    <a:pt x="494674" y="39348"/>
                  </a:cubicBezTo>
                  <a:cubicBezTo>
                    <a:pt x="492058" y="41799"/>
                    <a:pt x="490361" y="45264"/>
                    <a:pt x="488263" y="48280"/>
                  </a:cubicBezTo>
                  <a:cubicBezTo>
                    <a:pt x="488735" y="49176"/>
                    <a:pt x="489230" y="50071"/>
                    <a:pt x="489701" y="50967"/>
                  </a:cubicBezTo>
                  <a:cubicBezTo>
                    <a:pt x="503559" y="49647"/>
                    <a:pt x="517441" y="48351"/>
                    <a:pt x="531299" y="47031"/>
                  </a:cubicBezTo>
                  <a:cubicBezTo>
                    <a:pt x="526114" y="50519"/>
                    <a:pt x="520646" y="52711"/>
                    <a:pt x="515697" y="55799"/>
                  </a:cubicBezTo>
                  <a:cubicBezTo>
                    <a:pt x="509734" y="59522"/>
                    <a:pt x="510017" y="64118"/>
                    <a:pt x="516592" y="66475"/>
                  </a:cubicBezTo>
                  <a:cubicBezTo>
                    <a:pt x="522791" y="68690"/>
                    <a:pt x="529508" y="70647"/>
                    <a:pt x="535989" y="70694"/>
                  </a:cubicBezTo>
                  <a:cubicBezTo>
                    <a:pt x="559699" y="70835"/>
                    <a:pt x="583432" y="70317"/>
                    <a:pt x="607165" y="69680"/>
                  </a:cubicBezTo>
                  <a:cubicBezTo>
                    <a:pt x="620411" y="69327"/>
                    <a:pt x="633632" y="68313"/>
                    <a:pt x="646854" y="67583"/>
                  </a:cubicBezTo>
                  <a:cubicBezTo>
                    <a:pt x="635494" y="71872"/>
                    <a:pt x="623946" y="74959"/>
                    <a:pt x="612350" y="77835"/>
                  </a:cubicBezTo>
                  <a:cubicBezTo>
                    <a:pt x="578648" y="86154"/>
                    <a:pt x="544851" y="92942"/>
                    <a:pt x="509875" y="85895"/>
                  </a:cubicBezTo>
                  <a:cubicBezTo>
                    <a:pt x="505115" y="84929"/>
                    <a:pt x="499812" y="84952"/>
                    <a:pt x="495145" y="86060"/>
                  </a:cubicBezTo>
                  <a:cubicBezTo>
                    <a:pt x="491869" y="86838"/>
                    <a:pt x="487580" y="89690"/>
                    <a:pt x="486614" y="92589"/>
                  </a:cubicBezTo>
                  <a:cubicBezTo>
                    <a:pt x="484233" y="99683"/>
                    <a:pt x="479331" y="103430"/>
                    <a:pt x="472921" y="104773"/>
                  </a:cubicBezTo>
                  <a:cubicBezTo>
                    <a:pt x="466227" y="106187"/>
                    <a:pt x="459227" y="106541"/>
                    <a:pt x="452345" y="106494"/>
                  </a:cubicBezTo>
                  <a:cubicBezTo>
                    <a:pt x="440656" y="106447"/>
                    <a:pt x="437050" y="101686"/>
                    <a:pt x="440019" y="90467"/>
                  </a:cubicBezTo>
                  <a:cubicBezTo>
                    <a:pt x="448150" y="59829"/>
                    <a:pt x="463022" y="33338"/>
                    <a:pt x="487981" y="13022"/>
                  </a:cubicBezTo>
                  <a:cubicBezTo>
                    <a:pt x="491327" y="10288"/>
                    <a:pt x="493731" y="6399"/>
                    <a:pt x="497431" y="2039"/>
                  </a:cubicBezTo>
                  <a:cubicBezTo>
                    <a:pt x="493401" y="955"/>
                    <a:pt x="491469" y="-129"/>
                    <a:pt x="489654" y="12"/>
                  </a:cubicBezTo>
                  <a:cubicBezTo>
                    <a:pt x="470658" y="1544"/>
                    <a:pt x="451780" y="4090"/>
                    <a:pt x="434999" y="13941"/>
                  </a:cubicBezTo>
                  <a:cubicBezTo>
                    <a:pt x="427316" y="18466"/>
                    <a:pt x="425454" y="25136"/>
                    <a:pt x="427599" y="33856"/>
                  </a:cubicBezTo>
                  <a:cubicBezTo>
                    <a:pt x="428353" y="36944"/>
                    <a:pt x="429366" y="40149"/>
                    <a:pt x="429296" y="43260"/>
                  </a:cubicBezTo>
                  <a:cubicBezTo>
                    <a:pt x="429107" y="51179"/>
                    <a:pt x="422862" y="55469"/>
                    <a:pt x="416192" y="51462"/>
                  </a:cubicBezTo>
                  <a:cubicBezTo>
                    <a:pt x="410960" y="48351"/>
                    <a:pt x="406293" y="43519"/>
                    <a:pt x="402852" y="38429"/>
                  </a:cubicBezTo>
                  <a:cubicBezTo>
                    <a:pt x="399623" y="33644"/>
                    <a:pt x="396677" y="29520"/>
                    <a:pt x="390667" y="28789"/>
                  </a:cubicBezTo>
                  <a:cubicBezTo>
                    <a:pt x="370257" y="26291"/>
                    <a:pt x="351355" y="30510"/>
                    <a:pt x="334834" y="42860"/>
                  </a:cubicBezTo>
                  <a:cubicBezTo>
                    <a:pt x="332359" y="44721"/>
                    <a:pt x="330969" y="50307"/>
                    <a:pt x="331652" y="53654"/>
                  </a:cubicBezTo>
                  <a:cubicBezTo>
                    <a:pt x="332878" y="59734"/>
                    <a:pt x="330545" y="62775"/>
                    <a:pt x="325619" y="64519"/>
                  </a:cubicBezTo>
                  <a:cubicBezTo>
                    <a:pt x="322414" y="65650"/>
                    <a:pt x="318878" y="65886"/>
                    <a:pt x="315461" y="66357"/>
                  </a:cubicBezTo>
                  <a:cubicBezTo>
                    <a:pt x="308862" y="67253"/>
                    <a:pt x="302145" y="67535"/>
                    <a:pt x="295687" y="68973"/>
                  </a:cubicBezTo>
                  <a:cubicBezTo>
                    <a:pt x="253264" y="78495"/>
                    <a:pt x="213411" y="94851"/>
                    <a:pt x="175018" y="115026"/>
                  </a:cubicBezTo>
                  <a:cubicBezTo>
                    <a:pt x="162668" y="121507"/>
                    <a:pt x="151473" y="129284"/>
                    <a:pt x="143154" y="141021"/>
                  </a:cubicBezTo>
                  <a:cubicBezTo>
                    <a:pt x="138534" y="147526"/>
                    <a:pt x="132100" y="151863"/>
                    <a:pt x="122885" y="150873"/>
                  </a:cubicBezTo>
                  <a:cubicBezTo>
                    <a:pt x="116074" y="150142"/>
                    <a:pt x="112633" y="155233"/>
                    <a:pt x="109804" y="163505"/>
                  </a:cubicBezTo>
                  <a:cubicBezTo>
                    <a:pt x="117276" y="161832"/>
                    <a:pt x="123380" y="161337"/>
                    <a:pt x="128824" y="159122"/>
                  </a:cubicBezTo>
                  <a:cubicBezTo>
                    <a:pt x="159651" y="146560"/>
                    <a:pt x="190290" y="133527"/>
                    <a:pt x="221070" y="120776"/>
                  </a:cubicBezTo>
                  <a:cubicBezTo>
                    <a:pt x="251355" y="108238"/>
                    <a:pt x="281381" y="95040"/>
                    <a:pt x="313717" y="88040"/>
                  </a:cubicBezTo>
                  <a:cubicBezTo>
                    <a:pt x="331016" y="84293"/>
                    <a:pt x="346053" y="75855"/>
                    <a:pt x="355739" y="59970"/>
                  </a:cubicBezTo>
                  <a:cubicBezTo>
                    <a:pt x="357035" y="57825"/>
                    <a:pt x="359133" y="56176"/>
                    <a:pt x="361113" y="53984"/>
                  </a:cubicBezTo>
                  <a:cubicBezTo>
                    <a:pt x="370328" y="73098"/>
                    <a:pt x="359793" y="94922"/>
                    <a:pt x="339053" y="102110"/>
                  </a:cubicBezTo>
                  <a:cubicBezTo>
                    <a:pt x="310630" y="111962"/>
                    <a:pt x="281853" y="120988"/>
                    <a:pt x="253995" y="132254"/>
                  </a:cubicBezTo>
                  <a:cubicBezTo>
                    <a:pt x="218784" y="146466"/>
                    <a:pt x="184280" y="162421"/>
                    <a:pt x="149635" y="178000"/>
                  </a:cubicBezTo>
                  <a:cubicBezTo>
                    <a:pt x="143012" y="180969"/>
                    <a:pt x="136625" y="184623"/>
                    <a:pt x="133561" y="192471"/>
                  </a:cubicBezTo>
                  <a:cubicBezTo>
                    <a:pt x="132477" y="195275"/>
                    <a:pt x="128093" y="197609"/>
                    <a:pt x="124747" y="198528"/>
                  </a:cubicBezTo>
                  <a:cubicBezTo>
                    <a:pt x="118619" y="200225"/>
                    <a:pt x="111973" y="200060"/>
                    <a:pt x="105869" y="201827"/>
                  </a:cubicBezTo>
                  <a:cubicBezTo>
                    <a:pt x="96536" y="204514"/>
                    <a:pt x="87203" y="207578"/>
                    <a:pt x="78412" y="211679"/>
                  </a:cubicBezTo>
                  <a:cubicBezTo>
                    <a:pt x="73392" y="214012"/>
                    <a:pt x="70846" y="219409"/>
                    <a:pt x="70493" y="226598"/>
                  </a:cubicBezTo>
                  <a:cubicBezTo>
                    <a:pt x="74617" y="224759"/>
                    <a:pt x="77587" y="222803"/>
                    <a:pt x="80816" y="222120"/>
                  </a:cubicBezTo>
                  <a:cubicBezTo>
                    <a:pt x="84586" y="221342"/>
                    <a:pt x="88569" y="221719"/>
                    <a:pt x="92458" y="221578"/>
                  </a:cubicBezTo>
                  <a:cubicBezTo>
                    <a:pt x="92364" y="225961"/>
                    <a:pt x="93000" y="230510"/>
                    <a:pt x="91916" y="234634"/>
                  </a:cubicBezTo>
                  <a:cubicBezTo>
                    <a:pt x="91186" y="237439"/>
                    <a:pt x="88475" y="240220"/>
                    <a:pt x="85930" y="241964"/>
                  </a:cubicBezTo>
                  <a:cubicBezTo>
                    <a:pt x="77822" y="247526"/>
                    <a:pt x="69762" y="253418"/>
                    <a:pt x="60947" y="257590"/>
                  </a:cubicBezTo>
                  <a:cubicBezTo>
                    <a:pt x="51756" y="261950"/>
                    <a:pt x="41692" y="264425"/>
                    <a:pt x="30827" y="255964"/>
                  </a:cubicBezTo>
                  <a:cubicBezTo>
                    <a:pt x="33231" y="271754"/>
                    <a:pt x="38605" y="284246"/>
                    <a:pt x="47372" y="296100"/>
                  </a:cubicBezTo>
                  <a:cubicBezTo>
                    <a:pt x="50931" y="293437"/>
                    <a:pt x="54042" y="291410"/>
                    <a:pt x="56776" y="288983"/>
                  </a:cubicBezTo>
                  <a:cubicBezTo>
                    <a:pt x="76008" y="271849"/>
                    <a:pt x="94980" y="254432"/>
                    <a:pt x="114353" y="237463"/>
                  </a:cubicBezTo>
                  <a:cubicBezTo>
                    <a:pt x="174193" y="185070"/>
                    <a:pt x="241740" y="146772"/>
                    <a:pt x="318973" y="126433"/>
                  </a:cubicBezTo>
                  <a:cubicBezTo>
                    <a:pt x="323026" y="125372"/>
                    <a:pt x="327269" y="124948"/>
                    <a:pt x="331440" y="124241"/>
                  </a:cubicBezTo>
                  <a:cubicBezTo>
                    <a:pt x="331770" y="124995"/>
                    <a:pt x="332124" y="125749"/>
                    <a:pt x="332454" y="126527"/>
                  </a:cubicBezTo>
                  <a:cubicBezTo>
                    <a:pt x="329178" y="129261"/>
                    <a:pt x="326232" y="132607"/>
                    <a:pt x="322555" y="134658"/>
                  </a:cubicBezTo>
                  <a:cubicBezTo>
                    <a:pt x="303135" y="145452"/>
                    <a:pt x="283903" y="156671"/>
                    <a:pt x="263894" y="166286"/>
                  </a:cubicBezTo>
                  <a:cubicBezTo>
                    <a:pt x="243743" y="175973"/>
                    <a:pt x="223568" y="185966"/>
                    <a:pt x="200778" y="189053"/>
                  </a:cubicBezTo>
                  <a:cubicBezTo>
                    <a:pt x="196583" y="189619"/>
                    <a:pt x="192741" y="195275"/>
                    <a:pt x="189394" y="199164"/>
                  </a:cubicBezTo>
                  <a:cubicBezTo>
                    <a:pt x="185836" y="203265"/>
                    <a:pt x="183903" y="209228"/>
                    <a:pt x="179731" y="212268"/>
                  </a:cubicBezTo>
                  <a:cubicBezTo>
                    <a:pt x="173674" y="216699"/>
                    <a:pt x="166085" y="218985"/>
                    <a:pt x="159416" y="222638"/>
                  </a:cubicBezTo>
                  <a:cubicBezTo>
                    <a:pt x="154278" y="225443"/>
                    <a:pt x="148975" y="228365"/>
                    <a:pt x="144827" y="232372"/>
                  </a:cubicBezTo>
                  <a:cubicBezTo>
                    <a:pt x="142753" y="234399"/>
                    <a:pt x="141928" y="239207"/>
                    <a:pt x="142611" y="242294"/>
                  </a:cubicBezTo>
                  <a:cubicBezTo>
                    <a:pt x="144379" y="250519"/>
                    <a:pt x="142682" y="253371"/>
                    <a:pt x="134693" y="255304"/>
                  </a:cubicBezTo>
                  <a:cubicBezTo>
                    <a:pt x="129083" y="256671"/>
                    <a:pt x="123026" y="258344"/>
                    <a:pt x="118501" y="261714"/>
                  </a:cubicBezTo>
                  <a:cubicBezTo>
                    <a:pt x="82347" y="288676"/>
                    <a:pt x="51143" y="320706"/>
                    <a:pt x="23757" y="356482"/>
                  </a:cubicBezTo>
                  <a:cubicBezTo>
                    <a:pt x="20646" y="360536"/>
                    <a:pt x="18784" y="365556"/>
                    <a:pt x="16333" y="370128"/>
                  </a:cubicBezTo>
                  <a:cubicBezTo>
                    <a:pt x="17040" y="370741"/>
                    <a:pt x="17770" y="371377"/>
                    <a:pt x="18478" y="371990"/>
                  </a:cubicBezTo>
                  <a:cubicBezTo>
                    <a:pt x="22225" y="369515"/>
                    <a:pt x="26302" y="367418"/>
                    <a:pt x="29696" y="364542"/>
                  </a:cubicBezTo>
                  <a:cubicBezTo>
                    <a:pt x="58308" y="340126"/>
                    <a:pt x="86731" y="315450"/>
                    <a:pt x="115367" y="291057"/>
                  </a:cubicBezTo>
                  <a:cubicBezTo>
                    <a:pt x="138346" y="271495"/>
                    <a:pt x="161537" y="252122"/>
                    <a:pt x="184775" y="232843"/>
                  </a:cubicBezTo>
                  <a:cubicBezTo>
                    <a:pt x="189701" y="228742"/>
                    <a:pt x="196041" y="225348"/>
                    <a:pt x="201273" y="231288"/>
                  </a:cubicBezTo>
                  <a:cubicBezTo>
                    <a:pt x="205892" y="236520"/>
                    <a:pt x="201815" y="242506"/>
                    <a:pt x="198185" y="246560"/>
                  </a:cubicBezTo>
                  <a:cubicBezTo>
                    <a:pt x="188452" y="257378"/>
                    <a:pt x="178977" y="268761"/>
                    <a:pt x="167688" y="277788"/>
                  </a:cubicBezTo>
                  <a:cubicBezTo>
                    <a:pt x="128188" y="309416"/>
                    <a:pt x="89984" y="342459"/>
                    <a:pt x="55503" y="379508"/>
                  </a:cubicBezTo>
                  <a:cubicBezTo>
                    <a:pt x="38346" y="397962"/>
                    <a:pt x="22626" y="417760"/>
                    <a:pt x="6599" y="437251"/>
                  </a:cubicBezTo>
                  <a:cubicBezTo>
                    <a:pt x="3559" y="440951"/>
                    <a:pt x="2168" y="446018"/>
                    <a:pt x="0" y="450472"/>
                  </a:cubicBezTo>
                  <a:cubicBezTo>
                    <a:pt x="660" y="451062"/>
                    <a:pt x="1343" y="451674"/>
                    <a:pt x="2003" y="452263"/>
                  </a:cubicBezTo>
                  <a:cubicBezTo>
                    <a:pt x="5468" y="450590"/>
                    <a:pt x="9144" y="449247"/>
                    <a:pt x="12020" y="446890"/>
                  </a:cubicBezTo>
                  <a:close/>
                  <a:moveTo>
                    <a:pt x="522508" y="114248"/>
                  </a:moveTo>
                  <a:cubicBezTo>
                    <a:pt x="571342" y="111042"/>
                    <a:pt x="620198" y="107366"/>
                    <a:pt x="669103" y="105905"/>
                  </a:cubicBezTo>
                  <a:cubicBezTo>
                    <a:pt x="702428" y="104915"/>
                    <a:pt x="735966" y="106022"/>
                    <a:pt x="769197" y="108662"/>
                  </a:cubicBezTo>
                  <a:cubicBezTo>
                    <a:pt x="788429" y="110194"/>
                    <a:pt x="807354" y="116204"/>
                    <a:pt x="826232" y="120988"/>
                  </a:cubicBezTo>
                  <a:cubicBezTo>
                    <a:pt x="842447" y="125089"/>
                    <a:pt x="858403" y="130180"/>
                    <a:pt x="874406" y="135035"/>
                  </a:cubicBezTo>
                  <a:cubicBezTo>
                    <a:pt x="877187" y="135883"/>
                    <a:pt x="879803" y="137486"/>
                    <a:pt x="882325" y="138994"/>
                  </a:cubicBezTo>
                  <a:cubicBezTo>
                    <a:pt x="892435" y="145004"/>
                    <a:pt x="893449" y="150944"/>
                    <a:pt x="886166" y="160088"/>
                  </a:cubicBezTo>
                  <a:cubicBezTo>
                    <a:pt x="879190" y="168879"/>
                    <a:pt x="865733" y="172343"/>
                    <a:pt x="856918" y="161879"/>
                  </a:cubicBezTo>
                  <a:cubicBezTo>
                    <a:pt x="848622" y="152051"/>
                    <a:pt x="835165" y="150236"/>
                    <a:pt x="823145" y="148540"/>
                  </a:cubicBezTo>
                  <a:cubicBezTo>
                    <a:pt x="786520" y="143355"/>
                    <a:pt x="749824" y="137392"/>
                    <a:pt x="712963" y="135294"/>
                  </a:cubicBezTo>
                  <a:cubicBezTo>
                    <a:pt x="656659" y="132089"/>
                    <a:pt x="600189" y="131971"/>
                    <a:pt x="543790" y="130251"/>
                  </a:cubicBezTo>
                  <a:cubicBezTo>
                    <a:pt x="531959" y="129897"/>
                    <a:pt x="520128" y="128530"/>
                    <a:pt x="508344" y="127281"/>
                  </a:cubicBezTo>
                  <a:cubicBezTo>
                    <a:pt x="505091" y="126927"/>
                    <a:pt x="501980" y="125348"/>
                    <a:pt x="497243" y="123840"/>
                  </a:cubicBezTo>
                  <a:cubicBezTo>
                    <a:pt x="505233" y="115450"/>
                    <a:pt x="514212" y="114790"/>
                    <a:pt x="522508" y="114248"/>
                  </a:cubicBezTo>
                  <a:close/>
                  <a:moveTo>
                    <a:pt x="214188" y="222379"/>
                  </a:moveTo>
                  <a:cubicBezTo>
                    <a:pt x="222956" y="215615"/>
                    <a:pt x="231652" y="208544"/>
                    <a:pt x="241150" y="202959"/>
                  </a:cubicBezTo>
                  <a:cubicBezTo>
                    <a:pt x="275631" y="182690"/>
                    <a:pt x="311242" y="164707"/>
                    <a:pt x="349847" y="153489"/>
                  </a:cubicBezTo>
                  <a:cubicBezTo>
                    <a:pt x="356281" y="151627"/>
                    <a:pt x="363210" y="151415"/>
                    <a:pt x="369927" y="150449"/>
                  </a:cubicBezTo>
                  <a:cubicBezTo>
                    <a:pt x="370399" y="151344"/>
                    <a:pt x="370870" y="152216"/>
                    <a:pt x="371365" y="153112"/>
                  </a:cubicBezTo>
                  <a:cubicBezTo>
                    <a:pt x="367806" y="156435"/>
                    <a:pt x="364648" y="160465"/>
                    <a:pt x="360571" y="162963"/>
                  </a:cubicBezTo>
                  <a:cubicBezTo>
                    <a:pt x="344803" y="172626"/>
                    <a:pt x="329083" y="182431"/>
                    <a:pt x="312751" y="191033"/>
                  </a:cubicBezTo>
                  <a:cubicBezTo>
                    <a:pt x="283550" y="206447"/>
                    <a:pt x="253854" y="220894"/>
                    <a:pt x="222036" y="230345"/>
                  </a:cubicBezTo>
                  <a:cubicBezTo>
                    <a:pt x="218407" y="231429"/>
                    <a:pt x="214518" y="231618"/>
                    <a:pt x="210747" y="232207"/>
                  </a:cubicBezTo>
                  <a:cubicBezTo>
                    <a:pt x="210205" y="231382"/>
                    <a:pt x="209640" y="230581"/>
                    <a:pt x="209098" y="229756"/>
                  </a:cubicBezTo>
                  <a:cubicBezTo>
                    <a:pt x="210771" y="227234"/>
                    <a:pt x="211949" y="224123"/>
                    <a:pt x="214188" y="22237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22" name="Google Shape;2822;p56"/>
            <p:cNvSpPr/>
            <p:nvPr/>
          </p:nvSpPr>
          <p:spPr>
            <a:xfrm>
              <a:off x="169229" y="2355877"/>
              <a:ext cx="1154991" cy="545553"/>
            </a:xfrm>
            <a:custGeom>
              <a:rect b="b" l="l" r="r" t="t"/>
              <a:pathLst>
                <a:path extrusionOk="0" h="545553" w="1154991">
                  <a:moveTo>
                    <a:pt x="21541" y="418383"/>
                  </a:moveTo>
                  <a:cubicBezTo>
                    <a:pt x="22083" y="410606"/>
                    <a:pt x="27032" y="407024"/>
                    <a:pt x="33584" y="405138"/>
                  </a:cubicBezTo>
                  <a:cubicBezTo>
                    <a:pt x="37331" y="404077"/>
                    <a:pt x="41338" y="403960"/>
                    <a:pt x="45227" y="403488"/>
                  </a:cubicBezTo>
                  <a:cubicBezTo>
                    <a:pt x="55832" y="402192"/>
                    <a:pt x="58778" y="397950"/>
                    <a:pt x="59415" y="387627"/>
                  </a:cubicBezTo>
                  <a:cubicBezTo>
                    <a:pt x="59792" y="381263"/>
                    <a:pt x="61748" y="374429"/>
                    <a:pt x="64906" y="368890"/>
                  </a:cubicBezTo>
                  <a:cubicBezTo>
                    <a:pt x="75818" y="349729"/>
                    <a:pt x="90831" y="333986"/>
                    <a:pt x="108625" y="320999"/>
                  </a:cubicBezTo>
                  <a:cubicBezTo>
                    <a:pt x="111760" y="318713"/>
                    <a:pt x="115389" y="316686"/>
                    <a:pt x="119090" y="315697"/>
                  </a:cubicBezTo>
                  <a:cubicBezTo>
                    <a:pt x="121729" y="314990"/>
                    <a:pt x="126207" y="315202"/>
                    <a:pt x="127456" y="316851"/>
                  </a:cubicBezTo>
                  <a:cubicBezTo>
                    <a:pt x="128776" y="318619"/>
                    <a:pt x="128399" y="323545"/>
                    <a:pt x="126796" y="325289"/>
                  </a:cubicBezTo>
                  <a:cubicBezTo>
                    <a:pt x="122342" y="330120"/>
                    <a:pt x="117133" y="334433"/>
                    <a:pt x="111713" y="338204"/>
                  </a:cubicBezTo>
                  <a:cubicBezTo>
                    <a:pt x="100824" y="345793"/>
                    <a:pt x="91043" y="354513"/>
                    <a:pt x="89441" y="368254"/>
                  </a:cubicBezTo>
                  <a:cubicBezTo>
                    <a:pt x="87673" y="383502"/>
                    <a:pt x="80791" y="395781"/>
                    <a:pt x="71387" y="407259"/>
                  </a:cubicBezTo>
                  <a:cubicBezTo>
                    <a:pt x="44496" y="440090"/>
                    <a:pt x="23921" y="476456"/>
                    <a:pt x="11147" y="516993"/>
                  </a:cubicBezTo>
                  <a:cubicBezTo>
                    <a:pt x="9403" y="522532"/>
                    <a:pt x="8366" y="528706"/>
                    <a:pt x="8884" y="534410"/>
                  </a:cubicBezTo>
                  <a:cubicBezTo>
                    <a:pt x="9262" y="538487"/>
                    <a:pt x="12373" y="545086"/>
                    <a:pt x="15036" y="545487"/>
                  </a:cubicBezTo>
                  <a:cubicBezTo>
                    <a:pt x="18760" y="546053"/>
                    <a:pt x="24581" y="542918"/>
                    <a:pt x="27008" y="539548"/>
                  </a:cubicBezTo>
                  <a:cubicBezTo>
                    <a:pt x="30779" y="534316"/>
                    <a:pt x="34150" y="527717"/>
                    <a:pt x="34668" y="521447"/>
                  </a:cubicBezTo>
                  <a:cubicBezTo>
                    <a:pt x="35823" y="507424"/>
                    <a:pt x="41149" y="495098"/>
                    <a:pt x="47395" y="483055"/>
                  </a:cubicBezTo>
                  <a:cubicBezTo>
                    <a:pt x="70586" y="438275"/>
                    <a:pt x="99881" y="397526"/>
                    <a:pt x="130827" y="357931"/>
                  </a:cubicBezTo>
                  <a:cubicBezTo>
                    <a:pt x="155102" y="326868"/>
                    <a:pt x="180037" y="296253"/>
                    <a:pt x="210723" y="271223"/>
                  </a:cubicBezTo>
                  <a:cubicBezTo>
                    <a:pt x="269596" y="223215"/>
                    <a:pt x="333773" y="183267"/>
                    <a:pt x="401296" y="148668"/>
                  </a:cubicBezTo>
                  <a:cubicBezTo>
                    <a:pt x="413716" y="142305"/>
                    <a:pt x="427268" y="138039"/>
                    <a:pt x="440631" y="133797"/>
                  </a:cubicBezTo>
                  <a:cubicBezTo>
                    <a:pt x="443766" y="132807"/>
                    <a:pt x="449634" y="134740"/>
                    <a:pt x="451614" y="137332"/>
                  </a:cubicBezTo>
                  <a:cubicBezTo>
                    <a:pt x="453523" y="139830"/>
                    <a:pt x="453122" y="145322"/>
                    <a:pt x="451850" y="148810"/>
                  </a:cubicBezTo>
                  <a:cubicBezTo>
                    <a:pt x="449516" y="155173"/>
                    <a:pt x="444049" y="158308"/>
                    <a:pt x="437355" y="160170"/>
                  </a:cubicBezTo>
                  <a:cubicBezTo>
                    <a:pt x="426726" y="163116"/>
                    <a:pt x="416120" y="166439"/>
                    <a:pt x="405986" y="170752"/>
                  </a:cubicBezTo>
                  <a:cubicBezTo>
                    <a:pt x="396252" y="174900"/>
                    <a:pt x="386684" y="179826"/>
                    <a:pt x="377893" y="185671"/>
                  </a:cubicBezTo>
                  <a:cubicBezTo>
                    <a:pt x="349469" y="204502"/>
                    <a:pt x="321447" y="223969"/>
                    <a:pt x="293188" y="243059"/>
                  </a:cubicBezTo>
                  <a:cubicBezTo>
                    <a:pt x="289370" y="245652"/>
                    <a:pt x="284115" y="250177"/>
                    <a:pt x="281145" y="249140"/>
                  </a:cubicBezTo>
                  <a:cubicBezTo>
                    <a:pt x="274758" y="246948"/>
                    <a:pt x="272024" y="250554"/>
                    <a:pt x="268654" y="253618"/>
                  </a:cubicBezTo>
                  <a:cubicBezTo>
                    <a:pt x="213410" y="303488"/>
                    <a:pt x="161913" y="357035"/>
                    <a:pt x="112679" y="412751"/>
                  </a:cubicBezTo>
                  <a:cubicBezTo>
                    <a:pt x="102898" y="423828"/>
                    <a:pt x="94531" y="436177"/>
                    <a:pt x="85882" y="448197"/>
                  </a:cubicBezTo>
                  <a:cubicBezTo>
                    <a:pt x="84232" y="450483"/>
                    <a:pt x="84044" y="453971"/>
                    <a:pt x="83714" y="456965"/>
                  </a:cubicBezTo>
                  <a:cubicBezTo>
                    <a:pt x="83360" y="459934"/>
                    <a:pt x="84704" y="463493"/>
                    <a:pt x="83478" y="465873"/>
                  </a:cubicBezTo>
                  <a:cubicBezTo>
                    <a:pt x="80768" y="471106"/>
                    <a:pt x="76525" y="475513"/>
                    <a:pt x="73674" y="480674"/>
                  </a:cubicBezTo>
                  <a:cubicBezTo>
                    <a:pt x="70492" y="486449"/>
                    <a:pt x="67452" y="492482"/>
                    <a:pt x="65778" y="498798"/>
                  </a:cubicBezTo>
                  <a:cubicBezTo>
                    <a:pt x="65024" y="501650"/>
                    <a:pt x="66815" y="506529"/>
                    <a:pt x="69125" y="508438"/>
                  </a:cubicBezTo>
                  <a:cubicBezTo>
                    <a:pt x="71034" y="509993"/>
                    <a:pt x="76266" y="509734"/>
                    <a:pt x="78576" y="508155"/>
                  </a:cubicBezTo>
                  <a:cubicBezTo>
                    <a:pt x="83124" y="505020"/>
                    <a:pt x="87225" y="500825"/>
                    <a:pt x="90548" y="496347"/>
                  </a:cubicBezTo>
                  <a:cubicBezTo>
                    <a:pt x="101296" y="481876"/>
                    <a:pt x="103393" y="481711"/>
                    <a:pt x="114635" y="496017"/>
                  </a:cubicBezTo>
                  <a:cubicBezTo>
                    <a:pt x="114942" y="496418"/>
                    <a:pt x="115224" y="496819"/>
                    <a:pt x="115554" y="497196"/>
                  </a:cubicBezTo>
                  <a:cubicBezTo>
                    <a:pt x="120386" y="502781"/>
                    <a:pt x="124227" y="502993"/>
                    <a:pt x="129035" y="497573"/>
                  </a:cubicBezTo>
                  <a:cubicBezTo>
                    <a:pt x="131157" y="495192"/>
                    <a:pt x="133231" y="492553"/>
                    <a:pt x="134503" y="489677"/>
                  </a:cubicBezTo>
                  <a:cubicBezTo>
                    <a:pt x="141126" y="474547"/>
                    <a:pt x="147607" y="459345"/>
                    <a:pt x="153829" y="444049"/>
                  </a:cubicBezTo>
                  <a:cubicBezTo>
                    <a:pt x="155102" y="440938"/>
                    <a:pt x="155055" y="437262"/>
                    <a:pt x="155620" y="433844"/>
                  </a:cubicBezTo>
                  <a:cubicBezTo>
                    <a:pt x="139570" y="445652"/>
                    <a:pt x="135658" y="466651"/>
                    <a:pt x="118335" y="477398"/>
                  </a:cubicBezTo>
                  <a:cubicBezTo>
                    <a:pt x="117133" y="473533"/>
                    <a:pt x="116285" y="469762"/>
                    <a:pt x="117275" y="466533"/>
                  </a:cubicBezTo>
                  <a:cubicBezTo>
                    <a:pt x="122177" y="450295"/>
                    <a:pt x="125830" y="433373"/>
                    <a:pt x="133160" y="418266"/>
                  </a:cubicBezTo>
                  <a:cubicBezTo>
                    <a:pt x="144496" y="394909"/>
                    <a:pt x="163092" y="376479"/>
                    <a:pt x="181357" y="358355"/>
                  </a:cubicBezTo>
                  <a:cubicBezTo>
                    <a:pt x="239288" y="300943"/>
                    <a:pt x="303464" y="251402"/>
                    <a:pt x="372920" y="208815"/>
                  </a:cubicBezTo>
                  <a:cubicBezTo>
                    <a:pt x="400518" y="191893"/>
                    <a:pt x="428989" y="176479"/>
                    <a:pt x="460523" y="167759"/>
                  </a:cubicBezTo>
                  <a:cubicBezTo>
                    <a:pt x="467876" y="165732"/>
                    <a:pt x="475300" y="163729"/>
                    <a:pt x="482300" y="160759"/>
                  </a:cubicBezTo>
                  <a:cubicBezTo>
                    <a:pt x="489182" y="157860"/>
                    <a:pt x="489253" y="153971"/>
                    <a:pt x="483290" y="149234"/>
                  </a:cubicBezTo>
                  <a:cubicBezTo>
                    <a:pt x="479613" y="146312"/>
                    <a:pt x="475607" y="143766"/>
                    <a:pt x="472166" y="140608"/>
                  </a:cubicBezTo>
                  <a:cubicBezTo>
                    <a:pt x="467923" y="136696"/>
                    <a:pt x="466509" y="131652"/>
                    <a:pt x="469927" y="126585"/>
                  </a:cubicBezTo>
                  <a:cubicBezTo>
                    <a:pt x="478411" y="114000"/>
                    <a:pt x="488828" y="107306"/>
                    <a:pt x="502451" y="121306"/>
                  </a:cubicBezTo>
                  <a:cubicBezTo>
                    <a:pt x="506080" y="125030"/>
                    <a:pt x="509191" y="129295"/>
                    <a:pt x="513104" y="132689"/>
                  </a:cubicBezTo>
                  <a:cubicBezTo>
                    <a:pt x="517912" y="136884"/>
                    <a:pt x="522908" y="141150"/>
                    <a:pt x="528494" y="144096"/>
                  </a:cubicBezTo>
                  <a:cubicBezTo>
                    <a:pt x="538180" y="149234"/>
                    <a:pt x="546052" y="145063"/>
                    <a:pt x="546641" y="133962"/>
                  </a:cubicBezTo>
                  <a:cubicBezTo>
                    <a:pt x="547348" y="120222"/>
                    <a:pt x="554914" y="113128"/>
                    <a:pt x="567146" y="110582"/>
                  </a:cubicBezTo>
                  <a:cubicBezTo>
                    <a:pt x="581357" y="107636"/>
                    <a:pt x="595757" y="104478"/>
                    <a:pt x="610181" y="103912"/>
                  </a:cubicBezTo>
                  <a:cubicBezTo>
                    <a:pt x="629908" y="103135"/>
                    <a:pt x="649729" y="104502"/>
                    <a:pt x="669503" y="105374"/>
                  </a:cubicBezTo>
                  <a:cubicBezTo>
                    <a:pt x="680038" y="105845"/>
                    <a:pt x="689583" y="103465"/>
                    <a:pt x="695970" y="95051"/>
                  </a:cubicBezTo>
                  <a:cubicBezTo>
                    <a:pt x="699057" y="90950"/>
                    <a:pt x="699363" y="84751"/>
                    <a:pt x="700919" y="79496"/>
                  </a:cubicBezTo>
                  <a:cubicBezTo>
                    <a:pt x="696323" y="78341"/>
                    <a:pt x="691586" y="75795"/>
                    <a:pt x="687179" y="76290"/>
                  </a:cubicBezTo>
                  <a:cubicBezTo>
                    <a:pt x="671247" y="78058"/>
                    <a:pt x="655432" y="80792"/>
                    <a:pt x="639594" y="83219"/>
                  </a:cubicBezTo>
                  <a:cubicBezTo>
                    <a:pt x="622036" y="85906"/>
                    <a:pt x="604525" y="88805"/>
                    <a:pt x="586943" y="91327"/>
                  </a:cubicBezTo>
                  <a:cubicBezTo>
                    <a:pt x="582182" y="92010"/>
                    <a:pt x="577115" y="91657"/>
                    <a:pt x="575489" y="85741"/>
                  </a:cubicBezTo>
                  <a:cubicBezTo>
                    <a:pt x="573768" y="79496"/>
                    <a:pt x="574758" y="73486"/>
                    <a:pt x="580886" y="70280"/>
                  </a:cubicBezTo>
                  <a:cubicBezTo>
                    <a:pt x="585128" y="68089"/>
                    <a:pt x="590078" y="66627"/>
                    <a:pt x="594838" y="66227"/>
                  </a:cubicBezTo>
                  <a:cubicBezTo>
                    <a:pt x="607565" y="65119"/>
                    <a:pt x="611713" y="62055"/>
                    <a:pt x="615413" y="49540"/>
                  </a:cubicBezTo>
                  <a:cubicBezTo>
                    <a:pt x="617134" y="43719"/>
                    <a:pt x="621093" y="43059"/>
                    <a:pt x="626490" y="44497"/>
                  </a:cubicBezTo>
                  <a:cubicBezTo>
                    <a:pt x="641456" y="48433"/>
                    <a:pt x="656328" y="53029"/>
                    <a:pt x="671553" y="55527"/>
                  </a:cubicBezTo>
                  <a:cubicBezTo>
                    <a:pt x="695663" y="59510"/>
                    <a:pt x="720127" y="61348"/>
                    <a:pt x="744261" y="65284"/>
                  </a:cubicBezTo>
                  <a:cubicBezTo>
                    <a:pt x="798680" y="74146"/>
                    <a:pt x="851614" y="88970"/>
                    <a:pt x="903417" y="107801"/>
                  </a:cubicBezTo>
                  <a:cubicBezTo>
                    <a:pt x="969597" y="131841"/>
                    <a:pt x="1033161" y="161018"/>
                    <a:pt x="1090361" y="202875"/>
                  </a:cubicBezTo>
                  <a:cubicBezTo>
                    <a:pt x="1098044" y="208485"/>
                    <a:pt x="1106859" y="212774"/>
                    <a:pt x="1115626" y="216592"/>
                  </a:cubicBezTo>
                  <a:cubicBezTo>
                    <a:pt x="1124323" y="220363"/>
                    <a:pt x="1132996" y="218501"/>
                    <a:pt x="1139171" y="211124"/>
                  </a:cubicBezTo>
                  <a:cubicBezTo>
                    <a:pt x="1144356" y="204926"/>
                    <a:pt x="1148645" y="197926"/>
                    <a:pt x="1152793" y="190950"/>
                  </a:cubicBezTo>
                  <a:cubicBezTo>
                    <a:pt x="1156116" y="185341"/>
                    <a:pt x="1155692" y="179142"/>
                    <a:pt x="1151379" y="174287"/>
                  </a:cubicBezTo>
                  <a:cubicBezTo>
                    <a:pt x="1141575" y="163210"/>
                    <a:pt x="1131817" y="151992"/>
                    <a:pt x="1121070" y="141881"/>
                  </a:cubicBezTo>
                  <a:cubicBezTo>
                    <a:pt x="1110818" y="132241"/>
                    <a:pt x="1099529" y="123615"/>
                    <a:pt x="1085341" y="120151"/>
                  </a:cubicBezTo>
                  <a:cubicBezTo>
                    <a:pt x="1078459" y="118454"/>
                    <a:pt x="1077021" y="115673"/>
                    <a:pt x="1079732" y="109074"/>
                  </a:cubicBezTo>
                  <a:cubicBezTo>
                    <a:pt x="1083691" y="99505"/>
                    <a:pt x="1091893" y="96701"/>
                    <a:pt x="1102357" y="100306"/>
                  </a:cubicBezTo>
                  <a:cubicBezTo>
                    <a:pt x="1105444" y="101367"/>
                    <a:pt x="1110629" y="101202"/>
                    <a:pt x="1112751" y="99269"/>
                  </a:cubicBezTo>
                  <a:cubicBezTo>
                    <a:pt x="1116498" y="95852"/>
                    <a:pt x="1114188" y="91539"/>
                    <a:pt x="1110771" y="88381"/>
                  </a:cubicBezTo>
                  <a:cubicBezTo>
                    <a:pt x="1107872" y="85694"/>
                    <a:pt x="1105067" y="82842"/>
                    <a:pt x="1101862" y="80556"/>
                  </a:cubicBezTo>
                  <a:cubicBezTo>
                    <a:pt x="1068489" y="56469"/>
                    <a:pt x="1031582" y="39524"/>
                    <a:pt x="992670" y="26774"/>
                  </a:cubicBezTo>
                  <a:cubicBezTo>
                    <a:pt x="988876" y="25524"/>
                    <a:pt x="984634" y="25666"/>
                    <a:pt x="980603" y="25171"/>
                  </a:cubicBezTo>
                  <a:cubicBezTo>
                    <a:pt x="980179" y="25925"/>
                    <a:pt x="979731" y="26679"/>
                    <a:pt x="979307" y="27433"/>
                  </a:cubicBezTo>
                  <a:cubicBezTo>
                    <a:pt x="982560" y="30474"/>
                    <a:pt x="985388" y="34292"/>
                    <a:pt x="989159" y="36413"/>
                  </a:cubicBezTo>
                  <a:cubicBezTo>
                    <a:pt x="1006387" y="46076"/>
                    <a:pt x="1024040" y="54938"/>
                    <a:pt x="1041197" y="64695"/>
                  </a:cubicBezTo>
                  <a:cubicBezTo>
                    <a:pt x="1051874" y="70775"/>
                    <a:pt x="1062197" y="77610"/>
                    <a:pt x="1072143" y="84822"/>
                  </a:cubicBezTo>
                  <a:cubicBezTo>
                    <a:pt x="1074829" y="86778"/>
                    <a:pt x="1075536" y="91421"/>
                    <a:pt x="1077163" y="94839"/>
                  </a:cubicBezTo>
                  <a:cubicBezTo>
                    <a:pt x="1073627" y="96182"/>
                    <a:pt x="1069715" y="99246"/>
                    <a:pt x="1066604" y="98562"/>
                  </a:cubicBezTo>
                  <a:cubicBezTo>
                    <a:pt x="1054184" y="95899"/>
                    <a:pt x="1041504" y="93283"/>
                    <a:pt x="1029837" y="88428"/>
                  </a:cubicBezTo>
                  <a:cubicBezTo>
                    <a:pt x="1008461" y="79566"/>
                    <a:pt x="988216" y="67947"/>
                    <a:pt x="964577" y="65402"/>
                  </a:cubicBezTo>
                  <a:cubicBezTo>
                    <a:pt x="959086" y="64813"/>
                    <a:pt x="953665" y="62008"/>
                    <a:pt x="952793" y="55715"/>
                  </a:cubicBezTo>
                  <a:cubicBezTo>
                    <a:pt x="951614" y="47207"/>
                    <a:pt x="945652" y="44285"/>
                    <a:pt x="938746" y="42517"/>
                  </a:cubicBezTo>
                  <a:cubicBezTo>
                    <a:pt x="932548" y="40938"/>
                    <a:pt x="926114" y="40302"/>
                    <a:pt x="919821" y="39005"/>
                  </a:cubicBezTo>
                  <a:cubicBezTo>
                    <a:pt x="858944" y="26467"/>
                    <a:pt x="798822" y="10181"/>
                    <a:pt x="736955" y="2852"/>
                  </a:cubicBezTo>
                  <a:cubicBezTo>
                    <a:pt x="723898" y="1320"/>
                    <a:pt x="710700" y="919"/>
                    <a:pt x="697572" y="0"/>
                  </a:cubicBezTo>
                  <a:cubicBezTo>
                    <a:pt x="697337" y="1013"/>
                    <a:pt x="697101" y="2027"/>
                    <a:pt x="696865" y="3040"/>
                  </a:cubicBezTo>
                  <a:cubicBezTo>
                    <a:pt x="702357" y="5209"/>
                    <a:pt x="707683" y="7990"/>
                    <a:pt x="713339" y="9427"/>
                  </a:cubicBezTo>
                  <a:cubicBezTo>
                    <a:pt x="744402" y="17323"/>
                    <a:pt x="775725" y="24205"/>
                    <a:pt x="806599" y="32736"/>
                  </a:cubicBezTo>
                  <a:cubicBezTo>
                    <a:pt x="897007" y="57719"/>
                    <a:pt x="983927" y="92010"/>
                    <a:pt x="1068112" y="133161"/>
                  </a:cubicBezTo>
                  <a:cubicBezTo>
                    <a:pt x="1088240" y="142989"/>
                    <a:pt x="1107471" y="154891"/>
                    <a:pt x="1126232" y="167170"/>
                  </a:cubicBezTo>
                  <a:cubicBezTo>
                    <a:pt x="1132571" y="171318"/>
                    <a:pt x="1137144" y="179095"/>
                    <a:pt x="1140820" y="186095"/>
                  </a:cubicBezTo>
                  <a:cubicBezTo>
                    <a:pt x="1144143" y="192411"/>
                    <a:pt x="1140891" y="196111"/>
                    <a:pt x="1133773" y="195569"/>
                  </a:cubicBezTo>
                  <a:cubicBezTo>
                    <a:pt x="1129908" y="195263"/>
                    <a:pt x="1125737" y="194650"/>
                    <a:pt x="1122343" y="192906"/>
                  </a:cubicBezTo>
                  <a:cubicBezTo>
                    <a:pt x="1103512" y="183172"/>
                    <a:pt x="1084351" y="173886"/>
                    <a:pt x="1066250" y="162880"/>
                  </a:cubicBezTo>
                  <a:cubicBezTo>
                    <a:pt x="1029696" y="140702"/>
                    <a:pt x="993967" y="116804"/>
                    <a:pt x="954348" y="100495"/>
                  </a:cubicBezTo>
                  <a:cubicBezTo>
                    <a:pt x="906316" y="80698"/>
                    <a:pt x="855739" y="68843"/>
                    <a:pt x="804902" y="58873"/>
                  </a:cubicBezTo>
                  <a:cubicBezTo>
                    <a:pt x="760853" y="50224"/>
                    <a:pt x="716498" y="43153"/>
                    <a:pt x="672142" y="36248"/>
                  </a:cubicBezTo>
                  <a:cubicBezTo>
                    <a:pt x="634457" y="30379"/>
                    <a:pt x="596465" y="27292"/>
                    <a:pt x="558237" y="29060"/>
                  </a:cubicBezTo>
                  <a:cubicBezTo>
                    <a:pt x="550671" y="29413"/>
                    <a:pt x="542917" y="30639"/>
                    <a:pt x="535753" y="33019"/>
                  </a:cubicBezTo>
                  <a:cubicBezTo>
                    <a:pt x="532359" y="34150"/>
                    <a:pt x="530167" y="38935"/>
                    <a:pt x="527433" y="42069"/>
                  </a:cubicBezTo>
                  <a:cubicBezTo>
                    <a:pt x="530921" y="43625"/>
                    <a:pt x="534527" y="46759"/>
                    <a:pt x="537874" y="46477"/>
                  </a:cubicBezTo>
                  <a:cubicBezTo>
                    <a:pt x="550884" y="45416"/>
                    <a:pt x="563775" y="42941"/>
                    <a:pt x="576785" y="41716"/>
                  </a:cubicBezTo>
                  <a:cubicBezTo>
                    <a:pt x="584563" y="40985"/>
                    <a:pt x="592481" y="41574"/>
                    <a:pt x="600330" y="41574"/>
                  </a:cubicBezTo>
                  <a:cubicBezTo>
                    <a:pt x="599269" y="44709"/>
                    <a:pt x="597879" y="46594"/>
                    <a:pt x="596040" y="47301"/>
                  </a:cubicBezTo>
                  <a:cubicBezTo>
                    <a:pt x="587108" y="50766"/>
                    <a:pt x="578246" y="54773"/>
                    <a:pt x="568984" y="57059"/>
                  </a:cubicBezTo>
                  <a:cubicBezTo>
                    <a:pt x="543153" y="63469"/>
                    <a:pt x="516875" y="68207"/>
                    <a:pt x="491256" y="75348"/>
                  </a:cubicBezTo>
                  <a:cubicBezTo>
                    <a:pt x="470681" y="81098"/>
                    <a:pt x="450718" y="89182"/>
                    <a:pt x="430662" y="96701"/>
                  </a:cubicBezTo>
                  <a:cubicBezTo>
                    <a:pt x="424676" y="98939"/>
                    <a:pt x="419231" y="102215"/>
                    <a:pt x="420150" y="110724"/>
                  </a:cubicBezTo>
                  <a:cubicBezTo>
                    <a:pt x="420433" y="113340"/>
                    <a:pt x="417322" y="117016"/>
                    <a:pt x="414824" y="119090"/>
                  </a:cubicBezTo>
                  <a:cubicBezTo>
                    <a:pt x="409333" y="123639"/>
                    <a:pt x="403535" y="128023"/>
                    <a:pt x="397336" y="131511"/>
                  </a:cubicBezTo>
                  <a:cubicBezTo>
                    <a:pt x="367499" y="148244"/>
                    <a:pt x="336130" y="159911"/>
                    <a:pt x="301414" y="161513"/>
                  </a:cubicBezTo>
                  <a:cubicBezTo>
                    <a:pt x="291774" y="161961"/>
                    <a:pt x="282465" y="165261"/>
                    <a:pt x="277845" y="175536"/>
                  </a:cubicBezTo>
                  <a:cubicBezTo>
                    <a:pt x="275159" y="181523"/>
                    <a:pt x="272825" y="187980"/>
                    <a:pt x="268842" y="193047"/>
                  </a:cubicBezTo>
                  <a:cubicBezTo>
                    <a:pt x="242870" y="225949"/>
                    <a:pt x="210912" y="252628"/>
                    <a:pt x="178081" y="278270"/>
                  </a:cubicBezTo>
                  <a:cubicBezTo>
                    <a:pt x="167405" y="286613"/>
                    <a:pt x="155668" y="293637"/>
                    <a:pt x="144001" y="300589"/>
                  </a:cubicBezTo>
                  <a:cubicBezTo>
                    <a:pt x="140914" y="302428"/>
                    <a:pt x="136342" y="301744"/>
                    <a:pt x="132429" y="302239"/>
                  </a:cubicBezTo>
                  <a:cubicBezTo>
                    <a:pt x="133160" y="298162"/>
                    <a:pt x="132688" y="293165"/>
                    <a:pt x="134904" y="290172"/>
                  </a:cubicBezTo>
                  <a:cubicBezTo>
                    <a:pt x="140277" y="282866"/>
                    <a:pt x="146335" y="275843"/>
                    <a:pt x="153099" y="269833"/>
                  </a:cubicBezTo>
                  <a:cubicBezTo>
                    <a:pt x="175465" y="249894"/>
                    <a:pt x="199057" y="231299"/>
                    <a:pt x="220645" y="210559"/>
                  </a:cubicBezTo>
                  <a:cubicBezTo>
                    <a:pt x="243271" y="188805"/>
                    <a:pt x="264223" y="165284"/>
                    <a:pt x="285599" y="142258"/>
                  </a:cubicBezTo>
                  <a:cubicBezTo>
                    <a:pt x="288404" y="139241"/>
                    <a:pt x="290148" y="134645"/>
                    <a:pt x="290949" y="130521"/>
                  </a:cubicBezTo>
                  <a:cubicBezTo>
                    <a:pt x="291468" y="127834"/>
                    <a:pt x="290266" y="123285"/>
                    <a:pt x="288263" y="122060"/>
                  </a:cubicBezTo>
                  <a:cubicBezTo>
                    <a:pt x="286377" y="120882"/>
                    <a:pt x="281899" y="122107"/>
                    <a:pt x="279613" y="123757"/>
                  </a:cubicBezTo>
                  <a:cubicBezTo>
                    <a:pt x="273415" y="128211"/>
                    <a:pt x="267782" y="133491"/>
                    <a:pt x="261913" y="138393"/>
                  </a:cubicBezTo>
                  <a:cubicBezTo>
                    <a:pt x="256045" y="143295"/>
                    <a:pt x="250435" y="148598"/>
                    <a:pt x="244166" y="152934"/>
                  </a:cubicBezTo>
                  <a:cubicBezTo>
                    <a:pt x="238557" y="156823"/>
                    <a:pt x="231439" y="157978"/>
                    <a:pt x="226160" y="153194"/>
                  </a:cubicBezTo>
                  <a:cubicBezTo>
                    <a:pt x="216214" y="144190"/>
                    <a:pt x="206740" y="146736"/>
                    <a:pt x="198161" y="153759"/>
                  </a:cubicBezTo>
                  <a:cubicBezTo>
                    <a:pt x="177727" y="170516"/>
                    <a:pt x="157317" y="187415"/>
                    <a:pt x="137921" y="205350"/>
                  </a:cubicBezTo>
                  <a:cubicBezTo>
                    <a:pt x="101555" y="238982"/>
                    <a:pt x="66108" y="273580"/>
                    <a:pt x="29860" y="307353"/>
                  </a:cubicBezTo>
                  <a:cubicBezTo>
                    <a:pt x="22342" y="314377"/>
                    <a:pt x="13056" y="319491"/>
                    <a:pt x="4642" y="325548"/>
                  </a:cubicBezTo>
                  <a:cubicBezTo>
                    <a:pt x="-1768" y="330168"/>
                    <a:pt x="-1509" y="332901"/>
                    <a:pt x="5231" y="336790"/>
                  </a:cubicBezTo>
                  <a:cubicBezTo>
                    <a:pt x="11595" y="340443"/>
                    <a:pt x="17982" y="340962"/>
                    <a:pt x="24157" y="336932"/>
                  </a:cubicBezTo>
                  <a:cubicBezTo>
                    <a:pt x="32641" y="331417"/>
                    <a:pt x="41833" y="326514"/>
                    <a:pt x="49021" y="319585"/>
                  </a:cubicBezTo>
                  <a:cubicBezTo>
                    <a:pt x="73249" y="296206"/>
                    <a:pt x="96323" y="271648"/>
                    <a:pt x="120598" y="248339"/>
                  </a:cubicBezTo>
                  <a:cubicBezTo>
                    <a:pt x="141809" y="227976"/>
                    <a:pt x="163893" y="208508"/>
                    <a:pt x="185929" y="189017"/>
                  </a:cubicBezTo>
                  <a:cubicBezTo>
                    <a:pt x="191727" y="183879"/>
                    <a:pt x="198727" y="180226"/>
                    <a:pt x="207070" y="185765"/>
                  </a:cubicBezTo>
                  <a:cubicBezTo>
                    <a:pt x="207565" y="185176"/>
                    <a:pt x="208036" y="184610"/>
                    <a:pt x="208531" y="184021"/>
                  </a:cubicBezTo>
                  <a:cubicBezTo>
                    <a:pt x="206740" y="179849"/>
                    <a:pt x="204949" y="175678"/>
                    <a:pt x="203134" y="171530"/>
                  </a:cubicBezTo>
                  <a:cubicBezTo>
                    <a:pt x="201249" y="167287"/>
                    <a:pt x="201696" y="162597"/>
                    <a:pt x="206151" y="161702"/>
                  </a:cubicBezTo>
                  <a:cubicBezTo>
                    <a:pt x="210794" y="160783"/>
                    <a:pt x="216238" y="161914"/>
                    <a:pt x="220739" y="163705"/>
                  </a:cubicBezTo>
                  <a:cubicBezTo>
                    <a:pt x="221753" y="164106"/>
                    <a:pt x="220787" y="171035"/>
                    <a:pt x="219726" y="174664"/>
                  </a:cubicBezTo>
                  <a:cubicBezTo>
                    <a:pt x="218925" y="177351"/>
                    <a:pt x="216780" y="179826"/>
                    <a:pt x="214777" y="181970"/>
                  </a:cubicBezTo>
                  <a:cubicBezTo>
                    <a:pt x="199269" y="198633"/>
                    <a:pt x="184232" y="215814"/>
                    <a:pt x="167923" y="231699"/>
                  </a:cubicBezTo>
                  <a:cubicBezTo>
                    <a:pt x="123002" y="275442"/>
                    <a:pt x="77916" y="318996"/>
                    <a:pt x="39028" y="368372"/>
                  </a:cubicBezTo>
                  <a:cubicBezTo>
                    <a:pt x="26702" y="384021"/>
                    <a:pt x="16143" y="401131"/>
                    <a:pt x="5420" y="417983"/>
                  </a:cubicBezTo>
                  <a:cubicBezTo>
                    <a:pt x="3558" y="420929"/>
                    <a:pt x="4878" y="425902"/>
                    <a:pt x="4736" y="429932"/>
                  </a:cubicBezTo>
                  <a:cubicBezTo>
                    <a:pt x="9379" y="428306"/>
                    <a:pt x="14258" y="427127"/>
                    <a:pt x="18571" y="424841"/>
                  </a:cubicBezTo>
                  <a:cubicBezTo>
                    <a:pt x="20197" y="423946"/>
                    <a:pt x="21376" y="420670"/>
                    <a:pt x="21541" y="418383"/>
                  </a:cubicBezTo>
                  <a:close/>
                  <a:moveTo>
                    <a:pt x="498161" y="87203"/>
                  </a:moveTo>
                  <a:cubicBezTo>
                    <a:pt x="508319" y="78694"/>
                    <a:pt x="545015" y="76691"/>
                    <a:pt x="557954" y="84304"/>
                  </a:cubicBezTo>
                  <a:cubicBezTo>
                    <a:pt x="546712" y="95828"/>
                    <a:pt x="533632" y="102192"/>
                    <a:pt x="518831" y="104784"/>
                  </a:cubicBezTo>
                  <a:cubicBezTo>
                    <a:pt x="513410" y="105727"/>
                    <a:pt x="507329" y="105680"/>
                    <a:pt x="502144" y="104101"/>
                  </a:cubicBezTo>
                  <a:cubicBezTo>
                    <a:pt x="498916" y="103111"/>
                    <a:pt x="495922" y="98704"/>
                    <a:pt x="494650" y="95192"/>
                  </a:cubicBezTo>
                  <a:cubicBezTo>
                    <a:pt x="493895" y="93142"/>
                    <a:pt x="496064" y="88947"/>
                    <a:pt x="498161" y="8720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23" name="Google Shape;2823;p56"/>
            <p:cNvSpPr/>
            <p:nvPr/>
          </p:nvSpPr>
          <p:spPr>
            <a:xfrm>
              <a:off x="437812" y="2880888"/>
              <a:ext cx="459214" cy="631201"/>
            </a:xfrm>
            <a:custGeom>
              <a:rect b="b" l="l" r="r" t="t"/>
              <a:pathLst>
                <a:path extrusionOk="0" h="631201" w="459214">
                  <a:moveTo>
                    <a:pt x="119444" y="78172"/>
                  </a:moveTo>
                  <a:cubicBezTo>
                    <a:pt x="124488" y="60284"/>
                    <a:pt x="132595" y="43762"/>
                    <a:pt x="147066" y="30776"/>
                  </a:cubicBezTo>
                  <a:cubicBezTo>
                    <a:pt x="151874" y="26463"/>
                    <a:pt x="154844" y="19298"/>
                    <a:pt x="156706" y="12888"/>
                  </a:cubicBezTo>
                  <a:cubicBezTo>
                    <a:pt x="157625" y="9753"/>
                    <a:pt x="155103" y="4144"/>
                    <a:pt x="152322" y="1787"/>
                  </a:cubicBezTo>
                  <a:cubicBezTo>
                    <a:pt x="148339" y="-1583"/>
                    <a:pt x="143460" y="67"/>
                    <a:pt x="140231" y="4615"/>
                  </a:cubicBezTo>
                  <a:cubicBezTo>
                    <a:pt x="137804" y="8033"/>
                    <a:pt x="134811" y="11191"/>
                    <a:pt x="132972" y="14915"/>
                  </a:cubicBezTo>
                  <a:cubicBezTo>
                    <a:pt x="119256" y="42513"/>
                    <a:pt x="105068" y="69947"/>
                    <a:pt x="92388" y="98016"/>
                  </a:cubicBezTo>
                  <a:cubicBezTo>
                    <a:pt x="83267" y="118191"/>
                    <a:pt x="75183" y="138907"/>
                    <a:pt x="72190" y="161274"/>
                  </a:cubicBezTo>
                  <a:cubicBezTo>
                    <a:pt x="71695" y="165044"/>
                    <a:pt x="66793" y="169499"/>
                    <a:pt x="62880" y="171196"/>
                  </a:cubicBezTo>
                  <a:cubicBezTo>
                    <a:pt x="58992" y="172893"/>
                    <a:pt x="53689" y="172068"/>
                    <a:pt x="49164" y="171408"/>
                  </a:cubicBezTo>
                  <a:cubicBezTo>
                    <a:pt x="33255" y="169004"/>
                    <a:pt x="28282" y="171266"/>
                    <a:pt x="23639" y="187081"/>
                  </a:cubicBezTo>
                  <a:cubicBezTo>
                    <a:pt x="18077" y="205982"/>
                    <a:pt x="13434" y="225167"/>
                    <a:pt x="9192" y="244422"/>
                  </a:cubicBezTo>
                  <a:cubicBezTo>
                    <a:pt x="5586" y="260779"/>
                    <a:pt x="2758" y="277347"/>
                    <a:pt x="283" y="293939"/>
                  </a:cubicBezTo>
                  <a:cubicBezTo>
                    <a:pt x="-660" y="300350"/>
                    <a:pt x="472" y="307279"/>
                    <a:pt x="7990" y="309777"/>
                  </a:cubicBezTo>
                  <a:cubicBezTo>
                    <a:pt x="13151" y="311497"/>
                    <a:pt x="18737" y="306383"/>
                    <a:pt x="20505" y="296862"/>
                  </a:cubicBezTo>
                  <a:cubicBezTo>
                    <a:pt x="22461" y="286232"/>
                    <a:pt x="22249" y="275202"/>
                    <a:pt x="23969" y="264502"/>
                  </a:cubicBezTo>
                  <a:cubicBezTo>
                    <a:pt x="26585" y="248240"/>
                    <a:pt x="29084" y="231860"/>
                    <a:pt x="33538" y="216046"/>
                  </a:cubicBezTo>
                  <a:cubicBezTo>
                    <a:pt x="35777" y="208104"/>
                    <a:pt x="41245" y="200538"/>
                    <a:pt x="46878" y="194222"/>
                  </a:cubicBezTo>
                  <a:cubicBezTo>
                    <a:pt x="53948" y="186303"/>
                    <a:pt x="67830" y="187741"/>
                    <a:pt x="73816" y="195660"/>
                  </a:cubicBezTo>
                  <a:cubicBezTo>
                    <a:pt x="79590" y="203319"/>
                    <a:pt x="76809" y="211332"/>
                    <a:pt x="66204" y="218002"/>
                  </a:cubicBezTo>
                  <a:cubicBezTo>
                    <a:pt x="64153" y="219299"/>
                    <a:pt x="61985" y="220854"/>
                    <a:pt x="60712" y="222834"/>
                  </a:cubicBezTo>
                  <a:cubicBezTo>
                    <a:pt x="48692" y="241806"/>
                    <a:pt x="42235" y="262570"/>
                    <a:pt x="41858" y="285054"/>
                  </a:cubicBezTo>
                  <a:cubicBezTo>
                    <a:pt x="41740" y="291653"/>
                    <a:pt x="45628" y="296107"/>
                    <a:pt x="52251" y="296320"/>
                  </a:cubicBezTo>
                  <a:cubicBezTo>
                    <a:pt x="64624" y="296744"/>
                    <a:pt x="73840" y="302919"/>
                    <a:pt x="79779" y="312700"/>
                  </a:cubicBezTo>
                  <a:cubicBezTo>
                    <a:pt x="86119" y="323117"/>
                    <a:pt x="91280" y="334477"/>
                    <a:pt x="95546" y="345931"/>
                  </a:cubicBezTo>
                  <a:cubicBezTo>
                    <a:pt x="100990" y="360543"/>
                    <a:pt x="104384" y="375815"/>
                    <a:pt x="102664" y="391677"/>
                  </a:cubicBezTo>
                  <a:cubicBezTo>
                    <a:pt x="101980" y="398064"/>
                    <a:pt x="99270" y="403437"/>
                    <a:pt x="92529" y="404733"/>
                  </a:cubicBezTo>
                  <a:cubicBezTo>
                    <a:pt x="85412" y="406100"/>
                    <a:pt x="81664" y="401128"/>
                    <a:pt x="79095" y="395424"/>
                  </a:cubicBezTo>
                  <a:cubicBezTo>
                    <a:pt x="78011" y="393020"/>
                    <a:pt x="77799" y="390192"/>
                    <a:pt x="77210" y="387576"/>
                  </a:cubicBezTo>
                  <a:cubicBezTo>
                    <a:pt x="75890" y="381849"/>
                    <a:pt x="75207" y="375862"/>
                    <a:pt x="72968" y="370536"/>
                  </a:cubicBezTo>
                  <a:cubicBezTo>
                    <a:pt x="71907" y="368014"/>
                    <a:pt x="67735" y="365139"/>
                    <a:pt x="65237" y="365375"/>
                  </a:cubicBezTo>
                  <a:cubicBezTo>
                    <a:pt x="63116" y="365563"/>
                    <a:pt x="60288" y="369782"/>
                    <a:pt x="59722" y="372610"/>
                  </a:cubicBezTo>
                  <a:cubicBezTo>
                    <a:pt x="56753" y="387387"/>
                    <a:pt x="60170" y="401528"/>
                    <a:pt x="65237" y="415339"/>
                  </a:cubicBezTo>
                  <a:cubicBezTo>
                    <a:pt x="72614" y="435396"/>
                    <a:pt x="85624" y="436268"/>
                    <a:pt x="95617" y="420218"/>
                  </a:cubicBezTo>
                  <a:cubicBezTo>
                    <a:pt x="98963" y="414868"/>
                    <a:pt x="103064" y="414467"/>
                    <a:pt x="107047" y="418615"/>
                  </a:cubicBezTo>
                  <a:cubicBezTo>
                    <a:pt x="113364" y="425167"/>
                    <a:pt x="120081" y="431648"/>
                    <a:pt x="124936" y="439237"/>
                  </a:cubicBezTo>
                  <a:cubicBezTo>
                    <a:pt x="136649" y="457550"/>
                    <a:pt x="147160" y="476617"/>
                    <a:pt x="158520" y="495165"/>
                  </a:cubicBezTo>
                  <a:cubicBezTo>
                    <a:pt x="182041" y="533581"/>
                    <a:pt x="210795" y="567331"/>
                    <a:pt x="252558" y="586280"/>
                  </a:cubicBezTo>
                  <a:cubicBezTo>
                    <a:pt x="287533" y="602141"/>
                    <a:pt x="323616" y="615716"/>
                    <a:pt x="359746" y="628867"/>
                  </a:cubicBezTo>
                  <a:cubicBezTo>
                    <a:pt x="379237" y="635962"/>
                    <a:pt x="402263" y="626181"/>
                    <a:pt x="412704" y="609070"/>
                  </a:cubicBezTo>
                  <a:cubicBezTo>
                    <a:pt x="406741" y="606548"/>
                    <a:pt x="408650" y="602612"/>
                    <a:pt x="411384" y="599101"/>
                  </a:cubicBezTo>
                  <a:cubicBezTo>
                    <a:pt x="420175" y="587788"/>
                    <a:pt x="429720" y="577017"/>
                    <a:pt x="437969" y="565327"/>
                  </a:cubicBezTo>
                  <a:cubicBezTo>
                    <a:pt x="445605" y="554510"/>
                    <a:pt x="452228" y="542938"/>
                    <a:pt x="458709" y="531366"/>
                  </a:cubicBezTo>
                  <a:cubicBezTo>
                    <a:pt x="459982" y="529103"/>
                    <a:pt x="458473" y="525309"/>
                    <a:pt x="458261" y="522245"/>
                  </a:cubicBezTo>
                  <a:cubicBezTo>
                    <a:pt x="455315" y="522763"/>
                    <a:pt x="451639" y="522363"/>
                    <a:pt x="449518" y="523965"/>
                  </a:cubicBezTo>
                  <a:cubicBezTo>
                    <a:pt x="440467" y="530824"/>
                    <a:pt x="431299" y="537682"/>
                    <a:pt x="423263" y="545624"/>
                  </a:cubicBezTo>
                  <a:cubicBezTo>
                    <a:pt x="409734" y="559011"/>
                    <a:pt x="396277" y="572846"/>
                    <a:pt x="389159" y="590946"/>
                  </a:cubicBezTo>
                  <a:cubicBezTo>
                    <a:pt x="386873" y="596791"/>
                    <a:pt x="383998" y="598464"/>
                    <a:pt x="378436" y="598417"/>
                  </a:cubicBezTo>
                  <a:cubicBezTo>
                    <a:pt x="340491" y="598111"/>
                    <a:pt x="304502" y="589956"/>
                    <a:pt x="271082" y="571597"/>
                  </a:cubicBezTo>
                  <a:cubicBezTo>
                    <a:pt x="223592" y="545530"/>
                    <a:pt x="187934" y="507373"/>
                    <a:pt x="159982" y="461651"/>
                  </a:cubicBezTo>
                  <a:cubicBezTo>
                    <a:pt x="124818" y="404121"/>
                    <a:pt x="105280" y="341500"/>
                    <a:pt x="101108" y="274213"/>
                  </a:cubicBezTo>
                  <a:cubicBezTo>
                    <a:pt x="99953" y="255452"/>
                    <a:pt x="100802" y="236574"/>
                    <a:pt x="99435" y="217837"/>
                  </a:cubicBezTo>
                  <a:cubicBezTo>
                    <a:pt x="98492" y="204828"/>
                    <a:pt x="98327" y="190145"/>
                    <a:pt x="78412" y="186986"/>
                  </a:cubicBezTo>
                  <a:cubicBezTo>
                    <a:pt x="81829" y="183428"/>
                    <a:pt x="83880" y="180835"/>
                    <a:pt x="86378" y="178785"/>
                  </a:cubicBezTo>
                  <a:cubicBezTo>
                    <a:pt x="91539" y="174542"/>
                    <a:pt x="97243" y="170937"/>
                    <a:pt x="102074" y="166388"/>
                  </a:cubicBezTo>
                  <a:cubicBezTo>
                    <a:pt x="104031" y="164549"/>
                    <a:pt x="105044" y="160944"/>
                    <a:pt x="105138" y="158115"/>
                  </a:cubicBezTo>
                  <a:cubicBezTo>
                    <a:pt x="105280" y="153520"/>
                    <a:pt x="103111" y="148641"/>
                    <a:pt x="104031" y="144304"/>
                  </a:cubicBezTo>
                  <a:cubicBezTo>
                    <a:pt x="108744" y="122150"/>
                    <a:pt x="113293" y="99949"/>
                    <a:pt x="119444" y="78172"/>
                  </a:cubicBezTo>
                  <a:close/>
                  <a:moveTo>
                    <a:pt x="68631" y="277583"/>
                  </a:moveTo>
                  <a:cubicBezTo>
                    <a:pt x="63917" y="263253"/>
                    <a:pt x="64719" y="249678"/>
                    <a:pt x="68230" y="235113"/>
                  </a:cubicBezTo>
                  <a:cubicBezTo>
                    <a:pt x="77116" y="244422"/>
                    <a:pt x="77210" y="267873"/>
                    <a:pt x="68631" y="27758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24" name="Google Shape;2824;p56"/>
            <p:cNvSpPr/>
            <p:nvPr/>
          </p:nvSpPr>
          <p:spPr>
            <a:xfrm>
              <a:off x="406776" y="3394388"/>
              <a:ext cx="471525" cy="358476"/>
            </a:xfrm>
            <a:custGeom>
              <a:rect b="b" l="l" r="r" t="t"/>
              <a:pathLst>
                <a:path extrusionOk="0" h="358476" w="471525">
                  <a:moveTo>
                    <a:pt x="200798" y="236672"/>
                  </a:moveTo>
                  <a:cubicBezTo>
                    <a:pt x="196296" y="236272"/>
                    <a:pt x="190781" y="237497"/>
                    <a:pt x="187458" y="235329"/>
                  </a:cubicBezTo>
                  <a:cubicBezTo>
                    <a:pt x="177206" y="228659"/>
                    <a:pt x="167355" y="221164"/>
                    <a:pt x="158234" y="213010"/>
                  </a:cubicBezTo>
                  <a:cubicBezTo>
                    <a:pt x="154015" y="209239"/>
                    <a:pt x="151399" y="203418"/>
                    <a:pt x="148877" y="198138"/>
                  </a:cubicBezTo>
                  <a:cubicBezTo>
                    <a:pt x="146143" y="192435"/>
                    <a:pt x="145106" y="185836"/>
                    <a:pt x="141995" y="180415"/>
                  </a:cubicBezTo>
                  <a:cubicBezTo>
                    <a:pt x="135467" y="169079"/>
                    <a:pt x="127736" y="158449"/>
                    <a:pt x="121067" y="147184"/>
                  </a:cubicBezTo>
                  <a:cubicBezTo>
                    <a:pt x="111404" y="130875"/>
                    <a:pt x="101316" y="114707"/>
                    <a:pt x="93138" y="97667"/>
                  </a:cubicBezTo>
                  <a:cubicBezTo>
                    <a:pt x="85714" y="82159"/>
                    <a:pt x="81236" y="65284"/>
                    <a:pt x="74284" y="49517"/>
                  </a:cubicBezTo>
                  <a:cubicBezTo>
                    <a:pt x="67425" y="33985"/>
                    <a:pt x="59200" y="19020"/>
                    <a:pt x="51281" y="3959"/>
                  </a:cubicBezTo>
                  <a:cubicBezTo>
                    <a:pt x="50338" y="2168"/>
                    <a:pt x="47628" y="1296"/>
                    <a:pt x="45742" y="0"/>
                  </a:cubicBezTo>
                  <a:cubicBezTo>
                    <a:pt x="44375" y="2121"/>
                    <a:pt x="42136" y="4148"/>
                    <a:pt x="41830" y="6411"/>
                  </a:cubicBezTo>
                  <a:cubicBezTo>
                    <a:pt x="41359" y="9993"/>
                    <a:pt x="41806" y="13835"/>
                    <a:pt x="42514" y="17417"/>
                  </a:cubicBezTo>
                  <a:cubicBezTo>
                    <a:pt x="47604" y="43625"/>
                    <a:pt x="58116" y="68018"/>
                    <a:pt x="70819" y="91115"/>
                  </a:cubicBezTo>
                  <a:cubicBezTo>
                    <a:pt x="91394" y="128541"/>
                    <a:pt x="114114" y="164766"/>
                    <a:pt x="135349" y="201838"/>
                  </a:cubicBezTo>
                  <a:cubicBezTo>
                    <a:pt x="143291" y="215697"/>
                    <a:pt x="149608" y="230497"/>
                    <a:pt x="156584" y="244898"/>
                  </a:cubicBezTo>
                  <a:cubicBezTo>
                    <a:pt x="159035" y="249965"/>
                    <a:pt x="156702" y="254136"/>
                    <a:pt x="152247" y="255810"/>
                  </a:cubicBezTo>
                  <a:cubicBezTo>
                    <a:pt x="150032" y="256635"/>
                    <a:pt x="146355" y="254443"/>
                    <a:pt x="143716" y="252934"/>
                  </a:cubicBezTo>
                  <a:cubicBezTo>
                    <a:pt x="141901" y="251897"/>
                    <a:pt x="140581" y="249800"/>
                    <a:pt x="139308" y="248009"/>
                  </a:cubicBezTo>
                  <a:cubicBezTo>
                    <a:pt x="125780" y="228801"/>
                    <a:pt x="111946" y="209781"/>
                    <a:pt x="98912" y="190243"/>
                  </a:cubicBezTo>
                  <a:cubicBezTo>
                    <a:pt x="72186" y="150153"/>
                    <a:pt x="45625" y="109970"/>
                    <a:pt x="31154" y="63257"/>
                  </a:cubicBezTo>
                  <a:cubicBezTo>
                    <a:pt x="28962" y="56187"/>
                    <a:pt x="24295" y="49611"/>
                    <a:pt x="19699" y="43625"/>
                  </a:cubicBezTo>
                  <a:cubicBezTo>
                    <a:pt x="15410" y="38039"/>
                    <a:pt x="8952" y="39453"/>
                    <a:pt x="3343" y="41975"/>
                  </a:cubicBezTo>
                  <a:cubicBezTo>
                    <a:pt x="-2973" y="44803"/>
                    <a:pt x="1552" y="49682"/>
                    <a:pt x="1811" y="53641"/>
                  </a:cubicBezTo>
                  <a:cubicBezTo>
                    <a:pt x="1929" y="55527"/>
                    <a:pt x="3060" y="57365"/>
                    <a:pt x="3744" y="59227"/>
                  </a:cubicBezTo>
                  <a:cubicBezTo>
                    <a:pt x="16848" y="94579"/>
                    <a:pt x="34430" y="127716"/>
                    <a:pt x="54486" y="159510"/>
                  </a:cubicBezTo>
                  <a:cubicBezTo>
                    <a:pt x="63843" y="174334"/>
                    <a:pt x="74307" y="188475"/>
                    <a:pt x="84041" y="203088"/>
                  </a:cubicBezTo>
                  <a:cubicBezTo>
                    <a:pt x="85903" y="205869"/>
                    <a:pt x="88566" y="210182"/>
                    <a:pt x="87623" y="212397"/>
                  </a:cubicBezTo>
                  <a:cubicBezTo>
                    <a:pt x="84182" y="220410"/>
                    <a:pt x="89791" y="224299"/>
                    <a:pt x="93845" y="228659"/>
                  </a:cubicBezTo>
                  <a:cubicBezTo>
                    <a:pt x="102448" y="237898"/>
                    <a:pt x="111663" y="246547"/>
                    <a:pt x="120289" y="255763"/>
                  </a:cubicBezTo>
                  <a:cubicBezTo>
                    <a:pt x="126369" y="262244"/>
                    <a:pt x="132497" y="268819"/>
                    <a:pt x="137541" y="276078"/>
                  </a:cubicBezTo>
                  <a:cubicBezTo>
                    <a:pt x="144093" y="285459"/>
                    <a:pt x="142867" y="290125"/>
                    <a:pt x="133911" y="297290"/>
                  </a:cubicBezTo>
                  <a:cubicBezTo>
                    <a:pt x="127289" y="302593"/>
                    <a:pt x="126228" y="307448"/>
                    <a:pt x="131932" y="313599"/>
                  </a:cubicBezTo>
                  <a:cubicBezTo>
                    <a:pt x="137423" y="319538"/>
                    <a:pt x="143763" y="324865"/>
                    <a:pt x="150315" y="329625"/>
                  </a:cubicBezTo>
                  <a:cubicBezTo>
                    <a:pt x="156937" y="334433"/>
                    <a:pt x="161415" y="332760"/>
                    <a:pt x="161934" y="324676"/>
                  </a:cubicBezTo>
                  <a:cubicBezTo>
                    <a:pt x="162994" y="308178"/>
                    <a:pt x="162664" y="291586"/>
                    <a:pt x="162994" y="275041"/>
                  </a:cubicBezTo>
                  <a:cubicBezTo>
                    <a:pt x="163042" y="272213"/>
                    <a:pt x="163489" y="269385"/>
                    <a:pt x="163725" y="266557"/>
                  </a:cubicBezTo>
                  <a:cubicBezTo>
                    <a:pt x="167025" y="266958"/>
                    <a:pt x="170937" y="266345"/>
                    <a:pt x="173506" y="267924"/>
                  </a:cubicBezTo>
                  <a:cubicBezTo>
                    <a:pt x="182745" y="273604"/>
                    <a:pt x="191960" y="279496"/>
                    <a:pt x="200421" y="286236"/>
                  </a:cubicBezTo>
                  <a:cubicBezTo>
                    <a:pt x="225403" y="306199"/>
                    <a:pt x="251281" y="324818"/>
                    <a:pt x="279752" y="339501"/>
                  </a:cubicBezTo>
                  <a:cubicBezTo>
                    <a:pt x="296579" y="348174"/>
                    <a:pt x="314326" y="354325"/>
                    <a:pt x="333487" y="354301"/>
                  </a:cubicBezTo>
                  <a:cubicBezTo>
                    <a:pt x="338083" y="354301"/>
                    <a:pt x="342679" y="351167"/>
                    <a:pt x="347275" y="349446"/>
                  </a:cubicBezTo>
                  <a:cubicBezTo>
                    <a:pt x="344517" y="345628"/>
                    <a:pt x="342184" y="341386"/>
                    <a:pt x="338884" y="338086"/>
                  </a:cubicBezTo>
                  <a:cubicBezTo>
                    <a:pt x="335208" y="334410"/>
                    <a:pt x="330706" y="331582"/>
                    <a:pt x="326535" y="328376"/>
                  </a:cubicBezTo>
                  <a:cubicBezTo>
                    <a:pt x="326794" y="327434"/>
                    <a:pt x="327053" y="326491"/>
                    <a:pt x="327312" y="325548"/>
                  </a:cubicBezTo>
                  <a:cubicBezTo>
                    <a:pt x="332992" y="324959"/>
                    <a:pt x="338672" y="323781"/>
                    <a:pt x="344352" y="323898"/>
                  </a:cubicBezTo>
                  <a:cubicBezTo>
                    <a:pt x="358941" y="324181"/>
                    <a:pt x="373742" y="324087"/>
                    <a:pt x="382957" y="338935"/>
                  </a:cubicBezTo>
                  <a:cubicBezTo>
                    <a:pt x="384748" y="341810"/>
                    <a:pt x="388684" y="343625"/>
                    <a:pt x="391960" y="345204"/>
                  </a:cubicBezTo>
                  <a:cubicBezTo>
                    <a:pt x="408151" y="353052"/>
                    <a:pt x="425474" y="356941"/>
                    <a:pt x="443268" y="358284"/>
                  </a:cubicBezTo>
                  <a:cubicBezTo>
                    <a:pt x="450574" y="358827"/>
                    <a:pt x="458069" y="358143"/>
                    <a:pt x="465351" y="357177"/>
                  </a:cubicBezTo>
                  <a:cubicBezTo>
                    <a:pt x="467732" y="356870"/>
                    <a:pt x="471244" y="354066"/>
                    <a:pt x="471503" y="352039"/>
                  </a:cubicBezTo>
                  <a:cubicBezTo>
                    <a:pt x="471786" y="349894"/>
                    <a:pt x="469358" y="346406"/>
                    <a:pt x="467166" y="345133"/>
                  </a:cubicBezTo>
                  <a:cubicBezTo>
                    <a:pt x="462783" y="342541"/>
                    <a:pt x="457880" y="339948"/>
                    <a:pt x="452931" y="339312"/>
                  </a:cubicBezTo>
                  <a:cubicBezTo>
                    <a:pt x="437282" y="337285"/>
                    <a:pt x="421491" y="336225"/>
                    <a:pt x="405771" y="334645"/>
                  </a:cubicBezTo>
                  <a:cubicBezTo>
                    <a:pt x="402872" y="334363"/>
                    <a:pt x="400044" y="333467"/>
                    <a:pt x="397192" y="332854"/>
                  </a:cubicBezTo>
                  <a:cubicBezTo>
                    <a:pt x="397145" y="332147"/>
                    <a:pt x="397098" y="331440"/>
                    <a:pt x="397027" y="330733"/>
                  </a:cubicBezTo>
                  <a:cubicBezTo>
                    <a:pt x="407020" y="325595"/>
                    <a:pt x="417037" y="320457"/>
                    <a:pt x="427030" y="315320"/>
                  </a:cubicBezTo>
                  <a:cubicBezTo>
                    <a:pt x="426817" y="314565"/>
                    <a:pt x="426629" y="313835"/>
                    <a:pt x="426417" y="313081"/>
                  </a:cubicBezTo>
                  <a:cubicBezTo>
                    <a:pt x="423636" y="312350"/>
                    <a:pt x="420878" y="311195"/>
                    <a:pt x="418074" y="310959"/>
                  </a:cubicBezTo>
                  <a:cubicBezTo>
                    <a:pt x="403791" y="309757"/>
                    <a:pt x="389462" y="308980"/>
                    <a:pt x="375179" y="307707"/>
                  </a:cubicBezTo>
                  <a:cubicBezTo>
                    <a:pt x="364621" y="306764"/>
                    <a:pt x="353992" y="305751"/>
                    <a:pt x="343574" y="303889"/>
                  </a:cubicBezTo>
                  <a:cubicBezTo>
                    <a:pt x="333959" y="302169"/>
                    <a:pt x="329976" y="297549"/>
                    <a:pt x="330188" y="290691"/>
                  </a:cubicBezTo>
                  <a:cubicBezTo>
                    <a:pt x="330353" y="285199"/>
                    <a:pt x="335349" y="281381"/>
                    <a:pt x="344729" y="280839"/>
                  </a:cubicBezTo>
                  <a:cubicBezTo>
                    <a:pt x="351611" y="280439"/>
                    <a:pt x="358540" y="281381"/>
                    <a:pt x="365446" y="281405"/>
                  </a:cubicBezTo>
                  <a:cubicBezTo>
                    <a:pt x="368887" y="281428"/>
                    <a:pt x="372328" y="280721"/>
                    <a:pt x="376476" y="280250"/>
                  </a:cubicBezTo>
                  <a:cubicBezTo>
                    <a:pt x="375533" y="277634"/>
                    <a:pt x="375486" y="277092"/>
                    <a:pt x="375203" y="276738"/>
                  </a:cubicBezTo>
                  <a:cubicBezTo>
                    <a:pt x="364857" y="263823"/>
                    <a:pt x="330989" y="255503"/>
                    <a:pt x="316141" y="262645"/>
                  </a:cubicBezTo>
                  <a:cubicBezTo>
                    <a:pt x="313713" y="263823"/>
                    <a:pt x="311286" y="267028"/>
                    <a:pt x="310697" y="269691"/>
                  </a:cubicBezTo>
                  <a:cubicBezTo>
                    <a:pt x="308175" y="281098"/>
                    <a:pt x="303603" y="284280"/>
                    <a:pt x="292337" y="281476"/>
                  </a:cubicBezTo>
                  <a:cubicBezTo>
                    <a:pt x="276334" y="277516"/>
                    <a:pt x="263513" y="267830"/>
                    <a:pt x="250197" y="258803"/>
                  </a:cubicBezTo>
                  <a:cubicBezTo>
                    <a:pt x="239214" y="251355"/>
                    <a:pt x="227736" y="244521"/>
                    <a:pt x="215929" y="238440"/>
                  </a:cubicBezTo>
                  <a:cubicBezTo>
                    <a:pt x="211710" y="236295"/>
                    <a:pt x="205912" y="237144"/>
                    <a:pt x="200798" y="236672"/>
                  </a:cubicBezTo>
                  <a:close/>
                  <a:moveTo>
                    <a:pt x="306831" y="306717"/>
                  </a:moveTo>
                  <a:cubicBezTo>
                    <a:pt x="307868" y="307401"/>
                    <a:pt x="308811" y="308202"/>
                    <a:pt x="309777" y="308980"/>
                  </a:cubicBezTo>
                  <a:cubicBezTo>
                    <a:pt x="320454" y="317488"/>
                    <a:pt x="319676" y="328070"/>
                    <a:pt x="307374" y="334551"/>
                  </a:cubicBezTo>
                  <a:cubicBezTo>
                    <a:pt x="305111" y="335753"/>
                    <a:pt x="300421" y="334975"/>
                    <a:pt x="298347" y="333279"/>
                  </a:cubicBezTo>
                  <a:cubicBezTo>
                    <a:pt x="294623" y="330238"/>
                    <a:pt x="292031" y="325807"/>
                    <a:pt x="289014" y="321919"/>
                  </a:cubicBezTo>
                  <a:cubicBezTo>
                    <a:pt x="285314" y="317134"/>
                    <a:pt x="280529" y="313269"/>
                    <a:pt x="274496" y="315272"/>
                  </a:cubicBezTo>
                  <a:cubicBezTo>
                    <a:pt x="266200" y="318030"/>
                    <a:pt x="259436" y="315107"/>
                    <a:pt x="254109" y="310158"/>
                  </a:cubicBezTo>
                  <a:cubicBezTo>
                    <a:pt x="240039" y="297125"/>
                    <a:pt x="226629" y="283361"/>
                    <a:pt x="213218" y="269621"/>
                  </a:cubicBezTo>
                  <a:cubicBezTo>
                    <a:pt x="210272" y="266604"/>
                    <a:pt x="208387" y="262550"/>
                    <a:pt x="206030" y="258991"/>
                  </a:cubicBezTo>
                  <a:cubicBezTo>
                    <a:pt x="206643" y="258449"/>
                    <a:pt x="207232" y="257907"/>
                    <a:pt x="207845" y="257389"/>
                  </a:cubicBezTo>
                  <a:cubicBezTo>
                    <a:pt x="241241" y="272991"/>
                    <a:pt x="275721" y="286425"/>
                    <a:pt x="306831" y="30671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25" name="Google Shape;2825;p56"/>
            <p:cNvSpPr/>
            <p:nvPr/>
          </p:nvSpPr>
          <p:spPr>
            <a:xfrm>
              <a:off x="425960" y="3624014"/>
              <a:ext cx="499682" cy="282108"/>
            </a:xfrm>
            <a:custGeom>
              <a:rect b="b" l="l" r="r" t="t"/>
              <a:pathLst>
                <a:path extrusionOk="0" h="282108" w="499682">
                  <a:moveTo>
                    <a:pt x="481968" y="218619"/>
                  </a:moveTo>
                  <a:cubicBezTo>
                    <a:pt x="483618" y="222602"/>
                    <a:pt x="485362" y="226302"/>
                    <a:pt x="486658" y="230168"/>
                  </a:cubicBezTo>
                  <a:cubicBezTo>
                    <a:pt x="488921" y="236932"/>
                    <a:pt x="484843" y="245558"/>
                    <a:pt x="477466" y="250201"/>
                  </a:cubicBezTo>
                  <a:cubicBezTo>
                    <a:pt x="469571" y="255173"/>
                    <a:pt x="461888" y="255221"/>
                    <a:pt x="456561" y="248975"/>
                  </a:cubicBezTo>
                  <a:cubicBezTo>
                    <a:pt x="437259" y="226350"/>
                    <a:pt x="411051" y="215579"/>
                    <a:pt x="384113" y="206128"/>
                  </a:cubicBezTo>
                  <a:cubicBezTo>
                    <a:pt x="348407" y="193613"/>
                    <a:pt x="310839" y="190620"/>
                    <a:pt x="273743" y="185411"/>
                  </a:cubicBezTo>
                  <a:cubicBezTo>
                    <a:pt x="256868" y="183055"/>
                    <a:pt x="240983" y="178907"/>
                    <a:pt x="226441" y="169668"/>
                  </a:cubicBezTo>
                  <a:cubicBezTo>
                    <a:pt x="200775" y="153382"/>
                    <a:pt x="175133" y="137026"/>
                    <a:pt x="149019" y="121494"/>
                  </a:cubicBezTo>
                  <a:cubicBezTo>
                    <a:pt x="107351" y="96724"/>
                    <a:pt x="70325" y="66910"/>
                    <a:pt x="40511" y="28235"/>
                  </a:cubicBezTo>
                  <a:cubicBezTo>
                    <a:pt x="32521" y="17865"/>
                    <a:pt x="21209" y="9969"/>
                    <a:pt x="10909" y="1556"/>
                  </a:cubicBezTo>
                  <a:cubicBezTo>
                    <a:pt x="8576" y="-330"/>
                    <a:pt x="4075" y="448"/>
                    <a:pt x="563" y="0"/>
                  </a:cubicBezTo>
                  <a:cubicBezTo>
                    <a:pt x="516" y="3370"/>
                    <a:pt x="-710" y="7283"/>
                    <a:pt x="610" y="9969"/>
                  </a:cubicBezTo>
                  <a:cubicBezTo>
                    <a:pt x="5371" y="19680"/>
                    <a:pt x="10132" y="29602"/>
                    <a:pt x="16448" y="38322"/>
                  </a:cubicBezTo>
                  <a:cubicBezTo>
                    <a:pt x="37400" y="67311"/>
                    <a:pt x="63914" y="90644"/>
                    <a:pt x="92738" y="111549"/>
                  </a:cubicBezTo>
                  <a:cubicBezTo>
                    <a:pt x="99102" y="116168"/>
                    <a:pt x="105230" y="121400"/>
                    <a:pt x="110297" y="127363"/>
                  </a:cubicBezTo>
                  <a:cubicBezTo>
                    <a:pt x="112913" y="130450"/>
                    <a:pt x="112960" y="135730"/>
                    <a:pt x="114162" y="140019"/>
                  </a:cubicBezTo>
                  <a:cubicBezTo>
                    <a:pt x="110014" y="139571"/>
                    <a:pt x="105017" y="140467"/>
                    <a:pt x="101836" y="138463"/>
                  </a:cubicBezTo>
                  <a:cubicBezTo>
                    <a:pt x="88472" y="130073"/>
                    <a:pt x="75463" y="121094"/>
                    <a:pt x="62689" y="111831"/>
                  </a:cubicBezTo>
                  <a:cubicBezTo>
                    <a:pt x="48289" y="101391"/>
                    <a:pt x="34407" y="90243"/>
                    <a:pt x="20030" y="79802"/>
                  </a:cubicBezTo>
                  <a:cubicBezTo>
                    <a:pt x="16943" y="77563"/>
                    <a:pt x="12630" y="77068"/>
                    <a:pt x="8859" y="75772"/>
                  </a:cubicBezTo>
                  <a:cubicBezTo>
                    <a:pt x="8340" y="76432"/>
                    <a:pt x="7846" y="77068"/>
                    <a:pt x="7327" y="77728"/>
                  </a:cubicBezTo>
                  <a:cubicBezTo>
                    <a:pt x="9425" y="81452"/>
                    <a:pt x="10980" y="85671"/>
                    <a:pt x="13738" y="88805"/>
                  </a:cubicBezTo>
                  <a:cubicBezTo>
                    <a:pt x="19936" y="95876"/>
                    <a:pt x="26134" y="103111"/>
                    <a:pt x="33370" y="109027"/>
                  </a:cubicBezTo>
                  <a:cubicBezTo>
                    <a:pt x="70349" y="139241"/>
                    <a:pt x="107421" y="169362"/>
                    <a:pt x="144966" y="198845"/>
                  </a:cubicBezTo>
                  <a:cubicBezTo>
                    <a:pt x="157480" y="208673"/>
                    <a:pt x="172046" y="214447"/>
                    <a:pt x="188590" y="215390"/>
                  </a:cubicBezTo>
                  <a:cubicBezTo>
                    <a:pt x="200304" y="216050"/>
                    <a:pt x="211145" y="220269"/>
                    <a:pt x="218711" y="230568"/>
                  </a:cubicBezTo>
                  <a:cubicBezTo>
                    <a:pt x="223354" y="236884"/>
                    <a:pt x="229646" y="241598"/>
                    <a:pt x="237942" y="241645"/>
                  </a:cubicBezTo>
                  <a:cubicBezTo>
                    <a:pt x="241077" y="241669"/>
                    <a:pt x="244211" y="239878"/>
                    <a:pt x="247346" y="238911"/>
                  </a:cubicBezTo>
                  <a:cubicBezTo>
                    <a:pt x="246215" y="235871"/>
                    <a:pt x="245979" y="231817"/>
                    <a:pt x="243811" y="229979"/>
                  </a:cubicBezTo>
                  <a:cubicBezTo>
                    <a:pt x="233511" y="221188"/>
                    <a:pt x="223306" y="212020"/>
                    <a:pt x="211923" y="204832"/>
                  </a:cubicBezTo>
                  <a:cubicBezTo>
                    <a:pt x="191065" y="191633"/>
                    <a:pt x="169241" y="179991"/>
                    <a:pt x="148147" y="167146"/>
                  </a:cubicBezTo>
                  <a:cubicBezTo>
                    <a:pt x="141925" y="163351"/>
                    <a:pt x="136717" y="157789"/>
                    <a:pt x="131320" y="152722"/>
                  </a:cubicBezTo>
                  <a:cubicBezTo>
                    <a:pt x="130188" y="151662"/>
                    <a:pt x="129411" y="148692"/>
                    <a:pt x="130070" y="147584"/>
                  </a:cubicBezTo>
                  <a:cubicBezTo>
                    <a:pt x="130825" y="146359"/>
                    <a:pt x="133535" y="145557"/>
                    <a:pt x="135185" y="145817"/>
                  </a:cubicBezTo>
                  <a:cubicBezTo>
                    <a:pt x="139545" y="146524"/>
                    <a:pt x="143929" y="147490"/>
                    <a:pt x="148029" y="149069"/>
                  </a:cubicBezTo>
                  <a:cubicBezTo>
                    <a:pt x="184065" y="162833"/>
                    <a:pt x="216802" y="182583"/>
                    <a:pt x="247982" y="205020"/>
                  </a:cubicBezTo>
                  <a:cubicBezTo>
                    <a:pt x="258447" y="212538"/>
                    <a:pt x="267898" y="221023"/>
                    <a:pt x="273672" y="233208"/>
                  </a:cubicBezTo>
                  <a:cubicBezTo>
                    <a:pt x="275722" y="237521"/>
                    <a:pt x="280530" y="241056"/>
                    <a:pt x="284843" y="243696"/>
                  </a:cubicBezTo>
                  <a:cubicBezTo>
                    <a:pt x="298206" y="251921"/>
                    <a:pt x="313007" y="254113"/>
                    <a:pt x="328374" y="251921"/>
                  </a:cubicBezTo>
                  <a:cubicBezTo>
                    <a:pt x="339168" y="250389"/>
                    <a:pt x="343245" y="245723"/>
                    <a:pt x="345084" y="234528"/>
                  </a:cubicBezTo>
                  <a:cubicBezTo>
                    <a:pt x="345956" y="229296"/>
                    <a:pt x="348147" y="224794"/>
                    <a:pt x="353898" y="223969"/>
                  </a:cubicBezTo>
                  <a:cubicBezTo>
                    <a:pt x="369194" y="221706"/>
                    <a:pt x="382722" y="227669"/>
                    <a:pt x="396510" y="232359"/>
                  </a:cubicBezTo>
                  <a:cubicBezTo>
                    <a:pt x="396674" y="233231"/>
                    <a:pt x="396839" y="234080"/>
                    <a:pt x="397004" y="234952"/>
                  </a:cubicBezTo>
                  <a:cubicBezTo>
                    <a:pt x="387082" y="240066"/>
                    <a:pt x="377160" y="245204"/>
                    <a:pt x="367238" y="250318"/>
                  </a:cubicBezTo>
                  <a:cubicBezTo>
                    <a:pt x="367450" y="251049"/>
                    <a:pt x="367686" y="251780"/>
                    <a:pt x="367898" y="252487"/>
                  </a:cubicBezTo>
                  <a:cubicBezTo>
                    <a:pt x="371244" y="252487"/>
                    <a:pt x="374591" y="252628"/>
                    <a:pt x="377914" y="252463"/>
                  </a:cubicBezTo>
                  <a:cubicBezTo>
                    <a:pt x="389274" y="251874"/>
                    <a:pt x="400610" y="250978"/>
                    <a:pt x="411970" y="250601"/>
                  </a:cubicBezTo>
                  <a:cubicBezTo>
                    <a:pt x="429976" y="249988"/>
                    <a:pt x="445696" y="252958"/>
                    <a:pt x="453450" y="272826"/>
                  </a:cubicBezTo>
                  <a:cubicBezTo>
                    <a:pt x="456986" y="281900"/>
                    <a:pt x="466177" y="284587"/>
                    <a:pt x="473059" y="279708"/>
                  </a:cubicBezTo>
                  <a:cubicBezTo>
                    <a:pt x="488473" y="268796"/>
                    <a:pt x="497877" y="253618"/>
                    <a:pt x="499621" y="234645"/>
                  </a:cubicBezTo>
                  <a:cubicBezTo>
                    <a:pt x="500493" y="225548"/>
                    <a:pt x="492079" y="218430"/>
                    <a:pt x="481968" y="218619"/>
                  </a:cubicBezTo>
                  <a:close/>
                  <a:moveTo>
                    <a:pt x="327879" y="234645"/>
                  </a:moveTo>
                  <a:cubicBezTo>
                    <a:pt x="325711" y="234363"/>
                    <a:pt x="324414" y="234433"/>
                    <a:pt x="323283" y="234033"/>
                  </a:cubicBezTo>
                  <a:cubicBezTo>
                    <a:pt x="308953" y="228730"/>
                    <a:pt x="296274" y="220905"/>
                    <a:pt x="286163" y="209333"/>
                  </a:cubicBezTo>
                  <a:cubicBezTo>
                    <a:pt x="284937" y="207943"/>
                    <a:pt x="284985" y="205444"/>
                    <a:pt x="284442" y="203465"/>
                  </a:cubicBezTo>
                  <a:cubicBezTo>
                    <a:pt x="286257" y="203040"/>
                    <a:pt x="288284" y="201886"/>
                    <a:pt x="289863" y="202310"/>
                  </a:cubicBezTo>
                  <a:cubicBezTo>
                    <a:pt x="305135" y="206364"/>
                    <a:pt x="318946" y="213151"/>
                    <a:pt x="329458" y="225312"/>
                  </a:cubicBezTo>
                  <a:cubicBezTo>
                    <a:pt x="330966" y="227033"/>
                    <a:pt x="331155" y="230191"/>
                    <a:pt x="331202" y="232689"/>
                  </a:cubicBezTo>
                  <a:cubicBezTo>
                    <a:pt x="331225" y="233444"/>
                    <a:pt x="328633" y="234245"/>
                    <a:pt x="327879" y="23464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26" name="Google Shape;2826;p56"/>
            <p:cNvSpPr/>
            <p:nvPr/>
          </p:nvSpPr>
          <p:spPr>
            <a:xfrm>
              <a:off x="1023012" y="2543575"/>
              <a:ext cx="418240" cy="362550"/>
            </a:xfrm>
            <a:custGeom>
              <a:rect b="b" l="l" r="r" t="t"/>
              <a:pathLst>
                <a:path extrusionOk="0" h="362550" w="418240">
                  <a:moveTo>
                    <a:pt x="272001" y="124794"/>
                  </a:moveTo>
                  <a:cubicBezTo>
                    <a:pt x="255103" y="112043"/>
                    <a:pt x="237427" y="100047"/>
                    <a:pt x="216757" y="93613"/>
                  </a:cubicBezTo>
                  <a:cubicBezTo>
                    <a:pt x="209569" y="91374"/>
                    <a:pt x="203865" y="92647"/>
                    <a:pt x="197502" y="97101"/>
                  </a:cubicBezTo>
                  <a:cubicBezTo>
                    <a:pt x="190856" y="101744"/>
                    <a:pt x="182772" y="104431"/>
                    <a:pt x="175088" y="107377"/>
                  </a:cubicBezTo>
                  <a:cubicBezTo>
                    <a:pt x="173415" y="108013"/>
                    <a:pt x="170186" y="106599"/>
                    <a:pt x="168819" y="105091"/>
                  </a:cubicBezTo>
                  <a:cubicBezTo>
                    <a:pt x="168089" y="104289"/>
                    <a:pt x="169173" y="100778"/>
                    <a:pt x="170422" y="99364"/>
                  </a:cubicBezTo>
                  <a:cubicBezTo>
                    <a:pt x="174240" y="95074"/>
                    <a:pt x="172402" y="91610"/>
                    <a:pt x="169385" y="88310"/>
                  </a:cubicBezTo>
                  <a:cubicBezTo>
                    <a:pt x="167570" y="86307"/>
                    <a:pt x="165473" y="84469"/>
                    <a:pt x="163187" y="83007"/>
                  </a:cubicBezTo>
                  <a:cubicBezTo>
                    <a:pt x="115343" y="52156"/>
                    <a:pt x="65072" y="25807"/>
                    <a:pt x="12915" y="3064"/>
                  </a:cubicBezTo>
                  <a:cubicBezTo>
                    <a:pt x="9262" y="1461"/>
                    <a:pt x="5114" y="990"/>
                    <a:pt x="1202" y="0"/>
                  </a:cubicBezTo>
                  <a:cubicBezTo>
                    <a:pt x="801" y="660"/>
                    <a:pt x="401" y="1296"/>
                    <a:pt x="0" y="1956"/>
                  </a:cubicBezTo>
                  <a:cubicBezTo>
                    <a:pt x="2687" y="4643"/>
                    <a:pt x="5020" y="7778"/>
                    <a:pt x="8084" y="9922"/>
                  </a:cubicBezTo>
                  <a:cubicBezTo>
                    <a:pt x="26326" y="22649"/>
                    <a:pt x="44332" y="35777"/>
                    <a:pt x="63163" y="47608"/>
                  </a:cubicBezTo>
                  <a:cubicBezTo>
                    <a:pt x="116026" y="80839"/>
                    <a:pt x="167570" y="115885"/>
                    <a:pt x="214282" y="157459"/>
                  </a:cubicBezTo>
                  <a:cubicBezTo>
                    <a:pt x="251662" y="190714"/>
                    <a:pt x="288593" y="224487"/>
                    <a:pt x="324888" y="258921"/>
                  </a:cubicBezTo>
                  <a:cubicBezTo>
                    <a:pt x="344638" y="277634"/>
                    <a:pt x="366698" y="293849"/>
                    <a:pt x="379779" y="319656"/>
                  </a:cubicBezTo>
                  <a:cubicBezTo>
                    <a:pt x="388004" y="335895"/>
                    <a:pt x="403630" y="348386"/>
                    <a:pt x="415933" y="362550"/>
                  </a:cubicBezTo>
                  <a:cubicBezTo>
                    <a:pt x="416687" y="362197"/>
                    <a:pt x="417417" y="361867"/>
                    <a:pt x="418171" y="361513"/>
                  </a:cubicBezTo>
                  <a:cubicBezTo>
                    <a:pt x="418195" y="344591"/>
                    <a:pt x="419067" y="327599"/>
                    <a:pt x="413858" y="311101"/>
                  </a:cubicBezTo>
                  <a:cubicBezTo>
                    <a:pt x="413057" y="308532"/>
                    <a:pt x="411242" y="305680"/>
                    <a:pt x="409050" y="304313"/>
                  </a:cubicBezTo>
                  <a:cubicBezTo>
                    <a:pt x="404195" y="301296"/>
                    <a:pt x="398091" y="300047"/>
                    <a:pt x="393802" y="296489"/>
                  </a:cubicBezTo>
                  <a:cubicBezTo>
                    <a:pt x="383526" y="287980"/>
                    <a:pt x="373839" y="278718"/>
                    <a:pt x="364200" y="269456"/>
                  </a:cubicBezTo>
                  <a:cubicBezTo>
                    <a:pt x="337427" y="243672"/>
                    <a:pt x="314235" y="214636"/>
                    <a:pt x="282630" y="193330"/>
                  </a:cubicBezTo>
                  <a:cubicBezTo>
                    <a:pt x="253500" y="173698"/>
                    <a:pt x="231157" y="145628"/>
                    <a:pt x="210370" y="117087"/>
                  </a:cubicBezTo>
                  <a:cubicBezTo>
                    <a:pt x="207471" y="113104"/>
                    <a:pt x="206694" y="107565"/>
                    <a:pt x="204949" y="102758"/>
                  </a:cubicBezTo>
                  <a:cubicBezTo>
                    <a:pt x="209946" y="104242"/>
                    <a:pt x="215720" y="104619"/>
                    <a:pt x="219797" y="107424"/>
                  </a:cubicBezTo>
                  <a:cubicBezTo>
                    <a:pt x="233632" y="116946"/>
                    <a:pt x="247679" y="126396"/>
                    <a:pt x="260170" y="137544"/>
                  </a:cubicBezTo>
                  <a:cubicBezTo>
                    <a:pt x="296182" y="169715"/>
                    <a:pt x="331464" y="202710"/>
                    <a:pt x="367075" y="235329"/>
                  </a:cubicBezTo>
                  <a:cubicBezTo>
                    <a:pt x="376102" y="243601"/>
                    <a:pt x="385317" y="251685"/>
                    <a:pt x="395711" y="260995"/>
                  </a:cubicBezTo>
                  <a:cubicBezTo>
                    <a:pt x="395711" y="254843"/>
                    <a:pt x="395947" y="250460"/>
                    <a:pt x="395664" y="246123"/>
                  </a:cubicBezTo>
                  <a:cubicBezTo>
                    <a:pt x="395027" y="236036"/>
                    <a:pt x="394910" y="225831"/>
                    <a:pt x="393118" y="215956"/>
                  </a:cubicBezTo>
                  <a:cubicBezTo>
                    <a:pt x="391657" y="207872"/>
                    <a:pt x="388758" y="207047"/>
                    <a:pt x="381122" y="209451"/>
                  </a:cubicBezTo>
                  <a:cubicBezTo>
                    <a:pt x="375772" y="211124"/>
                    <a:pt x="371223" y="210724"/>
                    <a:pt x="367264" y="205751"/>
                  </a:cubicBezTo>
                  <a:cubicBezTo>
                    <a:pt x="362220" y="199411"/>
                    <a:pt x="357106" y="192835"/>
                    <a:pt x="350884" y="187745"/>
                  </a:cubicBezTo>
                  <a:cubicBezTo>
                    <a:pt x="324888" y="166368"/>
                    <a:pt x="298845" y="145015"/>
                    <a:pt x="272001" y="1247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27" name="Google Shape;2827;p56"/>
            <p:cNvSpPr/>
            <p:nvPr/>
          </p:nvSpPr>
          <p:spPr>
            <a:xfrm>
              <a:off x="700050" y="3045042"/>
              <a:ext cx="117417" cy="253593"/>
            </a:xfrm>
            <a:custGeom>
              <a:rect b="b" l="l" r="r" t="t"/>
              <a:pathLst>
                <a:path extrusionOk="0" h="253593" w="117417">
                  <a:moveTo>
                    <a:pt x="2858" y="188210"/>
                  </a:moveTo>
                  <a:cubicBezTo>
                    <a:pt x="76" y="190920"/>
                    <a:pt x="-324" y="197308"/>
                    <a:pt x="194" y="201785"/>
                  </a:cubicBezTo>
                  <a:cubicBezTo>
                    <a:pt x="736" y="206476"/>
                    <a:pt x="3187" y="211213"/>
                    <a:pt x="5686" y="215384"/>
                  </a:cubicBezTo>
                  <a:cubicBezTo>
                    <a:pt x="14924" y="230822"/>
                    <a:pt x="25412" y="245292"/>
                    <a:pt x="42641" y="252599"/>
                  </a:cubicBezTo>
                  <a:cubicBezTo>
                    <a:pt x="45846" y="253966"/>
                    <a:pt x="52492" y="253612"/>
                    <a:pt x="53859" y="251562"/>
                  </a:cubicBezTo>
                  <a:cubicBezTo>
                    <a:pt x="56193" y="248074"/>
                    <a:pt x="56546" y="242488"/>
                    <a:pt x="55933" y="238033"/>
                  </a:cubicBezTo>
                  <a:cubicBezTo>
                    <a:pt x="55533" y="235135"/>
                    <a:pt x="52374" y="232094"/>
                    <a:pt x="49688" y="230138"/>
                  </a:cubicBezTo>
                  <a:cubicBezTo>
                    <a:pt x="45139" y="226815"/>
                    <a:pt x="40072" y="224199"/>
                    <a:pt x="35099" y="221512"/>
                  </a:cubicBezTo>
                  <a:cubicBezTo>
                    <a:pt x="27227" y="217246"/>
                    <a:pt x="20934" y="211613"/>
                    <a:pt x="18083" y="202822"/>
                  </a:cubicBezTo>
                  <a:cubicBezTo>
                    <a:pt x="15066" y="193489"/>
                    <a:pt x="19803" y="186537"/>
                    <a:pt x="29419" y="187173"/>
                  </a:cubicBezTo>
                  <a:cubicBezTo>
                    <a:pt x="33920" y="187456"/>
                    <a:pt x="38776" y="188894"/>
                    <a:pt x="42641" y="191203"/>
                  </a:cubicBezTo>
                  <a:cubicBezTo>
                    <a:pt x="57206" y="199900"/>
                    <a:pt x="68637" y="211920"/>
                    <a:pt x="75589" y="227404"/>
                  </a:cubicBezTo>
                  <a:cubicBezTo>
                    <a:pt x="77592" y="231835"/>
                    <a:pt x="76343" y="237727"/>
                    <a:pt x="76626" y="242936"/>
                  </a:cubicBezTo>
                  <a:cubicBezTo>
                    <a:pt x="76791" y="246094"/>
                    <a:pt x="75943" y="250972"/>
                    <a:pt x="77545" y="252033"/>
                  </a:cubicBezTo>
                  <a:cubicBezTo>
                    <a:pt x="80067" y="253683"/>
                    <a:pt x="85488" y="254248"/>
                    <a:pt x="87538" y="252622"/>
                  </a:cubicBezTo>
                  <a:cubicBezTo>
                    <a:pt x="92558" y="248592"/>
                    <a:pt x="97555" y="243666"/>
                    <a:pt x="100430" y="238010"/>
                  </a:cubicBezTo>
                  <a:cubicBezTo>
                    <a:pt x="109999" y="219273"/>
                    <a:pt x="113157" y="198651"/>
                    <a:pt x="115255" y="177982"/>
                  </a:cubicBezTo>
                  <a:cubicBezTo>
                    <a:pt x="118413" y="146872"/>
                    <a:pt x="118248" y="115738"/>
                    <a:pt x="113864" y="84698"/>
                  </a:cubicBezTo>
                  <a:cubicBezTo>
                    <a:pt x="109975" y="57053"/>
                    <a:pt x="100006" y="31764"/>
                    <a:pt x="83791" y="9068"/>
                  </a:cubicBezTo>
                  <a:cubicBezTo>
                    <a:pt x="75141" y="-3046"/>
                    <a:pt x="66657" y="-3046"/>
                    <a:pt x="58054" y="9209"/>
                  </a:cubicBezTo>
                  <a:cubicBezTo>
                    <a:pt x="52115" y="17670"/>
                    <a:pt x="46577" y="26579"/>
                    <a:pt x="42217" y="35912"/>
                  </a:cubicBezTo>
                  <a:cubicBezTo>
                    <a:pt x="34392" y="52646"/>
                    <a:pt x="31304" y="70322"/>
                    <a:pt x="37008" y="88469"/>
                  </a:cubicBezTo>
                  <a:cubicBezTo>
                    <a:pt x="40685" y="100183"/>
                    <a:pt x="48415" y="103035"/>
                    <a:pt x="59445" y="97802"/>
                  </a:cubicBezTo>
                  <a:cubicBezTo>
                    <a:pt x="62155" y="96506"/>
                    <a:pt x="65031" y="95563"/>
                    <a:pt x="69344" y="93866"/>
                  </a:cubicBezTo>
                  <a:cubicBezTo>
                    <a:pt x="64983" y="106546"/>
                    <a:pt x="60482" y="111943"/>
                    <a:pt x="50159" y="114371"/>
                  </a:cubicBezTo>
                  <a:cubicBezTo>
                    <a:pt x="43112" y="116044"/>
                    <a:pt x="35547" y="115691"/>
                    <a:pt x="28193" y="115856"/>
                  </a:cubicBezTo>
                  <a:cubicBezTo>
                    <a:pt x="19214" y="116044"/>
                    <a:pt x="15042" y="118613"/>
                    <a:pt x="14335" y="127569"/>
                  </a:cubicBezTo>
                  <a:cubicBezTo>
                    <a:pt x="13510" y="137586"/>
                    <a:pt x="14618" y="147744"/>
                    <a:pt x="14241" y="157831"/>
                  </a:cubicBezTo>
                  <a:cubicBezTo>
                    <a:pt x="13817" y="169096"/>
                    <a:pt x="11648" y="179608"/>
                    <a:pt x="2858" y="188210"/>
                  </a:cubicBezTo>
                  <a:close/>
                  <a:moveTo>
                    <a:pt x="28688" y="124552"/>
                  </a:moveTo>
                  <a:cubicBezTo>
                    <a:pt x="34203" y="127711"/>
                    <a:pt x="39341" y="131599"/>
                    <a:pt x="44455" y="135417"/>
                  </a:cubicBezTo>
                  <a:cubicBezTo>
                    <a:pt x="50560" y="139990"/>
                    <a:pt x="56051" y="145552"/>
                    <a:pt x="62579" y="149393"/>
                  </a:cubicBezTo>
                  <a:cubicBezTo>
                    <a:pt x="69862" y="153683"/>
                    <a:pt x="76414" y="151279"/>
                    <a:pt x="79337" y="143265"/>
                  </a:cubicBezTo>
                  <a:cubicBezTo>
                    <a:pt x="85700" y="125896"/>
                    <a:pt x="86030" y="107890"/>
                    <a:pt x="82118" y="89954"/>
                  </a:cubicBezTo>
                  <a:cubicBezTo>
                    <a:pt x="80751" y="83685"/>
                    <a:pt x="75801" y="80668"/>
                    <a:pt x="68990" y="82530"/>
                  </a:cubicBezTo>
                  <a:cubicBezTo>
                    <a:pt x="64724" y="83685"/>
                    <a:pt x="60529" y="85311"/>
                    <a:pt x="56193" y="86113"/>
                  </a:cubicBezTo>
                  <a:cubicBezTo>
                    <a:pt x="49829" y="87267"/>
                    <a:pt x="46883" y="84793"/>
                    <a:pt x="47873" y="78547"/>
                  </a:cubicBezTo>
                  <a:cubicBezTo>
                    <a:pt x="50583" y="61342"/>
                    <a:pt x="55768" y="44868"/>
                    <a:pt x="64913" y="29973"/>
                  </a:cubicBezTo>
                  <a:cubicBezTo>
                    <a:pt x="70333" y="21158"/>
                    <a:pt x="76791" y="21323"/>
                    <a:pt x="80373" y="30869"/>
                  </a:cubicBezTo>
                  <a:cubicBezTo>
                    <a:pt x="84498" y="41851"/>
                    <a:pt x="87845" y="53400"/>
                    <a:pt x="89518" y="65019"/>
                  </a:cubicBezTo>
                  <a:cubicBezTo>
                    <a:pt x="93289" y="90920"/>
                    <a:pt x="95811" y="116987"/>
                    <a:pt x="98521" y="140319"/>
                  </a:cubicBezTo>
                  <a:cubicBezTo>
                    <a:pt x="97531" y="149558"/>
                    <a:pt x="97932" y="156299"/>
                    <a:pt x="95811" y="162144"/>
                  </a:cubicBezTo>
                  <a:cubicBezTo>
                    <a:pt x="94373" y="166127"/>
                    <a:pt x="89801" y="170958"/>
                    <a:pt x="85936" y="171689"/>
                  </a:cubicBezTo>
                  <a:cubicBezTo>
                    <a:pt x="69414" y="174753"/>
                    <a:pt x="52940" y="174376"/>
                    <a:pt x="37856" y="165184"/>
                  </a:cubicBezTo>
                  <a:cubicBezTo>
                    <a:pt x="24493" y="157029"/>
                    <a:pt x="20769" y="144043"/>
                    <a:pt x="20322" y="129667"/>
                  </a:cubicBezTo>
                  <a:cubicBezTo>
                    <a:pt x="20157" y="124269"/>
                    <a:pt x="23645" y="121653"/>
                    <a:pt x="28688" y="12455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28" name="Google Shape;2828;p56"/>
            <p:cNvSpPr/>
            <p:nvPr/>
          </p:nvSpPr>
          <p:spPr>
            <a:xfrm>
              <a:off x="858634" y="3448973"/>
              <a:ext cx="234682" cy="295687"/>
            </a:xfrm>
            <a:custGeom>
              <a:rect b="b" l="l" r="r" t="t"/>
              <a:pathLst>
                <a:path extrusionOk="0" h="295687" w="234682">
                  <a:moveTo>
                    <a:pt x="136921" y="122248"/>
                  </a:moveTo>
                  <a:cubicBezTo>
                    <a:pt x="124524" y="118336"/>
                    <a:pt x="116864" y="124346"/>
                    <a:pt x="115686" y="137497"/>
                  </a:cubicBezTo>
                  <a:cubicBezTo>
                    <a:pt x="114673" y="148692"/>
                    <a:pt x="111373" y="158567"/>
                    <a:pt x="104090" y="167287"/>
                  </a:cubicBezTo>
                  <a:cubicBezTo>
                    <a:pt x="82361" y="193307"/>
                    <a:pt x="55563" y="209545"/>
                    <a:pt x="21060" y="211737"/>
                  </a:cubicBezTo>
                  <a:cubicBezTo>
                    <a:pt x="7555" y="212585"/>
                    <a:pt x="2087" y="217111"/>
                    <a:pt x="437" y="229484"/>
                  </a:cubicBezTo>
                  <a:cubicBezTo>
                    <a:pt x="-482" y="236437"/>
                    <a:pt x="178" y="243790"/>
                    <a:pt x="1215" y="250790"/>
                  </a:cubicBezTo>
                  <a:cubicBezTo>
                    <a:pt x="2771" y="261254"/>
                    <a:pt x="8121" y="268042"/>
                    <a:pt x="19810" y="269385"/>
                  </a:cubicBezTo>
                  <a:cubicBezTo>
                    <a:pt x="29803" y="270540"/>
                    <a:pt x="32891" y="275230"/>
                    <a:pt x="34258" y="285129"/>
                  </a:cubicBezTo>
                  <a:cubicBezTo>
                    <a:pt x="34753" y="288758"/>
                    <a:pt x="36850" y="292175"/>
                    <a:pt x="38217" y="295687"/>
                  </a:cubicBezTo>
                  <a:cubicBezTo>
                    <a:pt x="38948" y="295522"/>
                    <a:pt x="39702" y="295334"/>
                    <a:pt x="40433" y="295169"/>
                  </a:cubicBezTo>
                  <a:cubicBezTo>
                    <a:pt x="40951" y="294155"/>
                    <a:pt x="41705" y="293189"/>
                    <a:pt x="41941" y="292105"/>
                  </a:cubicBezTo>
                  <a:cubicBezTo>
                    <a:pt x="45193" y="276950"/>
                    <a:pt x="44557" y="262079"/>
                    <a:pt x="37628" y="248032"/>
                  </a:cubicBezTo>
                  <a:cubicBezTo>
                    <a:pt x="36261" y="245298"/>
                    <a:pt x="32891" y="242588"/>
                    <a:pt x="29945" y="241787"/>
                  </a:cubicBezTo>
                  <a:cubicBezTo>
                    <a:pt x="24807" y="240443"/>
                    <a:pt x="23676" y="236814"/>
                    <a:pt x="25420" y="233538"/>
                  </a:cubicBezTo>
                  <a:cubicBezTo>
                    <a:pt x="28154" y="228353"/>
                    <a:pt x="32419" y="223969"/>
                    <a:pt x="36049" y="219232"/>
                  </a:cubicBezTo>
                  <a:cubicBezTo>
                    <a:pt x="39749" y="222131"/>
                    <a:pt x="43473" y="224982"/>
                    <a:pt x="47150" y="227928"/>
                  </a:cubicBezTo>
                  <a:cubicBezTo>
                    <a:pt x="47715" y="228376"/>
                    <a:pt x="48045" y="229107"/>
                    <a:pt x="48493" y="229696"/>
                  </a:cubicBezTo>
                  <a:cubicBezTo>
                    <a:pt x="53607" y="236224"/>
                    <a:pt x="58533" y="237851"/>
                    <a:pt x="65910" y="233797"/>
                  </a:cubicBezTo>
                  <a:cubicBezTo>
                    <a:pt x="72108" y="230380"/>
                    <a:pt x="77529" y="225525"/>
                    <a:pt x="83398" y="221447"/>
                  </a:cubicBezTo>
                  <a:cubicBezTo>
                    <a:pt x="94074" y="213976"/>
                    <a:pt x="104468" y="206010"/>
                    <a:pt x="115686" y="199458"/>
                  </a:cubicBezTo>
                  <a:cubicBezTo>
                    <a:pt x="120447" y="196653"/>
                    <a:pt x="127399" y="194886"/>
                    <a:pt x="132608" y="196041"/>
                  </a:cubicBezTo>
                  <a:cubicBezTo>
                    <a:pt x="146773" y="199175"/>
                    <a:pt x="157166" y="195923"/>
                    <a:pt x="165038" y="183432"/>
                  </a:cubicBezTo>
                  <a:cubicBezTo>
                    <a:pt x="169398" y="176502"/>
                    <a:pt x="173805" y="176785"/>
                    <a:pt x="179132" y="183149"/>
                  </a:cubicBezTo>
                  <a:cubicBezTo>
                    <a:pt x="184882" y="190031"/>
                    <a:pt x="186839" y="190172"/>
                    <a:pt x="190185" y="181381"/>
                  </a:cubicBezTo>
                  <a:cubicBezTo>
                    <a:pt x="195347" y="167829"/>
                    <a:pt x="200108" y="154018"/>
                    <a:pt x="203525" y="139948"/>
                  </a:cubicBezTo>
                  <a:cubicBezTo>
                    <a:pt x="214201" y="95876"/>
                    <a:pt x="224171" y="51638"/>
                    <a:pt x="234352" y="7448"/>
                  </a:cubicBezTo>
                  <a:cubicBezTo>
                    <a:pt x="234800" y="5468"/>
                    <a:pt x="234588" y="3323"/>
                    <a:pt x="234682" y="1249"/>
                  </a:cubicBezTo>
                  <a:cubicBezTo>
                    <a:pt x="233904" y="825"/>
                    <a:pt x="233150" y="424"/>
                    <a:pt x="232373" y="0"/>
                  </a:cubicBezTo>
                  <a:cubicBezTo>
                    <a:pt x="227871" y="5916"/>
                    <a:pt x="222545" y="11407"/>
                    <a:pt x="219009" y="17865"/>
                  </a:cubicBezTo>
                  <a:cubicBezTo>
                    <a:pt x="205740" y="42022"/>
                    <a:pt x="197044" y="67994"/>
                    <a:pt x="191835" y="94980"/>
                  </a:cubicBezTo>
                  <a:cubicBezTo>
                    <a:pt x="189573" y="106693"/>
                    <a:pt x="189243" y="118831"/>
                    <a:pt x="188842" y="130827"/>
                  </a:cubicBezTo>
                  <a:cubicBezTo>
                    <a:pt x="188724" y="134575"/>
                    <a:pt x="191222" y="138416"/>
                    <a:pt x="193343" y="144615"/>
                  </a:cubicBezTo>
                  <a:cubicBezTo>
                    <a:pt x="187286" y="142258"/>
                    <a:pt x="183303" y="140773"/>
                    <a:pt x="179391" y="139170"/>
                  </a:cubicBezTo>
                  <a:cubicBezTo>
                    <a:pt x="165227" y="133443"/>
                    <a:pt x="151416" y="126797"/>
                    <a:pt x="136921" y="122248"/>
                  </a:cubicBezTo>
                  <a:close/>
                  <a:moveTo>
                    <a:pt x="135248" y="182041"/>
                  </a:moveTo>
                  <a:cubicBezTo>
                    <a:pt x="131170" y="182677"/>
                    <a:pt x="128601" y="181169"/>
                    <a:pt x="129120" y="177021"/>
                  </a:cubicBezTo>
                  <a:cubicBezTo>
                    <a:pt x="130840" y="163045"/>
                    <a:pt x="137251" y="151237"/>
                    <a:pt x="147362" y="141669"/>
                  </a:cubicBezTo>
                  <a:cubicBezTo>
                    <a:pt x="149129" y="139995"/>
                    <a:pt x="154149" y="139406"/>
                    <a:pt x="156011" y="140702"/>
                  </a:cubicBezTo>
                  <a:cubicBezTo>
                    <a:pt x="159099" y="142847"/>
                    <a:pt x="160819" y="146948"/>
                    <a:pt x="161880" y="148433"/>
                  </a:cubicBezTo>
                  <a:cubicBezTo>
                    <a:pt x="161903" y="162079"/>
                    <a:pt x="146207" y="180297"/>
                    <a:pt x="135248" y="1820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29" name="Google Shape;2829;p56"/>
            <p:cNvSpPr/>
            <p:nvPr/>
          </p:nvSpPr>
          <p:spPr>
            <a:xfrm>
              <a:off x="719618" y="2154563"/>
              <a:ext cx="409209" cy="90285"/>
            </a:xfrm>
            <a:custGeom>
              <a:rect b="b" l="l" r="r" t="t"/>
              <a:pathLst>
                <a:path extrusionOk="0" h="90285" w="409209">
                  <a:moveTo>
                    <a:pt x="20080" y="18990"/>
                  </a:moveTo>
                  <a:cubicBezTo>
                    <a:pt x="45086" y="19108"/>
                    <a:pt x="70116" y="18000"/>
                    <a:pt x="95098" y="18731"/>
                  </a:cubicBezTo>
                  <a:cubicBezTo>
                    <a:pt x="121188" y="19485"/>
                    <a:pt x="147749" y="15502"/>
                    <a:pt x="172944" y="27687"/>
                  </a:cubicBezTo>
                  <a:cubicBezTo>
                    <a:pt x="179779" y="30986"/>
                    <a:pt x="189394" y="28936"/>
                    <a:pt x="197714" y="28653"/>
                  </a:cubicBezTo>
                  <a:cubicBezTo>
                    <a:pt x="207071" y="28347"/>
                    <a:pt x="216404" y="26791"/>
                    <a:pt x="225737" y="26673"/>
                  </a:cubicBezTo>
                  <a:cubicBezTo>
                    <a:pt x="231652" y="26603"/>
                    <a:pt x="238228" y="27899"/>
                    <a:pt x="239878" y="34993"/>
                  </a:cubicBezTo>
                  <a:cubicBezTo>
                    <a:pt x="241362" y="41427"/>
                    <a:pt x="245463" y="45080"/>
                    <a:pt x="250978" y="46754"/>
                  </a:cubicBezTo>
                  <a:cubicBezTo>
                    <a:pt x="258473" y="49016"/>
                    <a:pt x="266274" y="51255"/>
                    <a:pt x="274028" y="51585"/>
                  </a:cubicBezTo>
                  <a:cubicBezTo>
                    <a:pt x="299647" y="52646"/>
                    <a:pt x="323616" y="59292"/>
                    <a:pt x="346430" y="70722"/>
                  </a:cubicBezTo>
                  <a:cubicBezTo>
                    <a:pt x="356140" y="75577"/>
                    <a:pt x="365709" y="80857"/>
                    <a:pt x="375796" y="84769"/>
                  </a:cubicBezTo>
                  <a:cubicBezTo>
                    <a:pt x="383267" y="87668"/>
                    <a:pt x="391374" y="89553"/>
                    <a:pt x="399340" y="90237"/>
                  </a:cubicBezTo>
                  <a:cubicBezTo>
                    <a:pt x="406859" y="90873"/>
                    <a:pt x="410936" y="85240"/>
                    <a:pt x="408509" y="77981"/>
                  </a:cubicBezTo>
                  <a:cubicBezTo>
                    <a:pt x="406293" y="71312"/>
                    <a:pt x="402805" y="64948"/>
                    <a:pt x="399034" y="58985"/>
                  </a:cubicBezTo>
                  <a:cubicBezTo>
                    <a:pt x="397596" y="56699"/>
                    <a:pt x="393920" y="55073"/>
                    <a:pt x="391021" y="54602"/>
                  </a:cubicBezTo>
                  <a:cubicBezTo>
                    <a:pt x="382748" y="53282"/>
                    <a:pt x="374217" y="53376"/>
                    <a:pt x="366015" y="51703"/>
                  </a:cubicBezTo>
                  <a:cubicBezTo>
                    <a:pt x="344309" y="47248"/>
                    <a:pt x="322532" y="42912"/>
                    <a:pt x="301202" y="37043"/>
                  </a:cubicBezTo>
                  <a:cubicBezTo>
                    <a:pt x="288145" y="33461"/>
                    <a:pt x="287179" y="28017"/>
                    <a:pt x="294815" y="17010"/>
                  </a:cubicBezTo>
                  <a:cubicBezTo>
                    <a:pt x="300377" y="8997"/>
                    <a:pt x="299458" y="5344"/>
                    <a:pt x="289795" y="4001"/>
                  </a:cubicBezTo>
                  <a:cubicBezTo>
                    <a:pt x="274664" y="1880"/>
                    <a:pt x="259345" y="65"/>
                    <a:pt x="244120" y="18"/>
                  </a:cubicBezTo>
                  <a:cubicBezTo>
                    <a:pt x="200307" y="-53"/>
                    <a:pt x="156446" y="18"/>
                    <a:pt x="112656" y="1597"/>
                  </a:cubicBezTo>
                  <a:cubicBezTo>
                    <a:pt x="81310" y="2704"/>
                    <a:pt x="50035" y="6145"/>
                    <a:pt x="18784" y="8950"/>
                  </a:cubicBezTo>
                  <a:cubicBezTo>
                    <a:pt x="12444" y="9516"/>
                    <a:pt x="6246" y="11849"/>
                    <a:pt x="0" y="13357"/>
                  </a:cubicBezTo>
                  <a:cubicBezTo>
                    <a:pt x="71" y="14441"/>
                    <a:pt x="118" y="15526"/>
                    <a:pt x="189" y="16586"/>
                  </a:cubicBezTo>
                  <a:cubicBezTo>
                    <a:pt x="6835" y="17411"/>
                    <a:pt x="13457" y="18943"/>
                    <a:pt x="20080" y="1899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30" name="Google Shape;2830;p56"/>
            <p:cNvSpPr/>
            <p:nvPr/>
          </p:nvSpPr>
          <p:spPr>
            <a:xfrm>
              <a:off x="288460" y="2544271"/>
              <a:ext cx="355244" cy="424215"/>
            </a:xfrm>
            <a:custGeom>
              <a:rect b="b" l="l" r="r" t="t"/>
              <a:pathLst>
                <a:path extrusionOk="0" h="424215" w="355244">
                  <a:moveTo>
                    <a:pt x="64978" y="294991"/>
                  </a:moveTo>
                  <a:cubicBezTo>
                    <a:pt x="80226" y="264517"/>
                    <a:pt x="96536" y="234562"/>
                    <a:pt x="113151" y="204795"/>
                  </a:cubicBezTo>
                  <a:cubicBezTo>
                    <a:pt x="137474" y="161265"/>
                    <a:pt x="172496" y="127209"/>
                    <a:pt x="210747" y="96004"/>
                  </a:cubicBezTo>
                  <a:cubicBezTo>
                    <a:pt x="239995" y="72153"/>
                    <a:pt x="270705" y="50918"/>
                    <a:pt x="305115" y="34986"/>
                  </a:cubicBezTo>
                  <a:cubicBezTo>
                    <a:pt x="319138" y="28505"/>
                    <a:pt x="331935" y="19266"/>
                    <a:pt x="345039" y="10876"/>
                  </a:cubicBezTo>
                  <a:cubicBezTo>
                    <a:pt x="348480" y="8684"/>
                    <a:pt x="350978" y="5031"/>
                    <a:pt x="355244" y="694"/>
                  </a:cubicBezTo>
                  <a:cubicBezTo>
                    <a:pt x="344144" y="-1710"/>
                    <a:pt x="336955" y="2627"/>
                    <a:pt x="329932" y="6092"/>
                  </a:cubicBezTo>
                  <a:cubicBezTo>
                    <a:pt x="284563" y="28387"/>
                    <a:pt x="242588" y="56292"/>
                    <a:pt x="200377" y="83937"/>
                  </a:cubicBezTo>
                  <a:cubicBezTo>
                    <a:pt x="132171" y="128623"/>
                    <a:pt x="89253" y="191550"/>
                    <a:pt x="62692" y="267251"/>
                  </a:cubicBezTo>
                  <a:cubicBezTo>
                    <a:pt x="60641" y="273073"/>
                    <a:pt x="56116" y="278116"/>
                    <a:pt x="52345" y="283231"/>
                  </a:cubicBezTo>
                  <a:cubicBezTo>
                    <a:pt x="47655" y="289570"/>
                    <a:pt x="41810" y="295133"/>
                    <a:pt x="37780" y="301826"/>
                  </a:cubicBezTo>
                  <a:cubicBezTo>
                    <a:pt x="22272" y="327445"/>
                    <a:pt x="12915" y="355491"/>
                    <a:pt x="6882" y="384668"/>
                  </a:cubicBezTo>
                  <a:cubicBezTo>
                    <a:pt x="4219" y="397607"/>
                    <a:pt x="2263" y="410688"/>
                    <a:pt x="0" y="423697"/>
                  </a:cubicBezTo>
                  <a:cubicBezTo>
                    <a:pt x="848" y="423862"/>
                    <a:pt x="1673" y="424051"/>
                    <a:pt x="2522" y="424216"/>
                  </a:cubicBezTo>
                  <a:cubicBezTo>
                    <a:pt x="3983" y="421411"/>
                    <a:pt x="5515" y="418630"/>
                    <a:pt x="6882" y="415778"/>
                  </a:cubicBezTo>
                  <a:cubicBezTo>
                    <a:pt x="26184" y="375500"/>
                    <a:pt x="44992" y="334939"/>
                    <a:pt x="64978" y="2949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31" name="Google Shape;2831;p56"/>
            <p:cNvSpPr/>
            <p:nvPr/>
          </p:nvSpPr>
          <p:spPr>
            <a:xfrm>
              <a:off x="1133971" y="2516189"/>
              <a:ext cx="242198" cy="173723"/>
            </a:xfrm>
            <a:custGeom>
              <a:rect b="b" l="l" r="r" t="t"/>
              <a:pathLst>
                <a:path extrusionOk="0" h="173723" w="242198">
                  <a:moveTo>
                    <a:pt x="186142" y="76927"/>
                  </a:moveTo>
                  <a:cubicBezTo>
                    <a:pt x="190832" y="81310"/>
                    <a:pt x="196324" y="84869"/>
                    <a:pt x="200778" y="89465"/>
                  </a:cubicBezTo>
                  <a:cubicBezTo>
                    <a:pt x="204832" y="93637"/>
                    <a:pt x="208791" y="98280"/>
                    <a:pt x="211337" y="103441"/>
                  </a:cubicBezTo>
                  <a:cubicBezTo>
                    <a:pt x="213976" y="108791"/>
                    <a:pt x="209569" y="113293"/>
                    <a:pt x="203700" y="111973"/>
                  </a:cubicBezTo>
                  <a:cubicBezTo>
                    <a:pt x="200354" y="111219"/>
                    <a:pt x="196842" y="110394"/>
                    <a:pt x="193896" y="108744"/>
                  </a:cubicBezTo>
                  <a:cubicBezTo>
                    <a:pt x="166981" y="93684"/>
                    <a:pt x="139995" y="78765"/>
                    <a:pt x="113410" y="63139"/>
                  </a:cubicBezTo>
                  <a:cubicBezTo>
                    <a:pt x="82300" y="44874"/>
                    <a:pt x="51685" y="25831"/>
                    <a:pt x="20622" y="7495"/>
                  </a:cubicBezTo>
                  <a:cubicBezTo>
                    <a:pt x="14872" y="4101"/>
                    <a:pt x="8084" y="2451"/>
                    <a:pt x="1791" y="0"/>
                  </a:cubicBezTo>
                  <a:cubicBezTo>
                    <a:pt x="1202" y="943"/>
                    <a:pt x="589" y="1862"/>
                    <a:pt x="0" y="2805"/>
                  </a:cubicBezTo>
                  <a:cubicBezTo>
                    <a:pt x="3111" y="6151"/>
                    <a:pt x="5868" y="9922"/>
                    <a:pt x="9404" y="12750"/>
                  </a:cubicBezTo>
                  <a:cubicBezTo>
                    <a:pt x="22508" y="23285"/>
                    <a:pt x="35517" y="34033"/>
                    <a:pt x="49211" y="43743"/>
                  </a:cubicBezTo>
                  <a:cubicBezTo>
                    <a:pt x="104902" y="83196"/>
                    <a:pt x="160830" y="122343"/>
                    <a:pt x="216710" y="161513"/>
                  </a:cubicBezTo>
                  <a:cubicBezTo>
                    <a:pt x="222555" y="165614"/>
                    <a:pt x="228706" y="169361"/>
                    <a:pt x="234952" y="172849"/>
                  </a:cubicBezTo>
                  <a:cubicBezTo>
                    <a:pt x="236649" y="173792"/>
                    <a:pt x="239760" y="174099"/>
                    <a:pt x="241103" y="173132"/>
                  </a:cubicBezTo>
                  <a:cubicBezTo>
                    <a:pt x="242258" y="172307"/>
                    <a:pt x="242376" y="169149"/>
                    <a:pt x="242022" y="167193"/>
                  </a:cubicBezTo>
                  <a:cubicBezTo>
                    <a:pt x="241245" y="163092"/>
                    <a:pt x="240160" y="158991"/>
                    <a:pt x="238629" y="155126"/>
                  </a:cubicBezTo>
                  <a:cubicBezTo>
                    <a:pt x="228494" y="129272"/>
                    <a:pt x="221306" y="102710"/>
                    <a:pt x="218289" y="75041"/>
                  </a:cubicBezTo>
                  <a:cubicBezTo>
                    <a:pt x="216993" y="63257"/>
                    <a:pt x="211784" y="59510"/>
                    <a:pt x="200377" y="62055"/>
                  </a:cubicBezTo>
                  <a:cubicBezTo>
                    <a:pt x="195899" y="63045"/>
                    <a:pt x="191610" y="65308"/>
                    <a:pt x="187438" y="67382"/>
                  </a:cubicBezTo>
                  <a:cubicBezTo>
                    <a:pt x="182630" y="69786"/>
                    <a:pt x="182489" y="73509"/>
                    <a:pt x="186142" y="7692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32" name="Google Shape;2832;p56"/>
            <p:cNvSpPr/>
            <p:nvPr/>
          </p:nvSpPr>
          <p:spPr>
            <a:xfrm>
              <a:off x="434135" y="2112369"/>
              <a:ext cx="278034" cy="117825"/>
            </a:xfrm>
            <a:custGeom>
              <a:rect b="b" l="l" r="r" t="t"/>
              <a:pathLst>
                <a:path extrusionOk="0" h="117825" w="278034">
                  <a:moveTo>
                    <a:pt x="19397" y="115391"/>
                  </a:moveTo>
                  <a:cubicBezTo>
                    <a:pt x="83785" y="94251"/>
                    <a:pt x="148197" y="73157"/>
                    <a:pt x="212421" y="51474"/>
                  </a:cubicBezTo>
                  <a:cubicBezTo>
                    <a:pt x="232006" y="44875"/>
                    <a:pt x="251238" y="37051"/>
                    <a:pt x="270116" y="28684"/>
                  </a:cubicBezTo>
                  <a:cubicBezTo>
                    <a:pt x="279991" y="24300"/>
                    <a:pt x="280179" y="19516"/>
                    <a:pt x="273180" y="11479"/>
                  </a:cubicBezTo>
                  <a:cubicBezTo>
                    <a:pt x="270917" y="8887"/>
                    <a:pt x="268466" y="6388"/>
                    <a:pt x="265779" y="4244"/>
                  </a:cubicBezTo>
                  <a:cubicBezTo>
                    <a:pt x="257719" y="-2214"/>
                    <a:pt x="253217" y="-1177"/>
                    <a:pt x="246288" y="6506"/>
                  </a:cubicBezTo>
                  <a:cubicBezTo>
                    <a:pt x="241763" y="11526"/>
                    <a:pt x="236555" y="16923"/>
                    <a:pt x="230521" y="19351"/>
                  </a:cubicBezTo>
                  <a:cubicBezTo>
                    <a:pt x="210417" y="27411"/>
                    <a:pt x="190078" y="35071"/>
                    <a:pt x="169361" y="41269"/>
                  </a:cubicBezTo>
                  <a:cubicBezTo>
                    <a:pt x="140750" y="49825"/>
                    <a:pt x="111643" y="56777"/>
                    <a:pt x="81664" y="58309"/>
                  </a:cubicBezTo>
                  <a:cubicBezTo>
                    <a:pt x="73297" y="58733"/>
                    <a:pt x="64836" y="57154"/>
                    <a:pt x="56022" y="56471"/>
                  </a:cubicBezTo>
                  <a:cubicBezTo>
                    <a:pt x="56257" y="57390"/>
                    <a:pt x="56422" y="58781"/>
                    <a:pt x="56941" y="60030"/>
                  </a:cubicBezTo>
                  <a:cubicBezTo>
                    <a:pt x="62385" y="72945"/>
                    <a:pt x="61065" y="78436"/>
                    <a:pt x="48951" y="85790"/>
                  </a:cubicBezTo>
                  <a:cubicBezTo>
                    <a:pt x="41622" y="90244"/>
                    <a:pt x="33278" y="92978"/>
                    <a:pt x="25689" y="97079"/>
                  </a:cubicBezTo>
                  <a:cubicBezTo>
                    <a:pt x="17676" y="101392"/>
                    <a:pt x="9993" y="106271"/>
                    <a:pt x="2310" y="111173"/>
                  </a:cubicBezTo>
                  <a:cubicBezTo>
                    <a:pt x="1108" y="111950"/>
                    <a:pt x="754" y="114048"/>
                    <a:pt x="0" y="115509"/>
                  </a:cubicBezTo>
                  <a:cubicBezTo>
                    <a:pt x="1626" y="116334"/>
                    <a:pt x="3323" y="117937"/>
                    <a:pt x="4879" y="117819"/>
                  </a:cubicBezTo>
                  <a:cubicBezTo>
                    <a:pt x="9781" y="117371"/>
                    <a:pt x="14777" y="116900"/>
                    <a:pt x="19397" y="1153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33" name="Google Shape;2833;p56"/>
            <p:cNvSpPr/>
            <p:nvPr/>
          </p:nvSpPr>
          <p:spPr>
            <a:xfrm>
              <a:off x="1170871" y="3380907"/>
              <a:ext cx="64372" cy="255206"/>
            </a:xfrm>
            <a:custGeom>
              <a:rect b="b" l="l" r="r" t="t"/>
              <a:pathLst>
                <a:path extrusionOk="0" h="255206" w="64372">
                  <a:moveTo>
                    <a:pt x="38730" y="250413"/>
                  </a:moveTo>
                  <a:cubicBezTo>
                    <a:pt x="42030" y="243696"/>
                    <a:pt x="44693" y="236319"/>
                    <a:pt x="45753" y="228942"/>
                  </a:cubicBezTo>
                  <a:cubicBezTo>
                    <a:pt x="48110" y="212821"/>
                    <a:pt x="48110" y="196300"/>
                    <a:pt x="51221" y="180344"/>
                  </a:cubicBezTo>
                  <a:cubicBezTo>
                    <a:pt x="59282" y="138935"/>
                    <a:pt x="62605" y="97148"/>
                    <a:pt x="64372" y="55008"/>
                  </a:cubicBezTo>
                  <a:cubicBezTo>
                    <a:pt x="63170" y="39500"/>
                    <a:pt x="62181" y="23945"/>
                    <a:pt x="60601" y="8485"/>
                  </a:cubicBezTo>
                  <a:cubicBezTo>
                    <a:pt x="60295" y="5538"/>
                    <a:pt x="57655" y="2828"/>
                    <a:pt x="56076" y="0"/>
                  </a:cubicBezTo>
                  <a:cubicBezTo>
                    <a:pt x="53649" y="2498"/>
                    <a:pt x="51103" y="4879"/>
                    <a:pt x="48888" y="7542"/>
                  </a:cubicBezTo>
                  <a:cubicBezTo>
                    <a:pt x="48016" y="8602"/>
                    <a:pt x="47710" y="10276"/>
                    <a:pt x="47521" y="11713"/>
                  </a:cubicBezTo>
                  <a:cubicBezTo>
                    <a:pt x="46461" y="19279"/>
                    <a:pt x="45895" y="26915"/>
                    <a:pt x="44410" y="34386"/>
                  </a:cubicBezTo>
                  <a:cubicBezTo>
                    <a:pt x="42619" y="43318"/>
                    <a:pt x="38377" y="51308"/>
                    <a:pt x="28690" y="53029"/>
                  </a:cubicBezTo>
                  <a:cubicBezTo>
                    <a:pt x="21596" y="54278"/>
                    <a:pt x="17448" y="58143"/>
                    <a:pt x="14738" y="63799"/>
                  </a:cubicBezTo>
                  <a:cubicBezTo>
                    <a:pt x="2529" y="89300"/>
                    <a:pt x="-2726" y="116121"/>
                    <a:pt x="1374" y="144332"/>
                  </a:cubicBezTo>
                  <a:cubicBezTo>
                    <a:pt x="2105" y="149352"/>
                    <a:pt x="3307" y="155951"/>
                    <a:pt x="9529" y="155645"/>
                  </a:cubicBezTo>
                  <a:cubicBezTo>
                    <a:pt x="11933" y="155527"/>
                    <a:pt x="15374" y="148786"/>
                    <a:pt x="15987" y="144709"/>
                  </a:cubicBezTo>
                  <a:cubicBezTo>
                    <a:pt x="17707" y="132996"/>
                    <a:pt x="17377" y="120952"/>
                    <a:pt x="19451" y="109333"/>
                  </a:cubicBezTo>
                  <a:cubicBezTo>
                    <a:pt x="21313" y="98798"/>
                    <a:pt x="24966" y="88522"/>
                    <a:pt x="28549" y="78364"/>
                  </a:cubicBezTo>
                  <a:cubicBezTo>
                    <a:pt x="29397" y="75937"/>
                    <a:pt x="33121" y="74546"/>
                    <a:pt x="35525" y="72661"/>
                  </a:cubicBezTo>
                  <a:cubicBezTo>
                    <a:pt x="36986" y="75371"/>
                    <a:pt x="39319" y="77964"/>
                    <a:pt x="39720" y="80815"/>
                  </a:cubicBezTo>
                  <a:cubicBezTo>
                    <a:pt x="40757" y="88145"/>
                    <a:pt x="41629" y="95616"/>
                    <a:pt x="41370" y="102993"/>
                  </a:cubicBezTo>
                  <a:cubicBezTo>
                    <a:pt x="39956" y="143318"/>
                    <a:pt x="35572" y="183267"/>
                    <a:pt x="25673" y="222508"/>
                  </a:cubicBezTo>
                  <a:cubicBezTo>
                    <a:pt x="23764" y="230073"/>
                    <a:pt x="22515" y="238039"/>
                    <a:pt x="22562" y="245793"/>
                  </a:cubicBezTo>
                  <a:cubicBezTo>
                    <a:pt x="22586" y="249046"/>
                    <a:pt x="26192" y="253853"/>
                    <a:pt x="29279" y="255032"/>
                  </a:cubicBezTo>
                  <a:cubicBezTo>
                    <a:pt x="31613" y="255951"/>
                    <a:pt x="37410" y="253076"/>
                    <a:pt x="38730" y="25041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34" name="Google Shape;2834;p56"/>
            <p:cNvSpPr/>
            <p:nvPr/>
          </p:nvSpPr>
          <p:spPr>
            <a:xfrm>
              <a:off x="383276" y="2786340"/>
              <a:ext cx="130642" cy="246511"/>
            </a:xfrm>
            <a:custGeom>
              <a:rect b="b" l="l" r="r" t="t"/>
              <a:pathLst>
                <a:path extrusionOk="0" h="246511" w="130642">
                  <a:moveTo>
                    <a:pt x="14611" y="120233"/>
                  </a:moveTo>
                  <a:cubicBezTo>
                    <a:pt x="20291" y="111913"/>
                    <a:pt x="24250" y="102438"/>
                    <a:pt x="29742" y="93954"/>
                  </a:cubicBezTo>
                  <a:cubicBezTo>
                    <a:pt x="35068" y="85705"/>
                    <a:pt x="40866" y="77598"/>
                    <a:pt x="47630" y="70527"/>
                  </a:cubicBezTo>
                  <a:cubicBezTo>
                    <a:pt x="49869" y="68194"/>
                    <a:pt x="55997" y="68288"/>
                    <a:pt x="59768" y="69349"/>
                  </a:cubicBezTo>
                  <a:cubicBezTo>
                    <a:pt x="61394" y="69797"/>
                    <a:pt x="62266" y="75547"/>
                    <a:pt x="62148" y="78847"/>
                  </a:cubicBezTo>
                  <a:cubicBezTo>
                    <a:pt x="62030" y="82170"/>
                    <a:pt x="60569" y="85564"/>
                    <a:pt x="59131" y="88675"/>
                  </a:cubicBezTo>
                  <a:cubicBezTo>
                    <a:pt x="53616" y="100529"/>
                    <a:pt x="48219" y="112479"/>
                    <a:pt x="42115" y="124027"/>
                  </a:cubicBezTo>
                  <a:cubicBezTo>
                    <a:pt x="25782" y="154925"/>
                    <a:pt x="17958" y="187614"/>
                    <a:pt x="20574" y="222542"/>
                  </a:cubicBezTo>
                  <a:cubicBezTo>
                    <a:pt x="21139" y="230178"/>
                    <a:pt x="22648" y="237744"/>
                    <a:pt x="23897" y="246511"/>
                  </a:cubicBezTo>
                  <a:cubicBezTo>
                    <a:pt x="26536" y="244720"/>
                    <a:pt x="27762" y="244343"/>
                    <a:pt x="28045" y="243612"/>
                  </a:cubicBezTo>
                  <a:cubicBezTo>
                    <a:pt x="31556" y="234727"/>
                    <a:pt x="35846" y="226030"/>
                    <a:pt x="38203" y="216815"/>
                  </a:cubicBezTo>
                  <a:cubicBezTo>
                    <a:pt x="44637" y="191527"/>
                    <a:pt x="48313" y="165366"/>
                    <a:pt x="56610" y="140760"/>
                  </a:cubicBezTo>
                  <a:cubicBezTo>
                    <a:pt x="70138" y="100624"/>
                    <a:pt x="87036" y="61854"/>
                    <a:pt x="119584" y="32347"/>
                  </a:cubicBezTo>
                  <a:cubicBezTo>
                    <a:pt x="125971" y="26572"/>
                    <a:pt x="130826" y="19078"/>
                    <a:pt x="130637" y="9627"/>
                  </a:cubicBezTo>
                  <a:cubicBezTo>
                    <a:pt x="130496" y="1849"/>
                    <a:pt x="123402" y="-2487"/>
                    <a:pt x="116779" y="1519"/>
                  </a:cubicBezTo>
                  <a:cubicBezTo>
                    <a:pt x="113456" y="3523"/>
                    <a:pt x="110157" y="6162"/>
                    <a:pt x="107918" y="9273"/>
                  </a:cubicBezTo>
                  <a:cubicBezTo>
                    <a:pt x="101295" y="18488"/>
                    <a:pt x="95426" y="28246"/>
                    <a:pt x="88851" y="37484"/>
                  </a:cubicBezTo>
                  <a:cubicBezTo>
                    <a:pt x="84444" y="43683"/>
                    <a:pt x="80013" y="50141"/>
                    <a:pt x="74309" y="54972"/>
                  </a:cubicBezTo>
                  <a:cubicBezTo>
                    <a:pt x="71599" y="57282"/>
                    <a:pt x="64623" y="57989"/>
                    <a:pt x="61842" y="56103"/>
                  </a:cubicBezTo>
                  <a:cubicBezTo>
                    <a:pt x="53993" y="50824"/>
                    <a:pt x="46829" y="52002"/>
                    <a:pt x="40701" y="57093"/>
                  </a:cubicBezTo>
                  <a:cubicBezTo>
                    <a:pt x="31816" y="64447"/>
                    <a:pt x="22695" y="72177"/>
                    <a:pt x="16096" y="81463"/>
                  </a:cubicBezTo>
                  <a:cubicBezTo>
                    <a:pt x="9214" y="91102"/>
                    <a:pt x="4477" y="102533"/>
                    <a:pt x="352" y="113728"/>
                  </a:cubicBezTo>
                  <a:cubicBezTo>
                    <a:pt x="-1062" y="117593"/>
                    <a:pt x="2167" y="123155"/>
                    <a:pt x="3275" y="127939"/>
                  </a:cubicBezTo>
                  <a:cubicBezTo>
                    <a:pt x="7093" y="125441"/>
                    <a:pt x="12207" y="123744"/>
                    <a:pt x="14611" y="12023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35" name="Google Shape;2835;p56"/>
            <p:cNvSpPr/>
            <p:nvPr/>
          </p:nvSpPr>
          <p:spPr>
            <a:xfrm>
              <a:off x="395541" y="3043174"/>
              <a:ext cx="61705" cy="337316"/>
            </a:xfrm>
            <a:custGeom>
              <a:rect b="b" l="l" r="r" t="t"/>
              <a:pathLst>
                <a:path extrusionOk="0" h="337316" w="61705">
                  <a:moveTo>
                    <a:pt x="11044" y="214848"/>
                  </a:moveTo>
                  <a:cubicBezTo>
                    <a:pt x="17784" y="221824"/>
                    <a:pt x="18491" y="230733"/>
                    <a:pt x="20047" y="239359"/>
                  </a:cubicBezTo>
                  <a:cubicBezTo>
                    <a:pt x="25326" y="268725"/>
                    <a:pt x="30275" y="298138"/>
                    <a:pt x="35719" y="327481"/>
                  </a:cubicBezTo>
                  <a:cubicBezTo>
                    <a:pt x="37251" y="335800"/>
                    <a:pt x="52217" y="340443"/>
                    <a:pt x="58722" y="334905"/>
                  </a:cubicBezTo>
                  <a:cubicBezTo>
                    <a:pt x="60254" y="333609"/>
                    <a:pt x="61597" y="331205"/>
                    <a:pt x="61668" y="329296"/>
                  </a:cubicBezTo>
                  <a:cubicBezTo>
                    <a:pt x="61786" y="325430"/>
                    <a:pt x="61692" y="321259"/>
                    <a:pt x="60419" y="317676"/>
                  </a:cubicBezTo>
                  <a:cubicBezTo>
                    <a:pt x="47032" y="280698"/>
                    <a:pt x="36945" y="242847"/>
                    <a:pt x="31336" y="203960"/>
                  </a:cubicBezTo>
                  <a:cubicBezTo>
                    <a:pt x="27282" y="175866"/>
                    <a:pt x="24218" y="147608"/>
                    <a:pt x="21767" y="119350"/>
                  </a:cubicBezTo>
                  <a:cubicBezTo>
                    <a:pt x="19080" y="88569"/>
                    <a:pt x="17902" y="57671"/>
                    <a:pt x="15357" y="26868"/>
                  </a:cubicBezTo>
                  <a:cubicBezTo>
                    <a:pt x="14602" y="17818"/>
                    <a:pt x="11491" y="8956"/>
                    <a:pt x="9464" y="0"/>
                  </a:cubicBezTo>
                  <a:cubicBezTo>
                    <a:pt x="7933" y="71"/>
                    <a:pt x="6424" y="141"/>
                    <a:pt x="4892" y="189"/>
                  </a:cubicBezTo>
                  <a:cubicBezTo>
                    <a:pt x="3549" y="9993"/>
                    <a:pt x="1381" y="19750"/>
                    <a:pt x="956" y="29602"/>
                  </a:cubicBezTo>
                  <a:cubicBezTo>
                    <a:pt x="-1542" y="88546"/>
                    <a:pt x="838" y="147302"/>
                    <a:pt x="8286" y="205845"/>
                  </a:cubicBezTo>
                  <a:cubicBezTo>
                    <a:pt x="8663" y="208956"/>
                    <a:pt x="9087" y="212821"/>
                    <a:pt x="11044" y="21484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36" name="Google Shape;2836;p56"/>
            <p:cNvSpPr/>
            <p:nvPr/>
          </p:nvSpPr>
          <p:spPr>
            <a:xfrm>
              <a:off x="946077" y="3590547"/>
              <a:ext cx="147414" cy="163626"/>
            </a:xfrm>
            <a:custGeom>
              <a:rect b="b" l="l" r="r" t="t"/>
              <a:pathLst>
                <a:path extrusionOk="0" h="163626" w="147414">
                  <a:moveTo>
                    <a:pt x="6230" y="163516"/>
                  </a:moveTo>
                  <a:cubicBezTo>
                    <a:pt x="9836" y="163022"/>
                    <a:pt x="13489" y="161890"/>
                    <a:pt x="16788" y="160335"/>
                  </a:cubicBezTo>
                  <a:cubicBezTo>
                    <a:pt x="25697" y="156116"/>
                    <a:pt x="34252" y="151190"/>
                    <a:pt x="43255" y="147184"/>
                  </a:cubicBezTo>
                  <a:cubicBezTo>
                    <a:pt x="49265" y="144520"/>
                    <a:pt x="52565" y="146712"/>
                    <a:pt x="53908" y="153005"/>
                  </a:cubicBezTo>
                  <a:cubicBezTo>
                    <a:pt x="55817" y="161937"/>
                    <a:pt x="58386" y="163069"/>
                    <a:pt x="66494" y="158426"/>
                  </a:cubicBezTo>
                  <a:cubicBezTo>
                    <a:pt x="68850" y="157082"/>
                    <a:pt x="71184" y="155621"/>
                    <a:pt x="73211" y="153830"/>
                  </a:cubicBezTo>
                  <a:cubicBezTo>
                    <a:pt x="105334" y="125902"/>
                    <a:pt x="130670" y="93377"/>
                    <a:pt x="141983" y="51473"/>
                  </a:cubicBezTo>
                  <a:cubicBezTo>
                    <a:pt x="146484" y="34763"/>
                    <a:pt x="149784" y="17935"/>
                    <a:pt x="145235" y="707"/>
                  </a:cubicBezTo>
                  <a:cubicBezTo>
                    <a:pt x="144504" y="471"/>
                    <a:pt x="143774" y="236"/>
                    <a:pt x="143067" y="0"/>
                  </a:cubicBezTo>
                  <a:cubicBezTo>
                    <a:pt x="141040" y="4902"/>
                    <a:pt x="138895" y="9781"/>
                    <a:pt x="136963" y="14754"/>
                  </a:cubicBezTo>
                  <a:cubicBezTo>
                    <a:pt x="131801" y="28046"/>
                    <a:pt x="127488" y="41763"/>
                    <a:pt x="121361" y="54608"/>
                  </a:cubicBezTo>
                  <a:cubicBezTo>
                    <a:pt x="115539" y="66816"/>
                    <a:pt x="107549" y="69338"/>
                    <a:pt x="94304" y="66227"/>
                  </a:cubicBezTo>
                  <a:cubicBezTo>
                    <a:pt x="89543" y="65119"/>
                    <a:pt x="84618" y="64294"/>
                    <a:pt x="79739" y="64082"/>
                  </a:cubicBezTo>
                  <a:cubicBezTo>
                    <a:pt x="73046" y="63799"/>
                    <a:pt x="70005" y="67594"/>
                    <a:pt x="68238" y="74098"/>
                  </a:cubicBezTo>
                  <a:cubicBezTo>
                    <a:pt x="66140" y="81805"/>
                    <a:pt x="64113" y="90549"/>
                    <a:pt x="59070" y="96182"/>
                  </a:cubicBezTo>
                  <a:cubicBezTo>
                    <a:pt x="45471" y="111431"/>
                    <a:pt x="30222" y="125194"/>
                    <a:pt x="15822" y="139760"/>
                  </a:cubicBezTo>
                  <a:cubicBezTo>
                    <a:pt x="10637" y="144992"/>
                    <a:pt x="5523" y="150460"/>
                    <a:pt x="1375" y="156493"/>
                  </a:cubicBezTo>
                  <a:cubicBezTo>
                    <a:pt x="-1736" y="161065"/>
                    <a:pt x="667" y="164271"/>
                    <a:pt x="6230" y="163516"/>
                  </a:cubicBezTo>
                  <a:close/>
                  <a:moveTo>
                    <a:pt x="69935" y="124440"/>
                  </a:moveTo>
                  <a:cubicBezTo>
                    <a:pt x="77688" y="107730"/>
                    <a:pt x="92112" y="97337"/>
                    <a:pt x="106654" y="87250"/>
                  </a:cubicBezTo>
                  <a:cubicBezTo>
                    <a:pt x="107220" y="87721"/>
                    <a:pt x="107809" y="88192"/>
                    <a:pt x="108374" y="88664"/>
                  </a:cubicBezTo>
                  <a:cubicBezTo>
                    <a:pt x="95907" y="105963"/>
                    <a:pt x="83439" y="123238"/>
                    <a:pt x="70972" y="140537"/>
                  </a:cubicBezTo>
                  <a:cubicBezTo>
                    <a:pt x="69982" y="140207"/>
                    <a:pt x="68992" y="139901"/>
                    <a:pt x="68002" y="139571"/>
                  </a:cubicBezTo>
                  <a:cubicBezTo>
                    <a:pt x="68568" y="134504"/>
                    <a:pt x="67884" y="128848"/>
                    <a:pt x="69935" y="12444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37" name="Google Shape;2837;p56"/>
            <p:cNvSpPr/>
            <p:nvPr/>
          </p:nvSpPr>
          <p:spPr>
            <a:xfrm>
              <a:off x="910894" y="3764127"/>
              <a:ext cx="266277" cy="168717"/>
            </a:xfrm>
            <a:custGeom>
              <a:rect b="b" l="l" r="r" t="t"/>
              <a:pathLst>
                <a:path extrusionOk="0" h="168717" w="266277">
                  <a:moveTo>
                    <a:pt x="181950" y="80651"/>
                  </a:moveTo>
                  <a:cubicBezTo>
                    <a:pt x="188950" y="76668"/>
                    <a:pt x="197458" y="74994"/>
                    <a:pt x="203774" y="70257"/>
                  </a:cubicBezTo>
                  <a:cubicBezTo>
                    <a:pt x="224279" y="54867"/>
                    <a:pt x="241295" y="35824"/>
                    <a:pt x="256803" y="15484"/>
                  </a:cubicBezTo>
                  <a:cubicBezTo>
                    <a:pt x="260008" y="11289"/>
                    <a:pt x="262365" y="6458"/>
                    <a:pt x="266277" y="0"/>
                  </a:cubicBezTo>
                  <a:cubicBezTo>
                    <a:pt x="260927" y="448"/>
                    <a:pt x="258146" y="212"/>
                    <a:pt x="255648" y="966"/>
                  </a:cubicBezTo>
                  <a:cubicBezTo>
                    <a:pt x="238325" y="6269"/>
                    <a:pt x="221780" y="13316"/>
                    <a:pt x="207050" y="24016"/>
                  </a:cubicBezTo>
                  <a:cubicBezTo>
                    <a:pt x="203704" y="26444"/>
                    <a:pt x="200875" y="29649"/>
                    <a:pt x="198118" y="32760"/>
                  </a:cubicBezTo>
                  <a:cubicBezTo>
                    <a:pt x="194913" y="36413"/>
                    <a:pt x="192579" y="40985"/>
                    <a:pt x="188926" y="44073"/>
                  </a:cubicBezTo>
                  <a:cubicBezTo>
                    <a:pt x="155695" y="72048"/>
                    <a:pt x="119023" y="94956"/>
                    <a:pt x="81455" y="116498"/>
                  </a:cubicBezTo>
                  <a:cubicBezTo>
                    <a:pt x="73560" y="121023"/>
                    <a:pt x="65405" y="126043"/>
                    <a:pt x="56732" y="128023"/>
                  </a:cubicBezTo>
                  <a:cubicBezTo>
                    <a:pt x="37147" y="132454"/>
                    <a:pt x="21521" y="143083"/>
                    <a:pt x="6767" y="155715"/>
                  </a:cubicBezTo>
                  <a:cubicBezTo>
                    <a:pt x="4740" y="157459"/>
                    <a:pt x="2996" y="159675"/>
                    <a:pt x="1511" y="161914"/>
                  </a:cubicBezTo>
                  <a:cubicBezTo>
                    <a:pt x="-1482" y="166486"/>
                    <a:pt x="50" y="168937"/>
                    <a:pt x="5400" y="168702"/>
                  </a:cubicBezTo>
                  <a:cubicBezTo>
                    <a:pt x="15134" y="168277"/>
                    <a:pt x="22864" y="163870"/>
                    <a:pt x="28615" y="156069"/>
                  </a:cubicBezTo>
                  <a:cubicBezTo>
                    <a:pt x="32645" y="150601"/>
                    <a:pt x="37618" y="145652"/>
                    <a:pt x="44641" y="147820"/>
                  </a:cubicBezTo>
                  <a:cubicBezTo>
                    <a:pt x="52089" y="150130"/>
                    <a:pt x="58405" y="147914"/>
                    <a:pt x="64557" y="145204"/>
                  </a:cubicBezTo>
                  <a:cubicBezTo>
                    <a:pt x="76506" y="139925"/>
                    <a:pt x="88408" y="134386"/>
                    <a:pt x="99768" y="127976"/>
                  </a:cubicBezTo>
                  <a:cubicBezTo>
                    <a:pt x="127319" y="112515"/>
                    <a:pt x="154470" y="96300"/>
                    <a:pt x="181950" y="8065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38" name="Google Shape;2838;p56"/>
            <p:cNvSpPr/>
            <p:nvPr/>
          </p:nvSpPr>
          <p:spPr>
            <a:xfrm>
              <a:off x="537211" y="2345150"/>
              <a:ext cx="282335" cy="124380"/>
            </a:xfrm>
            <a:custGeom>
              <a:rect b="b" l="l" r="r" t="t"/>
              <a:pathLst>
                <a:path extrusionOk="0" h="124380" w="282335">
                  <a:moveTo>
                    <a:pt x="40950" y="87206"/>
                  </a:moveTo>
                  <a:cubicBezTo>
                    <a:pt x="60794" y="84614"/>
                    <a:pt x="80356" y="80536"/>
                    <a:pt x="98668" y="72122"/>
                  </a:cubicBezTo>
                  <a:cubicBezTo>
                    <a:pt x="109486" y="67150"/>
                    <a:pt x="122072" y="61776"/>
                    <a:pt x="124263" y="49238"/>
                  </a:cubicBezTo>
                  <a:cubicBezTo>
                    <a:pt x="126880" y="34272"/>
                    <a:pt x="136330" y="28498"/>
                    <a:pt x="148327" y="24373"/>
                  </a:cubicBezTo>
                  <a:cubicBezTo>
                    <a:pt x="178965" y="13791"/>
                    <a:pt x="210523" y="11529"/>
                    <a:pt x="242600" y="15299"/>
                  </a:cubicBezTo>
                  <a:cubicBezTo>
                    <a:pt x="252875" y="16501"/>
                    <a:pt x="263151" y="18033"/>
                    <a:pt x="273474" y="18623"/>
                  </a:cubicBezTo>
                  <a:cubicBezTo>
                    <a:pt x="276349" y="18788"/>
                    <a:pt x="279390" y="16148"/>
                    <a:pt x="282336" y="14804"/>
                  </a:cubicBezTo>
                  <a:cubicBezTo>
                    <a:pt x="280639" y="11693"/>
                    <a:pt x="279696" y="7522"/>
                    <a:pt x="277080" y="5754"/>
                  </a:cubicBezTo>
                  <a:cubicBezTo>
                    <a:pt x="273356" y="3232"/>
                    <a:pt x="268501" y="1276"/>
                    <a:pt x="264047" y="1135"/>
                  </a:cubicBezTo>
                  <a:cubicBezTo>
                    <a:pt x="243613" y="428"/>
                    <a:pt x="223085" y="-586"/>
                    <a:pt x="202699" y="428"/>
                  </a:cubicBezTo>
                  <a:cubicBezTo>
                    <a:pt x="180026" y="1536"/>
                    <a:pt x="157495" y="5047"/>
                    <a:pt x="134846" y="6862"/>
                  </a:cubicBezTo>
                  <a:cubicBezTo>
                    <a:pt x="116745" y="8300"/>
                    <a:pt x="116910" y="7923"/>
                    <a:pt x="111678" y="25269"/>
                  </a:cubicBezTo>
                  <a:cubicBezTo>
                    <a:pt x="108921" y="34437"/>
                    <a:pt x="105833" y="43581"/>
                    <a:pt x="101897" y="52302"/>
                  </a:cubicBezTo>
                  <a:cubicBezTo>
                    <a:pt x="99069" y="58547"/>
                    <a:pt x="94143" y="62459"/>
                    <a:pt x="86342" y="58359"/>
                  </a:cubicBezTo>
                  <a:cubicBezTo>
                    <a:pt x="83891" y="57062"/>
                    <a:pt x="80568" y="57416"/>
                    <a:pt x="77669" y="57015"/>
                  </a:cubicBezTo>
                  <a:cubicBezTo>
                    <a:pt x="46748" y="62766"/>
                    <a:pt x="20492" y="75540"/>
                    <a:pt x="4584" y="104222"/>
                  </a:cubicBezTo>
                  <a:cubicBezTo>
                    <a:pt x="2463" y="108040"/>
                    <a:pt x="931" y="112353"/>
                    <a:pt x="82" y="116619"/>
                  </a:cubicBezTo>
                  <a:cubicBezTo>
                    <a:pt x="-365" y="118882"/>
                    <a:pt x="1119" y="123619"/>
                    <a:pt x="1968" y="123690"/>
                  </a:cubicBezTo>
                  <a:cubicBezTo>
                    <a:pt x="8567" y="124161"/>
                    <a:pt x="15708" y="125198"/>
                    <a:pt x="21718" y="123195"/>
                  </a:cubicBezTo>
                  <a:cubicBezTo>
                    <a:pt x="27233" y="121357"/>
                    <a:pt x="27657" y="115158"/>
                    <a:pt x="25890" y="109148"/>
                  </a:cubicBezTo>
                  <a:cubicBezTo>
                    <a:pt x="21742" y="94960"/>
                    <a:pt x="26172" y="89139"/>
                    <a:pt x="40950" y="8720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39" name="Google Shape;2839;p56"/>
            <p:cNvSpPr/>
            <p:nvPr/>
          </p:nvSpPr>
          <p:spPr>
            <a:xfrm>
              <a:off x="313772" y="2934986"/>
              <a:ext cx="76125" cy="241349"/>
            </a:xfrm>
            <a:custGeom>
              <a:rect b="b" l="l" r="r" t="t"/>
              <a:pathLst>
                <a:path extrusionOk="0" h="241349" w="76125">
                  <a:moveTo>
                    <a:pt x="73745" y="94778"/>
                  </a:moveTo>
                  <a:cubicBezTo>
                    <a:pt x="66038" y="97182"/>
                    <a:pt x="58379" y="99775"/>
                    <a:pt x="50577" y="101919"/>
                  </a:cubicBezTo>
                  <a:cubicBezTo>
                    <a:pt x="44073" y="103711"/>
                    <a:pt x="41150" y="101425"/>
                    <a:pt x="40962" y="94755"/>
                  </a:cubicBezTo>
                  <a:cubicBezTo>
                    <a:pt x="40891" y="92327"/>
                    <a:pt x="41103" y="89758"/>
                    <a:pt x="41763" y="87425"/>
                  </a:cubicBezTo>
                  <a:cubicBezTo>
                    <a:pt x="47514" y="66779"/>
                    <a:pt x="53382" y="46181"/>
                    <a:pt x="59203" y="25535"/>
                  </a:cubicBezTo>
                  <a:cubicBezTo>
                    <a:pt x="60476" y="21033"/>
                    <a:pt x="62173" y="16555"/>
                    <a:pt x="62715" y="11960"/>
                  </a:cubicBezTo>
                  <a:cubicBezTo>
                    <a:pt x="63540" y="4983"/>
                    <a:pt x="59533" y="199"/>
                    <a:pt x="53641" y="10"/>
                  </a:cubicBezTo>
                  <a:cubicBezTo>
                    <a:pt x="45722" y="-249"/>
                    <a:pt x="40655" y="4347"/>
                    <a:pt x="40938" y="11724"/>
                  </a:cubicBezTo>
                  <a:cubicBezTo>
                    <a:pt x="41127" y="16414"/>
                    <a:pt x="42022" y="21104"/>
                    <a:pt x="41857" y="25747"/>
                  </a:cubicBezTo>
                  <a:cubicBezTo>
                    <a:pt x="41197" y="44177"/>
                    <a:pt x="33726" y="52026"/>
                    <a:pt x="15531" y="53935"/>
                  </a:cubicBezTo>
                  <a:cubicBezTo>
                    <a:pt x="10535" y="54453"/>
                    <a:pt x="5562" y="55089"/>
                    <a:pt x="589" y="55655"/>
                  </a:cubicBezTo>
                  <a:cubicBezTo>
                    <a:pt x="401" y="56315"/>
                    <a:pt x="189" y="56975"/>
                    <a:pt x="0" y="57635"/>
                  </a:cubicBezTo>
                  <a:cubicBezTo>
                    <a:pt x="2522" y="59732"/>
                    <a:pt x="5350" y="61547"/>
                    <a:pt x="7495" y="63975"/>
                  </a:cubicBezTo>
                  <a:cubicBezTo>
                    <a:pt x="12774" y="69985"/>
                    <a:pt x="19420" y="75570"/>
                    <a:pt x="22437" y="82664"/>
                  </a:cubicBezTo>
                  <a:cubicBezTo>
                    <a:pt x="26609" y="92492"/>
                    <a:pt x="29083" y="103381"/>
                    <a:pt x="30332" y="114057"/>
                  </a:cubicBezTo>
                  <a:cubicBezTo>
                    <a:pt x="33019" y="137130"/>
                    <a:pt x="34127" y="160369"/>
                    <a:pt x="36554" y="183466"/>
                  </a:cubicBezTo>
                  <a:cubicBezTo>
                    <a:pt x="38487" y="201731"/>
                    <a:pt x="42564" y="219549"/>
                    <a:pt x="53029" y="235174"/>
                  </a:cubicBezTo>
                  <a:cubicBezTo>
                    <a:pt x="54537" y="237413"/>
                    <a:pt x="56587" y="239299"/>
                    <a:pt x="58402" y="241349"/>
                  </a:cubicBezTo>
                  <a:cubicBezTo>
                    <a:pt x="59109" y="241114"/>
                    <a:pt x="59793" y="240878"/>
                    <a:pt x="60500" y="240619"/>
                  </a:cubicBezTo>
                  <a:cubicBezTo>
                    <a:pt x="60500" y="236306"/>
                    <a:pt x="60877" y="231946"/>
                    <a:pt x="60429" y="227680"/>
                  </a:cubicBezTo>
                  <a:cubicBezTo>
                    <a:pt x="59038" y="214175"/>
                    <a:pt x="56799" y="200718"/>
                    <a:pt x="55904" y="187189"/>
                  </a:cubicBezTo>
                  <a:cubicBezTo>
                    <a:pt x="54042" y="159544"/>
                    <a:pt x="58143" y="132982"/>
                    <a:pt x="72284" y="108519"/>
                  </a:cubicBezTo>
                  <a:cubicBezTo>
                    <a:pt x="74334" y="104960"/>
                    <a:pt x="74876" y="100529"/>
                    <a:pt x="76125" y="96499"/>
                  </a:cubicBezTo>
                  <a:cubicBezTo>
                    <a:pt x="75301" y="95957"/>
                    <a:pt x="74523" y="95368"/>
                    <a:pt x="73745" y="947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40" name="Google Shape;2840;p56"/>
            <p:cNvSpPr/>
            <p:nvPr/>
          </p:nvSpPr>
          <p:spPr>
            <a:xfrm>
              <a:off x="609188" y="3002390"/>
              <a:ext cx="50132" cy="228685"/>
            </a:xfrm>
            <a:custGeom>
              <a:rect b="b" l="l" r="r" t="t"/>
              <a:pathLst>
                <a:path extrusionOk="0" h="228685" w="50132">
                  <a:moveTo>
                    <a:pt x="23251" y="28104"/>
                  </a:moveTo>
                  <a:cubicBezTo>
                    <a:pt x="23062" y="20798"/>
                    <a:pt x="21483" y="13374"/>
                    <a:pt x="19409" y="6351"/>
                  </a:cubicBezTo>
                  <a:cubicBezTo>
                    <a:pt x="17170" y="-1285"/>
                    <a:pt x="11349" y="-2251"/>
                    <a:pt x="7437" y="4631"/>
                  </a:cubicBezTo>
                  <a:cubicBezTo>
                    <a:pt x="4137" y="10405"/>
                    <a:pt x="1497" y="17452"/>
                    <a:pt x="1356" y="23980"/>
                  </a:cubicBezTo>
                  <a:cubicBezTo>
                    <a:pt x="413" y="61854"/>
                    <a:pt x="-459" y="99776"/>
                    <a:pt x="272" y="137650"/>
                  </a:cubicBezTo>
                  <a:cubicBezTo>
                    <a:pt x="625" y="155279"/>
                    <a:pt x="4349" y="172884"/>
                    <a:pt x="7272" y="190372"/>
                  </a:cubicBezTo>
                  <a:cubicBezTo>
                    <a:pt x="7884" y="193978"/>
                    <a:pt x="11019" y="197937"/>
                    <a:pt x="14083" y="200200"/>
                  </a:cubicBezTo>
                  <a:cubicBezTo>
                    <a:pt x="21365" y="205550"/>
                    <a:pt x="22732" y="207977"/>
                    <a:pt x="19621" y="216768"/>
                  </a:cubicBezTo>
                  <a:cubicBezTo>
                    <a:pt x="17500" y="222802"/>
                    <a:pt x="19621" y="227044"/>
                    <a:pt x="25419" y="227963"/>
                  </a:cubicBezTo>
                  <a:cubicBezTo>
                    <a:pt x="31900" y="228977"/>
                    <a:pt x="38664" y="228765"/>
                    <a:pt x="45240" y="228293"/>
                  </a:cubicBezTo>
                  <a:cubicBezTo>
                    <a:pt x="49341" y="227987"/>
                    <a:pt x="51273" y="224923"/>
                    <a:pt x="49435" y="220775"/>
                  </a:cubicBezTo>
                  <a:cubicBezTo>
                    <a:pt x="47620" y="216721"/>
                    <a:pt x="45735" y="212667"/>
                    <a:pt x="43425" y="208920"/>
                  </a:cubicBezTo>
                  <a:cubicBezTo>
                    <a:pt x="35483" y="196028"/>
                    <a:pt x="28954" y="182641"/>
                    <a:pt x="26338" y="167487"/>
                  </a:cubicBezTo>
                  <a:cubicBezTo>
                    <a:pt x="21742" y="140973"/>
                    <a:pt x="21248" y="114317"/>
                    <a:pt x="23439" y="85917"/>
                  </a:cubicBezTo>
                  <a:cubicBezTo>
                    <a:pt x="23439" y="67723"/>
                    <a:pt x="23769" y="47902"/>
                    <a:pt x="23251" y="2810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41" name="Google Shape;2841;p56"/>
            <p:cNvSpPr/>
            <p:nvPr/>
          </p:nvSpPr>
          <p:spPr>
            <a:xfrm>
              <a:off x="357150" y="3447786"/>
              <a:ext cx="154218" cy="225815"/>
            </a:xfrm>
            <a:custGeom>
              <a:rect b="b" l="l" r="r" t="t"/>
              <a:pathLst>
                <a:path extrusionOk="0" h="225815" w="154218">
                  <a:moveTo>
                    <a:pt x="139111" y="216223"/>
                  </a:moveTo>
                  <a:cubicBezTo>
                    <a:pt x="142363" y="220159"/>
                    <a:pt x="147384" y="222657"/>
                    <a:pt x="151579" y="225815"/>
                  </a:cubicBezTo>
                  <a:cubicBezTo>
                    <a:pt x="152451" y="225108"/>
                    <a:pt x="153346" y="224401"/>
                    <a:pt x="154218" y="223694"/>
                  </a:cubicBezTo>
                  <a:cubicBezTo>
                    <a:pt x="153111" y="220607"/>
                    <a:pt x="152333" y="217354"/>
                    <a:pt x="150824" y="214456"/>
                  </a:cubicBezTo>
                  <a:cubicBezTo>
                    <a:pt x="132724" y="179622"/>
                    <a:pt x="110570" y="147427"/>
                    <a:pt x="84857" y="117873"/>
                  </a:cubicBezTo>
                  <a:cubicBezTo>
                    <a:pt x="74298" y="105759"/>
                    <a:pt x="65767" y="92749"/>
                    <a:pt x="58602" y="78585"/>
                  </a:cubicBezTo>
                  <a:cubicBezTo>
                    <a:pt x="53935" y="69322"/>
                    <a:pt x="49976" y="59659"/>
                    <a:pt x="44791" y="50703"/>
                  </a:cubicBezTo>
                  <a:cubicBezTo>
                    <a:pt x="35882" y="35360"/>
                    <a:pt x="26431" y="20324"/>
                    <a:pt x="16745" y="5452"/>
                  </a:cubicBezTo>
                  <a:cubicBezTo>
                    <a:pt x="14011" y="1281"/>
                    <a:pt x="9415" y="-1830"/>
                    <a:pt x="3947" y="1234"/>
                  </a:cubicBezTo>
                  <a:cubicBezTo>
                    <a:pt x="-1379" y="4227"/>
                    <a:pt x="-342" y="9553"/>
                    <a:pt x="1449" y="13772"/>
                  </a:cubicBezTo>
                  <a:cubicBezTo>
                    <a:pt x="5998" y="24401"/>
                    <a:pt x="10051" y="35525"/>
                    <a:pt x="16438" y="45023"/>
                  </a:cubicBezTo>
                  <a:cubicBezTo>
                    <a:pt x="44296" y="86480"/>
                    <a:pt x="72601" y="127630"/>
                    <a:pt x="101402" y="168450"/>
                  </a:cubicBezTo>
                  <a:cubicBezTo>
                    <a:pt x="113092" y="185042"/>
                    <a:pt x="126196" y="200597"/>
                    <a:pt x="139111" y="216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42" name="Google Shape;2842;p56"/>
            <p:cNvSpPr/>
            <p:nvPr/>
          </p:nvSpPr>
          <p:spPr>
            <a:xfrm>
              <a:off x="478628" y="3355901"/>
              <a:ext cx="122887" cy="213703"/>
            </a:xfrm>
            <a:custGeom>
              <a:rect b="b" l="l" r="r" t="t"/>
              <a:pathLst>
                <a:path extrusionOk="0" h="213703" w="122887">
                  <a:moveTo>
                    <a:pt x="115489" y="197950"/>
                  </a:moveTo>
                  <a:cubicBezTo>
                    <a:pt x="107664" y="188405"/>
                    <a:pt x="97931" y="180085"/>
                    <a:pt x="91709" y="169644"/>
                  </a:cubicBezTo>
                  <a:cubicBezTo>
                    <a:pt x="77308" y="145534"/>
                    <a:pt x="63969" y="120740"/>
                    <a:pt x="51218" y="95711"/>
                  </a:cubicBezTo>
                  <a:cubicBezTo>
                    <a:pt x="37455" y="68701"/>
                    <a:pt x="24916" y="41056"/>
                    <a:pt x="11577" y="13811"/>
                  </a:cubicBezTo>
                  <a:cubicBezTo>
                    <a:pt x="9385" y="9333"/>
                    <a:pt x="5802" y="5539"/>
                    <a:pt x="1819" y="0"/>
                  </a:cubicBezTo>
                  <a:cubicBezTo>
                    <a:pt x="688" y="3606"/>
                    <a:pt x="-66" y="4808"/>
                    <a:pt x="5" y="5916"/>
                  </a:cubicBezTo>
                  <a:cubicBezTo>
                    <a:pt x="971" y="19609"/>
                    <a:pt x="3304" y="33019"/>
                    <a:pt x="11765" y="44285"/>
                  </a:cubicBezTo>
                  <a:cubicBezTo>
                    <a:pt x="17940" y="52487"/>
                    <a:pt x="20815" y="61537"/>
                    <a:pt x="22135" y="71553"/>
                  </a:cubicBezTo>
                  <a:cubicBezTo>
                    <a:pt x="23149" y="79331"/>
                    <a:pt x="24351" y="87320"/>
                    <a:pt x="27155" y="94579"/>
                  </a:cubicBezTo>
                  <a:cubicBezTo>
                    <a:pt x="38209" y="123333"/>
                    <a:pt x="53198" y="150083"/>
                    <a:pt x="72171" y="174264"/>
                  </a:cubicBezTo>
                  <a:cubicBezTo>
                    <a:pt x="82022" y="186826"/>
                    <a:pt x="93830" y="197879"/>
                    <a:pt x="105308" y="209050"/>
                  </a:cubicBezTo>
                  <a:cubicBezTo>
                    <a:pt x="109644" y="213269"/>
                    <a:pt x="117139" y="215956"/>
                    <a:pt x="121381" y="211124"/>
                  </a:cubicBezTo>
                  <a:cubicBezTo>
                    <a:pt x="126048" y="205798"/>
                    <a:pt x="118671" y="201815"/>
                    <a:pt x="115489" y="1979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43" name="Google Shape;2843;p56"/>
            <p:cNvSpPr/>
            <p:nvPr/>
          </p:nvSpPr>
          <p:spPr>
            <a:xfrm>
              <a:off x="460579" y="3776288"/>
              <a:ext cx="175526" cy="116078"/>
            </a:xfrm>
            <a:custGeom>
              <a:rect b="b" l="l" r="r" t="t"/>
              <a:pathLst>
                <a:path extrusionOk="0" h="116078" w="175526">
                  <a:moveTo>
                    <a:pt x="169833" y="99199"/>
                  </a:moveTo>
                  <a:cubicBezTo>
                    <a:pt x="160735" y="93307"/>
                    <a:pt x="151685" y="87203"/>
                    <a:pt x="142046" y="82300"/>
                  </a:cubicBezTo>
                  <a:cubicBezTo>
                    <a:pt x="118925" y="70563"/>
                    <a:pt x="95711" y="59227"/>
                    <a:pt x="74735" y="43530"/>
                  </a:cubicBezTo>
                  <a:cubicBezTo>
                    <a:pt x="57389" y="30544"/>
                    <a:pt x="38817" y="19184"/>
                    <a:pt x="20434" y="7660"/>
                  </a:cubicBezTo>
                  <a:cubicBezTo>
                    <a:pt x="14824" y="4148"/>
                    <a:pt x="8060" y="2498"/>
                    <a:pt x="1815" y="0"/>
                  </a:cubicBezTo>
                  <a:cubicBezTo>
                    <a:pt x="1202" y="660"/>
                    <a:pt x="589" y="1343"/>
                    <a:pt x="0" y="2003"/>
                  </a:cubicBezTo>
                  <a:cubicBezTo>
                    <a:pt x="1626" y="5303"/>
                    <a:pt x="2757" y="8979"/>
                    <a:pt x="4926" y="11878"/>
                  </a:cubicBezTo>
                  <a:cubicBezTo>
                    <a:pt x="19844" y="31817"/>
                    <a:pt x="39218" y="46783"/>
                    <a:pt x="60311" y="59463"/>
                  </a:cubicBezTo>
                  <a:cubicBezTo>
                    <a:pt x="69550" y="65025"/>
                    <a:pt x="79991" y="68536"/>
                    <a:pt x="89654" y="73462"/>
                  </a:cubicBezTo>
                  <a:cubicBezTo>
                    <a:pt x="100943" y="79213"/>
                    <a:pt x="102993" y="84162"/>
                    <a:pt x="98727" y="97643"/>
                  </a:cubicBezTo>
                  <a:cubicBezTo>
                    <a:pt x="104266" y="96818"/>
                    <a:pt x="108485" y="96653"/>
                    <a:pt x="112444" y="95522"/>
                  </a:cubicBezTo>
                  <a:cubicBezTo>
                    <a:pt x="125171" y="91845"/>
                    <a:pt x="135706" y="93967"/>
                    <a:pt x="143790" y="105374"/>
                  </a:cubicBezTo>
                  <a:cubicBezTo>
                    <a:pt x="148409" y="111878"/>
                    <a:pt x="155079" y="116238"/>
                    <a:pt x="163163" y="116074"/>
                  </a:cubicBezTo>
                  <a:cubicBezTo>
                    <a:pt x="167028" y="116003"/>
                    <a:pt x="172237" y="113976"/>
                    <a:pt x="174311" y="111030"/>
                  </a:cubicBezTo>
                  <a:cubicBezTo>
                    <a:pt x="177445" y="106505"/>
                    <a:pt x="174004" y="101909"/>
                    <a:pt x="169833" y="9919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44" name="Google Shape;2844;p56"/>
            <p:cNvSpPr/>
            <p:nvPr/>
          </p:nvSpPr>
          <p:spPr>
            <a:xfrm>
              <a:off x="986991" y="3827031"/>
              <a:ext cx="170354" cy="118103"/>
            </a:xfrm>
            <a:custGeom>
              <a:rect b="b" l="l" r="r" t="t"/>
              <a:pathLst>
                <a:path extrusionOk="0" h="118103" w="170354">
                  <a:moveTo>
                    <a:pt x="170313" y="12350"/>
                  </a:moveTo>
                  <a:cubicBezTo>
                    <a:pt x="169393" y="71"/>
                    <a:pt x="162771" y="-3370"/>
                    <a:pt x="152495" y="3464"/>
                  </a:cubicBezTo>
                  <a:cubicBezTo>
                    <a:pt x="147593" y="6740"/>
                    <a:pt x="142691" y="10370"/>
                    <a:pt x="138778" y="14730"/>
                  </a:cubicBezTo>
                  <a:cubicBezTo>
                    <a:pt x="116506" y="39547"/>
                    <a:pt x="88271" y="55668"/>
                    <a:pt x="59070" y="70540"/>
                  </a:cubicBezTo>
                  <a:cubicBezTo>
                    <a:pt x="45448" y="77492"/>
                    <a:pt x="31849" y="84563"/>
                    <a:pt x="18557" y="92105"/>
                  </a:cubicBezTo>
                  <a:cubicBezTo>
                    <a:pt x="13018" y="95239"/>
                    <a:pt x="8116" y="99552"/>
                    <a:pt x="3214" y="103676"/>
                  </a:cubicBezTo>
                  <a:cubicBezTo>
                    <a:pt x="-1123" y="107330"/>
                    <a:pt x="-628" y="112680"/>
                    <a:pt x="2082" y="116356"/>
                  </a:cubicBezTo>
                  <a:cubicBezTo>
                    <a:pt x="3473" y="118242"/>
                    <a:pt x="8776" y="118477"/>
                    <a:pt x="11816" y="117652"/>
                  </a:cubicBezTo>
                  <a:cubicBezTo>
                    <a:pt x="16977" y="116262"/>
                    <a:pt x="22092" y="113952"/>
                    <a:pt x="26640" y="111101"/>
                  </a:cubicBezTo>
                  <a:cubicBezTo>
                    <a:pt x="50327" y="96300"/>
                    <a:pt x="73400" y="80485"/>
                    <a:pt x="97510" y="66439"/>
                  </a:cubicBezTo>
                  <a:cubicBezTo>
                    <a:pt x="115116" y="56210"/>
                    <a:pt x="133546" y="46971"/>
                    <a:pt x="152495" y="39594"/>
                  </a:cubicBezTo>
                  <a:cubicBezTo>
                    <a:pt x="165293" y="34622"/>
                    <a:pt x="170643" y="30639"/>
                    <a:pt x="170313" y="16804"/>
                  </a:cubicBezTo>
                  <a:cubicBezTo>
                    <a:pt x="170313" y="15319"/>
                    <a:pt x="170407" y="13811"/>
                    <a:pt x="170313" y="123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45" name="Google Shape;2845;p56"/>
            <p:cNvSpPr/>
            <p:nvPr/>
          </p:nvSpPr>
          <p:spPr>
            <a:xfrm>
              <a:off x="1126948" y="3562437"/>
              <a:ext cx="48156" cy="187816"/>
            </a:xfrm>
            <a:custGeom>
              <a:rect b="b" l="l" r="r" t="t"/>
              <a:pathLst>
                <a:path extrusionOk="0" h="187816" w="48156">
                  <a:moveTo>
                    <a:pt x="38416" y="3175"/>
                  </a:moveTo>
                  <a:cubicBezTo>
                    <a:pt x="35305" y="7865"/>
                    <a:pt x="32430" y="12814"/>
                    <a:pt x="30356" y="18023"/>
                  </a:cubicBezTo>
                  <a:cubicBezTo>
                    <a:pt x="23757" y="34544"/>
                    <a:pt x="22767" y="52103"/>
                    <a:pt x="21424" y="69614"/>
                  </a:cubicBezTo>
                  <a:cubicBezTo>
                    <a:pt x="20410" y="83001"/>
                    <a:pt x="18124" y="96529"/>
                    <a:pt x="9639" y="107229"/>
                  </a:cubicBezTo>
                  <a:cubicBezTo>
                    <a:pt x="1956" y="116915"/>
                    <a:pt x="306" y="127615"/>
                    <a:pt x="0" y="136972"/>
                  </a:cubicBezTo>
                  <a:cubicBezTo>
                    <a:pt x="283" y="142746"/>
                    <a:pt x="-141" y="146611"/>
                    <a:pt x="754" y="150123"/>
                  </a:cubicBezTo>
                  <a:cubicBezTo>
                    <a:pt x="3417" y="160587"/>
                    <a:pt x="5892" y="171193"/>
                    <a:pt x="9828" y="181209"/>
                  </a:cubicBezTo>
                  <a:cubicBezTo>
                    <a:pt x="12963" y="189175"/>
                    <a:pt x="18525" y="189670"/>
                    <a:pt x="25171" y="184132"/>
                  </a:cubicBezTo>
                  <a:cubicBezTo>
                    <a:pt x="37780" y="173597"/>
                    <a:pt x="37521" y="166503"/>
                    <a:pt x="24228" y="156769"/>
                  </a:cubicBezTo>
                  <a:cubicBezTo>
                    <a:pt x="15225" y="150170"/>
                    <a:pt x="13269" y="144490"/>
                    <a:pt x="16568" y="133625"/>
                  </a:cubicBezTo>
                  <a:cubicBezTo>
                    <a:pt x="17723" y="129854"/>
                    <a:pt x="18855" y="125989"/>
                    <a:pt x="20669" y="122548"/>
                  </a:cubicBezTo>
                  <a:cubicBezTo>
                    <a:pt x="34716" y="95845"/>
                    <a:pt x="44379" y="67752"/>
                    <a:pt x="47396" y="37655"/>
                  </a:cubicBezTo>
                  <a:cubicBezTo>
                    <a:pt x="48456" y="27120"/>
                    <a:pt x="48150" y="16444"/>
                    <a:pt x="47985" y="5838"/>
                  </a:cubicBezTo>
                  <a:cubicBezTo>
                    <a:pt x="47961" y="3788"/>
                    <a:pt x="46052" y="606"/>
                    <a:pt x="44355" y="87"/>
                  </a:cubicBezTo>
                  <a:cubicBezTo>
                    <a:pt x="42776" y="-431"/>
                    <a:pt x="39548" y="1454"/>
                    <a:pt x="38416" y="317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46" name="Google Shape;2846;p56"/>
            <p:cNvSpPr/>
            <p:nvPr/>
          </p:nvSpPr>
          <p:spPr>
            <a:xfrm>
              <a:off x="772286" y="3765846"/>
              <a:ext cx="146553" cy="39818"/>
            </a:xfrm>
            <a:custGeom>
              <a:rect b="b" l="l" r="r" t="t"/>
              <a:pathLst>
                <a:path extrusionOk="0" h="39818" w="146553">
                  <a:moveTo>
                    <a:pt x="146554" y="2688"/>
                  </a:moveTo>
                  <a:cubicBezTo>
                    <a:pt x="142689" y="1533"/>
                    <a:pt x="140756" y="543"/>
                    <a:pt x="138800" y="449"/>
                  </a:cubicBezTo>
                  <a:cubicBezTo>
                    <a:pt x="132884" y="142"/>
                    <a:pt x="126921" y="-235"/>
                    <a:pt x="121029" y="190"/>
                  </a:cubicBezTo>
                  <a:cubicBezTo>
                    <a:pt x="94209" y="2146"/>
                    <a:pt x="67364" y="4055"/>
                    <a:pt x="40615" y="6624"/>
                  </a:cubicBezTo>
                  <a:cubicBezTo>
                    <a:pt x="29632" y="7684"/>
                    <a:pt x="18672" y="9829"/>
                    <a:pt x="7925" y="12398"/>
                  </a:cubicBezTo>
                  <a:cubicBezTo>
                    <a:pt x="-653" y="14472"/>
                    <a:pt x="-1643" y="18667"/>
                    <a:pt x="1986" y="26845"/>
                  </a:cubicBezTo>
                  <a:cubicBezTo>
                    <a:pt x="7313" y="38889"/>
                    <a:pt x="17824" y="40444"/>
                    <a:pt x="28618" y="39643"/>
                  </a:cubicBezTo>
                  <a:cubicBezTo>
                    <a:pt x="67200" y="36815"/>
                    <a:pt x="103047" y="23829"/>
                    <a:pt x="138164" y="8556"/>
                  </a:cubicBezTo>
                  <a:cubicBezTo>
                    <a:pt x="140615" y="7472"/>
                    <a:pt x="142689" y="5422"/>
                    <a:pt x="146554" y="268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47" name="Google Shape;2847;p56"/>
            <p:cNvSpPr/>
            <p:nvPr/>
          </p:nvSpPr>
          <p:spPr>
            <a:xfrm>
              <a:off x="339584" y="3336599"/>
              <a:ext cx="79558" cy="92570"/>
            </a:xfrm>
            <a:custGeom>
              <a:rect b="b" l="l" r="r" t="t"/>
              <a:pathLst>
                <a:path extrusionOk="0" h="92570" w="79558">
                  <a:moveTo>
                    <a:pt x="24011" y="91539"/>
                  </a:moveTo>
                  <a:cubicBezTo>
                    <a:pt x="30611" y="89489"/>
                    <a:pt x="35159" y="84633"/>
                    <a:pt x="35324" y="77445"/>
                  </a:cubicBezTo>
                  <a:cubicBezTo>
                    <a:pt x="35395" y="74216"/>
                    <a:pt x="33109" y="71011"/>
                    <a:pt x="32166" y="67712"/>
                  </a:cubicBezTo>
                  <a:cubicBezTo>
                    <a:pt x="30351" y="61419"/>
                    <a:pt x="33038" y="56281"/>
                    <a:pt x="37681" y="52675"/>
                  </a:cubicBezTo>
                  <a:cubicBezTo>
                    <a:pt x="40274" y="50672"/>
                    <a:pt x="46189" y="48692"/>
                    <a:pt x="47273" y="49823"/>
                  </a:cubicBezTo>
                  <a:cubicBezTo>
                    <a:pt x="50361" y="53099"/>
                    <a:pt x="52128" y="57836"/>
                    <a:pt x="53637" y="62267"/>
                  </a:cubicBezTo>
                  <a:cubicBezTo>
                    <a:pt x="55216" y="66863"/>
                    <a:pt x="55169" y="72095"/>
                    <a:pt x="57101" y="76479"/>
                  </a:cubicBezTo>
                  <a:cubicBezTo>
                    <a:pt x="60354" y="83832"/>
                    <a:pt x="67330" y="86142"/>
                    <a:pt x="74471" y="82819"/>
                  </a:cubicBezTo>
                  <a:cubicBezTo>
                    <a:pt x="81117" y="79731"/>
                    <a:pt x="79868" y="73580"/>
                    <a:pt x="78360" y="68560"/>
                  </a:cubicBezTo>
                  <a:cubicBezTo>
                    <a:pt x="71148" y="44237"/>
                    <a:pt x="56512" y="23615"/>
                    <a:pt x="44445" y="0"/>
                  </a:cubicBezTo>
                  <a:cubicBezTo>
                    <a:pt x="40156" y="15131"/>
                    <a:pt x="36668" y="28635"/>
                    <a:pt x="32402" y="41904"/>
                  </a:cubicBezTo>
                  <a:cubicBezTo>
                    <a:pt x="30964" y="46359"/>
                    <a:pt x="27523" y="50153"/>
                    <a:pt x="25001" y="54254"/>
                  </a:cubicBezTo>
                  <a:cubicBezTo>
                    <a:pt x="21443" y="51143"/>
                    <a:pt x="17577" y="48315"/>
                    <a:pt x="14372" y="44850"/>
                  </a:cubicBezTo>
                  <a:cubicBezTo>
                    <a:pt x="10743" y="40938"/>
                    <a:pt x="7726" y="36460"/>
                    <a:pt x="4426" y="32218"/>
                  </a:cubicBezTo>
                  <a:cubicBezTo>
                    <a:pt x="3507" y="32548"/>
                    <a:pt x="2588" y="32854"/>
                    <a:pt x="1669" y="33184"/>
                  </a:cubicBezTo>
                  <a:cubicBezTo>
                    <a:pt x="-924" y="51426"/>
                    <a:pt x="-1513" y="69644"/>
                    <a:pt x="7537" y="86731"/>
                  </a:cubicBezTo>
                  <a:cubicBezTo>
                    <a:pt x="10931" y="93165"/>
                    <a:pt x="17837" y="93448"/>
                    <a:pt x="24011" y="9153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48" name="Google Shape;2848;p56"/>
            <p:cNvSpPr/>
            <p:nvPr/>
          </p:nvSpPr>
          <p:spPr>
            <a:xfrm>
              <a:off x="1072081" y="2529929"/>
              <a:ext cx="157417" cy="93493"/>
            </a:xfrm>
            <a:custGeom>
              <a:rect b="b" l="l" r="r" t="t"/>
              <a:pathLst>
                <a:path extrusionOk="0" h="93493" w="157417">
                  <a:moveTo>
                    <a:pt x="1391" y="0"/>
                  </a:moveTo>
                  <a:cubicBezTo>
                    <a:pt x="919" y="801"/>
                    <a:pt x="471" y="1603"/>
                    <a:pt x="0" y="2404"/>
                  </a:cubicBezTo>
                  <a:cubicBezTo>
                    <a:pt x="5020" y="6576"/>
                    <a:pt x="9663" y="11289"/>
                    <a:pt x="15084" y="14824"/>
                  </a:cubicBezTo>
                  <a:cubicBezTo>
                    <a:pt x="46712" y="35517"/>
                    <a:pt x="78388" y="56163"/>
                    <a:pt x="110394" y="76290"/>
                  </a:cubicBezTo>
                  <a:cubicBezTo>
                    <a:pt x="119727" y="82159"/>
                    <a:pt x="129955" y="86755"/>
                    <a:pt x="140137" y="91068"/>
                  </a:cubicBezTo>
                  <a:cubicBezTo>
                    <a:pt x="145345" y="93260"/>
                    <a:pt x="152369" y="95946"/>
                    <a:pt x="156116" y="89206"/>
                  </a:cubicBezTo>
                  <a:cubicBezTo>
                    <a:pt x="160311" y="81688"/>
                    <a:pt x="153453" y="78129"/>
                    <a:pt x="148456" y="74735"/>
                  </a:cubicBezTo>
                  <a:cubicBezTo>
                    <a:pt x="106034" y="45864"/>
                    <a:pt x="60853" y="22178"/>
                    <a:pt x="13293" y="3064"/>
                  </a:cubicBezTo>
                  <a:cubicBezTo>
                    <a:pt x="9545" y="1556"/>
                    <a:pt x="5374" y="990"/>
                    <a:pt x="1391"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49" name="Google Shape;2849;p56"/>
            <p:cNvSpPr/>
            <p:nvPr/>
          </p:nvSpPr>
          <p:spPr>
            <a:xfrm>
              <a:off x="965293" y="3326492"/>
              <a:ext cx="40370" cy="117107"/>
            </a:xfrm>
            <a:custGeom>
              <a:rect b="b" l="l" r="r" t="t"/>
              <a:pathLst>
                <a:path extrusionOk="0" h="117107" w="40370">
                  <a:moveTo>
                    <a:pt x="36931" y="34193"/>
                  </a:moveTo>
                  <a:cubicBezTo>
                    <a:pt x="38086" y="26651"/>
                    <a:pt x="39571" y="19157"/>
                    <a:pt x="40302" y="11591"/>
                  </a:cubicBezTo>
                  <a:cubicBezTo>
                    <a:pt x="40773" y="6618"/>
                    <a:pt x="38841" y="2518"/>
                    <a:pt x="33443" y="679"/>
                  </a:cubicBezTo>
                  <a:cubicBezTo>
                    <a:pt x="27622" y="-1324"/>
                    <a:pt x="23828" y="1316"/>
                    <a:pt x="20976" y="5817"/>
                  </a:cubicBezTo>
                  <a:cubicBezTo>
                    <a:pt x="18737" y="9329"/>
                    <a:pt x="16663" y="13029"/>
                    <a:pt x="15060" y="16871"/>
                  </a:cubicBezTo>
                  <a:cubicBezTo>
                    <a:pt x="5421" y="39920"/>
                    <a:pt x="1673" y="64172"/>
                    <a:pt x="0" y="91983"/>
                  </a:cubicBezTo>
                  <a:cubicBezTo>
                    <a:pt x="825" y="96107"/>
                    <a:pt x="1532" y="103295"/>
                    <a:pt x="3818" y="109965"/>
                  </a:cubicBezTo>
                  <a:cubicBezTo>
                    <a:pt x="6293" y="117154"/>
                    <a:pt x="12750" y="118874"/>
                    <a:pt x="19562" y="115315"/>
                  </a:cubicBezTo>
                  <a:cubicBezTo>
                    <a:pt x="28895" y="110484"/>
                    <a:pt x="33349" y="100491"/>
                    <a:pt x="31228" y="89626"/>
                  </a:cubicBezTo>
                  <a:cubicBezTo>
                    <a:pt x="30568" y="86256"/>
                    <a:pt x="29672" y="82720"/>
                    <a:pt x="30120" y="79421"/>
                  </a:cubicBezTo>
                  <a:cubicBezTo>
                    <a:pt x="32147" y="64314"/>
                    <a:pt x="34622" y="49277"/>
                    <a:pt x="36931" y="3419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50" name="Google Shape;2850;p56"/>
            <p:cNvSpPr/>
            <p:nvPr/>
          </p:nvSpPr>
          <p:spPr>
            <a:xfrm>
              <a:off x="1259118" y="3717485"/>
              <a:ext cx="134786" cy="117228"/>
            </a:xfrm>
            <a:custGeom>
              <a:rect b="b" l="l" r="r" t="t"/>
              <a:pathLst>
                <a:path extrusionOk="0" h="117228" w="134786">
                  <a:moveTo>
                    <a:pt x="121801" y="4596"/>
                  </a:moveTo>
                  <a:cubicBezTo>
                    <a:pt x="100141" y="18077"/>
                    <a:pt x="82253" y="35706"/>
                    <a:pt x="67122" y="56140"/>
                  </a:cubicBezTo>
                  <a:cubicBezTo>
                    <a:pt x="64577" y="59580"/>
                    <a:pt x="62574" y="63941"/>
                    <a:pt x="61914" y="68112"/>
                  </a:cubicBezTo>
                  <a:cubicBezTo>
                    <a:pt x="60547" y="76950"/>
                    <a:pt x="58143" y="80627"/>
                    <a:pt x="49258" y="81193"/>
                  </a:cubicBezTo>
                  <a:cubicBezTo>
                    <a:pt x="31204" y="82347"/>
                    <a:pt x="18642" y="92317"/>
                    <a:pt x="7990" y="105633"/>
                  </a:cubicBezTo>
                  <a:cubicBezTo>
                    <a:pt x="5491" y="108767"/>
                    <a:pt x="3394" y="112256"/>
                    <a:pt x="0" y="117228"/>
                  </a:cubicBezTo>
                  <a:cubicBezTo>
                    <a:pt x="13717" y="116427"/>
                    <a:pt x="23639" y="111902"/>
                    <a:pt x="32501" y="105185"/>
                  </a:cubicBezTo>
                  <a:cubicBezTo>
                    <a:pt x="66934" y="79095"/>
                    <a:pt x="97738" y="49187"/>
                    <a:pt x="125595" y="16215"/>
                  </a:cubicBezTo>
                  <a:cubicBezTo>
                    <a:pt x="129225" y="11926"/>
                    <a:pt x="131747" y="6740"/>
                    <a:pt x="134787" y="1980"/>
                  </a:cubicBezTo>
                  <a:cubicBezTo>
                    <a:pt x="134174" y="1320"/>
                    <a:pt x="133538" y="660"/>
                    <a:pt x="132925" y="0"/>
                  </a:cubicBezTo>
                  <a:cubicBezTo>
                    <a:pt x="129225" y="1508"/>
                    <a:pt x="125171" y="2498"/>
                    <a:pt x="121801" y="459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51" name="Google Shape;2851;p56"/>
            <p:cNvSpPr/>
            <p:nvPr/>
          </p:nvSpPr>
          <p:spPr>
            <a:xfrm>
              <a:off x="362760" y="3205159"/>
              <a:ext cx="26916" cy="122436"/>
            </a:xfrm>
            <a:custGeom>
              <a:rect b="b" l="l" r="r" t="t"/>
              <a:pathLst>
                <a:path extrusionOk="0" h="122436" w="26916">
                  <a:moveTo>
                    <a:pt x="13940" y="0"/>
                  </a:moveTo>
                  <a:cubicBezTo>
                    <a:pt x="12502" y="1131"/>
                    <a:pt x="11748" y="1438"/>
                    <a:pt x="11512" y="1980"/>
                  </a:cubicBezTo>
                  <a:cubicBezTo>
                    <a:pt x="10782" y="3535"/>
                    <a:pt x="10098" y="5138"/>
                    <a:pt x="9627" y="6788"/>
                  </a:cubicBezTo>
                  <a:cubicBezTo>
                    <a:pt x="2250" y="32642"/>
                    <a:pt x="-1097" y="59133"/>
                    <a:pt x="317" y="85859"/>
                  </a:cubicBezTo>
                  <a:cubicBezTo>
                    <a:pt x="883" y="96300"/>
                    <a:pt x="4795" y="107023"/>
                    <a:pt x="9297" y="116616"/>
                  </a:cubicBezTo>
                  <a:cubicBezTo>
                    <a:pt x="13256" y="125077"/>
                    <a:pt x="21482" y="124110"/>
                    <a:pt x="24074" y="115037"/>
                  </a:cubicBezTo>
                  <a:cubicBezTo>
                    <a:pt x="26384" y="106953"/>
                    <a:pt x="27492" y="97973"/>
                    <a:pt x="26620" y="89654"/>
                  </a:cubicBezTo>
                  <a:cubicBezTo>
                    <a:pt x="24734" y="71530"/>
                    <a:pt x="21152" y="53594"/>
                    <a:pt x="18489" y="35564"/>
                  </a:cubicBezTo>
                  <a:cubicBezTo>
                    <a:pt x="16768" y="23992"/>
                    <a:pt x="15495" y="12373"/>
                    <a:pt x="1394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52" name="Google Shape;2852;p56"/>
            <p:cNvSpPr/>
            <p:nvPr/>
          </p:nvSpPr>
          <p:spPr>
            <a:xfrm>
              <a:off x="286268" y="3354335"/>
              <a:ext cx="34646" cy="106563"/>
            </a:xfrm>
            <a:custGeom>
              <a:rect b="b" l="l" r="r" t="t"/>
              <a:pathLst>
                <a:path extrusionOk="0" h="106563" w="34646">
                  <a:moveTo>
                    <a:pt x="34386" y="100129"/>
                  </a:moveTo>
                  <a:cubicBezTo>
                    <a:pt x="34481" y="91079"/>
                    <a:pt x="35070" y="81934"/>
                    <a:pt x="34080" y="72978"/>
                  </a:cubicBezTo>
                  <a:cubicBezTo>
                    <a:pt x="31558" y="50424"/>
                    <a:pt x="27080" y="28222"/>
                    <a:pt x="17724" y="7364"/>
                  </a:cubicBezTo>
                  <a:cubicBezTo>
                    <a:pt x="16286" y="4136"/>
                    <a:pt x="10889" y="-578"/>
                    <a:pt x="9475" y="58"/>
                  </a:cubicBezTo>
                  <a:cubicBezTo>
                    <a:pt x="5845" y="1732"/>
                    <a:pt x="3206" y="5880"/>
                    <a:pt x="613" y="9368"/>
                  </a:cubicBezTo>
                  <a:cubicBezTo>
                    <a:pt x="-259" y="10546"/>
                    <a:pt x="48" y="12714"/>
                    <a:pt x="71" y="14435"/>
                  </a:cubicBezTo>
                  <a:cubicBezTo>
                    <a:pt x="495" y="45309"/>
                    <a:pt x="10795" y="73214"/>
                    <a:pt x="25690" y="99752"/>
                  </a:cubicBezTo>
                  <a:cubicBezTo>
                    <a:pt x="27010" y="102085"/>
                    <a:pt x="28565" y="104301"/>
                    <a:pt x="30003" y="106563"/>
                  </a:cubicBezTo>
                  <a:cubicBezTo>
                    <a:pt x="30922" y="105974"/>
                    <a:pt x="31841" y="105408"/>
                    <a:pt x="32760" y="104819"/>
                  </a:cubicBezTo>
                  <a:cubicBezTo>
                    <a:pt x="33326" y="103264"/>
                    <a:pt x="34363" y="101708"/>
                    <a:pt x="34386" y="1001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53" name="Google Shape;2853;p56"/>
            <p:cNvSpPr/>
            <p:nvPr/>
          </p:nvSpPr>
          <p:spPr>
            <a:xfrm>
              <a:off x="513513" y="2105197"/>
              <a:ext cx="137143" cy="31235"/>
            </a:xfrm>
            <a:custGeom>
              <a:rect b="b" l="l" r="r" t="t"/>
              <a:pathLst>
                <a:path extrusionOk="0" h="31235" w="137143">
                  <a:moveTo>
                    <a:pt x="109545" y="21455"/>
                  </a:moveTo>
                  <a:cubicBezTo>
                    <a:pt x="117252" y="20677"/>
                    <a:pt x="124912" y="18038"/>
                    <a:pt x="132194" y="15186"/>
                  </a:cubicBezTo>
                  <a:cubicBezTo>
                    <a:pt x="134645" y="14220"/>
                    <a:pt x="137120" y="10001"/>
                    <a:pt x="137144" y="7244"/>
                  </a:cubicBezTo>
                  <a:cubicBezTo>
                    <a:pt x="137167" y="5287"/>
                    <a:pt x="133255" y="1870"/>
                    <a:pt x="130804" y="1587"/>
                  </a:cubicBezTo>
                  <a:cubicBezTo>
                    <a:pt x="122531" y="621"/>
                    <a:pt x="113740" y="-982"/>
                    <a:pt x="105845" y="809"/>
                  </a:cubicBezTo>
                  <a:cubicBezTo>
                    <a:pt x="70422" y="8823"/>
                    <a:pt x="35258" y="17920"/>
                    <a:pt x="0" y="26640"/>
                  </a:cubicBezTo>
                  <a:cubicBezTo>
                    <a:pt x="189" y="28172"/>
                    <a:pt x="354" y="29704"/>
                    <a:pt x="542" y="31236"/>
                  </a:cubicBezTo>
                  <a:cubicBezTo>
                    <a:pt x="36884" y="28031"/>
                    <a:pt x="73250" y="25061"/>
                    <a:pt x="109545" y="2145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54" name="Google Shape;2854;p56"/>
            <p:cNvSpPr/>
            <p:nvPr/>
          </p:nvSpPr>
          <p:spPr>
            <a:xfrm>
              <a:off x="228856" y="2983641"/>
              <a:ext cx="20797" cy="133891"/>
            </a:xfrm>
            <a:custGeom>
              <a:rect b="b" l="l" r="r" t="t"/>
              <a:pathLst>
                <a:path extrusionOk="0" h="133891" w="20797">
                  <a:moveTo>
                    <a:pt x="7259" y="133891"/>
                  </a:moveTo>
                  <a:cubicBezTo>
                    <a:pt x="17441" y="116309"/>
                    <a:pt x="25619" y="12680"/>
                    <a:pt x="17488" y="0"/>
                  </a:cubicBezTo>
                  <a:cubicBezTo>
                    <a:pt x="519" y="15791"/>
                    <a:pt x="-6434" y="110606"/>
                    <a:pt x="7259" y="1338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55" name="Google Shape;2855;p56"/>
            <p:cNvSpPr/>
            <p:nvPr/>
          </p:nvSpPr>
          <p:spPr>
            <a:xfrm>
              <a:off x="664239" y="3758117"/>
              <a:ext cx="86818" cy="39365"/>
            </a:xfrm>
            <a:custGeom>
              <a:rect b="b" l="l" r="r" t="t"/>
              <a:pathLst>
                <a:path extrusionOk="0" h="39365" w="86818">
                  <a:moveTo>
                    <a:pt x="80314" y="25642"/>
                  </a:moveTo>
                  <a:cubicBezTo>
                    <a:pt x="62284" y="9545"/>
                    <a:pt x="40719" y="2286"/>
                    <a:pt x="17292" y="0"/>
                  </a:cubicBezTo>
                  <a:cubicBezTo>
                    <a:pt x="13851" y="189"/>
                    <a:pt x="10481" y="-165"/>
                    <a:pt x="7512" y="707"/>
                  </a:cubicBezTo>
                  <a:cubicBezTo>
                    <a:pt x="4707" y="1532"/>
                    <a:pt x="912" y="3205"/>
                    <a:pt x="111" y="5421"/>
                  </a:cubicBezTo>
                  <a:cubicBezTo>
                    <a:pt x="-549" y="7259"/>
                    <a:pt x="1855" y="11431"/>
                    <a:pt x="4047" y="12892"/>
                  </a:cubicBezTo>
                  <a:cubicBezTo>
                    <a:pt x="26319" y="27740"/>
                    <a:pt x="50877" y="36625"/>
                    <a:pt x="77509" y="39335"/>
                  </a:cubicBezTo>
                  <a:cubicBezTo>
                    <a:pt x="80479" y="39642"/>
                    <a:pt x="83708" y="37521"/>
                    <a:pt x="86819" y="36531"/>
                  </a:cubicBezTo>
                  <a:cubicBezTo>
                    <a:pt x="85381" y="33561"/>
                    <a:pt x="84038" y="30568"/>
                    <a:pt x="82482" y="27669"/>
                  </a:cubicBezTo>
                  <a:cubicBezTo>
                    <a:pt x="82034" y="26821"/>
                    <a:pt x="81044" y="26302"/>
                    <a:pt x="80314" y="2564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56" name="Google Shape;2856;p56"/>
            <p:cNvSpPr/>
            <p:nvPr/>
          </p:nvSpPr>
          <p:spPr>
            <a:xfrm>
              <a:off x="920278" y="3664283"/>
              <a:ext cx="75865" cy="61617"/>
            </a:xfrm>
            <a:custGeom>
              <a:rect b="b" l="l" r="r" t="t"/>
              <a:pathLst>
                <a:path extrusionOk="0" h="61617" w="75865">
                  <a:moveTo>
                    <a:pt x="75866" y="8635"/>
                  </a:moveTo>
                  <a:cubicBezTo>
                    <a:pt x="75253" y="8305"/>
                    <a:pt x="74664" y="7951"/>
                    <a:pt x="74051" y="7621"/>
                  </a:cubicBezTo>
                  <a:cubicBezTo>
                    <a:pt x="74051" y="127"/>
                    <a:pt x="70445" y="-2254"/>
                    <a:pt x="63492" y="2342"/>
                  </a:cubicBezTo>
                  <a:cubicBezTo>
                    <a:pt x="49728" y="11487"/>
                    <a:pt x="36224" y="21126"/>
                    <a:pt x="23450" y="31543"/>
                  </a:cubicBezTo>
                  <a:cubicBezTo>
                    <a:pt x="15272" y="38213"/>
                    <a:pt x="8437" y="46556"/>
                    <a:pt x="1296" y="54404"/>
                  </a:cubicBezTo>
                  <a:cubicBezTo>
                    <a:pt x="117" y="55701"/>
                    <a:pt x="-331" y="58576"/>
                    <a:pt x="259" y="60249"/>
                  </a:cubicBezTo>
                  <a:cubicBezTo>
                    <a:pt x="612" y="61239"/>
                    <a:pt x="3652" y="61640"/>
                    <a:pt x="5467" y="61616"/>
                  </a:cubicBezTo>
                  <a:cubicBezTo>
                    <a:pt x="7376" y="61593"/>
                    <a:pt x="9332" y="60933"/>
                    <a:pt x="11171" y="60273"/>
                  </a:cubicBezTo>
                  <a:cubicBezTo>
                    <a:pt x="31769" y="53037"/>
                    <a:pt x="50105" y="41913"/>
                    <a:pt x="65495" y="26547"/>
                  </a:cubicBezTo>
                  <a:cubicBezTo>
                    <a:pt x="70233" y="21857"/>
                    <a:pt x="72495" y="14668"/>
                    <a:pt x="75866" y="863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57" name="Google Shape;2857;p56"/>
            <p:cNvSpPr/>
            <p:nvPr/>
          </p:nvSpPr>
          <p:spPr>
            <a:xfrm>
              <a:off x="623675" y="3585848"/>
              <a:ext cx="74872" cy="64444"/>
            </a:xfrm>
            <a:custGeom>
              <a:rect b="b" l="l" r="r" t="t"/>
              <a:pathLst>
                <a:path extrusionOk="0" h="64444" w="74872">
                  <a:moveTo>
                    <a:pt x="10862" y="31944"/>
                  </a:moveTo>
                  <a:cubicBezTo>
                    <a:pt x="14939" y="30719"/>
                    <a:pt x="20336" y="30907"/>
                    <a:pt x="24154" y="32628"/>
                  </a:cubicBezTo>
                  <a:cubicBezTo>
                    <a:pt x="29386" y="35008"/>
                    <a:pt x="33723" y="39392"/>
                    <a:pt x="38389" y="42998"/>
                  </a:cubicBezTo>
                  <a:cubicBezTo>
                    <a:pt x="46756" y="49432"/>
                    <a:pt x="54887" y="56172"/>
                    <a:pt x="63513" y="62182"/>
                  </a:cubicBezTo>
                  <a:cubicBezTo>
                    <a:pt x="66082" y="63973"/>
                    <a:pt x="70065" y="63738"/>
                    <a:pt x="73412" y="64445"/>
                  </a:cubicBezTo>
                  <a:cubicBezTo>
                    <a:pt x="73907" y="63549"/>
                    <a:pt x="74402" y="62653"/>
                    <a:pt x="74873" y="61758"/>
                  </a:cubicBezTo>
                  <a:cubicBezTo>
                    <a:pt x="72469" y="58105"/>
                    <a:pt x="70678" y="53792"/>
                    <a:pt x="67543" y="50940"/>
                  </a:cubicBezTo>
                  <a:cubicBezTo>
                    <a:pt x="50975" y="35762"/>
                    <a:pt x="34147" y="20867"/>
                    <a:pt x="17225" y="6090"/>
                  </a:cubicBezTo>
                  <a:cubicBezTo>
                    <a:pt x="14303" y="3521"/>
                    <a:pt x="10767" y="1258"/>
                    <a:pt x="7138" y="103"/>
                  </a:cubicBezTo>
                  <a:cubicBezTo>
                    <a:pt x="5299" y="-486"/>
                    <a:pt x="609" y="1588"/>
                    <a:pt x="539" y="2672"/>
                  </a:cubicBezTo>
                  <a:cubicBezTo>
                    <a:pt x="20" y="10733"/>
                    <a:pt x="-404" y="18934"/>
                    <a:pt x="657" y="26900"/>
                  </a:cubicBezTo>
                  <a:cubicBezTo>
                    <a:pt x="1293" y="31543"/>
                    <a:pt x="5064" y="33665"/>
                    <a:pt x="10862" y="3194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58" name="Google Shape;2858;p56"/>
            <p:cNvSpPr/>
            <p:nvPr/>
          </p:nvSpPr>
          <p:spPr>
            <a:xfrm>
              <a:off x="470006" y="2948303"/>
              <a:ext cx="44197" cy="79717"/>
            </a:xfrm>
            <a:custGeom>
              <a:rect b="b" l="l" r="r" t="t"/>
              <a:pathLst>
                <a:path extrusionOk="0" h="79717" w="44197">
                  <a:moveTo>
                    <a:pt x="14683" y="71728"/>
                  </a:moveTo>
                  <a:cubicBezTo>
                    <a:pt x="24087" y="52025"/>
                    <a:pt x="33538" y="32345"/>
                    <a:pt x="42611" y="12477"/>
                  </a:cubicBezTo>
                  <a:cubicBezTo>
                    <a:pt x="44261" y="8895"/>
                    <a:pt x="45817" y="4205"/>
                    <a:pt x="40726" y="1400"/>
                  </a:cubicBezTo>
                  <a:cubicBezTo>
                    <a:pt x="35470" y="-1499"/>
                    <a:pt x="31087" y="340"/>
                    <a:pt x="27763" y="4747"/>
                  </a:cubicBezTo>
                  <a:cubicBezTo>
                    <a:pt x="12868" y="24403"/>
                    <a:pt x="4855" y="46910"/>
                    <a:pt x="0" y="71916"/>
                  </a:cubicBezTo>
                  <a:cubicBezTo>
                    <a:pt x="943" y="74132"/>
                    <a:pt x="2145" y="76936"/>
                    <a:pt x="3323" y="79717"/>
                  </a:cubicBezTo>
                  <a:cubicBezTo>
                    <a:pt x="6033" y="78398"/>
                    <a:pt x="8885" y="77290"/>
                    <a:pt x="11431" y="75687"/>
                  </a:cubicBezTo>
                  <a:cubicBezTo>
                    <a:pt x="12798" y="74815"/>
                    <a:pt x="13952" y="73236"/>
                    <a:pt x="14683" y="717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59" name="Google Shape;2859;p56"/>
            <p:cNvSpPr/>
            <p:nvPr/>
          </p:nvSpPr>
          <p:spPr>
            <a:xfrm>
              <a:off x="316044" y="3208741"/>
              <a:ext cx="20637" cy="104784"/>
            </a:xfrm>
            <a:custGeom>
              <a:rect b="b" l="l" r="r" t="t"/>
              <a:pathLst>
                <a:path extrusionOk="0" h="104784" w="20637">
                  <a:moveTo>
                    <a:pt x="18680" y="72567"/>
                  </a:moveTo>
                  <a:cubicBezTo>
                    <a:pt x="21532" y="54089"/>
                    <a:pt x="21697" y="35659"/>
                    <a:pt x="16276" y="17535"/>
                  </a:cubicBezTo>
                  <a:cubicBezTo>
                    <a:pt x="13966" y="9828"/>
                    <a:pt x="10525" y="2805"/>
                    <a:pt x="2064" y="0"/>
                  </a:cubicBezTo>
                  <a:cubicBezTo>
                    <a:pt x="-3875" y="7683"/>
                    <a:pt x="3997" y="86001"/>
                    <a:pt x="13047" y="104784"/>
                  </a:cubicBezTo>
                  <a:cubicBezTo>
                    <a:pt x="15098" y="93118"/>
                    <a:pt x="17077" y="82866"/>
                    <a:pt x="18680" y="725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60" name="Google Shape;2860;p56"/>
            <p:cNvSpPr/>
            <p:nvPr/>
          </p:nvSpPr>
          <p:spPr>
            <a:xfrm>
              <a:off x="797812" y="3933889"/>
              <a:ext cx="62342" cy="39731"/>
            </a:xfrm>
            <a:custGeom>
              <a:rect b="b" l="l" r="r" t="t"/>
              <a:pathLst>
                <a:path extrusionOk="0" h="39731" w="62342">
                  <a:moveTo>
                    <a:pt x="58973" y="10299"/>
                  </a:moveTo>
                  <a:cubicBezTo>
                    <a:pt x="60811" y="8367"/>
                    <a:pt x="61259" y="5138"/>
                    <a:pt x="62343" y="2522"/>
                  </a:cubicBezTo>
                  <a:cubicBezTo>
                    <a:pt x="59774" y="1532"/>
                    <a:pt x="57181" y="566"/>
                    <a:pt x="55697" y="0"/>
                  </a:cubicBezTo>
                  <a:cubicBezTo>
                    <a:pt x="36913" y="2215"/>
                    <a:pt x="20226" y="6222"/>
                    <a:pt x="6580" y="17983"/>
                  </a:cubicBezTo>
                  <a:cubicBezTo>
                    <a:pt x="-231" y="23851"/>
                    <a:pt x="-1810" y="30002"/>
                    <a:pt x="2102" y="35564"/>
                  </a:cubicBezTo>
                  <a:cubicBezTo>
                    <a:pt x="6439" y="41716"/>
                    <a:pt x="12779" y="39783"/>
                    <a:pt x="18270" y="37780"/>
                  </a:cubicBezTo>
                  <a:cubicBezTo>
                    <a:pt x="34037" y="32006"/>
                    <a:pt x="47471" y="22437"/>
                    <a:pt x="58973" y="1029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61" name="Google Shape;2861;p56"/>
            <p:cNvSpPr/>
            <p:nvPr/>
          </p:nvSpPr>
          <p:spPr>
            <a:xfrm>
              <a:off x="652354" y="3096920"/>
              <a:ext cx="30903" cy="53823"/>
            </a:xfrm>
            <a:custGeom>
              <a:rect b="b" l="l" r="r" t="t"/>
              <a:pathLst>
                <a:path extrusionOk="0" h="53823" w="30903">
                  <a:moveTo>
                    <a:pt x="17464" y="956"/>
                  </a:moveTo>
                  <a:cubicBezTo>
                    <a:pt x="11501" y="-1212"/>
                    <a:pt x="6434" y="202"/>
                    <a:pt x="4101" y="6283"/>
                  </a:cubicBezTo>
                  <a:cubicBezTo>
                    <a:pt x="2192" y="11232"/>
                    <a:pt x="1485" y="16653"/>
                    <a:pt x="0" y="22827"/>
                  </a:cubicBezTo>
                  <a:cubicBezTo>
                    <a:pt x="1862" y="30676"/>
                    <a:pt x="3205" y="39184"/>
                    <a:pt x="5939" y="47221"/>
                  </a:cubicBezTo>
                  <a:cubicBezTo>
                    <a:pt x="8626" y="55069"/>
                    <a:pt x="14471" y="55964"/>
                    <a:pt x="19915" y="49672"/>
                  </a:cubicBezTo>
                  <a:cubicBezTo>
                    <a:pt x="27056" y="41423"/>
                    <a:pt x="30686" y="31571"/>
                    <a:pt x="30898" y="20588"/>
                  </a:cubicBezTo>
                  <a:cubicBezTo>
                    <a:pt x="31087" y="10548"/>
                    <a:pt x="26844" y="4350"/>
                    <a:pt x="17464" y="95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62" name="Google Shape;2862;p56"/>
            <p:cNvSpPr/>
            <p:nvPr/>
          </p:nvSpPr>
          <p:spPr>
            <a:xfrm>
              <a:off x="756478" y="2572234"/>
              <a:ext cx="108823" cy="22766"/>
            </a:xfrm>
            <a:custGeom>
              <a:rect b="b" l="l" r="r" t="t"/>
              <a:pathLst>
                <a:path extrusionOk="0" h="22766" w="108823">
                  <a:moveTo>
                    <a:pt x="0" y="2687"/>
                  </a:moveTo>
                  <a:cubicBezTo>
                    <a:pt x="35376" y="9357"/>
                    <a:pt x="70775" y="16003"/>
                    <a:pt x="106646" y="22767"/>
                  </a:cubicBezTo>
                  <a:cubicBezTo>
                    <a:pt x="110794" y="10134"/>
                    <a:pt x="109616" y="7683"/>
                    <a:pt x="97832" y="4337"/>
                  </a:cubicBezTo>
                  <a:cubicBezTo>
                    <a:pt x="95946" y="3794"/>
                    <a:pt x="94037" y="3017"/>
                    <a:pt x="92128" y="2946"/>
                  </a:cubicBezTo>
                  <a:cubicBezTo>
                    <a:pt x="61490" y="1909"/>
                    <a:pt x="30827" y="966"/>
                    <a:pt x="189" y="0"/>
                  </a:cubicBezTo>
                  <a:cubicBezTo>
                    <a:pt x="118" y="896"/>
                    <a:pt x="71" y="1791"/>
                    <a:pt x="0" y="268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63" name="Google Shape;2863;p56"/>
            <p:cNvSpPr/>
            <p:nvPr/>
          </p:nvSpPr>
          <p:spPr>
            <a:xfrm>
              <a:off x="1138920" y="2923280"/>
              <a:ext cx="36297" cy="52054"/>
            </a:xfrm>
            <a:custGeom>
              <a:rect b="b" l="l" r="r" t="t"/>
              <a:pathLst>
                <a:path extrusionOk="0" h="52054" w="36297">
                  <a:moveTo>
                    <a:pt x="6010" y="215"/>
                  </a:moveTo>
                  <a:cubicBezTo>
                    <a:pt x="2828" y="1205"/>
                    <a:pt x="1249" y="7474"/>
                    <a:pt x="0" y="9643"/>
                  </a:cubicBezTo>
                  <a:cubicBezTo>
                    <a:pt x="1862" y="26235"/>
                    <a:pt x="6293" y="38749"/>
                    <a:pt x="16946" y="48342"/>
                  </a:cubicBezTo>
                  <a:cubicBezTo>
                    <a:pt x="21141" y="52136"/>
                    <a:pt x="26043" y="53362"/>
                    <a:pt x="31204" y="50416"/>
                  </a:cubicBezTo>
                  <a:cubicBezTo>
                    <a:pt x="36366" y="47470"/>
                    <a:pt x="37426" y="42355"/>
                    <a:pt x="35187" y="37571"/>
                  </a:cubicBezTo>
                  <a:cubicBezTo>
                    <a:pt x="30026" y="26541"/>
                    <a:pt x="24676" y="15488"/>
                    <a:pt x="18148" y="5259"/>
                  </a:cubicBezTo>
                  <a:cubicBezTo>
                    <a:pt x="16097" y="2054"/>
                    <a:pt x="9357" y="-822"/>
                    <a:pt x="6010" y="21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64" name="Google Shape;2864;p56"/>
            <p:cNvSpPr/>
            <p:nvPr/>
          </p:nvSpPr>
          <p:spPr>
            <a:xfrm>
              <a:off x="206183" y="3138543"/>
              <a:ext cx="41622" cy="60471"/>
            </a:xfrm>
            <a:custGeom>
              <a:rect b="b" l="l" r="r" t="t"/>
              <a:pathLst>
                <a:path extrusionOk="0" h="60471" w="41622">
                  <a:moveTo>
                    <a:pt x="22461" y="1450"/>
                  </a:moveTo>
                  <a:cubicBezTo>
                    <a:pt x="12043" y="5739"/>
                    <a:pt x="5656" y="14389"/>
                    <a:pt x="0" y="24122"/>
                  </a:cubicBezTo>
                  <a:cubicBezTo>
                    <a:pt x="5421" y="21436"/>
                    <a:pt x="10724" y="18513"/>
                    <a:pt x="16286" y="16156"/>
                  </a:cubicBezTo>
                  <a:cubicBezTo>
                    <a:pt x="18360" y="15261"/>
                    <a:pt x="20976" y="15638"/>
                    <a:pt x="23333" y="15449"/>
                  </a:cubicBezTo>
                  <a:cubicBezTo>
                    <a:pt x="23498" y="17735"/>
                    <a:pt x="24157" y="20139"/>
                    <a:pt x="23686" y="22331"/>
                  </a:cubicBezTo>
                  <a:cubicBezTo>
                    <a:pt x="22720" y="26903"/>
                    <a:pt x="20457" y="31287"/>
                    <a:pt x="20057" y="35859"/>
                  </a:cubicBezTo>
                  <a:cubicBezTo>
                    <a:pt x="19491" y="42129"/>
                    <a:pt x="19185" y="48751"/>
                    <a:pt x="20552" y="54808"/>
                  </a:cubicBezTo>
                  <a:cubicBezTo>
                    <a:pt x="22060" y="61525"/>
                    <a:pt x="27481" y="62421"/>
                    <a:pt x="31016" y="56670"/>
                  </a:cubicBezTo>
                  <a:cubicBezTo>
                    <a:pt x="39830" y="42388"/>
                    <a:pt x="44120" y="26809"/>
                    <a:pt x="40113" y="10052"/>
                  </a:cubicBezTo>
                  <a:cubicBezTo>
                    <a:pt x="37945" y="931"/>
                    <a:pt x="31087" y="-2109"/>
                    <a:pt x="22461" y="14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65" name="Google Shape;2865;p56"/>
            <p:cNvSpPr/>
            <p:nvPr/>
          </p:nvSpPr>
          <p:spPr>
            <a:xfrm>
              <a:off x="273948" y="3156773"/>
              <a:ext cx="20357" cy="72849"/>
            </a:xfrm>
            <a:custGeom>
              <a:rect b="b" l="l" r="r" t="t"/>
              <a:pathLst>
                <a:path extrusionOk="0" h="72849" w="20357">
                  <a:moveTo>
                    <a:pt x="3576" y="71223"/>
                  </a:moveTo>
                  <a:cubicBezTo>
                    <a:pt x="4731" y="71765"/>
                    <a:pt x="5909" y="72307"/>
                    <a:pt x="7064" y="72849"/>
                  </a:cubicBezTo>
                  <a:cubicBezTo>
                    <a:pt x="8054" y="70846"/>
                    <a:pt x="8926" y="68772"/>
                    <a:pt x="10057" y="66863"/>
                  </a:cubicBezTo>
                  <a:cubicBezTo>
                    <a:pt x="20852" y="48433"/>
                    <a:pt x="23232" y="28918"/>
                    <a:pt x="16869" y="8626"/>
                  </a:cubicBezTo>
                  <a:cubicBezTo>
                    <a:pt x="15808" y="5209"/>
                    <a:pt x="11424" y="2852"/>
                    <a:pt x="8596" y="0"/>
                  </a:cubicBezTo>
                  <a:cubicBezTo>
                    <a:pt x="6004" y="3300"/>
                    <a:pt x="1431" y="6458"/>
                    <a:pt x="1196" y="9899"/>
                  </a:cubicBezTo>
                  <a:cubicBezTo>
                    <a:pt x="88" y="26019"/>
                    <a:pt x="-101" y="42234"/>
                    <a:pt x="41" y="58402"/>
                  </a:cubicBezTo>
                  <a:cubicBezTo>
                    <a:pt x="64" y="62668"/>
                    <a:pt x="2327" y="66934"/>
                    <a:pt x="3576" y="71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66" name="Google Shape;2866;p56"/>
            <p:cNvSpPr/>
            <p:nvPr/>
          </p:nvSpPr>
          <p:spPr>
            <a:xfrm>
              <a:off x="245628" y="2882038"/>
              <a:ext cx="39110" cy="60416"/>
            </a:xfrm>
            <a:custGeom>
              <a:rect b="b" l="l" r="r" t="t"/>
              <a:pathLst>
                <a:path extrusionOk="0" h="60416" w="39110">
                  <a:moveTo>
                    <a:pt x="37789" y="0"/>
                  </a:moveTo>
                  <a:cubicBezTo>
                    <a:pt x="34631" y="1673"/>
                    <a:pt x="33075" y="2074"/>
                    <a:pt x="32156" y="3064"/>
                  </a:cubicBezTo>
                  <a:cubicBezTo>
                    <a:pt x="18604" y="17653"/>
                    <a:pt x="6797" y="33420"/>
                    <a:pt x="457" y="52581"/>
                  </a:cubicBezTo>
                  <a:cubicBezTo>
                    <a:pt x="-274" y="54773"/>
                    <a:pt x="-180" y="58873"/>
                    <a:pt x="1117" y="59722"/>
                  </a:cubicBezTo>
                  <a:cubicBezTo>
                    <a:pt x="2861" y="60877"/>
                    <a:pt x="6372" y="60429"/>
                    <a:pt x="8682" y="59557"/>
                  </a:cubicBezTo>
                  <a:cubicBezTo>
                    <a:pt x="23789" y="53853"/>
                    <a:pt x="38944" y="31699"/>
                    <a:pt x="39109" y="15154"/>
                  </a:cubicBezTo>
                  <a:cubicBezTo>
                    <a:pt x="39156" y="10606"/>
                    <a:pt x="38354" y="6033"/>
                    <a:pt x="37789"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67" name="Google Shape;2867;p56"/>
            <p:cNvSpPr/>
            <p:nvPr/>
          </p:nvSpPr>
          <p:spPr>
            <a:xfrm>
              <a:off x="183763" y="2948213"/>
              <a:ext cx="43408" cy="40419"/>
            </a:xfrm>
            <a:custGeom>
              <a:rect b="b" l="l" r="r" t="t"/>
              <a:pathLst>
                <a:path extrusionOk="0" h="40419" w="43408">
                  <a:moveTo>
                    <a:pt x="7" y="30973"/>
                  </a:moveTo>
                  <a:cubicBezTo>
                    <a:pt x="-205" y="39741"/>
                    <a:pt x="4367" y="42734"/>
                    <a:pt x="12239" y="38562"/>
                  </a:cubicBezTo>
                  <a:cubicBezTo>
                    <a:pt x="24754" y="31940"/>
                    <a:pt x="34040" y="21805"/>
                    <a:pt x="41558" y="10045"/>
                  </a:cubicBezTo>
                  <a:cubicBezTo>
                    <a:pt x="45117" y="4483"/>
                    <a:pt x="43514" y="1560"/>
                    <a:pt x="37009" y="405"/>
                  </a:cubicBezTo>
                  <a:cubicBezTo>
                    <a:pt x="19215" y="-2729"/>
                    <a:pt x="455" y="12779"/>
                    <a:pt x="7" y="3097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68" name="Google Shape;2868;p56"/>
            <p:cNvSpPr/>
            <p:nvPr/>
          </p:nvSpPr>
          <p:spPr>
            <a:xfrm>
              <a:off x="725180" y="3917369"/>
              <a:ext cx="85599" cy="16684"/>
            </a:xfrm>
            <a:custGeom>
              <a:rect b="b" l="l" r="r" t="t"/>
              <a:pathLst>
                <a:path extrusionOk="0" h="16684" w="85599">
                  <a:moveTo>
                    <a:pt x="0" y="4194"/>
                  </a:moveTo>
                  <a:cubicBezTo>
                    <a:pt x="10818" y="16308"/>
                    <a:pt x="74099" y="21352"/>
                    <a:pt x="85600" y="11382"/>
                  </a:cubicBezTo>
                  <a:cubicBezTo>
                    <a:pt x="72897" y="1154"/>
                    <a:pt x="10464" y="-4314"/>
                    <a:pt x="0" y="41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69" name="Google Shape;2869;p56"/>
            <p:cNvSpPr/>
            <p:nvPr/>
          </p:nvSpPr>
          <p:spPr>
            <a:xfrm>
              <a:off x="302847" y="3044918"/>
              <a:ext cx="21216" cy="73438"/>
            </a:xfrm>
            <a:custGeom>
              <a:rect b="b" l="l" r="r" t="t"/>
              <a:pathLst>
                <a:path extrusionOk="0" h="73438" w="21216">
                  <a:moveTo>
                    <a:pt x="15238" y="73439"/>
                  </a:moveTo>
                  <a:cubicBezTo>
                    <a:pt x="16959" y="70021"/>
                    <a:pt x="18349" y="68254"/>
                    <a:pt x="18773" y="66274"/>
                  </a:cubicBezTo>
                  <a:cubicBezTo>
                    <a:pt x="23204" y="45652"/>
                    <a:pt x="21861" y="25477"/>
                    <a:pt x="12669" y="6340"/>
                  </a:cubicBezTo>
                  <a:cubicBezTo>
                    <a:pt x="11349" y="3582"/>
                    <a:pt x="7343" y="2098"/>
                    <a:pt x="4585" y="0"/>
                  </a:cubicBezTo>
                  <a:cubicBezTo>
                    <a:pt x="3006" y="3252"/>
                    <a:pt x="131" y="6481"/>
                    <a:pt x="37" y="9781"/>
                  </a:cubicBezTo>
                  <a:cubicBezTo>
                    <a:pt x="-482" y="29295"/>
                    <a:pt x="4585" y="47844"/>
                    <a:pt x="11019" y="66038"/>
                  </a:cubicBezTo>
                  <a:cubicBezTo>
                    <a:pt x="11774" y="68183"/>
                    <a:pt x="13282" y="70045"/>
                    <a:pt x="15238" y="7343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70" name="Google Shape;2870;p56"/>
            <p:cNvSpPr/>
            <p:nvPr/>
          </p:nvSpPr>
          <p:spPr>
            <a:xfrm>
              <a:off x="650280" y="3887752"/>
              <a:ext cx="53236" cy="30841"/>
            </a:xfrm>
            <a:custGeom>
              <a:rect b="b" l="l" r="r" t="t"/>
              <a:pathLst>
                <a:path extrusionOk="0" h="30841" w="53236">
                  <a:moveTo>
                    <a:pt x="47961" y="12223"/>
                  </a:moveTo>
                  <a:cubicBezTo>
                    <a:pt x="36601" y="3620"/>
                    <a:pt x="23663" y="-669"/>
                    <a:pt x="9404" y="85"/>
                  </a:cubicBezTo>
                  <a:cubicBezTo>
                    <a:pt x="6198" y="250"/>
                    <a:pt x="3135" y="2890"/>
                    <a:pt x="0" y="4398"/>
                  </a:cubicBezTo>
                  <a:cubicBezTo>
                    <a:pt x="1650" y="7721"/>
                    <a:pt x="2451" y="12223"/>
                    <a:pt x="5114" y="14202"/>
                  </a:cubicBezTo>
                  <a:cubicBezTo>
                    <a:pt x="18666" y="24313"/>
                    <a:pt x="35258" y="26199"/>
                    <a:pt x="50813" y="30841"/>
                  </a:cubicBezTo>
                  <a:cubicBezTo>
                    <a:pt x="54537" y="23182"/>
                    <a:pt x="54254" y="16983"/>
                    <a:pt x="47961" y="12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71" name="Google Shape;2871;p56"/>
            <p:cNvSpPr/>
            <p:nvPr/>
          </p:nvSpPr>
          <p:spPr>
            <a:xfrm>
              <a:off x="273793" y="2995072"/>
              <a:ext cx="15487" cy="74664"/>
            </a:xfrm>
            <a:custGeom>
              <a:rect b="b" l="l" r="r" t="t"/>
              <a:pathLst>
                <a:path extrusionOk="0" h="74664" w="15487">
                  <a:moveTo>
                    <a:pt x="5122" y="74664"/>
                  </a:moveTo>
                  <a:cubicBezTo>
                    <a:pt x="6843" y="71412"/>
                    <a:pt x="9199" y="68324"/>
                    <a:pt x="10142" y="64836"/>
                  </a:cubicBezTo>
                  <a:cubicBezTo>
                    <a:pt x="14809" y="47561"/>
                    <a:pt x="17000" y="29979"/>
                    <a:pt x="14337" y="12114"/>
                  </a:cubicBezTo>
                  <a:cubicBezTo>
                    <a:pt x="13607" y="7212"/>
                    <a:pt x="14361" y="71"/>
                    <a:pt x="7856" y="0"/>
                  </a:cubicBezTo>
                  <a:cubicBezTo>
                    <a:pt x="5381" y="-24"/>
                    <a:pt x="880" y="7471"/>
                    <a:pt x="668" y="11713"/>
                  </a:cubicBezTo>
                  <a:cubicBezTo>
                    <a:pt x="-252" y="29154"/>
                    <a:pt x="8" y="46665"/>
                    <a:pt x="126" y="64129"/>
                  </a:cubicBezTo>
                  <a:cubicBezTo>
                    <a:pt x="149" y="67405"/>
                    <a:pt x="1540" y="70681"/>
                    <a:pt x="2294" y="73957"/>
                  </a:cubicBezTo>
                  <a:cubicBezTo>
                    <a:pt x="3213" y="74216"/>
                    <a:pt x="4179" y="74429"/>
                    <a:pt x="5122" y="7466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72" name="Google Shape;2872;p56"/>
            <p:cNvSpPr/>
            <p:nvPr/>
          </p:nvSpPr>
          <p:spPr>
            <a:xfrm>
              <a:off x="844279" y="3812063"/>
              <a:ext cx="47590" cy="27176"/>
            </a:xfrm>
            <a:custGeom>
              <a:rect b="b" l="l" r="r" t="t"/>
              <a:pathLst>
                <a:path extrusionOk="0" h="27176" w="47590">
                  <a:moveTo>
                    <a:pt x="8004" y="2029"/>
                  </a:moveTo>
                  <a:cubicBezTo>
                    <a:pt x="-1187" y="4857"/>
                    <a:pt x="-2649" y="11527"/>
                    <a:pt x="4587" y="17726"/>
                  </a:cubicBezTo>
                  <a:cubicBezTo>
                    <a:pt x="11492" y="23641"/>
                    <a:pt x="19623" y="26870"/>
                    <a:pt x="30983" y="27176"/>
                  </a:cubicBezTo>
                  <a:cubicBezTo>
                    <a:pt x="32774" y="26634"/>
                    <a:pt x="37158" y="26352"/>
                    <a:pt x="40010" y="24160"/>
                  </a:cubicBezTo>
                  <a:cubicBezTo>
                    <a:pt x="43404" y="21544"/>
                    <a:pt x="47151" y="17443"/>
                    <a:pt x="47575" y="13625"/>
                  </a:cubicBezTo>
                  <a:cubicBezTo>
                    <a:pt x="47882" y="10891"/>
                    <a:pt x="43545" y="6436"/>
                    <a:pt x="40269" y="4740"/>
                  </a:cubicBezTo>
                  <a:cubicBezTo>
                    <a:pt x="30064" y="-563"/>
                    <a:pt x="19034" y="-1341"/>
                    <a:pt x="8004" y="20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73" name="Google Shape;2873;p56"/>
            <p:cNvSpPr/>
            <p:nvPr/>
          </p:nvSpPr>
          <p:spPr>
            <a:xfrm>
              <a:off x="272219" y="3249109"/>
              <a:ext cx="24684" cy="63238"/>
            </a:xfrm>
            <a:custGeom>
              <a:rect b="b" l="l" r="r" t="t"/>
              <a:pathLst>
                <a:path extrusionOk="0" h="63238" w="24684">
                  <a:moveTo>
                    <a:pt x="19753" y="63026"/>
                  </a:moveTo>
                  <a:cubicBezTo>
                    <a:pt x="21167" y="57417"/>
                    <a:pt x="23170" y="51855"/>
                    <a:pt x="23901" y="46151"/>
                  </a:cubicBezTo>
                  <a:cubicBezTo>
                    <a:pt x="26022" y="29418"/>
                    <a:pt x="24608" y="13509"/>
                    <a:pt x="9925" y="2102"/>
                  </a:cubicBezTo>
                  <a:cubicBezTo>
                    <a:pt x="8039" y="641"/>
                    <a:pt x="4858" y="-396"/>
                    <a:pt x="2713" y="146"/>
                  </a:cubicBezTo>
                  <a:cubicBezTo>
                    <a:pt x="1346" y="476"/>
                    <a:pt x="-68" y="4105"/>
                    <a:pt x="3" y="6203"/>
                  </a:cubicBezTo>
                  <a:cubicBezTo>
                    <a:pt x="497" y="26849"/>
                    <a:pt x="8958" y="45044"/>
                    <a:pt x="17255" y="63238"/>
                  </a:cubicBezTo>
                  <a:cubicBezTo>
                    <a:pt x="18056" y="63191"/>
                    <a:pt x="18904" y="63120"/>
                    <a:pt x="19753" y="6302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74" name="Google Shape;2874;p56"/>
            <p:cNvSpPr/>
            <p:nvPr/>
          </p:nvSpPr>
          <p:spPr>
            <a:xfrm>
              <a:off x="353673" y="2233375"/>
              <a:ext cx="66415" cy="25761"/>
            </a:xfrm>
            <a:custGeom>
              <a:rect b="b" l="l" r="r" t="t"/>
              <a:pathLst>
                <a:path extrusionOk="0" h="25761" w="66415">
                  <a:moveTo>
                    <a:pt x="66415" y="2140"/>
                  </a:moveTo>
                  <a:cubicBezTo>
                    <a:pt x="52816" y="-5685"/>
                    <a:pt x="7966" y="9352"/>
                    <a:pt x="0" y="24600"/>
                  </a:cubicBezTo>
                  <a:cubicBezTo>
                    <a:pt x="19208" y="29502"/>
                    <a:pt x="52887" y="18284"/>
                    <a:pt x="66415" y="214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75" name="Google Shape;2875;p56"/>
            <p:cNvSpPr/>
            <p:nvPr/>
          </p:nvSpPr>
          <p:spPr>
            <a:xfrm>
              <a:off x="744105" y="2539634"/>
              <a:ext cx="66910" cy="16852"/>
            </a:xfrm>
            <a:custGeom>
              <a:rect b="b" l="l" r="r" t="t"/>
              <a:pathLst>
                <a:path extrusionOk="0" h="16852" w="66910">
                  <a:moveTo>
                    <a:pt x="19090" y="4224"/>
                  </a:moveTo>
                  <a:cubicBezTo>
                    <a:pt x="12562" y="5285"/>
                    <a:pt x="6340" y="8372"/>
                    <a:pt x="0" y="10540"/>
                  </a:cubicBezTo>
                  <a:cubicBezTo>
                    <a:pt x="118" y="11931"/>
                    <a:pt x="212" y="13298"/>
                    <a:pt x="330" y="14688"/>
                  </a:cubicBezTo>
                  <a:cubicBezTo>
                    <a:pt x="12468" y="15490"/>
                    <a:pt x="24605" y="17045"/>
                    <a:pt x="36719" y="16833"/>
                  </a:cubicBezTo>
                  <a:cubicBezTo>
                    <a:pt x="44662" y="16715"/>
                    <a:pt x="52722" y="14547"/>
                    <a:pt x="60429" y="12285"/>
                  </a:cubicBezTo>
                  <a:cubicBezTo>
                    <a:pt x="63045" y="11530"/>
                    <a:pt x="64789" y="7736"/>
                    <a:pt x="66910" y="5308"/>
                  </a:cubicBezTo>
                  <a:cubicBezTo>
                    <a:pt x="64059" y="3446"/>
                    <a:pt x="61112" y="-160"/>
                    <a:pt x="58402" y="5"/>
                  </a:cubicBezTo>
                  <a:cubicBezTo>
                    <a:pt x="45251" y="807"/>
                    <a:pt x="32100" y="2127"/>
                    <a:pt x="19090" y="422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76" name="Google Shape;2876;p56"/>
            <p:cNvSpPr/>
            <p:nvPr/>
          </p:nvSpPr>
          <p:spPr>
            <a:xfrm>
              <a:off x="1155324" y="3913500"/>
              <a:ext cx="33592" cy="33118"/>
            </a:xfrm>
            <a:custGeom>
              <a:rect b="b" l="l" r="r" t="t"/>
              <a:pathLst>
                <a:path extrusionOk="0" h="33118" w="33592">
                  <a:moveTo>
                    <a:pt x="22248" y="3"/>
                  </a:moveTo>
                  <a:cubicBezTo>
                    <a:pt x="12091" y="-186"/>
                    <a:pt x="-23" y="9053"/>
                    <a:pt x="0" y="16925"/>
                  </a:cubicBezTo>
                  <a:cubicBezTo>
                    <a:pt x="24" y="24137"/>
                    <a:pt x="10182" y="32975"/>
                    <a:pt x="18525" y="33116"/>
                  </a:cubicBezTo>
                  <a:cubicBezTo>
                    <a:pt x="27528" y="33258"/>
                    <a:pt x="33326" y="26258"/>
                    <a:pt x="33585" y="14992"/>
                  </a:cubicBezTo>
                  <a:cubicBezTo>
                    <a:pt x="33797" y="5518"/>
                    <a:pt x="29720" y="144"/>
                    <a:pt x="22248" y="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77" name="Google Shape;2877;p56"/>
            <p:cNvSpPr/>
            <p:nvPr/>
          </p:nvSpPr>
          <p:spPr>
            <a:xfrm>
              <a:off x="614610" y="2571373"/>
              <a:ext cx="41969" cy="39442"/>
            </a:xfrm>
            <a:custGeom>
              <a:rect b="b" l="l" r="r" t="t"/>
              <a:pathLst>
                <a:path extrusionOk="0" h="39442" w="41969">
                  <a:moveTo>
                    <a:pt x="670" y="31900"/>
                  </a:moveTo>
                  <a:cubicBezTo>
                    <a:pt x="-861" y="35718"/>
                    <a:pt x="-37" y="39419"/>
                    <a:pt x="5973" y="39442"/>
                  </a:cubicBezTo>
                  <a:cubicBezTo>
                    <a:pt x="6704" y="39230"/>
                    <a:pt x="7906" y="39018"/>
                    <a:pt x="9037" y="38547"/>
                  </a:cubicBezTo>
                  <a:cubicBezTo>
                    <a:pt x="23320" y="32749"/>
                    <a:pt x="33831" y="22591"/>
                    <a:pt x="41279" y="9346"/>
                  </a:cubicBezTo>
                  <a:cubicBezTo>
                    <a:pt x="42575" y="7036"/>
                    <a:pt x="41632" y="3453"/>
                    <a:pt x="41726" y="460"/>
                  </a:cubicBezTo>
                  <a:cubicBezTo>
                    <a:pt x="38686" y="460"/>
                    <a:pt x="34821" y="-718"/>
                    <a:pt x="32770" y="696"/>
                  </a:cubicBezTo>
                  <a:cubicBezTo>
                    <a:pt x="24121" y="6635"/>
                    <a:pt x="15683" y="12999"/>
                    <a:pt x="7859" y="19998"/>
                  </a:cubicBezTo>
                  <a:cubicBezTo>
                    <a:pt x="4536" y="22968"/>
                    <a:pt x="2367" y="27635"/>
                    <a:pt x="670" y="3190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78" name="Google Shape;2878;p56"/>
            <p:cNvSpPr/>
            <p:nvPr/>
          </p:nvSpPr>
          <p:spPr>
            <a:xfrm>
              <a:off x="601629" y="3717698"/>
              <a:ext cx="41788" cy="33354"/>
            </a:xfrm>
            <a:custGeom>
              <a:rect b="b" l="l" r="r" t="t"/>
              <a:pathLst>
                <a:path extrusionOk="0" h="33354" w="41788">
                  <a:moveTo>
                    <a:pt x="6" y="6552"/>
                  </a:moveTo>
                  <a:cubicBezTo>
                    <a:pt x="760" y="17983"/>
                    <a:pt x="20298" y="34622"/>
                    <a:pt x="31729" y="33278"/>
                  </a:cubicBezTo>
                  <a:cubicBezTo>
                    <a:pt x="35146" y="32878"/>
                    <a:pt x="39082" y="30285"/>
                    <a:pt x="41156" y="27504"/>
                  </a:cubicBezTo>
                  <a:cubicBezTo>
                    <a:pt x="42429" y="25784"/>
                    <a:pt x="41651" y="20787"/>
                    <a:pt x="39977" y="18949"/>
                  </a:cubicBezTo>
                  <a:cubicBezTo>
                    <a:pt x="30739" y="8815"/>
                    <a:pt x="18648" y="3630"/>
                    <a:pt x="3706" y="0"/>
                  </a:cubicBezTo>
                  <a:cubicBezTo>
                    <a:pt x="2410" y="2145"/>
                    <a:pt x="-136" y="4454"/>
                    <a:pt x="6" y="655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79" name="Google Shape;2879;p56"/>
            <p:cNvSpPr/>
            <p:nvPr/>
          </p:nvSpPr>
          <p:spPr>
            <a:xfrm>
              <a:off x="205446" y="2886289"/>
              <a:ext cx="39182" cy="41739"/>
            </a:xfrm>
            <a:custGeom>
              <a:rect b="b" l="l" r="r" t="t"/>
              <a:pathLst>
                <a:path extrusionOk="0" h="41739" w="39182">
                  <a:moveTo>
                    <a:pt x="37857" y="10692"/>
                  </a:moveTo>
                  <a:cubicBezTo>
                    <a:pt x="38564" y="9137"/>
                    <a:pt x="38918" y="7440"/>
                    <a:pt x="39177" y="6615"/>
                  </a:cubicBezTo>
                  <a:cubicBezTo>
                    <a:pt x="39319" y="416"/>
                    <a:pt x="36443" y="-1493"/>
                    <a:pt x="30716" y="1171"/>
                  </a:cubicBezTo>
                  <a:cubicBezTo>
                    <a:pt x="16764" y="7699"/>
                    <a:pt x="6983" y="18587"/>
                    <a:pt x="643" y="32446"/>
                  </a:cubicBezTo>
                  <a:cubicBezTo>
                    <a:pt x="-535" y="34991"/>
                    <a:pt x="290" y="38455"/>
                    <a:pt x="172" y="41496"/>
                  </a:cubicBezTo>
                  <a:cubicBezTo>
                    <a:pt x="3377" y="41402"/>
                    <a:pt x="7195" y="42368"/>
                    <a:pt x="9717" y="41001"/>
                  </a:cubicBezTo>
                  <a:cubicBezTo>
                    <a:pt x="22491" y="34190"/>
                    <a:pt x="31871" y="23914"/>
                    <a:pt x="37857" y="1069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80" name="Google Shape;2880;p56"/>
            <p:cNvSpPr/>
            <p:nvPr/>
          </p:nvSpPr>
          <p:spPr>
            <a:xfrm>
              <a:off x="456519" y="3259342"/>
              <a:ext cx="27537" cy="63021"/>
            </a:xfrm>
            <a:custGeom>
              <a:rect b="b" l="l" r="r" t="t"/>
              <a:pathLst>
                <a:path extrusionOk="0" h="63021" w="27537">
                  <a:moveTo>
                    <a:pt x="1916" y="0"/>
                  </a:moveTo>
                  <a:cubicBezTo>
                    <a:pt x="1279" y="4337"/>
                    <a:pt x="-606" y="8909"/>
                    <a:pt x="195" y="12939"/>
                  </a:cubicBezTo>
                  <a:cubicBezTo>
                    <a:pt x="3518" y="29366"/>
                    <a:pt x="11178" y="44049"/>
                    <a:pt x="20346" y="57931"/>
                  </a:cubicBezTo>
                  <a:cubicBezTo>
                    <a:pt x="21595" y="59816"/>
                    <a:pt x="23433" y="61348"/>
                    <a:pt x="24989" y="63021"/>
                  </a:cubicBezTo>
                  <a:cubicBezTo>
                    <a:pt x="25625" y="62691"/>
                    <a:pt x="26238" y="62338"/>
                    <a:pt x="26874" y="62008"/>
                  </a:cubicBezTo>
                  <a:cubicBezTo>
                    <a:pt x="27110" y="60123"/>
                    <a:pt x="27581" y="58237"/>
                    <a:pt x="27534" y="56352"/>
                  </a:cubicBezTo>
                  <a:cubicBezTo>
                    <a:pt x="27134" y="38558"/>
                    <a:pt x="20652" y="22626"/>
                    <a:pt x="11720" y="7660"/>
                  </a:cubicBezTo>
                  <a:cubicBezTo>
                    <a:pt x="9764" y="4337"/>
                    <a:pt x="5262" y="2522"/>
                    <a:pt x="1916"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81" name="Google Shape;2881;p56"/>
            <p:cNvSpPr/>
            <p:nvPr/>
          </p:nvSpPr>
          <p:spPr>
            <a:xfrm>
              <a:off x="1059613" y="2484313"/>
              <a:ext cx="49611" cy="25818"/>
            </a:xfrm>
            <a:custGeom>
              <a:rect b="b" l="l" r="r" t="t"/>
              <a:pathLst>
                <a:path extrusionOk="0" h="25818" w="49611">
                  <a:moveTo>
                    <a:pt x="43413" y="10688"/>
                  </a:moveTo>
                  <a:cubicBezTo>
                    <a:pt x="33773" y="3334"/>
                    <a:pt x="22555" y="-719"/>
                    <a:pt x="10323" y="106"/>
                  </a:cubicBezTo>
                  <a:cubicBezTo>
                    <a:pt x="6764" y="341"/>
                    <a:pt x="3441" y="3712"/>
                    <a:pt x="0" y="5644"/>
                  </a:cubicBezTo>
                  <a:cubicBezTo>
                    <a:pt x="2239" y="8684"/>
                    <a:pt x="3818" y="13233"/>
                    <a:pt x="6811" y="14506"/>
                  </a:cubicBezTo>
                  <a:cubicBezTo>
                    <a:pt x="17087" y="18913"/>
                    <a:pt x="27858" y="22165"/>
                    <a:pt x="38346" y="25819"/>
                  </a:cubicBezTo>
                  <a:cubicBezTo>
                    <a:pt x="42988" y="23674"/>
                    <a:pt x="46288" y="22142"/>
                    <a:pt x="49611" y="20610"/>
                  </a:cubicBezTo>
                  <a:cubicBezTo>
                    <a:pt x="47584" y="17240"/>
                    <a:pt x="46312" y="12880"/>
                    <a:pt x="43413" y="1068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82" name="Google Shape;2882;p56"/>
            <p:cNvSpPr/>
            <p:nvPr/>
          </p:nvSpPr>
          <p:spPr>
            <a:xfrm>
              <a:off x="1216188" y="3885281"/>
              <a:ext cx="33982" cy="29824"/>
            </a:xfrm>
            <a:custGeom>
              <a:rect b="b" l="l" r="r" t="t"/>
              <a:pathLst>
                <a:path extrusionOk="0" h="29824" w="33982">
                  <a:moveTo>
                    <a:pt x="18867" y="270"/>
                  </a:moveTo>
                  <a:cubicBezTo>
                    <a:pt x="10170" y="1849"/>
                    <a:pt x="4208" y="7246"/>
                    <a:pt x="1144" y="15448"/>
                  </a:cubicBezTo>
                  <a:cubicBezTo>
                    <a:pt x="-2014" y="23862"/>
                    <a:pt x="1379" y="28340"/>
                    <a:pt x="11184" y="29825"/>
                  </a:cubicBezTo>
                  <a:cubicBezTo>
                    <a:pt x="17217" y="26808"/>
                    <a:pt x="23604" y="24333"/>
                    <a:pt x="29143" y="20562"/>
                  </a:cubicBezTo>
                  <a:cubicBezTo>
                    <a:pt x="33762" y="17404"/>
                    <a:pt x="35365" y="11936"/>
                    <a:pt x="32678" y="6657"/>
                  </a:cubicBezTo>
                  <a:cubicBezTo>
                    <a:pt x="29921" y="1260"/>
                    <a:pt x="24688" y="-791"/>
                    <a:pt x="18867" y="27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83" name="Google Shape;2883;p56"/>
            <p:cNvSpPr/>
            <p:nvPr/>
          </p:nvSpPr>
          <p:spPr>
            <a:xfrm>
              <a:off x="177611" y="3034557"/>
              <a:ext cx="27300" cy="35124"/>
            </a:xfrm>
            <a:custGeom>
              <a:rect b="b" l="l" r="r" t="t"/>
              <a:pathLst>
                <a:path extrusionOk="0" h="35124" w="27300">
                  <a:moveTo>
                    <a:pt x="10590" y="4021"/>
                  </a:moveTo>
                  <a:cubicBezTo>
                    <a:pt x="6772" y="7627"/>
                    <a:pt x="3567" y="12270"/>
                    <a:pt x="1304" y="17031"/>
                  </a:cubicBezTo>
                  <a:cubicBezTo>
                    <a:pt x="-1925" y="23819"/>
                    <a:pt x="1116" y="30866"/>
                    <a:pt x="7408" y="33812"/>
                  </a:cubicBezTo>
                  <a:cubicBezTo>
                    <a:pt x="13984" y="36875"/>
                    <a:pt x="20347" y="34542"/>
                    <a:pt x="23741" y="27189"/>
                  </a:cubicBezTo>
                  <a:cubicBezTo>
                    <a:pt x="25556" y="23253"/>
                    <a:pt x="26310" y="18822"/>
                    <a:pt x="27300" y="15452"/>
                  </a:cubicBezTo>
                  <a:cubicBezTo>
                    <a:pt x="26782" y="12482"/>
                    <a:pt x="26593" y="10503"/>
                    <a:pt x="26098" y="8641"/>
                  </a:cubicBezTo>
                  <a:cubicBezTo>
                    <a:pt x="23529" y="-787"/>
                    <a:pt x="17731" y="-2766"/>
                    <a:pt x="10590" y="402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84" name="Google Shape;2884;p56"/>
            <p:cNvSpPr/>
            <p:nvPr/>
          </p:nvSpPr>
          <p:spPr>
            <a:xfrm>
              <a:off x="703551" y="3938976"/>
              <a:ext cx="27543" cy="34163"/>
            </a:xfrm>
            <a:custGeom>
              <a:rect b="b" l="l" r="r" t="t"/>
              <a:pathLst>
                <a:path extrusionOk="0" h="34163" w="27543">
                  <a:moveTo>
                    <a:pt x="11895" y="970"/>
                  </a:moveTo>
                  <a:cubicBezTo>
                    <a:pt x="7370" y="-1387"/>
                    <a:pt x="4329" y="829"/>
                    <a:pt x="2161" y="4623"/>
                  </a:cubicBezTo>
                  <a:cubicBezTo>
                    <a:pt x="-2058" y="11953"/>
                    <a:pt x="87" y="27037"/>
                    <a:pt x="6969" y="31892"/>
                  </a:cubicBezTo>
                  <a:cubicBezTo>
                    <a:pt x="9962" y="33989"/>
                    <a:pt x="15618" y="34885"/>
                    <a:pt x="18824" y="33494"/>
                  </a:cubicBezTo>
                  <a:cubicBezTo>
                    <a:pt x="22713" y="31821"/>
                    <a:pt x="25305" y="27131"/>
                    <a:pt x="27544" y="24727"/>
                  </a:cubicBezTo>
                  <a:cubicBezTo>
                    <a:pt x="25211" y="13014"/>
                    <a:pt x="20591" y="5519"/>
                    <a:pt x="11895" y="97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85" name="Google Shape;2885;p56"/>
            <p:cNvSpPr/>
            <p:nvPr/>
          </p:nvSpPr>
          <p:spPr>
            <a:xfrm>
              <a:off x="392632" y="3641995"/>
              <a:ext cx="27649" cy="35120"/>
            </a:xfrm>
            <a:custGeom>
              <a:rect b="b" l="l" r="r" t="t"/>
              <a:pathLst>
                <a:path extrusionOk="0" h="35120" w="27649">
                  <a:moveTo>
                    <a:pt x="14023" y="2029"/>
                  </a:moveTo>
                  <a:cubicBezTo>
                    <a:pt x="9993" y="-2001"/>
                    <a:pt x="4431" y="332"/>
                    <a:pt x="2310" y="5870"/>
                  </a:cubicBezTo>
                  <a:cubicBezTo>
                    <a:pt x="1273" y="8581"/>
                    <a:pt x="919" y="11574"/>
                    <a:pt x="0" y="15580"/>
                  </a:cubicBezTo>
                  <a:cubicBezTo>
                    <a:pt x="1461" y="19681"/>
                    <a:pt x="2640" y="24796"/>
                    <a:pt x="5020" y="29227"/>
                  </a:cubicBezTo>
                  <a:cubicBezTo>
                    <a:pt x="7943" y="34647"/>
                    <a:pt x="13033" y="36391"/>
                    <a:pt x="18996" y="34199"/>
                  </a:cubicBezTo>
                  <a:cubicBezTo>
                    <a:pt x="24912" y="32031"/>
                    <a:pt x="29460" y="25503"/>
                    <a:pt x="26939" y="20200"/>
                  </a:cubicBezTo>
                  <a:cubicBezTo>
                    <a:pt x="23804" y="13577"/>
                    <a:pt x="19255" y="7237"/>
                    <a:pt x="14023" y="20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86" name="Google Shape;2886;p56"/>
            <p:cNvSpPr/>
            <p:nvPr/>
          </p:nvSpPr>
          <p:spPr>
            <a:xfrm>
              <a:off x="487847" y="3196528"/>
              <a:ext cx="26544" cy="35131"/>
            </a:xfrm>
            <a:custGeom>
              <a:rect b="b" l="l" r="r" t="t"/>
              <a:pathLst>
                <a:path extrusionOk="0" h="35131" w="26544">
                  <a:moveTo>
                    <a:pt x="17959" y="34321"/>
                  </a:moveTo>
                  <a:cubicBezTo>
                    <a:pt x="24370" y="32035"/>
                    <a:pt x="28423" y="25930"/>
                    <a:pt x="25666" y="19213"/>
                  </a:cubicBezTo>
                  <a:cubicBezTo>
                    <a:pt x="23120" y="12944"/>
                    <a:pt x="18666" y="7005"/>
                    <a:pt x="13740" y="2315"/>
                  </a:cubicBezTo>
                  <a:cubicBezTo>
                    <a:pt x="8838" y="-2351"/>
                    <a:pt x="2687" y="430"/>
                    <a:pt x="943" y="7147"/>
                  </a:cubicBezTo>
                  <a:cubicBezTo>
                    <a:pt x="330" y="9503"/>
                    <a:pt x="424" y="12025"/>
                    <a:pt x="0" y="16220"/>
                  </a:cubicBezTo>
                  <a:cubicBezTo>
                    <a:pt x="707" y="18860"/>
                    <a:pt x="1296" y="23291"/>
                    <a:pt x="3040" y="27227"/>
                  </a:cubicBezTo>
                  <a:cubicBezTo>
                    <a:pt x="6222" y="34226"/>
                    <a:pt x="11690" y="36536"/>
                    <a:pt x="17959" y="3432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87" name="Google Shape;2887;p56"/>
            <p:cNvSpPr/>
            <p:nvPr/>
          </p:nvSpPr>
          <p:spPr>
            <a:xfrm>
              <a:off x="1054659" y="3920419"/>
              <a:ext cx="34603" cy="26311"/>
            </a:xfrm>
            <a:custGeom>
              <a:rect b="b" l="l" r="r" t="t"/>
              <a:pathLst>
                <a:path extrusionOk="0" h="26311" w="34603">
                  <a:moveTo>
                    <a:pt x="27981" y="1167"/>
                  </a:moveTo>
                  <a:cubicBezTo>
                    <a:pt x="20462" y="-836"/>
                    <a:pt x="12756" y="-482"/>
                    <a:pt x="5874" y="3972"/>
                  </a:cubicBezTo>
                  <a:cubicBezTo>
                    <a:pt x="-2352" y="9299"/>
                    <a:pt x="-1833" y="20493"/>
                    <a:pt x="6769" y="25160"/>
                  </a:cubicBezTo>
                  <a:cubicBezTo>
                    <a:pt x="15631" y="29968"/>
                    <a:pt x="34368" y="18938"/>
                    <a:pt x="34603" y="6635"/>
                  </a:cubicBezTo>
                  <a:cubicBezTo>
                    <a:pt x="33119" y="5339"/>
                    <a:pt x="30903" y="1922"/>
                    <a:pt x="27981" y="11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88" name="Google Shape;2888;p56"/>
            <p:cNvSpPr/>
            <p:nvPr/>
          </p:nvSpPr>
          <p:spPr>
            <a:xfrm>
              <a:off x="1017722" y="3345274"/>
              <a:ext cx="18939" cy="46993"/>
            </a:xfrm>
            <a:custGeom>
              <a:rect b="b" l="l" r="r" t="t"/>
              <a:pathLst>
                <a:path extrusionOk="0" h="46993" w="18939">
                  <a:moveTo>
                    <a:pt x="14034" y="46994"/>
                  </a:moveTo>
                  <a:cubicBezTo>
                    <a:pt x="14693" y="46051"/>
                    <a:pt x="15919" y="45132"/>
                    <a:pt x="15990" y="44118"/>
                  </a:cubicBezTo>
                  <a:cubicBezTo>
                    <a:pt x="17145" y="30873"/>
                    <a:pt x="18582" y="17651"/>
                    <a:pt x="18936" y="4382"/>
                  </a:cubicBezTo>
                  <a:cubicBezTo>
                    <a:pt x="19077" y="-1180"/>
                    <a:pt x="14788" y="-732"/>
                    <a:pt x="11040" y="1790"/>
                  </a:cubicBezTo>
                  <a:cubicBezTo>
                    <a:pt x="-4868" y="12513"/>
                    <a:pt x="-3336" y="37519"/>
                    <a:pt x="14034" y="469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89" name="Google Shape;2889;p56"/>
            <p:cNvSpPr/>
            <p:nvPr/>
          </p:nvSpPr>
          <p:spPr>
            <a:xfrm>
              <a:off x="663655" y="3166531"/>
              <a:ext cx="22848" cy="48833"/>
            </a:xfrm>
            <a:custGeom>
              <a:rect b="b" l="l" r="r" t="t"/>
              <a:pathLst>
                <a:path extrusionOk="0" h="48833" w="22848">
                  <a:moveTo>
                    <a:pt x="271" y="754"/>
                  </a:moveTo>
                  <a:cubicBezTo>
                    <a:pt x="271" y="7283"/>
                    <a:pt x="-437" y="13905"/>
                    <a:pt x="436" y="20316"/>
                  </a:cubicBezTo>
                  <a:cubicBezTo>
                    <a:pt x="1802" y="30309"/>
                    <a:pt x="3711" y="40420"/>
                    <a:pt x="13209" y="46665"/>
                  </a:cubicBezTo>
                  <a:cubicBezTo>
                    <a:pt x="19149" y="50577"/>
                    <a:pt x="22849" y="49234"/>
                    <a:pt x="22849" y="42329"/>
                  </a:cubicBezTo>
                  <a:cubicBezTo>
                    <a:pt x="22872" y="25336"/>
                    <a:pt x="12974" y="12845"/>
                    <a:pt x="4065" y="0"/>
                  </a:cubicBezTo>
                  <a:cubicBezTo>
                    <a:pt x="2816" y="259"/>
                    <a:pt x="1543" y="519"/>
                    <a:pt x="271" y="75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90" name="Google Shape;2890;p56"/>
            <p:cNvSpPr/>
            <p:nvPr/>
          </p:nvSpPr>
          <p:spPr>
            <a:xfrm>
              <a:off x="1365507" y="3612300"/>
              <a:ext cx="34833" cy="38957"/>
            </a:xfrm>
            <a:custGeom>
              <a:rect b="b" l="l" r="r" t="t"/>
              <a:pathLst>
                <a:path extrusionOk="0" h="38957" w="34833">
                  <a:moveTo>
                    <a:pt x="988" y="29837"/>
                  </a:moveTo>
                  <a:cubicBezTo>
                    <a:pt x="-285" y="31487"/>
                    <a:pt x="-332" y="35635"/>
                    <a:pt x="870" y="37214"/>
                  </a:cubicBezTo>
                  <a:cubicBezTo>
                    <a:pt x="2025" y="38723"/>
                    <a:pt x="5819" y="39312"/>
                    <a:pt x="8035" y="38746"/>
                  </a:cubicBezTo>
                  <a:cubicBezTo>
                    <a:pt x="21728" y="35235"/>
                    <a:pt x="34997" y="16616"/>
                    <a:pt x="34832" y="0"/>
                  </a:cubicBezTo>
                  <a:cubicBezTo>
                    <a:pt x="21209" y="8555"/>
                    <a:pt x="10062" y="18077"/>
                    <a:pt x="988" y="2983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91" name="Google Shape;2891;p56"/>
            <p:cNvSpPr/>
            <p:nvPr/>
          </p:nvSpPr>
          <p:spPr>
            <a:xfrm>
              <a:off x="852306" y="3967506"/>
              <a:ext cx="34710" cy="20637"/>
            </a:xfrm>
            <a:custGeom>
              <a:rect b="b" l="l" r="r" t="t"/>
              <a:pathLst>
                <a:path extrusionOk="0" h="20637" w="34710">
                  <a:moveTo>
                    <a:pt x="1321" y="8806"/>
                  </a:moveTo>
                  <a:cubicBezTo>
                    <a:pt x="-1012" y="13072"/>
                    <a:pt x="-470" y="16536"/>
                    <a:pt x="4691" y="17880"/>
                  </a:cubicBezTo>
                  <a:cubicBezTo>
                    <a:pt x="9193" y="19035"/>
                    <a:pt x="13788" y="19742"/>
                    <a:pt x="18314" y="20637"/>
                  </a:cubicBezTo>
                  <a:cubicBezTo>
                    <a:pt x="21637" y="20072"/>
                    <a:pt x="24889" y="19907"/>
                    <a:pt x="27859" y="18940"/>
                  </a:cubicBezTo>
                  <a:cubicBezTo>
                    <a:pt x="35518" y="16466"/>
                    <a:pt x="36933" y="9749"/>
                    <a:pt x="31205" y="4257"/>
                  </a:cubicBezTo>
                  <a:cubicBezTo>
                    <a:pt x="23522" y="-3096"/>
                    <a:pt x="6412" y="-503"/>
                    <a:pt x="1321" y="880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92" name="Google Shape;2892;p56"/>
            <p:cNvSpPr/>
            <p:nvPr/>
          </p:nvSpPr>
          <p:spPr>
            <a:xfrm>
              <a:off x="802710" y="3663838"/>
              <a:ext cx="31291" cy="26580"/>
            </a:xfrm>
            <a:custGeom>
              <a:rect b="b" l="l" r="r" t="t"/>
              <a:pathLst>
                <a:path extrusionOk="0" h="26580" w="31291">
                  <a:moveTo>
                    <a:pt x="22777" y="26567"/>
                  </a:moveTo>
                  <a:cubicBezTo>
                    <a:pt x="30318" y="26874"/>
                    <a:pt x="33476" y="21830"/>
                    <a:pt x="29682" y="14924"/>
                  </a:cubicBezTo>
                  <a:cubicBezTo>
                    <a:pt x="25133" y="6676"/>
                    <a:pt x="17827" y="1821"/>
                    <a:pt x="8612" y="171"/>
                  </a:cubicBezTo>
                  <a:cubicBezTo>
                    <a:pt x="2084" y="-984"/>
                    <a:pt x="-1593" y="3871"/>
                    <a:pt x="670" y="10187"/>
                  </a:cubicBezTo>
                  <a:cubicBezTo>
                    <a:pt x="3521" y="18153"/>
                    <a:pt x="14433" y="26214"/>
                    <a:pt x="22777" y="265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93" name="Google Shape;2893;p56"/>
            <p:cNvSpPr/>
            <p:nvPr/>
          </p:nvSpPr>
          <p:spPr>
            <a:xfrm>
              <a:off x="770993" y="2664950"/>
              <a:ext cx="26730" cy="26539"/>
            </a:xfrm>
            <a:custGeom>
              <a:rect b="b" l="l" r="r" t="t"/>
              <a:pathLst>
                <a:path extrusionOk="0" h="26539" w="26730">
                  <a:moveTo>
                    <a:pt x="13390" y="1"/>
                  </a:moveTo>
                  <a:cubicBezTo>
                    <a:pt x="6461" y="95"/>
                    <a:pt x="145" y="6317"/>
                    <a:pt x="3" y="13176"/>
                  </a:cubicBezTo>
                  <a:cubicBezTo>
                    <a:pt x="-162" y="20553"/>
                    <a:pt x="6037" y="26586"/>
                    <a:pt x="13673" y="26539"/>
                  </a:cubicBezTo>
                  <a:cubicBezTo>
                    <a:pt x="21262" y="26492"/>
                    <a:pt x="26659" y="21165"/>
                    <a:pt x="26730" y="13647"/>
                  </a:cubicBezTo>
                  <a:cubicBezTo>
                    <a:pt x="26800" y="5987"/>
                    <a:pt x="20861" y="-93"/>
                    <a:pt x="13390" y="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94" name="Google Shape;2894;p56"/>
            <p:cNvSpPr/>
            <p:nvPr/>
          </p:nvSpPr>
          <p:spPr>
            <a:xfrm>
              <a:off x="317727" y="2940566"/>
              <a:ext cx="21710" cy="34107"/>
            </a:xfrm>
            <a:custGeom>
              <a:rect b="b" l="l" r="r" t="t"/>
              <a:pathLst>
                <a:path extrusionOk="0" h="34107" w="21710">
                  <a:moveTo>
                    <a:pt x="52" y="13450"/>
                  </a:moveTo>
                  <a:cubicBezTo>
                    <a:pt x="-585" y="21675"/>
                    <a:pt x="4765" y="27119"/>
                    <a:pt x="10280" y="32069"/>
                  </a:cubicBezTo>
                  <a:cubicBezTo>
                    <a:pt x="14145" y="35533"/>
                    <a:pt x="17728" y="34520"/>
                    <a:pt x="19142" y="29500"/>
                  </a:cubicBezTo>
                  <a:cubicBezTo>
                    <a:pt x="20509" y="24598"/>
                    <a:pt x="21075" y="19460"/>
                    <a:pt x="21711" y="15948"/>
                  </a:cubicBezTo>
                  <a:cubicBezTo>
                    <a:pt x="21711" y="5672"/>
                    <a:pt x="18600" y="370"/>
                    <a:pt x="13344" y="16"/>
                  </a:cubicBezTo>
                  <a:cubicBezTo>
                    <a:pt x="7287" y="-361"/>
                    <a:pt x="641" y="5979"/>
                    <a:pt x="52" y="134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95" name="Google Shape;2895;p56"/>
            <p:cNvSpPr/>
            <p:nvPr/>
          </p:nvSpPr>
          <p:spPr>
            <a:xfrm>
              <a:off x="1176150" y="3654684"/>
              <a:ext cx="26138" cy="31666"/>
            </a:xfrm>
            <a:custGeom>
              <a:rect b="b" l="l" r="r" t="t"/>
              <a:pathLst>
                <a:path extrusionOk="0" h="31666" w="26138">
                  <a:moveTo>
                    <a:pt x="15116" y="1477"/>
                  </a:moveTo>
                  <a:cubicBezTo>
                    <a:pt x="6843" y="5884"/>
                    <a:pt x="1564" y="12790"/>
                    <a:pt x="173" y="22241"/>
                  </a:cubicBezTo>
                  <a:cubicBezTo>
                    <a:pt x="-981" y="30018"/>
                    <a:pt x="3756" y="33883"/>
                    <a:pt x="10755" y="30348"/>
                  </a:cubicBezTo>
                  <a:cubicBezTo>
                    <a:pt x="19617" y="25894"/>
                    <a:pt x="24944" y="18446"/>
                    <a:pt x="26122" y="9443"/>
                  </a:cubicBezTo>
                  <a:cubicBezTo>
                    <a:pt x="26452" y="935"/>
                    <a:pt x="21856" y="-2105"/>
                    <a:pt x="15116" y="147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96" name="Google Shape;2896;p56"/>
            <p:cNvSpPr/>
            <p:nvPr/>
          </p:nvSpPr>
          <p:spPr>
            <a:xfrm>
              <a:off x="839036" y="3893445"/>
              <a:ext cx="26399" cy="26403"/>
            </a:xfrm>
            <a:custGeom>
              <a:rect b="b" l="l" r="r" t="t"/>
              <a:pathLst>
                <a:path extrusionOk="0" h="26403" w="26399">
                  <a:moveTo>
                    <a:pt x="26399" y="13223"/>
                  </a:moveTo>
                  <a:cubicBezTo>
                    <a:pt x="26304" y="6011"/>
                    <a:pt x="20365" y="96"/>
                    <a:pt x="13106" y="1"/>
                  </a:cubicBezTo>
                  <a:cubicBezTo>
                    <a:pt x="5588" y="-93"/>
                    <a:pt x="120" y="5328"/>
                    <a:pt x="2" y="12940"/>
                  </a:cubicBezTo>
                  <a:cubicBezTo>
                    <a:pt x="-116" y="20977"/>
                    <a:pt x="4716" y="26185"/>
                    <a:pt x="12446" y="26398"/>
                  </a:cubicBezTo>
                  <a:cubicBezTo>
                    <a:pt x="20106" y="26610"/>
                    <a:pt x="26469" y="20576"/>
                    <a:pt x="26399" y="13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97" name="Google Shape;2897;p56"/>
            <p:cNvSpPr/>
            <p:nvPr/>
          </p:nvSpPr>
          <p:spPr>
            <a:xfrm>
              <a:off x="318149" y="3481100"/>
              <a:ext cx="22938" cy="32891"/>
            </a:xfrm>
            <a:custGeom>
              <a:rect b="b" l="l" r="r" t="t"/>
              <a:pathLst>
                <a:path extrusionOk="0" h="32891" w="22938">
                  <a:moveTo>
                    <a:pt x="13606" y="161"/>
                  </a:moveTo>
                  <a:cubicBezTo>
                    <a:pt x="10895" y="-923"/>
                    <a:pt x="4273" y="3696"/>
                    <a:pt x="1704" y="7349"/>
                  </a:cubicBezTo>
                  <a:cubicBezTo>
                    <a:pt x="-3387" y="14608"/>
                    <a:pt x="3731" y="30800"/>
                    <a:pt x="12498" y="32850"/>
                  </a:cubicBezTo>
                  <a:cubicBezTo>
                    <a:pt x="14218" y="33251"/>
                    <a:pt x="18037" y="30635"/>
                    <a:pt x="18673" y="28702"/>
                  </a:cubicBezTo>
                  <a:cubicBezTo>
                    <a:pt x="20275" y="23870"/>
                    <a:pt x="20605" y="18615"/>
                    <a:pt x="21454" y="13524"/>
                  </a:cubicBezTo>
                  <a:cubicBezTo>
                    <a:pt x="21949" y="13100"/>
                    <a:pt x="22444" y="12699"/>
                    <a:pt x="22939" y="12275"/>
                  </a:cubicBezTo>
                  <a:cubicBezTo>
                    <a:pt x="19922" y="8009"/>
                    <a:pt x="17683" y="1787"/>
                    <a:pt x="13606" y="16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98" name="Google Shape;2898;p56"/>
            <p:cNvSpPr/>
            <p:nvPr/>
          </p:nvSpPr>
          <p:spPr>
            <a:xfrm>
              <a:off x="447145" y="3206317"/>
              <a:ext cx="21267" cy="32733"/>
            </a:xfrm>
            <a:custGeom>
              <a:rect b="b" l="l" r="r" t="t"/>
              <a:pathLst>
                <a:path extrusionOk="0" h="32733" w="21267">
                  <a:moveTo>
                    <a:pt x="9144" y="67"/>
                  </a:moveTo>
                  <a:cubicBezTo>
                    <a:pt x="7424" y="-428"/>
                    <a:pt x="3441" y="1906"/>
                    <a:pt x="2734" y="3768"/>
                  </a:cubicBezTo>
                  <a:cubicBezTo>
                    <a:pt x="1037" y="8293"/>
                    <a:pt x="660" y="13313"/>
                    <a:pt x="0" y="16848"/>
                  </a:cubicBezTo>
                  <a:cubicBezTo>
                    <a:pt x="236" y="19723"/>
                    <a:pt x="-71" y="21420"/>
                    <a:pt x="589" y="22622"/>
                  </a:cubicBezTo>
                  <a:cubicBezTo>
                    <a:pt x="2569" y="26299"/>
                    <a:pt x="5020" y="32804"/>
                    <a:pt x="7070" y="32733"/>
                  </a:cubicBezTo>
                  <a:cubicBezTo>
                    <a:pt x="11218" y="32568"/>
                    <a:pt x="16404" y="29716"/>
                    <a:pt x="19020" y="26322"/>
                  </a:cubicBezTo>
                  <a:cubicBezTo>
                    <a:pt x="24817" y="18757"/>
                    <a:pt x="18642" y="2825"/>
                    <a:pt x="9144" y="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899" name="Google Shape;2899;p56"/>
            <p:cNvSpPr/>
            <p:nvPr/>
          </p:nvSpPr>
          <p:spPr>
            <a:xfrm>
              <a:off x="1418322" y="3503319"/>
              <a:ext cx="21332" cy="32965"/>
            </a:xfrm>
            <a:custGeom>
              <a:rect b="b" l="l" r="r" t="t"/>
              <a:pathLst>
                <a:path extrusionOk="0" h="32965" w="21332">
                  <a:moveTo>
                    <a:pt x="9121" y="49"/>
                  </a:moveTo>
                  <a:cubicBezTo>
                    <a:pt x="7283" y="-375"/>
                    <a:pt x="3464" y="2052"/>
                    <a:pt x="2663" y="4008"/>
                  </a:cubicBezTo>
                  <a:cubicBezTo>
                    <a:pt x="1013" y="7991"/>
                    <a:pt x="801" y="12587"/>
                    <a:pt x="0" y="16924"/>
                  </a:cubicBezTo>
                  <a:cubicBezTo>
                    <a:pt x="236" y="16971"/>
                    <a:pt x="448" y="16994"/>
                    <a:pt x="683" y="17042"/>
                  </a:cubicBezTo>
                  <a:cubicBezTo>
                    <a:pt x="683" y="19257"/>
                    <a:pt x="0" y="21802"/>
                    <a:pt x="825" y="23641"/>
                  </a:cubicBezTo>
                  <a:cubicBezTo>
                    <a:pt x="2333" y="27034"/>
                    <a:pt x="4148" y="31748"/>
                    <a:pt x="6929" y="32738"/>
                  </a:cubicBezTo>
                  <a:cubicBezTo>
                    <a:pt x="9639" y="33681"/>
                    <a:pt x="14589" y="31536"/>
                    <a:pt x="17111" y="29179"/>
                  </a:cubicBezTo>
                  <a:cubicBezTo>
                    <a:pt x="25595" y="21260"/>
                    <a:pt x="20457" y="2618"/>
                    <a:pt x="9121" y="4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900" name="Google Shape;2900;p56"/>
            <p:cNvSpPr/>
            <p:nvPr/>
          </p:nvSpPr>
          <p:spPr>
            <a:xfrm>
              <a:off x="1431953" y="3262303"/>
              <a:ext cx="26036" cy="32364"/>
            </a:xfrm>
            <a:custGeom>
              <a:rect b="b" l="l" r="r" t="t"/>
              <a:pathLst>
                <a:path extrusionOk="0" h="32364" w="26036">
                  <a:moveTo>
                    <a:pt x="5907" y="32"/>
                  </a:moveTo>
                  <a:cubicBezTo>
                    <a:pt x="4281" y="-227"/>
                    <a:pt x="1335" y="1117"/>
                    <a:pt x="745" y="2483"/>
                  </a:cubicBezTo>
                  <a:cubicBezTo>
                    <a:pt x="-2884" y="11133"/>
                    <a:pt x="7439" y="29988"/>
                    <a:pt x="16630" y="32085"/>
                  </a:cubicBezTo>
                  <a:cubicBezTo>
                    <a:pt x="22122" y="33334"/>
                    <a:pt x="26152" y="30294"/>
                    <a:pt x="26034" y="24944"/>
                  </a:cubicBezTo>
                  <a:cubicBezTo>
                    <a:pt x="25893" y="17355"/>
                    <a:pt x="13095" y="1140"/>
                    <a:pt x="5907" y="3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901" name="Google Shape;2901;p56"/>
            <p:cNvSpPr/>
            <p:nvPr/>
          </p:nvSpPr>
          <p:spPr>
            <a:xfrm>
              <a:off x="354326" y="3574809"/>
              <a:ext cx="18359" cy="48497"/>
            </a:xfrm>
            <a:custGeom>
              <a:rect b="b" l="l" r="r" t="t"/>
              <a:pathLst>
                <a:path extrusionOk="0" h="48497" w="18359">
                  <a:moveTo>
                    <a:pt x="3118" y="41"/>
                  </a:moveTo>
                  <a:cubicBezTo>
                    <a:pt x="1892" y="348"/>
                    <a:pt x="643" y="2869"/>
                    <a:pt x="408" y="4566"/>
                  </a:cubicBezTo>
                  <a:cubicBezTo>
                    <a:pt x="-1643" y="19862"/>
                    <a:pt x="4296" y="32895"/>
                    <a:pt x="12498" y="45174"/>
                  </a:cubicBezTo>
                  <a:cubicBezTo>
                    <a:pt x="13300" y="46353"/>
                    <a:pt x="15161" y="46824"/>
                    <a:pt x="18013" y="48497"/>
                  </a:cubicBezTo>
                  <a:cubicBezTo>
                    <a:pt x="19569" y="30868"/>
                    <a:pt x="15845" y="16209"/>
                    <a:pt x="7785" y="2563"/>
                  </a:cubicBezTo>
                  <a:cubicBezTo>
                    <a:pt x="6960" y="1196"/>
                    <a:pt x="4414" y="-265"/>
                    <a:pt x="3118" y="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902" name="Google Shape;2902;p56"/>
            <p:cNvSpPr/>
            <p:nvPr/>
          </p:nvSpPr>
          <p:spPr>
            <a:xfrm>
              <a:off x="393407" y="3572107"/>
              <a:ext cx="24734" cy="31189"/>
            </a:xfrm>
            <a:custGeom>
              <a:rect b="b" l="l" r="r" t="t"/>
              <a:pathLst>
                <a:path extrusionOk="0" h="31189" w="24734">
                  <a:moveTo>
                    <a:pt x="8134" y="1871"/>
                  </a:moveTo>
                  <a:cubicBezTo>
                    <a:pt x="3538" y="-2112"/>
                    <a:pt x="-115" y="480"/>
                    <a:pt x="3" y="7598"/>
                  </a:cubicBezTo>
                  <a:cubicBezTo>
                    <a:pt x="1228" y="15564"/>
                    <a:pt x="3184" y="24567"/>
                    <a:pt x="11033" y="29823"/>
                  </a:cubicBezTo>
                  <a:cubicBezTo>
                    <a:pt x="14238" y="31968"/>
                    <a:pt x="19612" y="30836"/>
                    <a:pt x="23972" y="31190"/>
                  </a:cubicBezTo>
                  <a:cubicBezTo>
                    <a:pt x="24066" y="27348"/>
                    <a:pt x="25669" y="22517"/>
                    <a:pt x="23925" y="19901"/>
                  </a:cubicBezTo>
                  <a:cubicBezTo>
                    <a:pt x="19517" y="13278"/>
                    <a:pt x="14144" y="7080"/>
                    <a:pt x="8134" y="187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903" name="Google Shape;2903;p56"/>
            <p:cNvSpPr/>
            <p:nvPr/>
          </p:nvSpPr>
          <p:spPr>
            <a:xfrm>
              <a:off x="357392" y="3513644"/>
              <a:ext cx="21384" cy="27248"/>
            </a:xfrm>
            <a:custGeom>
              <a:rect b="b" l="l" r="r" t="t"/>
              <a:pathLst>
                <a:path extrusionOk="0" h="27248" w="21384">
                  <a:moveTo>
                    <a:pt x="9574" y="0"/>
                  </a:moveTo>
                  <a:cubicBezTo>
                    <a:pt x="1938" y="1791"/>
                    <a:pt x="-1974" y="6717"/>
                    <a:pt x="995" y="12043"/>
                  </a:cubicBezTo>
                  <a:cubicBezTo>
                    <a:pt x="4012" y="17464"/>
                    <a:pt x="8514" y="22154"/>
                    <a:pt x="12897" y="26656"/>
                  </a:cubicBezTo>
                  <a:cubicBezTo>
                    <a:pt x="13934" y="27716"/>
                    <a:pt x="18884" y="27127"/>
                    <a:pt x="18978" y="26632"/>
                  </a:cubicBezTo>
                  <a:cubicBezTo>
                    <a:pt x="20109" y="21353"/>
                    <a:pt x="22442" y="15296"/>
                    <a:pt x="20840" y="10747"/>
                  </a:cubicBezTo>
                  <a:cubicBezTo>
                    <a:pt x="19308" y="6387"/>
                    <a:pt x="13510" y="3512"/>
                    <a:pt x="9574"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904" name="Google Shape;2904;p56"/>
            <p:cNvSpPr/>
            <p:nvPr/>
          </p:nvSpPr>
          <p:spPr>
            <a:xfrm>
              <a:off x="424681" y="3070160"/>
              <a:ext cx="22181" cy="26364"/>
            </a:xfrm>
            <a:custGeom>
              <a:rect b="b" l="l" r="r" t="t"/>
              <a:pathLst>
                <a:path extrusionOk="0" h="26364" w="22181">
                  <a:moveTo>
                    <a:pt x="946" y="9428"/>
                  </a:moveTo>
                  <a:cubicBezTo>
                    <a:pt x="3397" y="14377"/>
                    <a:pt x="6814" y="19114"/>
                    <a:pt x="10703" y="23050"/>
                  </a:cubicBezTo>
                  <a:cubicBezTo>
                    <a:pt x="16147" y="28565"/>
                    <a:pt x="19989" y="27080"/>
                    <a:pt x="21780" y="19468"/>
                  </a:cubicBezTo>
                  <a:cubicBezTo>
                    <a:pt x="22181" y="17818"/>
                    <a:pt x="22134" y="16050"/>
                    <a:pt x="22181" y="15555"/>
                  </a:cubicBezTo>
                  <a:cubicBezTo>
                    <a:pt x="22275" y="4950"/>
                    <a:pt x="15794" y="-1013"/>
                    <a:pt x="6673" y="142"/>
                  </a:cubicBezTo>
                  <a:cubicBezTo>
                    <a:pt x="1016" y="873"/>
                    <a:pt x="-1529" y="4431"/>
                    <a:pt x="946" y="94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905" name="Google Shape;2905;p56"/>
            <p:cNvSpPr/>
            <p:nvPr/>
          </p:nvSpPr>
          <p:spPr>
            <a:xfrm>
              <a:off x="1205100" y="2369792"/>
              <a:ext cx="32759" cy="10679"/>
            </a:xfrm>
            <a:custGeom>
              <a:rect b="b" l="l" r="r" t="t"/>
              <a:pathLst>
                <a:path extrusionOk="0" h="10679" w="32759">
                  <a:moveTo>
                    <a:pt x="32760" y="6684"/>
                  </a:moveTo>
                  <a:cubicBezTo>
                    <a:pt x="23804" y="-1989"/>
                    <a:pt x="6599" y="-2366"/>
                    <a:pt x="0" y="6401"/>
                  </a:cubicBezTo>
                  <a:cubicBezTo>
                    <a:pt x="8838" y="12057"/>
                    <a:pt x="25737" y="12057"/>
                    <a:pt x="32760" y="668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906" name="Google Shape;2906;p56"/>
            <p:cNvSpPr/>
            <p:nvPr/>
          </p:nvSpPr>
          <p:spPr>
            <a:xfrm>
              <a:off x="232642" y="3261935"/>
              <a:ext cx="10529" cy="32217"/>
            </a:xfrm>
            <a:custGeom>
              <a:rect b="b" l="l" r="r" t="t"/>
              <a:pathLst>
                <a:path extrusionOk="0" h="32217" w="10529">
                  <a:moveTo>
                    <a:pt x="4793" y="0"/>
                  </a:moveTo>
                  <a:cubicBezTo>
                    <a:pt x="3638" y="1367"/>
                    <a:pt x="1823" y="2569"/>
                    <a:pt x="1470" y="4124"/>
                  </a:cubicBezTo>
                  <a:cubicBezTo>
                    <a:pt x="-769" y="13575"/>
                    <a:pt x="-699" y="22979"/>
                    <a:pt x="3426" y="32218"/>
                  </a:cubicBezTo>
                  <a:cubicBezTo>
                    <a:pt x="10261" y="23545"/>
                    <a:pt x="12405" y="14117"/>
                    <a:pt x="8799" y="3842"/>
                  </a:cubicBezTo>
                  <a:cubicBezTo>
                    <a:pt x="8234" y="2286"/>
                    <a:pt x="6160" y="1273"/>
                    <a:pt x="4793"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907" name="Google Shape;2907;p56"/>
            <p:cNvSpPr/>
            <p:nvPr/>
          </p:nvSpPr>
          <p:spPr>
            <a:xfrm>
              <a:off x="340633" y="3166837"/>
              <a:ext cx="10070" cy="34056"/>
            </a:xfrm>
            <a:custGeom>
              <a:rect b="b" l="l" r="r" t="t"/>
              <a:pathLst>
                <a:path extrusionOk="0" h="34056" w="10070">
                  <a:moveTo>
                    <a:pt x="3047" y="0"/>
                  </a:moveTo>
                  <a:cubicBezTo>
                    <a:pt x="-1667" y="10983"/>
                    <a:pt x="-40" y="21754"/>
                    <a:pt x="2128" y="34056"/>
                  </a:cubicBezTo>
                  <a:cubicBezTo>
                    <a:pt x="12451" y="23780"/>
                    <a:pt x="12663" y="5020"/>
                    <a:pt x="304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908" name="Google Shape;2908;p56"/>
            <p:cNvSpPr/>
            <p:nvPr/>
          </p:nvSpPr>
          <p:spPr>
            <a:xfrm>
              <a:off x="1406508" y="3639982"/>
              <a:ext cx="10152" cy="33383"/>
            </a:xfrm>
            <a:custGeom>
              <a:rect b="b" l="l" r="r" t="t"/>
              <a:pathLst>
                <a:path extrusionOk="0" h="33383" w="10152">
                  <a:moveTo>
                    <a:pt x="4225" y="11"/>
                  </a:moveTo>
                  <a:cubicBezTo>
                    <a:pt x="3565" y="-177"/>
                    <a:pt x="1396" y="2062"/>
                    <a:pt x="1161" y="3381"/>
                  </a:cubicBezTo>
                  <a:cubicBezTo>
                    <a:pt x="-442" y="13044"/>
                    <a:pt x="-701" y="22707"/>
                    <a:pt x="2433" y="33384"/>
                  </a:cubicBezTo>
                  <a:cubicBezTo>
                    <a:pt x="9527" y="25559"/>
                    <a:pt x="12238" y="10475"/>
                    <a:pt x="8420" y="3405"/>
                  </a:cubicBezTo>
                  <a:cubicBezTo>
                    <a:pt x="7618" y="1897"/>
                    <a:pt x="5851" y="483"/>
                    <a:pt x="4225" y="1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grpSp>
      <p:grpSp>
        <p:nvGrpSpPr>
          <p:cNvPr id="2909" name="Google Shape;2909;p56"/>
          <p:cNvGrpSpPr/>
          <p:nvPr/>
        </p:nvGrpSpPr>
        <p:grpSpPr>
          <a:xfrm>
            <a:off x="0" y="0"/>
            <a:ext cx="227000" cy="253951"/>
            <a:chOff x="1582614" y="2839915"/>
            <a:chExt cx="589086" cy="589086"/>
          </a:xfrm>
        </p:grpSpPr>
        <p:sp>
          <p:nvSpPr>
            <p:cNvPr id="2910" name="Google Shape;2910;p56"/>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2911" name="Google Shape;2911;p56"/>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2912" name="Google Shape;2912;p56"/>
          <p:cNvGrpSpPr/>
          <p:nvPr/>
        </p:nvGrpSpPr>
        <p:grpSpPr>
          <a:xfrm rot="5400000">
            <a:off x="833427" y="13476"/>
            <a:ext cx="253951" cy="227000"/>
            <a:chOff x="1582614" y="2839915"/>
            <a:chExt cx="589086" cy="589086"/>
          </a:xfrm>
        </p:grpSpPr>
        <p:sp>
          <p:nvSpPr>
            <p:cNvPr id="2913" name="Google Shape;2913;p56"/>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2914" name="Google Shape;2914;p56"/>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2915" name="Google Shape;2915;p56"/>
          <p:cNvGrpSpPr/>
          <p:nvPr/>
        </p:nvGrpSpPr>
        <p:grpSpPr>
          <a:xfrm flipH="1" rot="10800000">
            <a:off x="0" y="1006216"/>
            <a:ext cx="227000" cy="253951"/>
            <a:chOff x="1582614" y="2839915"/>
            <a:chExt cx="589086" cy="589086"/>
          </a:xfrm>
        </p:grpSpPr>
        <p:sp>
          <p:nvSpPr>
            <p:cNvPr id="2916" name="Google Shape;2916;p56"/>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2917" name="Google Shape;2917;p56"/>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2918" name="Google Shape;2918;p56"/>
          <p:cNvGrpSpPr/>
          <p:nvPr/>
        </p:nvGrpSpPr>
        <p:grpSpPr>
          <a:xfrm flipH="1" rot="5400000">
            <a:off x="847071" y="1019692"/>
            <a:ext cx="253953" cy="227003"/>
            <a:chOff x="1582614" y="2839909"/>
            <a:chExt cx="589091" cy="589092"/>
          </a:xfrm>
        </p:grpSpPr>
        <p:sp>
          <p:nvSpPr>
            <p:cNvPr id="2919" name="Google Shape;2919;p56"/>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2920" name="Google Shape;2920;p56"/>
            <p:cNvSpPr/>
            <p:nvPr/>
          </p:nvSpPr>
          <p:spPr>
            <a:xfrm rot="5400000">
              <a:off x="1808581" y="2613946"/>
              <a:ext cx="137161" cy="58908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2921" name="Google Shape;2921;p56"/>
          <p:cNvGrpSpPr/>
          <p:nvPr/>
        </p:nvGrpSpPr>
        <p:grpSpPr>
          <a:xfrm>
            <a:off x="11104950" y="5917958"/>
            <a:ext cx="1127771" cy="970434"/>
            <a:chOff x="7350231" y="1734252"/>
            <a:chExt cx="4870814" cy="5345793"/>
          </a:xfrm>
        </p:grpSpPr>
        <p:grpSp>
          <p:nvGrpSpPr>
            <p:cNvPr id="2922" name="Google Shape;2922;p56"/>
            <p:cNvGrpSpPr/>
            <p:nvPr/>
          </p:nvGrpSpPr>
          <p:grpSpPr>
            <a:xfrm>
              <a:off x="7496004" y="1839383"/>
              <a:ext cx="3874490" cy="3979118"/>
              <a:chOff x="7496004" y="1839383"/>
              <a:chExt cx="3874490" cy="3979118"/>
            </a:xfrm>
          </p:grpSpPr>
          <p:sp>
            <p:nvSpPr>
              <p:cNvPr id="2923" name="Google Shape;2923;p56"/>
              <p:cNvSpPr/>
              <p:nvPr/>
            </p:nvSpPr>
            <p:spPr>
              <a:xfrm rot="8201235">
                <a:off x="10839502" y="4413955"/>
                <a:ext cx="427534" cy="471394"/>
              </a:xfrm>
              <a:custGeom>
                <a:rect b="b" l="l" r="r" t="t"/>
                <a:pathLst>
                  <a:path extrusionOk="0" h="4725490" w="4285801">
                    <a:moveTo>
                      <a:pt x="1428251" y="4622752"/>
                    </a:moveTo>
                    <a:cubicBezTo>
                      <a:pt x="1313180" y="4505074"/>
                      <a:pt x="1240588" y="4345285"/>
                      <a:pt x="1235771" y="4167715"/>
                    </a:cubicBezTo>
                    <a:cubicBezTo>
                      <a:pt x="1227835" y="3875156"/>
                      <a:pt x="1406218" y="3620819"/>
                      <a:pt x="1664050" y="3520754"/>
                    </a:cubicBezTo>
                    <a:lnTo>
                      <a:pt x="1635892" y="2482688"/>
                    </a:lnTo>
                    <a:lnTo>
                      <a:pt x="1044642" y="2469039"/>
                    </a:lnTo>
                    <a:lnTo>
                      <a:pt x="1044642" y="2667331"/>
                    </a:lnTo>
                    <a:cubicBezTo>
                      <a:pt x="1044642" y="2727000"/>
                      <a:pt x="996271" y="2775371"/>
                      <a:pt x="936601" y="2775372"/>
                    </a:cubicBezTo>
                    <a:lnTo>
                      <a:pt x="657382" y="2775371"/>
                    </a:lnTo>
                    <a:cubicBezTo>
                      <a:pt x="637755" y="2823613"/>
                      <a:pt x="630101" y="2874237"/>
                      <a:pt x="622448" y="2945800"/>
                    </a:cubicBezTo>
                    <a:lnTo>
                      <a:pt x="252030" y="2945800"/>
                    </a:lnTo>
                    <a:cubicBezTo>
                      <a:pt x="256275" y="2883407"/>
                      <a:pt x="252593" y="2828938"/>
                      <a:pt x="235967" y="2775370"/>
                    </a:cubicBezTo>
                    <a:lnTo>
                      <a:pt x="7267" y="2775370"/>
                    </a:lnTo>
                    <a:cubicBezTo>
                      <a:pt x="1003" y="2679903"/>
                      <a:pt x="-1109" y="2594661"/>
                      <a:pt x="535" y="2514852"/>
                    </a:cubicBezTo>
                    <a:cubicBezTo>
                      <a:pt x="5466" y="2275424"/>
                      <a:pt x="44187" y="2084887"/>
                      <a:pt x="105917" y="1813823"/>
                    </a:cubicBezTo>
                    <a:cubicBezTo>
                      <a:pt x="258635" y="1288584"/>
                      <a:pt x="488046" y="911620"/>
                      <a:pt x="870837" y="570445"/>
                    </a:cubicBezTo>
                    <a:cubicBezTo>
                      <a:pt x="674179" y="1284154"/>
                      <a:pt x="622718" y="1497188"/>
                      <a:pt x="741752" y="1669956"/>
                    </a:cubicBezTo>
                    <a:cubicBezTo>
                      <a:pt x="882751" y="1699943"/>
                      <a:pt x="788174" y="1674807"/>
                      <a:pt x="936601" y="1710419"/>
                    </a:cubicBezTo>
                    <a:cubicBezTo>
                      <a:pt x="1001384" y="1730870"/>
                      <a:pt x="1044642" y="1758791"/>
                      <a:pt x="1044642" y="1818460"/>
                    </a:cubicBezTo>
                    <a:lnTo>
                      <a:pt x="1044642" y="1970448"/>
                    </a:lnTo>
                    <a:lnTo>
                      <a:pt x="1621635" y="1957128"/>
                    </a:lnTo>
                    <a:lnTo>
                      <a:pt x="1601569" y="1217379"/>
                    </a:lnTo>
                    <a:cubicBezTo>
                      <a:pt x="1338692" y="1131438"/>
                      <a:pt x="1146783" y="887145"/>
                      <a:pt x="1138847" y="594588"/>
                    </a:cubicBezTo>
                    <a:cubicBezTo>
                      <a:pt x="1132425" y="357828"/>
                      <a:pt x="1248029" y="146099"/>
                      <a:pt x="1428910" y="20243"/>
                    </a:cubicBezTo>
                    <a:lnTo>
                      <a:pt x="1447318" y="698863"/>
                    </a:lnTo>
                    <a:lnTo>
                      <a:pt x="2193594" y="678620"/>
                    </a:lnTo>
                    <a:lnTo>
                      <a:pt x="2175185" y="0"/>
                    </a:lnTo>
                    <a:cubicBezTo>
                      <a:pt x="2362624" y="115865"/>
                      <a:pt x="2489536" y="321015"/>
                      <a:pt x="2495958" y="557775"/>
                    </a:cubicBezTo>
                    <a:cubicBezTo>
                      <a:pt x="2503894" y="850332"/>
                      <a:pt x="2325511" y="1104670"/>
                      <a:pt x="2067679" y="1204735"/>
                    </a:cubicBezTo>
                    <a:lnTo>
                      <a:pt x="2087796" y="1946367"/>
                    </a:lnTo>
                    <a:lnTo>
                      <a:pt x="4285801" y="1895627"/>
                    </a:lnTo>
                    <a:lnTo>
                      <a:pt x="4285801" y="2543859"/>
                    </a:lnTo>
                    <a:lnTo>
                      <a:pt x="2102637" y="2493462"/>
                    </a:lnTo>
                    <a:lnTo>
                      <a:pt x="2130160" y="3508110"/>
                    </a:lnTo>
                    <a:cubicBezTo>
                      <a:pt x="2393037" y="3594051"/>
                      <a:pt x="2584946" y="3838344"/>
                      <a:pt x="2592882" y="4130902"/>
                    </a:cubicBezTo>
                    <a:cubicBezTo>
                      <a:pt x="2599304" y="4367662"/>
                      <a:pt x="2483700" y="4579391"/>
                      <a:pt x="2302820" y="4705247"/>
                    </a:cubicBezTo>
                    <a:lnTo>
                      <a:pt x="2284411" y="4026626"/>
                    </a:lnTo>
                    <a:lnTo>
                      <a:pt x="1538135" y="4046869"/>
                    </a:lnTo>
                    <a:lnTo>
                      <a:pt x="1556544" y="4725490"/>
                    </a:lnTo>
                    <a:cubicBezTo>
                      <a:pt x="1509684" y="4696524"/>
                      <a:pt x="1466607" y="4661977"/>
                      <a:pt x="1428251" y="4622752"/>
                    </a:cubicBezTo>
                    <a:close/>
                    <a:moveTo>
                      <a:pt x="44807" y="3562389"/>
                    </a:moveTo>
                    <a:cubicBezTo>
                      <a:pt x="25255" y="3542837"/>
                      <a:pt x="13162" y="3515827"/>
                      <a:pt x="13162" y="3485992"/>
                    </a:cubicBezTo>
                    <a:lnTo>
                      <a:pt x="13162" y="3053842"/>
                    </a:lnTo>
                    <a:cubicBezTo>
                      <a:pt x="13162" y="2994173"/>
                      <a:pt x="61534" y="2945801"/>
                      <a:pt x="121203" y="2945801"/>
                    </a:cubicBezTo>
                    <a:lnTo>
                      <a:pt x="757287" y="2945801"/>
                    </a:lnTo>
                    <a:cubicBezTo>
                      <a:pt x="816956" y="2945801"/>
                      <a:pt x="865328" y="2994173"/>
                      <a:pt x="865328" y="3053842"/>
                    </a:cubicBezTo>
                    <a:lnTo>
                      <a:pt x="865328" y="3485992"/>
                    </a:lnTo>
                    <a:cubicBezTo>
                      <a:pt x="865328" y="3545662"/>
                      <a:pt x="816956" y="3594033"/>
                      <a:pt x="757287" y="3594033"/>
                    </a:cubicBezTo>
                    <a:lnTo>
                      <a:pt x="121203" y="3594033"/>
                    </a:lnTo>
                    <a:cubicBezTo>
                      <a:pt x="91368" y="3594033"/>
                      <a:pt x="64358" y="3581940"/>
                      <a:pt x="44807" y="356238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924" name="Google Shape;2924;p56"/>
              <p:cNvSpPr/>
              <p:nvPr/>
            </p:nvSpPr>
            <p:spPr>
              <a:xfrm rot="-900000">
                <a:off x="7608221" y="2961416"/>
                <a:ext cx="392828" cy="319096"/>
              </a:xfrm>
              <a:custGeom>
                <a:rect b="b" l="l" r="r" t="t"/>
                <a:pathLst>
                  <a:path extrusionOk="0" h="3321003" w="4088377">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925" name="Google Shape;2925;p56"/>
              <p:cNvSpPr/>
              <p:nvPr/>
            </p:nvSpPr>
            <p:spPr>
              <a:xfrm flipH="1" rot="5400000">
                <a:off x="10824557" y="2917080"/>
                <a:ext cx="392828" cy="392828"/>
              </a:xfrm>
              <a:custGeom>
                <a:rect b="b" l="l" r="r" t="t"/>
                <a:pathLst>
                  <a:path extrusionOk="0" h="3786923" w="3287892">
                    <a:moveTo>
                      <a:pt x="2574092" y="3411971"/>
                    </a:moveTo>
                    <a:cubicBezTo>
                      <a:pt x="2577477" y="3551838"/>
                      <a:pt x="2489596" y="3681234"/>
                      <a:pt x="2347458" y="3745664"/>
                    </a:cubicBezTo>
                    <a:cubicBezTo>
                      <a:pt x="2228355" y="3799653"/>
                      <a:pt x="2086904" y="3800713"/>
                      <a:pt x="1966757" y="3748519"/>
                    </a:cubicBezTo>
                    <a:cubicBezTo>
                      <a:pt x="1823914" y="3686464"/>
                      <a:pt x="1733597" y="3559106"/>
                      <a:pt x="1733597" y="3419734"/>
                    </a:cubicBezTo>
                    <a:cubicBezTo>
                      <a:pt x="2013762" y="3417146"/>
                      <a:pt x="2293927" y="3414559"/>
                      <a:pt x="2574092" y="3411971"/>
                    </a:cubicBezTo>
                    <a:close/>
                    <a:moveTo>
                      <a:pt x="2574187" y="367189"/>
                    </a:moveTo>
                    <a:cubicBezTo>
                      <a:pt x="2294022" y="369777"/>
                      <a:pt x="2013857" y="372364"/>
                      <a:pt x="1733692" y="374952"/>
                    </a:cubicBezTo>
                    <a:cubicBezTo>
                      <a:pt x="1730307" y="235085"/>
                      <a:pt x="1818188" y="105689"/>
                      <a:pt x="1960326" y="41259"/>
                    </a:cubicBezTo>
                    <a:cubicBezTo>
                      <a:pt x="2079429" y="-12730"/>
                      <a:pt x="2220880" y="-13790"/>
                      <a:pt x="2341027" y="38404"/>
                    </a:cubicBezTo>
                    <a:cubicBezTo>
                      <a:pt x="2483870" y="100459"/>
                      <a:pt x="2574187" y="227817"/>
                      <a:pt x="2574187" y="367189"/>
                    </a:cubicBezTo>
                    <a:close/>
                    <a:moveTo>
                      <a:pt x="2688290" y="635445"/>
                    </a:moveTo>
                    <a:lnTo>
                      <a:pt x="2688290" y="1612884"/>
                    </a:lnTo>
                    <a:lnTo>
                      <a:pt x="1619492" y="1612884"/>
                    </a:lnTo>
                    <a:lnTo>
                      <a:pt x="1619492" y="1396859"/>
                    </a:lnTo>
                    <a:lnTo>
                      <a:pt x="201708" y="1396859"/>
                    </a:lnTo>
                    <a:cubicBezTo>
                      <a:pt x="90308" y="1396859"/>
                      <a:pt x="0" y="1306551"/>
                      <a:pt x="0" y="1195151"/>
                    </a:cubicBezTo>
                    <a:lnTo>
                      <a:pt x="0" y="907003"/>
                    </a:lnTo>
                    <a:cubicBezTo>
                      <a:pt x="0" y="795603"/>
                      <a:pt x="90308" y="705295"/>
                      <a:pt x="201708" y="705295"/>
                    </a:cubicBezTo>
                    <a:lnTo>
                      <a:pt x="1619492" y="705295"/>
                    </a:lnTo>
                    <a:lnTo>
                      <a:pt x="1619492" y="635445"/>
                    </a:lnTo>
                    <a:cubicBezTo>
                      <a:pt x="1619492" y="537063"/>
                      <a:pt x="1699247" y="457308"/>
                      <a:pt x="1797629" y="457308"/>
                    </a:cubicBezTo>
                    <a:lnTo>
                      <a:pt x="2510153" y="457308"/>
                    </a:lnTo>
                    <a:cubicBezTo>
                      <a:pt x="2608535" y="457308"/>
                      <a:pt x="2688290" y="537063"/>
                      <a:pt x="2688290" y="635445"/>
                    </a:cubicBezTo>
                    <a:close/>
                    <a:moveTo>
                      <a:pt x="3177333" y="2901044"/>
                    </a:moveTo>
                    <a:lnTo>
                      <a:pt x="1130451" y="2901044"/>
                    </a:lnTo>
                    <a:cubicBezTo>
                      <a:pt x="1350134" y="2526253"/>
                      <a:pt x="1481437" y="2165059"/>
                      <a:pt x="1605942" y="1684892"/>
                    </a:cubicBezTo>
                    <a:lnTo>
                      <a:pt x="2701842" y="1684892"/>
                    </a:lnTo>
                    <a:cubicBezTo>
                      <a:pt x="2809350" y="2117470"/>
                      <a:pt x="2933855" y="2516056"/>
                      <a:pt x="3177333" y="2901044"/>
                    </a:cubicBezTo>
                    <a:close/>
                    <a:moveTo>
                      <a:pt x="3287892" y="3137537"/>
                    </a:moveTo>
                    <a:lnTo>
                      <a:pt x="3287892" y="3248909"/>
                    </a:lnTo>
                    <a:cubicBezTo>
                      <a:pt x="3287892" y="3295849"/>
                      <a:pt x="3249839" y="3333902"/>
                      <a:pt x="3202899" y="3333902"/>
                    </a:cubicBezTo>
                    <a:lnTo>
                      <a:pt x="1104885" y="3333902"/>
                    </a:lnTo>
                    <a:cubicBezTo>
                      <a:pt x="1057945" y="3333902"/>
                      <a:pt x="1019892" y="3295849"/>
                      <a:pt x="1019892" y="3248909"/>
                    </a:cubicBezTo>
                    <a:lnTo>
                      <a:pt x="1019892" y="3137537"/>
                    </a:lnTo>
                    <a:cubicBezTo>
                      <a:pt x="1019892" y="3090597"/>
                      <a:pt x="1057945" y="3052544"/>
                      <a:pt x="1104885" y="3052544"/>
                    </a:cubicBezTo>
                    <a:lnTo>
                      <a:pt x="3202899" y="3052544"/>
                    </a:lnTo>
                    <a:cubicBezTo>
                      <a:pt x="3249839" y="3052544"/>
                      <a:pt x="3287892" y="3090597"/>
                      <a:pt x="3287892" y="313753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926" name="Google Shape;2926;p56"/>
              <p:cNvSpPr/>
              <p:nvPr/>
            </p:nvSpPr>
            <p:spPr>
              <a:xfrm>
                <a:off x="11062223" y="3784811"/>
                <a:ext cx="285020" cy="285020"/>
              </a:xfrm>
              <a:custGeom>
                <a:rect b="b" l="l" r="r" t="t"/>
                <a:pathLst>
                  <a:path extrusionOk="0" h="2964099" w="2801488">
                    <a:moveTo>
                      <a:pt x="1393788" y="2251706"/>
                    </a:moveTo>
                    <a:cubicBezTo>
                      <a:pt x="1338380" y="2251706"/>
                      <a:pt x="1293463" y="2296623"/>
                      <a:pt x="1293463" y="2352031"/>
                    </a:cubicBezTo>
                    <a:cubicBezTo>
                      <a:pt x="1293463" y="2407439"/>
                      <a:pt x="1338380" y="2452356"/>
                      <a:pt x="1393788" y="2452356"/>
                    </a:cubicBezTo>
                    <a:cubicBezTo>
                      <a:pt x="1449196" y="2452356"/>
                      <a:pt x="1494113" y="2407439"/>
                      <a:pt x="1494113" y="2352031"/>
                    </a:cubicBezTo>
                    <a:cubicBezTo>
                      <a:pt x="1494113" y="2296623"/>
                      <a:pt x="1449196" y="2251706"/>
                      <a:pt x="1393788" y="2251706"/>
                    </a:cubicBezTo>
                    <a:close/>
                    <a:moveTo>
                      <a:pt x="2189420" y="1936547"/>
                    </a:moveTo>
                    <a:cubicBezTo>
                      <a:pt x="1959955" y="1936547"/>
                      <a:pt x="1773936" y="2122566"/>
                      <a:pt x="1773936" y="2352031"/>
                    </a:cubicBezTo>
                    <a:cubicBezTo>
                      <a:pt x="1773936" y="2581496"/>
                      <a:pt x="1959955" y="2767515"/>
                      <a:pt x="2189420" y="2767515"/>
                    </a:cubicBezTo>
                    <a:cubicBezTo>
                      <a:pt x="2418885" y="2767515"/>
                      <a:pt x="2604904" y="2581496"/>
                      <a:pt x="2604904" y="2352031"/>
                    </a:cubicBezTo>
                    <a:cubicBezTo>
                      <a:pt x="2604904" y="2122566"/>
                      <a:pt x="2418885" y="1936547"/>
                      <a:pt x="2189420" y="1936547"/>
                    </a:cubicBezTo>
                    <a:close/>
                    <a:moveTo>
                      <a:pt x="612068" y="1936547"/>
                    </a:moveTo>
                    <a:cubicBezTo>
                      <a:pt x="382603" y="1936547"/>
                      <a:pt x="196584" y="2122566"/>
                      <a:pt x="196584" y="2352031"/>
                    </a:cubicBezTo>
                    <a:cubicBezTo>
                      <a:pt x="196584" y="2581496"/>
                      <a:pt x="382603" y="2767515"/>
                      <a:pt x="612068" y="2767515"/>
                    </a:cubicBezTo>
                    <a:cubicBezTo>
                      <a:pt x="841533" y="2767515"/>
                      <a:pt x="1027552" y="2581496"/>
                      <a:pt x="1027552" y="2352031"/>
                    </a:cubicBezTo>
                    <a:cubicBezTo>
                      <a:pt x="1027552" y="2122566"/>
                      <a:pt x="841533" y="1936547"/>
                      <a:pt x="612068" y="1936547"/>
                    </a:cubicBezTo>
                    <a:close/>
                    <a:moveTo>
                      <a:pt x="845776" y="315"/>
                    </a:moveTo>
                    <a:cubicBezTo>
                      <a:pt x="1032101" y="7965"/>
                      <a:pt x="1181399" y="153129"/>
                      <a:pt x="1195696" y="335717"/>
                    </a:cubicBezTo>
                    <a:lnTo>
                      <a:pt x="1198885" y="335806"/>
                    </a:lnTo>
                    <a:lnTo>
                      <a:pt x="1198706" y="366401"/>
                    </a:lnTo>
                    <a:cubicBezTo>
                      <a:pt x="1198883" y="367005"/>
                      <a:pt x="1198884" y="367612"/>
                      <a:pt x="1198884" y="368218"/>
                    </a:cubicBezTo>
                    <a:lnTo>
                      <a:pt x="1198695" y="368210"/>
                    </a:lnTo>
                    <a:lnTo>
                      <a:pt x="1197421" y="585651"/>
                    </a:lnTo>
                    <a:cubicBezTo>
                      <a:pt x="1245519" y="531733"/>
                      <a:pt x="1316597" y="499778"/>
                      <a:pt x="1394104" y="502960"/>
                    </a:cubicBezTo>
                    <a:cubicBezTo>
                      <a:pt x="1472998" y="506199"/>
                      <a:pt x="1542269" y="545176"/>
                      <a:pt x="1585751" y="604519"/>
                    </a:cubicBezTo>
                    <a:cubicBezTo>
                      <a:pt x="1585226" y="514948"/>
                      <a:pt x="1584701" y="425377"/>
                      <a:pt x="1584176" y="335806"/>
                    </a:cubicBezTo>
                    <a:lnTo>
                      <a:pt x="1585829" y="335760"/>
                    </a:lnTo>
                    <a:cubicBezTo>
                      <a:pt x="1602915" y="140060"/>
                      <a:pt x="1770945" y="-7755"/>
                      <a:pt x="1967493" y="315"/>
                    </a:cubicBezTo>
                    <a:cubicBezTo>
                      <a:pt x="2146853" y="7679"/>
                      <a:pt x="2291902" y="142468"/>
                      <a:pt x="2315427" y="315465"/>
                    </a:cubicBezTo>
                    <a:lnTo>
                      <a:pt x="2320109" y="315335"/>
                    </a:lnTo>
                    <a:lnTo>
                      <a:pt x="2729306" y="2069418"/>
                    </a:lnTo>
                    <a:cubicBezTo>
                      <a:pt x="2776307" y="2152970"/>
                      <a:pt x="2801488" y="2249560"/>
                      <a:pt x="2801488" y="2352031"/>
                    </a:cubicBezTo>
                    <a:cubicBezTo>
                      <a:pt x="2801488" y="2690067"/>
                      <a:pt x="2527456" y="2964099"/>
                      <a:pt x="2189420" y="2964099"/>
                    </a:cubicBezTo>
                    <a:cubicBezTo>
                      <a:pt x="1922036" y="2964099"/>
                      <a:pt x="1694697" y="2792645"/>
                      <a:pt x="1613824" y="2552817"/>
                    </a:cubicBezTo>
                    <a:cubicBezTo>
                      <a:pt x="1559905" y="2613347"/>
                      <a:pt x="1481232" y="2650901"/>
                      <a:pt x="1393788" y="2650901"/>
                    </a:cubicBezTo>
                    <a:cubicBezTo>
                      <a:pt x="1311973" y="2650901"/>
                      <a:pt x="1237837" y="2618027"/>
                      <a:pt x="1183996" y="2564635"/>
                    </a:cubicBezTo>
                    <a:cubicBezTo>
                      <a:pt x="1099341" y="2798210"/>
                      <a:pt x="875077" y="2964099"/>
                      <a:pt x="612068" y="2964099"/>
                    </a:cubicBezTo>
                    <a:cubicBezTo>
                      <a:pt x="274032" y="2964099"/>
                      <a:pt x="0" y="2690067"/>
                      <a:pt x="0" y="2352031"/>
                    </a:cubicBezTo>
                    <a:cubicBezTo>
                      <a:pt x="0" y="2288533"/>
                      <a:pt x="9669" y="2227293"/>
                      <a:pt x="30466" y="2170591"/>
                    </a:cubicBezTo>
                    <a:lnTo>
                      <a:pt x="30153" y="2170591"/>
                    </a:lnTo>
                    <a:lnTo>
                      <a:pt x="462952" y="315335"/>
                    </a:lnTo>
                    <a:lnTo>
                      <a:pt x="467801" y="315470"/>
                    </a:lnTo>
                    <a:cubicBezTo>
                      <a:pt x="493068" y="129842"/>
                      <a:pt x="656149" y="-7470"/>
                      <a:pt x="845776" y="3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927" name="Google Shape;2927;p56"/>
              <p:cNvSpPr/>
              <p:nvPr/>
            </p:nvSpPr>
            <p:spPr>
              <a:xfrm>
                <a:off x="8077159" y="2346892"/>
                <a:ext cx="392828" cy="303948"/>
              </a:xfrm>
              <a:custGeom>
                <a:rect b="b" l="l" r="r" t="t"/>
                <a:pathLst>
                  <a:path extrusionOk="0" h="3064028" w="3960000">
                    <a:moveTo>
                      <a:pt x="1955333" y="1285185"/>
                    </a:moveTo>
                    <a:cubicBezTo>
                      <a:pt x="2192176" y="1285185"/>
                      <a:pt x="2384176" y="1477185"/>
                      <a:pt x="2384176" y="1714028"/>
                    </a:cubicBezTo>
                    <a:cubicBezTo>
                      <a:pt x="2384176" y="1950871"/>
                      <a:pt x="2192176" y="2142871"/>
                      <a:pt x="1955333" y="2142871"/>
                    </a:cubicBezTo>
                    <a:cubicBezTo>
                      <a:pt x="1718490" y="2142871"/>
                      <a:pt x="1526490" y="1950871"/>
                      <a:pt x="1526490" y="1714028"/>
                    </a:cubicBezTo>
                    <a:cubicBezTo>
                      <a:pt x="1526490" y="1477185"/>
                      <a:pt x="1718490" y="1285185"/>
                      <a:pt x="1955333" y="1285185"/>
                    </a:cubicBezTo>
                    <a:close/>
                    <a:moveTo>
                      <a:pt x="1955333" y="1074136"/>
                    </a:moveTo>
                    <a:cubicBezTo>
                      <a:pt x="1601930" y="1074136"/>
                      <a:pt x="1315441" y="1360625"/>
                      <a:pt x="1315441" y="1714028"/>
                    </a:cubicBezTo>
                    <a:cubicBezTo>
                      <a:pt x="1315441" y="2067431"/>
                      <a:pt x="1601930" y="2353920"/>
                      <a:pt x="1955333" y="2353920"/>
                    </a:cubicBezTo>
                    <a:cubicBezTo>
                      <a:pt x="2308736" y="2353920"/>
                      <a:pt x="2595225" y="2067431"/>
                      <a:pt x="2595225" y="1714028"/>
                    </a:cubicBezTo>
                    <a:cubicBezTo>
                      <a:pt x="2595225" y="1360625"/>
                      <a:pt x="2308736" y="1074136"/>
                      <a:pt x="1955333" y="1074136"/>
                    </a:cubicBezTo>
                    <a:close/>
                    <a:moveTo>
                      <a:pt x="1955333" y="849503"/>
                    </a:moveTo>
                    <a:cubicBezTo>
                      <a:pt x="2432797" y="849503"/>
                      <a:pt x="2819858" y="1236564"/>
                      <a:pt x="2819858" y="1714028"/>
                    </a:cubicBezTo>
                    <a:cubicBezTo>
                      <a:pt x="2819858" y="2191492"/>
                      <a:pt x="2432797" y="2578553"/>
                      <a:pt x="1955333" y="2578553"/>
                    </a:cubicBezTo>
                    <a:cubicBezTo>
                      <a:pt x="1477869" y="2578553"/>
                      <a:pt x="1090808" y="2191492"/>
                      <a:pt x="1090808" y="1714028"/>
                    </a:cubicBezTo>
                    <a:cubicBezTo>
                      <a:pt x="1090808" y="1236564"/>
                      <a:pt x="1477869" y="849503"/>
                      <a:pt x="1955333" y="849503"/>
                    </a:cubicBezTo>
                    <a:close/>
                    <a:moveTo>
                      <a:pt x="3253503" y="756254"/>
                    </a:moveTo>
                    <a:cubicBezTo>
                      <a:pt x="3162525" y="756254"/>
                      <a:pt x="3088773" y="830006"/>
                      <a:pt x="3088773" y="920984"/>
                    </a:cubicBezTo>
                    <a:cubicBezTo>
                      <a:pt x="3088773" y="1011962"/>
                      <a:pt x="3162525" y="1085714"/>
                      <a:pt x="3253503" y="1085714"/>
                    </a:cubicBezTo>
                    <a:cubicBezTo>
                      <a:pt x="3344481" y="1085714"/>
                      <a:pt x="3418233" y="1011962"/>
                      <a:pt x="3418233" y="920984"/>
                    </a:cubicBezTo>
                    <a:cubicBezTo>
                      <a:pt x="3418233" y="830006"/>
                      <a:pt x="3344481" y="756254"/>
                      <a:pt x="3253503" y="756254"/>
                    </a:cubicBezTo>
                    <a:close/>
                    <a:moveTo>
                      <a:pt x="1955333" y="744677"/>
                    </a:moveTo>
                    <a:cubicBezTo>
                      <a:pt x="1419975" y="744677"/>
                      <a:pt x="985982" y="1178670"/>
                      <a:pt x="985982" y="1714028"/>
                    </a:cubicBezTo>
                    <a:cubicBezTo>
                      <a:pt x="985982" y="2249386"/>
                      <a:pt x="1419975" y="2683379"/>
                      <a:pt x="1955333" y="2683379"/>
                    </a:cubicBezTo>
                    <a:cubicBezTo>
                      <a:pt x="2490691" y="2683379"/>
                      <a:pt x="2924684" y="2249386"/>
                      <a:pt x="2924684" y="1714028"/>
                    </a:cubicBezTo>
                    <a:cubicBezTo>
                      <a:pt x="2924684" y="1178670"/>
                      <a:pt x="2490691" y="744677"/>
                      <a:pt x="1955333" y="744677"/>
                    </a:cubicBezTo>
                    <a:close/>
                    <a:moveTo>
                      <a:pt x="1333922" y="0"/>
                    </a:moveTo>
                    <a:lnTo>
                      <a:pt x="2626078" y="0"/>
                    </a:lnTo>
                    <a:lnTo>
                      <a:pt x="2717085" y="364028"/>
                    </a:lnTo>
                    <a:lnTo>
                      <a:pt x="3699990" y="364028"/>
                    </a:lnTo>
                    <a:cubicBezTo>
                      <a:pt x="3843590" y="364028"/>
                      <a:pt x="3960000" y="480438"/>
                      <a:pt x="3960000" y="624038"/>
                    </a:cubicBezTo>
                    <a:lnTo>
                      <a:pt x="3960000" y="2804018"/>
                    </a:lnTo>
                    <a:cubicBezTo>
                      <a:pt x="3960000" y="2947618"/>
                      <a:pt x="3843590" y="3064028"/>
                      <a:pt x="3699990" y="3064028"/>
                    </a:cubicBezTo>
                    <a:lnTo>
                      <a:pt x="260010" y="3064028"/>
                    </a:lnTo>
                    <a:cubicBezTo>
                      <a:pt x="116410" y="3064028"/>
                      <a:pt x="0" y="2947618"/>
                      <a:pt x="0" y="2804018"/>
                    </a:cubicBezTo>
                    <a:lnTo>
                      <a:pt x="0" y="624038"/>
                    </a:lnTo>
                    <a:cubicBezTo>
                      <a:pt x="0" y="480438"/>
                      <a:pt x="116410" y="364028"/>
                      <a:pt x="260010" y="364028"/>
                    </a:cubicBezTo>
                    <a:lnTo>
                      <a:pt x="443165" y="364028"/>
                    </a:lnTo>
                    <a:lnTo>
                      <a:pt x="443165" y="237982"/>
                    </a:lnTo>
                    <a:cubicBezTo>
                      <a:pt x="443165" y="195266"/>
                      <a:pt x="477794" y="160637"/>
                      <a:pt x="520510" y="160637"/>
                    </a:cubicBezTo>
                    <a:lnTo>
                      <a:pt x="1049896" y="160637"/>
                    </a:lnTo>
                    <a:cubicBezTo>
                      <a:pt x="1092612" y="160637"/>
                      <a:pt x="1127241" y="195266"/>
                      <a:pt x="1127241" y="237982"/>
                    </a:cubicBezTo>
                    <a:lnTo>
                      <a:pt x="1127241" y="364028"/>
                    </a:lnTo>
                    <a:lnTo>
                      <a:pt x="1242915" y="364028"/>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928" name="Google Shape;2928;p56"/>
              <p:cNvSpPr/>
              <p:nvPr/>
            </p:nvSpPr>
            <p:spPr>
              <a:xfrm>
                <a:off x="8560619" y="5355763"/>
                <a:ext cx="372889" cy="259826"/>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929" name="Google Shape;2929;p56"/>
              <p:cNvSpPr/>
              <p:nvPr/>
            </p:nvSpPr>
            <p:spPr>
              <a:xfrm rot="2498363">
                <a:off x="8831623" y="1920263"/>
                <a:ext cx="392828" cy="392828"/>
              </a:xfrm>
              <a:custGeom>
                <a:rect b="b" l="l" r="r" t="t"/>
                <a:pathLst>
                  <a:path extrusionOk="0" h="3938940" w="3860438">
                    <a:moveTo>
                      <a:pt x="1862067" y="2433815"/>
                    </a:moveTo>
                    <a:lnTo>
                      <a:pt x="1970067" y="2433815"/>
                    </a:lnTo>
                    <a:lnTo>
                      <a:pt x="1970067" y="3362873"/>
                    </a:lnTo>
                    <a:lnTo>
                      <a:pt x="2004792" y="3362873"/>
                    </a:lnTo>
                    <a:lnTo>
                      <a:pt x="2004792" y="3650907"/>
                    </a:lnTo>
                    <a:cubicBezTo>
                      <a:pt x="2004792" y="3808349"/>
                      <a:pt x="1878374" y="3936619"/>
                      <a:pt x="1720949" y="3938909"/>
                    </a:cubicBezTo>
                    <a:cubicBezTo>
                      <a:pt x="1564029" y="3941192"/>
                      <a:pt x="1434265" y="3817458"/>
                      <a:pt x="1429045" y="3660794"/>
                    </a:cubicBezTo>
                    <a:lnTo>
                      <a:pt x="1428727" y="3660794"/>
                    </a:lnTo>
                    <a:lnTo>
                      <a:pt x="1428727" y="3588794"/>
                    </a:lnTo>
                    <a:cubicBezTo>
                      <a:pt x="1428727" y="3549029"/>
                      <a:pt x="1460962" y="3516794"/>
                      <a:pt x="1500727" y="3516794"/>
                    </a:cubicBezTo>
                    <a:lnTo>
                      <a:pt x="1536727" y="3516794"/>
                    </a:lnTo>
                    <a:cubicBezTo>
                      <a:pt x="1576492" y="3516794"/>
                      <a:pt x="1608727" y="3549029"/>
                      <a:pt x="1608727" y="3588794"/>
                    </a:cubicBezTo>
                    <a:lnTo>
                      <a:pt x="1608727" y="3654789"/>
                    </a:lnTo>
                    <a:cubicBezTo>
                      <a:pt x="1610687" y="3713589"/>
                      <a:pt x="1659418" y="3760001"/>
                      <a:pt x="1718334" y="3759144"/>
                    </a:cubicBezTo>
                    <a:cubicBezTo>
                      <a:pt x="1777498" y="3758284"/>
                      <a:pt x="1825008" y="3710077"/>
                      <a:pt x="1825008" y="3650907"/>
                    </a:cubicBezTo>
                    <a:lnTo>
                      <a:pt x="1824792" y="3650907"/>
                    </a:lnTo>
                    <a:lnTo>
                      <a:pt x="1824792" y="3362873"/>
                    </a:lnTo>
                    <a:lnTo>
                      <a:pt x="1862067" y="3362873"/>
                    </a:lnTo>
                    <a:close/>
                    <a:moveTo>
                      <a:pt x="1963773" y="341826"/>
                    </a:moveTo>
                    <a:cubicBezTo>
                      <a:pt x="2603866" y="1105515"/>
                      <a:pt x="2803203" y="1464631"/>
                      <a:pt x="2867684" y="2396069"/>
                    </a:cubicBezTo>
                    <a:cubicBezTo>
                      <a:pt x="2523234" y="2107144"/>
                      <a:pt x="2324834" y="2107144"/>
                      <a:pt x="1967684" y="2396069"/>
                    </a:cubicBezTo>
                    <a:cubicBezTo>
                      <a:pt x="1966380" y="1713514"/>
                      <a:pt x="1965077" y="1024381"/>
                      <a:pt x="1963773" y="341826"/>
                    </a:cubicBezTo>
                    <a:close/>
                    <a:moveTo>
                      <a:pt x="1882676" y="341826"/>
                    </a:moveTo>
                    <a:cubicBezTo>
                      <a:pt x="1881372" y="1024381"/>
                      <a:pt x="1880069" y="1713514"/>
                      <a:pt x="1878765" y="2396069"/>
                    </a:cubicBezTo>
                    <a:cubicBezTo>
                      <a:pt x="1521615" y="2107144"/>
                      <a:pt x="1323215" y="2107144"/>
                      <a:pt x="978765" y="2396069"/>
                    </a:cubicBezTo>
                    <a:cubicBezTo>
                      <a:pt x="1043246" y="1464631"/>
                      <a:pt x="1242583" y="1105515"/>
                      <a:pt x="1882676" y="341826"/>
                    </a:cubicBezTo>
                    <a:close/>
                    <a:moveTo>
                      <a:pt x="2058573" y="335248"/>
                    </a:moveTo>
                    <a:cubicBezTo>
                      <a:pt x="3026489" y="598978"/>
                      <a:pt x="3714825" y="1273857"/>
                      <a:pt x="3860438" y="2396070"/>
                    </a:cubicBezTo>
                    <a:cubicBezTo>
                      <a:pt x="3515988" y="2107145"/>
                      <a:pt x="3317588" y="2107145"/>
                      <a:pt x="2960438" y="2396070"/>
                    </a:cubicBezTo>
                    <a:cubicBezTo>
                      <a:pt x="2910892" y="1313327"/>
                      <a:pt x="2647549" y="1036442"/>
                      <a:pt x="2058573" y="335248"/>
                    </a:cubicBezTo>
                    <a:close/>
                    <a:moveTo>
                      <a:pt x="1801865" y="335248"/>
                    </a:moveTo>
                    <a:cubicBezTo>
                      <a:pt x="1212889" y="1036442"/>
                      <a:pt x="949546" y="1313327"/>
                      <a:pt x="900000" y="2396070"/>
                    </a:cubicBezTo>
                    <a:cubicBezTo>
                      <a:pt x="542850" y="2107145"/>
                      <a:pt x="344450" y="2107145"/>
                      <a:pt x="0" y="2396070"/>
                    </a:cubicBezTo>
                    <a:cubicBezTo>
                      <a:pt x="145613" y="1273857"/>
                      <a:pt x="833949" y="598978"/>
                      <a:pt x="1801865" y="335248"/>
                    </a:cubicBezTo>
                    <a:close/>
                    <a:moveTo>
                      <a:pt x="1902679" y="0"/>
                    </a:moveTo>
                    <a:lnTo>
                      <a:pt x="1929455" y="0"/>
                    </a:lnTo>
                    <a:lnTo>
                      <a:pt x="1970067" y="288000"/>
                    </a:lnTo>
                    <a:lnTo>
                      <a:pt x="1862067" y="288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930" name="Google Shape;2930;p56"/>
              <p:cNvSpPr/>
              <p:nvPr/>
            </p:nvSpPr>
            <p:spPr>
              <a:xfrm rot="-2129845">
                <a:off x="10110329" y="1972655"/>
                <a:ext cx="132806" cy="502999"/>
              </a:xfrm>
              <a:custGeom>
                <a:rect b="b" l="l" r="r" t="t"/>
                <a:pathLst>
                  <a:path extrusionOk="0" h="5014044" w="1323851">
                    <a:moveTo>
                      <a:pt x="797140" y="4503940"/>
                    </a:moveTo>
                    <a:cubicBezTo>
                      <a:pt x="732770" y="4439570"/>
                      <a:pt x="628407" y="4439570"/>
                      <a:pt x="564037" y="4503940"/>
                    </a:cubicBezTo>
                    <a:cubicBezTo>
                      <a:pt x="499667" y="4568310"/>
                      <a:pt x="499667" y="4672672"/>
                      <a:pt x="564037" y="4737042"/>
                    </a:cubicBezTo>
                    <a:cubicBezTo>
                      <a:pt x="628407" y="4801412"/>
                      <a:pt x="732770" y="4801413"/>
                      <a:pt x="797140" y="4737043"/>
                    </a:cubicBezTo>
                    <a:cubicBezTo>
                      <a:pt x="861510" y="4672673"/>
                      <a:pt x="861510" y="4568310"/>
                      <a:pt x="797140" y="4503940"/>
                    </a:cubicBezTo>
                    <a:close/>
                    <a:moveTo>
                      <a:pt x="1019859" y="4396571"/>
                    </a:moveTo>
                    <a:lnTo>
                      <a:pt x="1019859" y="4844408"/>
                    </a:lnTo>
                    <a:lnTo>
                      <a:pt x="680589" y="5014044"/>
                    </a:lnTo>
                    <a:lnTo>
                      <a:pt x="341319" y="4844409"/>
                    </a:lnTo>
                    <a:lnTo>
                      <a:pt x="341319" y="4396572"/>
                    </a:lnTo>
                    <a:lnTo>
                      <a:pt x="680589" y="4226937"/>
                    </a:lnTo>
                    <a:close/>
                    <a:moveTo>
                      <a:pt x="800624" y="237293"/>
                    </a:moveTo>
                    <a:cubicBezTo>
                      <a:pt x="730322" y="166991"/>
                      <a:pt x="616339" y="166991"/>
                      <a:pt x="546037" y="237293"/>
                    </a:cubicBezTo>
                    <a:cubicBezTo>
                      <a:pt x="475735" y="307595"/>
                      <a:pt x="475735" y="421577"/>
                      <a:pt x="546037" y="491879"/>
                    </a:cubicBezTo>
                    <a:cubicBezTo>
                      <a:pt x="616339" y="562181"/>
                      <a:pt x="730322" y="562181"/>
                      <a:pt x="800624" y="491879"/>
                    </a:cubicBezTo>
                    <a:cubicBezTo>
                      <a:pt x="870926" y="421577"/>
                      <a:pt x="870926" y="307595"/>
                      <a:pt x="800624" y="237293"/>
                    </a:cubicBezTo>
                    <a:close/>
                    <a:moveTo>
                      <a:pt x="1079384" y="68015"/>
                    </a:moveTo>
                    <a:cubicBezTo>
                      <a:pt x="1121407" y="110039"/>
                      <a:pt x="1147399" y="168093"/>
                      <a:pt x="1147399" y="232219"/>
                    </a:cubicBezTo>
                    <a:cubicBezTo>
                      <a:pt x="1147399" y="1159793"/>
                      <a:pt x="1034554" y="2087367"/>
                      <a:pt x="1023948" y="3014957"/>
                    </a:cubicBezTo>
                    <a:cubicBezTo>
                      <a:pt x="1133082" y="3060182"/>
                      <a:pt x="1235152" y="3127360"/>
                      <a:pt x="1323851" y="3216059"/>
                    </a:cubicBezTo>
                    <a:cubicBezTo>
                      <a:pt x="1689423" y="3581630"/>
                      <a:pt x="1689423" y="4174338"/>
                      <a:pt x="1323851" y="4539910"/>
                    </a:cubicBezTo>
                    <a:cubicBezTo>
                      <a:pt x="1261218" y="4602543"/>
                      <a:pt x="1191917" y="4654446"/>
                      <a:pt x="1117803" y="4694845"/>
                    </a:cubicBezTo>
                    <a:lnTo>
                      <a:pt x="1117303" y="3872699"/>
                    </a:lnTo>
                    <a:lnTo>
                      <a:pt x="684319" y="3565900"/>
                    </a:lnTo>
                    <a:lnTo>
                      <a:pt x="251709" y="3873225"/>
                    </a:lnTo>
                    <a:lnTo>
                      <a:pt x="252223" y="4718882"/>
                    </a:lnTo>
                    <a:cubicBezTo>
                      <a:pt x="160837" y="4675423"/>
                      <a:pt x="75567" y="4615476"/>
                      <a:pt x="0" y="4539910"/>
                    </a:cubicBezTo>
                    <a:cubicBezTo>
                      <a:pt x="-365571" y="4174338"/>
                      <a:pt x="-365571" y="3581630"/>
                      <a:pt x="0" y="3216059"/>
                    </a:cubicBezTo>
                    <a:cubicBezTo>
                      <a:pt x="100968" y="3115091"/>
                      <a:pt x="219261" y="3042010"/>
                      <a:pt x="345675" y="2997831"/>
                    </a:cubicBezTo>
                    <a:lnTo>
                      <a:pt x="211295" y="232219"/>
                    </a:lnTo>
                    <a:cubicBezTo>
                      <a:pt x="211295" y="103968"/>
                      <a:pt x="315263" y="0"/>
                      <a:pt x="443514" y="0"/>
                    </a:cubicBezTo>
                    <a:lnTo>
                      <a:pt x="915180" y="0"/>
                    </a:lnTo>
                    <a:cubicBezTo>
                      <a:pt x="979305" y="0"/>
                      <a:pt x="1037360" y="25992"/>
                      <a:pt x="1079384" y="680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931" name="Google Shape;2931;p56"/>
              <p:cNvSpPr/>
              <p:nvPr/>
            </p:nvSpPr>
            <p:spPr>
              <a:xfrm rot="-8100000">
                <a:off x="9503918" y="5364438"/>
                <a:ext cx="71616" cy="502304"/>
              </a:xfrm>
              <a:custGeom>
                <a:rect b="b" l="l" r="r" t="t"/>
                <a:pathLst>
                  <a:path extrusionOk="0" h="460327" w="65631">
                    <a:moveTo>
                      <a:pt x="42919" y="215685"/>
                    </a:moveTo>
                    <a:lnTo>
                      <a:pt x="22708" y="215685"/>
                    </a:lnTo>
                    <a:lnTo>
                      <a:pt x="0" y="185855"/>
                    </a:lnTo>
                    <a:lnTo>
                      <a:pt x="3" y="185856"/>
                    </a:lnTo>
                    <a:lnTo>
                      <a:pt x="3" y="32814"/>
                    </a:lnTo>
                    <a:cubicBezTo>
                      <a:pt x="3" y="14690"/>
                      <a:pt x="14694" y="0"/>
                      <a:pt x="32817" y="0"/>
                    </a:cubicBezTo>
                    <a:cubicBezTo>
                      <a:pt x="50940" y="0"/>
                      <a:pt x="65631" y="14690"/>
                      <a:pt x="65631" y="32814"/>
                    </a:cubicBezTo>
                    <a:lnTo>
                      <a:pt x="65631" y="185856"/>
                    </a:lnTo>
                    <a:lnTo>
                      <a:pt x="65626" y="185856"/>
                    </a:lnTo>
                    <a:close/>
                    <a:moveTo>
                      <a:pt x="57234" y="460327"/>
                    </a:moveTo>
                    <a:lnTo>
                      <a:pt x="11300" y="460327"/>
                    </a:lnTo>
                    <a:lnTo>
                      <a:pt x="11300" y="366559"/>
                    </a:lnTo>
                    <a:cubicBezTo>
                      <a:pt x="13577" y="349655"/>
                      <a:pt x="25635" y="358815"/>
                      <a:pt x="25452" y="346112"/>
                    </a:cubicBezTo>
                    <a:cubicBezTo>
                      <a:pt x="25288" y="302926"/>
                      <a:pt x="25124" y="259739"/>
                      <a:pt x="24960" y="216553"/>
                    </a:cubicBezTo>
                    <a:lnTo>
                      <a:pt x="42858" y="216553"/>
                    </a:lnTo>
                    <a:cubicBezTo>
                      <a:pt x="42694" y="259576"/>
                      <a:pt x="42530" y="302598"/>
                      <a:pt x="42366" y="345621"/>
                    </a:cubicBezTo>
                    <a:cubicBezTo>
                      <a:pt x="39843" y="359799"/>
                      <a:pt x="54756" y="347441"/>
                      <a:pt x="57234" y="36655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932" name="Google Shape;2932;p56"/>
              <p:cNvSpPr/>
              <p:nvPr/>
            </p:nvSpPr>
            <p:spPr>
              <a:xfrm>
                <a:off x="10146073" y="5282722"/>
                <a:ext cx="141778" cy="392828"/>
              </a:xfrm>
              <a:custGeom>
                <a:rect b="b" l="l" r="r" t="t"/>
                <a:pathLst>
                  <a:path extrusionOk="0" h="3871427" w="1397263">
                    <a:moveTo>
                      <a:pt x="698631" y="1778701"/>
                    </a:moveTo>
                    <a:cubicBezTo>
                      <a:pt x="609151" y="1778701"/>
                      <a:pt x="536613" y="1851239"/>
                      <a:pt x="536613" y="1940719"/>
                    </a:cubicBezTo>
                    <a:cubicBezTo>
                      <a:pt x="536613" y="2030199"/>
                      <a:pt x="609151" y="2102737"/>
                      <a:pt x="698631" y="2102737"/>
                    </a:cubicBezTo>
                    <a:cubicBezTo>
                      <a:pt x="788111" y="2102737"/>
                      <a:pt x="860649" y="2030199"/>
                      <a:pt x="860649" y="1940719"/>
                    </a:cubicBezTo>
                    <a:cubicBezTo>
                      <a:pt x="860649" y="1851239"/>
                      <a:pt x="788111" y="1778701"/>
                      <a:pt x="698631" y="1778701"/>
                    </a:cubicBezTo>
                    <a:close/>
                    <a:moveTo>
                      <a:pt x="999594" y="0"/>
                    </a:moveTo>
                    <a:lnTo>
                      <a:pt x="1321063" y="0"/>
                    </a:lnTo>
                    <a:lnTo>
                      <a:pt x="1390119" y="95250"/>
                    </a:lnTo>
                    <a:cubicBezTo>
                      <a:pt x="1392500" y="284956"/>
                      <a:pt x="1394882" y="474663"/>
                      <a:pt x="1397263" y="664369"/>
                    </a:cubicBezTo>
                    <a:lnTo>
                      <a:pt x="1256769" y="833438"/>
                    </a:lnTo>
                    <a:lnTo>
                      <a:pt x="921013" y="978694"/>
                    </a:lnTo>
                    <a:lnTo>
                      <a:pt x="913199" y="978651"/>
                    </a:lnTo>
                    <a:lnTo>
                      <a:pt x="913199" y="1700779"/>
                    </a:lnTo>
                    <a:cubicBezTo>
                      <a:pt x="979823" y="1759212"/>
                      <a:pt x="1021211" y="1845132"/>
                      <a:pt x="1021211" y="1940719"/>
                    </a:cubicBezTo>
                    <a:cubicBezTo>
                      <a:pt x="1021211" y="2036306"/>
                      <a:pt x="979823" y="2122226"/>
                      <a:pt x="913199" y="2180659"/>
                    </a:cubicBezTo>
                    <a:lnTo>
                      <a:pt x="913199" y="2896482"/>
                    </a:lnTo>
                    <a:lnTo>
                      <a:pt x="1238250" y="3021320"/>
                    </a:lnTo>
                    <a:lnTo>
                      <a:pt x="1390650" y="3199914"/>
                    </a:lnTo>
                    <a:lnTo>
                      <a:pt x="1393032" y="3764270"/>
                    </a:lnTo>
                    <a:lnTo>
                      <a:pt x="1316832" y="3869045"/>
                    </a:lnTo>
                    <a:lnTo>
                      <a:pt x="997744" y="3869045"/>
                    </a:lnTo>
                    <a:lnTo>
                      <a:pt x="995363" y="3276114"/>
                    </a:lnTo>
                    <a:lnTo>
                      <a:pt x="700088" y="3111808"/>
                    </a:lnTo>
                    <a:lnTo>
                      <a:pt x="409575" y="3288020"/>
                    </a:lnTo>
                    <a:lnTo>
                      <a:pt x="397669" y="3871427"/>
                    </a:lnTo>
                    <a:lnTo>
                      <a:pt x="76200" y="3871427"/>
                    </a:lnTo>
                    <a:lnTo>
                      <a:pt x="7144" y="3776177"/>
                    </a:lnTo>
                    <a:cubicBezTo>
                      <a:pt x="4763" y="3586471"/>
                      <a:pt x="2381" y="3396764"/>
                      <a:pt x="0" y="3207058"/>
                    </a:cubicBezTo>
                    <a:lnTo>
                      <a:pt x="140494" y="3037989"/>
                    </a:lnTo>
                    <a:lnTo>
                      <a:pt x="476250" y="2892733"/>
                    </a:lnTo>
                    <a:lnTo>
                      <a:pt x="481151" y="2892760"/>
                    </a:lnTo>
                    <a:lnTo>
                      <a:pt x="481151" y="2180659"/>
                    </a:lnTo>
                    <a:cubicBezTo>
                      <a:pt x="414527" y="2122226"/>
                      <a:pt x="373139" y="2036306"/>
                      <a:pt x="373139" y="1940719"/>
                    </a:cubicBezTo>
                    <a:cubicBezTo>
                      <a:pt x="373139" y="1845132"/>
                      <a:pt x="414527" y="1759212"/>
                      <a:pt x="481151" y="1700779"/>
                    </a:cubicBezTo>
                    <a:lnTo>
                      <a:pt x="481151" y="973827"/>
                    </a:lnTo>
                    <a:lnTo>
                      <a:pt x="159013" y="850107"/>
                    </a:lnTo>
                    <a:lnTo>
                      <a:pt x="6613" y="671513"/>
                    </a:lnTo>
                    <a:lnTo>
                      <a:pt x="4231" y="107157"/>
                    </a:lnTo>
                    <a:lnTo>
                      <a:pt x="80431" y="2382"/>
                    </a:lnTo>
                    <a:lnTo>
                      <a:pt x="399519" y="2382"/>
                    </a:lnTo>
                    <a:cubicBezTo>
                      <a:pt x="400313" y="198438"/>
                      <a:pt x="401106" y="396875"/>
                      <a:pt x="401900" y="595313"/>
                    </a:cubicBezTo>
                    <a:lnTo>
                      <a:pt x="697175" y="759619"/>
                    </a:lnTo>
                    <a:lnTo>
                      <a:pt x="987688" y="583407"/>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933" name="Google Shape;2933;p56"/>
              <p:cNvSpPr/>
              <p:nvPr/>
            </p:nvSpPr>
            <p:spPr>
              <a:xfrm rot="10800000">
                <a:off x="9233259" y="1922064"/>
                <a:ext cx="351266" cy="351266"/>
              </a:xfrm>
              <a:custGeom>
                <a:rect b="b" l="l" r="r" t="t"/>
                <a:pathLst>
                  <a:path extrusionOk="0" h="3915008" w="3982665">
                    <a:moveTo>
                      <a:pt x="0" y="2664000"/>
                    </a:moveTo>
                    <a:lnTo>
                      <a:pt x="1911318" y="72000"/>
                    </a:lnTo>
                    <a:lnTo>
                      <a:pt x="1142725" y="2655962"/>
                    </a:lnTo>
                    <a:close/>
                    <a:moveTo>
                      <a:pt x="3982665" y="2664000"/>
                    </a:moveTo>
                    <a:lnTo>
                      <a:pt x="2839940" y="2655962"/>
                    </a:lnTo>
                    <a:lnTo>
                      <a:pt x="2071347" y="72000"/>
                    </a:lnTo>
                    <a:close/>
                    <a:moveTo>
                      <a:pt x="2621333" y="2664000"/>
                    </a:moveTo>
                    <a:lnTo>
                      <a:pt x="1361333" y="2664000"/>
                    </a:lnTo>
                    <a:lnTo>
                      <a:pt x="1991333" y="0"/>
                    </a:lnTo>
                    <a:close/>
                    <a:moveTo>
                      <a:pt x="1806654" y="3915007"/>
                    </a:moveTo>
                    <a:lnTo>
                      <a:pt x="726654" y="3915007"/>
                    </a:lnTo>
                    <a:lnTo>
                      <a:pt x="1266654" y="2835007"/>
                    </a:lnTo>
                    <a:close/>
                    <a:moveTo>
                      <a:pt x="555902" y="3915008"/>
                    </a:moveTo>
                    <a:lnTo>
                      <a:pt x="15902" y="2835008"/>
                    </a:lnTo>
                    <a:lnTo>
                      <a:pt x="1095902" y="2835008"/>
                    </a:lnTo>
                    <a:close/>
                    <a:moveTo>
                      <a:pt x="1977406" y="3915008"/>
                    </a:moveTo>
                    <a:lnTo>
                      <a:pt x="1437406" y="2835008"/>
                    </a:lnTo>
                    <a:lnTo>
                      <a:pt x="2517406" y="2835008"/>
                    </a:lnTo>
                    <a:close/>
                    <a:moveTo>
                      <a:pt x="3228158" y="3915008"/>
                    </a:moveTo>
                    <a:lnTo>
                      <a:pt x="2148158" y="3915008"/>
                    </a:lnTo>
                    <a:lnTo>
                      <a:pt x="2688158" y="2835008"/>
                    </a:lnTo>
                    <a:close/>
                    <a:moveTo>
                      <a:pt x="3398910" y="3915008"/>
                    </a:moveTo>
                    <a:lnTo>
                      <a:pt x="2858910" y="2835008"/>
                    </a:lnTo>
                    <a:lnTo>
                      <a:pt x="3938910" y="2835008"/>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934" name="Google Shape;2934;p56"/>
              <p:cNvSpPr/>
              <p:nvPr/>
            </p:nvSpPr>
            <p:spPr>
              <a:xfrm>
                <a:off x="8136976" y="5049647"/>
                <a:ext cx="351266" cy="351266"/>
              </a:xfrm>
              <a:custGeom>
                <a:rect b="b" l="l" r="r" t="t"/>
                <a:pathLst>
                  <a:path extrusionOk="0" h="3954781" w="3928707">
                    <a:moveTo>
                      <a:pt x="2773336" y="2238726"/>
                    </a:moveTo>
                    <a:cubicBezTo>
                      <a:pt x="2746826" y="2238726"/>
                      <a:pt x="2725335" y="2260217"/>
                      <a:pt x="2725335" y="2286727"/>
                    </a:cubicBezTo>
                    <a:lnTo>
                      <a:pt x="2725335" y="2478725"/>
                    </a:lnTo>
                    <a:cubicBezTo>
                      <a:pt x="2725335" y="2505235"/>
                      <a:pt x="2746826" y="2526726"/>
                      <a:pt x="2773336" y="2526726"/>
                    </a:cubicBezTo>
                    <a:lnTo>
                      <a:pt x="2965334" y="2526726"/>
                    </a:lnTo>
                    <a:cubicBezTo>
                      <a:pt x="2991844" y="2526726"/>
                      <a:pt x="3013335" y="2505235"/>
                      <a:pt x="3013335" y="2478725"/>
                    </a:cubicBezTo>
                    <a:lnTo>
                      <a:pt x="3013335" y="2286727"/>
                    </a:lnTo>
                    <a:cubicBezTo>
                      <a:pt x="3013335" y="2260217"/>
                      <a:pt x="2991844" y="2238726"/>
                      <a:pt x="2965334" y="2238726"/>
                    </a:cubicBezTo>
                    <a:close/>
                    <a:moveTo>
                      <a:pt x="2313922" y="2238726"/>
                    </a:moveTo>
                    <a:cubicBezTo>
                      <a:pt x="2287412" y="2238726"/>
                      <a:pt x="2265921" y="2260217"/>
                      <a:pt x="2265921" y="2286727"/>
                    </a:cubicBezTo>
                    <a:lnTo>
                      <a:pt x="2265921" y="2478725"/>
                    </a:lnTo>
                    <a:cubicBezTo>
                      <a:pt x="2265921" y="2505235"/>
                      <a:pt x="2287412" y="2526726"/>
                      <a:pt x="2313922" y="2526726"/>
                    </a:cubicBezTo>
                    <a:lnTo>
                      <a:pt x="2505920" y="2526726"/>
                    </a:lnTo>
                    <a:cubicBezTo>
                      <a:pt x="2532430" y="2526726"/>
                      <a:pt x="2553921" y="2505235"/>
                      <a:pt x="2553921" y="2478725"/>
                    </a:cubicBezTo>
                    <a:lnTo>
                      <a:pt x="2553921" y="2286727"/>
                    </a:lnTo>
                    <a:cubicBezTo>
                      <a:pt x="2553921" y="2260217"/>
                      <a:pt x="2532430" y="2238726"/>
                      <a:pt x="2505920" y="2238726"/>
                    </a:cubicBezTo>
                    <a:close/>
                    <a:moveTo>
                      <a:pt x="1854508" y="2238726"/>
                    </a:moveTo>
                    <a:cubicBezTo>
                      <a:pt x="1827998" y="2238726"/>
                      <a:pt x="1806507" y="2260217"/>
                      <a:pt x="1806507" y="2286727"/>
                    </a:cubicBezTo>
                    <a:lnTo>
                      <a:pt x="1806507" y="2478725"/>
                    </a:lnTo>
                    <a:cubicBezTo>
                      <a:pt x="1806507" y="2505235"/>
                      <a:pt x="1827998" y="2526726"/>
                      <a:pt x="1854508" y="2526726"/>
                    </a:cubicBezTo>
                    <a:lnTo>
                      <a:pt x="2046506" y="2526726"/>
                    </a:lnTo>
                    <a:cubicBezTo>
                      <a:pt x="2073016" y="2526726"/>
                      <a:pt x="2094507" y="2505235"/>
                      <a:pt x="2094507" y="2478725"/>
                    </a:cubicBezTo>
                    <a:lnTo>
                      <a:pt x="2094507" y="2286727"/>
                    </a:lnTo>
                    <a:cubicBezTo>
                      <a:pt x="2094507" y="2260217"/>
                      <a:pt x="2073016" y="2238726"/>
                      <a:pt x="2046506" y="2238726"/>
                    </a:cubicBezTo>
                    <a:close/>
                    <a:moveTo>
                      <a:pt x="879732" y="2133675"/>
                    </a:moveTo>
                    <a:cubicBezTo>
                      <a:pt x="767330" y="2133675"/>
                      <a:pt x="676210" y="2224795"/>
                      <a:pt x="676210" y="2337197"/>
                    </a:cubicBezTo>
                    <a:cubicBezTo>
                      <a:pt x="676210" y="2449599"/>
                      <a:pt x="767330" y="2540719"/>
                      <a:pt x="879732" y="2540719"/>
                    </a:cubicBezTo>
                    <a:cubicBezTo>
                      <a:pt x="956121" y="2540719"/>
                      <a:pt x="1022681" y="2498634"/>
                      <a:pt x="1054808" y="2434886"/>
                    </a:cubicBezTo>
                    <a:lnTo>
                      <a:pt x="1469273" y="2434887"/>
                    </a:lnTo>
                    <a:cubicBezTo>
                      <a:pt x="1529381" y="2434887"/>
                      <a:pt x="1578108" y="2386160"/>
                      <a:pt x="1578108" y="2326052"/>
                    </a:cubicBezTo>
                    <a:cubicBezTo>
                      <a:pt x="1578108" y="2265944"/>
                      <a:pt x="1529381" y="2217217"/>
                      <a:pt x="1469273" y="2217217"/>
                    </a:cubicBezTo>
                    <a:lnTo>
                      <a:pt x="1039779" y="2217217"/>
                    </a:lnTo>
                    <a:cubicBezTo>
                      <a:pt x="1005455" y="2165662"/>
                      <a:pt x="946329" y="2133675"/>
                      <a:pt x="879732" y="2133675"/>
                    </a:cubicBezTo>
                    <a:close/>
                    <a:moveTo>
                      <a:pt x="2773336" y="1699178"/>
                    </a:moveTo>
                    <a:cubicBezTo>
                      <a:pt x="2746826" y="1699178"/>
                      <a:pt x="2725335" y="1720669"/>
                      <a:pt x="2725335" y="1747179"/>
                    </a:cubicBezTo>
                    <a:lnTo>
                      <a:pt x="2725335" y="1939177"/>
                    </a:lnTo>
                    <a:cubicBezTo>
                      <a:pt x="2725335" y="1965687"/>
                      <a:pt x="2746826" y="1987178"/>
                      <a:pt x="2773336" y="1987178"/>
                    </a:cubicBezTo>
                    <a:lnTo>
                      <a:pt x="2965334" y="1987178"/>
                    </a:lnTo>
                    <a:cubicBezTo>
                      <a:pt x="2991844" y="1987178"/>
                      <a:pt x="3013335" y="1965687"/>
                      <a:pt x="3013335" y="1939177"/>
                    </a:cubicBezTo>
                    <a:lnTo>
                      <a:pt x="3013335" y="1747179"/>
                    </a:lnTo>
                    <a:cubicBezTo>
                      <a:pt x="3013335" y="1720669"/>
                      <a:pt x="2991844" y="1699178"/>
                      <a:pt x="2965334" y="1699178"/>
                    </a:cubicBezTo>
                    <a:close/>
                    <a:moveTo>
                      <a:pt x="2313922" y="1699178"/>
                    </a:moveTo>
                    <a:cubicBezTo>
                      <a:pt x="2287412" y="1699178"/>
                      <a:pt x="2265921" y="1720669"/>
                      <a:pt x="2265921" y="1747179"/>
                    </a:cubicBezTo>
                    <a:lnTo>
                      <a:pt x="2265921" y="1939177"/>
                    </a:lnTo>
                    <a:cubicBezTo>
                      <a:pt x="2265921" y="1965687"/>
                      <a:pt x="2287412" y="1987178"/>
                      <a:pt x="2313922" y="1987178"/>
                    </a:cubicBezTo>
                    <a:lnTo>
                      <a:pt x="2505920" y="1987178"/>
                    </a:lnTo>
                    <a:cubicBezTo>
                      <a:pt x="2532430" y="1987178"/>
                      <a:pt x="2553921" y="1965687"/>
                      <a:pt x="2553921" y="1939177"/>
                    </a:cubicBezTo>
                    <a:lnTo>
                      <a:pt x="2553921" y="1747179"/>
                    </a:lnTo>
                    <a:cubicBezTo>
                      <a:pt x="2553921" y="1720669"/>
                      <a:pt x="2532430" y="1699178"/>
                      <a:pt x="2505920" y="1699178"/>
                    </a:cubicBezTo>
                    <a:close/>
                    <a:moveTo>
                      <a:pt x="1854508" y="1699178"/>
                    </a:moveTo>
                    <a:cubicBezTo>
                      <a:pt x="1827998" y="1699178"/>
                      <a:pt x="1806507" y="1720669"/>
                      <a:pt x="1806507" y="1747179"/>
                    </a:cubicBezTo>
                    <a:lnTo>
                      <a:pt x="1806507" y="1939177"/>
                    </a:lnTo>
                    <a:cubicBezTo>
                      <a:pt x="1806507" y="1965687"/>
                      <a:pt x="1827998" y="1987178"/>
                      <a:pt x="1854508" y="1987178"/>
                    </a:cubicBezTo>
                    <a:lnTo>
                      <a:pt x="2046506" y="1987178"/>
                    </a:lnTo>
                    <a:cubicBezTo>
                      <a:pt x="2073016" y="1987178"/>
                      <a:pt x="2094507" y="1965687"/>
                      <a:pt x="2094507" y="1939177"/>
                    </a:cubicBezTo>
                    <a:lnTo>
                      <a:pt x="2094507" y="1747179"/>
                    </a:lnTo>
                    <a:cubicBezTo>
                      <a:pt x="2094507" y="1720669"/>
                      <a:pt x="2073016" y="1699178"/>
                      <a:pt x="2046506" y="1699178"/>
                    </a:cubicBezTo>
                    <a:close/>
                    <a:moveTo>
                      <a:pt x="1035948" y="1186216"/>
                    </a:moveTo>
                    <a:cubicBezTo>
                      <a:pt x="1165960" y="1186216"/>
                      <a:pt x="1271356" y="1291612"/>
                      <a:pt x="1271356" y="1421624"/>
                    </a:cubicBezTo>
                    <a:cubicBezTo>
                      <a:pt x="1271356" y="1551636"/>
                      <a:pt x="1165960" y="1657032"/>
                      <a:pt x="1035948" y="1657032"/>
                    </a:cubicBezTo>
                    <a:cubicBezTo>
                      <a:pt x="905936" y="1657032"/>
                      <a:pt x="800540" y="1551636"/>
                      <a:pt x="800540" y="1421624"/>
                    </a:cubicBezTo>
                    <a:cubicBezTo>
                      <a:pt x="800540" y="1291612"/>
                      <a:pt x="905936" y="1186216"/>
                      <a:pt x="1035948" y="1186216"/>
                    </a:cubicBezTo>
                    <a:close/>
                    <a:moveTo>
                      <a:pt x="2773336" y="1159631"/>
                    </a:moveTo>
                    <a:cubicBezTo>
                      <a:pt x="2746826" y="1159631"/>
                      <a:pt x="2725335" y="1181122"/>
                      <a:pt x="2725335" y="1207632"/>
                    </a:cubicBezTo>
                    <a:lnTo>
                      <a:pt x="2725335" y="1399630"/>
                    </a:lnTo>
                    <a:cubicBezTo>
                      <a:pt x="2725335" y="1426140"/>
                      <a:pt x="2746826" y="1447631"/>
                      <a:pt x="2773336" y="1447631"/>
                    </a:cubicBezTo>
                    <a:lnTo>
                      <a:pt x="2965334" y="1447631"/>
                    </a:lnTo>
                    <a:cubicBezTo>
                      <a:pt x="2991844" y="1447631"/>
                      <a:pt x="3013335" y="1426140"/>
                      <a:pt x="3013335" y="1399630"/>
                    </a:cubicBezTo>
                    <a:lnTo>
                      <a:pt x="3013335" y="1207632"/>
                    </a:lnTo>
                    <a:cubicBezTo>
                      <a:pt x="3013335" y="1181122"/>
                      <a:pt x="2991844" y="1159631"/>
                      <a:pt x="2965334" y="1159631"/>
                    </a:cubicBezTo>
                    <a:close/>
                    <a:moveTo>
                      <a:pt x="2313922" y="1159631"/>
                    </a:moveTo>
                    <a:cubicBezTo>
                      <a:pt x="2287412" y="1159631"/>
                      <a:pt x="2265921" y="1181122"/>
                      <a:pt x="2265921" y="1207632"/>
                    </a:cubicBezTo>
                    <a:lnTo>
                      <a:pt x="2265921" y="1399630"/>
                    </a:lnTo>
                    <a:cubicBezTo>
                      <a:pt x="2265921" y="1426140"/>
                      <a:pt x="2287412" y="1447631"/>
                      <a:pt x="2313922" y="1447631"/>
                    </a:cubicBezTo>
                    <a:lnTo>
                      <a:pt x="2505920" y="1447631"/>
                    </a:lnTo>
                    <a:cubicBezTo>
                      <a:pt x="2532430" y="1447631"/>
                      <a:pt x="2553921" y="1426140"/>
                      <a:pt x="2553921" y="1399630"/>
                    </a:cubicBezTo>
                    <a:lnTo>
                      <a:pt x="2553921" y="1207632"/>
                    </a:lnTo>
                    <a:cubicBezTo>
                      <a:pt x="2553921" y="1181122"/>
                      <a:pt x="2532430" y="1159631"/>
                      <a:pt x="2505920" y="1159631"/>
                    </a:cubicBezTo>
                    <a:close/>
                    <a:moveTo>
                      <a:pt x="1854508" y="1159631"/>
                    </a:moveTo>
                    <a:cubicBezTo>
                      <a:pt x="1827998" y="1159631"/>
                      <a:pt x="1806507" y="1181122"/>
                      <a:pt x="1806507" y="1207632"/>
                    </a:cubicBezTo>
                    <a:lnTo>
                      <a:pt x="1806507" y="1399630"/>
                    </a:lnTo>
                    <a:cubicBezTo>
                      <a:pt x="1806507" y="1426140"/>
                      <a:pt x="1827998" y="1447631"/>
                      <a:pt x="1854508" y="1447631"/>
                    </a:cubicBezTo>
                    <a:lnTo>
                      <a:pt x="2046506" y="1447631"/>
                    </a:lnTo>
                    <a:cubicBezTo>
                      <a:pt x="2073016" y="1447631"/>
                      <a:pt x="2094507" y="1426140"/>
                      <a:pt x="2094507" y="1399630"/>
                    </a:cubicBezTo>
                    <a:lnTo>
                      <a:pt x="2094507" y="1207632"/>
                    </a:lnTo>
                    <a:cubicBezTo>
                      <a:pt x="2094507" y="1181122"/>
                      <a:pt x="2073016" y="1159631"/>
                      <a:pt x="2046506" y="1159631"/>
                    </a:cubicBezTo>
                    <a:close/>
                    <a:moveTo>
                      <a:pt x="1035947" y="1097587"/>
                    </a:moveTo>
                    <a:cubicBezTo>
                      <a:pt x="856987" y="1097587"/>
                      <a:pt x="711911" y="1242663"/>
                      <a:pt x="711911" y="1421623"/>
                    </a:cubicBezTo>
                    <a:cubicBezTo>
                      <a:pt x="711911" y="1600583"/>
                      <a:pt x="856987" y="1745659"/>
                      <a:pt x="1035947" y="1745659"/>
                    </a:cubicBezTo>
                    <a:cubicBezTo>
                      <a:pt x="1214907" y="1745659"/>
                      <a:pt x="1359983" y="1600583"/>
                      <a:pt x="1359983" y="1421623"/>
                    </a:cubicBezTo>
                    <a:cubicBezTo>
                      <a:pt x="1359983" y="1242663"/>
                      <a:pt x="1214907" y="1097587"/>
                      <a:pt x="1035947" y="1097587"/>
                    </a:cubicBezTo>
                    <a:close/>
                    <a:moveTo>
                      <a:pt x="593124" y="376367"/>
                    </a:moveTo>
                    <a:lnTo>
                      <a:pt x="3225543" y="376367"/>
                    </a:lnTo>
                    <a:cubicBezTo>
                      <a:pt x="3328637" y="376367"/>
                      <a:pt x="3412211" y="459941"/>
                      <a:pt x="3412211" y="563035"/>
                    </a:cubicBezTo>
                    <a:lnTo>
                      <a:pt x="3412211" y="3074837"/>
                    </a:lnTo>
                    <a:cubicBezTo>
                      <a:pt x="3412211" y="3177931"/>
                      <a:pt x="3328637" y="3261505"/>
                      <a:pt x="3225543" y="3261505"/>
                    </a:cubicBezTo>
                    <a:lnTo>
                      <a:pt x="593124" y="3261505"/>
                    </a:lnTo>
                    <a:cubicBezTo>
                      <a:pt x="490030" y="3261505"/>
                      <a:pt x="406456" y="3177931"/>
                      <a:pt x="406456" y="3074837"/>
                    </a:cubicBezTo>
                    <a:lnTo>
                      <a:pt x="406456" y="563035"/>
                    </a:lnTo>
                    <a:cubicBezTo>
                      <a:pt x="406456" y="459941"/>
                      <a:pt x="490030" y="376367"/>
                      <a:pt x="593124" y="376367"/>
                    </a:cubicBezTo>
                    <a:close/>
                    <a:moveTo>
                      <a:pt x="466365" y="263607"/>
                    </a:moveTo>
                    <a:cubicBezTo>
                      <a:pt x="353740" y="263607"/>
                      <a:pt x="262440" y="354907"/>
                      <a:pt x="262440" y="467532"/>
                    </a:cubicBezTo>
                    <a:lnTo>
                      <a:pt x="262440" y="3211530"/>
                    </a:lnTo>
                    <a:cubicBezTo>
                      <a:pt x="262440" y="3324155"/>
                      <a:pt x="353740" y="3415455"/>
                      <a:pt x="466365" y="3415455"/>
                    </a:cubicBezTo>
                    <a:lnTo>
                      <a:pt x="3352302" y="3415455"/>
                    </a:lnTo>
                    <a:cubicBezTo>
                      <a:pt x="3464927" y="3415455"/>
                      <a:pt x="3556227" y="3324155"/>
                      <a:pt x="3556227" y="3211530"/>
                    </a:cubicBezTo>
                    <a:lnTo>
                      <a:pt x="3556227" y="2945906"/>
                    </a:lnTo>
                    <a:lnTo>
                      <a:pt x="3604113" y="2945906"/>
                    </a:lnTo>
                    <a:cubicBezTo>
                      <a:pt x="3647262" y="2945906"/>
                      <a:pt x="3682241" y="2910927"/>
                      <a:pt x="3682241" y="2867778"/>
                    </a:cubicBezTo>
                    <a:lnTo>
                      <a:pt x="3682241" y="2555278"/>
                    </a:lnTo>
                    <a:cubicBezTo>
                      <a:pt x="3682241" y="2512129"/>
                      <a:pt x="3647262" y="2477150"/>
                      <a:pt x="3604113" y="2477150"/>
                    </a:cubicBezTo>
                    <a:lnTo>
                      <a:pt x="3556227" y="2477150"/>
                    </a:lnTo>
                    <a:lnTo>
                      <a:pt x="3556227" y="1181006"/>
                    </a:lnTo>
                    <a:lnTo>
                      <a:pt x="3604113" y="1181006"/>
                    </a:lnTo>
                    <a:cubicBezTo>
                      <a:pt x="3647262" y="1181006"/>
                      <a:pt x="3682241" y="1146027"/>
                      <a:pt x="3682241" y="1102878"/>
                    </a:cubicBezTo>
                    <a:lnTo>
                      <a:pt x="3682241" y="790378"/>
                    </a:lnTo>
                    <a:cubicBezTo>
                      <a:pt x="3682241" y="747229"/>
                      <a:pt x="3647262" y="712250"/>
                      <a:pt x="3604113" y="712250"/>
                    </a:cubicBezTo>
                    <a:lnTo>
                      <a:pt x="3556227" y="712250"/>
                    </a:lnTo>
                    <a:lnTo>
                      <a:pt x="3556227" y="467532"/>
                    </a:lnTo>
                    <a:cubicBezTo>
                      <a:pt x="3556227" y="354907"/>
                      <a:pt x="3464927" y="263607"/>
                      <a:pt x="3352302" y="263607"/>
                    </a:cubicBezTo>
                    <a:close/>
                    <a:moveTo>
                      <a:pt x="235370" y="0"/>
                    </a:moveTo>
                    <a:lnTo>
                      <a:pt x="3693337" y="0"/>
                    </a:lnTo>
                    <a:cubicBezTo>
                      <a:pt x="3823328" y="0"/>
                      <a:pt x="3928707" y="105379"/>
                      <a:pt x="3928707" y="235370"/>
                    </a:cubicBezTo>
                    <a:lnTo>
                      <a:pt x="3928707" y="3402502"/>
                    </a:lnTo>
                    <a:cubicBezTo>
                      <a:pt x="3928707" y="3485210"/>
                      <a:pt x="3886047" y="3557954"/>
                      <a:pt x="3821334" y="3599629"/>
                    </a:cubicBezTo>
                    <a:lnTo>
                      <a:pt x="3732546" y="3954781"/>
                    </a:lnTo>
                    <a:lnTo>
                      <a:pt x="2998166" y="3954781"/>
                    </a:lnTo>
                    <a:lnTo>
                      <a:pt x="2918939" y="3637872"/>
                    </a:lnTo>
                    <a:lnTo>
                      <a:pt x="1025164" y="3637872"/>
                    </a:lnTo>
                    <a:lnTo>
                      <a:pt x="945937" y="3954781"/>
                    </a:lnTo>
                    <a:lnTo>
                      <a:pt x="211557" y="3954781"/>
                    </a:lnTo>
                    <a:lnTo>
                      <a:pt x="125186" y="3609298"/>
                    </a:lnTo>
                    <a:cubicBezTo>
                      <a:pt x="50483" y="3570656"/>
                      <a:pt x="0" y="3492475"/>
                      <a:pt x="0" y="3402502"/>
                    </a:cubicBezTo>
                    <a:lnTo>
                      <a:pt x="0" y="235370"/>
                    </a:lnTo>
                    <a:cubicBezTo>
                      <a:pt x="0" y="105379"/>
                      <a:pt x="105379" y="0"/>
                      <a:pt x="23537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935" name="Google Shape;2935;p56"/>
              <p:cNvSpPr/>
              <p:nvPr/>
            </p:nvSpPr>
            <p:spPr>
              <a:xfrm>
                <a:off x="9626515" y="1969444"/>
                <a:ext cx="330976" cy="339180"/>
              </a:xfrm>
              <a:custGeom>
                <a:rect b="b" l="l" r="r" t="t"/>
                <a:pathLst>
                  <a:path extrusionOk="0" h="3984815" w="3888432">
                    <a:moveTo>
                      <a:pt x="3131805" y="2156163"/>
                    </a:moveTo>
                    <a:lnTo>
                      <a:pt x="3132791" y="2156712"/>
                    </a:lnTo>
                    <a:lnTo>
                      <a:pt x="3132791" y="3458037"/>
                    </a:lnTo>
                    <a:lnTo>
                      <a:pt x="2592791" y="3458037"/>
                    </a:lnTo>
                    <a:lnTo>
                      <a:pt x="2592791" y="2392416"/>
                    </a:lnTo>
                    <a:lnTo>
                      <a:pt x="3131805" y="2392416"/>
                    </a:lnTo>
                    <a:close/>
                    <a:moveTo>
                      <a:pt x="1894806" y="1447696"/>
                    </a:moveTo>
                    <a:lnTo>
                      <a:pt x="2434806" y="1447696"/>
                    </a:lnTo>
                    <a:lnTo>
                      <a:pt x="2434806" y="3067696"/>
                    </a:lnTo>
                    <a:lnTo>
                      <a:pt x="2425859" y="3067696"/>
                    </a:lnTo>
                    <a:lnTo>
                      <a:pt x="2425859" y="3458037"/>
                    </a:lnTo>
                    <a:lnTo>
                      <a:pt x="1885859" y="3458037"/>
                    </a:lnTo>
                    <a:lnTo>
                      <a:pt x="1885859" y="1462222"/>
                    </a:lnTo>
                    <a:lnTo>
                      <a:pt x="1894806" y="1467205"/>
                    </a:lnTo>
                    <a:close/>
                    <a:moveTo>
                      <a:pt x="1178927" y="1068489"/>
                    </a:moveTo>
                    <a:lnTo>
                      <a:pt x="1179306" y="1068700"/>
                    </a:lnTo>
                    <a:lnTo>
                      <a:pt x="1179306" y="1992407"/>
                    </a:lnTo>
                    <a:lnTo>
                      <a:pt x="1718927" y="1992407"/>
                    </a:lnTo>
                    <a:lnTo>
                      <a:pt x="1718927" y="3458037"/>
                    </a:lnTo>
                    <a:lnTo>
                      <a:pt x="1178927" y="3458037"/>
                    </a:lnTo>
                    <a:close/>
                    <a:moveTo>
                      <a:pt x="471995" y="674757"/>
                    </a:moveTo>
                    <a:lnTo>
                      <a:pt x="482407" y="680556"/>
                    </a:lnTo>
                    <a:lnTo>
                      <a:pt x="1022307" y="680556"/>
                    </a:lnTo>
                    <a:lnTo>
                      <a:pt x="1022307" y="2085638"/>
                    </a:lnTo>
                    <a:lnTo>
                      <a:pt x="1011995" y="2085638"/>
                    </a:lnTo>
                    <a:lnTo>
                      <a:pt x="1011995" y="3458037"/>
                    </a:lnTo>
                    <a:lnTo>
                      <a:pt x="471995" y="3458037"/>
                    </a:lnTo>
                    <a:close/>
                    <a:moveTo>
                      <a:pt x="3301860" y="259154"/>
                    </a:moveTo>
                    <a:lnTo>
                      <a:pt x="3841860" y="259154"/>
                    </a:lnTo>
                    <a:lnTo>
                      <a:pt x="3841860" y="2548347"/>
                    </a:lnTo>
                    <a:lnTo>
                      <a:pt x="3835956" y="2548347"/>
                    </a:lnTo>
                    <a:lnTo>
                      <a:pt x="3839723" y="2550445"/>
                    </a:lnTo>
                    <a:lnTo>
                      <a:pt x="3839723" y="3458037"/>
                    </a:lnTo>
                    <a:lnTo>
                      <a:pt x="3299723" y="3458037"/>
                    </a:lnTo>
                    <a:lnTo>
                      <a:pt x="3299723" y="2249687"/>
                    </a:lnTo>
                    <a:lnTo>
                      <a:pt x="3301860" y="2250877"/>
                    </a:lnTo>
                    <a:close/>
                    <a:moveTo>
                      <a:pt x="0" y="0"/>
                    </a:moveTo>
                    <a:lnTo>
                      <a:pt x="360000" y="0"/>
                    </a:lnTo>
                    <a:lnTo>
                      <a:pt x="360000" y="3624815"/>
                    </a:lnTo>
                    <a:lnTo>
                      <a:pt x="3888432" y="3624815"/>
                    </a:lnTo>
                    <a:lnTo>
                      <a:pt x="3888432" y="3984815"/>
                    </a:lnTo>
                    <a:lnTo>
                      <a:pt x="0" y="3984815"/>
                    </a:lnTo>
                    <a:lnTo>
                      <a:pt x="0" y="3888432"/>
                    </a:lnTo>
                    <a:lnTo>
                      <a:pt x="0" y="362481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936" name="Google Shape;2936;p56"/>
              <p:cNvSpPr/>
              <p:nvPr/>
            </p:nvSpPr>
            <p:spPr>
              <a:xfrm>
                <a:off x="10765361" y="4863776"/>
                <a:ext cx="330939" cy="234666"/>
              </a:xfrm>
              <a:custGeom>
                <a:rect b="b" l="l" r="r" t="t"/>
                <a:pathLst>
                  <a:path extrusionOk="0" h="2808000" w="3960000">
                    <a:moveTo>
                      <a:pt x="2137982" y="2165237"/>
                    </a:moveTo>
                    <a:lnTo>
                      <a:pt x="2111402" y="2204211"/>
                    </a:lnTo>
                    <a:lnTo>
                      <a:pt x="2137982" y="2204211"/>
                    </a:lnTo>
                    <a:close/>
                    <a:moveTo>
                      <a:pt x="2635730" y="2101964"/>
                    </a:moveTo>
                    <a:cubicBezTo>
                      <a:pt x="2615812" y="2101964"/>
                      <a:pt x="2599666" y="2142287"/>
                      <a:pt x="2599666" y="2192028"/>
                    </a:cubicBezTo>
                    <a:cubicBezTo>
                      <a:pt x="2599666" y="2241769"/>
                      <a:pt x="2615812" y="2282092"/>
                      <a:pt x="2635730" y="2282092"/>
                    </a:cubicBezTo>
                    <a:cubicBezTo>
                      <a:pt x="2655648" y="2282092"/>
                      <a:pt x="2671794" y="2241769"/>
                      <a:pt x="2671794" y="2192028"/>
                    </a:cubicBezTo>
                    <a:cubicBezTo>
                      <a:pt x="2671794" y="2142287"/>
                      <a:pt x="2655648" y="2101964"/>
                      <a:pt x="2635730" y="2101964"/>
                    </a:cubicBezTo>
                    <a:close/>
                    <a:moveTo>
                      <a:pt x="1280012" y="2101964"/>
                    </a:moveTo>
                    <a:cubicBezTo>
                      <a:pt x="1260094" y="2101964"/>
                      <a:pt x="1243948" y="2142287"/>
                      <a:pt x="1243948" y="2192028"/>
                    </a:cubicBezTo>
                    <a:cubicBezTo>
                      <a:pt x="1243948" y="2241769"/>
                      <a:pt x="1260094" y="2282092"/>
                      <a:pt x="1280012" y="2282092"/>
                    </a:cubicBezTo>
                    <a:cubicBezTo>
                      <a:pt x="1299930" y="2282092"/>
                      <a:pt x="1316076" y="2241769"/>
                      <a:pt x="1316076" y="2192028"/>
                    </a:cubicBezTo>
                    <a:cubicBezTo>
                      <a:pt x="1316076" y="2142287"/>
                      <a:pt x="1299930" y="2101964"/>
                      <a:pt x="1280012" y="2101964"/>
                    </a:cubicBezTo>
                    <a:close/>
                    <a:moveTo>
                      <a:pt x="2138296" y="2025749"/>
                    </a:moveTo>
                    <a:lnTo>
                      <a:pt x="2139137" y="2026323"/>
                    </a:lnTo>
                    <a:lnTo>
                      <a:pt x="2216315" y="2026323"/>
                    </a:lnTo>
                    <a:lnTo>
                      <a:pt x="2216315" y="2204211"/>
                    </a:lnTo>
                    <a:lnTo>
                      <a:pt x="2256063" y="2204211"/>
                    </a:lnTo>
                    <a:lnTo>
                      <a:pt x="2256063" y="2282544"/>
                    </a:lnTo>
                    <a:lnTo>
                      <a:pt x="2216315" y="2282544"/>
                    </a:lnTo>
                    <a:lnTo>
                      <a:pt x="2216315" y="2357732"/>
                    </a:lnTo>
                    <a:lnTo>
                      <a:pt x="2137982" y="2357732"/>
                    </a:lnTo>
                    <a:lnTo>
                      <a:pt x="2137982" y="2282544"/>
                    </a:lnTo>
                    <a:lnTo>
                      <a:pt x="2015039" y="2282544"/>
                    </a:lnTo>
                    <a:lnTo>
                      <a:pt x="2015039" y="2208059"/>
                    </a:lnTo>
                    <a:lnTo>
                      <a:pt x="2014304" y="2207558"/>
                    </a:lnTo>
                    <a:lnTo>
                      <a:pt x="2015039" y="2206481"/>
                    </a:lnTo>
                    <a:lnTo>
                      <a:pt x="2015039" y="2204211"/>
                    </a:lnTo>
                    <a:lnTo>
                      <a:pt x="2016587" y="2204211"/>
                    </a:lnTo>
                    <a:close/>
                    <a:moveTo>
                      <a:pt x="1855876" y="2017651"/>
                    </a:moveTo>
                    <a:cubicBezTo>
                      <a:pt x="1914135" y="2017257"/>
                      <a:pt x="1961791" y="2063958"/>
                      <a:pt x="1962577" y="2122214"/>
                    </a:cubicBezTo>
                    <a:cubicBezTo>
                      <a:pt x="1962954" y="2150145"/>
                      <a:pt x="1952489" y="2175712"/>
                      <a:pt x="1934995" y="2194820"/>
                    </a:cubicBezTo>
                    <a:cubicBezTo>
                      <a:pt x="1952694" y="2214184"/>
                      <a:pt x="1963194" y="2240138"/>
                      <a:pt x="1962560" y="2268406"/>
                    </a:cubicBezTo>
                    <a:cubicBezTo>
                      <a:pt x="1961260" y="2326468"/>
                      <a:pt x="1913477" y="2372672"/>
                      <a:pt x="1855404" y="2372021"/>
                    </a:cubicBezTo>
                    <a:cubicBezTo>
                      <a:pt x="1797331" y="2371371"/>
                      <a:pt x="1750595" y="2324109"/>
                      <a:pt x="1750595" y="2266032"/>
                    </a:cubicBezTo>
                    <a:lnTo>
                      <a:pt x="1826499" y="2266032"/>
                    </a:lnTo>
                    <a:cubicBezTo>
                      <a:pt x="1826499" y="2282520"/>
                      <a:pt x="1839767" y="2295938"/>
                      <a:pt x="1856254" y="2296122"/>
                    </a:cubicBezTo>
                    <a:cubicBezTo>
                      <a:pt x="1872741" y="2296307"/>
                      <a:pt x="1886306" y="2283190"/>
                      <a:pt x="1886676" y="2266706"/>
                    </a:cubicBezTo>
                    <a:cubicBezTo>
                      <a:pt x="1887039" y="2250493"/>
                      <a:pt x="1874503" y="2236962"/>
                      <a:pt x="1858407" y="2236065"/>
                    </a:cubicBezTo>
                    <a:lnTo>
                      <a:pt x="1814193" y="2236065"/>
                    </a:lnTo>
                    <a:lnTo>
                      <a:pt x="1814193" y="2152552"/>
                    </a:lnTo>
                    <a:lnTo>
                      <a:pt x="1857384" y="2152552"/>
                    </a:lnTo>
                    <a:cubicBezTo>
                      <a:pt x="1873190" y="2152141"/>
                      <a:pt x="1885741" y="2139089"/>
                      <a:pt x="1885527" y="2123254"/>
                    </a:cubicBezTo>
                    <a:cubicBezTo>
                      <a:pt x="1885313" y="2107349"/>
                      <a:pt x="1872302" y="2094598"/>
                      <a:pt x="1856396" y="2094706"/>
                    </a:cubicBezTo>
                    <a:cubicBezTo>
                      <a:pt x="1840490" y="2094813"/>
                      <a:pt x="1827652" y="2107738"/>
                      <a:pt x="1827652" y="2123644"/>
                    </a:cubicBezTo>
                    <a:lnTo>
                      <a:pt x="1750595" y="2123644"/>
                    </a:lnTo>
                    <a:cubicBezTo>
                      <a:pt x="1750595" y="2065383"/>
                      <a:pt x="1797616" y="2018044"/>
                      <a:pt x="1855876" y="2017651"/>
                    </a:cubicBezTo>
                    <a:close/>
                    <a:moveTo>
                      <a:pt x="2930344" y="2012028"/>
                    </a:moveTo>
                    <a:cubicBezTo>
                      <a:pt x="2996416" y="2014229"/>
                      <a:pt x="3045968" y="2074602"/>
                      <a:pt x="3038901" y="2136479"/>
                    </a:cubicBezTo>
                    <a:cubicBezTo>
                      <a:pt x="3029916" y="2202312"/>
                      <a:pt x="2982346" y="2231435"/>
                      <a:pt x="2939412" y="2275597"/>
                    </a:cubicBezTo>
                    <a:lnTo>
                      <a:pt x="3031192" y="2275597"/>
                    </a:lnTo>
                    <a:lnTo>
                      <a:pt x="3031192" y="2357732"/>
                    </a:lnTo>
                    <a:lnTo>
                      <a:pt x="2819358" y="2357732"/>
                    </a:lnTo>
                    <a:cubicBezTo>
                      <a:pt x="2819409" y="2335416"/>
                      <a:pt x="2820521" y="2314113"/>
                      <a:pt x="2820571" y="2291797"/>
                    </a:cubicBezTo>
                    <a:cubicBezTo>
                      <a:pt x="2870625" y="2240158"/>
                      <a:pt x="2905662" y="2213324"/>
                      <a:pt x="2965770" y="2143601"/>
                    </a:cubicBezTo>
                    <a:cubicBezTo>
                      <a:pt x="2980233" y="2116927"/>
                      <a:pt x="2957264" y="2092452"/>
                      <a:pt x="2931831" y="2093607"/>
                    </a:cubicBezTo>
                    <a:cubicBezTo>
                      <a:pt x="2910102" y="2094595"/>
                      <a:pt x="2891536" y="2110969"/>
                      <a:pt x="2889885" y="2139461"/>
                    </a:cubicBezTo>
                    <a:lnTo>
                      <a:pt x="2818945" y="2139461"/>
                    </a:lnTo>
                    <a:cubicBezTo>
                      <a:pt x="2821421" y="2064364"/>
                      <a:pt x="2869776" y="2012037"/>
                      <a:pt x="2930344" y="2012028"/>
                    </a:cubicBezTo>
                    <a:close/>
                    <a:moveTo>
                      <a:pt x="2635730" y="2012028"/>
                    </a:moveTo>
                    <a:cubicBezTo>
                      <a:pt x="2705318" y="2012028"/>
                      <a:pt x="2761730" y="2092617"/>
                      <a:pt x="2761730" y="2192028"/>
                    </a:cubicBezTo>
                    <a:cubicBezTo>
                      <a:pt x="2761730" y="2291439"/>
                      <a:pt x="2705318" y="2372028"/>
                      <a:pt x="2635730" y="2372028"/>
                    </a:cubicBezTo>
                    <a:cubicBezTo>
                      <a:pt x="2566142" y="2372028"/>
                      <a:pt x="2509730" y="2291439"/>
                      <a:pt x="2509730" y="2192028"/>
                    </a:cubicBezTo>
                    <a:cubicBezTo>
                      <a:pt x="2509730" y="2092617"/>
                      <a:pt x="2566142" y="2012028"/>
                      <a:pt x="2635730" y="2012028"/>
                    </a:cubicBezTo>
                    <a:close/>
                    <a:moveTo>
                      <a:pt x="2436237" y="2012028"/>
                    </a:moveTo>
                    <a:lnTo>
                      <a:pt x="2436206" y="2012510"/>
                    </a:lnTo>
                    <a:lnTo>
                      <a:pt x="2452515" y="2012510"/>
                    </a:lnTo>
                    <a:lnTo>
                      <a:pt x="2452515" y="2372028"/>
                    </a:lnTo>
                    <a:lnTo>
                      <a:pt x="2364870" y="2372028"/>
                    </a:lnTo>
                    <a:lnTo>
                      <a:pt x="2364870" y="2101874"/>
                    </a:lnTo>
                    <a:cubicBezTo>
                      <a:pt x="2347394" y="2108434"/>
                      <a:pt x="2328091" y="2111607"/>
                      <a:pt x="2308515" y="2111039"/>
                    </a:cubicBezTo>
                    <a:lnTo>
                      <a:pt x="2311564" y="2043892"/>
                    </a:lnTo>
                    <a:cubicBezTo>
                      <a:pt x="2321741" y="2044066"/>
                      <a:pt x="2331771" y="2042373"/>
                      <a:pt x="2340372" y="2039030"/>
                    </a:cubicBezTo>
                    <a:cubicBezTo>
                      <a:pt x="2355279" y="2033236"/>
                      <a:pt x="2364268" y="2023137"/>
                      <a:pt x="2364156" y="2012310"/>
                    </a:cubicBezTo>
                    <a:cubicBezTo>
                      <a:pt x="2388183" y="2012216"/>
                      <a:pt x="2412210" y="2012122"/>
                      <a:pt x="2436237" y="2012028"/>
                    </a:cubicBezTo>
                    <a:close/>
                    <a:moveTo>
                      <a:pt x="1574625" y="2012028"/>
                    </a:moveTo>
                    <a:cubicBezTo>
                      <a:pt x="1640698" y="2014229"/>
                      <a:pt x="1690250" y="2074602"/>
                      <a:pt x="1683183" y="2136479"/>
                    </a:cubicBezTo>
                    <a:cubicBezTo>
                      <a:pt x="1674198" y="2202312"/>
                      <a:pt x="1626628" y="2231435"/>
                      <a:pt x="1583694" y="2275597"/>
                    </a:cubicBezTo>
                    <a:lnTo>
                      <a:pt x="1675474" y="2275597"/>
                    </a:lnTo>
                    <a:lnTo>
                      <a:pt x="1675474" y="2357732"/>
                    </a:lnTo>
                    <a:lnTo>
                      <a:pt x="1463640" y="2357732"/>
                    </a:lnTo>
                    <a:cubicBezTo>
                      <a:pt x="1463691" y="2335416"/>
                      <a:pt x="1464802" y="2314113"/>
                      <a:pt x="1464853" y="2291797"/>
                    </a:cubicBezTo>
                    <a:cubicBezTo>
                      <a:pt x="1514907" y="2240158"/>
                      <a:pt x="1549943" y="2213324"/>
                      <a:pt x="1610052" y="2143601"/>
                    </a:cubicBezTo>
                    <a:cubicBezTo>
                      <a:pt x="1624515" y="2116927"/>
                      <a:pt x="1601546" y="2092452"/>
                      <a:pt x="1576112" y="2093607"/>
                    </a:cubicBezTo>
                    <a:cubicBezTo>
                      <a:pt x="1554383" y="2094595"/>
                      <a:pt x="1535817" y="2110969"/>
                      <a:pt x="1534167" y="2139461"/>
                    </a:cubicBezTo>
                    <a:lnTo>
                      <a:pt x="1463227" y="2139461"/>
                    </a:lnTo>
                    <a:cubicBezTo>
                      <a:pt x="1465703" y="2064364"/>
                      <a:pt x="1514058" y="2012037"/>
                      <a:pt x="1574625" y="2012028"/>
                    </a:cubicBezTo>
                    <a:close/>
                    <a:moveTo>
                      <a:pt x="1280012" y="2012028"/>
                    </a:moveTo>
                    <a:cubicBezTo>
                      <a:pt x="1349600" y="2012028"/>
                      <a:pt x="1406012" y="2092617"/>
                      <a:pt x="1406012" y="2192028"/>
                    </a:cubicBezTo>
                    <a:cubicBezTo>
                      <a:pt x="1406012" y="2291439"/>
                      <a:pt x="1349600" y="2372028"/>
                      <a:pt x="1280012" y="2372028"/>
                    </a:cubicBezTo>
                    <a:cubicBezTo>
                      <a:pt x="1210424" y="2372028"/>
                      <a:pt x="1154012" y="2291439"/>
                      <a:pt x="1154012" y="2192028"/>
                    </a:cubicBezTo>
                    <a:cubicBezTo>
                      <a:pt x="1154012" y="2092617"/>
                      <a:pt x="1210424" y="2012028"/>
                      <a:pt x="1280012" y="2012028"/>
                    </a:cubicBezTo>
                    <a:close/>
                    <a:moveTo>
                      <a:pt x="1080519" y="2012028"/>
                    </a:moveTo>
                    <a:lnTo>
                      <a:pt x="1080488" y="2012510"/>
                    </a:lnTo>
                    <a:lnTo>
                      <a:pt x="1096797" y="2012510"/>
                    </a:lnTo>
                    <a:lnTo>
                      <a:pt x="1096797" y="2372028"/>
                    </a:lnTo>
                    <a:lnTo>
                      <a:pt x="1009152" y="2372028"/>
                    </a:lnTo>
                    <a:lnTo>
                      <a:pt x="1009152" y="2101874"/>
                    </a:lnTo>
                    <a:cubicBezTo>
                      <a:pt x="991676" y="2108434"/>
                      <a:pt x="972373" y="2111607"/>
                      <a:pt x="952797" y="2111039"/>
                    </a:cubicBezTo>
                    <a:lnTo>
                      <a:pt x="955846" y="2043892"/>
                    </a:lnTo>
                    <a:cubicBezTo>
                      <a:pt x="966023" y="2044066"/>
                      <a:pt x="976053" y="2042373"/>
                      <a:pt x="984654" y="2039030"/>
                    </a:cubicBezTo>
                    <a:cubicBezTo>
                      <a:pt x="999561" y="2033236"/>
                      <a:pt x="1008550" y="2023137"/>
                      <a:pt x="1008438" y="2012310"/>
                    </a:cubicBezTo>
                    <a:cubicBezTo>
                      <a:pt x="1032465" y="2012216"/>
                      <a:pt x="1056492" y="2012122"/>
                      <a:pt x="1080519" y="2012028"/>
                    </a:cubicBezTo>
                    <a:close/>
                    <a:moveTo>
                      <a:pt x="3373743" y="362438"/>
                    </a:moveTo>
                    <a:lnTo>
                      <a:pt x="3553743" y="362438"/>
                    </a:lnTo>
                    <a:lnTo>
                      <a:pt x="3553743" y="2414438"/>
                    </a:lnTo>
                    <a:lnTo>
                      <a:pt x="3373743" y="2414438"/>
                    </a:lnTo>
                    <a:close/>
                    <a:moveTo>
                      <a:pt x="3129580" y="362438"/>
                    </a:moveTo>
                    <a:lnTo>
                      <a:pt x="3273580" y="362438"/>
                    </a:lnTo>
                    <a:lnTo>
                      <a:pt x="3273580" y="2414438"/>
                    </a:lnTo>
                    <a:lnTo>
                      <a:pt x="3129580" y="2414438"/>
                    </a:lnTo>
                    <a:close/>
                    <a:moveTo>
                      <a:pt x="2939411" y="362438"/>
                    </a:moveTo>
                    <a:lnTo>
                      <a:pt x="3029411" y="362438"/>
                    </a:lnTo>
                    <a:lnTo>
                      <a:pt x="3029411" y="1957238"/>
                    </a:lnTo>
                    <a:lnTo>
                      <a:pt x="2939411" y="1957238"/>
                    </a:lnTo>
                    <a:close/>
                    <a:moveTo>
                      <a:pt x="2731242" y="362438"/>
                    </a:moveTo>
                    <a:lnTo>
                      <a:pt x="2839242" y="362438"/>
                    </a:lnTo>
                    <a:lnTo>
                      <a:pt x="2839242" y="1957238"/>
                    </a:lnTo>
                    <a:lnTo>
                      <a:pt x="2731242" y="1957238"/>
                    </a:lnTo>
                    <a:close/>
                    <a:moveTo>
                      <a:pt x="2487073" y="362438"/>
                    </a:moveTo>
                    <a:lnTo>
                      <a:pt x="2631073" y="362438"/>
                    </a:lnTo>
                    <a:lnTo>
                      <a:pt x="2631073" y="1957238"/>
                    </a:lnTo>
                    <a:lnTo>
                      <a:pt x="2487073" y="1957238"/>
                    </a:lnTo>
                    <a:close/>
                    <a:moveTo>
                      <a:pt x="2296904" y="362438"/>
                    </a:moveTo>
                    <a:lnTo>
                      <a:pt x="2386904" y="362438"/>
                    </a:lnTo>
                    <a:lnTo>
                      <a:pt x="2386904" y="1957238"/>
                    </a:lnTo>
                    <a:lnTo>
                      <a:pt x="2296904" y="1957238"/>
                    </a:lnTo>
                    <a:close/>
                    <a:moveTo>
                      <a:pt x="2016735" y="362438"/>
                    </a:moveTo>
                    <a:lnTo>
                      <a:pt x="2196735" y="362438"/>
                    </a:lnTo>
                    <a:lnTo>
                      <a:pt x="2196735" y="1957238"/>
                    </a:lnTo>
                    <a:lnTo>
                      <a:pt x="2016735" y="1957238"/>
                    </a:lnTo>
                    <a:close/>
                    <a:moveTo>
                      <a:pt x="1826566" y="362438"/>
                    </a:moveTo>
                    <a:lnTo>
                      <a:pt x="1916566" y="362438"/>
                    </a:lnTo>
                    <a:lnTo>
                      <a:pt x="1916566" y="1957238"/>
                    </a:lnTo>
                    <a:lnTo>
                      <a:pt x="1826566" y="1957238"/>
                    </a:lnTo>
                    <a:close/>
                    <a:moveTo>
                      <a:pt x="1582397" y="362438"/>
                    </a:moveTo>
                    <a:lnTo>
                      <a:pt x="1726397" y="362438"/>
                    </a:lnTo>
                    <a:lnTo>
                      <a:pt x="1726397" y="1957238"/>
                    </a:lnTo>
                    <a:lnTo>
                      <a:pt x="1582397" y="1957238"/>
                    </a:lnTo>
                    <a:close/>
                    <a:moveTo>
                      <a:pt x="1302228" y="362438"/>
                    </a:moveTo>
                    <a:lnTo>
                      <a:pt x="1482228" y="362438"/>
                    </a:lnTo>
                    <a:lnTo>
                      <a:pt x="1482228" y="1957238"/>
                    </a:lnTo>
                    <a:lnTo>
                      <a:pt x="1302228" y="1957238"/>
                    </a:lnTo>
                    <a:close/>
                    <a:moveTo>
                      <a:pt x="1094059" y="362438"/>
                    </a:moveTo>
                    <a:lnTo>
                      <a:pt x="1202059" y="362438"/>
                    </a:lnTo>
                    <a:lnTo>
                      <a:pt x="1202059" y="1957238"/>
                    </a:lnTo>
                    <a:lnTo>
                      <a:pt x="1094059" y="1957238"/>
                    </a:lnTo>
                    <a:close/>
                    <a:moveTo>
                      <a:pt x="903890" y="362438"/>
                    </a:moveTo>
                    <a:lnTo>
                      <a:pt x="993890" y="362438"/>
                    </a:lnTo>
                    <a:lnTo>
                      <a:pt x="993890" y="1957238"/>
                    </a:lnTo>
                    <a:lnTo>
                      <a:pt x="903890" y="1957238"/>
                    </a:lnTo>
                    <a:close/>
                    <a:moveTo>
                      <a:pt x="623721" y="362438"/>
                    </a:moveTo>
                    <a:lnTo>
                      <a:pt x="803721" y="362438"/>
                    </a:lnTo>
                    <a:lnTo>
                      <a:pt x="803721" y="2414438"/>
                    </a:lnTo>
                    <a:lnTo>
                      <a:pt x="623721" y="2414438"/>
                    </a:lnTo>
                    <a:close/>
                    <a:moveTo>
                      <a:pt x="433552" y="362438"/>
                    </a:moveTo>
                    <a:lnTo>
                      <a:pt x="523552" y="362438"/>
                    </a:lnTo>
                    <a:lnTo>
                      <a:pt x="523552" y="2414438"/>
                    </a:lnTo>
                    <a:lnTo>
                      <a:pt x="433552" y="2414438"/>
                    </a:lnTo>
                    <a:close/>
                    <a:moveTo>
                      <a:pt x="303674" y="216000"/>
                    </a:moveTo>
                    <a:cubicBezTo>
                      <a:pt x="255253" y="216000"/>
                      <a:pt x="216000" y="255253"/>
                      <a:pt x="216000" y="303674"/>
                    </a:cubicBezTo>
                    <a:lnTo>
                      <a:pt x="216000" y="2504326"/>
                    </a:lnTo>
                    <a:cubicBezTo>
                      <a:pt x="216000" y="2552747"/>
                      <a:pt x="255253" y="2592000"/>
                      <a:pt x="303674" y="2592000"/>
                    </a:cubicBezTo>
                    <a:lnTo>
                      <a:pt x="3656326" y="2592000"/>
                    </a:lnTo>
                    <a:cubicBezTo>
                      <a:pt x="3704747" y="2592000"/>
                      <a:pt x="3744000" y="2552747"/>
                      <a:pt x="3744000" y="2504326"/>
                    </a:cubicBezTo>
                    <a:lnTo>
                      <a:pt x="3744000" y="303674"/>
                    </a:lnTo>
                    <a:cubicBezTo>
                      <a:pt x="3744000" y="255253"/>
                      <a:pt x="3704747" y="216000"/>
                      <a:pt x="3656326" y="216000"/>
                    </a:cubicBezTo>
                    <a:close/>
                    <a:moveTo>
                      <a:pt x="149021" y="0"/>
                    </a:moveTo>
                    <a:lnTo>
                      <a:pt x="3810979" y="0"/>
                    </a:lnTo>
                    <a:cubicBezTo>
                      <a:pt x="3893281" y="0"/>
                      <a:pt x="3960000" y="66719"/>
                      <a:pt x="3960000" y="149021"/>
                    </a:cubicBezTo>
                    <a:lnTo>
                      <a:pt x="3960000" y="2658979"/>
                    </a:lnTo>
                    <a:cubicBezTo>
                      <a:pt x="3960000" y="2741281"/>
                      <a:pt x="3893281" y="2808000"/>
                      <a:pt x="3810979" y="2808000"/>
                    </a:cubicBezTo>
                    <a:lnTo>
                      <a:pt x="149021" y="2808000"/>
                    </a:lnTo>
                    <a:cubicBezTo>
                      <a:pt x="66719" y="2808000"/>
                      <a:pt x="0" y="2741281"/>
                      <a:pt x="0" y="2658979"/>
                    </a:cubicBezTo>
                    <a:lnTo>
                      <a:pt x="0" y="149021"/>
                    </a:lnTo>
                    <a:cubicBezTo>
                      <a:pt x="0" y="66719"/>
                      <a:pt x="66719" y="0"/>
                      <a:pt x="14902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937" name="Google Shape;2937;p56"/>
              <p:cNvSpPr/>
              <p:nvPr/>
            </p:nvSpPr>
            <p:spPr>
              <a:xfrm>
                <a:off x="7818475" y="4673961"/>
                <a:ext cx="330939" cy="330692"/>
              </a:xfrm>
              <a:custGeom>
                <a:rect b="b" l="l" r="r" t="t"/>
                <a:pathLst>
                  <a:path extrusionOk="0" h="3968213" w="3971162">
                    <a:moveTo>
                      <a:pt x="808855" y="2815607"/>
                    </a:moveTo>
                    <a:lnTo>
                      <a:pt x="1168895" y="2815607"/>
                    </a:lnTo>
                    <a:lnTo>
                      <a:pt x="1168895" y="3175607"/>
                    </a:lnTo>
                    <a:lnTo>
                      <a:pt x="808855" y="3175607"/>
                    </a:lnTo>
                    <a:close/>
                    <a:moveTo>
                      <a:pt x="697665" y="2704397"/>
                    </a:moveTo>
                    <a:lnTo>
                      <a:pt x="697665" y="3286817"/>
                    </a:lnTo>
                    <a:lnTo>
                      <a:pt x="1280085" y="3286817"/>
                    </a:lnTo>
                    <a:lnTo>
                      <a:pt x="1280085" y="2704397"/>
                    </a:lnTo>
                    <a:close/>
                    <a:moveTo>
                      <a:pt x="537750" y="2544482"/>
                    </a:moveTo>
                    <a:lnTo>
                      <a:pt x="1440000" y="2544482"/>
                    </a:lnTo>
                    <a:lnTo>
                      <a:pt x="1440000" y="3446732"/>
                    </a:lnTo>
                    <a:lnTo>
                      <a:pt x="537750" y="3446732"/>
                    </a:lnTo>
                    <a:close/>
                    <a:moveTo>
                      <a:pt x="0" y="2528213"/>
                    </a:moveTo>
                    <a:lnTo>
                      <a:pt x="360000" y="2528213"/>
                    </a:lnTo>
                    <a:lnTo>
                      <a:pt x="360000" y="3608213"/>
                    </a:lnTo>
                    <a:lnTo>
                      <a:pt x="1440000" y="3608213"/>
                    </a:lnTo>
                    <a:lnTo>
                      <a:pt x="1440000" y="3968213"/>
                    </a:lnTo>
                    <a:lnTo>
                      <a:pt x="360000" y="3968213"/>
                    </a:lnTo>
                    <a:lnTo>
                      <a:pt x="0" y="3968213"/>
                    </a:lnTo>
                    <a:lnTo>
                      <a:pt x="0" y="3608213"/>
                    </a:lnTo>
                    <a:close/>
                    <a:moveTo>
                      <a:pt x="3605829" y="2524046"/>
                    </a:moveTo>
                    <a:lnTo>
                      <a:pt x="3965829" y="2524046"/>
                    </a:lnTo>
                    <a:lnTo>
                      <a:pt x="3965829" y="3604046"/>
                    </a:lnTo>
                    <a:lnTo>
                      <a:pt x="3965829" y="3964046"/>
                    </a:lnTo>
                    <a:lnTo>
                      <a:pt x="3605829" y="3964046"/>
                    </a:lnTo>
                    <a:lnTo>
                      <a:pt x="2525829" y="3964046"/>
                    </a:lnTo>
                    <a:lnTo>
                      <a:pt x="2525829" y="3604046"/>
                    </a:lnTo>
                    <a:lnTo>
                      <a:pt x="3605829" y="3604046"/>
                    </a:lnTo>
                    <a:close/>
                    <a:moveTo>
                      <a:pt x="1542677" y="2468095"/>
                    </a:moveTo>
                    <a:lnTo>
                      <a:pt x="1758701" y="2468095"/>
                    </a:lnTo>
                    <a:lnTo>
                      <a:pt x="1758701" y="2835684"/>
                    </a:lnTo>
                    <a:lnTo>
                      <a:pt x="1542677" y="2835684"/>
                    </a:lnTo>
                    <a:close/>
                    <a:moveTo>
                      <a:pt x="3174101" y="2437460"/>
                    </a:moveTo>
                    <a:lnTo>
                      <a:pt x="3390125" y="2437460"/>
                    </a:lnTo>
                    <a:lnTo>
                      <a:pt x="3390125" y="2663201"/>
                    </a:lnTo>
                    <a:lnTo>
                      <a:pt x="3174101" y="2663201"/>
                    </a:lnTo>
                    <a:close/>
                    <a:moveTo>
                      <a:pt x="2809842" y="2295613"/>
                    </a:moveTo>
                    <a:lnTo>
                      <a:pt x="3025866" y="2295613"/>
                    </a:lnTo>
                    <a:lnTo>
                      <a:pt x="3025866" y="2663202"/>
                    </a:lnTo>
                    <a:lnTo>
                      <a:pt x="3389097" y="2663202"/>
                    </a:lnTo>
                    <a:lnTo>
                      <a:pt x="3389097" y="2873898"/>
                    </a:lnTo>
                    <a:lnTo>
                      <a:pt x="3389097" y="2873898"/>
                    </a:lnTo>
                    <a:lnTo>
                      <a:pt x="3389097" y="3446732"/>
                    </a:lnTo>
                    <a:lnTo>
                      <a:pt x="3173073" y="3446732"/>
                    </a:lnTo>
                    <a:lnTo>
                      <a:pt x="3173073" y="2879226"/>
                    </a:lnTo>
                    <a:lnTo>
                      <a:pt x="3021508" y="2879226"/>
                    </a:lnTo>
                    <a:lnTo>
                      <a:pt x="3021508" y="2663202"/>
                    </a:lnTo>
                    <a:lnTo>
                      <a:pt x="2809842" y="2663202"/>
                    </a:lnTo>
                    <a:close/>
                    <a:moveTo>
                      <a:pt x="2093780" y="2089306"/>
                    </a:moveTo>
                    <a:lnTo>
                      <a:pt x="2309804" y="2089306"/>
                    </a:lnTo>
                    <a:lnTo>
                      <a:pt x="2309804" y="2315047"/>
                    </a:lnTo>
                    <a:lnTo>
                      <a:pt x="2093780" y="2315047"/>
                    </a:lnTo>
                    <a:close/>
                    <a:moveTo>
                      <a:pt x="2656492" y="1853849"/>
                    </a:moveTo>
                    <a:lnTo>
                      <a:pt x="2872516" y="1853849"/>
                    </a:lnTo>
                    <a:lnTo>
                      <a:pt x="2872516" y="2038657"/>
                    </a:lnTo>
                    <a:lnTo>
                      <a:pt x="2989835" y="2038657"/>
                    </a:lnTo>
                    <a:lnTo>
                      <a:pt x="2989835" y="1887092"/>
                    </a:lnTo>
                    <a:lnTo>
                      <a:pt x="3205859" y="1887092"/>
                    </a:lnTo>
                    <a:lnTo>
                      <a:pt x="3205859" y="2028940"/>
                    </a:lnTo>
                    <a:lnTo>
                      <a:pt x="3390125" y="2028940"/>
                    </a:lnTo>
                    <a:lnTo>
                      <a:pt x="3390125" y="2254681"/>
                    </a:lnTo>
                    <a:lnTo>
                      <a:pt x="3205859" y="2254681"/>
                    </a:lnTo>
                    <a:lnTo>
                      <a:pt x="3174101" y="2254681"/>
                    </a:lnTo>
                    <a:lnTo>
                      <a:pt x="3005149" y="2254681"/>
                    </a:lnTo>
                    <a:lnTo>
                      <a:pt x="2989835" y="2254681"/>
                    </a:lnTo>
                    <a:lnTo>
                      <a:pt x="2688721" y="2254681"/>
                    </a:lnTo>
                    <a:lnTo>
                      <a:pt x="2688721" y="2447179"/>
                    </a:lnTo>
                    <a:lnTo>
                      <a:pt x="2488606" y="2447179"/>
                    </a:lnTo>
                    <a:lnTo>
                      <a:pt x="2488606" y="2663841"/>
                    </a:lnTo>
                    <a:lnTo>
                      <a:pt x="2486018" y="2663841"/>
                    </a:lnTo>
                    <a:lnTo>
                      <a:pt x="2486018" y="2846997"/>
                    </a:lnTo>
                    <a:lnTo>
                      <a:pt x="2840287" y="2846997"/>
                    </a:lnTo>
                    <a:lnTo>
                      <a:pt x="2840287" y="3046907"/>
                    </a:lnTo>
                    <a:lnTo>
                      <a:pt x="3045880" y="3046907"/>
                    </a:lnTo>
                    <a:lnTo>
                      <a:pt x="3045880" y="3272648"/>
                    </a:lnTo>
                    <a:lnTo>
                      <a:pt x="2829856" y="3272648"/>
                    </a:lnTo>
                    <a:lnTo>
                      <a:pt x="2829856" y="3063021"/>
                    </a:lnTo>
                    <a:lnTo>
                      <a:pt x="2472698" y="3063021"/>
                    </a:lnTo>
                    <a:lnTo>
                      <a:pt x="2472698" y="2847499"/>
                    </a:lnTo>
                    <a:lnTo>
                      <a:pt x="2093780" y="2847499"/>
                    </a:lnTo>
                    <a:lnTo>
                      <a:pt x="2088510" y="2847499"/>
                    </a:lnTo>
                    <a:lnTo>
                      <a:pt x="1910267" y="2847499"/>
                    </a:lnTo>
                    <a:lnTo>
                      <a:pt x="1910267" y="3028023"/>
                    </a:lnTo>
                    <a:lnTo>
                      <a:pt x="2277575" y="3028023"/>
                    </a:lnTo>
                    <a:lnTo>
                      <a:pt x="2277575" y="3241488"/>
                    </a:lnTo>
                    <a:lnTo>
                      <a:pt x="2829855" y="3241488"/>
                    </a:lnTo>
                    <a:lnTo>
                      <a:pt x="2829855" y="3457512"/>
                    </a:lnTo>
                    <a:lnTo>
                      <a:pt x="2269993" y="3457512"/>
                    </a:lnTo>
                    <a:lnTo>
                      <a:pt x="2269993" y="3244047"/>
                    </a:lnTo>
                    <a:lnTo>
                      <a:pt x="2111604" y="3244047"/>
                    </a:lnTo>
                    <a:lnTo>
                      <a:pt x="2111604" y="3446733"/>
                    </a:lnTo>
                    <a:lnTo>
                      <a:pt x="1744015" y="3446733"/>
                    </a:lnTo>
                    <a:lnTo>
                      <a:pt x="1744015" y="3230709"/>
                    </a:lnTo>
                    <a:lnTo>
                      <a:pt x="1909986" y="3230709"/>
                    </a:lnTo>
                    <a:lnTo>
                      <a:pt x="1909986" y="3051709"/>
                    </a:lnTo>
                    <a:lnTo>
                      <a:pt x="1542678" y="3051709"/>
                    </a:lnTo>
                    <a:lnTo>
                      <a:pt x="1542678" y="2835685"/>
                    </a:lnTo>
                    <a:lnTo>
                      <a:pt x="1877756" y="2835685"/>
                    </a:lnTo>
                    <a:lnTo>
                      <a:pt x="1877756" y="2315047"/>
                    </a:lnTo>
                    <a:lnTo>
                      <a:pt x="2093780" y="2315047"/>
                    </a:lnTo>
                    <a:lnTo>
                      <a:pt x="2093780" y="2631475"/>
                    </a:lnTo>
                    <a:lnTo>
                      <a:pt x="2272582" y="2631475"/>
                    </a:lnTo>
                    <a:lnTo>
                      <a:pt x="2272582" y="2438100"/>
                    </a:lnTo>
                    <a:lnTo>
                      <a:pt x="2472697" y="2438100"/>
                    </a:lnTo>
                    <a:lnTo>
                      <a:pt x="2472697" y="2254681"/>
                    </a:lnTo>
                    <a:lnTo>
                      <a:pt x="2472697" y="2221438"/>
                    </a:lnTo>
                    <a:lnTo>
                      <a:pt x="2472697" y="2038657"/>
                    </a:lnTo>
                    <a:lnTo>
                      <a:pt x="2656492" y="2038657"/>
                    </a:lnTo>
                    <a:close/>
                    <a:moveTo>
                      <a:pt x="2989836" y="1667759"/>
                    </a:moveTo>
                    <a:lnTo>
                      <a:pt x="3357425" y="1667759"/>
                    </a:lnTo>
                    <a:lnTo>
                      <a:pt x="3357425" y="1883783"/>
                    </a:lnTo>
                    <a:lnTo>
                      <a:pt x="2989836" y="1883783"/>
                    </a:lnTo>
                    <a:close/>
                    <a:moveTo>
                      <a:pt x="2309586" y="1554888"/>
                    </a:moveTo>
                    <a:lnTo>
                      <a:pt x="2829824" y="1554888"/>
                    </a:lnTo>
                    <a:lnTo>
                      <a:pt x="2829824" y="1770912"/>
                    </a:lnTo>
                    <a:lnTo>
                      <a:pt x="2525643" y="1770912"/>
                    </a:lnTo>
                    <a:lnTo>
                      <a:pt x="2525643" y="1927296"/>
                    </a:lnTo>
                    <a:lnTo>
                      <a:pt x="2309619" y="1927296"/>
                    </a:lnTo>
                    <a:lnTo>
                      <a:pt x="2309619" y="1770912"/>
                    </a:lnTo>
                    <a:lnTo>
                      <a:pt x="2309586" y="1770912"/>
                    </a:lnTo>
                    <a:close/>
                    <a:moveTo>
                      <a:pt x="616397" y="1550030"/>
                    </a:moveTo>
                    <a:lnTo>
                      <a:pt x="808855" y="1550030"/>
                    </a:lnTo>
                    <a:lnTo>
                      <a:pt x="832421" y="1550030"/>
                    </a:lnTo>
                    <a:lnTo>
                      <a:pt x="1024879" y="1550030"/>
                    </a:lnTo>
                    <a:lnTo>
                      <a:pt x="1024879" y="1775771"/>
                    </a:lnTo>
                    <a:lnTo>
                      <a:pt x="832421" y="1775771"/>
                    </a:lnTo>
                    <a:lnTo>
                      <a:pt x="832421" y="2079590"/>
                    </a:lnTo>
                    <a:lnTo>
                      <a:pt x="1028931" y="2079590"/>
                    </a:lnTo>
                    <a:lnTo>
                      <a:pt x="1192537" y="2079590"/>
                    </a:lnTo>
                    <a:lnTo>
                      <a:pt x="1244955" y="2079590"/>
                    </a:lnTo>
                    <a:lnTo>
                      <a:pt x="1244955" y="2231155"/>
                    </a:lnTo>
                    <a:lnTo>
                      <a:pt x="1468668" y="2231155"/>
                    </a:lnTo>
                    <a:lnTo>
                      <a:pt x="1468668" y="2447179"/>
                    </a:lnTo>
                    <a:lnTo>
                      <a:pt x="1244955" y="2447179"/>
                    </a:lnTo>
                    <a:lnTo>
                      <a:pt x="1244955" y="2447179"/>
                    </a:lnTo>
                    <a:lnTo>
                      <a:pt x="1028931" y="2447179"/>
                    </a:lnTo>
                    <a:lnTo>
                      <a:pt x="1028931" y="2295614"/>
                    </a:lnTo>
                    <a:lnTo>
                      <a:pt x="619703" y="2295614"/>
                    </a:lnTo>
                    <a:lnTo>
                      <a:pt x="619703" y="2082482"/>
                    </a:lnTo>
                    <a:lnTo>
                      <a:pt x="616397" y="2082482"/>
                    </a:lnTo>
                    <a:close/>
                    <a:moveTo>
                      <a:pt x="1747452" y="1324289"/>
                    </a:moveTo>
                    <a:lnTo>
                      <a:pt x="1963476" y="1324289"/>
                    </a:lnTo>
                    <a:lnTo>
                      <a:pt x="1963476" y="1528779"/>
                    </a:lnTo>
                    <a:lnTo>
                      <a:pt x="2151955" y="1528779"/>
                    </a:lnTo>
                    <a:lnTo>
                      <a:pt x="2151955" y="1754520"/>
                    </a:lnTo>
                    <a:lnTo>
                      <a:pt x="1935931" y="1754520"/>
                    </a:lnTo>
                    <a:lnTo>
                      <a:pt x="1935931" y="1550030"/>
                    </a:lnTo>
                    <a:lnTo>
                      <a:pt x="1758702" y="1550030"/>
                    </a:lnTo>
                    <a:lnTo>
                      <a:pt x="1758702" y="1863566"/>
                    </a:lnTo>
                    <a:lnTo>
                      <a:pt x="2119726" y="1863566"/>
                    </a:lnTo>
                    <a:lnTo>
                      <a:pt x="2119726" y="2079590"/>
                    </a:lnTo>
                    <a:lnTo>
                      <a:pt x="1761543" y="2079590"/>
                    </a:lnTo>
                    <a:lnTo>
                      <a:pt x="1761543" y="2259540"/>
                    </a:lnTo>
                    <a:lnTo>
                      <a:pt x="1545519" y="2259540"/>
                    </a:lnTo>
                    <a:lnTo>
                      <a:pt x="1545519" y="2082482"/>
                    </a:lnTo>
                    <a:lnTo>
                      <a:pt x="1542678" y="2082482"/>
                    </a:lnTo>
                    <a:lnTo>
                      <a:pt x="1542678" y="2079589"/>
                    </a:lnTo>
                    <a:lnTo>
                      <a:pt x="1030691" y="2079589"/>
                    </a:lnTo>
                    <a:lnTo>
                      <a:pt x="1030691" y="1863565"/>
                    </a:lnTo>
                    <a:lnTo>
                      <a:pt x="1192537" y="1863565"/>
                    </a:lnTo>
                    <a:lnTo>
                      <a:pt x="1192537" y="1662900"/>
                    </a:lnTo>
                    <a:lnTo>
                      <a:pt x="1440000" y="1662900"/>
                    </a:lnTo>
                    <a:lnTo>
                      <a:pt x="1440000" y="1863565"/>
                    </a:lnTo>
                    <a:lnTo>
                      <a:pt x="1542678" y="1863565"/>
                    </a:lnTo>
                    <a:lnTo>
                      <a:pt x="1542678" y="1550030"/>
                    </a:lnTo>
                    <a:lnTo>
                      <a:pt x="1747452" y="1550030"/>
                    </a:lnTo>
                    <a:close/>
                    <a:moveTo>
                      <a:pt x="2802267" y="814725"/>
                    </a:moveTo>
                    <a:lnTo>
                      <a:pt x="3162307" y="814725"/>
                    </a:lnTo>
                    <a:lnTo>
                      <a:pt x="3162307" y="1174725"/>
                    </a:lnTo>
                    <a:lnTo>
                      <a:pt x="2802267" y="1174725"/>
                    </a:lnTo>
                    <a:close/>
                    <a:moveTo>
                      <a:pt x="884915" y="814725"/>
                    </a:moveTo>
                    <a:lnTo>
                      <a:pt x="1244955" y="814725"/>
                    </a:lnTo>
                    <a:lnTo>
                      <a:pt x="1244955" y="1174725"/>
                    </a:lnTo>
                    <a:lnTo>
                      <a:pt x="884915" y="1174725"/>
                    </a:lnTo>
                    <a:close/>
                    <a:moveTo>
                      <a:pt x="2691077" y="703515"/>
                    </a:moveTo>
                    <a:lnTo>
                      <a:pt x="2691077" y="1285935"/>
                    </a:lnTo>
                    <a:lnTo>
                      <a:pt x="3273497" y="1285935"/>
                    </a:lnTo>
                    <a:lnTo>
                      <a:pt x="3273497" y="703515"/>
                    </a:lnTo>
                    <a:close/>
                    <a:moveTo>
                      <a:pt x="773725" y="703515"/>
                    </a:moveTo>
                    <a:lnTo>
                      <a:pt x="773725" y="1285935"/>
                    </a:lnTo>
                    <a:lnTo>
                      <a:pt x="1356145" y="1285935"/>
                    </a:lnTo>
                    <a:lnTo>
                      <a:pt x="1356145" y="703515"/>
                    </a:lnTo>
                    <a:close/>
                    <a:moveTo>
                      <a:pt x="2531162" y="543600"/>
                    </a:moveTo>
                    <a:lnTo>
                      <a:pt x="3433412" y="543600"/>
                    </a:lnTo>
                    <a:lnTo>
                      <a:pt x="3433412" y="1445850"/>
                    </a:lnTo>
                    <a:lnTo>
                      <a:pt x="2531162" y="1445850"/>
                    </a:lnTo>
                    <a:close/>
                    <a:moveTo>
                      <a:pt x="613810" y="543600"/>
                    </a:moveTo>
                    <a:lnTo>
                      <a:pt x="1516060" y="543600"/>
                    </a:lnTo>
                    <a:lnTo>
                      <a:pt x="1516060" y="1445850"/>
                    </a:lnTo>
                    <a:lnTo>
                      <a:pt x="613810" y="1445850"/>
                    </a:lnTo>
                    <a:close/>
                    <a:moveTo>
                      <a:pt x="2088509" y="543244"/>
                    </a:moveTo>
                    <a:lnTo>
                      <a:pt x="2283187" y="543244"/>
                    </a:lnTo>
                    <a:lnTo>
                      <a:pt x="2283187" y="759268"/>
                    </a:lnTo>
                    <a:lnTo>
                      <a:pt x="2088509" y="759268"/>
                    </a:lnTo>
                    <a:close/>
                    <a:moveTo>
                      <a:pt x="1751276" y="543243"/>
                    </a:moveTo>
                    <a:lnTo>
                      <a:pt x="1967300" y="543243"/>
                    </a:lnTo>
                    <a:lnTo>
                      <a:pt x="1967300" y="986389"/>
                    </a:lnTo>
                    <a:lnTo>
                      <a:pt x="2119726" y="986389"/>
                    </a:lnTo>
                    <a:lnTo>
                      <a:pt x="2119726" y="986388"/>
                    </a:lnTo>
                    <a:lnTo>
                      <a:pt x="2335750" y="986388"/>
                    </a:lnTo>
                    <a:lnTo>
                      <a:pt x="2335750" y="1491348"/>
                    </a:lnTo>
                    <a:lnTo>
                      <a:pt x="2119726" y="1491348"/>
                    </a:lnTo>
                    <a:lnTo>
                      <a:pt x="2119726" y="1202413"/>
                    </a:lnTo>
                    <a:lnTo>
                      <a:pt x="1747396" y="1202413"/>
                    </a:lnTo>
                    <a:lnTo>
                      <a:pt x="1747396" y="986389"/>
                    </a:lnTo>
                    <a:lnTo>
                      <a:pt x="1751276" y="986389"/>
                    </a:lnTo>
                    <a:close/>
                    <a:moveTo>
                      <a:pt x="4409" y="5850"/>
                    </a:moveTo>
                    <a:lnTo>
                      <a:pt x="364409" y="5850"/>
                    </a:lnTo>
                    <a:lnTo>
                      <a:pt x="1444409" y="5850"/>
                    </a:lnTo>
                    <a:lnTo>
                      <a:pt x="1444409" y="365850"/>
                    </a:lnTo>
                    <a:lnTo>
                      <a:pt x="364409" y="365850"/>
                    </a:lnTo>
                    <a:lnTo>
                      <a:pt x="364409" y="1445850"/>
                    </a:lnTo>
                    <a:lnTo>
                      <a:pt x="4409" y="1445850"/>
                    </a:lnTo>
                    <a:lnTo>
                      <a:pt x="4409" y="365850"/>
                    </a:lnTo>
                    <a:close/>
                    <a:moveTo>
                      <a:pt x="2531162" y="0"/>
                    </a:moveTo>
                    <a:lnTo>
                      <a:pt x="3611162" y="0"/>
                    </a:lnTo>
                    <a:lnTo>
                      <a:pt x="3971162" y="0"/>
                    </a:lnTo>
                    <a:lnTo>
                      <a:pt x="3971162" y="360000"/>
                    </a:lnTo>
                    <a:lnTo>
                      <a:pt x="3971162" y="1440000"/>
                    </a:lnTo>
                    <a:lnTo>
                      <a:pt x="3611162" y="1440000"/>
                    </a:lnTo>
                    <a:lnTo>
                      <a:pt x="3611162" y="360000"/>
                    </a:lnTo>
                    <a:lnTo>
                      <a:pt x="2531162" y="36000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938" name="Google Shape;2938;p56"/>
              <p:cNvSpPr/>
              <p:nvPr/>
            </p:nvSpPr>
            <p:spPr>
              <a:xfrm>
                <a:off x="10999746" y="4139499"/>
                <a:ext cx="330940" cy="232884"/>
              </a:xfrm>
              <a:custGeom>
                <a:rect b="b" l="l" r="r" t="t"/>
                <a:pathLst>
                  <a:path extrusionOk="0" h="2736304" w="3888432">
                    <a:moveTo>
                      <a:pt x="1324542" y="1693069"/>
                    </a:moveTo>
                    <a:lnTo>
                      <a:pt x="1371242" y="1693069"/>
                    </a:lnTo>
                    <a:cubicBezTo>
                      <a:pt x="1385857" y="1693069"/>
                      <a:pt x="1397704" y="1704917"/>
                      <a:pt x="1397704" y="1719531"/>
                    </a:cubicBezTo>
                    <a:lnTo>
                      <a:pt x="1397704" y="1766231"/>
                    </a:lnTo>
                    <a:cubicBezTo>
                      <a:pt x="1397704" y="1780846"/>
                      <a:pt x="1385857" y="1792693"/>
                      <a:pt x="1371242" y="1792693"/>
                    </a:cubicBezTo>
                    <a:lnTo>
                      <a:pt x="1324542" y="1792693"/>
                    </a:lnTo>
                    <a:cubicBezTo>
                      <a:pt x="1309928" y="1792693"/>
                      <a:pt x="1298080" y="1780846"/>
                      <a:pt x="1298080" y="1766231"/>
                    </a:cubicBezTo>
                    <a:lnTo>
                      <a:pt x="1298080" y="1719531"/>
                    </a:lnTo>
                    <a:cubicBezTo>
                      <a:pt x="1298080" y="1704917"/>
                      <a:pt x="1309928" y="1693069"/>
                      <a:pt x="1324542" y="1693069"/>
                    </a:cubicBezTo>
                    <a:close/>
                    <a:moveTo>
                      <a:pt x="1174792" y="1693069"/>
                    </a:moveTo>
                    <a:lnTo>
                      <a:pt x="1221492" y="1693069"/>
                    </a:lnTo>
                    <a:cubicBezTo>
                      <a:pt x="1236107" y="1693069"/>
                      <a:pt x="1247954" y="1704917"/>
                      <a:pt x="1247954" y="1719531"/>
                    </a:cubicBezTo>
                    <a:lnTo>
                      <a:pt x="1247954" y="1766231"/>
                    </a:lnTo>
                    <a:cubicBezTo>
                      <a:pt x="1247954" y="1780846"/>
                      <a:pt x="1236107" y="1792693"/>
                      <a:pt x="1221492" y="1792693"/>
                    </a:cubicBezTo>
                    <a:lnTo>
                      <a:pt x="1174792" y="1792693"/>
                    </a:lnTo>
                    <a:cubicBezTo>
                      <a:pt x="1160178" y="1792693"/>
                      <a:pt x="1148330" y="1780846"/>
                      <a:pt x="1148330" y="1766231"/>
                    </a:cubicBezTo>
                    <a:lnTo>
                      <a:pt x="1148330" y="1719531"/>
                    </a:lnTo>
                    <a:cubicBezTo>
                      <a:pt x="1148330" y="1704917"/>
                      <a:pt x="1160178" y="1693069"/>
                      <a:pt x="1174792" y="1693069"/>
                    </a:cubicBezTo>
                    <a:close/>
                    <a:moveTo>
                      <a:pt x="1025670" y="1693069"/>
                    </a:moveTo>
                    <a:lnTo>
                      <a:pt x="1072369" y="1693069"/>
                    </a:lnTo>
                    <a:cubicBezTo>
                      <a:pt x="1086984" y="1693069"/>
                      <a:pt x="1098832" y="1704917"/>
                      <a:pt x="1098832" y="1719531"/>
                    </a:cubicBezTo>
                    <a:lnTo>
                      <a:pt x="1098832" y="1766231"/>
                    </a:lnTo>
                    <a:cubicBezTo>
                      <a:pt x="1098832" y="1780846"/>
                      <a:pt x="1086984" y="1792693"/>
                      <a:pt x="1072369" y="1792693"/>
                    </a:cubicBezTo>
                    <a:lnTo>
                      <a:pt x="1025670" y="1792693"/>
                    </a:lnTo>
                    <a:cubicBezTo>
                      <a:pt x="1011055" y="1792693"/>
                      <a:pt x="999207" y="1780846"/>
                      <a:pt x="999207" y="1766231"/>
                    </a:cubicBezTo>
                    <a:lnTo>
                      <a:pt x="999207" y="1719531"/>
                    </a:lnTo>
                    <a:cubicBezTo>
                      <a:pt x="999207" y="1704917"/>
                      <a:pt x="1011055" y="1693069"/>
                      <a:pt x="1025670" y="1693069"/>
                    </a:cubicBezTo>
                    <a:close/>
                    <a:moveTo>
                      <a:pt x="2538530" y="1609316"/>
                    </a:moveTo>
                    <a:lnTo>
                      <a:pt x="2133002" y="1939195"/>
                    </a:lnTo>
                    <a:lnTo>
                      <a:pt x="3272021" y="1939195"/>
                    </a:lnTo>
                    <a:lnTo>
                      <a:pt x="2866494" y="1609316"/>
                    </a:lnTo>
                    <a:close/>
                    <a:moveTo>
                      <a:pt x="1324542" y="1547147"/>
                    </a:moveTo>
                    <a:lnTo>
                      <a:pt x="1371242" y="1547147"/>
                    </a:lnTo>
                    <a:cubicBezTo>
                      <a:pt x="1385857" y="1547147"/>
                      <a:pt x="1397704" y="1558995"/>
                      <a:pt x="1397704" y="1573609"/>
                    </a:cubicBezTo>
                    <a:lnTo>
                      <a:pt x="1397704" y="1620309"/>
                    </a:lnTo>
                    <a:cubicBezTo>
                      <a:pt x="1397704" y="1634924"/>
                      <a:pt x="1385857" y="1646771"/>
                      <a:pt x="1371242" y="1646771"/>
                    </a:cubicBezTo>
                    <a:lnTo>
                      <a:pt x="1324542" y="1646771"/>
                    </a:lnTo>
                    <a:cubicBezTo>
                      <a:pt x="1309928" y="1646771"/>
                      <a:pt x="1298080" y="1634924"/>
                      <a:pt x="1298080" y="1620309"/>
                    </a:cubicBezTo>
                    <a:lnTo>
                      <a:pt x="1298080" y="1573609"/>
                    </a:lnTo>
                    <a:cubicBezTo>
                      <a:pt x="1298080" y="1558995"/>
                      <a:pt x="1309928" y="1547147"/>
                      <a:pt x="1324542" y="1547147"/>
                    </a:cubicBezTo>
                    <a:close/>
                    <a:moveTo>
                      <a:pt x="1174792" y="1547147"/>
                    </a:moveTo>
                    <a:lnTo>
                      <a:pt x="1221492" y="1547147"/>
                    </a:lnTo>
                    <a:cubicBezTo>
                      <a:pt x="1236107" y="1547147"/>
                      <a:pt x="1247954" y="1558995"/>
                      <a:pt x="1247954" y="1573609"/>
                    </a:cubicBezTo>
                    <a:lnTo>
                      <a:pt x="1247954" y="1620309"/>
                    </a:lnTo>
                    <a:cubicBezTo>
                      <a:pt x="1247954" y="1634924"/>
                      <a:pt x="1236107" y="1646771"/>
                      <a:pt x="1221492" y="1646771"/>
                    </a:cubicBezTo>
                    <a:lnTo>
                      <a:pt x="1174792" y="1646771"/>
                    </a:lnTo>
                    <a:cubicBezTo>
                      <a:pt x="1160178" y="1646771"/>
                      <a:pt x="1148330" y="1634924"/>
                      <a:pt x="1148330" y="1620309"/>
                    </a:cubicBezTo>
                    <a:lnTo>
                      <a:pt x="1148330" y="1573609"/>
                    </a:lnTo>
                    <a:cubicBezTo>
                      <a:pt x="1148330" y="1558995"/>
                      <a:pt x="1160178" y="1547147"/>
                      <a:pt x="1174792" y="1547147"/>
                    </a:cubicBezTo>
                    <a:close/>
                    <a:moveTo>
                      <a:pt x="1025670" y="1547147"/>
                    </a:moveTo>
                    <a:lnTo>
                      <a:pt x="1072369" y="1547147"/>
                    </a:lnTo>
                    <a:cubicBezTo>
                      <a:pt x="1086984" y="1547147"/>
                      <a:pt x="1098832" y="1558995"/>
                      <a:pt x="1098832" y="1573609"/>
                    </a:cubicBezTo>
                    <a:lnTo>
                      <a:pt x="1098832" y="1620309"/>
                    </a:lnTo>
                    <a:cubicBezTo>
                      <a:pt x="1098832" y="1634924"/>
                      <a:pt x="1086984" y="1646771"/>
                      <a:pt x="1072369" y="1646771"/>
                    </a:cubicBezTo>
                    <a:lnTo>
                      <a:pt x="1025670" y="1646771"/>
                    </a:lnTo>
                    <a:cubicBezTo>
                      <a:pt x="1011055" y="1646771"/>
                      <a:pt x="999207" y="1634924"/>
                      <a:pt x="999207" y="1620309"/>
                    </a:cubicBezTo>
                    <a:lnTo>
                      <a:pt x="999207" y="1573609"/>
                    </a:lnTo>
                    <a:cubicBezTo>
                      <a:pt x="999207" y="1558995"/>
                      <a:pt x="1011055" y="1547147"/>
                      <a:pt x="1025670" y="1547147"/>
                    </a:cubicBezTo>
                    <a:close/>
                    <a:moveTo>
                      <a:pt x="2504665" y="1505875"/>
                    </a:moveTo>
                    <a:cubicBezTo>
                      <a:pt x="2501347" y="1505875"/>
                      <a:pt x="2498657" y="1508565"/>
                      <a:pt x="2498657" y="1511883"/>
                    </a:cubicBezTo>
                    <a:lnTo>
                      <a:pt x="2498657" y="1535912"/>
                    </a:lnTo>
                    <a:cubicBezTo>
                      <a:pt x="2498657" y="1539230"/>
                      <a:pt x="2501347" y="1541920"/>
                      <a:pt x="2504665" y="1541920"/>
                    </a:cubicBezTo>
                    <a:lnTo>
                      <a:pt x="2893211" y="1541920"/>
                    </a:lnTo>
                    <a:cubicBezTo>
                      <a:pt x="2896529" y="1541920"/>
                      <a:pt x="2899219" y="1539230"/>
                      <a:pt x="2899219" y="1535912"/>
                    </a:cubicBezTo>
                    <a:lnTo>
                      <a:pt x="2899219" y="1511883"/>
                    </a:lnTo>
                    <a:cubicBezTo>
                      <a:pt x="2899219" y="1508565"/>
                      <a:pt x="2896529" y="1505875"/>
                      <a:pt x="2893211" y="1505875"/>
                    </a:cubicBezTo>
                    <a:close/>
                    <a:moveTo>
                      <a:pt x="2504665" y="1422733"/>
                    </a:moveTo>
                    <a:cubicBezTo>
                      <a:pt x="2501347" y="1422733"/>
                      <a:pt x="2498657" y="1425422"/>
                      <a:pt x="2498657" y="1428740"/>
                    </a:cubicBezTo>
                    <a:lnTo>
                      <a:pt x="2498657" y="1452770"/>
                    </a:lnTo>
                    <a:cubicBezTo>
                      <a:pt x="2498657" y="1456088"/>
                      <a:pt x="2501347" y="1458777"/>
                      <a:pt x="2504665" y="1458777"/>
                    </a:cubicBezTo>
                    <a:lnTo>
                      <a:pt x="2893211" y="1458777"/>
                    </a:lnTo>
                    <a:cubicBezTo>
                      <a:pt x="2896529" y="1458777"/>
                      <a:pt x="2899219" y="1456088"/>
                      <a:pt x="2899219" y="1452770"/>
                    </a:cubicBezTo>
                    <a:lnTo>
                      <a:pt x="2899219" y="1428740"/>
                    </a:lnTo>
                    <a:cubicBezTo>
                      <a:pt x="2899219" y="1425422"/>
                      <a:pt x="2896529" y="1422733"/>
                      <a:pt x="2893211" y="1422733"/>
                    </a:cubicBezTo>
                    <a:close/>
                    <a:moveTo>
                      <a:pt x="1324542" y="1401225"/>
                    </a:moveTo>
                    <a:lnTo>
                      <a:pt x="1371242" y="1401225"/>
                    </a:lnTo>
                    <a:cubicBezTo>
                      <a:pt x="1385857" y="1401225"/>
                      <a:pt x="1397704" y="1413073"/>
                      <a:pt x="1397704" y="1427687"/>
                    </a:cubicBezTo>
                    <a:lnTo>
                      <a:pt x="1397704" y="1474387"/>
                    </a:lnTo>
                    <a:cubicBezTo>
                      <a:pt x="1397704" y="1489001"/>
                      <a:pt x="1385857" y="1500849"/>
                      <a:pt x="1371242" y="1500849"/>
                    </a:cubicBezTo>
                    <a:lnTo>
                      <a:pt x="1324542" y="1500849"/>
                    </a:lnTo>
                    <a:cubicBezTo>
                      <a:pt x="1309928" y="1500849"/>
                      <a:pt x="1298080" y="1489001"/>
                      <a:pt x="1298080" y="1474387"/>
                    </a:cubicBezTo>
                    <a:lnTo>
                      <a:pt x="1298080" y="1427687"/>
                    </a:lnTo>
                    <a:cubicBezTo>
                      <a:pt x="1298080" y="1413073"/>
                      <a:pt x="1309928" y="1401225"/>
                      <a:pt x="1324542" y="1401225"/>
                    </a:cubicBezTo>
                    <a:close/>
                    <a:moveTo>
                      <a:pt x="1174792" y="1401225"/>
                    </a:moveTo>
                    <a:lnTo>
                      <a:pt x="1221492" y="1401225"/>
                    </a:lnTo>
                    <a:cubicBezTo>
                      <a:pt x="1236107" y="1401225"/>
                      <a:pt x="1247954" y="1413073"/>
                      <a:pt x="1247954" y="1427687"/>
                    </a:cubicBezTo>
                    <a:lnTo>
                      <a:pt x="1247954" y="1474387"/>
                    </a:lnTo>
                    <a:cubicBezTo>
                      <a:pt x="1247954" y="1489001"/>
                      <a:pt x="1236107" y="1500849"/>
                      <a:pt x="1221492" y="1500849"/>
                    </a:cubicBezTo>
                    <a:lnTo>
                      <a:pt x="1174792" y="1500849"/>
                    </a:lnTo>
                    <a:cubicBezTo>
                      <a:pt x="1160178" y="1500849"/>
                      <a:pt x="1148330" y="1489001"/>
                      <a:pt x="1148330" y="1474387"/>
                    </a:cubicBezTo>
                    <a:lnTo>
                      <a:pt x="1148330" y="1427687"/>
                    </a:lnTo>
                    <a:cubicBezTo>
                      <a:pt x="1148330" y="1413073"/>
                      <a:pt x="1160178" y="1401225"/>
                      <a:pt x="1174792" y="1401225"/>
                    </a:cubicBezTo>
                    <a:close/>
                    <a:moveTo>
                      <a:pt x="1025670" y="1401225"/>
                    </a:moveTo>
                    <a:lnTo>
                      <a:pt x="1072369" y="1401225"/>
                    </a:lnTo>
                    <a:cubicBezTo>
                      <a:pt x="1086984" y="1401225"/>
                      <a:pt x="1098832" y="1413073"/>
                      <a:pt x="1098832" y="1427687"/>
                    </a:cubicBezTo>
                    <a:lnTo>
                      <a:pt x="1098832" y="1474387"/>
                    </a:lnTo>
                    <a:cubicBezTo>
                      <a:pt x="1098832" y="1489001"/>
                      <a:pt x="1086984" y="1500849"/>
                      <a:pt x="1072369" y="1500849"/>
                    </a:cubicBezTo>
                    <a:lnTo>
                      <a:pt x="1025670" y="1500849"/>
                    </a:lnTo>
                    <a:cubicBezTo>
                      <a:pt x="1011055" y="1500849"/>
                      <a:pt x="999207" y="1489001"/>
                      <a:pt x="999207" y="1474387"/>
                    </a:cubicBezTo>
                    <a:lnTo>
                      <a:pt x="999207" y="1427687"/>
                    </a:lnTo>
                    <a:cubicBezTo>
                      <a:pt x="999207" y="1413073"/>
                      <a:pt x="1011055" y="1401225"/>
                      <a:pt x="1025670" y="1401225"/>
                    </a:cubicBezTo>
                    <a:close/>
                    <a:moveTo>
                      <a:pt x="2504665" y="1339590"/>
                    </a:moveTo>
                    <a:cubicBezTo>
                      <a:pt x="2501347" y="1339590"/>
                      <a:pt x="2498657" y="1342280"/>
                      <a:pt x="2498657" y="1345598"/>
                    </a:cubicBezTo>
                    <a:lnTo>
                      <a:pt x="2498657" y="1369628"/>
                    </a:lnTo>
                    <a:cubicBezTo>
                      <a:pt x="2498657" y="1372945"/>
                      <a:pt x="2501347" y="1375635"/>
                      <a:pt x="2504665" y="1375635"/>
                    </a:cubicBezTo>
                    <a:lnTo>
                      <a:pt x="2893211" y="1375635"/>
                    </a:lnTo>
                    <a:cubicBezTo>
                      <a:pt x="2896529" y="1375635"/>
                      <a:pt x="2899219" y="1372945"/>
                      <a:pt x="2899219" y="1369628"/>
                    </a:cubicBezTo>
                    <a:lnTo>
                      <a:pt x="2899219" y="1345598"/>
                    </a:lnTo>
                    <a:cubicBezTo>
                      <a:pt x="2899219" y="1342280"/>
                      <a:pt x="2896529" y="1339590"/>
                      <a:pt x="2893211" y="1339590"/>
                    </a:cubicBezTo>
                    <a:close/>
                    <a:moveTo>
                      <a:pt x="2088232" y="1285358"/>
                    </a:moveTo>
                    <a:lnTo>
                      <a:pt x="2088232" y="1938513"/>
                    </a:lnTo>
                    <a:lnTo>
                      <a:pt x="2504773" y="1611936"/>
                    </a:lnTo>
                    <a:close/>
                    <a:moveTo>
                      <a:pt x="3314199" y="1280118"/>
                    </a:moveTo>
                    <a:lnTo>
                      <a:pt x="2897658" y="1608841"/>
                    </a:lnTo>
                    <a:lnTo>
                      <a:pt x="3314199" y="1937564"/>
                    </a:lnTo>
                    <a:close/>
                    <a:moveTo>
                      <a:pt x="1527230" y="1221901"/>
                    </a:moveTo>
                    <a:cubicBezTo>
                      <a:pt x="1521727" y="1221901"/>
                      <a:pt x="1517267" y="1226362"/>
                      <a:pt x="1517267" y="1231864"/>
                    </a:cubicBezTo>
                    <a:lnTo>
                      <a:pt x="1517267" y="1271713"/>
                    </a:lnTo>
                    <a:cubicBezTo>
                      <a:pt x="1517267" y="1277215"/>
                      <a:pt x="1521727" y="1281676"/>
                      <a:pt x="1527230" y="1281676"/>
                    </a:cubicBezTo>
                    <a:lnTo>
                      <a:pt x="1732319" y="1281676"/>
                    </a:lnTo>
                    <a:cubicBezTo>
                      <a:pt x="1737821" y="1281676"/>
                      <a:pt x="1742281" y="1277215"/>
                      <a:pt x="1742281" y="1271713"/>
                    </a:cubicBezTo>
                    <a:lnTo>
                      <a:pt x="1742281" y="1231864"/>
                    </a:lnTo>
                    <a:cubicBezTo>
                      <a:pt x="1742281" y="1226362"/>
                      <a:pt x="1737821" y="1221901"/>
                      <a:pt x="1732319" y="1221901"/>
                    </a:cubicBezTo>
                    <a:close/>
                    <a:moveTo>
                      <a:pt x="666834" y="1221901"/>
                    </a:moveTo>
                    <a:cubicBezTo>
                      <a:pt x="661332" y="1221901"/>
                      <a:pt x="656871" y="1226362"/>
                      <a:pt x="656871" y="1231864"/>
                    </a:cubicBezTo>
                    <a:lnTo>
                      <a:pt x="656871" y="1271713"/>
                    </a:lnTo>
                    <a:cubicBezTo>
                      <a:pt x="656871" y="1277215"/>
                      <a:pt x="661332" y="1281676"/>
                      <a:pt x="666834" y="1281676"/>
                    </a:cubicBezTo>
                    <a:lnTo>
                      <a:pt x="871923" y="1281676"/>
                    </a:lnTo>
                    <a:cubicBezTo>
                      <a:pt x="877425" y="1281676"/>
                      <a:pt x="881885" y="1277215"/>
                      <a:pt x="881885" y="1271713"/>
                    </a:cubicBezTo>
                    <a:lnTo>
                      <a:pt x="881885" y="1231864"/>
                    </a:lnTo>
                    <a:cubicBezTo>
                      <a:pt x="881885" y="1226362"/>
                      <a:pt x="877425" y="1221901"/>
                      <a:pt x="871923" y="1221901"/>
                    </a:cubicBezTo>
                    <a:close/>
                    <a:moveTo>
                      <a:pt x="1052149" y="1111644"/>
                    </a:moveTo>
                    <a:cubicBezTo>
                      <a:pt x="1044919" y="1111644"/>
                      <a:pt x="1039057" y="1117506"/>
                      <a:pt x="1039057" y="1124736"/>
                    </a:cubicBezTo>
                    <a:lnTo>
                      <a:pt x="1039057" y="1168203"/>
                    </a:lnTo>
                    <a:lnTo>
                      <a:pt x="1009466" y="1168203"/>
                    </a:lnTo>
                    <a:cubicBezTo>
                      <a:pt x="969193" y="1174775"/>
                      <a:pt x="956437" y="1243393"/>
                      <a:pt x="940007" y="1277093"/>
                    </a:cubicBezTo>
                    <a:cubicBezTo>
                      <a:pt x="776268" y="1309492"/>
                      <a:pt x="775043" y="1328679"/>
                      <a:pt x="736793" y="1421744"/>
                    </a:cubicBezTo>
                    <a:lnTo>
                      <a:pt x="648072" y="1812480"/>
                    </a:lnTo>
                    <a:cubicBezTo>
                      <a:pt x="648072" y="1882463"/>
                      <a:pt x="704805" y="1939195"/>
                      <a:pt x="774788" y="1939195"/>
                    </a:cubicBezTo>
                    <a:lnTo>
                      <a:pt x="1183772" y="1939195"/>
                    </a:lnTo>
                    <a:lnTo>
                      <a:pt x="1198456" y="1939195"/>
                    </a:lnTo>
                    <a:lnTo>
                      <a:pt x="1607440" y="1939195"/>
                    </a:lnTo>
                    <a:cubicBezTo>
                      <a:pt x="1677423" y="1939195"/>
                      <a:pt x="1734156" y="1882463"/>
                      <a:pt x="1734156" y="1812480"/>
                    </a:cubicBezTo>
                    <a:lnTo>
                      <a:pt x="1645435" y="1421744"/>
                    </a:lnTo>
                    <a:cubicBezTo>
                      <a:pt x="1607185" y="1328679"/>
                      <a:pt x="1605960" y="1309492"/>
                      <a:pt x="1442221" y="1277093"/>
                    </a:cubicBezTo>
                    <a:cubicBezTo>
                      <a:pt x="1425791" y="1243393"/>
                      <a:pt x="1413035" y="1174775"/>
                      <a:pt x="1372762" y="1168203"/>
                    </a:cubicBezTo>
                    <a:lnTo>
                      <a:pt x="1357854" y="1168203"/>
                    </a:lnTo>
                    <a:lnTo>
                      <a:pt x="1357854" y="1124736"/>
                    </a:lnTo>
                    <a:cubicBezTo>
                      <a:pt x="1357854" y="1117506"/>
                      <a:pt x="1351993" y="1111644"/>
                      <a:pt x="1344762" y="1111644"/>
                    </a:cubicBezTo>
                    <a:lnTo>
                      <a:pt x="1268702" y="1111644"/>
                    </a:lnTo>
                    <a:cubicBezTo>
                      <a:pt x="1261471" y="1111644"/>
                      <a:pt x="1255610" y="1117506"/>
                      <a:pt x="1255610" y="1124736"/>
                    </a:cubicBezTo>
                    <a:lnTo>
                      <a:pt x="1255610" y="1168203"/>
                    </a:lnTo>
                    <a:lnTo>
                      <a:pt x="1198456" y="1168203"/>
                    </a:lnTo>
                    <a:lnTo>
                      <a:pt x="1183772" y="1168203"/>
                    </a:lnTo>
                    <a:lnTo>
                      <a:pt x="1141302" y="1168203"/>
                    </a:lnTo>
                    <a:lnTo>
                      <a:pt x="1141302" y="1124736"/>
                    </a:lnTo>
                    <a:cubicBezTo>
                      <a:pt x="1141302" y="1117506"/>
                      <a:pt x="1135440" y="1111644"/>
                      <a:pt x="1128210" y="1111644"/>
                    </a:cubicBezTo>
                    <a:close/>
                    <a:moveTo>
                      <a:pt x="2705133" y="840243"/>
                    </a:moveTo>
                    <a:lnTo>
                      <a:pt x="2088233" y="1255464"/>
                    </a:lnTo>
                    <a:lnTo>
                      <a:pt x="2299068" y="1414858"/>
                    </a:lnTo>
                    <a:lnTo>
                      <a:pt x="2299068" y="1228076"/>
                    </a:lnTo>
                    <a:lnTo>
                      <a:pt x="3108494" y="1228076"/>
                    </a:lnTo>
                    <a:lnTo>
                      <a:pt x="3108494" y="1416902"/>
                    </a:lnTo>
                    <a:lnTo>
                      <a:pt x="3322033" y="1255464"/>
                    </a:lnTo>
                    <a:lnTo>
                      <a:pt x="3322033" y="1255464"/>
                    </a:lnTo>
                    <a:close/>
                    <a:moveTo>
                      <a:pt x="1195706" y="835207"/>
                    </a:moveTo>
                    <a:lnTo>
                      <a:pt x="1195706" y="835221"/>
                    </a:lnTo>
                    <a:cubicBezTo>
                      <a:pt x="866618" y="834160"/>
                      <a:pt x="692194" y="969423"/>
                      <a:pt x="665970" y="1132153"/>
                    </a:cubicBezTo>
                    <a:cubicBezTo>
                      <a:pt x="665970" y="1145595"/>
                      <a:pt x="659622" y="1181725"/>
                      <a:pt x="663418" y="1194550"/>
                    </a:cubicBezTo>
                    <a:lnTo>
                      <a:pt x="878440" y="1194550"/>
                    </a:lnTo>
                    <a:cubicBezTo>
                      <a:pt x="887485" y="1007425"/>
                      <a:pt x="1085027" y="1006045"/>
                      <a:pt x="1195706" y="1007712"/>
                    </a:cubicBezTo>
                    <a:lnTo>
                      <a:pt x="1195706" y="1007714"/>
                    </a:lnTo>
                    <a:cubicBezTo>
                      <a:pt x="1195809" y="1007712"/>
                      <a:pt x="1195911" y="1007710"/>
                      <a:pt x="1196014" y="1007712"/>
                    </a:cubicBezTo>
                    <a:lnTo>
                      <a:pt x="1196322" y="1007714"/>
                    </a:lnTo>
                    <a:lnTo>
                      <a:pt x="1196322" y="1007712"/>
                    </a:lnTo>
                    <a:cubicBezTo>
                      <a:pt x="1307001" y="1006045"/>
                      <a:pt x="1504542" y="1007425"/>
                      <a:pt x="1513587" y="1194550"/>
                    </a:cubicBezTo>
                    <a:lnTo>
                      <a:pt x="1728609" y="1194550"/>
                    </a:lnTo>
                    <a:cubicBezTo>
                      <a:pt x="1732405" y="1181725"/>
                      <a:pt x="1726057" y="1145595"/>
                      <a:pt x="1726057" y="1132153"/>
                    </a:cubicBezTo>
                    <a:cubicBezTo>
                      <a:pt x="1699834" y="969423"/>
                      <a:pt x="1525410" y="834160"/>
                      <a:pt x="1196322" y="835221"/>
                    </a:cubicBezTo>
                    <a:lnTo>
                      <a:pt x="1196322" y="835207"/>
                    </a:lnTo>
                    <a:cubicBezTo>
                      <a:pt x="1196219" y="835207"/>
                      <a:pt x="1196117" y="835206"/>
                      <a:pt x="1196014" y="835214"/>
                    </a:cubicBezTo>
                    <a:close/>
                    <a:moveTo>
                      <a:pt x="713043" y="263029"/>
                    </a:moveTo>
                    <a:lnTo>
                      <a:pt x="3158596" y="263029"/>
                    </a:lnTo>
                    <a:cubicBezTo>
                      <a:pt x="3365555" y="263029"/>
                      <a:pt x="3533328" y="430802"/>
                      <a:pt x="3533328" y="637761"/>
                    </a:cubicBezTo>
                    <a:lnTo>
                      <a:pt x="3533328" y="2136642"/>
                    </a:lnTo>
                    <a:cubicBezTo>
                      <a:pt x="3533328" y="2343601"/>
                      <a:pt x="3365555" y="2511374"/>
                      <a:pt x="3158596" y="2511374"/>
                    </a:cubicBezTo>
                    <a:lnTo>
                      <a:pt x="713043" y="2511374"/>
                    </a:lnTo>
                    <a:cubicBezTo>
                      <a:pt x="506084" y="2511374"/>
                      <a:pt x="338311" y="2343601"/>
                      <a:pt x="338311" y="2136642"/>
                    </a:cubicBezTo>
                    <a:lnTo>
                      <a:pt x="338311" y="637761"/>
                    </a:lnTo>
                    <a:cubicBezTo>
                      <a:pt x="338311" y="430802"/>
                      <a:pt x="506084" y="263029"/>
                      <a:pt x="713043" y="263029"/>
                    </a:cubicBezTo>
                    <a:close/>
                    <a:moveTo>
                      <a:pt x="593824" y="142875"/>
                    </a:moveTo>
                    <a:cubicBezTo>
                      <a:pt x="365814" y="142875"/>
                      <a:pt x="180975" y="327714"/>
                      <a:pt x="180975" y="555724"/>
                    </a:cubicBezTo>
                    <a:lnTo>
                      <a:pt x="180975" y="2207068"/>
                    </a:lnTo>
                    <a:cubicBezTo>
                      <a:pt x="180975" y="2435078"/>
                      <a:pt x="365814" y="2619917"/>
                      <a:pt x="593824" y="2619917"/>
                    </a:cubicBezTo>
                    <a:lnTo>
                      <a:pt x="3288134" y="2619917"/>
                    </a:lnTo>
                    <a:cubicBezTo>
                      <a:pt x="3516144" y="2619917"/>
                      <a:pt x="3700983" y="2435078"/>
                      <a:pt x="3700983" y="2207068"/>
                    </a:cubicBezTo>
                    <a:lnTo>
                      <a:pt x="3700983" y="555724"/>
                    </a:lnTo>
                    <a:cubicBezTo>
                      <a:pt x="3700983" y="327714"/>
                      <a:pt x="3516144" y="142875"/>
                      <a:pt x="3288134" y="142875"/>
                    </a:cubicBezTo>
                    <a:close/>
                    <a:moveTo>
                      <a:pt x="456060" y="0"/>
                    </a:moveTo>
                    <a:lnTo>
                      <a:pt x="3432372" y="0"/>
                    </a:lnTo>
                    <a:cubicBezTo>
                      <a:pt x="3684247" y="0"/>
                      <a:pt x="3888432" y="204185"/>
                      <a:pt x="3888432" y="456060"/>
                    </a:cubicBezTo>
                    <a:lnTo>
                      <a:pt x="3888432" y="2280244"/>
                    </a:lnTo>
                    <a:cubicBezTo>
                      <a:pt x="3888432" y="2532119"/>
                      <a:pt x="3684247" y="2736304"/>
                      <a:pt x="3432372" y="2736304"/>
                    </a:cubicBezTo>
                    <a:lnTo>
                      <a:pt x="456060" y="2736304"/>
                    </a:lnTo>
                    <a:cubicBezTo>
                      <a:pt x="204185" y="2736304"/>
                      <a:pt x="0" y="2532119"/>
                      <a:pt x="0" y="2280244"/>
                    </a:cubicBezTo>
                    <a:lnTo>
                      <a:pt x="0" y="456060"/>
                    </a:lnTo>
                    <a:cubicBezTo>
                      <a:pt x="0" y="204185"/>
                      <a:pt x="204185" y="0"/>
                      <a:pt x="456060"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939" name="Google Shape;2939;p56"/>
              <p:cNvSpPr/>
              <p:nvPr/>
            </p:nvSpPr>
            <p:spPr>
              <a:xfrm>
                <a:off x="9698244" y="5398653"/>
                <a:ext cx="300703" cy="366439"/>
              </a:xfrm>
              <a:custGeom>
                <a:rect b="b" l="l" r="r" t="t"/>
                <a:pathLst>
                  <a:path extrusionOk="0" h="3949460" w="3240944">
                    <a:moveTo>
                      <a:pt x="2411668" y="919204"/>
                    </a:moveTo>
                    <a:cubicBezTo>
                      <a:pt x="2652037" y="921566"/>
                      <a:pt x="2997179" y="1088232"/>
                      <a:pt x="3147060" y="1333480"/>
                    </a:cubicBezTo>
                    <a:cubicBezTo>
                      <a:pt x="2837519" y="1559133"/>
                      <a:pt x="2713715" y="1818123"/>
                      <a:pt x="2716116" y="2148550"/>
                    </a:cubicBezTo>
                    <a:cubicBezTo>
                      <a:pt x="2724370" y="2506677"/>
                      <a:pt x="2937416" y="2788602"/>
                      <a:pt x="3240944" y="2908604"/>
                    </a:cubicBezTo>
                    <a:cubicBezTo>
                      <a:pt x="3111039" y="3296832"/>
                      <a:pt x="2835874" y="3920800"/>
                      <a:pt x="2360688" y="3949460"/>
                    </a:cubicBezTo>
                    <a:cubicBezTo>
                      <a:pt x="2104982" y="3948826"/>
                      <a:pt x="1887379" y="3871989"/>
                      <a:pt x="1655487" y="3790391"/>
                    </a:cubicBezTo>
                    <a:cubicBezTo>
                      <a:pt x="1465920" y="3881513"/>
                      <a:pt x="1178719" y="3984543"/>
                      <a:pt x="936764" y="3932790"/>
                    </a:cubicBezTo>
                    <a:cubicBezTo>
                      <a:pt x="634032" y="3867349"/>
                      <a:pt x="33306" y="3304229"/>
                      <a:pt x="0" y="2002921"/>
                    </a:cubicBezTo>
                    <a:cubicBezTo>
                      <a:pt x="5122" y="1625861"/>
                      <a:pt x="224231" y="988116"/>
                      <a:pt x="1004287" y="951010"/>
                    </a:cubicBezTo>
                    <a:cubicBezTo>
                      <a:pt x="1237754" y="955627"/>
                      <a:pt x="1430737" y="1013358"/>
                      <a:pt x="1654678" y="1150601"/>
                    </a:cubicBezTo>
                    <a:cubicBezTo>
                      <a:pt x="1907007" y="1025844"/>
                      <a:pt x="2042657" y="934423"/>
                      <a:pt x="2411668" y="919204"/>
                    </a:cubicBezTo>
                    <a:close/>
                    <a:moveTo>
                      <a:pt x="2423572" y="0"/>
                    </a:moveTo>
                    <a:cubicBezTo>
                      <a:pt x="2449670" y="236641"/>
                      <a:pt x="2449574" y="370890"/>
                      <a:pt x="2275646" y="605149"/>
                    </a:cubicBezTo>
                    <a:cubicBezTo>
                      <a:pt x="2098536" y="787863"/>
                      <a:pt x="1909519" y="903902"/>
                      <a:pt x="1627634" y="908022"/>
                    </a:cubicBezTo>
                    <a:cubicBezTo>
                      <a:pt x="1601565" y="662380"/>
                      <a:pt x="1689794" y="371496"/>
                      <a:pt x="1823269" y="256823"/>
                    </a:cubicBezTo>
                    <a:cubicBezTo>
                      <a:pt x="1945582" y="131527"/>
                      <a:pt x="2156003" y="39571"/>
                      <a:pt x="2423572" y="0"/>
                    </a:cubicBez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940" name="Google Shape;2940;p56"/>
              <p:cNvSpPr/>
              <p:nvPr/>
            </p:nvSpPr>
            <p:spPr>
              <a:xfrm>
                <a:off x="7800500" y="2582839"/>
                <a:ext cx="300170" cy="347427"/>
              </a:xfrm>
              <a:custGeom>
                <a:rect b="b" l="l" r="r" t="t"/>
                <a:pathLst>
                  <a:path extrusionOk="0" h="3842533" w="3319870">
                    <a:moveTo>
                      <a:pt x="579936" y="1296382"/>
                    </a:moveTo>
                    <a:lnTo>
                      <a:pt x="2739936" y="1296382"/>
                    </a:lnTo>
                    <a:lnTo>
                      <a:pt x="2739936" y="2796543"/>
                    </a:lnTo>
                    <a:cubicBezTo>
                      <a:pt x="2739936" y="2962250"/>
                      <a:pt x="2605604" y="3096582"/>
                      <a:pt x="2439897" y="3096582"/>
                    </a:cubicBezTo>
                    <a:lnTo>
                      <a:pt x="2272003" y="3096582"/>
                    </a:lnTo>
                    <a:lnTo>
                      <a:pt x="2272003" y="3590505"/>
                    </a:lnTo>
                    <a:cubicBezTo>
                      <a:pt x="2272003" y="3729696"/>
                      <a:pt x="2159166" y="3842533"/>
                      <a:pt x="2019975" y="3842533"/>
                    </a:cubicBezTo>
                    <a:cubicBezTo>
                      <a:pt x="1880784" y="3842533"/>
                      <a:pt x="1767947" y="3729696"/>
                      <a:pt x="1767947" y="3590505"/>
                    </a:cubicBezTo>
                    <a:lnTo>
                      <a:pt x="1767947" y="3096582"/>
                    </a:lnTo>
                    <a:lnTo>
                      <a:pt x="1492066" y="3096582"/>
                    </a:lnTo>
                    <a:lnTo>
                      <a:pt x="1492066" y="3590505"/>
                    </a:lnTo>
                    <a:cubicBezTo>
                      <a:pt x="1492066" y="3729696"/>
                      <a:pt x="1379229" y="3842533"/>
                      <a:pt x="1240038" y="3842533"/>
                    </a:cubicBezTo>
                    <a:cubicBezTo>
                      <a:pt x="1100847" y="3842533"/>
                      <a:pt x="988010" y="3729696"/>
                      <a:pt x="988010" y="3590505"/>
                    </a:cubicBezTo>
                    <a:lnTo>
                      <a:pt x="988010" y="3096582"/>
                    </a:lnTo>
                    <a:lnTo>
                      <a:pt x="879975" y="3096582"/>
                    </a:lnTo>
                    <a:cubicBezTo>
                      <a:pt x="714268" y="3096582"/>
                      <a:pt x="579936" y="2962250"/>
                      <a:pt x="579936" y="2796543"/>
                    </a:cubicBezTo>
                    <a:close/>
                    <a:moveTo>
                      <a:pt x="3067842" y="1281925"/>
                    </a:moveTo>
                    <a:cubicBezTo>
                      <a:pt x="3207033" y="1281925"/>
                      <a:pt x="3319870" y="1394762"/>
                      <a:pt x="3319870" y="1533953"/>
                    </a:cubicBezTo>
                    <a:lnTo>
                      <a:pt x="3319870" y="2505897"/>
                    </a:lnTo>
                    <a:cubicBezTo>
                      <a:pt x="3319870" y="2645088"/>
                      <a:pt x="3207033" y="2757925"/>
                      <a:pt x="3067842" y="2757925"/>
                    </a:cubicBezTo>
                    <a:cubicBezTo>
                      <a:pt x="2928651" y="2757925"/>
                      <a:pt x="2815814" y="2645088"/>
                      <a:pt x="2815814" y="2505897"/>
                    </a:cubicBezTo>
                    <a:lnTo>
                      <a:pt x="2815814" y="1533953"/>
                    </a:lnTo>
                    <a:cubicBezTo>
                      <a:pt x="2815814" y="1394762"/>
                      <a:pt x="2928651" y="1281925"/>
                      <a:pt x="3067842" y="1281925"/>
                    </a:cubicBezTo>
                    <a:close/>
                    <a:moveTo>
                      <a:pt x="252028" y="1281925"/>
                    </a:moveTo>
                    <a:cubicBezTo>
                      <a:pt x="391219" y="1281925"/>
                      <a:pt x="504056" y="1394762"/>
                      <a:pt x="504056" y="1533953"/>
                    </a:cubicBezTo>
                    <a:lnTo>
                      <a:pt x="504056" y="2505897"/>
                    </a:lnTo>
                    <a:cubicBezTo>
                      <a:pt x="504056" y="2645088"/>
                      <a:pt x="391219" y="2757925"/>
                      <a:pt x="252028" y="2757925"/>
                    </a:cubicBezTo>
                    <a:cubicBezTo>
                      <a:pt x="112837" y="2757925"/>
                      <a:pt x="0" y="2645088"/>
                      <a:pt x="0" y="2505897"/>
                    </a:cubicBezTo>
                    <a:lnTo>
                      <a:pt x="0" y="1533953"/>
                    </a:lnTo>
                    <a:cubicBezTo>
                      <a:pt x="0" y="1394762"/>
                      <a:pt x="112837" y="1281925"/>
                      <a:pt x="252028" y="1281925"/>
                    </a:cubicBezTo>
                    <a:close/>
                    <a:moveTo>
                      <a:pt x="2134062" y="558521"/>
                    </a:moveTo>
                    <a:cubicBezTo>
                      <a:pt x="2073373" y="558521"/>
                      <a:pt x="2024174" y="607720"/>
                      <a:pt x="2024174" y="668409"/>
                    </a:cubicBezTo>
                    <a:cubicBezTo>
                      <a:pt x="2024174" y="729098"/>
                      <a:pt x="2073373" y="778297"/>
                      <a:pt x="2134062" y="778297"/>
                    </a:cubicBezTo>
                    <a:cubicBezTo>
                      <a:pt x="2194751" y="778297"/>
                      <a:pt x="2243950" y="729098"/>
                      <a:pt x="2243950" y="668409"/>
                    </a:cubicBezTo>
                    <a:cubicBezTo>
                      <a:pt x="2243950" y="607720"/>
                      <a:pt x="2194751" y="558521"/>
                      <a:pt x="2134062" y="558521"/>
                    </a:cubicBezTo>
                    <a:close/>
                    <a:moveTo>
                      <a:pt x="1177409" y="558521"/>
                    </a:moveTo>
                    <a:cubicBezTo>
                      <a:pt x="1116720" y="558521"/>
                      <a:pt x="1067521" y="607720"/>
                      <a:pt x="1067521" y="668409"/>
                    </a:cubicBezTo>
                    <a:cubicBezTo>
                      <a:pt x="1067521" y="729098"/>
                      <a:pt x="1116720" y="778297"/>
                      <a:pt x="1177409" y="778297"/>
                    </a:cubicBezTo>
                    <a:cubicBezTo>
                      <a:pt x="1238098" y="778297"/>
                      <a:pt x="1287297" y="729098"/>
                      <a:pt x="1287297" y="668409"/>
                    </a:cubicBezTo>
                    <a:cubicBezTo>
                      <a:pt x="1287297" y="607720"/>
                      <a:pt x="1238098" y="558521"/>
                      <a:pt x="1177409" y="558521"/>
                    </a:cubicBezTo>
                    <a:close/>
                    <a:moveTo>
                      <a:pt x="1041854" y="0"/>
                    </a:moveTo>
                    <a:lnTo>
                      <a:pt x="1215617" y="300965"/>
                    </a:lnTo>
                    <a:cubicBezTo>
                      <a:pt x="1350827" y="238508"/>
                      <a:pt x="1501239" y="204386"/>
                      <a:pt x="1659158" y="204272"/>
                    </a:cubicBezTo>
                    <a:cubicBezTo>
                      <a:pt x="1823689" y="204153"/>
                      <a:pt x="1980124" y="240963"/>
                      <a:pt x="2119837" y="308065"/>
                    </a:cubicBezTo>
                    <a:lnTo>
                      <a:pt x="2297698" y="0"/>
                    </a:lnTo>
                    <a:lnTo>
                      <a:pt x="2391229" y="54000"/>
                    </a:lnTo>
                    <a:lnTo>
                      <a:pt x="2215205" y="358882"/>
                    </a:lnTo>
                    <a:cubicBezTo>
                      <a:pt x="2507692" y="533629"/>
                      <a:pt x="2710924" y="843756"/>
                      <a:pt x="2737127" y="1206450"/>
                    </a:cubicBezTo>
                    <a:cubicBezTo>
                      <a:pt x="2018962" y="1206967"/>
                      <a:pt x="1300797" y="1207483"/>
                      <a:pt x="582632" y="1208000"/>
                    </a:cubicBezTo>
                    <a:cubicBezTo>
                      <a:pt x="608780" y="838665"/>
                      <a:pt x="818541" y="523565"/>
                      <a:pt x="1119462" y="350420"/>
                    </a:cubicBezTo>
                    <a:lnTo>
                      <a:pt x="948323" y="5400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941" name="Google Shape;2941;p56"/>
              <p:cNvSpPr/>
              <p:nvPr/>
            </p:nvSpPr>
            <p:spPr>
              <a:xfrm>
                <a:off x="10645011" y="2518278"/>
                <a:ext cx="340001" cy="338281"/>
              </a:xfrm>
              <a:custGeom>
                <a:rect b="b" l="l" r="r" t="t"/>
                <a:pathLst>
                  <a:path extrusionOk="0" h="2941055" w="2956013">
                    <a:moveTo>
                      <a:pt x="2169165" y="2259549"/>
                    </a:moveTo>
                    <a:cubicBezTo>
                      <a:pt x="2305163" y="2320579"/>
                      <a:pt x="2430502" y="2400997"/>
                      <a:pt x="2542352" y="2496872"/>
                    </a:cubicBezTo>
                    <a:cubicBezTo>
                      <a:pt x="2303978" y="2744099"/>
                      <a:pt x="1979593" y="2907447"/>
                      <a:pt x="1617206" y="2939204"/>
                    </a:cubicBezTo>
                    <a:lnTo>
                      <a:pt x="1588575" y="2925411"/>
                    </a:lnTo>
                    <a:cubicBezTo>
                      <a:pt x="1835671" y="2758142"/>
                      <a:pt x="2037335" y="2529257"/>
                      <a:pt x="2169165" y="2259549"/>
                    </a:cubicBezTo>
                    <a:close/>
                    <a:moveTo>
                      <a:pt x="797309" y="2254509"/>
                    </a:moveTo>
                    <a:cubicBezTo>
                      <a:pt x="928512" y="2525684"/>
                      <a:pt x="1129977" y="2756161"/>
                      <a:pt x="1376879" y="2925229"/>
                    </a:cubicBezTo>
                    <a:cubicBezTo>
                      <a:pt x="1367940" y="2931748"/>
                      <a:pt x="1358086" y="2936536"/>
                      <a:pt x="1348086" y="2941055"/>
                    </a:cubicBezTo>
                    <a:cubicBezTo>
                      <a:pt x="981929" y="2910776"/>
                      <a:pt x="654006" y="2746454"/>
                      <a:pt x="413461" y="2497054"/>
                    </a:cubicBezTo>
                    <a:cubicBezTo>
                      <a:pt x="528278" y="2398621"/>
                      <a:pt x="657289" y="2316447"/>
                      <a:pt x="797309" y="2254509"/>
                    </a:cubicBezTo>
                    <a:close/>
                    <a:moveTo>
                      <a:pt x="1426305" y="2108791"/>
                    </a:moveTo>
                    <a:lnTo>
                      <a:pt x="1426305" y="2824067"/>
                    </a:lnTo>
                    <a:cubicBezTo>
                      <a:pt x="1203050" y="2668305"/>
                      <a:pt x="1020431" y="2458508"/>
                      <a:pt x="899682" y="2212532"/>
                    </a:cubicBezTo>
                    <a:cubicBezTo>
                      <a:pt x="1063835" y="2148883"/>
                      <a:pt x="1241204" y="2112683"/>
                      <a:pt x="1426305" y="2108791"/>
                    </a:cubicBezTo>
                    <a:close/>
                    <a:moveTo>
                      <a:pt x="1527809" y="2108695"/>
                    </a:moveTo>
                    <a:cubicBezTo>
                      <a:pt x="1717707" y="2112557"/>
                      <a:pt x="1899494" y="2150291"/>
                      <a:pt x="2067336" y="2216559"/>
                    </a:cubicBezTo>
                    <a:cubicBezTo>
                      <a:pt x="1943936" y="2466549"/>
                      <a:pt x="1756622" y="2679032"/>
                      <a:pt x="1527809" y="2835300"/>
                    </a:cubicBezTo>
                    <a:close/>
                    <a:moveTo>
                      <a:pt x="2354776" y="1530125"/>
                    </a:moveTo>
                    <a:lnTo>
                      <a:pt x="2955077" y="1530125"/>
                    </a:lnTo>
                    <a:cubicBezTo>
                      <a:pt x="2942393" y="1866074"/>
                      <a:pt x="2817414" y="2173186"/>
                      <a:pt x="2615767" y="2414127"/>
                    </a:cubicBezTo>
                    <a:cubicBezTo>
                      <a:pt x="2496453" y="2311434"/>
                      <a:pt x="2362630" y="2225327"/>
                      <a:pt x="2217376" y="2159975"/>
                    </a:cubicBezTo>
                    <a:cubicBezTo>
                      <a:pt x="2300477" y="1965771"/>
                      <a:pt x="2348521" y="1753185"/>
                      <a:pt x="2354776" y="1530125"/>
                    </a:cubicBezTo>
                    <a:close/>
                    <a:moveTo>
                      <a:pt x="1527809" y="1530125"/>
                    </a:moveTo>
                    <a:lnTo>
                      <a:pt x="2244039" y="1530125"/>
                    </a:lnTo>
                    <a:cubicBezTo>
                      <a:pt x="2237819" y="1737690"/>
                      <a:pt x="2192963" y="1935525"/>
                      <a:pt x="2115825" y="2116496"/>
                    </a:cubicBezTo>
                    <a:cubicBezTo>
                      <a:pt x="1933189" y="2043464"/>
                      <a:pt x="1735000" y="2001899"/>
                      <a:pt x="1527809" y="1997958"/>
                    </a:cubicBezTo>
                    <a:close/>
                    <a:moveTo>
                      <a:pt x="725097" y="1530125"/>
                    </a:moveTo>
                    <a:lnTo>
                      <a:pt x="1426305" y="1530125"/>
                    </a:lnTo>
                    <a:lnTo>
                      <a:pt x="1426305" y="1998054"/>
                    </a:lnTo>
                    <a:cubicBezTo>
                      <a:pt x="1224105" y="2002029"/>
                      <a:pt x="1030504" y="2041966"/>
                      <a:pt x="851699" y="2112283"/>
                    </a:cubicBezTo>
                    <a:cubicBezTo>
                      <a:pt x="775482" y="1932518"/>
                      <a:pt x="731260" y="1736112"/>
                      <a:pt x="725097" y="1530125"/>
                    </a:cubicBezTo>
                    <a:close/>
                    <a:moveTo>
                      <a:pt x="934" y="1530125"/>
                    </a:moveTo>
                    <a:lnTo>
                      <a:pt x="614360" y="1530125"/>
                    </a:lnTo>
                    <a:cubicBezTo>
                      <a:pt x="620543" y="1751166"/>
                      <a:pt x="667772" y="1961919"/>
                      <a:pt x="749235" y="2154869"/>
                    </a:cubicBezTo>
                    <a:cubicBezTo>
                      <a:pt x="599936" y="2221117"/>
                      <a:pt x="462426" y="2308980"/>
                      <a:pt x="340129" y="2414234"/>
                    </a:cubicBezTo>
                    <a:cubicBezTo>
                      <a:pt x="138582" y="2173144"/>
                      <a:pt x="13619" y="1866051"/>
                      <a:pt x="934" y="1530125"/>
                    </a:cubicBezTo>
                    <a:close/>
                    <a:moveTo>
                      <a:pt x="883886" y="768586"/>
                    </a:moveTo>
                    <a:cubicBezTo>
                      <a:pt x="1053566" y="831753"/>
                      <a:pt x="1236128" y="867407"/>
                      <a:pt x="1426305" y="871035"/>
                    </a:cubicBezTo>
                    <a:lnTo>
                      <a:pt x="1426305" y="1428622"/>
                    </a:lnTo>
                    <a:lnTo>
                      <a:pt x="724559" y="1428622"/>
                    </a:lnTo>
                    <a:cubicBezTo>
                      <a:pt x="730221" y="1192426"/>
                      <a:pt x="785872" y="968634"/>
                      <a:pt x="883886" y="768586"/>
                    </a:cubicBezTo>
                    <a:close/>
                    <a:moveTo>
                      <a:pt x="2083288" y="764501"/>
                    </a:moveTo>
                    <a:cubicBezTo>
                      <a:pt x="2182501" y="965616"/>
                      <a:pt x="2238869" y="1190833"/>
                      <a:pt x="2244577" y="1428622"/>
                    </a:cubicBezTo>
                    <a:lnTo>
                      <a:pt x="1527809" y="1428622"/>
                    </a:lnTo>
                    <a:lnTo>
                      <a:pt x="1527809" y="871130"/>
                    </a:lnTo>
                    <a:cubicBezTo>
                      <a:pt x="1722835" y="867528"/>
                      <a:pt x="1909881" y="830382"/>
                      <a:pt x="2083288" y="764501"/>
                    </a:cubicBezTo>
                    <a:close/>
                    <a:moveTo>
                      <a:pt x="375750" y="484510"/>
                    </a:moveTo>
                    <a:cubicBezTo>
                      <a:pt x="497688" y="583858"/>
                      <a:pt x="633678" y="666438"/>
                      <a:pt x="780212" y="729142"/>
                    </a:cubicBezTo>
                    <a:cubicBezTo>
                      <a:pt x="677519" y="941475"/>
                      <a:pt x="619429" y="1178562"/>
                      <a:pt x="613822" y="1428622"/>
                    </a:cubicBezTo>
                    <a:lnTo>
                      <a:pt x="0" y="1428622"/>
                    </a:lnTo>
                    <a:cubicBezTo>
                      <a:pt x="9263" y="1065848"/>
                      <a:pt x="149371" y="735691"/>
                      <a:pt x="375750" y="484510"/>
                    </a:cubicBezTo>
                    <a:close/>
                    <a:moveTo>
                      <a:pt x="2580304" y="484479"/>
                    </a:moveTo>
                    <a:cubicBezTo>
                      <a:pt x="2806628" y="735651"/>
                      <a:pt x="2946750" y="1065827"/>
                      <a:pt x="2956013" y="1428622"/>
                    </a:cubicBezTo>
                    <a:lnTo>
                      <a:pt x="2355314" y="1428622"/>
                    </a:lnTo>
                    <a:cubicBezTo>
                      <a:pt x="2349636" y="1176504"/>
                      <a:pt x="2290630" y="937573"/>
                      <a:pt x="2186241" y="724113"/>
                    </a:cubicBezTo>
                    <a:cubicBezTo>
                      <a:pt x="2328935" y="662418"/>
                      <a:pt x="2461323" y="581449"/>
                      <a:pt x="2580304" y="484479"/>
                    </a:cubicBezTo>
                    <a:close/>
                    <a:moveTo>
                      <a:pt x="1426305" y="124032"/>
                    </a:moveTo>
                    <a:lnTo>
                      <a:pt x="1426305" y="760298"/>
                    </a:lnTo>
                    <a:cubicBezTo>
                      <a:pt x="1253727" y="756791"/>
                      <a:pt x="1087879" y="724966"/>
                      <a:pt x="933247" y="668842"/>
                    </a:cubicBezTo>
                    <a:cubicBezTo>
                      <a:pt x="1054039" y="451822"/>
                      <a:pt x="1223389" y="265609"/>
                      <a:pt x="1426305" y="124032"/>
                    </a:cubicBezTo>
                    <a:close/>
                    <a:moveTo>
                      <a:pt x="1527809" y="112799"/>
                    </a:moveTo>
                    <a:cubicBezTo>
                      <a:pt x="1736145" y="255085"/>
                      <a:pt x="1910079" y="443973"/>
                      <a:pt x="2033951" y="664748"/>
                    </a:cubicBezTo>
                    <a:cubicBezTo>
                      <a:pt x="1875578" y="723616"/>
                      <a:pt x="1705238" y="756901"/>
                      <a:pt x="1527809" y="760394"/>
                    </a:cubicBezTo>
                    <a:close/>
                    <a:moveTo>
                      <a:pt x="1632157" y="1693"/>
                    </a:moveTo>
                    <a:cubicBezTo>
                      <a:pt x="1969090" y="34839"/>
                      <a:pt x="2272411" y="181752"/>
                      <a:pt x="2502559" y="404493"/>
                    </a:cubicBezTo>
                    <a:cubicBezTo>
                      <a:pt x="2392455" y="493535"/>
                      <a:pt x="2270018" y="567692"/>
                      <a:pt x="2138287" y="624414"/>
                    </a:cubicBezTo>
                    <a:cubicBezTo>
                      <a:pt x="2004803" y="382989"/>
                      <a:pt x="1815448" y="176841"/>
                      <a:pt x="1587368" y="23269"/>
                    </a:cubicBezTo>
                    <a:close/>
                    <a:moveTo>
                      <a:pt x="1333466" y="0"/>
                    </a:moveTo>
                    <a:lnTo>
                      <a:pt x="1376468" y="23177"/>
                    </a:lnTo>
                    <a:cubicBezTo>
                      <a:pt x="1149236" y="178863"/>
                      <a:pt x="960516" y="386575"/>
                      <a:pt x="827965" y="629347"/>
                    </a:cubicBezTo>
                    <a:cubicBezTo>
                      <a:pt x="692459" y="571593"/>
                      <a:pt x="566467" y="495851"/>
                      <a:pt x="453430" y="404475"/>
                    </a:cubicBezTo>
                    <a:cubicBezTo>
                      <a:pt x="685742" y="179438"/>
                      <a:pt x="992667" y="31629"/>
                      <a:pt x="1333466"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2942" name="Google Shape;2942;p56"/>
              <p:cNvSpPr/>
              <p:nvPr/>
            </p:nvSpPr>
            <p:spPr>
              <a:xfrm flipH="1">
                <a:off x="10345251" y="2251006"/>
                <a:ext cx="441966" cy="281210"/>
              </a:xfrm>
              <a:custGeom>
                <a:rect b="b" l="l" r="r" t="t"/>
                <a:pathLst>
                  <a:path extrusionOk="0" h="2532594" w="3980365">
                    <a:moveTo>
                      <a:pt x="1988360" y="58973"/>
                    </a:moveTo>
                    <a:cubicBezTo>
                      <a:pt x="1988306" y="58975"/>
                      <a:pt x="1988252" y="58977"/>
                      <a:pt x="1988199" y="58995"/>
                    </a:cubicBezTo>
                    <a:cubicBezTo>
                      <a:pt x="1988145" y="58977"/>
                      <a:pt x="1988091" y="58975"/>
                      <a:pt x="1988037" y="58973"/>
                    </a:cubicBezTo>
                    <a:lnTo>
                      <a:pt x="1988037" y="59017"/>
                    </a:lnTo>
                    <a:cubicBezTo>
                      <a:pt x="1574406" y="74019"/>
                      <a:pt x="1375335" y="406725"/>
                      <a:pt x="1370318" y="708381"/>
                    </a:cubicBezTo>
                    <a:cubicBezTo>
                      <a:pt x="1362506" y="1089140"/>
                      <a:pt x="1497435" y="1312904"/>
                      <a:pt x="1568575" y="1407072"/>
                    </a:cubicBezTo>
                    <a:cubicBezTo>
                      <a:pt x="1631785" y="1490670"/>
                      <a:pt x="1727890" y="1649476"/>
                      <a:pt x="1617443" y="1704159"/>
                    </a:cubicBezTo>
                    <a:cubicBezTo>
                      <a:pt x="1318592" y="1846636"/>
                      <a:pt x="1062028" y="1946829"/>
                      <a:pt x="927030" y="2049664"/>
                    </a:cubicBezTo>
                    <a:cubicBezTo>
                      <a:pt x="705669" y="2234426"/>
                      <a:pt x="740656" y="2445615"/>
                      <a:pt x="754501" y="2532594"/>
                    </a:cubicBezTo>
                    <a:lnTo>
                      <a:pt x="1988199" y="2531551"/>
                    </a:lnTo>
                    <a:lnTo>
                      <a:pt x="3221896" y="2532594"/>
                    </a:lnTo>
                    <a:cubicBezTo>
                      <a:pt x="3235741" y="2445615"/>
                      <a:pt x="3270728" y="2234426"/>
                      <a:pt x="3049367" y="2049664"/>
                    </a:cubicBezTo>
                    <a:cubicBezTo>
                      <a:pt x="2914369" y="1946829"/>
                      <a:pt x="2657805" y="1846636"/>
                      <a:pt x="2358954" y="1704159"/>
                    </a:cubicBezTo>
                    <a:cubicBezTo>
                      <a:pt x="2248507" y="1649476"/>
                      <a:pt x="2344612" y="1490670"/>
                      <a:pt x="2407822" y="1407072"/>
                    </a:cubicBezTo>
                    <a:cubicBezTo>
                      <a:pt x="2478962" y="1312904"/>
                      <a:pt x="2613891" y="1089140"/>
                      <a:pt x="2606079" y="708381"/>
                    </a:cubicBezTo>
                    <a:cubicBezTo>
                      <a:pt x="2601062" y="406725"/>
                      <a:pt x="2401991" y="74019"/>
                      <a:pt x="1988360" y="59017"/>
                    </a:cubicBezTo>
                    <a:close/>
                    <a:moveTo>
                      <a:pt x="1093515" y="0"/>
                    </a:moveTo>
                    <a:cubicBezTo>
                      <a:pt x="736613" y="12826"/>
                      <a:pt x="553627" y="327881"/>
                      <a:pt x="549299" y="588096"/>
                    </a:cubicBezTo>
                    <a:cubicBezTo>
                      <a:pt x="542562" y="916461"/>
                      <a:pt x="658924" y="1109434"/>
                      <a:pt x="720275" y="1190644"/>
                    </a:cubicBezTo>
                    <a:cubicBezTo>
                      <a:pt x="774787" y="1262738"/>
                      <a:pt x="857667" y="1399692"/>
                      <a:pt x="762418" y="1446850"/>
                    </a:cubicBezTo>
                    <a:cubicBezTo>
                      <a:pt x="504691" y="1569722"/>
                      <a:pt x="283431" y="1656128"/>
                      <a:pt x="167010" y="1744812"/>
                    </a:cubicBezTo>
                    <a:cubicBezTo>
                      <a:pt x="-23891" y="1904150"/>
                      <a:pt x="672" y="2013351"/>
                      <a:pt x="1392" y="2161289"/>
                    </a:cubicBezTo>
                    <a:cubicBezTo>
                      <a:pt x="356083" y="2160989"/>
                      <a:pt x="261990" y="2166300"/>
                      <a:pt x="616681" y="2166000"/>
                    </a:cubicBezTo>
                    <a:cubicBezTo>
                      <a:pt x="794788" y="1846239"/>
                      <a:pt x="1045824" y="1778915"/>
                      <a:pt x="1453932" y="1593789"/>
                    </a:cubicBezTo>
                    <a:cubicBezTo>
                      <a:pt x="1171572" y="1115084"/>
                      <a:pt x="1046285" y="714919"/>
                      <a:pt x="1414663" y="124017"/>
                    </a:cubicBezTo>
                    <a:cubicBezTo>
                      <a:pt x="1309485" y="41539"/>
                      <a:pt x="1305280" y="26381"/>
                      <a:pt x="1093515" y="0"/>
                    </a:cubicBezTo>
                    <a:close/>
                    <a:moveTo>
                      <a:pt x="2886850" y="0"/>
                    </a:moveTo>
                    <a:cubicBezTo>
                      <a:pt x="2675085" y="26381"/>
                      <a:pt x="2670880" y="41539"/>
                      <a:pt x="2565702" y="124017"/>
                    </a:cubicBezTo>
                    <a:cubicBezTo>
                      <a:pt x="2934080" y="714919"/>
                      <a:pt x="2808793" y="1115084"/>
                      <a:pt x="2526433" y="1593789"/>
                    </a:cubicBezTo>
                    <a:cubicBezTo>
                      <a:pt x="2934542" y="1778915"/>
                      <a:pt x="3185577" y="1846239"/>
                      <a:pt x="3363685" y="2166000"/>
                    </a:cubicBezTo>
                    <a:cubicBezTo>
                      <a:pt x="3718376" y="2166300"/>
                      <a:pt x="3624282" y="2160989"/>
                      <a:pt x="3978973" y="2161289"/>
                    </a:cubicBezTo>
                    <a:cubicBezTo>
                      <a:pt x="3979693" y="2013351"/>
                      <a:pt x="4004256" y="1904150"/>
                      <a:pt x="3813355" y="1744812"/>
                    </a:cubicBezTo>
                    <a:cubicBezTo>
                      <a:pt x="3696934" y="1656128"/>
                      <a:pt x="3475674" y="1569722"/>
                      <a:pt x="3217947" y="1446850"/>
                    </a:cubicBezTo>
                    <a:cubicBezTo>
                      <a:pt x="3122698" y="1399692"/>
                      <a:pt x="3205579" y="1262738"/>
                      <a:pt x="3260090" y="1190644"/>
                    </a:cubicBezTo>
                    <a:cubicBezTo>
                      <a:pt x="3321441" y="1109434"/>
                      <a:pt x="3437803" y="916461"/>
                      <a:pt x="3431066" y="588096"/>
                    </a:cubicBezTo>
                    <a:cubicBezTo>
                      <a:pt x="3426739" y="327881"/>
                      <a:pt x="3243752" y="12826"/>
                      <a:pt x="288685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943" name="Google Shape;2943;p56"/>
              <p:cNvSpPr/>
              <p:nvPr/>
            </p:nvSpPr>
            <p:spPr>
              <a:xfrm>
                <a:off x="11003273" y="3365017"/>
                <a:ext cx="357359" cy="364685"/>
              </a:xfrm>
              <a:custGeom>
                <a:rect b="b" l="l" r="r" t="t"/>
                <a:pathLst>
                  <a:path extrusionOk="0" h="3940019" w="3860876">
                    <a:moveTo>
                      <a:pt x="3248876" y="1942264"/>
                    </a:moveTo>
                    <a:lnTo>
                      <a:pt x="3860876" y="1942264"/>
                    </a:lnTo>
                    <a:lnTo>
                      <a:pt x="3860876" y="2090815"/>
                    </a:lnTo>
                    <a:lnTo>
                      <a:pt x="3859023" y="2090815"/>
                    </a:lnTo>
                    <a:cubicBezTo>
                      <a:pt x="3817225" y="2949620"/>
                      <a:pt x="3215273" y="3679864"/>
                      <a:pt x="2378197" y="3884304"/>
                    </a:cubicBezTo>
                    <a:cubicBezTo>
                      <a:pt x="2219818" y="3922985"/>
                      <a:pt x="2060231" y="3941082"/>
                      <a:pt x="1902626" y="3939971"/>
                    </a:cubicBezTo>
                    <a:cubicBezTo>
                      <a:pt x="1286982" y="3935631"/>
                      <a:pt x="701577" y="3638194"/>
                      <a:pt x="337583" y="3128887"/>
                    </a:cubicBezTo>
                    <a:lnTo>
                      <a:pt x="30667" y="3435803"/>
                    </a:lnTo>
                    <a:lnTo>
                      <a:pt x="30667" y="2342045"/>
                    </a:lnTo>
                    <a:lnTo>
                      <a:pt x="1124425" y="2342045"/>
                    </a:lnTo>
                    <a:lnTo>
                      <a:pt x="781340" y="2685130"/>
                    </a:lnTo>
                    <a:cubicBezTo>
                      <a:pt x="1079782" y="3180935"/>
                      <a:pt x="1667379" y="3425841"/>
                      <a:pt x="2232517" y="3287817"/>
                    </a:cubicBezTo>
                    <a:cubicBezTo>
                      <a:pt x="2810639" y="3146622"/>
                      <a:pt x="3224897" y="2638979"/>
                      <a:pt x="3247291" y="2044286"/>
                    </a:cubicBezTo>
                    <a:lnTo>
                      <a:pt x="3248876" y="2044345"/>
                    </a:lnTo>
                    <a:close/>
                    <a:moveTo>
                      <a:pt x="1958249" y="48"/>
                    </a:moveTo>
                    <a:cubicBezTo>
                      <a:pt x="2573893" y="4388"/>
                      <a:pt x="3159298" y="301825"/>
                      <a:pt x="3523293" y="811132"/>
                    </a:cubicBezTo>
                    <a:lnTo>
                      <a:pt x="3830209" y="504216"/>
                    </a:lnTo>
                    <a:lnTo>
                      <a:pt x="3830209" y="1597974"/>
                    </a:lnTo>
                    <a:lnTo>
                      <a:pt x="2736450" y="1597974"/>
                    </a:lnTo>
                    <a:lnTo>
                      <a:pt x="3079535" y="1254889"/>
                    </a:lnTo>
                    <a:cubicBezTo>
                      <a:pt x="2781093" y="759084"/>
                      <a:pt x="2193496" y="514178"/>
                      <a:pt x="1628358" y="652202"/>
                    </a:cubicBezTo>
                    <a:cubicBezTo>
                      <a:pt x="1050236" y="793397"/>
                      <a:pt x="635978" y="1301040"/>
                      <a:pt x="613584" y="1895733"/>
                    </a:cubicBezTo>
                    <a:lnTo>
                      <a:pt x="612000" y="1895674"/>
                    </a:lnTo>
                    <a:lnTo>
                      <a:pt x="612000" y="1985958"/>
                    </a:lnTo>
                    <a:lnTo>
                      <a:pt x="0" y="1985958"/>
                    </a:lnTo>
                    <a:lnTo>
                      <a:pt x="0" y="1837407"/>
                    </a:lnTo>
                    <a:lnTo>
                      <a:pt x="2787" y="1837407"/>
                    </a:lnTo>
                    <a:cubicBezTo>
                      <a:pt x="49183" y="983705"/>
                      <a:pt x="649445" y="259216"/>
                      <a:pt x="1482678" y="55715"/>
                    </a:cubicBezTo>
                    <a:cubicBezTo>
                      <a:pt x="1641057" y="17034"/>
                      <a:pt x="1800644" y="-1063"/>
                      <a:pt x="1958249" y="4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944" name="Google Shape;2944;p56"/>
              <p:cNvSpPr/>
              <p:nvPr/>
            </p:nvSpPr>
            <p:spPr>
              <a:xfrm>
                <a:off x="9028038" y="5418963"/>
                <a:ext cx="353455" cy="397548"/>
              </a:xfrm>
              <a:custGeom>
                <a:rect b="b" l="l" r="r" t="t"/>
                <a:pathLst>
                  <a:path extrusionOk="0" h="3110058" w="2765122">
                    <a:moveTo>
                      <a:pt x="1376433" y="2257187"/>
                    </a:moveTo>
                    <a:lnTo>
                      <a:pt x="1145400" y="2354829"/>
                    </a:lnTo>
                    <a:lnTo>
                      <a:pt x="1036105" y="2389775"/>
                    </a:lnTo>
                    <a:lnTo>
                      <a:pt x="1040146" y="2406930"/>
                    </a:lnTo>
                    <a:cubicBezTo>
                      <a:pt x="1121535" y="2704580"/>
                      <a:pt x="1244707" y="2894301"/>
                      <a:pt x="1382560" y="2894301"/>
                    </a:cubicBezTo>
                    <a:cubicBezTo>
                      <a:pt x="1520414" y="2894301"/>
                      <a:pt x="1643585" y="2704580"/>
                      <a:pt x="1724974" y="2406930"/>
                    </a:cubicBezTo>
                    <a:lnTo>
                      <a:pt x="1726723" y="2399874"/>
                    </a:lnTo>
                    <a:lnTo>
                      <a:pt x="1605728" y="2358846"/>
                    </a:lnTo>
                    <a:close/>
                    <a:moveTo>
                      <a:pt x="1795887" y="2033026"/>
                    </a:moveTo>
                    <a:lnTo>
                      <a:pt x="1694075" y="2094586"/>
                    </a:lnTo>
                    <a:lnTo>
                      <a:pt x="1578650" y="2155153"/>
                    </a:lnTo>
                    <a:lnTo>
                      <a:pt x="1618821" y="2173994"/>
                    </a:lnTo>
                    <a:lnTo>
                      <a:pt x="1763952" y="2229138"/>
                    </a:lnTo>
                    <a:lnTo>
                      <a:pt x="1791432" y="2076334"/>
                    </a:lnTo>
                    <a:close/>
                    <a:moveTo>
                      <a:pt x="969005" y="2030800"/>
                    </a:moveTo>
                    <a:lnTo>
                      <a:pt x="973688" y="2076334"/>
                    </a:lnTo>
                    <a:lnTo>
                      <a:pt x="997942" y="2219324"/>
                    </a:lnTo>
                    <a:lnTo>
                      <a:pt x="1135534" y="2169774"/>
                    </a:lnTo>
                    <a:lnTo>
                      <a:pt x="1176026" y="2151638"/>
                    </a:lnTo>
                    <a:lnTo>
                      <a:pt x="1061678" y="2089068"/>
                    </a:lnTo>
                    <a:close/>
                    <a:moveTo>
                      <a:pt x="2270995" y="1682607"/>
                    </a:moveTo>
                    <a:lnTo>
                      <a:pt x="2193789" y="1749541"/>
                    </a:lnTo>
                    <a:cubicBezTo>
                      <a:pt x="2157450" y="1779622"/>
                      <a:pt x="2119670" y="1809519"/>
                      <a:pt x="2080535" y="1839120"/>
                    </a:cubicBezTo>
                    <a:lnTo>
                      <a:pt x="1988274" y="1905861"/>
                    </a:lnTo>
                    <a:lnTo>
                      <a:pt x="1956628" y="2160317"/>
                    </a:lnTo>
                    <a:lnTo>
                      <a:pt x="1929983" y="2282840"/>
                    </a:lnTo>
                    <a:lnTo>
                      <a:pt x="2032699" y="2311732"/>
                    </a:lnTo>
                    <a:cubicBezTo>
                      <a:pt x="2281801" y="2367725"/>
                      <a:pt x="2467430" y="2349840"/>
                      <a:pt x="2530541" y="2244806"/>
                    </a:cubicBezTo>
                    <a:cubicBezTo>
                      <a:pt x="2601541" y="2126643"/>
                      <a:pt x="2502356" y="1923350"/>
                      <a:pt x="2289139" y="1700285"/>
                    </a:cubicBezTo>
                    <a:close/>
                    <a:moveTo>
                      <a:pt x="491768" y="1666932"/>
                    </a:moveTo>
                    <a:lnTo>
                      <a:pt x="473585" y="1684439"/>
                    </a:lnTo>
                    <a:cubicBezTo>
                      <a:pt x="256508" y="1903749"/>
                      <a:pt x="153790" y="2105280"/>
                      <a:pt x="222717" y="2224664"/>
                    </a:cubicBezTo>
                    <a:cubicBezTo>
                      <a:pt x="283985" y="2330784"/>
                      <a:pt x="469273" y="2351906"/>
                      <a:pt x="719315" y="2300269"/>
                    </a:cubicBezTo>
                    <a:lnTo>
                      <a:pt x="831176" y="2270901"/>
                    </a:lnTo>
                    <a:lnTo>
                      <a:pt x="808495" y="2160317"/>
                    </a:lnTo>
                    <a:lnTo>
                      <a:pt x="776012" y="1899134"/>
                    </a:lnTo>
                    <a:lnTo>
                      <a:pt x="679735" y="1826895"/>
                    </a:lnTo>
                    <a:cubicBezTo>
                      <a:pt x="616990" y="1777691"/>
                      <a:pt x="557836" y="1727770"/>
                      <a:pt x="502637" y="1677612"/>
                    </a:cubicBezTo>
                    <a:close/>
                    <a:moveTo>
                      <a:pt x="2001099" y="1443878"/>
                    </a:moveTo>
                    <a:lnTo>
                      <a:pt x="2005588" y="1555029"/>
                    </a:lnTo>
                    <a:lnTo>
                      <a:pt x="2000712" y="1675767"/>
                    </a:lnTo>
                    <a:lnTo>
                      <a:pt x="2038461" y="1648469"/>
                    </a:lnTo>
                    <a:cubicBezTo>
                      <a:pt x="2070345" y="1623579"/>
                      <a:pt x="2101053" y="1598643"/>
                      <a:pt x="2130505" y="1573751"/>
                    </a:cubicBezTo>
                    <a:lnTo>
                      <a:pt x="2143759" y="1562074"/>
                    </a:lnTo>
                    <a:lnTo>
                      <a:pt x="2039991" y="1473050"/>
                    </a:lnTo>
                    <a:close/>
                    <a:moveTo>
                      <a:pt x="764411" y="1434288"/>
                    </a:moveTo>
                    <a:lnTo>
                      <a:pt x="726661" y="1461587"/>
                    </a:lnTo>
                    <a:cubicBezTo>
                      <a:pt x="694778" y="1486477"/>
                      <a:pt x="664070" y="1511412"/>
                      <a:pt x="634617" y="1536305"/>
                    </a:cubicBezTo>
                    <a:lnTo>
                      <a:pt x="621360" y="1547985"/>
                    </a:lnTo>
                    <a:lnTo>
                      <a:pt x="725129" y="1637009"/>
                    </a:lnTo>
                    <a:lnTo>
                      <a:pt x="764024" y="1666183"/>
                    </a:lnTo>
                    <a:lnTo>
                      <a:pt x="759534" y="1555029"/>
                    </a:lnTo>
                    <a:close/>
                    <a:moveTo>
                      <a:pt x="1386966" y="1049980"/>
                    </a:moveTo>
                    <a:lnTo>
                      <a:pt x="1160689" y="1170734"/>
                    </a:lnTo>
                    <a:lnTo>
                      <a:pt x="947211" y="1303680"/>
                    </a:lnTo>
                    <a:lnTo>
                      <a:pt x="938816" y="1555028"/>
                    </a:lnTo>
                    <a:lnTo>
                      <a:pt x="947046" y="1801432"/>
                    </a:lnTo>
                    <a:lnTo>
                      <a:pt x="1154015" y="1935392"/>
                    </a:lnTo>
                    <a:lnTo>
                      <a:pt x="1378151" y="2060078"/>
                    </a:lnTo>
                    <a:lnTo>
                      <a:pt x="1604433" y="1939321"/>
                    </a:lnTo>
                    <a:lnTo>
                      <a:pt x="1817909" y="1806377"/>
                    </a:lnTo>
                    <a:lnTo>
                      <a:pt x="1826304" y="1555028"/>
                    </a:lnTo>
                    <a:lnTo>
                      <a:pt x="1818074" y="1308628"/>
                    </a:lnTo>
                    <a:lnTo>
                      <a:pt x="1611105" y="1174667"/>
                    </a:lnTo>
                    <a:close/>
                    <a:moveTo>
                      <a:pt x="1767179" y="890733"/>
                    </a:moveTo>
                    <a:lnTo>
                      <a:pt x="1629589" y="940281"/>
                    </a:lnTo>
                    <a:lnTo>
                      <a:pt x="1589093" y="958419"/>
                    </a:lnTo>
                    <a:lnTo>
                      <a:pt x="1703444" y="1020991"/>
                    </a:lnTo>
                    <a:lnTo>
                      <a:pt x="1796116" y="1079257"/>
                    </a:lnTo>
                    <a:lnTo>
                      <a:pt x="1791432" y="1033723"/>
                    </a:lnTo>
                    <a:close/>
                    <a:moveTo>
                      <a:pt x="1001168" y="880921"/>
                    </a:moveTo>
                    <a:lnTo>
                      <a:pt x="973688" y="1033723"/>
                    </a:lnTo>
                    <a:lnTo>
                      <a:pt x="969233" y="1077033"/>
                    </a:lnTo>
                    <a:lnTo>
                      <a:pt x="1071048" y="1015472"/>
                    </a:lnTo>
                    <a:lnTo>
                      <a:pt x="1186470" y="954907"/>
                    </a:lnTo>
                    <a:lnTo>
                      <a:pt x="1146299" y="936065"/>
                    </a:lnTo>
                    <a:close/>
                    <a:moveTo>
                      <a:pt x="2296662" y="783036"/>
                    </a:moveTo>
                    <a:cubicBezTo>
                      <a:pt x="2224233" y="781291"/>
                      <a:pt x="2139574" y="790423"/>
                      <a:pt x="2045808" y="809787"/>
                    </a:cubicBezTo>
                    <a:lnTo>
                      <a:pt x="1933945" y="839155"/>
                    </a:lnTo>
                    <a:lnTo>
                      <a:pt x="1956628" y="949742"/>
                    </a:lnTo>
                    <a:lnTo>
                      <a:pt x="1989111" y="1210925"/>
                    </a:lnTo>
                    <a:lnTo>
                      <a:pt x="2085387" y="1283163"/>
                    </a:lnTo>
                    <a:cubicBezTo>
                      <a:pt x="2148132" y="1332368"/>
                      <a:pt x="2207286" y="1382289"/>
                      <a:pt x="2262485" y="1432446"/>
                    </a:cubicBezTo>
                    <a:lnTo>
                      <a:pt x="2273353" y="1443125"/>
                    </a:lnTo>
                    <a:lnTo>
                      <a:pt x="2291537" y="1425616"/>
                    </a:lnTo>
                    <a:cubicBezTo>
                      <a:pt x="2508615" y="1206306"/>
                      <a:pt x="2611333" y="1004776"/>
                      <a:pt x="2542406" y="885391"/>
                    </a:cubicBezTo>
                    <a:cubicBezTo>
                      <a:pt x="2504113" y="819067"/>
                      <a:pt x="2417375" y="785944"/>
                      <a:pt x="2296662" y="783036"/>
                    </a:cubicBezTo>
                    <a:close/>
                    <a:moveTo>
                      <a:pt x="482072" y="767202"/>
                    </a:moveTo>
                    <a:cubicBezTo>
                      <a:pt x="361326" y="768003"/>
                      <a:pt x="274023" y="799606"/>
                      <a:pt x="234579" y="865253"/>
                    </a:cubicBezTo>
                    <a:cubicBezTo>
                      <a:pt x="163579" y="983417"/>
                      <a:pt x="262764" y="1186709"/>
                      <a:pt x="475981" y="1409774"/>
                    </a:cubicBezTo>
                    <a:lnTo>
                      <a:pt x="494126" y="1427453"/>
                    </a:lnTo>
                    <a:lnTo>
                      <a:pt x="571333" y="1360517"/>
                    </a:lnTo>
                    <a:cubicBezTo>
                      <a:pt x="607672" y="1330436"/>
                      <a:pt x="645452" y="1300540"/>
                      <a:pt x="684587" y="1270938"/>
                    </a:cubicBezTo>
                    <a:lnTo>
                      <a:pt x="776848" y="1204197"/>
                    </a:lnTo>
                    <a:lnTo>
                      <a:pt x="808495" y="949742"/>
                    </a:lnTo>
                    <a:lnTo>
                      <a:pt x="835139" y="827220"/>
                    </a:lnTo>
                    <a:lnTo>
                      <a:pt x="732420" y="798327"/>
                    </a:lnTo>
                    <a:cubicBezTo>
                      <a:pt x="639007" y="777329"/>
                      <a:pt x="554520" y="766721"/>
                      <a:pt x="482072" y="767202"/>
                    </a:cubicBezTo>
                    <a:close/>
                    <a:moveTo>
                      <a:pt x="1382560" y="215755"/>
                    </a:moveTo>
                    <a:cubicBezTo>
                      <a:pt x="1244707" y="215755"/>
                      <a:pt x="1121535" y="405476"/>
                      <a:pt x="1040146" y="703126"/>
                    </a:cubicBezTo>
                    <a:lnTo>
                      <a:pt x="1038397" y="710184"/>
                    </a:lnTo>
                    <a:lnTo>
                      <a:pt x="1159394" y="751212"/>
                    </a:lnTo>
                    <a:lnTo>
                      <a:pt x="1388689" y="852872"/>
                    </a:lnTo>
                    <a:lnTo>
                      <a:pt x="1619722" y="755229"/>
                    </a:lnTo>
                    <a:lnTo>
                      <a:pt x="1729016" y="720284"/>
                    </a:lnTo>
                    <a:lnTo>
                      <a:pt x="1724974" y="703126"/>
                    </a:lnTo>
                    <a:cubicBezTo>
                      <a:pt x="1643585" y="405476"/>
                      <a:pt x="1520414" y="215755"/>
                      <a:pt x="1382560" y="215755"/>
                    </a:cubicBezTo>
                    <a:close/>
                    <a:moveTo>
                      <a:pt x="1382561" y="0"/>
                    </a:moveTo>
                    <a:cubicBezTo>
                      <a:pt x="1576111" y="0"/>
                      <a:pt x="1749046" y="220285"/>
                      <a:pt x="1863319" y="565886"/>
                    </a:cubicBezTo>
                    <a:lnTo>
                      <a:pt x="1892754" y="669221"/>
                    </a:lnTo>
                    <a:lnTo>
                      <a:pt x="1998805" y="644109"/>
                    </a:lnTo>
                    <a:cubicBezTo>
                      <a:pt x="2355240" y="570272"/>
                      <a:pt x="2632481" y="609896"/>
                      <a:pt x="2729256" y="777515"/>
                    </a:cubicBezTo>
                    <a:cubicBezTo>
                      <a:pt x="2826030" y="945133"/>
                      <a:pt x="2721726" y="1205043"/>
                      <a:pt x="2479563" y="1476806"/>
                    </a:cubicBezTo>
                    <a:lnTo>
                      <a:pt x="2396868" y="1564493"/>
                    </a:lnTo>
                    <a:lnTo>
                      <a:pt x="2415853" y="1583149"/>
                    </a:lnTo>
                    <a:cubicBezTo>
                      <a:pt x="2697403" y="1884053"/>
                      <a:pt x="2823474" y="2176199"/>
                      <a:pt x="2715481" y="2355928"/>
                    </a:cubicBezTo>
                    <a:cubicBezTo>
                      <a:pt x="2615796" y="2521833"/>
                      <a:pt x="2337906" y="2556612"/>
                      <a:pt x="1982813" y="2476565"/>
                    </a:cubicBezTo>
                    <a:lnTo>
                      <a:pt x="1890625" y="2453030"/>
                    </a:lnTo>
                    <a:lnTo>
                      <a:pt x="1863319" y="2544172"/>
                    </a:lnTo>
                    <a:cubicBezTo>
                      <a:pt x="1749047" y="2889773"/>
                      <a:pt x="1576111" y="3110058"/>
                      <a:pt x="1382561" y="3110058"/>
                    </a:cubicBezTo>
                    <a:cubicBezTo>
                      <a:pt x="1189012" y="3110058"/>
                      <a:pt x="1016076" y="2889773"/>
                      <a:pt x="901803" y="2544172"/>
                    </a:cubicBezTo>
                    <a:lnTo>
                      <a:pt x="872368" y="2440837"/>
                    </a:lnTo>
                    <a:lnTo>
                      <a:pt x="766317" y="2465949"/>
                    </a:lnTo>
                    <a:cubicBezTo>
                      <a:pt x="409882" y="2539787"/>
                      <a:pt x="132641" y="2500163"/>
                      <a:pt x="35866" y="2332544"/>
                    </a:cubicBezTo>
                    <a:cubicBezTo>
                      <a:pt x="-60908" y="2164925"/>
                      <a:pt x="43396" y="1905015"/>
                      <a:pt x="285559" y="1633252"/>
                    </a:cubicBezTo>
                    <a:lnTo>
                      <a:pt x="368254" y="1545565"/>
                    </a:lnTo>
                    <a:lnTo>
                      <a:pt x="349269" y="1526910"/>
                    </a:lnTo>
                    <a:cubicBezTo>
                      <a:pt x="67719" y="1226005"/>
                      <a:pt x="-58351" y="933860"/>
                      <a:pt x="49641" y="754130"/>
                    </a:cubicBezTo>
                    <a:cubicBezTo>
                      <a:pt x="149326" y="588226"/>
                      <a:pt x="427216" y="553446"/>
                      <a:pt x="782309" y="633493"/>
                    </a:cubicBezTo>
                    <a:lnTo>
                      <a:pt x="874497" y="657029"/>
                    </a:lnTo>
                    <a:lnTo>
                      <a:pt x="901803" y="565886"/>
                    </a:lnTo>
                    <a:cubicBezTo>
                      <a:pt x="1016076" y="220285"/>
                      <a:pt x="1189012" y="0"/>
                      <a:pt x="138256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2945" name="Google Shape;2945;p56"/>
              <p:cNvSpPr/>
              <p:nvPr/>
            </p:nvSpPr>
            <p:spPr>
              <a:xfrm>
                <a:off x="7496004" y="3682990"/>
                <a:ext cx="320490" cy="269438"/>
              </a:xfrm>
              <a:custGeom>
                <a:rect b="b" l="l" r="r" t="t"/>
                <a:pathLst>
                  <a:path extrusionOk="0" h="3350285" w="3985089">
                    <a:moveTo>
                      <a:pt x="1489879" y="1687056"/>
                    </a:moveTo>
                    <a:cubicBezTo>
                      <a:pt x="1413602" y="1687056"/>
                      <a:pt x="1351768" y="1748890"/>
                      <a:pt x="1351768" y="1825167"/>
                    </a:cubicBezTo>
                    <a:lnTo>
                      <a:pt x="1351768" y="1828965"/>
                    </a:lnTo>
                    <a:cubicBezTo>
                      <a:pt x="1351768" y="1905242"/>
                      <a:pt x="1413602" y="1967076"/>
                      <a:pt x="1489879" y="1967076"/>
                    </a:cubicBezTo>
                    <a:lnTo>
                      <a:pt x="1717713" y="1967076"/>
                    </a:lnTo>
                    <a:cubicBezTo>
                      <a:pt x="1793990" y="1967076"/>
                      <a:pt x="1855824" y="1905242"/>
                      <a:pt x="1855824" y="1828965"/>
                    </a:cubicBezTo>
                    <a:lnTo>
                      <a:pt x="1855824" y="1825167"/>
                    </a:lnTo>
                    <a:cubicBezTo>
                      <a:pt x="1855824" y="1748890"/>
                      <a:pt x="1793990" y="1687056"/>
                      <a:pt x="1717713" y="1687056"/>
                    </a:cubicBezTo>
                    <a:close/>
                    <a:moveTo>
                      <a:pt x="2281462" y="1675141"/>
                    </a:moveTo>
                    <a:cubicBezTo>
                      <a:pt x="2205185" y="1675141"/>
                      <a:pt x="2143351" y="1736975"/>
                      <a:pt x="2143351" y="1813252"/>
                    </a:cubicBezTo>
                    <a:lnTo>
                      <a:pt x="2143351" y="1817050"/>
                    </a:lnTo>
                    <a:cubicBezTo>
                      <a:pt x="2143351" y="1893327"/>
                      <a:pt x="2205185" y="1955161"/>
                      <a:pt x="2281462" y="1955161"/>
                    </a:cubicBezTo>
                    <a:lnTo>
                      <a:pt x="2509296" y="1955161"/>
                    </a:lnTo>
                    <a:cubicBezTo>
                      <a:pt x="2585573" y="1955161"/>
                      <a:pt x="2647407" y="1893327"/>
                      <a:pt x="2647407" y="1817050"/>
                    </a:cubicBezTo>
                    <a:lnTo>
                      <a:pt x="2647407" y="1813252"/>
                    </a:lnTo>
                    <a:cubicBezTo>
                      <a:pt x="2647407" y="1736975"/>
                      <a:pt x="2585573" y="1675141"/>
                      <a:pt x="2509296" y="1675141"/>
                    </a:cubicBezTo>
                    <a:close/>
                    <a:moveTo>
                      <a:pt x="2837535" y="1159396"/>
                    </a:moveTo>
                    <a:cubicBezTo>
                      <a:pt x="2731595" y="1159396"/>
                      <a:pt x="2645713" y="1245278"/>
                      <a:pt x="2645713" y="1351218"/>
                    </a:cubicBezTo>
                    <a:cubicBezTo>
                      <a:pt x="2645713" y="1457158"/>
                      <a:pt x="2731595" y="1543040"/>
                      <a:pt x="2837535" y="1543040"/>
                    </a:cubicBezTo>
                    <a:cubicBezTo>
                      <a:pt x="2943475" y="1543040"/>
                      <a:pt x="3029357" y="1457158"/>
                      <a:pt x="3029357" y="1351218"/>
                    </a:cubicBezTo>
                    <a:cubicBezTo>
                      <a:pt x="3029357" y="1245278"/>
                      <a:pt x="2943475" y="1159396"/>
                      <a:pt x="2837535" y="1159396"/>
                    </a:cubicBezTo>
                    <a:close/>
                    <a:moveTo>
                      <a:pt x="3235655" y="750352"/>
                    </a:moveTo>
                    <a:cubicBezTo>
                      <a:pt x="3129715" y="750352"/>
                      <a:pt x="3043833" y="836234"/>
                      <a:pt x="3043833" y="942174"/>
                    </a:cubicBezTo>
                    <a:cubicBezTo>
                      <a:pt x="3043833" y="1048114"/>
                      <a:pt x="3129715" y="1133996"/>
                      <a:pt x="3235655" y="1133996"/>
                    </a:cubicBezTo>
                    <a:cubicBezTo>
                      <a:pt x="3341595" y="1133996"/>
                      <a:pt x="3427477" y="1048114"/>
                      <a:pt x="3427477" y="942174"/>
                    </a:cubicBezTo>
                    <a:cubicBezTo>
                      <a:pt x="3427477" y="836234"/>
                      <a:pt x="3341595" y="750352"/>
                      <a:pt x="3235655" y="750352"/>
                    </a:cubicBezTo>
                    <a:close/>
                    <a:moveTo>
                      <a:pt x="2455585" y="750352"/>
                    </a:moveTo>
                    <a:cubicBezTo>
                      <a:pt x="2349645" y="750352"/>
                      <a:pt x="2263763" y="836234"/>
                      <a:pt x="2263763" y="942174"/>
                    </a:cubicBezTo>
                    <a:cubicBezTo>
                      <a:pt x="2263763" y="1048114"/>
                      <a:pt x="2349645" y="1133996"/>
                      <a:pt x="2455585" y="1133996"/>
                    </a:cubicBezTo>
                    <a:cubicBezTo>
                      <a:pt x="2561525" y="1133996"/>
                      <a:pt x="2647407" y="1048114"/>
                      <a:pt x="2647407" y="942174"/>
                    </a:cubicBezTo>
                    <a:cubicBezTo>
                      <a:pt x="2647407" y="836234"/>
                      <a:pt x="2561525" y="750352"/>
                      <a:pt x="2455585" y="750352"/>
                    </a:cubicBezTo>
                    <a:close/>
                    <a:moveTo>
                      <a:pt x="941776" y="640989"/>
                    </a:moveTo>
                    <a:lnTo>
                      <a:pt x="1181794" y="640989"/>
                    </a:lnTo>
                    <a:lnTo>
                      <a:pt x="1181794" y="881020"/>
                    </a:lnTo>
                    <a:lnTo>
                      <a:pt x="1421825" y="881020"/>
                    </a:lnTo>
                    <a:lnTo>
                      <a:pt x="1421825" y="1121038"/>
                    </a:lnTo>
                    <a:lnTo>
                      <a:pt x="1181794" y="1121038"/>
                    </a:lnTo>
                    <a:lnTo>
                      <a:pt x="1181794" y="1361069"/>
                    </a:lnTo>
                    <a:lnTo>
                      <a:pt x="941776" y="1361069"/>
                    </a:lnTo>
                    <a:lnTo>
                      <a:pt x="941776" y="1121038"/>
                    </a:lnTo>
                    <a:lnTo>
                      <a:pt x="701745" y="1121038"/>
                    </a:lnTo>
                    <a:lnTo>
                      <a:pt x="701745" y="881020"/>
                    </a:lnTo>
                    <a:lnTo>
                      <a:pt x="941776" y="881020"/>
                    </a:lnTo>
                    <a:close/>
                    <a:moveTo>
                      <a:pt x="1061785" y="459017"/>
                    </a:moveTo>
                    <a:cubicBezTo>
                      <a:pt x="762440" y="459017"/>
                      <a:pt x="519773" y="701684"/>
                      <a:pt x="519773" y="1001029"/>
                    </a:cubicBezTo>
                    <a:cubicBezTo>
                      <a:pt x="519773" y="1300374"/>
                      <a:pt x="762440" y="1543041"/>
                      <a:pt x="1061785" y="1543041"/>
                    </a:cubicBezTo>
                    <a:cubicBezTo>
                      <a:pt x="1361130" y="1543041"/>
                      <a:pt x="1603797" y="1300374"/>
                      <a:pt x="1603797" y="1001029"/>
                    </a:cubicBezTo>
                    <a:cubicBezTo>
                      <a:pt x="1603797" y="701684"/>
                      <a:pt x="1361130" y="459017"/>
                      <a:pt x="1061785" y="459017"/>
                    </a:cubicBezTo>
                    <a:close/>
                    <a:moveTo>
                      <a:pt x="2837535" y="359296"/>
                    </a:moveTo>
                    <a:cubicBezTo>
                      <a:pt x="2731595" y="359296"/>
                      <a:pt x="2645713" y="445178"/>
                      <a:pt x="2645713" y="551118"/>
                    </a:cubicBezTo>
                    <a:cubicBezTo>
                      <a:pt x="2645713" y="657058"/>
                      <a:pt x="2731595" y="742940"/>
                      <a:pt x="2837535" y="742940"/>
                    </a:cubicBezTo>
                    <a:cubicBezTo>
                      <a:pt x="2943475" y="742940"/>
                      <a:pt x="3029357" y="657058"/>
                      <a:pt x="3029357" y="551118"/>
                    </a:cubicBezTo>
                    <a:cubicBezTo>
                      <a:pt x="3029357" y="445178"/>
                      <a:pt x="2943475" y="359296"/>
                      <a:pt x="2837535" y="359296"/>
                    </a:cubicBezTo>
                    <a:close/>
                    <a:moveTo>
                      <a:pt x="927799" y="0"/>
                    </a:moveTo>
                    <a:lnTo>
                      <a:pt x="2978398" y="0"/>
                    </a:lnTo>
                    <a:cubicBezTo>
                      <a:pt x="3447374" y="0"/>
                      <a:pt x="3902811" y="418280"/>
                      <a:pt x="3926614" y="887256"/>
                    </a:cubicBezTo>
                    <a:cubicBezTo>
                      <a:pt x="4011721" y="1784310"/>
                      <a:pt x="4065643" y="3326870"/>
                      <a:pt x="3630620" y="3349891"/>
                    </a:cubicBezTo>
                    <a:cubicBezTo>
                      <a:pt x="3101375" y="3362701"/>
                      <a:pt x="2778421" y="2566209"/>
                      <a:pt x="2352321" y="2174369"/>
                    </a:cubicBezTo>
                    <a:lnTo>
                      <a:pt x="1572952" y="2174369"/>
                    </a:lnTo>
                    <a:cubicBezTo>
                      <a:pt x="1161652" y="2566210"/>
                      <a:pt x="901104" y="3370635"/>
                      <a:pt x="339051" y="3349892"/>
                    </a:cubicBezTo>
                    <a:cubicBezTo>
                      <a:pt x="-171518" y="3349299"/>
                      <a:pt x="45251" y="1463012"/>
                      <a:pt x="48163" y="849156"/>
                    </a:cubicBezTo>
                    <a:cubicBezTo>
                      <a:pt x="48163" y="380180"/>
                      <a:pt x="458823" y="0"/>
                      <a:pt x="927799"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946" name="Google Shape;2946;p56"/>
              <p:cNvSpPr/>
              <p:nvPr/>
            </p:nvSpPr>
            <p:spPr>
              <a:xfrm>
                <a:off x="7501595" y="3961380"/>
                <a:ext cx="348693" cy="269437"/>
              </a:xfrm>
              <a:custGeom>
                <a:rect b="b" l="l" r="r" t="t"/>
                <a:pathLst>
                  <a:path extrusionOk="0" h="3051548" w="3949160">
                    <a:moveTo>
                      <a:pt x="2339911" y="638678"/>
                    </a:moveTo>
                    <a:cubicBezTo>
                      <a:pt x="3228675" y="638678"/>
                      <a:pt x="3949160" y="1138384"/>
                      <a:pt x="3949160" y="1754802"/>
                    </a:cubicBezTo>
                    <a:cubicBezTo>
                      <a:pt x="3949160" y="2075792"/>
                      <a:pt x="3753790" y="2365135"/>
                      <a:pt x="3440317" y="2567662"/>
                    </a:cubicBezTo>
                    <a:lnTo>
                      <a:pt x="3655878" y="3051548"/>
                    </a:lnTo>
                    <a:lnTo>
                      <a:pt x="2882697" y="2804439"/>
                    </a:lnTo>
                    <a:cubicBezTo>
                      <a:pt x="2713357" y="2847946"/>
                      <a:pt x="2530504" y="2870926"/>
                      <a:pt x="2339911" y="2870926"/>
                    </a:cubicBezTo>
                    <a:cubicBezTo>
                      <a:pt x="1451147" y="2870926"/>
                      <a:pt x="730662" y="2371220"/>
                      <a:pt x="730662" y="1754802"/>
                    </a:cubicBezTo>
                    <a:cubicBezTo>
                      <a:pt x="730662" y="1138384"/>
                      <a:pt x="1451147" y="638678"/>
                      <a:pt x="2339911" y="638678"/>
                    </a:cubicBezTo>
                    <a:close/>
                    <a:moveTo>
                      <a:pt x="1609249" y="0"/>
                    </a:moveTo>
                    <a:cubicBezTo>
                      <a:pt x="2214487" y="0"/>
                      <a:pt x="2741687" y="231736"/>
                      <a:pt x="3015976" y="574644"/>
                    </a:cubicBezTo>
                    <a:cubicBezTo>
                      <a:pt x="2789246" y="488504"/>
                      <a:pt x="2533611" y="440957"/>
                      <a:pt x="2263344" y="440957"/>
                    </a:cubicBezTo>
                    <a:cubicBezTo>
                      <a:pt x="1318096" y="440957"/>
                      <a:pt x="551821" y="1022559"/>
                      <a:pt x="551821" y="1740001"/>
                    </a:cubicBezTo>
                    <a:cubicBezTo>
                      <a:pt x="551821" y="1819940"/>
                      <a:pt x="561334" y="1898193"/>
                      <a:pt x="580963" y="1973803"/>
                    </a:cubicBezTo>
                    <a:cubicBezTo>
                      <a:pt x="578579" y="1972737"/>
                      <a:pt x="677277" y="2155498"/>
                      <a:pt x="675039" y="2154187"/>
                    </a:cubicBezTo>
                    <a:lnTo>
                      <a:pt x="502119" y="2089690"/>
                    </a:lnTo>
                    <a:lnTo>
                      <a:pt x="213774" y="2502637"/>
                    </a:lnTo>
                    <a:cubicBezTo>
                      <a:pt x="162937" y="2145510"/>
                      <a:pt x="82414" y="1758692"/>
                      <a:pt x="31577" y="1383752"/>
                    </a:cubicBezTo>
                    <a:cubicBezTo>
                      <a:pt x="6733" y="1307252"/>
                      <a:pt x="0" y="1197870"/>
                      <a:pt x="0" y="1116124"/>
                    </a:cubicBezTo>
                    <a:cubicBezTo>
                      <a:pt x="0" y="499706"/>
                      <a:pt x="720485" y="0"/>
                      <a:pt x="1609249"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947" name="Google Shape;2947;p56"/>
              <p:cNvSpPr/>
              <p:nvPr/>
            </p:nvSpPr>
            <p:spPr>
              <a:xfrm rot="10800000">
                <a:off x="7556822" y="3332187"/>
                <a:ext cx="299221" cy="322665"/>
              </a:xfrm>
              <a:custGeom>
                <a:rect b="b" l="l" r="r" t="t"/>
                <a:pathLst>
                  <a:path extrusionOk="0" h="3963955" w="3672275">
                    <a:moveTo>
                      <a:pt x="984766" y="3417555"/>
                    </a:moveTo>
                    <a:cubicBezTo>
                      <a:pt x="932254" y="3417555"/>
                      <a:pt x="882982" y="3403623"/>
                      <a:pt x="841068" y="3378104"/>
                    </a:cubicBezTo>
                    <a:lnTo>
                      <a:pt x="840676" y="3378710"/>
                    </a:lnTo>
                    <a:lnTo>
                      <a:pt x="835545" y="3375094"/>
                    </a:lnTo>
                    <a:cubicBezTo>
                      <a:pt x="823791" y="3369308"/>
                      <a:pt x="813094" y="3361844"/>
                      <a:pt x="803763" y="3352697"/>
                    </a:cubicBezTo>
                    <a:cubicBezTo>
                      <a:pt x="147868" y="2908007"/>
                      <a:pt x="-148746" y="2089941"/>
                      <a:pt x="72539" y="1325492"/>
                    </a:cubicBezTo>
                    <a:cubicBezTo>
                      <a:pt x="298018" y="546553"/>
                      <a:pt x="1007805" y="7791"/>
                      <a:pt x="1818686" y="83"/>
                    </a:cubicBezTo>
                    <a:cubicBezTo>
                      <a:pt x="2629567" y="-7624"/>
                      <a:pt x="3349467" y="517549"/>
                      <a:pt x="3589711" y="1292061"/>
                    </a:cubicBezTo>
                    <a:cubicBezTo>
                      <a:pt x="3828334" y="2061344"/>
                      <a:pt x="3537615" y="2895621"/>
                      <a:pt x="2873980" y="3349798"/>
                    </a:cubicBezTo>
                    <a:cubicBezTo>
                      <a:pt x="2824845" y="3391084"/>
                      <a:pt x="2761401" y="3415171"/>
                      <a:pt x="2692355" y="3415171"/>
                    </a:cubicBezTo>
                    <a:cubicBezTo>
                      <a:pt x="2531252" y="3415171"/>
                      <a:pt x="2400652" y="3284038"/>
                      <a:pt x="2400652" y="3122277"/>
                    </a:cubicBezTo>
                    <a:cubicBezTo>
                      <a:pt x="2400652" y="3018609"/>
                      <a:pt x="2454292" y="2927520"/>
                      <a:pt x="2535552" y="2875976"/>
                    </a:cubicBezTo>
                    <a:lnTo>
                      <a:pt x="2534959" y="2875094"/>
                    </a:lnTo>
                    <a:cubicBezTo>
                      <a:pt x="2993902" y="2566441"/>
                      <a:pt x="3196002" y="1993261"/>
                      <a:pt x="3032146" y="1465012"/>
                    </a:cubicBezTo>
                    <a:cubicBezTo>
                      <a:pt x="2868290" y="936764"/>
                      <a:pt x="2377289" y="578575"/>
                      <a:pt x="1824236" y="583831"/>
                    </a:cubicBezTo>
                    <a:cubicBezTo>
                      <a:pt x="1271183" y="589088"/>
                      <a:pt x="787080" y="956545"/>
                      <a:pt x="633294" y="1487812"/>
                    </a:cubicBezTo>
                    <a:cubicBezTo>
                      <a:pt x="479508" y="2019079"/>
                      <a:pt x="692467" y="2588315"/>
                      <a:pt x="1157194" y="2888188"/>
                    </a:cubicBezTo>
                    <a:lnTo>
                      <a:pt x="1156634" y="2889057"/>
                    </a:lnTo>
                    <a:cubicBezTo>
                      <a:pt x="1229500" y="2941659"/>
                      <a:pt x="1276469" y="3027652"/>
                      <a:pt x="1276469" y="3124661"/>
                    </a:cubicBezTo>
                    <a:cubicBezTo>
                      <a:pt x="1276469" y="3286422"/>
                      <a:pt x="1145869" y="3417555"/>
                      <a:pt x="984766" y="3417555"/>
                    </a:cubicBezTo>
                    <a:close/>
                    <a:moveTo>
                      <a:pt x="1836138" y="3963955"/>
                    </a:moveTo>
                    <a:cubicBezTo>
                      <a:pt x="1677062" y="3963955"/>
                      <a:pt x="1548106" y="3834999"/>
                      <a:pt x="1548106" y="3675923"/>
                    </a:cubicBezTo>
                    <a:lnTo>
                      <a:pt x="1548106" y="1958036"/>
                    </a:lnTo>
                    <a:cubicBezTo>
                      <a:pt x="1548106" y="1798960"/>
                      <a:pt x="1677062" y="1670004"/>
                      <a:pt x="1836138" y="1670004"/>
                    </a:cubicBezTo>
                    <a:cubicBezTo>
                      <a:pt x="1995214" y="1670004"/>
                      <a:pt x="2124170" y="1798960"/>
                      <a:pt x="2124170" y="1958036"/>
                    </a:cubicBezTo>
                    <a:lnTo>
                      <a:pt x="2124170" y="3675923"/>
                    </a:lnTo>
                    <a:cubicBezTo>
                      <a:pt x="2124170" y="3834999"/>
                      <a:pt x="1995214" y="3963955"/>
                      <a:pt x="1836138" y="396395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948" name="Google Shape;2948;p56"/>
              <p:cNvSpPr/>
              <p:nvPr/>
            </p:nvSpPr>
            <p:spPr>
              <a:xfrm>
                <a:off x="8516432" y="2099615"/>
                <a:ext cx="296548" cy="296548"/>
              </a:xfrm>
              <a:custGeom>
                <a:rect b="b" l="l" r="r" t="t"/>
                <a:pathLst>
                  <a:path extrusionOk="0" h="3960000" w="3960440">
                    <a:moveTo>
                      <a:pt x="1588743" y="1414211"/>
                    </a:moveTo>
                    <a:cubicBezTo>
                      <a:pt x="1540407" y="1411706"/>
                      <a:pt x="1506842" y="1440258"/>
                      <a:pt x="1506842" y="1478573"/>
                    </a:cubicBezTo>
                    <a:lnTo>
                      <a:pt x="1506842" y="2462752"/>
                    </a:lnTo>
                    <a:cubicBezTo>
                      <a:pt x="1506842" y="2484086"/>
                      <a:pt x="1516471" y="2503171"/>
                      <a:pt x="1532201" y="2515206"/>
                    </a:cubicBezTo>
                    <a:cubicBezTo>
                      <a:pt x="1552351" y="2541621"/>
                      <a:pt x="1589483" y="2548946"/>
                      <a:pt x="1619199" y="2531790"/>
                    </a:cubicBezTo>
                    <a:lnTo>
                      <a:pt x="2471524" y="2039700"/>
                    </a:lnTo>
                    <a:cubicBezTo>
                      <a:pt x="2509339" y="2017643"/>
                      <a:pt x="2509577" y="1945490"/>
                      <a:pt x="2464719" y="1913406"/>
                    </a:cubicBezTo>
                    <a:cubicBezTo>
                      <a:pt x="2315501" y="1808322"/>
                      <a:pt x="1748389" y="1486683"/>
                      <a:pt x="1588743" y="1414211"/>
                    </a:cubicBezTo>
                    <a:close/>
                    <a:moveTo>
                      <a:pt x="1982320" y="904379"/>
                    </a:moveTo>
                    <a:cubicBezTo>
                      <a:pt x="2575020" y="904379"/>
                      <a:pt x="3055498" y="1384857"/>
                      <a:pt x="3055498" y="1977557"/>
                    </a:cubicBezTo>
                    <a:cubicBezTo>
                      <a:pt x="3055498" y="2570257"/>
                      <a:pt x="2575020" y="3050735"/>
                      <a:pt x="1982320" y="3050735"/>
                    </a:cubicBezTo>
                    <a:cubicBezTo>
                      <a:pt x="1389620" y="3050735"/>
                      <a:pt x="909142" y="2570257"/>
                      <a:pt x="909142" y="1977557"/>
                    </a:cubicBezTo>
                    <a:cubicBezTo>
                      <a:pt x="909142" y="1384857"/>
                      <a:pt x="1389620" y="904379"/>
                      <a:pt x="1982320" y="904379"/>
                    </a:cubicBezTo>
                    <a:close/>
                    <a:moveTo>
                      <a:pt x="1982320" y="537397"/>
                    </a:moveTo>
                    <a:cubicBezTo>
                      <a:pt x="1186942" y="537397"/>
                      <a:pt x="542160" y="1182179"/>
                      <a:pt x="542160" y="1977557"/>
                    </a:cubicBezTo>
                    <a:cubicBezTo>
                      <a:pt x="542160" y="2772935"/>
                      <a:pt x="1186942" y="3417717"/>
                      <a:pt x="1982320" y="3417717"/>
                    </a:cubicBezTo>
                    <a:cubicBezTo>
                      <a:pt x="2777698" y="3417717"/>
                      <a:pt x="3422480" y="2772935"/>
                      <a:pt x="3422480" y="1977557"/>
                    </a:cubicBezTo>
                    <a:cubicBezTo>
                      <a:pt x="3422480" y="1182179"/>
                      <a:pt x="2777698" y="537397"/>
                      <a:pt x="1982320" y="537397"/>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949" name="Google Shape;2949;p56"/>
              <p:cNvSpPr/>
              <p:nvPr/>
            </p:nvSpPr>
            <p:spPr>
              <a:xfrm flipH="1">
                <a:off x="7608791" y="4297323"/>
                <a:ext cx="336694" cy="323742"/>
              </a:xfrm>
              <a:custGeom>
                <a:rect b="b" l="l" r="r" t="t"/>
                <a:pathLst>
                  <a:path extrusionOk="0" h="3817544" w="3948393">
                    <a:moveTo>
                      <a:pt x="1888045" y="2370407"/>
                    </a:moveTo>
                    <a:lnTo>
                      <a:pt x="1180379" y="2998560"/>
                    </a:lnTo>
                    <a:lnTo>
                      <a:pt x="695350" y="2712314"/>
                    </a:lnTo>
                    <a:lnTo>
                      <a:pt x="703301" y="3014463"/>
                    </a:lnTo>
                    <a:lnTo>
                      <a:pt x="1888044" y="3817544"/>
                    </a:lnTo>
                    <a:cubicBezTo>
                      <a:pt x="1885393" y="3356368"/>
                      <a:pt x="1874793" y="2911096"/>
                      <a:pt x="1888045" y="2370407"/>
                    </a:cubicBezTo>
                    <a:close/>
                    <a:moveTo>
                      <a:pt x="2059390" y="2370407"/>
                    </a:moveTo>
                    <a:cubicBezTo>
                      <a:pt x="2072642" y="2911096"/>
                      <a:pt x="2062042" y="3356368"/>
                      <a:pt x="2059391" y="3817544"/>
                    </a:cubicBezTo>
                    <a:lnTo>
                      <a:pt x="3244134" y="3014463"/>
                    </a:lnTo>
                    <a:lnTo>
                      <a:pt x="3252085" y="2712314"/>
                    </a:lnTo>
                    <a:lnTo>
                      <a:pt x="2767056" y="2998560"/>
                    </a:lnTo>
                    <a:close/>
                    <a:moveTo>
                      <a:pt x="733907" y="1451867"/>
                    </a:moveTo>
                    <a:lnTo>
                      <a:pt x="0" y="2113471"/>
                    </a:lnTo>
                    <a:lnTo>
                      <a:pt x="1170450" y="2848461"/>
                    </a:lnTo>
                    <a:lnTo>
                      <a:pt x="1919327" y="2170968"/>
                    </a:lnTo>
                    <a:close/>
                    <a:moveTo>
                      <a:pt x="3206900" y="1451867"/>
                    </a:moveTo>
                    <a:lnTo>
                      <a:pt x="2021479" y="2170968"/>
                    </a:lnTo>
                    <a:lnTo>
                      <a:pt x="2770356" y="2848461"/>
                    </a:lnTo>
                    <a:lnTo>
                      <a:pt x="3940806" y="2113471"/>
                    </a:lnTo>
                    <a:close/>
                    <a:moveTo>
                      <a:pt x="1195981" y="0"/>
                    </a:moveTo>
                    <a:lnTo>
                      <a:pt x="10560" y="719101"/>
                    </a:lnTo>
                    <a:lnTo>
                      <a:pt x="759438" y="1396594"/>
                    </a:lnTo>
                    <a:lnTo>
                      <a:pt x="1929887" y="661605"/>
                    </a:lnTo>
                    <a:close/>
                    <a:moveTo>
                      <a:pt x="2762973" y="0"/>
                    </a:moveTo>
                    <a:lnTo>
                      <a:pt x="2029067" y="661605"/>
                    </a:lnTo>
                    <a:lnTo>
                      <a:pt x="3199516" y="1396594"/>
                    </a:lnTo>
                    <a:lnTo>
                      <a:pt x="3948393" y="719101"/>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sp>
          <p:nvSpPr>
            <p:cNvPr id="2950" name="Google Shape;2950;p56"/>
            <p:cNvSpPr/>
            <p:nvPr/>
          </p:nvSpPr>
          <p:spPr>
            <a:xfrm>
              <a:off x="7350231" y="1734252"/>
              <a:ext cx="4243993" cy="4243993"/>
            </a:xfrm>
            <a:prstGeom prst="donut">
              <a:avLst>
                <a:gd fmla="val 14003" name="adj"/>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grpSp>
          <p:nvGrpSpPr>
            <p:cNvPr id="2951" name="Google Shape;2951;p56"/>
            <p:cNvGrpSpPr/>
            <p:nvPr/>
          </p:nvGrpSpPr>
          <p:grpSpPr>
            <a:xfrm>
              <a:off x="7907899" y="2308624"/>
              <a:ext cx="4313146" cy="4771421"/>
              <a:chOff x="7907899" y="2308624"/>
              <a:chExt cx="4313146" cy="4771421"/>
            </a:xfrm>
          </p:grpSpPr>
          <p:sp>
            <p:nvSpPr>
              <p:cNvPr id="2952" name="Google Shape;2952;p56"/>
              <p:cNvSpPr/>
              <p:nvPr/>
            </p:nvSpPr>
            <p:spPr>
              <a:xfrm rot="8348922">
                <a:off x="11198871" y="4958370"/>
                <a:ext cx="306777" cy="2301677"/>
              </a:xfrm>
              <a:custGeom>
                <a:rect b="b" l="l" r="r" t="t"/>
                <a:pathLst>
                  <a:path extrusionOk="0" h="2109330" w="281140">
                    <a:moveTo>
                      <a:pt x="0" y="2109328"/>
                    </a:moveTo>
                    <a:lnTo>
                      <a:pt x="0" y="0"/>
                    </a:lnTo>
                    <a:lnTo>
                      <a:pt x="281140" y="243113"/>
                    </a:lnTo>
                    <a:lnTo>
                      <a:pt x="281140" y="2109330"/>
                    </a:lnTo>
                    <a:close/>
                  </a:path>
                </a:pathLst>
              </a:custGeom>
              <a:solidFill>
                <a:srgbClr val="3F3F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953" name="Google Shape;2953;p56"/>
              <p:cNvSpPr/>
              <p:nvPr/>
            </p:nvSpPr>
            <p:spPr>
              <a:xfrm>
                <a:off x="7907899" y="2308624"/>
                <a:ext cx="3099805" cy="3099806"/>
              </a:xfrm>
              <a:prstGeom prst="donut">
                <a:avLst>
                  <a:gd fmla="val 3665" name="adj"/>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954" name="Google Shape;2954;p56"/>
              <p:cNvSpPr/>
              <p:nvPr/>
            </p:nvSpPr>
            <p:spPr>
              <a:xfrm rot="8399802">
                <a:off x="10257449" y="4979836"/>
                <a:ext cx="498891" cy="307559"/>
              </a:xfrm>
              <a:prstGeom prst="round2SameRect">
                <a:avLst>
                  <a:gd fmla="val 31004" name="adj1"/>
                  <a:gd fmla="val 0" name="adj2"/>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grpSp>
        <p:grpSp>
          <p:nvGrpSpPr>
            <p:cNvPr id="2955" name="Google Shape;2955;p56"/>
            <p:cNvGrpSpPr/>
            <p:nvPr/>
          </p:nvGrpSpPr>
          <p:grpSpPr>
            <a:xfrm>
              <a:off x="8045579" y="2409380"/>
              <a:ext cx="2811142" cy="2844985"/>
              <a:chOff x="8045579" y="2409380"/>
              <a:chExt cx="2811142" cy="2844985"/>
            </a:xfrm>
          </p:grpSpPr>
          <p:sp>
            <p:nvSpPr>
              <p:cNvPr id="2956" name="Google Shape;2956;p56"/>
              <p:cNvSpPr/>
              <p:nvPr/>
            </p:nvSpPr>
            <p:spPr>
              <a:xfrm>
                <a:off x="10509374" y="3444941"/>
                <a:ext cx="343339" cy="343339"/>
              </a:xfrm>
              <a:custGeom>
                <a:rect b="b" l="l" r="r" t="t"/>
                <a:pathLst>
                  <a:path extrusionOk="0" h="2700265" w="2376266">
                    <a:moveTo>
                      <a:pt x="1656387" y="1972892"/>
                    </a:moveTo>
                    <a:cubicBezTo>
                      <a:pt x="1611887" y="1973356"/>
                      <a:pt x="1563385" y="2005080"/>
                      <a:pt x="1534629" y="2057337"/>
                    </a:cubicBezTo>
                    <a:cubicBezTo>
                      <a:pt x="1496288" y="2127013"/>
                      <a:pt x="1507568" y="2206808"/>
                      <a:pt x="1559826" y="2235565"/>
                    </a:cubicBezTo>
                    <a:cubicBezTo>
                      <a:pt x="1612084" y="2264320"/>
                      <a:pt x="1685527" y="2231149"/>
                      <a:pt x="1723869" y="2161473"/>
                    </a:cubicBezTo>
                    <a:cubicBezTo>
                      <a:pt x="1762211" y="2091796"/>
                      <a:pt x="1750931" y="2012000"/>
                      <a:pt x="1698673" y="1983245"/>
                    </a:cubicBezTo>
                    <a:cubicBezTo>
                      <a:pt x="1685608" y="1976055"/>
                      <a:pt x="1671220" y="1972736"/>
                      <a:pt x="1656387" y="1972892"/>
                    </a:cubicBezTo>
                    <a:close/>
                    <a:moveTo>
                      <a:pt x="312688" y="1634792"/>
                    </a:moveTo>
                    <a:cubicBezTo>
                      <a:pt x="281116" y="1626772"/>
                      <a:pt x="249981" y="1631172"/>
                      <a:pt x="226763" y="1649891"/>
                    </a:cubicBezTo>
                    <a:cubicBezTo>
                      <a:pt x="180329" y="1687329"/>
                      <a:pt x="183153" y="1767868"/>
                      <a:pt x="233071" y="1829780"/>
                    </a:cubicBezTo>
                    <a:cubicBezTo>
                      <a:pt x="282989" y="1891692"/>
                      <a:pt x="361097" y="1911533"/>
                      <a:pt x="407532" y="1874094"/>
                    </a:cubicBezTo>
                    <a:cubicBezTo>
                      <a:pt x="453966" y="1836657"/>
                      <a:pt x="451142" y="1756118"/>
                      <a:pt x="401224" y="1694205"/>
                    </a:cubicBezTo>
                    <a:cubicBezTo>
                      <a:pt x="376265" y="1663249"/>
                      <a:pt x="344258" y="1642811"/>
                      <a:pt x="312688" y="1634792"/>
                    </a:cubicBezTo>
                    <a:close/>
                    <a:moveTo>
                      <a:pt x="1869299" y="1519920"/>
                    </a:moveTo>
                    <a:cubicBezTo>
                      <a:pt x="1824865" y="1522388"/>
                      <a:pt x="1777842" y="1556264"/>
                      <a:pt x="1751468" y="1609764"/>
                    </a:cubicBezTo>
                    <a:cubicBezTo>
                      <a:pt x="1716305" y="1681096"/>
                      <a:pt x="1731168" y="1760303"/>
                      <a:pt x="1784668" y="1786676"/>
                    </a:cubicBezTo>
                    <a:cubicBezTo>
                      <a:pt x="1838168" y="1813049"/>
                      <a:pt x="1910044" y="1776602"/>
                      <a:pt x="1945208" y="1705269"/>
                    </a:cubicBezTo>
                    <a:cubicBezTo>
                      <a:pt x="1980371" y="1633937"/>
                      <a:pt x="1965508" y="1554730"/>
                      <a:pt x="1912008" y="1528357"/>
                    </a:cubicBezTo>
                    <a:cubicBezTo>
                      <a:pt x="1898633" y="1521764"/>
                      <a:pt x="1884109" y="1519097"/>
                      <a:pt x="1869299" y="1519920"/>
                    </a:cubicBezTo>
                    <a:close/>
                    <a:moveTo>
                      <a:pt x="741251" y="1329992"/>
                    </a:moveTo>
                    <a:cubicBezTo>
                      <a:pt x="709680" y="1321974"/>
                      <a:pt x="678544" y="1326372"/>
                      <a:pt x="655326" y="1345092"/>
                    </a:cubicBezTo>
                    <a:cubicBezTo>
                      <a:pt x="608892" y="1382530"/>
                      <a:pt x="611716" y="1463069"/>
                      <a:pt x="661634" y="1524981"/>
                    </a:cubicBezTo>
                    <a:cubicBezTo>
                      <a:pt x="711552" y="1586893"/>
                      <a:pt x="789660" y="1606734"/>
                      <a:pt x="836094" y="1569294"/>
                    </a:cubicBezTo>
                    <a:cubicBezTo>
                      <a:pt x="882529" y="1531856"/>
                      <a:pt x="879704" y="1451317"/>
                      <a:pt x="829787" y="1389406"/>
                    </a:cubicBezTo>
                    <a:cubicBezTo>
                      <a:pt x="804828" y="1358450"/>
                      <a:pt x="772822" y="1338012"/>
                      <a:pt x="741251" y="1329992"/>
                    </a:cubicBezTo>
                    <a:close/>
                    <a:moveTo>
                      <a:pt x="2079316" y="1065457"/>
                    </a:moveTo>
                    <a:cubicBezTo>
                      <a:pt x="2035146" y="1070876"/>
                      <a:pt x="1990481" y="1107807"/>
                      <a:pt x="1967725" y="1162943"/>
                    </a:cubicBezTo>
                    <a:cubicBezTo>
                      <a:pt x="1937386" y="1236457"/>
                      <a:pt x="1957487" y="1314499"/>
                      <a:pt x="2012623" y="1337253"/>
                    </a:cubicBezTo>
                    <a:cubicBezTo>
                      <a:pt x="2067759" y="1360009"/>
                      <a:pt x="2137051" y="1318860"/>
                      <a:pt x="2167391" y="1245345"/>
                    </a:cubicBezTo>
                    <a:cubicBezTo>
                      <a:pt x="2197730" y="1171831"/>
                      <a:pt x="2177629" y="1093789"/>
                      <a:pt x="2122493" y="1071035"/>
                    </a:cubicBezTo>
                    <a:cubicBezTo>
                      <a:pt x="2108709" y="1065345"/>
                      <a:pt x="2094040" y="1063650"/>
                      <a:pt x="2079316" y="1065457"/>
                    </a:cubicBezTo>
                    <a:close/>
                    <a:moveTo>
                      <a:pt x="0" y="654162"/>
                    </a:moveTo>
                    <a:lnTo>
                      <a:pt x="1082073" y="1244384"/>
                    </a:lnTo>
                    <a:lnTo>
                      <a:pt x="1121421" y="2700265"/>
                    </a:lnTo>
                    <a:lnTo>
                      <a:pt x="4918" y="1923139"/>
                    </a:lnTo>
                    <a:cubicBezTo>
                      <a:pt x="3279" y="1498508"/>
                      <a:pt x="1639" y="1073875"/>
                      <a:pt x="0" y="654162"/>
                    </a:cubicBezTo>
                    <a:close/>
                    <a:moveTo>
                      <a:pt x="2375644" y="688592"/>
                    </a:moveTo>
                    <a:lnTo>
                      <a:pt x="2360889" y="1967406"/>
                    </a:lnTo>
                    <a:lnTo>
                      <a:pt x="1293570" y="2700265"/>
                    </a:lnTo>
                    <a:lnTo>
                      <a:pt x="1249303" y="1239466"/>
                    </a:lnTo>
                    <a:close/>
                    <a:moveTo>
                      <a:pt x="1214923" y="371219"/>
                    </a:moveTo>
                    <a:cubicBezTo>
                      <a:pt x="1197013" y="368793"/>
                      <a:pt x="1177834" y="369067"/>
                      <a:pt x="1158247" y="372480"/>
                    </a:cubicBezTo>
                    <a:cubicBezTo>
                      <a:pt x="1079899" y="386133"/>
                      <a:pt x="1024686" y="444836"/>
                      <a:pt x="1034926" y="503598"/>
                    </a:cubicBezTo>
                    <a:cubicBezTo>
                      <a:pt x="1045165" y="562359"/>
                      <a:pt x="1116980" y="598927"/>
                      <a:pt x="1195328" y="585274"/>
                    </a:cubicBezTo>
                    <a:cubicBezTo>
                      <a:pt x="1273676" y="571621"/>
                      <a:pt x="1328889" y="512918"/>
                      <a:pt x="1318650" y="454156"/>
                    </a:cubicBezTo>
                    <a:cubicBezTo>
                      <a:pt x="1310970" y="410086"/>
                      <a:pt x="1268654" y="378499"/>
                      <a:pt x="1214923" y="371219"/>
                    </a:cubicBezTo>
                    <a:close/>
                    <a:moveTo>
                      <a:pt x="1185985" y="0"/>
                    </a:moveTo>
                    <a:lnTo>
                      <a:pt x="2376266" y="506608"/>
                    </a:lnTo>
                    <a:lnTo>
                      <a:pt x="1161392" y="1101748"/>
                    </a:lnTo>
                    <a:lnTo>
                      <a:pt x="10460" y="491852"/>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957" name="Google Shape;2957;p56"/>
              <p:cNvSpPr/>
              <p:nvPr/>
            </p:nvSpPr>
            <p:spPr>
              <a:xfrm>
                <a:off x="8174482" y="4174830"/>
                <a:ext cx="392828" cy="392828"/>
              </a:xfrm>
              <a:custGeom>
                <a:rect b="b" l="l" r="r" t="t"/>
                <a:pathLst>
                  <a:path extrusionOk="0" h="4259405" w="4088964">
                    <a:moveTo>
                      <a:pt x="1480605" y="2231940"/>
                    </a:moveTo>
                    <a:lnTo>
                      <a:pt x="1199818" y="2044620"/>
                    </a:lnTo>
                    <a:lnTo>
                      <a:pt x="761621" y="2687221"/>
                    </a:lnTo>
                    <a:cubicBezTo>
                      <a:pt x="501536" y="2652619"/>
                      <a:pt x="265323" y="2467912"/>
                      <a:pt x="39127" y="2272940"/>
                    </a:cubicBezTo>
                    <a:cubicBezTo>
                      <a:pt x="-80639" y="2070133"/>
                      <a:pt x="269496" y="1743507"/>
                      <a:pt x="374515" y="1494038"/>
                    </a:cubicBezTo>
                    <a:lnTo>
                      <a:pt x="93728" y="1306717"/>
                    </a:lnTo>
                    <a:lnTo>
                      <a:pt x="1091841" y="1312633"/>
                    </a:lnTo>
                    <a:close/>
                    <a:moveTo>
                      <a:pt x="2759566" y="226796"/>
                    </a:moveTo>
                    <a:cubicBezTo>
                      <a:pt x="2331051" y="377379"/>
                      <a:pt x="2150002" y="492309"/>
                      <a:pt x="1991062" y="643648"/>
                    </a:cubicBezTo>
                    <a:lnTo>
                      <a:pt x="1463599" y="1446568"/>
                    </a:lnTo>
                    <a:lnTo>
                      <a:pt x="610317" y="909936"/>
                    </a:lnTo>
                    <a:cubicBezTo>
                      <a:pt x="810411" y="627556"/>
                      <a:pt x="1020899" y="239191"/>
                      <a:pt x="1244930" y="61882"/>
                    </a:cubicBezTo>
                    <a:cubicBezTo>
                      <a:pt x="1491876" y="-75367"/>
                      <a:pt x="1697752" y="31605"/>
                      <a:pt x="2759566" y="226796"/>
                    </a:cubicBezTo>
                    <a:close/>
                    <a:moveTo>
                      <a:pt x="1722488" y="3820535"/>
                    </a:moveTo>
                    <a:cubicBezTo>
                      <a:pt x="1376925" y="3801485"/>
                      <a:pt x="936112" y="3830060"/>
                      <a:pt x="666750" y="3734810"/>
                    </a:cubicBezTo>
                    <a:cubicBezTo>
                      <a:pt x="419100" y="3598835"/>
                      <a:pt x="400050" y="3367610"/>
                      <a:pt x="0" y="2364860"/>
                    </a:cubicBezTo>
                    <a:cubicBezTo>
                      <a:pt x="355600" y="2647435"/>
                      <a:pt x="549276" y="2739510"/>
                      <a:pt x="762000" y="2793485"/>
                    </a:cubicBezTo>
                    <a:lnTo>
                      <a:pt x="1722487" y="2812535"/>
                    </a:lnTo>
                    <a:close/>
                    <a:moveTo>
                      <a:pt x="3605396" y="869465"/>
                    </a:moveTo>
                    <a:lnTo>
                      <a:pt x="3069019" y="1711228"/>
                    </a:lnTo>
                    <a:lnTo>
                      <a:pt x="2083849" y="1550906"/>
                    </a:lnTo>
                    <a:lnTo>
                      <a:pt x="2391902" y="1412941"/>
                    </a:lnTo>
                    <a:lnTo>
                      <a:pt x="2081217" y="699900"/>
                    </a:lnTo>
                    <a:cubicBezTo>
                      <a:pt x="2248971" y="498156"/>
                      <a:pt x="2531081" y="396532"/>
                      <a:pt x="2816547" y="308854"/>
                    </a:cubicBezTo>
                    <a:cubicBezTo>
                      <a:pt x="3051986" y="315439"/>
                      <a:pt x="3142075" y="785719"/>
                      <a:pt x="3297344" y="1007430"/>
                    </a:cubicBezTo>
                    <a:close/>
                    <a:moveTo>
                      <a:pt x="3222215" y="3788662"/>
                    </a:moveTo>
                    <a:cubicBezTo>
                      <a:pt x="3089072" y="3954283"/>
                      <a:pt x="2662122" y="3869088"/>
                      <a:pt x="2413930" y="3921936"/>
                    </a:cubicBezTo>
                    <a:lnTo>
                      <a:pt x="2420658" y="4259405"/>
                    </a:lnTo>
                    <a:lnTo>
                      <a:pt x="1855155" y="3436926"/>
                    </a:lnTo>
                    <a:lnTo>
                      <a:pt x="2387428" y="2592563"/>
                    </a:lnTo>
                    <a:lnTo>
                      <a:pt x="2394156" y="2930032"/>
                    </a:lnTo>
                    <a:lnTo>
                      <a:pt x="3171906" y="2922431"/>
                    </a:lnTo>
                    <a:cubicBezTo>
                      <a:pt x="3292132" y="3155642"/>
                      <a:pt x="3275533" y="3455038"/>
                      <a:pt x="3244786" y="3752078"/>
                    </a:cubicBezTo>
                    <a:cubicBezTo>
                      <a:pt x="3238662" y="3765464"/>
                      <a:pt x="3231091" y="3777620"/>
                      <a:pt x="3222215" y="3788662"/>
                    </a:cubicBezTo>
                    <a:close/>
                    <a:moveTo>
                      <a:pt x="3948285" y="2834020"/>
                    </a:moveTo>
                    <a:cubicBezTo>
                      <a:pt x="3833022" y="3018741"/>
                      <a:pt x="3639730" y="3281008"/>
                      <a:pt x="3342579" y="3731662"/>
                    </a:cubicBezTo>
                    <a:cubicBezTo>
                      <a:pt x="3371271" y="3278367"/>
                      <a:pt x="3336159" y="3066813"/>
                      <a:pt x="3258895" y="2861397"/>
                    </a:cubicBezTo>
                    <a:lnTo>
                      <a:pt x="2725671" y="2062291"/>
                    </a:lnTo>
                    <a:lnTo>
                      <a:pt x="3552883" y="1486284"/>
                    </a:lnTo>
                    <a:cubicBezTo>
                      <a:pt x="3734716" y="1780754"/>
                      <a:pt x="4010062" y="2126176"/>
                      <a:pt x="4085819" y="2401657"/>
                    </a:cubicBezTo>
                    <a:cubicBezTo>
                      <a:pt x="4100783" y="2542124"/>
                      <a:pt x="4063549" y="2649298"/>
                      <a:pt x="3948285" y="283402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958" name="Google Shape;2958;p56"/>
              <p:cNvSpPr/>
              <p:nvPr/>
            </p:nvSpPr>
            <p:spPr>
              <a:xfrm>
                <a:off x="9225535" y="2409380"/>
                <a:ext cx="393582" cy="392828"/>
              </a:xfrm>
              <a:custGeom>
                <a:rect b="b" l="l" r="r" t="t"/>
                <a:pathLst>
                  <a:path extrusionOk="0" h="4012920" w="4020621">
                    <a:moveTo>
                      <a:pt x="780213" y="3724888"/>
                    </a:moveTo>
                    <a:lnTo>
                      <a:pt x="2868445" y="3724888"/>
                    </a:lnTo>
                    <a:lnTo>
                      <a:pt x="2868445" y="4012920"/>
                    </a:lnTo>
                    <a:lnTo>
                      <a:pt x="780213" y="4012920"/>
                    </a:lnTo>
                    <a:close/>
                    <a:moveTo>
                      <a:pt x="4020621" y="2152587"/>
                    </a:moveTo>
                    <a:lnTo>
                      <a:pt x="4020621" y="3448731"/>
                    </a:lnTo>
                    <a:lnTo>
                      <a:pt x="3903908" y="3386593"/>
                    </a:lnTo>
                    <a:lnTo>
                      <a:pt x="3903908" y="2214725"/>
                    </a:lnTo>
                    <a:close/>
                    <a:moveTo>
                      <a:pt x="1582587" y="1544569"/>
                    </a:moveTo>
                    <a:cubicBezTo>
                      <a:pt x="1525677" y="1652847"/>
                      <a:pt x="1434945" y="1739939"/>
                      <a:pt x="1324158" y="1792547"/>
                    </a:cubicBezTo>
                    <a:lnTo>
                      <a:pt x="1790243" y="1792547"/>
                    </a:lnTo>
                    <a:cubicBezTo>
                      <a:pt x="1708293" y="1721838"/>
                      <a:pt x="1638004" y="1638154"/>
                      <a:pt x="1582587" y="1544569"/>
                    </a:cubicBezTo>
                    <a:close/>
                    <a:moveTo>
                      <a:pt x="1238323" y="1312673"/>
                    </a:moveTo>
                    <a:cubicBezTo>
                      <a:pt x="1173622" y="1312673"/>
                      <a:pt x="1121172" y="1365123"/>
                      <a:pt x="1121172" y="1429824"/>
                    </a:cubicBezTo>
                    <a:cubicBezTo>
                      <a:pt x="1121172" y="1494525"/>
                      <a:pt x="1173622" y="1546975"/>
                      <a:pt x="1238323" y="1546975"/>
                    </a:cubicBezTo>
                    <a:cubicBezTo>
                      <a:pt x="1303024" y="1546975"/>
                      <a:pt x="1355474" y="1494525"/>
                      <a:pt x="1355474" y="1429824"/>
                    </a:cubicBezTo>
                    <a:cubicBezTo>
                      <a:pt x="1355474" y="1365123"/>
                      <a:pt x="1303024" y="1312673"/>
                      <a:pt x="1238323" y="1312673"/>
                    </a:cubicBezTo>
                    <a:close/>
                    <a:moveTo>
                      <a:pt x="870057" y="1312673"/>
                    </a:moveTo>
                    <a:cubicBezTo>
                      <a:pt x="805356" y="1312673"/>
                      <a:pt x="752906" y="1365123"/>
                      <a:pt x="752906" y="1429824"/>
                    </a:cubicBezTo>
                    <a:cubicBezTo>
                      <a:pt x="752906" y="1494525"/>
                      <a:pt x="805356" y="1546975"/>
                      <a:pt x="870057" y="1546975"/>
                    </a:cubicBezTo>
                    <a:cubicBezTo>
                      <a:pt x="934758" y="1546975"/>
                      <a:pt x="987208" y="1494525"/>
                      <a:pt x="987208" y="1429824"/>
                    </a:cubicBezTo>
                    <a:cubicBezTo>
                      <a:pt x="987208" y="1365123"/>
                      <a:pt x="934758" y="1312673"/>
                      <a:pt x="870057" y="1312673"/>
                    </a:cubicBezTo>
                    <a:close/>
                    <a:moveTo>
                      <a:pt x="2775838" y="1127627"/>
                    </a:moveTo>
                    <a:cubicBezTo>
                      <a:pt x="2666578" y="1127627"/>
                      <a:pt x="2578006" y="1216199"/>
                      <a:pt x="2578006" y="1325459"/>
                    </a:cubicBezTo>
                    <a:cubicBezTo>
                      <a:pt x="2578006" y="1434719"/>
                      <a:pt x="2666578" y="1523291"/>
                      <a:pt x="2775838" y="1523291"/>
                    </a:cubicBezTo>
                    <a:cubicBezTo>
                      <a:pt x="2885098" y="1523291"/>
                      <a:pt x="2973670" y="1434719"/>
                      <a:pt x="2973670" y="1325459"/>
                    </a:cubicBezTo>
                    <a:cubicBezTo>
                      <a:pt x="2973670" y="1216199"/>
                      <a:pt x="2885098" y="1127627"/>
                      <a:pt x="2775838" y="1127627"/>
                    </a:cubicBezTo>
                    <a:close/>
                    <a:moveTo>
                      <a:pt x="2153949" y="1127627"/>
                    </a:moveTo>
                    <a:cubicBezTo>
                      <a:pt x="2044689" y="1127627"/>
                      <a:pt x="1956117" y="1216199"/>
                      <a:pt x="1956117" y="1325459"/>
                    </a:cubicBezTo>
                    <a:cubicBezTo>
                      <a:pt x="1956117" y="1434719"/>
                      <a:pt x="2044689" y="1523291"/>
                      <a:pt x="2153949" y="1523291"/>
                    </a:cubicBezTo>
                    <a:cubicBezTo>
                      <a:pt x="2263209" y="1523291"/>
                      <a:pt x="2351781" y="1434719"/>
                      <a:pt x="2351781" y="1325459"/>
                    </a:cubicBezTo>
                    <a:cubicBezTo>
                      <a:pt x="2351781" y="1216199"/>
                      <a:pt x="2263209" y="1127627"/>
                      <a:pt x="2153949" y="1127627"/>
                    </a:cubicBezTo>
                    <a:close/>
                    <a:moveTo>
                      <a:pt x="1238323" y="956510"/>
                    </a:moveTo>
                    <a:cubicBezTo>
                      <a:pt x="1173622" y="956510"/>
                      <a:pt x="1121172" y="1008960"/>
                      <a:pt x="1121172" y="1073661"/>
                    </a:cubicBezTo>
                    <a:cubicBezTo>
                      <a:pt x="1121172" y="1138362"/>
                      <a:pt x="1173622" y="1190812"/>
                      <a:pt x="1238323" y="1190812"/>
                    </a:cubicBezTo>
                    <a:cubicBezTo>
                      <a:pt x="1303024" y="1190812"/>
                      <a:pt x="1355474" y="1138362"/>
                      <a:pt x="1355474" y="1073661"/>
                    </a:cubicBezTo>
                    <a:cubicBezTo>
                      <a:pt x="1355474" y="1008960"/>
                      <a:pt x="1303024" y="956510"/>
                      <a:pt x="1238323" y="956510"/>
                    </a:cubicBezTo>
                    <a:close/>
                    <a:moveTo>
                      <a:pt x="870057" y="956510"/>
                    </a:moveTo>
                    <a:cubicBezTo>
                      <a:pt x="805356" y="956510"/>
                      <a:pt x="752906" y="1008960"/>
                      <a:pt x="752906" y="1073661"/>
                    </a:cubicBezTo>
                    <a:cubicBezTo>
                      <a:pt x="752906" y="1138362"/>
                      <a:pt x="805356" y="1190812"/>
                      <a:pt x="870057" y="1190812"/>
                    </a:cubicBezTo>
                    <a:cubicBezTo>
                      <a:pt x="934758" y="1190812"/>
                      <a:pt x="987208" y="1138362"/>
                      <a:pt x="987208" y="1073661"/>
                    </a:cubicBezTo>
                    <a:cubicBezTo>
                      <a:pt x="987208" y="1008960"/>
                      <a:pt x="934758" y="956510"/>
                      <a:pt x="870057" y="956510"/>
                    </a:cubicBezTo>
                    <a:close/>
                    <a:moveTo>
                      <a:pt x="2775838" y="526176"/>
                    </a:moveTo>
                    <a:cubicBezTo>
                      <a:pt x="2666578" y="526176"/>
                      <a:pt x="2578006" y="614748"/>
                      <a:pt x="2578006" y="724008"/>
                    </a:cubicBezTo>
                    <a:cubicBezTo>
                      <a:pt x="2578006" y="833268"/>
                      <a:pt x="2666578" y="921840"/>
                      <a:pt x="2775838" y="921840"/>
                    </a:cubicBezTo>
                    <a:cubicBezTo>
                      <a:pt x="2885098" y="921840"/>
                      <a:pt x="2973670" y="833268"/>
                      <a:pt x="2973670" y="724008"/>
                    </a:cubicBezTo>
                    <a:cubicBezTo>
                      <a:pt x="2973670" y="614748"/>
                      <a:pt x="2885098" y="526176"/>
                      <a:pt x="2775838" y="526176"/>
                    </a:cubicBezTo>
                    <a:close/>
                    <a:moveTo>
                      <a:pt x="2153949" y="526176"/>
                    </a:moveTo>
                    <a:cubicBezTo>
                      <a:pt x="2044689" y="526176"/>
                      <a:pt x="1956117" y="614748"/>
                      <a:pt x="1956117" y="724008"/>
                    </a:cubicBezTo>
                    <a:cubicBezTo>
                      <a:pt x="1956117" y="833268"/>
                      <a:pt x="2044689" y="921840"/>
                      <a:pt x="2153949" y="921840"/>
                    </a:cubicBezTo>
                    <a:cubicBezTo>
                      <a:pt x="2263209" y="921840"/>
                      <a:pt x="2351781" y="833268"/>
                      <a:pt x="2351781" y="724008"/>
                    </a:cubicBezTo>
                    <a:cubicBezTo>
                      <a:pt x="2351781" y="614748"/>
                      <a:pt x="2263209" y="526176"/>
                      <a:pt x="2153949" y="526176"/>
                    </a:cubicBezTo>
                    <a:close/>
                    <a:moveTo>
                      <a:pt x="2464893" y="0"/>
                    </a:moveTo>
                    <a:cubicBezTo>
                      <a:pt x="3030837" y="0"/>
                      <a:pt x="3489626" y="458789"/>
                      <a:pt x="3489626" y="1024733"/>
                    </a:cubicBezTo>
                    <a:cubicBezTo>
                      <a:pt x="3489626" y="1442455"/>
                      <a:pt x="3239684" y="1801800"/>
                      <a:pt x="2880320" y="1959209"/>
                    </a:cubicBezTo>
                    <a:lnTo>
                      <a:pt x="2880320" y="2008571"/>
                    </a:lnTo>
                    <a:lnTo>
                      <a:pt x="3250857" y="2008571"/>
                    </a:lnTo>
                    <a:lnTo>
                      <a:pt x="3250857" y="2359970"/>
                    </a:lnTo>
                    <a:lnTo>
                      <a:pt x="3437294" y="2359970"/>
                    </a:lnTo>
                    <a:lnTo>
                      <a:pt x="3437294" y="2360694"/>
                    </a:lnTo>
                    <a:lnTo>
                      <a:pt x="3852060" y="2233461"/>
                    </a:lnTo>
                    <a:lnTo>
                      <a:pt x="3852060" y="3367858"/>
                    </a:lnTo>
                    <a:lnTo>
                      <a:pt x="3437294" y="3240624"/>
                    </a:lnTo>
                    <a:lnTo>
                      <a:pt x="3437294" y="3241349"/>
                    </a:lnTo>
                    <a:lnTo>
                      <a:pt x="3250857" y="3241349"/>
                    </a:lnTo>
                    <a:lnTo>
                      <a:pt x="3250857" y="3633063"/>
                    </a:lnTo>
                    <a:lnTo>
                      <a:pt x="298529" y="3633063"/>
                    </a:lnTo>
                    <a:lnTo>
                      <a:pt x="298529" y="2431730"/>
                    </a:lnTo>
                    <a:lnTo>
                      <a:pt x="0" y="2008571"/>
                    </a:lnTo>
                    <a:lnTo>
                      <a:pt x="298529" y="2008571"/>
                    </a:lnTo>
                    <a:lnTo>
                      <a:pt x="792088" y="2008571"/>
                    </a:lnTo>
                    <a:lnTo>
                      <a:pt x="792088" y="1796817"/>
                    </a:lnTo>
                    <a:cubicBezTo>
                      <a:pt x="587745" y="1700755"/>
                      <a:pt x="447370" y="1492642"/>
                      <a:pt x="447370" y="1251742"/>
                    </a:cubicBezTo>
                    <a:cubicBezTo>
                      <a:pt x="447370" y="916605"/>
                      <a:pt x="719053" y="644923"/>
                      <a:pt x="1054190" y="644923"/>
                    </a:cubicBezTo>
                    <a:cubicBezTo>
                      <a:pt x="1212753" y="644923"/>
                      <a:pt x="1357112" y="705740"/>
                      <a:pt x="1463939" y="806702"/>
                    </a:cubicBezTo>
                    <a:cubicBezTo>
                      <a:pt x="1563407" y="345444"/>
                      <a:pt x="1973809" y="0"/>
                      <a:pt x="2464893"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959" name="Google Shape;2959;p56"/>
              <p:cNvSpPr/>
              <p:nvPr/>
            </p:nvSpPr>
            <p:spPr>
              <a:xfrm rot="9900000">
                <a:off x="10073915" y="2714730"/>
                <a:ext cx="351357" cy="423598"/>
              </a:xfrm>
              <a:custGeom>
                <a:rect b="b" l="l" r="r" t="t"/>
                <a:pathLst>
                  <a:path extrusionOk="0" h="4064034" w="3370953">
                    <a:moveTo>
                      <a:pt x="307836" y="3226369"/>
                    </a:moveTo>
                    <a:lnTo>
                      <a:pt x="307836" y="2810144"/>
                    </a:lnTo>
                    <a:lnTo>
                      <a:pt x="1258549" y="2810144"/>
                    </a:lnTo>
                    <a:lnTo>
                      <a:pt x="1331954" y="2516524"/>
                    </a:lnTo>
                    <a:lnTo>
                      <a:pt x="1639161" y="2516524"/>
                    </a:lnTo>
                    <a:lnTo>
                      <a:pt x="1806826" y="1890788"/>
                    </a:lnTo>
                    <a:cubicBezTo>
                      <a:pt x="1709407" y="1836984"/>
                      <a:pt x="1651662" y="1730051"/>
                      <a:pt x="1660897" y="1618049"/>
                    </a:cubicBezTo>
                    <a:lnTo>
                      <a:pt x="497736" y="946498"/>
                    </a:lnTo>
                    <a:lnTo>
                      <a:pt x="415801" y="1252284"/>
                    </a:lnTo>
                    <a:cubicBezTo>
                      <a:pt x="388670" y="1353539"/>
                      <a:pt x="284592" y="1413628"/>
                      <a:pt x="183338" y="1386497"/>
                    </a:cubicBezTo>
                    <a:lnTo>
                      <a:pt x="0" y="1337372"/>
                    </a:lnTo>
                    <a:lnTo>
                      <a:pt x="358348" y="0"/>
                    </a:lnTo>
                    <a:lnTo>
                      <a:pt x="541685" y="49125"/>
                    </a:lnTo>
                    <a:cubicBezTo>
                      <a:pt x="642940" y="76256"/>
                      <a:pt x="703029" y="180334"/>
                      <a:pt x="675898" y="281588"/>
                    </a:cubicBezTo>
                    <a:lnTo>
                      <a:pt x="574914" y="658466"/>
                    </a:lnTo>
                    <a:lnTo>
                      <a:pt x="1826395" y="1381009"/>
                    </a:lnTo>
                    <a:cubicBezTo>
                      <a:pt x="1885142" y="1352063"/>
                      <a:pt x="1954182" y="1344264"/>
                      <a:pt x="2022379" y="1362537"/>
                    </a:cubicBezTo>
                    <a:cubicBezTo>
                      <a:pt x="2176035" y="1403709"/>
                      <a:pt x="2267221" y="1561647"/>
                      <a:pt x="2226049" y="1715303"/>
                    </a:cubicBezTo>
                    <a:cubicBezTo>
                      <a:pt x="2207347" y="1785100"/>
                      <a:pt x="2164552" y="1842007"/>
                      <a:pt x="2108323" y="1878457"/>
                    </a:cubicBezTo>
                    <a:lnTo>
                      <a:pt x="1937353" y="2516524"/>
                    </a:lnTo>
                    <a:lnTo>
                      <a:pt x="2236046" y="2516524"/>
                    </a:lnTo>
                    <a:lnTo>
                      <a:pt x="2309451" y="2810144"/>
                    </a:lnTo>
                    <a:lnTo>
                      <a:pt x="2828116" y="2810144"/>
                    </a:lnTo>
                    <a:lnTo>
                      <a:pt x="2828116" y="2930119"/>
                    </a:lnTo>
                    <a:lnTo>
                      <a:pt x="2945247" y="2930119"/>
                    </a:lnTo>
                    <a:lnTo>
                      <a:pt x="3109201" y="2856867"/>
                    </a:lnTo>
                    <a:cubicBezTo>
                      <a:pt x="3112004" y="2849082"/>
                      <a:pt x="3119624" y="2844415"/>
                      <a:pt x="3128335" y="2844415"/>
                    </a:cubicBezTo>
                    <a:lnTo>
                      <a:pt x="3223771" y="2844415"/>
                    </a:lnTo>
                    <a:cubicBezTo>
                      <a:pt x="3236949" y="2844415"/>
                      <a:pt x="3247631" y="2855097"/>
                      <a:pt x="3247631" y="2868275"/>
                    </a:cubicBezTo>
                    <a:lnTo>
                      <a:pt x="3247631" y="3606750"/>
                    </a:lnTo>
                    <a:cubicBezTo>
                      <a:pt x="3247631" y="3619928"/>
                      <a:pt x="3236949" y="3630610"/>
                      <a:pt x="3223771" y="3630610"/>
                    </a:cubicBezTo>
                    <a:lnTo>
                      <a:pt x="3128335" y="3630610"/>
                    </a:lnTo>
                    <a:cubicBezTo>
                      <a:pt x="3120852" y="3630610"/>
                      <a:pt x="3114174" y="3627166"/>
                      <a:pt x="3110472" y="3621230"/>
                    </a:cubicBezTo>
                    <a:lnTo>
                      <a:pt x="3110472" y="3624351"/>
                    </a:lnTo>
                    <a:lnTo>
                      <a:pt x="2954172" y="3554518"/>
                    </a:lnTo>
                    <a:lnTo>
                      <a:pt x="2954172" y="3558788"/>
                    </a:lnTo>
                    <a:lnTo>
                      <a:pt x="2828116" y="3558788"/>
                    </a:lnTo>
                    <a:lnTo>
                      <a:pt x="2828116" y="3630610"/>
                    </a:lnTo>
                    <a:lnTo>
                      <a:pt x="2038337" y="3226369"/>
                    </a:lnTo>
                    <a:close/>
                    <a:moveTo>
                      <a:pt x="77048" y="4064034"/>
                    </a:moveTo>
                    <a:lnTo>
                      <a:pt x="77048" y="3342578"/>
                    </a:lnTo>
                    <a:lnTo>
                      <a:pt x="2050947" y="3342578"/>
                    </a:lnTo>
                    <a:lnTo>
                      <a:pt x="3370953" y="4058524"/>
                    </a:lnTo>
                    <a:lnTo>
                      <a:pt x="3370953" y="4064034"/>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960" name="Google Shape;2960;p56"/>
              <p:cNvSpPr/>
              <p:nvPr/>
            </p:nvSpPr>
            <p:spPr>
              <a:xfrm rot="3600000">
                <a:off x="8507130" y="4424299"/>
                <a:ext cx="162074" cy="478539"/>
              </a:xfrm>
              <a:custGeom>
                <a:rect b="b" l="l" r="r" t="t"/>
                <a:pathLst>
                  <a:path extrusionOk="0" h="3920353" w="1327763">
                    <a:moveTo>
                      <a:pt x="483881" y="2840232"/>
                    </a:moveTo>
                    <a:lnTo>
                      <a:pt x="843881" y="2840232"/>
                    </a:lnTo>
                    <a:lnTo>
                      <a:pt x="843881" y="3920353"/>
                    </a:lnTo>
                    <a:lnTo>
                      <a:pt x="483881" y="3920353"/>
                    </a:lnTo>
                    <a:close/>
                    <a:moveTo>
                      <a:pt x="757697" y="168239"/>
                    </a:moveTo>
                    <a:lnTo>
                      <a:pt x="757697" y="384263"/>
                    </a:lnTo>
                    <a:lnTo>
                      <a:pt x="930062" y="384263"/>
                    </a:lnTo>
                    <a:lnTo>
                      <a:pt x="930062" y="168239"/>
                    </a:lnTo>
                    <a:close/>
                    <a:moveTo>
                      <a:pt x="432932" y="168239"/>
                    </a:moveTo>
                    <a:lnTo>
                      <a:pt x="432932" y="384263"/>
                    </a:lnTo>
                    <a:lnTo>
                      <a:pt x="605297" y="384263"/>
                    </a:lnTo>
                    <a:lnTo>
                      <a:pt x="605297" y="168239"/>
                    </a:lnTo>
                    <a:close/>
                    <a:moveTo>
                      <a:pt x="168643" y="0"/>
                    </a:moveTo>
                    <a:lnTo>
                      <a:pt x="1159119" y="0"/>
                    </a:lnTo>
                    <a:lnTo>
                      <a:pt x="1159119" y="539093"/>
                    </a:lnTo>
                    <a:lnTo>
                      <a:pt x="1327763" y="539093"/>
                    </a:lnTo>
                    <a:lnTo>
                      <a:pt x="1327763" y="2245406"/>
                    </a:lnTo>
                    <a:lnTo>
                      <a:pt x="1318300" y="2245406"/>
                    </a:lnTo>
                    <a:lnTo>
                      <a:pt x="1127664" y="2719000"/>
                    </a:lnTo>
                    <a:lnTo>
                      <a:pt x="200100" y="2719000"/>
                    </a:lnTo>
                    <a:lnTo>
                      <a:pt x="9464" y="2245406"/>
                    </a:lnTo>
                    <a:lnTo>
                      <a:pt x="0" y="2245406"/>
                    </a:lnTo>
                    <a:lnTo>
                      <a:pt x="0" y="539093"/>
                    </a:lnTo>
                    <a:lnTo>
                      <a:pt x="168643" y="539093"/>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961" name="Google Shape;2961;p56"/>
              <p:cNvSpPr/>
              <p:nvPr/>
            </p:nvSpPr>
            <p:spPr>
              <a:xfrm>
                <a:off x="8045579" y="3848133"/>
                <a:ext cx="330939" cy="260933"/>
              </a:xfrm>
              <a:custGeom>
                <a:rect b="b" l="l" r="r" t="t"/>
                <a:pathLst>
                  <a:path extrusionOk="0" h="2952328" w="3744416">
                    <a:moveTo>
                      <a:pt x="184806" y="576064"/>
                    </a:moveTo>
                    <a:lnTo>
                      <a:pt x="895314" y="576064"/>
                    </a:lnTo>
                    <a:cubicBezTo>
                      <a:pt x="997380" y="576064"/>
                      <a:pt x="1080120" y="658804"/>
                      <a:pt x="1080120" y="760870"/>
                    </a:cubicBezTo>
                    <a:lnTo>
                      <a:pt x="1080120" y="792088"/>
                    </a:lnTo>
                    <a:lnTo>
                      <a:pt x="3312368" y="792088"/>
                    </a:lnTo>
                    <a:lnTo>
                      <a:pt x="3312368" y="2952328"/>
                    </a:lnTo>
                    <a:lnTo>
                      <a:pt x="0" y="2952328"/>
                    </a:lnTo>
                    <a:lnTo>
                      <a:pt x="0" y="1072569"/>
                    </a:lnTo>
                    <a:lnTo>
                      <a:pt x="0" y="792088"/>
                    </a:lnTo>
                    <a:lnTo>
                      <a:pt x="0" y="760870"/>
                    </a:lnTo>
                    <a:cubicBezTo>
                      <a:pt x="0" y="658804"/>
                      <a:pt x="82740" y="576064"/>
                      <a:pt x="184806" y="576064"/>
                    </a:cubicBezTo>
                    <a:close/>
                    <a:moveTo>
                      <a:pt x="616854" y="0"/>
                    </a:moveTo>
                    <a:lnTo>
                      <a:pt x="1327362" y="0"/>
                    </a:lnTo>
                    <a:cubicBezTo>
                      <a:pt x="1429428" y="0"/>
                      <a:pt x="1512168" y="82740"/>
                      <a:pt x="1512168" y="184806"/>
                    </a:cubicBezTo>
                    <a:lnTo>
                      <a:pt x="1512168" y="216024"/>
                    </a:lnTo>
                    <a:lnTo>
                      <a:pt x="3744416" y="216024"/>
                    </a:lnTo>
                    <a:lnTo>
                      <a:pt x="3744416" y="2376264"/>
                    </a:lnTo>
                    <a:lnTo>
                      <a:pt x="3464768" y="2376264"/>
                    </a:lnTo>
                    <a:lnTo>
                      <a:pt x="3464768" y="648072"/>
                    </a:lnTo>
                    <a:lnTo>
                      <a:pt x="1232520" y="648072"/>
                    </a:lnTo>
                    <a:lnTo>
                      <a:pt x="1232520" y="616854"/>
                    </a:lnTo>
                    <a:cubicBezTo>
                      <a:pt x="1232520" y="514788"/>
                      <a:pt x="1149780" y="432048"/>
                      <a:pt x="1047714" y="432048"/>
                    </a:cubicBezTo>
                    <a:lnTo>
                      <a:pt x="432048" y="432048"/>
                    </a:lnTo>
                    <a:lnTo>
                      <a:pt x="432048" y="216024"/>
                    </a:lnTo>
                    <a:lnTo>
                      <a:pt x="432048" y="184806"/>
                    </a:lnTo>
                    <a:cubicBezTo>
                      <a:pt x="432048" y="82740"/>
                      <a:pt x="514788" y="0"/>
                      <a:pt x="61685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962" name="Google Shape;2962;p56"/>
              <p:cNvSpPr/>
              <p:nvPr/>
            </p:nvSpPr>
            <p:spPr>
              <a:xfrm>
                <a:off x="9003511" y="4923426"/>
                <a:ext cx="304410" cy="330939"/>
              </a:xfrm>
              <a:custGeom>
                <a:rect b="b" l="l" r="r" t="t"/>
                <a:pathLst>
                  <a:path extrusionOk="0" h="4031150" w="3708000">
                    <a:moveTo>
                      <a:pt x="2226025" y="2078010"/>
                    </a:moveTo>
                    <a:lnTo>
                      <a:pt x="1976753" y="2339372"/>
                    </a:lnTo>
                    <a:lnTo>
                      <a:pt x="1976910" y="2339581"/>
                    </a:lnTo>
                    <a:lnTo>
                      <a:pt x="1976204" y="2339948"/>
                    </a:lnTo>
                    <a:lnTo>
                      <a:pt x="1975656" y="2340523"/>
                    </a:lnTo>
                    <a:lnTo>
                      <a:pt x="1975499" y="2340314"/>
                    </a:lnTo>
                    <a:lnTo>
                      <a:pt x="1688579" y="2489240"/>
                    </a:lnTo>
                    <a:cubicBezTo>
                      <a:pt x="1740712" y="2519877"/>
                      <a:pt x="1801557" y="2536438"/>
                      <a:pt x="1866270" y="2536438"/>
                    </a:cubicBezTo>
                    <a:cubicBezTo>
                      <a:pt x="2071258" y="2536438"/>
                      <a:pt x="2237434" y="2370262"/>
                      <a:pt x="2237434" y="2165274"/>
                    </a:cubicBezTo>
                    <a:cubicBezTo>
                      <a:pt x="2237434" y="2135129"/>
                      <a:pt x="2233840" y="2105822"/>
                      <a:pt x="2226025" y="2078010"/>
                    </a:cubicBezTo>
                    <a:close/>
                    <a:moveTo>
                      <a:pt x="1866270" y="1794110"/>
                    </a:moveTo>
                    <a:cubicBezTo>
                      <a:pt x="1661282" y="1794110"/>
                      <a:pt x="1495106" y="1960286"/>
                      <a:pt x="1495106" y="2165274"/>
                    </a:cubicBezTo>
                    <a:cubicBezTo>
                      <a:pt x="1495106" y="2194876"/>
                      <a:pt x="1498572" y="2223668"/>
                      <a:pt x="1506052" y="2251046"/>
                    </a:cubicBezTo>
                    <a:lnTo>
                      <a:pt x="1731247" y="2014929"/>
                    </a:lnTo>
                    <a:lnTo>
                      <a:pt x="1731090" y="2014720"/>
                    </a:lnTo>
                    <a:lnTo>
                      <a:pt x="1731796" y="2014353"/>
                    </a:lnTo>
                    <a:lnTo>
                      <a:pt x="1732344" y="2013778"/>
                    </a:lnTo>
                    <a:lnTo>
                      <a:pt x="1732501" y="2013987"/>
                    </a:lnTo>
                    <a:lnTo>
                      <a:pt x="2054335" y="1846939"/>
                    </a:lnTo>
                    <a:cubicBezTo>
                      <a:pt x="1999773" y="1812909"/>
                      <a:pt x="1935217" y="1794110"/>
                      <a:pt x="1866270" y="1794110"/>
                    </a:cubicBezTo>
                    <a:close/>
                    <a:moveTo>
                      <a:pt x="1866270" y="1281021"/>
                    </a:moveTo>
                    <a:lnTo>
                      <a:pt x="1995916" y="1728077"/>
                    </a:lnTo>
                    <a:cubicBezTo>
                      <a:pt x="2049420" y="1742880"/>
                      <a:pt x="2098387" y="1768442"/>
                      <a:pt x="2141027" y="1801941"/>
                    </a:cubicBezTo>
                    <a:lnTo>
                      <a:pt x="2830781" y="1443923"/>
                    </a:lnTo>
                    <a:lnTo>
                      <a:pt x="2293677" y="2007077"/>
                    </a:lnTo>
                    <a:lnTo>
                      <a:pt x="2302169" y="2036187"/>
                    </a:lnTo>
                    <a:lnTo>
                      <a:pt x="2755181" y="2167560"/>
                    </a:lnTo>
                    <a:lnTo>
                      <a:pt x="2301207" y="2299213"/>
                    </a:lnTo>
                    <a:cubicBezTo>
                      <a:pt x="2288949" y="2340747"/>
                      <a:pt x="2270868" y="2379745"/>
                      <a:pt x="2246307" y="2414255"/>
                    </a:cubicBezTo>
                    <a:lnTo>
                      <a:pt x="2368615" y="2636476"/>
                    </a:lnTo>
                    <a:lnTo>
                      <a:pt x="2152396" y="2517472"/>
                    </a:lnTo>
                    <a:cubicBezTo>
                      <a:pt x="2112986" y="2553805"/>
                      <a:pt x="2065424" y="2580505"/>
                      <a:pt x="2013636" y="2598144"/>
                    </a:cubicBezTo>
                    <a:lnTo>
                      <a:pt x="1875846" y="3073280"/>
                    </a:lnTo>
                    <a:lnTo>
                      <a:pt x="1739624" y="2603548"/>
                    </a:lnTo>
                    <a:cubicBezTo>
                      <a:pt x="1688445" y="2589723"/>
                      <a:pt x="1641302" y="2566161"/>
                      <a:pt x="1599709" y="2535368"/>
                    </a:cubicBezTo>
                    <a:lnTo>
                      <a:pt x="877219" y="2910378"/>
                    </a:lnTo>
                    <a:lnTo>
                      <a:pt x="1438400" y="2321979"/>
                    </a:lnTo>
                    <a:lnTo>
                      <a:pt x="1437655" y="2319411"/>
                    </a:lnTo>
                    <a:lnTo>
                      <a:pt x="963153" y="2181805"/>
                    </a:lnTo>
                    <a:lnTo>
                      <a:pt x="1425898" y="2047609"/>
                    </a:lnTo>
                    <a:cubicBezTo>
                      <a:pt x="1440318" y="1991458"/>
                      <a:pt x="1465316" y="1939627"/>
                      <a:pt x="1501635" y="1896529"/>
                    </a:cubicBezTo>
                    <a:lnTo>
                      <a:pt x="1375628" y="1667588"/>
                    </a:lnTo>
                    <a:lnTo>
                      <a:pt x="1605635" y="1794181"/>
                    </a:lnTo>
                    <a:cubicBezTo>
                      <a:pt x="1643852" y="1764149"/>
                      <a:pt x="1688437" y="1742763"/>
                      <a:pt x="1736328" y="1729097"/>
                    </a:cubicBezTo>
                    <a:close/>
                    <a:moveTo>
                      <a:pt x="1801446" y="873772"/>
                    </a:moveTo>
                    <a:cubicBezTo>
                      <a:pt x="1122607" y="899096"/>
                      <a:pt x="577020" y="1443990"/>
                      <a:pt x="550657" y="2122563"/>
                    </a:cubicBezTo>
                    <a:lnTo>
                      <a:pt x="754935" y="2181804"/>
                    </a:lnTo>
                    <a:lnTo>
                      <a:pt x="551187" y="2240891"/>
                    </a:lnTo>
                    <a:cubicBezTo>
                      <a:pt x="582476" y="2925954"/>
                      <a:pt x="1143118" y="3472541"/>
                      <a:pt x="1833783" y="3482192"/>
                    </a:cubicBezTo>
                    <a:lnTo>
                      <a:pt x="1883029" y="3312376"/>
                    </a:lnTo>
                    <a:lnTo>
                      <a:pt x="1931451" y="3479348"/>
                    </a:lnTo>
                    <a:cubicBezTo>
                      <a:pt x="2602724" y="3441618"/>
                      <a:pt x="3137685" y="2895457"/>
                      <a:pt x="3157888" y="2219621"/>
                    </a:cubicBezTo>
                    <a:lnTo>
                      <a:pt x="2970483" y="2165273"/>
                    </a:lnTo>
                    <a:lnTo>
                      <a:pt x="3156785" y="2111246"/>
                    </a:lnTo>
                    <a:cubicBezTo>
                      <a:pt x="3124894" y="1437932"/>
                      <a:pt x="2581609" y="898954"/>
                      <a:pt x="1906553" y="873772"/>
                    </a:cubicBezTo>
                    <a:lnTo>
                      <a:pt x="1853999" y="1054992"/>
                    </a:lnTo>
                    <a:close/>
                    <a:moveTo>
                      <a:pt x="1842112" y="204015"/>
                    </a:moveTo>
                    <a:cubicBezTo>
                      <a:pt x="1750186" y="208331"/>
                      <a:pt x="1671595" y="261235"/>
                      <a:pt x="1631665" y="337724"/>
                    </a:cubicBezTo>
                    <a:cubicBezTo>
                      <a:pt x="1704451" y="327639"/>
                      <a:pt x="1778701" y="323150"/>
                      <a:pt x="1854000" y="323150"/>
                    </a:cubicBezTo>
                    <a:cubicBezTo>
                      <a:pt x="1929687" y="323150"/>
                      <a:pt x="2004315" y="327685"/>
                      <a:pt x="2077458" y="337895"/>
                    </a:cubicBezTo>
                    <a:cubicBezTo>
                      <a:pt x="2032849" y="253989"/>
                      <a:pt x="1942703" y="199292"/>
                      <a:pt x="1842112" y="204015"/>
                    </a:cubicBezTo>
                    <a:close/>
                    <a:moveTo>
                      <a:pt x="1832557" y="511"/>
                    </a:moveTo>
                    <a:cubicBezTo>
                      <a:pt x="2064724" y="-10390"/>
                      <a:pt x="2266043" y="154192"/>
                      <a:pt x="2302551" y="380077"/>
                    </a:cubicBezTo>
                    <a:cubicBezTo>
                      <a:pt x="3110034" y="578670"/>
                      <a:pt x="3708000" y="1308079"/>
                      <a:pt x="3708000" y="2177150"/>
                    </a:cubicBezTo>
                    <a:cubicBezTo>
                      <a:pt x="3708000" y="3201086"/>
                      <a:pt x="2877936" y="4031150"/>
                      <a:pt x="1854000" y="4031150"/>
                    </a:cubicBezTo>
                    <a:cubicBezTo>
                      <a:pt x="830064" y="4031150"/>
                      <a:pt x="0" y="3201086"/>
                      <a:pt x="0" y="2177150"/>
                    </a:cubicBezTo>
                    <a:cubicBezTo>
                      <a:pt x="0" y="1308490"/>
                      <a:pt x="597400" y="579361"/>
                      <a:pt x="1404307" y="380371"/>
                    </a:cubicBezTo>
                    <a:cubicBezTo>
                      <a:pt x="1438620" y="172028"/>
                      <a:pt x="1614858" y="10733"/>
                      <a:pt x="1832557" y="51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2963" name="Google Shape;2963;p56"/>
              <p:cNvSpPr/>
              <p:nvPr/>
            </p:nvSpPr>
            <p:spPr>
              <a:xfrm>
                <a:off x="9848127" y="4821478"/>
                <a:ext cx="257012" cy="330939"/>
              </a:xfrm>
              <a:custGeom>
                <a:rect b="b" l="l" r="r" t="t"/>
                <a:pathLst>
                  <a:path extrusionOk="0" h="3913585" w="3039346">
                    <a:moveTo>
                      <a:pt x="1527178" y="2618567"/>
                    </a:moveTo>
                    <a:cubicBezTo>
                      <a:pt x="1429201" y="2618567"/>
                      <a:pt x="1349775" y="2697993"/>
                      <a:pt x="1349775" y="2795971"/>
                    </a:cubicBezTo>
                    <a:cubicBezTo>
                      <a:pt x="1349775" y="2861110"/>
                      <a:pt x="1384883" y="2918050"/>
                      <a:pt x="1437574" y="2948279"/>
                    </a:cubicBezTo>
                    <a:lnTo>
                      <a:pt x="1275150" y="3311239"/>
                    </a:lnTo>
                    <a:lnTo>
                      <a:pt x="1779206" y="3311239"/>
                    </a:lnTo>
                    <a:lnTo>
                      <a:pt x="1616782" y="2948279"/>
                    </a:lnTo>
                    <a:cubicBezTo>
                      <a:pt x="1669475" y="2918050"/>
                      <a:pt x="1704582" y="2861110"/>
                      <a:pt x="1704582" y="2795971"/>
                    </a:cubicBezTo>
                    <a:cubicBezTo>
                      <a:pt x="1704582" y="2697993"/>
                      <a:pt x="1625156" y="2618567"/>
                      <a:pt x="1527178" y="2618567"/>
                    </a:cubicBezTo>
                    <a:close/>
                    <a:moveTo>
                      <a:pt x="1527178" y="0"/>
                    </a:moveTo>
                    <a:cubicBezTo>
                      <a:pt x="2026975" y="0"/>
                      <a:pt x="2435288" y="391686"/>
                      <a:pt x="2460697" y="884907"/>
                    </a:cubicBezTo>
                    <a:lnTo>
                      <a:pt x="2463282" y="884907"/>
                    </a:lnTo>
                    <a:lnTo>
                      <a:pt x="2463282" y="936104"/>
                    </a:lnTo>
                    <a:lnTo>
                      <a:pt x="2463282" y="1656184"/>
                    </a:lnTo>
                    <a:lnTo>
                      <a:pt x="2067282" y="1656184"/>
                    </a:lnTo>
                    <a:lnTo>
                      <a:pt x="2067282" y="1427425"/>
                    </a:lnTo>
                    <a:lnTo>
                      <a:pt x="2310132" y="1427584"/>
                    </a:lnTo>
                    <a:cubicBezTo>
                      <a:pt x="2310132" y="1320268"/>
                      <a:pt x="2206785" y="1230216"/>
                      <a:pt x="2067282" y="1206340"/>
                    </a:cubicBezTo>
                    <a:lnTo>
                      <a:pt x="2067282" y="936104"/>
                    </a:lnTo>
                    <a:lnTo>
                      <a:pt x="2066786" y="936104"/>
                    </a:lnTo>
                    <a:cubicBezTo>
                      <a:pt x="2066786" y="638087"/>
                      <a:pt x="1825195" y="396496"/>
                      <a:pt x="1527178" y="396496"/>
                    </a:cubicBezTo>
                    <a:cubicBezTo>
                      <a:pt x="1229161" y="396496"/>
                      <a:pt x="987570" y="638087"/>
                      <a:pt x="987570" y="936104"/>
                    </a:cubicBezTo>
                    <a:lnTo>
                      <a:pt x="987074" y="936104"/>
                    </a:lnTo>
                    <a:lnTo>
                      <a:pt x="987074" y="1872209"/>
                    </a:lnTo>
                    <a:lnTo>
                      <a:pt x="2699110" y="1872209"/>
                    </a:lnTo>
                    <a:cubicBezTo>
                      <a:pt x="2887017" y="1872209"/>
                      <a:pt x="3039346" y="2024538"/>
                      <a:pt x="3039346" y="2212445"/>
                    </a:cubicBezTo>
                    <a:lnTo>
                      <a:pt x="3039346" y="3573349"/>
                    </a:lnTo>
                    <a:cubicBezTo>
                      <a:pt x="3039346" y="3761256"/>
                      <a:pt x="2887017" y="3913585"/>
                      <a:pt x="2699110" y="3913585"/>
                    </a:cubicBezTo>
                    <a:lnTo>
                      <a:pt x="340236" y="3913585"/>
                    </a:lnTo>
                    <a:cubicBezTo>
                      <a:pt x="152329" y="3913585"/>
                      <a:pt x="0" y="3761256"/>
                      <a:pt x="0" y="3573349"/>
                    </a:cubicBezTo>
                    <a:lnTo>
                      <a:pt x="0" y="2212445"/>
                    </a:lnTo>
                    <a:cubicBezTo>
                      <a:pt x="0" y="2024538"/>
                      <a:pt x="152329" y="1872209"/>
                      <a:pt x="340236" y="1872209"/>
                    </a:cubicBezTo>
                    <a:lnTo>
                      <a:pt x="591074" y="1872209"/>
                    </a:lnTo>
                    <a:lnTo>
                      <a:pt x="591074" y="936104"/>
                    </a:lnTo>
                    <a:cubicBezTo>
                      <a:pt x="591074" y="419108"/>
                      <a:pt x="1010182" y="0"/>
                      <a:pt x="1527178"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2964" name="Google Shape;2964;p56"/>
              <p:cNvSpPr/>
              <p:nvPr/>
            </p:nvSpPr>
            <p:spPr>
              <a:xfrm>
                <a:off x="10547386" y="3842640"/>
                <a:ext cx="309335" cy="309300"/>
              </a:xfrm>
              <a:custGeom>
                <a:rect b="b" l="l" r="r" t="t"/>
                <a:pathLst>
                  <a:path extrusionOk="0" h="3960000" w="3960440">
                    <a:moveTo>
                      <a:pt x="2117745" y="2289258"/>
                    </a:moveTo>
                    <a:cubicBezTo>
                      <a:pt x="2253931" y="2373161"/>
                      <a:pt x="2290104" y="2397532"/>
                      <a:pt x="2392952" y="2510010"/>
                    </a:cubicBezTo>
                    <a:cubicBezTo>
                      <a:pt x="2551302" y="2699530"/>
                      <a:pt x="2456894" y="2911213"/>
                      <a:pt x="2285214" y="2987744"/>
                    </a:cubicBezTo>
                    <a:cubicBezTo>
                      <a:pt x="2046443" y="3084914"/>
                      <a:pt x="1864058" y="3073352"/>
                      <a:pt x="1634211" y="2962065"/>
                    </a:cubicBezTo>
                    <a:cubicBezTo>
                      <a:pt x="1390134" y="2803501"/>
                      <a:pt x="1391670" y="2463226"/>
                      <a:pt x="1703848" y="2355742"/>
                    </a:cubicBezTo>
                    <a:cubicBezTo>
                      <a:pt x="1867216" y="2309770"/>
                      <a:pt x="1932946" y="2304275"/>
                      <a:pt x="2117745" y="2289258"/>
                    </a:cubicBezTo>
                    <a:close/>
                    <a:moveTo>
                      <a:pt x="1895201" y="880902"/>
                    </a:moveTo>
                    <a:cubicBezTo>
                      <a:pt x="2049819" y="878570"/>
                      <a:pt x="2210983" y="1023567"/>
                      <a:pt x="2276065" y="1236504"/>
                    </a:cubicBezTo>
                    <a:cubicBezTo>
                      <a:pt x="2350446" y="1479859"/>
                      <a:pt x="2271166" y="1719799"/>
                      <a:pt x="2098990" y="1772423"/>
                    </a:cubicBezTo>
                    <a:cubicBezTo>
                      <a:pt x="1926813" y="1825048"/>
                      <a:pt x="1726940" y="1670429"/>
                      <a:pt x="1652559" y="1427074"/>
                    </a:cubicBezTo>
                    <a:cubicBezTo>
                      <a:pt x="1578180" y="1183717"/>
                      <a:pt x="1657458" y="943778"/>
                      <a:pt x="1829635" y="891153"/>
                    </a:cubicBezTo>
                    <a:close/>
                    <a:moveTo>
                      <a:pt x="2577034" y="759541"/>
                    </a:moveTo>
                    <a:lnTo>
                      <a:pt x="1972441" y="767241"/>
                    </a:lnTo>
                    <a:cubicBezTo>
                      <a:pt x="1929619" y="768623"/>
                      <a:pt x="1886068" y="773785"/>
                      <a:pt x="1842289" y="783004"/>
                    </a:cubicBezTo>
                    <a:cubicBezTo>
                      <a:pt x="1492048" y="856758"/>
                      <a:pt x="1259862" y="1162246"/>
                      <a:pt x="1323686" y="1465331"/>
                    </a:cubicBezTo>
                    <a:cubicBezTo>
                      <a:pt x="1380617" y="1735681"/>
                      <a:pt x="1653838" y="1912801"/>
                      <a:pt x="1960688" y="1894227"/>
                    </a:cubicBezTo>
                    <a:lnTo>
                      <a:pt x="1954787" y="1896039"/>
                    </a:lnTo>
                    <a:cubicBezTo>
                      <a:pt x="1858317" y="2000800"/>
                      <a:pt x="1978682" y="2148499"/>
                      <a:pt x="2028445" y="2210716"/>
                    </a:cubicBezTo>
                    <a:lnTo>
                      <a:pt x="1914361" y="2213518"/>
                    </a:lnTo>
                    <a:cubicBezTo>
                      <a:pt x="1373805" y="2249742"/>
                      <a:pt x="1143478" y="2466102"/>
                      <a:pt x="1177422" y="2809298"/>
                    </a:cubicBezTo>
                    <a:cubicBezTo>
                      <a:pt x="1211366" y="3152493"/>
                      <a:pt x="1741992" y="3244646"/>
                      <a:pt x="2060873" y="3229704"/>
                    </a:cubicBezTo>
                    <a:cubicBezTo>
                      <a:pt x="2379755" y="3214763"/>
                      <a:pt x="2698110" y="2930571"/>
                      <a:pt x="2719230" y="2648210"/>
                    </a:cubicBezTo>
                    <a:cubicBezTo>
                      <a:pt x="2699867" y="2070575"/>
                      <a:pt x="2052418" y="2112562"/>
                      <a:pt x="2282832" y="1799863"/>
                    </a:cubicBezTo>
                    <a:cubicBezTo>
                      <a:pt x="2510843" y="1673695"/>
                      <a:pt x="2641919" y="1435236"/>
                      <a:pt x="2592014" y="1198247"/>
                    </a:cubicBezTo>
                    <a:cubicBezTo>
                      <a:pt x="2566015" y="1074781"/>
                      <a:pt x="2494906" y="970760"/>
                      <a:pt x="2395028" y="897200"/>
                    </a:cubicBezTo>
                    <a:lnTo>
                      <a:pt x="2564389" y="891152"/>
                    </a:lnTo>
                    <a:cubicBezTo>
                      <a:pt x="2644558" y="859402"/>
                      <a:pt x="2739013" y="796695"/>
                      <a:pt x="2769176" y="767327"/>
                    </a:cubicBezTo>
                    <a:cubicBezTo>
                      <a:pt x="2755484" y="761968"/>
                      <a:pt x="2680847" y="759625"/>
                      <a:pt x="2577034" y="759541"/>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965" name="Google Shape;2965;p56"/>
              <p:cNvSpPr/>
              <p:nvPr/>
            </p:nvSpPr>
            <p:spPr>
              <a:xfrm>
                <a:off x="10401733" y="3025716"/>
                <a:ext cx="257188" cy="377708"/>
              </a:xfrm>
              <a:custGeom>
                <a:rect b="b" l="l" r="r" t="t"/>
                <a:pathLst>
                  <a:path extrusionOk="0" h="4032448" w="2745756">
                    <a:moveTo>
                      <a:pt x="1622229" y="1008112"/>
                    </a:moveTo>
                    <a:lnTo>
                      <a:pt x="2371247" y="1008112"/>
                    </a:lnTo>
                    <a:lnTo>
                      <a:pt x="2371247" y="3081405"/>
                    </a:lnTo>
                    <a:lnTo>
                      <a:pt x="2745756" y="3081405"/>
                    </a:lnTo>
                    <a:lnTo>
                      <a:pt x="1996738" y="4032448"/>
                    </a:lnTo>
                    <a:lnTo>
                      <a:pt x="1247720" y="3081405"/>
                    </a:lnTo>
                    <a:lnTo>
                      <a:pt x="1622229" y="3081405"/>
                    </a:lnTo>
                    <a:close/>
                    <a:moveTo>
                      <a:pt x="749018" y="0"/>
                    </a:moveTo>
                    <a:lnTo>
                      <a:pt x="1498036" y="951043"/>
                    </a:lnTo>
                    <a:lnTo>
                      <a:pt x="1123527" y="951043"/>
                    </a:lnTo>
                    <a:lnTo>
                      <a:pt x="1123527" y="3024336"/>
                    </a:lnTo>
                    <a:lnTo>
                      <a:pt x="374509" y="3024336"/>
                    </a:lnTo>
                    <a:lnTo>
                      <a:pt x="374509" y="951043"/>
                    </a:lnTo>
                    <a:lnTo>
                      <a:pt x="0" y="951043"/>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966" name="Google Shape;2966;p56"/>
              <p:cNvSpPr/>
              <p:nvPr/>
            </p:nvSpPr>
            <p:spPr>
              <a:xfrm>
                <a:off x="9438297" y="5013963"/>
                <a:ext cx="300437" cy="209342"/>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967" name="Google Shape;2967;p56"/>
              <p:cNvSpPr/>
              <p:nvPr/>
            </p:nvSpPr>
            <p:spPr>
              <a:xfrm rot="678773">
                <a:off x="10108027" y="4569149"/>
                <a:ext cx="338104" cy="343148"/>
              </a:xfrm>
              <a:custGeom>
                <a:rect b="b" l="l" r="r" t="t"/>
                <a:pathLst>
                  <a:path extrusionOk="0" h="3948462" w="3890413">
                    <a:moveTo>
                      <a:pt x="1853384" y="1371624"/>
                    </a:moveTo>
                    <a:lnTo>
                      <a:pt x="1768767" y="1390324"/>
                    </a:lnTo>
                    <a:cubicBezTo>
                      <a:pt x="1579409" y="1463487"/>
                      <a:pt x="1490873" y="1833773"/>
                      <a:pt x="1517577" y="2042010"/>
                    </a:cubicBezTo>
                    <a:cubicBezTo>
                      <a:pt x="1544281" y="2250247"/>
                      <a:pt x="1644086" y="2624290"/>
                      <a:pt x="1928990" y="2639747"/>
                    </a:cubicBezTo>
                    <a:cubicBezTo>
                      <a:pt x="2177093" y="2653207"/>
                      <a:pt x="2337423" y="2363017"/>
                      <a:pt x="2318674" y="2006358"/>
                    </a:cubicBezTo>
                    <a:cubicBezTo>
                      <a:pt x="2310210" y="1948950"/>
                      <a:pt x="2301678" y="1891436"/>
                      <a:pt x="2293344" y="1834228"/>
                    </a:cubicBezTo>
                    <a:cubicBezTo>
                      <a:pt x="2229725" y="1555945"/>
                      <a:pt x="2050691" y="1359067"/>
                      <a:pt x="1853384" y="1371624"/>
                    </a:cubicBezTo>
                    <a:close/>
                    <a:moveTo>
                      <a:pt x="1594841" y="45653"/>
                    </a:moveTo>
                    <a:cubicBezTo>
                      <a:pt x="2527821" y="-128041"/>
                      <a:pt x="3626282" y="158796"/>
                      <a:pt x="3869632" y="1517323"/>
                    </a:cubicBezTo>
                    <a:cubicBezTo>
                      <a:pt x="3939308" y="2058696"/>
                      <a:pt x="3820785" y="2251376"/>
                      <a:pt x="3706266" y="2457195"/>
                    </a:cubicBezTo>
                    <a:cubicBezTo>
                      <a:pt x="3132098" y="3124925"/>
                      <a:pt x="2589274" y="2611359"/>
                      <a:pt x="2548384" y="2446988"/>
                    </a:cubicBezTo>
                    <a:cubicBezTo>
                      <a:pt x="2411721" y="3024903"/>
                      <a:pt x="2005702" y="3164775"/>
                      <a:pt x="1746058" y="3093574"/>
                    </a:cubicBezTo>
                    <a:cubicBezTo>
                      <a:pt x="1486414" y="3022373"/>
                      <a:pt x="990519" y="2612821"/>
                      <a:pt x="990519" y="2019783"/>
                    </a:cubicBezTo>
                    <a:cubicBezTo>
                      <a:pt x="990519" y="1500875"/>
                      <a:pt x="1249504" y="1067935"/>
                      <a:pt x="1593790" y="967808"/>
                    </a:cubicBezTo>
                    <a:cubicBezTo>
                      <a:pt x="1642974" y="953504"/>
                      <a:pt x="1694009" y="949376"/>
                      <a:pt x="1746058" y="945992"/>
                    </a:cubicBezTo>
                    <a:cubicBezTo>
                      <a:pt x="2004670" y="929176"/>
                      <a:pt x="2081338" y="1030119"/>
                      <a:pt x="2206475" y="1173924"/>
                    </a:cubicBezTo>
                    <a:cubicBezTo>
                      <a:pt x="2194343" y="1061758"/>
                      <a:pt x="2187003" y="961165"/>
                      <a:pt x="2185910" y="877882"/>
                    </a:cubicBezTo>
                    <a:lnTo>
                      <a:pt x="2656644" y="803138"/>
                    </a:lnTo>
                    <a:lnTo>
                      <a:pt x="2828567" y="2099525"/>
                    </a:lnTo>
                    <a:cubicBezTo>
                      <a:pt x="2888366" y="2544108"/>
                      <a:pt x="3261961" y="2420799"/>
                      <a:pt x="3362812" y="2002360"/>
                    </a:cubicBezTo>
                    <a:cubicBezTo>
                      <a:pt x="3355320" y="1625023"/>
                      <a:pt x="3366534" y="1729632"/>
                      <a:pt x="3289926" y="1346695"/>
                    </a:cubicBezTo>
                    <a:lnTo>
                      <a:pt x="3290031" y="1346798"/>
                    </a:lnTo>
                    <a:cubicBezTo>
                      <a:pt x="3068547" y="637774"/>
                      <a:pt x="2419129" y="439933"/>
                      <a:pt x="1700745" y="575031"/>
                    </a:cubicBezTo>
                    <a:cubicBezTo>
                      <a:pt x="890947" y="727320"/>
                      <a:pt x="415476" y="1491783"/>
                      <a:pt x="571995" y="2274165"/>
                    </a:cubicBezTo>
                    <a:cubicBezTo>
                      <a:pt x="728513" y="3056546"/>
                      <a:pt x="1580131" y="3572543"/>
                      <a:pt x="2267548" y="3408286"/>
                    </a:cubicBezTo>
                    <a:cubicBezTo>
                      <a:pt x="2796517" y="3281890"/>
                      <a:pt x="2641988" y="3320887"/>
                      <a:pt x="3194376" y="3072653"/>
                    </a:cubicBezTo>
                    <a:cubicBezTo>
                      <a:pt x="3249441" y="3306078"/>
                      <a:pt x="3239115" y="3309742"/>
                      <a:pt x="3268026" y="3509545"/>
                    </a:cubicBezTo>
                    <a:cubicBezTo>
                      <a:pt x="3021841" y="3717756"/>
                      <a:pt x="2685602" y="3836362"/>
                      <a:pt x="2347298" y="3904041"/>
                    </a:cubicBezTo>
                    <a:cubicBezTo>
                      <a:pt x="1157336" y="4112956"/>
                      <a:pt x="289475" y="3581660"/>
                      <a:pt x="42617" y="2380068"/>
                    </a:cubicBezTo>
                    <a:cubicBezTo>
                      <a:pt x="-204242" y="1178477"/>
                      <a:pt x="661862" y="219348"/>
                      <a:pt x="1594841" y="45653"/>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968" name="Google Shape;2968;p56"/>
              <p:cNvSpPr/>
              <p:nvPr/>
            </p:nvSpPr>
            <p:spPr>
              <a:xfrm>
                <a:off x="8506880" y="2771935"/>
                <a:ext cx="315652" cy="359610"/>
              </a:xfrm>
              <a:custGeom>
                <a:rect b="b" l="l" r="r" t="t"/>
                <a:pathLst>
                  <a:path extrusionOk="0" h="3938119" w="3456727">
                    <a:moveTo>
                      <a:pt x="1728364" y="1961325"/>
                    </a:moveTo>
                    <a:cubicBezTo>
                      <a:pt x="1726089" y="2407152"/>
                      <a:pt x="1737463" y="2812034"/>
                      <a:pt x="1735188" y="3257861"/>
                    </a:cubicBezTo>
                    <a:cubicBezTo>
                      <a:pt x="2394830" y="3057694"/>
                      <a:pt x="2610919" y="2352560"/>
                      <a:pt x="2765594" y="1981796"/>
                    </a:cubicBezTo>
                    <a:close/>
                    <a:moveTo>
                      <a:pt x="1728362" y="682044"/>
                    </a:moveTo>
                    <a:cubicBezTo>
                      <a:pt x="1355324" y="868563"/>
                      <a:pt x="1166530" y="952725"/>
                      <a:pt x="609247" y="1002767"/>
                    </a:cubicBezTo>
                    <a:cubicBezTo>
                      <a:pt x="606972" y="1330312"/>
                      <a:pt x="631992" y="1623739"/>
                      <a:pt x="704780" y="1964933"/>
                    </a:cubicBezTo>
                    <a:lnTo>
                      <a:pt x="1728363" y="1971757"/>
                    </a:lnTo>
                    <a:cubicBezTo>
                      <a:pt x="1728363" y="1541853"/>
                      <a:pt x="1728362" y="1111948"/>
                      <a:pt x="1728362" y="682044"/>
                    </a:cubicBezTo>
                    <a:close/>
                    <a:moveTo>
                      <a:pt x="1723409" y="487996"/>
                    </a:moveTo>
                    <a:cubicBezTo>
                      <a:pt x="1725062" y="488690"/>
                      <a:pt x="1726712" y="489384"/>
                      <a:pt x="1728363" y="490064"/>
                    </a:cubicBezTo>
                    <a:cubicBezTo>
                      <a:pt x="1730015" y="489384"/>
                      <a:pt x="1731666" y="488690"/>
                      <a:pt x="1733319" y="487996"/>
                    </a:cubicBezTo>
                    <a:lnTo>
                      <a:pt x="1733319" y="492131"/>
                    </a:lnTo>
                    <a:cubicBezTo>
                      <a:pt x="2179467" y="679460"/>
                      <a:pt x="2405896" y="769409"/>
                      <a:pt x="2817789" y="813808"/>
                    </a:cubicBezTo>
                    <a:cubicBezTo>
                      <a:pt x="2971516" y="823489"/>
                      <a:pt x="3036247" y="875307"/>
                      <a:pt x="3033236" y="1061333"/>
                    </a:cubicBezTo>
                    <a:cubicBezTo>
                      <a:pt x="3015439" y="2441328"/>
                      <a:pt x="2363638" y="3359629"/>
                      <a:pt x="1733319" y="3448048"/>
                    </a:cubicBezTo>
                    <a:lnTo>
                      <a:pt x="1733319" y="3450123"/>
                    </a:lnTo>
                    <a:lnTo>
                      <a:pt x="1728363" y="3449086"/>
                    </a:lnTo>
                    <a:lnTo>
                      <a:pt x="1723409" y="3450123"/>
                    </a:lnTo>
                    <a:lnTo>
                      <a:pt x="1723409" y="3448048"/>
                    </a:lnTo>
                    <a:cubicBezTo>
                      <a:pt x="1093089" y="3359629"/>
                      <a:pt x="441289" y="2441328"/>
                      <a:pt x="423491" y="1061333"/>
                    </a:cubicBezTo>
                    <a:cubicBezTo>
                      <a:pt x="420479" y="875307"/>
                      <a:pt x="485211" y="823489"/>
                      <a:pt x="638937" y="813808"/>
                    </a:cubicBezTo>
                    <a:cubicBezTo>
                      <a:pt x="1050832" y="769409"/>
                      <a:pt x="1277261" y="679460"/>
                      <a:pt x="1723409" y="492131"/>
                    </a:cubicBezTo>
                    <a:close/>
                    <a:moveTo>
                      <a:pt x="1722802" y="306889"/>
                    </a:moveTo>
                    <a:lnTo>
                      <a:pt x="1722802" y="311530"/>
                    </a:lnTo>
                    <a:cubicBezTo>
                      <a:pt x="1222099" y="521767"/>
                      <a:pt x="967982" y="622713"/>
                      <a:pt x="505720" y="672542"/>
                    </a:cubicBezTo>
                    <a:cubicBezTo>
                      <a:pt x="333196" y="683408"/>
                      <a:pt x="260550" y="741561"/>
                      <a:pt x="263929" y="950334"/>
                    </a:cubicBezTo>
                    <a:cubicBezTo>
                      <a:pt x="283902" y="2499079"/>
                      <a:pt x="1015407" y="3529669"/>
                      <a:pt x="1722802" y="3628902"/>
                    </a:cubicBezTo>
                    <a:lnTo>
                      <a:pt x="1722802" y="3631230"/>
                    </a:lnTo>
                    <a:lnTo>
                      <a:pt x="1728365" y="3630065"/>
                    </a:lnTo>
                    <a:lnTo>
                      <a:pt x="1733925" y="3631230"/>
                    </a:lnTo>
                    <a:lnTo>
                      <a:pt x="1733925" y="3628902"/>
                    </a:lnTo>
                    <a:cubicBezTo>
                      <a:pt x="2441322" y="3529669"/>
                      <a:pt x="3172826" y="2499079"/>
                      <a:pt x="3192800" y="950334"/>
                    </a:cubicBezTo>
                    <a:cubicBezTo>
                      <a:pt x="3196179" y="741561"/>
                      <a:pt x="3123532" y="683408"/>
                      <a:pt x="2951007" y="672542"/>
                    </a:cubicBezTo>
                    <a:cubicBezTo>
                      <a:pt x="2488747" y="622713"/>
                      <a:pt x="2234630" y="521767"/>
                      <a:pt x="1733925" y="311530"/>
                    </a:cubicBezTo>
                    <a:lnTo>
                      <a:pt x="1733925" y="306889"/>
                    </a:lnTo>
                    <a:cubicBezTo>
                      <a:pt x="1732071" y="307669"/>
                      <a:pt x="1730218" y="308445"/>
                      <a:pt x="1728365" y="309209"/>
                    </a:cubicBezTo>
                    <a:cubicBezTo>
                      <a:pt x="1726510" y="308445"/>
                      <a:pt x="1724659" y="307669"/>
                      <a:pt x="1722802" y="306889"/>
                    </a:cubicBezTo>
                    <a:close/>
                    <a:moveTo>
                      <a:pt x="1721800" y="0"/>
                    </a:moveTo>
                    <a:cubicBezTo>
                      <a:pt x="1723991" y="923"/>
                      <a:pt x="1726176" y="1844"/>
                      <a:pt x="1728363" y="2749"/>
                    </a:cubicBezTo>
                    <a:cubicBezTo>
                      <a:pt x="1730551" y="1844"/>
                      <a:pt x="1732737" y="923"/>
                      <a:pt x="1734926" y="0"/>
                    </a:cubicBezTo>
                    <a:lnTo>
                      <a:pt x="1734926" y="5497"/>
                    </a:lnTo>
                    <a:cubicBezTo>
                      <a:pt x="2325825" y="254550"/>
                      <a:pt x="2625718" y="374136"/>
                      <a:pt x="3171248" y="433164"/>
                    </a:cubicBezTo>
                    <a:cubicBezTo>
                      <a:pt x="3374850" y="446035"/>
                      <a:pt x="3460584" y="514926"/>
                      <a:pt x="3456595" y="762245"/>
                    </a:cubicBezTo>
                    <a:cubicBezTo>
                      <a:pt x="3433024" y="2596936"/>
                      <a:pt x="2569749" y="3817807"/>
                      <a:pt x="1734926" y="3935360"/>
                    </a:cubicBezTo>
                    <a:lnTo>
                      <a:pt x="1734926" y="3938119"/>
                    </a:lnTo>
                    <a:lnTo>
                      <a:pt x="1728363" y="3936740"/>
                    </a:lnTo>
                    <a:lnTo>
                      <a:pt x="1721800" y="3938119"/>
                    </a:lnTo>
                    <a:lnTo>
                      <a:pt x="1721800" y="3935360"/>
                    </a:lnTo>
                    <a:cubicBezTo>
                      <a:pt x="886977" y="3817807"/>
                      <a:pt x="23703" y="2596936"/>
                      <a:pt x="132" y="762245"/>
                    </a:cubicBezTo>
                    <a:cubicBezTo>
                      <a:pt x="-3858" y="514926"/>
                      <a:pt x="81876" y="446035"/>
                      <a:pt x="285478" y="433164"/>
                    </a:cubicBezTo>
                    <a:cubicBezTo>
                      <a:pt x="831010" y="374136"/>
                      <a:pt x="1130903" y="254550"/>
                      <a:pt x="1721800" y="549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969" name="Google Shape;2969;p56"/>
              <p:cNvSpPr/>
              <p:nvPr/>
            </p:nvSpPr>
            <p:spPr>
              <a:xfrm>
                <a:off x="9655543" y="2519661"/>
                <a:ext cx="338578" cy="338540"/>
              </a:xfrm>
              <a:custGeom>
                <a:rect b="b" l="l" r="r" t="t"/>
                <a:pathLst>
                  <a:path extrusionOk="0" h="3960000" w="3960440">
                    <a:moveTo>
                      <a:pt x="2764687" y="782779"/>
                    </a:moveTo>
                    <a:cubicBezTo>
                      <a:pt x="2512183" y="782779"/>
                      <a:pt x="2307488" y="987475"/>
                      <a:pt x="2307487" y="1239980"/>
                    </a:cubicBezTo>
                    <a:cubicBezTo>
                      <a:pt x="2307487" y="1241985"/>
                      <a:pt x="2307500" y="1243987"/>
                      <a:pt x="2308092" y="1245978"/>
                    </a:cubicBezTo>
                    <a:lnTo>
                      <a:pt x="1570677" y="1632536"/>
                    </a:lnTo>
                    <a:cubicBezTo>
                      <a:pt x="1488749" y="1552118"/>
                      <a:pt x="1376387" y="1502860"/>
                      <a:pt x="1252520" y="1502859"/>
                    </a:cubicBezTo>
                    <a:cubicBezTo>
                      <a:pt x="1000014" y="1502859"/>
                      <a:pt x="795319" y="1707555"/>
                      <a:pt x="795319" y="1960060"/>
                    </a:cubicBezTo>
                    <a:cubicBezTo>
                      <a:pt x="795319" y="2212565"/>
                      <a:pt x="1000014" y="2417260"/>
                      <a:pt x="1252520" y="2417260"/>
                    </a:cubicBezTo>
                    <a:cubicBezTo>
                      <a:pt x="1361432" y="2417260"/>
                      <a:pt x="1461449" y="2379178"/>
                      <a:pt x="1538674" y="2313987"/>
                    </a:cubicBezTo>
                    <a:lnTo>
                      <a:pt x="2308734" y="2717656"/>
                    </a:lnTo>
                    <a:cubicBezTo>
                      <a:pt x="2314220" y="2964461"/>
                      <a:pt x="2516327" y="3162492"/>
                      <a:pt x="2764688" y="3162492"/>
                    </a:cubicBezTo>
                    <a:cubicBezTo>
                      <a:pt x="3017192" y="3162492"/>
                      <a:pt x="3221888" y="2957797"/>
                      <a:pt x="3221887" y="2705292"/>
                    </a:cubicBezTo>
                    <a:cubicBezTo>
                      <a:pt x="3221887" y="2452786"/>
                      <a:pt x="3017192" y="2248092"/>
                      <a:pt x="2764688" y="2248092"/>
                    </a:cubicBezTo>
                    <a:cubicBezTo>
                      <a:pt x="2638870" y="2248092"/>
                      <a:pt x="2524924" y="2298913"/>
                      <a:pt x="2442337" y="2381228"/>
                    </a:cubicBezTo>
                    <a:lnTo>
                      <a:pt x="1706164" y="1995322"/>
                    </a:lnTo>
                    <a:lnTo>
                      <a:pt x="1709074" y="1966451"/>
                    </a:lnTo>
                    <a:lnTo>
                      <a:pt x="2455698" y="1575067"/>
                    </a:lnTo>
                    <a:cubicBezTo>
                      <a:pt x="2536225" y="1651261"/>
                      <a:pt x="2645094" y="1697180"/>
                      <a:pt x="2764687" y="1697179"/>
                    </a:cubicBezTo>
                    <a:cubicBezTo>
                      <a:pt x="3017193" y="1697180"/>
                      <a:pt x="3221887" y="1492485"/>
                      <a:pt x="3221888" y="1239980"/>
                    </a:cubicBezTo>
                    <a:cubicBezTo>
                      <a:pt x="3221887" y="987475"/>
                      <a:pt x="3017193" y="782779"/>
                      <a:pt x="2764687" y="782779"/>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970" name="Google Shape;2970;p56"/>
              <p:cNvSpPr/>
              <p:nvPr/>
            </p:nvSpPr>
            <p:spPr>
              <a:xfrm rot="2648398">
                <a:off x="8942310" y="2514803"/>
                <a:ext cx="148930" cy="380894"/>
              </a:xfrm>
              <a:custGeom>
                <a:rect b="b" l="l" r="r" t="t"/>
                <a:pathLst>
                  <a:path extrusionOk="0" h="4764557" w="1862952">
                    <a:moveTo>
                      <a:pt x="289679" y="2004751"/>
                    </a:moveTo>
                    <a:cubicBezTo>
                      <a:pt x="458860" y="1838972"/>
                      <a:pt x="691283" y="1737733"/>
                      <a:pt x="946849" y="1740329"/>
                    </a:cubicBezTo>
                    <a:cubicBezTo>
                      <a:pt x="982916" y="1740695"/>
                      <a:pt x="1018481" y="1743119"/>
                      <a:pt x="1053366" y="1748014"/>
                    </a:cubicBezTo>
                    <a:cubicBezTo>
                      <a:pt x="1317748" y="1888655"/>
                      <a:pt x="1203170" y="2165630"/>
                      <a:pt x="978473" y="2204473"/>
                    </a:cubicBezTo>
                    <a:cubicBezTo>
                      <a:pt x="966642" y="2201190"/>
                      <a:pt x="954470" y="2200566"/>
                      <a:pt x="942176" y="2200441"/>
                    </a:cubicBezTo>
                    <a:cubicBezTo>
                      <a:pt x="697403" y="2197955"/>
                      <a:pt x="496962" y="2394367"/>
                      <a:pt x="494475" y="2639137"/>
                    </a:cubicBezTo>
                    <a:lnTo>
                      <a:pt x="482110" y="3856696"/>
                    </a:lnTo>
                    <a:cubicBezTo>
                      <a:pt x="479624" y="4101467"/>
                      <a:pt x="676035" y="4301910"/>
                      <a:pt x="920807" y="4304396"/>
                    </a:cubicBezTo>
                    <a:cubicBezTo>
                      <a:pt x="1043193" y="4305639"/>
                      <a:pt x="1154496" y="4257158"/>
                      <a:pt x="1235513" y="4177768"/>
                    </a:cubicBezTo>
                    <a:cubicBezTo>
                      <a:pt x="1316531" y="4098380"/>
                      <a:pt x="1367262" y="3988084"/>
                      <a:pt x="1368506" y="3865699"/>
                    </a:cubicBezTo>
                    <a:lnTo>
                      <a:pt x="1375662" y="3161156"/>
                    </a:lnTo>
                    <a:cubicBezTo>
                      <a:pt x="1504082" y="3167548"/>
                      <a:pt x="1792622" y="2981572"/>
                      <a:pt x="1861834" y="2783546"/>
                    </a:cubicBezTo>
                    <a:lnTo>
                      <a:pt x="1851019" y="3848423"/>
                    </a:lnTo>
                    <a:cubicBezTo>
                      <a:pt x="1848423" y="4103989"/>
                      <a:pt x="1742485" y="4334308"/>
                      <a:pt x="1573304" y="4500088"/>
                    </a:cubicBezTo>
                    <a:cubicBezTo>
                      <a:pt x="1404123" y="4665866"/>
                      <a:pt x="1171700" y="4767105"/>
                      <a:pt x="916134" y="4764509"/>
                    </a:cubicBezTo>
                    <a:cubicBezTo>
                      <a:pt x="405002" y="4759318"/>
                      <a:pt x="-5143" y="4340756"/>
                      <a:pt x="48" y="3829624"/>
                    </a:cubicBezTo>
                    <a:lnTo>
                      <a:pt x="11964" y="2656415"/>
                    </a:lnTo>
                    <a:cubicBezTo>
                      <a:pt x="14559" y="2400849"/>
                      <a:pt x="120498" y="2170529"/>
                      <a:pt x="289679" y="2004751"/>
                    </a:cubicBezTo>
                    <a:close/>
                    <a:moveTo>
                      <a:pt x="282968" y="271082"/>
                    </a:moveTo>
                    <a:cubicBezTo>
                      <a:pt x="450457" y="103594"/>
                      <a:pt x="681840" y="0"/>
                      <a:pt x="937419" y="0"/>
                    </a:cubicBezTo>
                    <a:cubicBezTo>
                      <a:pt x="1448577" y="0"/>
                      <a:pt x="1862952" y="414375"/>
                      <a:pt x="1862952" y="925533"/>
                    </a:cubicBezTo>
                    <a:lnTo>
                      <a:pt x="1862952" y="2098803"/>
                    </a:lnTo>
                    <a:cubicBezTo>
                      <a:pt x="1862952" y="2609961"/>
                      <a:pt x="1448577" y="3024336"/>
                      <a:pt x="937419" y="3024336"/>
                    </a:cubicBezTo>
                    <a:cubicBezTo>
                      <a:pt x="901350" y="3024336"/>
                      <a:pt x="865762" y="3022273"/>
                      <a:pt x="830829" y="3017733"/>
                    </a:cubicBezTo>
                    <a:cubicBezTo>
                      <a:pt x="565032" y="2879784"/>
                      <a:pt x="676792" y="2601660"/>
                      <a:pt x="901083" y="2560538"/>
                    </a:cubicBezTo>
                    <a:cubicBezTo>
                      <a:pt x="912947" y="2563700"/>
                      <a:pt x="925124" y="2564200"/>
                      <a:pt x="937419" y="2564200"/>
                    </a:cubicBezTo>
                    <a:cubicBezTo>
                      <a:pt x="1182204" y="2564200"/>
                      <a:pt x="1380640" y="2365763"/>
                      <a:pt x="1380641" y="2120980"/>
                    </a:cubicBezTo>
                    <a:lnTo>
                      <a:pt x="1380640" y="903358"/>
                    </a:lnTo>
                    <a:cubicBezTo>
                      <a:pt x="1380640" y="658574"/>
                      <a:pt x="1182204" y="460137"/>
                      <a:pt x="937419" y="460137"/>
                    </a:cubicBezTo>
                    <a:cubicBezTo>
                      <a:pt x="815027" y="460137"/>
                      <a:pt x="704222" y="509746"/>
                      <a:pt x="624015" y="589954"/>
                    </a:cubicBezTo>
                    <a:cubicBezTo>
                      <a:pt x="543808" y="670161"/>
                      <a:pt x="494199" y="780966"/>
                      <a:pt x="494199" y="903358"/>
                    </a:cubicBezTo>
                    <a:lnTo>
                      <a:pt x="494198" y="1607937"/>
                    </a:lnTo>
                    <a:cubicBezTo>
                      <a:pt x="365720" y="1602850"/>
                      <a:pt x="79084" y="1791747"/>
                      <a:pt x="11886" y="1990465"/>
                    </a:cubicBezTo>
                    <a:lnTo>
                      <a:pt x="11886" y="925533"/>
                    </a:lnTo>
                    <a:cubicBezTo>
                      <a:pt x="11886" y="669954"/>
                      <a:pt x="115480" y="438571"/>
                      <a:pt x="282968" y="271082"/>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971" name="Google Shape;2971;p56"/>
              <p:cNvSpPr/>
              <p:nvPr/>
            </p:nvSpPr>
            <p:spPr>
              <a:xfrm rot="8580000">
                <a:off x="8651645" y="4749636"/>
                <a:ext cx="318301" cy="317452"/>
              </a:xfrm>
              <a:custGeom>
                <a:rect b="b" l="l" r="r" t="t"/>
                <a:pathLst>
                  <a:path extrusionOk="0" h="3862045" w="3872365">
                    <a:moveTo>
                      <a:pt x="1786489" y="808318"/>
                    </a:moveTo>
                    <a:cubicBezTo>
                      <a:pt x="1525809" y="610106"/>
                      <a:pt x="1257124" y="397966"/>
                      <a:pt x="1040385" y="230829"/>
                    </a:cubicBezTo>
                    <a:cubicBezTo>
                      <a:pt x="1905215" y="-194386"/>
                      <a:pt x="2650439" y="24572"/>
                      <a:pt x="3162062" y="429660"/>
                    </a:cubicBezTo>
                    <a:cubicBezTo>
                      <a:pt x="3007351" y="875340"/>
                      <a:pt x="2905932" y="1443216"/>
                      <a:pt x="2745609" y="1410478"/>
                    </a:cubicBezTo>
                    <a:cubicBezTo>
                      <a:pt x="2633182" y="1430335"/>
                      <a:pt x="2220955" y="1138671"/>
                      <a:pt x="1786489" y="808318"/>
                    </a:cubicBezTo>
                    <a:close/>
                    <a:moveTo>
                      <a:pt x="2701004" y="2590217"/>
                    </a:moveTo>
                    <a:cubicBezTo>
                      <a:pt x="2682933" y="2576481"/>
                      <a:pt x="2672282" y="2559744"/>
                      <a:pt x="2670336" y="2539383"/>
                    </a:cubicBezTo>
                    <a:cubicBezTo>
                      <a:pt x="2587360" y="2376647"/>
                      <a:pt x="3042640" y="1246798"/>
                      <a:pt x="3299881" y="563773"/>
                    </a:cubicBezTo>
                    <a:cubicBezTo>
                      <a:pt x="3959368" y="1266493"/>
                      <a:pt x="3967860" y="2043171"/>
                      <a:pt x="3730056" y="2650875"/>
                    </a:cubicBezTo>
                    <a:cubicBezTo>
                      <a:pt x="3317547" y="2635434"/>
                      <a:pt x="2827499" y="2686366"/>
                      <a:pt x="2701004" y="2590217"/>
                    </a:cubicBezTo>
                    <a:close/>
                    <a:moveTo>
                      <a:pt x="19691" y="2248546"/>
                    </a:moveTo>
                    <a:cubicBezTo>
                      <a:pt x="-100797" y="1292396"/>
                      <a:pt x="348853" y="659059"/>
                      <a:pt x="898439" y="307194"/>
                    </a:cubicBezTo>
                    <a:cubicBezTo>
                      <a:pt x="1269469" y="598575"/>
                      <a:pt x="1773388" y="879352"/>
                      <a:pt x="1690237" y="1020281"/>
                    </a:cubicBezTo>
                    <a:cubicBezTo>
                      <a:pt x="1661713" y="1200709"/>
                      <a:pt x="629275" y="1847170"/>
                      <a:pt x="19691" y="2248546"/>
                    </a:cubicBezTo>
                    <a:close/>
                    <a:moveTo>
                      <a:pt x="1805382" y="3858278"/>
                    </a:moveTo>
                    <a:cubicBezTo>
                      <a:pt x="1676483" y="3404460"/>
                      <a:pt x="1433840" y="2881111"/>
                      <a:pt x="1583946" y="2815971"/>
                    </a:cubicBezTo>
                    <a:cubicBezTo>
                      <a:pt x="1713076" y="2686769"/>
                      <a:pt x="2928316" y="2770622"/>
                      <a:pt x="3657403" y="2804207"/>
                    </a:cubicBezTo>
                    <a:cubicBezTo>
                      <a:pt x="3192869" y="3648569"/>
                      <a:pt x="2456828" y="3896652"/>
                      <a:pt x="1805382" y="3858278"/>
                    </a:cubicBezTo>
                    <a:close/>
                    <a:moveTo>
                      <a:pt x="762284" y="3480575"/>
                    </a:moveTo>
                    <a:cubicBezTo>
                      <a:pt x="380940" y="3198297"/>
                      <a:pt x="161300" y="2806810"/>
                      <a:pt x="58293" y="2412172"/>
                    </a:cubicBezTo>
                    <a:cubicBezTo>
                      <a:pt x="450067" y="2149344"/>
                      <a:pt x="872820" y="1756853"/>
                      <a:pt x="981158" y="1879484"/>
                    </a:cubicBezTo>
                    <a:cubicBezTo>
                      <a:pt x="1143940" y="1962367"/>
                      <a:pt x="1439720" y="3144041"/>
                      <a:pt x="1633080" y="3847823"/>
                    </a:cubicBezTo>
                    <a:cubicBezTo>
                      <a:pt x="1278110" y="3779994"/>
                      <a:pt x="991090" y="3649942"/>
                      <a:pt x="762284" y="348057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972" name="Google Shape;2972;p56"/>
              <p:cNvSpPr/>
              <p:nvPr/>
            </p:nvSpPr>
            <p:spPr>
              <a:xfrm>
                <a:off x="8268788" y="3120081"/>
                <a:ext cx="291831" cy="251871"/>
              </a:xfrm>
              <a:custGeom>
                <a:rect b="b" l="l" r="r" t="t"/>
                <a:pathLst>
                  <a:path extrusionOk="0" h="316007" w="366142">
                    <a:moveTo>
                      <a:pt x="241139" y="0"/>
                    </a:moveTo>
                    <a:cubicBezTo>
                      <a:pt x="265040" y="0"/>
                      <a:pt x="292051" y="14516"/>
                      <a:pt x="306633" y="31202"/>
                    </a:cubicBezTo>
                    <a:cubicBezTo>
                      <a:pt x="327151" y="29858"/>
                      <a:pt x="335397" y="19692"/>
                      <a:pt x="349699" y="10558"/>
                    </a:cubicBezTo>
                    <a:cubicBezTo>
                      <a:pt x="343170" y="29574"/>
                      <a:pt x="336047" y="54091"/>
                      <a:pt x="325569" y="59830"/>
                    </a:cubicBezTo>
                    <a:cubicBezTo>
                      <a:pt x="340338" y="61437"/>
                      <a:pt x="353079" y="55334"/>
                      <a:pt x="366142" y="52395"/>
                    </a:cubicBezTo>
                    <a:cubicBezTo>
                      <a:pt x="361514" y="66282"/>
                      <a:pt x="342655" y="74263"/>
                      <a:pt x="334454" y="94697"/>
                    </a:cubicBezTo>
                    <a:cubicBezTo>
                      <a:pt x="326254" y="115131"/>
                      <a:pt x="329982" y="126199"/>
                      <a:pt x="316939" y="174999"/>
                    </a:cubicBezTo>
                    <a:cubicBezTo>
                      <a:pt x="296102" y="242622"/>
                      <a:pt x="276174" y="279635"/>
                      <a:pt x="184305" y="311458"/>
                    </a:cubicBezTo>
                    <a:cubicBezTo>
                      <a:pt x="152057" y="320905"/>
                      <a:pt x="83508" y="315693"/>
                      <a:pt x="27716" y="295316"/>
                    </a:cubicBezTo>
                    <a:lnTo>
                      <a:pt x="0" y="281129"/>
                    </a:lnTo>
                    <a:lnTo>
                      <a:pt x="0" y="268036"/>
                    </a:lnTo>
                    <a:lnTo>
                      <a:pt x="23178" y="266110"/>
                    </a:lnTo>
                    <a:cubicBezTo>
                      <a:pt x="63548" y="261698"/>
                      <a:pt x="90116" y="254801"/>
                      <a:pt x="108726" y="240807"/>
                    </a:cubicBezTo>
                    <a:cubicBezTo>
                      <a:pt x="87700" y="241375"/>
                      <a:pt x="35310" y="244403"/>
                      <a:pt x="20535" y="200079"/>
                    </a:cubicBezTo>
                    <a:cubicBezTo>
                      <a:pt x="37583" y="203299"/>
                      <a:pt x="59856" y="197334"/>
                      <a:pt x="70653" y="194871"/>
                    </a:cubicBezTo>
                    <a:cubicBezTo>
                      <a:pt x="57204" y="189662"/>
                      <a:pt x="37595" y="181773"/>
                      <a:pt x="20899" y="168840"/>
                    </a:cubicBezTo>
                    <a:lnTo>
                      <a:pt x="0" y="146258"/>
                    </a:lnTo>
                    <a:lnTo>
                      <a:pt x="0" y="116697"/>
                    </a:lnTo>
                    <a:lnTo>
                      <a:pt x="14104" y="121836"/>
                    </a:lnTo>
                    <a:cubicBezTo>
                      <a:pt x="23887" y="123910"/>
                      <a:pt x="33812" y="125203"/>
                      <a:pt x="40441" y="126434"/>
                    </a:cubicBezTo>
                    <a:cubicBezTo>
                      <a:pt x="9945" y="103325"/>
                      <a:pt x="-5039" y="60063"/>
                      <a:pt x="20722" y="8541"/>
                    </a:cubicBezTo>
                    <a:cubicBezTo>
                      <a:pt x="76047" y="73391"/>
                      <a:pt x="116697" y="97001"/>
                      <a:pt x="168525" y="104817"/>
                    </a:cubicBezTo>
                    <a:cubicBezTo>
                      <a:pt x="166649" y="98530"/>
                      <a:pt x="164888" y="89662"/>
                      <a:pt x="165796" y="68430"/>
                    </a:cubicBezTo>
                    <a:cubicBezTo>
                      <a:pt x="166838" y="44047"/>
                      <a:pt x="190944" y="0"/>
                      <a:pt x="241139"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2973" name="Google Shape;2973;p56"/>
              <p:cNvSpPr/>
              <p:nvPr/>
            </p:nvSpPr>
            <p:spPr>
              <a:xfrm>
                <a:off x="10509375" y="4197069"/>
                <a:ext cx="172150" cy="348350"/>
              </a:xfrm>
              <a:custGeom>
                <a:rect b="b" l="l" r="r" t="t"/>
                <a:pathLst>
                  <a:path extrusionOk="0" h="455920" w="225309">
                    <a:moveTo>
                      <a:pt x="139383" y="455355"/>
                    </a:moveTo>
                    <a:lnTo>
                      <a:pt x="139383" y="455920"/>
                    </a:lnTo>
                    <a:lnTo>
                      <a:pt x="139383" y="455355"/>
                    </a:lnTo>
                    <a:close/>
                    <a:moveTo>
                      <a:pt x="54403" y="455920"/>
                    </a:moveTo>
                    <a:lnTo>
                      <a:pt x="54403" y="455355"/>
                    </a:lnTo>
                    <a:lnTo>
                      <a:pt x="54403" y="455920"/>
                    </a:lnTo>
                    <a:close/>
                    <a:moveTo>
                      <a:pt x="193296" y="6"/>
                    </a:moveTo>
                    <a:cubicBezTo>
                      <a:pt x="204595" y="73"/>
                      <a:pt x="214144" y="770"/>
                      <a:pt x="225309" y="2823"/>
                    </a:cubicBezTo>
                    <a:cubicBezTo>
                      <a:pt x="225271" y="27274"/>
                      <a:pt x="222913" y="50194"/>
                      <a:pt x="219909" y="69600"/>
                    </a:cubicBezTo>
                    <a:cubicBezTo>
                      <a:pt x="188141" y="67117"/>
                      <a:pt x="138250" y="66776"/>
                      <a:pt x="139383" y="96177"/>
                    </a:cubicBezTo>
                    <a:lnTo>
                      <a:pt x="139383" y="140898"/>
                    </a:lnTo>
                    <a:lnTo>
                      <a:pt x="217171" y="140898"/>
                    </a:lnTo>
                    <a:lnTo>
                      <a:pt x="211626" y="215050"/>
                    </a:lnTo>
                    <a:lnTo>
                      <a:pt x="139383" y="216436"/>
                    </a:lnTo>
                    <a:lnTo>
                      <a:pt x="139383" y="455355"/>
                    </a:lnTo>
                    <a:lnTo>
                      <a:pt x="54403" y="455355"/>
                    </a:lnTo>
                    <a:lnTo>
                      <a:pt x="54403" y="216436"/>
                    </a:lnTo>
                    <a:lnTo>
                      <a:pt x="0" y="216436"/>
                    </a:lnTo>
                    <a:lnTo>
                      <a:pt x="0" y="140898"/>
                    </a:lnTo>
                    <a:lnTo>
                      <a:pt x="54403" y="140898"/>
                    </a:lnTo>
                    <a:lnTo>
                      <a:pt x="54403" y="90429"/>
                    </a:lnTo>
                    <a:cubicBezTo>
                      <a:pt x="54356" y="90266"/>
                      <a:pt x="54310" y="90103"/>
                      <a:pt x="54263" y="89940"/>
                    </a:cubicBezTo>
                    <a:cubicBezTo>
                      <a:pt x="54393" y="21715"/>
                      <a:pt x="104084" y="2174"/>
                      <a:pt x="150786" y="971"/>
                    </a:cubicBezTo>
                    <a:cubicBezTo>
                      <a:pt x="168948" y="503"/>
                      <a:pt x="181997" y="-60"/>
                      <a:pt x="193296" y="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2974" name="Google Shape;2974;p56"/>
              <p:cNvSpPr/>
              <p:nvPr/>
            </p:nvSpPr>
            <p:spPr>
              <a:xfrm>
                <a:off x="8105957" y="3478924"/>
                <a:ext cx="284621" cy="282605"/>
              </a:xfrm>
              <a:custGeom>
                <a:rect b="b" l="l" r="r" t="t"/>
                <a:pathLst>
                  <a:path extrusionOk="0" h="297454" w="299575">
                    <a:moveTo>
                      <a:pt x="249204" y="123541"/>
                    </a:moveTo>
                    <a:cubicBezTo>
                      <a:pt x="240190" y="123011"/>
                      <a:pt x="239659" y="128843"/>
                      <a:pt x="241250" y="136266"/>
                    </a:cubicBezTo>
                    <a:cubicBezTo>
                      <a:pt x="245492" y="158536"/>
                      <a:pt x="240720" y="179214"/>
                      <a:pt x="229055" y="198302"/>
                    </a:cubicBezTo>
                    <a:cubicBezTo>
                      <a:pt x="206255" y="234888"/>
                      <a:pt x="158536" y="250264"/>
                      <a:pt x="116648" y="234888"/>
                    </a:cubicBezTo>
                    <a:cubicBezTo>
                      <a:pt x="83774" y="222692"/>
                      <a:pt x="50901" y="185577"/>
                      <a:pt x="59914" y="135736"/>
                    </a:cubicBezTo>
                    <a:cubicBezTo>
                      <a:pt x="60444" y="132555"/>
                      <a:pt x="62565" y="127252"/>
                      <a:pt x="58324" y="125662"/>
                    </a:cubicBezTo>
                    <a:cubicBezTo>
                      <a:pt x="51431" y="122481"/>
                      <a:pt x="43477" y="123541"/>
                      <a:pt x="36585" y="125131"/>
                    </a:cubicBezTo>
                    <a:cubicBezTo>
                      <a:pt x="30222" y="126722"/>
                      <a:pt x="31813" y="133085"/>
                      <a:pt x="31813" y="137857"/>
                    </a:cubicBezTo>
                    <a:cubicBezTo>
                      <a:pt x="31813" y="174442"/>
                      <a:pt x="31813" y="210497"/>
                      <a:pt x="31813" y="247082"/>
                    </a:cubicBezTo>
                    <a:cubicBezTo>
                      <a:pt x="31813" y="262989"/>
                      <a:pt x="35524" y="266701"/>
                      <a:pt x="51961" y="266701"/>
                    </a:cubicBezTo>
                    <a:cubicBezTo>
                      <a:pt x="84835" y="266701"/>
                      <a:pt x="117178" y="266701"/>
                      <a:pt x="150052" y="266701"/>
                    </a:cubicBezTo>
                    <a:cubicBezTo>
                      <a:pt x="183456" y="266701"/>
                      <a:pt x="217390" y="266701"/>
                      <a:pt x="250794" y="266701"/>
                    </a:cubicBezTo>
                    <a:cubicBezTo>
                      <a:pt x="262459" y="266701"/>
                      <a:pt x="269352" y="261929"/>
                      <a:pt x="269352" y="250264"/>
                    </a:cubicBezTo>
                    <a:cubicBezTo>
                      <a:pt x="269352" y="211558"/>
                      <a:pt x="269352" y="173382"/>
                      <a:pt x="269352" y="134675"/>
                    </a:cubicBezTo>
                    <a:cubicBezTo>
                      <a:pt x="268822" y="126987"/>
                      <a:pt x="265773" y="124337"/>
                      <a:pt x="261863" y="123541"/>
                    </a:cubicBezTo>
                    <a:cubicBezTo>
                      <a:pt x="257952" y="122746"/>
                      <a:pt x="253180" y="123806"/>
                      <a:pt x="249204" y="123541"/>
                    </a:cubicBezTo>
                    <a:close/>
                    <a:moveTo>
                      <a:pt x="151642" y="88016"/>
                    </a:moveTo>
                    <a:cubicBezTo>
                      <a:pt x="116648" y="87486"/>
                      <a:pt x="89076" y="113997"/>
                      <a:pt x="89076" y="147931"/>
                    </a:cubicBezTo>
                    <a:cubicBezTo>
                      <a:pt x="89076" y="180805"/>
                      <a:pt x="117178" y="208377"/>
                      <a:pt x="150582" y="208377"/>
                    </a:cubicBezTo>
                    <a:cubicBezTo>
                      <a:pt x="183986" y="208377"/>
                      <a:pt x="212088" y="181335"/>
                      <a:pt x="212088" y="148461"/>
                    </a:cubicBezTo>
                    <a:cubicBezTo>
                      <a:pt x="212088" y="115058"/>
                      <a:pt x="185577" y="88546"/>
                      <a:pt x="151642" y="88016"/>
                    </a:cubicBezTo>
                    <a:close/>
                    <a:moveTo>
                      <a:pt x="234357" y="29162"/>
                    </a:moveTo>
                    <a:cubicBezTo>
                      <a:pt x="207846" y="29162"/>
                      <a:pt x="204135" y="32873"/>
                      <a:pt x="203605" y="60444"/>
                    </a:cubicBezTo>
                    <a:cubicBezTo>
                      <a:pt x="203605" y="90137"/>
                      <a:pt x="205195" y="92258"/>
                      <a:pt x="235948" y="92258"/>
                    </a:cubicBezTo>
                    <a:cubicBezTo>
                      <a:pt x="267762" y="92258"/>
                      <a:pt x="268822" y="91197"/>
                      <a:pt x="268822" y="59914"/>
                    </a:cubicBezTo>
                    <a:cubicBezTo>
                      <a:pt x="268822" y="57794"/>
                      <a:pt x="268822" y="55673"/>
                      <a:pt x="268822" y="53552"/>
                    </a:cubicBezTo>
                    <a:cubicBezTo>
                      <a:pt x="268822" y="35524"/>
                      <a:pt x="263519" y="29692"/>
                      <a:pt x="245492" y="29162"/>
                    </a:cubicBezTo>
                    <a:cubicBezTo>
                      <a:pt x="241781" y="29162"/>
                      <a:pt x="238069" y="29162"/>
                      <a:pt x="234357" y="29162"/>
                    </a:cubicBezTo>
                    <a:close/>
                    <a:moveTo>
                      <a:pt x="41887" y="0"/>
                    </a:moveTo>
                    <a:cubicBezTo>
                      <a:pt x="113998" y="0"/>
                      <a:pt x="186108" y="0"/>
                      <a:pt x="258217" y="0"/>
                    </a:cubicBezTo>
                    <a:cubicBezTo>
                      <a:pt x="284728" y="0"/>
                      <a:pt x="299575" y="14846"/>
                      <a:pt x="299575" y="41887"/>
                    </a:cubicBezTo>
                    <a:cubicBezTo>
                      <a:pt x="299575" y="112937"/>
                      <a:pt x="299575" y="184517"/>
                      <a:pt x="299575" y="255567"/>
                    </a:cubicBezTo>
                    <a:cubicBezTo>
                      <a:pt x="299575" y="283138"/>
                      <a:pt x="285789" y="297454"/>
                      <a:pt x="257687" y="297454"/>
                    </a:cubicBezTo>
                    <a:cubicBezTo>
                      <a:pt x="221632" y="297454"/>
                      <a:pt x="185577" y="297454"/>
                      <a:pt x="149522" y="297454"/>
                    </a:cubicBezTo>
                    <a:cubicBezTo>
                      <a:pt x="113467" y="297454"/>
                      <a:pt x="77412" y="297454"/>
                      <a:pt x="41357" y="297454"/>
                    </a:cubicBezTo>
                    <a:cubicBezTo>
                      <a:pt x="14315" y="297454"/>
                      <a:pt x="0" y="283138"/>
                      <a:pt x="0" y="256096"/>
                    </a:cubicBezTo>
                    <a:cubicBezTo>
                      <a:pt x="0" y="184517"/>
                      <a:pt x="0" y="112937"/>
                      <a:pt x="0" y="41357"/>
                    </a:cubicBezTo>
                    <a:cubicBezTo>
                      <a:pt x="0" y="14315"/>
                      <a:pt x="14846" y="0"/>
                      <a:pt x="41887"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grpSp>
        <p:grpSp>
          <p:nvGrpSpPr>
            <p:cNvPr id="2975" name="Google Shape;2975;p56"/>
            <p:cNvGrpSpPr/>
            <p:nvPr/>
          </p:nvGrpSpPr>
          <p:grpSpPr>
            <a:xfrm>
              <a:off x="8955547" y="3191206"/>
              <a:ext cx="1044109" cy="1340343"/>
              <a:chOff x="3425013" y="0"/>
              <a:chExt cx="5341478" cy="6856954"/>
            </a:xfrm>
          </p:grpSpPr>
          <p:sp>
            <p:nvSpPr>
              <p:cNvPr id="2976" name="Google Shape;2976;p56"/>
              <p:cNvSpPr/>
              <p:nvPr/>
            </p:nvSpPr>
            <p:spPr>
              <a:xfrm>
                <a:off x="3425013" y="0"/>
                <a:ext cx="5341478" cy="6856954"/>
              </a:xfrm>
              <a:custGeom>
                <a:rect b="b" l="l" r="r" t="t"/>
                <a:pathLst>
                  <a:path extrusionOk="0" h="6856954" w="5341478">
                    <a:moveTo>
                      <a:pt x="2688415" y="0"/>
                    </a:moveTo>
                    <a:cubicBezTo>
                      <a:pt x="2688415" y="0"/>
                      <a:pt x="956487" y="1166644"/>
                      <a:pt x="25123" y="1019550"/>
                    </a:cubicBezTo>
                    <a:cubicBezTo>
                      <a:pt x="-26116" y="2058707"/>
                      <a:pt x="15276" y="3058651"/>
                      <a:pt x="25123" y="3846231"/>
                    </a:cubicBezTo>
                    <a:cubicBezTo>
                      <a:pt x="54577" y="5744861"/>
                      <a:pt x="2642056" y="6856955"/>
                      <a:pt x="2642056" y="6856955"/>
                    </a:cubicBezTo>
                    <a:cubicBezTo>
                      <a:pt x="2642056" y="6856955"/>
                      <a:pt x="5064141" y="5921234"/>
                      <a:pt x="5338636" y="3952543"/>
                    </a:cubicBezTo>
                    <a:cubicBezTo>
                      <a:pt x="5328789" y="2980224"/>
                      <a:pt x="5348483" y="1950827"/>
                      <a:pt x="5338636" y="1048917"/>
                    </a:cubicBezTo>
                    <a:cubicBezTo>
                      <a:pt x="3593636" y="764663"/>
                      <a:pt x="2688415" y="0"/>
                      <a:pt x="2688415" y="0"/>
                    </a:cubicBezTo>
                    <a:close/>
                  </a:path>
                </a:pathLst>
              </a:custGeom>
              <a:noFill/>
              <a:ln cap="flat" cmpd="sng" w="3175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977" name="Google Shape;2977;p56"/>
              <p:cNvSpPr/>
              <p:nvPr/>
            </p:nvSpPr>
            <p:spPr>
              <a:xfrm>
                <a:off x="3692070" y="321376"/>
                <a:ext cx="4817313" cy="6184138"/>
              </a:xfrm>
              <a:custGeom>
                <a:rect b="b" l="l" r="r" t="t"/>
                <a:pathLst>
                  <a:path extrusionOk="0" h="6184138" w="4817313">
                    <a:moveTo>
                      <a:pt x="2424582" y="0"/>
                    </a:moveTo>
                    <a:cubicBezTo>
                      <a:pt x="2424582" y="0"/>
                      <a:pt x="862578" y="1052141"/>
                      <a:pt x="22626" y="919512"/>
                    </a:cubicBezTo>
                    <a:cubicBezTo>
                      <a:pt x="-23559" y="1856714"/>
                      <a:pt x="13825" y="2758537"/>
                      <a:pt x="22626" y="3468824"/>
                    </a:cubicBezTo>
                    <a:cubicBezTo>
                      <a:pt x="49117" y="5181145"/>
                      <a:pt x="2382841" y="6184138"/>
                      <a:pt x="2382841" y="6184138"/>
                    </a:cubicBezTo>
                    <a:cubicBezTo>
                      <a:pt x="2382841" y="6184138"/>
                      <a:pt x="4567206" y="5340265"/>
                      <a:pt x="4814773" y="3564766"/>
                    </a:cubicBezTo>
                    <a:cubicBezTo>
                      <a:pt x="4805973" y="2687778"/>
                      <a:pt x="4823575" y="1759465"/>
                      <a:pt x="4814773" y="946003"/>
                    </a:cubicBezTo>
                    <a:cubicBezTo>
                      <a:pt x="3240919" y="689634"/>
                      <a:pt x="2424582" y="0"/>
                      <a:pt x="2424582"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978" name="Google Shape;2978;p56"/>
              <p:cNvSpPr/>
              <p:nvPr/>
            </p:nvSpPr>
            <p:spPr>
              <a:xfrm>
                <a:off x="5077582" y="3107623"/>
                <a:ext cx="1971904" cy="1813799"/>
              </a:xfrm>
              <a:custGeom>
                <a:rect b="b" l="l" r="r" t="t"/>
                <a:pathLst>
                  <a:path extrusionOk="0" h="1813799" w="1971904">
                    <a:moveTo>
                      <a:pt x="1970433" y="1441139"/>
                    </a:moveTo>
                    <a:cubicBezTo>
                      <a:pt x="1467194" y="1954225"/>
                      <a:pt x="555524" y="1921547"/>
                      <a:pt x="0" y="1441139"/>
                    </a:cubicBezTo>
                    <a:cubicBezTo>
                      <a:pt x="0" y="1079329"/>
                      <a:pt x="0" y="0"/>
                      <a:pt x="0" y="0"/>
                    </a:cubicBezTo>
                    <a:lnTo>
                      <a:pt x="1970433" y="0"/>
                    </a:lnTo>
                    <a:cubicBezTo>
                      <a:pt x="1970433" y="87"/>
                      <a:pt x="1973745" y="1079329"/>
                      <a:pt x="1970433" y="144113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979" name="Google Shape;2979;p56"/>
              <p:cNvSpPr/>
              <p:nvPr/>
            </p:nvSpPr>
            <p:spPr>
              <a:xfrm>
                <a:off x="5332382" y="1718072"/>
                <a:ext cx="1483576" cy="1261366"/>
              </a:xfrm>
              <a:custGeom>
                <a:rect b="b" l="l" r="r" t="t"/>
                <a:pathLst>
                  <a:path extrusionOk="0" h="1261366" w="1483576">
                    <a:moveTo>
                      <a:pt x="741832" y="0"/>
                    </a:moveTo>
                    <a:lnTo>
                      <a:pt x="741832" y="0"/>
                    </a:lnTo>
                    <a:cubicBezTo>
                      <a:pt x="332182" y="0"/>
                      <a:pt x="0" y="332095"/>
                      <a:pt x="0" y="741745"/>
                    </a:cubicBezTo>
                    <a:lnTo>
                      <a:pt x="0" y="1261367"/>
                    </a:lnTo>
                    <a:lnTo>
                      <a:pt x="292445" y="1261367"/>
                    </a:lnTo>
                    <a:lnTo>
                      <a:pt x="292445" y="735209"/>
                    </a:lnTo>
                    <a:cubicBezTo>
                      <a:pt x="292445" y="499231"/>
                      <a:pt x="483720" y="307956"/>
                      <a:pt x="719698" y="307956"/>
                    </a:cubicBezTo>
                    <a:lnTo>
                      <a:pt x="719698" y="307956"/>
                    </a:lnTo>
                    <a:cubicBezTo>
                      <a:pt x="955676" y="307956"/>
                      <a:pt x="1146950" y="499231"/>
                      <a:pt x="1146950" y="735209"/>
                    </a:cubicBezTo>
                    <a:lnTo>
                      <a:pt x="1146950" y="1261367"/>
                    </a:lnTo>
                    <a:lnTo>
                      <a:pt x="1483576" y="1261367"/>
                    </a:lnTo>
                    <a:lnTo>
                      <a:pt x="1483576" y="741745"/>
                    </a:lnTo>
                    <a:cubicBezTo>
                      <a:pt x="1483664" y="332095"/>
                      <a:pt x="1151569" y="0"/>
                      <a:pt x="741832"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980" name="Google Shape;2980;p56"/>
              <p:cNvSpPr/>
              <p:nvPr/>
            </p:nvSpPr>
            <p:spPr>
              <a:xfrm>
                <a:off x="5864640" y="3547424"/>
                <a:ext cx="405205" cy="796469"/>
              </a:xfrm>
              <a:custGeom>
                <a:rect b="b" l="l" r="r" t="t"/>
                <a:pathLst>
                  <a:path extrusionOk="0" h="796469" w="405205">
                    <a:moveTo>
                      <a:pt x="353618" y="639528"/>
                    </a:moveTo>
                    <a:lnTo>
                      <a:pt x="310135" y="639528"/>
                    </a:lnTo>
                    <a:cubicBezTo>
                      <a:pt x="311006" y="635781"/>
                      <a:pt x="311529" y="631947"/>
                      <a:pt x="311529" y="628026"/>
                    </a:cubicBezTo>
                    <a:lnTo>
                      <a:pt x="311529" y="570861"/>
                    </a:lnTo>
                    <a:cubicBezTo>
                      <a:pt x="311529" y="543324"/>
                      <a:pt x="289221" y="521016"/>
                      <a:pt x="261685" y="521016"/>
                    </a:cubicBezTo>
                    <a:lnTo>
                      <a:pt x="261423" y="521016"/>
                    </a:lnTo>
                    <a:lnTo>
                      <a:pt x="261423" y="396492"/>
                    </a:lnTo>
                    <a:cubicBezTo>
                      <a:pt x="344643" y="371308"/>
                      <a:pt x="405206" y="294014"/>
                      <a:pt x="405206" y="202603"/>
                    </a:cubicBezTo>
                    <a:cubicBezTo>
                      <a:pt x="405206" y="90714"/>
                      <a:pt x="314492" y="0"/>
                      <a:pt x="202603" y="0"/>
                    </a:cubicBezTo>
                    <a:cubicBezTo>
                      <a:pt x="90714" y="0"/>
                      <a:pt x="0" y="90714"/>
                      <a:pt x="0" y="202603"/>
                    </a:cubicBezTo>
                    <a:cubicBezTo>
                      <a:pt x="0" y="294014"/>
                      <a:pt x="60563" y="371308"/>
                      <a:pt x="143783" y="396492"/>
                    </a:cubicBezTo>
                    <a:lnTo>
                      <a:pt x="143783" y="521016"/>
                    </a:lnTo>
                    <a:lnTo>
                      <a:pt x="143521" y="521016"/>
                    </a:lnTo>
                    <a:cubicBezTo>
                      <a:pt x="115985" y="521016"/>
                      <a:pt x="93677" y="543324"/>
                      <a:pt x="93677" y="570861"/>
                    </a:cubicBezTo>
                    <a:lnTo>
                      <a:pt x="93677" y="628026"/>
                    </a:lnTo>
                    <a:cubicBezTo>
                      <a:pt x="93677" y="632034"/>
                      <a:pt x="94199" y="635868"/>
                      <a:pt x="95071" y="639528"/>
                    </a:cubicBezTo>
                    <a:lnTo>
                      <a:pt x="51587" y="639528"/>
                    </a:lnTo>
                    <a:cubicBezTo>
                      <a:pt x="35118" y="639528"/>
                      <a:pt x="21785" y="652861"/>
                      <a:pt x="21785" y="669330"/>
                    </a:cubicBezTo>
                    <a:lnTo>
                      <a:pt x="21785" y="766667"/>
                    </a:lnTo>
                    <a:cubicBezTo>
                      <a:pt x="21785" y="783137"/>
                      <a:pt x="35118" y="796469"/>
                      <a:pt x="51587" y="796469"/>
                    </a:cubicBezTo>
                    <a:lnTo>
                      <a:pt x="353705" y="796469"/>
                    </a:lnTo>
                    <a:cubicBezTo>
                      <a:pt x="370175" y="796469"/>
                      <a:pt x="383508" y="783137"/>
                      <a:pt x="383508" y="766667"/>
                    </a:cubicBezTo>
                    <a:lnTo>
                      <a:pt x="383508" y="669330"/>
                    </a:lnTo>
                    <a:cubicBezTo>
                      <a:pt x="383333" y="652861"/>
                      <a:pt x="370001" y="639528"/>
                      <a:pt x="353618" y="63952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grpSp>
      <p:sp>
        <p:nvSpPr>
          <p:cNvPr id="2981" name="Google Shape;2981;p56"/>
          <p:cNvSpPr txBox="1"/>
          <p:nvPr/>
        </p:nvSpPr>
        <p:spPr>
          <a:xfrm>
            <a:off x="3648284" y="5701736"/>
            <a:ext cx="5500048" cy="144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F0"/>
              </a:buClr>
              <a:buSzPts val="2800"/>
              <a:buFont typeface="Impact"/>
              <a:buNone/>
            </a:pPr>
            <a:r>
              <a:rPr b="0" i="0" lang="en-US" sz="2800" u="none" cap="none" strike="noStrike">
                <a:solidFill>
                  <a:srgbClr val="00B0F0"/>
                </a:solidFill>
                <a:latin typeface="Impact"/>
                <a:ea typeface="Impact"/>
                <a:cs typeface="Impact"/>
                <a:sym typeface="Impact"/>
              </a:rPr>
              <a:t>A. SHE'S READ A BOOK.</a:t>
            </a:r>
            <a:endParaRPr b="0" i="0" sz="3200" u="none" cap="none" strike="noStrike">
              <a:solidFill>
                <a:srgbClr val="00B0F0"/>
              </a:solidFill>
              <a:latin typeface="Arial"/>
              <a:ea typeface="Arial"/>
              <a:cs typeface="Arial"/>
              <a:sym typeface="Arial"/>
            </a:endParaRPr>
          </a:p>
          <a:p>
            <a:pPr indent="0" lvl="0" marL="0" marR="0" rtl="0" algn="l">
              <a:lnSpc>
                <a:spcPct val="100000"/>
              </a:lnSpc>
              <a:spcBef>
                <a:spcPts val="0"/>
              </a:spcBef>
              <a:spcAft>
                <a:spcPts val="0"/>
              </a:spcAft>
              <a:buClr>
                <a:srgbClr val="00B0F0"/>
              </a:buClr>
              <a:buSzPts val="2800"/>
              <a:buFont typeface="Impact"/>
              <a:buNone/>
            </a:pPr>
            <a:r>
              <a:rPr b="0" i="0" lang="en-US" sz="2800" u="none" cap="none" strike="noStrike">
                <a:solidFill>
                  <a:srgbClr val="00B0F0"/>
                </a:solidFill>
                <a:latin typeface="Impact"/>
                <a:ea typeface="Impact"/>
                <a:cs typeface="Impact"/>
                <a:sym typeface="Impact"/>
              </a:rPr>
              <a:t>B. SHE'S BEEN READING A BOOK.</a:t>
            </a:r>
            <a:endParaRPr b="0" i="0" sz="3200" u="none" cap="none" strike="noStrike">
              <a:solidFill>
                <a:srgbClr val="00B0F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3200"/>
              <a:buFont typeface="Calibri"/>
              <a:buNone/>
            </a:pPr>
            <a:r>
              <a:t/>
            </a:r>
            <a:endParaRPr b="0" i="0" sz="3200" u="none" cap="none" strike="noStrike">
              <a:solidFill>
                <a:srgbClr val="00B0F0"/>
              </a:solidFill>
              <a:latin typeface="Arial"/>
              <a:ea typeface="Arial"/>
              <a:cs typeface="Arial"/>
              <a:sym typeface="Arial"/>
            </a:endParaRPr>
          </a:p>
        </p:txBody>
      </p:sp>
      <p:sp>
        <p:nvSpPr>
          <p:cNvPr id="2982" name="Google Shape;2982;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en-US"/>
              <a:t>56</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1">
                                            <p:txEl>
                                              <p:pRg end="0" st="0"/>
                                            </p:txEl>
                                          </p:spTgt>
                                        </p:tgtEl>
                                        <p:attrNameLst>
                                          <p:attrName>style.visibility</p:attrName>
                                        </p:attrNameLst>
                                      </p:cBhvr>
                                      <p:to>
                                        <p:strVal val="visible"/>
                                      </p:to>
                                    </p:set>
                                    <p:animEffect filter="fade" transition="in">
                                      <p:cBhvr>
                                        <p:cTn dur="500"/>
                                        <p:tgtEl>
                                          <p:spTgt spid="298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1">
                                            <p:txEl>
                                              <p:pRg end="1" st="1"/>
                                            </p:txEl>
                                          </p:spTgt>
                                        </p:tgtEl>
                                        <p:attrNameLst>
                                          <p:attrName>style.visibility</p:attrName>
                                        </p:attrNameLst>
                                      </p:cBhvr>
                                      <p:to>
                                        <p:strVal val="visible"/>
                                      </p:to>
                                    </p:set>
                                    <p:animEffect filter="fade" transition="in">
                                      <p:cBhvr>
                                        <p:cTn dur="500"/>
                                        <p:tgtEl>
                                          <p:spTgt spid="298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1">
                                            <p:txEl>
                                              <p:pRg end="2" st="2"/>
                                            </p:txEl>
                                          </p:spTgt>
                                        </p:tgtEl>
                                        <p:attrNameLst>
                                          <p:attrName>style.visibility</p:attrName>
                                        </p:attrNameLst>
                                      </p:cBhvr>
                                      <p:to>
                                        <p:strVal val="visible"/>
                                      </p:to>
                                    </p:set>
                                    <p:animEffect filter="fade" transition="in">
                                      <p:cBhvr>
                                        <p:cTn dur="500"/>
                                        <p:tgtEl>
                                          <p:spTgt spid="2981">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6" name="Shape 2986"/>
        <p:cNvGrpSpPr/>
        <p:nvPr/>
      </p:nvGrpSpPr>
      <p:grpSpPr>
        <a:xfrm>
          <a:off x="0" y="0"/>
          <a:ext cx="0" cy="0"/>
          <a:chOff x="0" y="0"/>
          <a:chExt cx="0" cy="0"/>
        </a:xfrm>
      </p:grpSpPr>
      <p:sp>
        <p:nvSpPr>
          <p:cNvPr id="2987" name="Google Shape;2987;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988" name="Google Shape;2988;p57"/>
          <p:cNvSpPr txBox="1"/>
          <p:nvPr>
            <p:ph type="title"/>
          </p:nvPr>
        </p:nvSpPr>
        <p:spPr>
          <a:xfrm>
            <a:off x="1302225" y="577403"/>
            <a:ext cx="10394707" cy="1213360"/>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accent1"/>
              </a:buClr>
              <a:buSzPts val="5400"/>
              <a:buFont typeface="Impact"/>
              <a:buNone/>
            </a:pPr>
            <a:r>
              <a:rPr b="0" i="0" lang="en-US" sz="5400" u="none" cap="none" strike="noStrike">
                <a:solidFill>
                  <a:srgbClr val="169C7C"/>
                </a:solidFill>
                <a:latin typeface="Impact"/>
                <a:ea typeface="Impact"/>
                <a:cs typeface="Impact"/>
                <a:sym typeface="Impact"/>
              </a:rPr>
              <a:t>NOW YOU TELL ME:</a:t>
            </a:r>
            <a:endParaRPr b="0" i="0" sz="5400" u="none" cap="none" strike="noStrike">
              <a:solidFill>
                <a:srgbClr val="169C7C"/>
              </a:solidFill>
              <a:latin typeface="Impact"/>
              <a:ea typeface="Impact"/>
              <a:cs typeface="Impact"/>
              <a:sym typeface="Impact"/>
            </a:endParaRPr>
          </a:p>
        </p:txBody>
      </p:sp>
      <p:sp>
        <p:nvSpPr>
          <p:cNvPr id="2989" name="Google Shape;2989;p57"/>
          <p:cNvSpPr txBox="1"/>
          <p:nvPr/>
        </p:nvSpPr>
        <p:spPr>
          <a:xfrm>
            <a:off x="1321482" y="5012556"/>
            <a:ext cx="4145864" cy="937241"/>
          </a:xfrm>
          <a:prstGeom prst="rect">
            <a:avLst/>
          </a:prstGeom>
          <a:noFill/>
          <a:ln>
            <a:noFill/>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Clr>
                <a:schemeClr val="accent1"/>
              </a:buClr>
              <a:buSzPts val="2400"/>
              <a:buFont typeface="Arial"/>
              <a:buNone/>
            </a:pPr>
            <a:r>
              <a:rPr b="0" i="0" lang="en-US" sz="2800" u="none" cap="none" strike="noStrike">
                <a:solidFill>
                  <a:srgbClr val="7F7F7F"/>
                </a:solidFill>
                <a:latin typeface="Impact"/>
                <a:ea typeface="Impact"/>
                <a:cs typeface="Impact"/>
                <a:sym typeface="Impact"/>
              </a:rPr>
              <a:t>HE NEEDS TO SLOW DOWN! HE’S...</a:t>
            </a:r>
            <a:endParaRPr b="0" i="0" sz="2800" u="none" cap="none" strike="noStrike">
              <a:solidFill>
                <a:srgbClr val="7F7F7F"/>
              </a:solidFill>
              <a:latin typeface="Impact"/>
              <a:ea typeface="Impact"/>
              <a:cs typeface="Impact"/>
              <a:sym typeface="Impact"/>
            </a:endParaRPr>
          </a:p>
        </p:txBody>
      </p:sp>
      <p:sp>
        <p:nvSpPr>
          <p:cNvPr id="2990" name="Google Shape;2990;p57"/>
          <p:cNvSpPr txBox="1"/>
          <p:nvPr/>
        </p:nvSpPr>
        <p:spPr>
          <a:xfrm>
            <a:off x="7305554" y="4291459"/>
            <a:ext cx="3667245" cy="1587338"/>
          </a:xfrm>
          <a:prstGeom prst="rect">
            <a:avLst/>
          </a:prstGeom>
          <a:noFill/>
          <a:ln>
            <a:noFill/>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Clr>
                <a:schemeClr val="accent1"/>
              </a:buClr>
              <a:buSzPts val="2400"/>
              <a:buFont typeface="Arial"/>
              <a:buNone/>
            </a:pPr>
            <a:r>
              <a:rPr b="0" i="0" lang="en-US" sz="2400" u="none" cap="none" strike="noStrike">
                <a:solidFill>
                  <a:srgbClr val="7F7F7F"/>
                </a:solidFill>
                <a:latin typeface="Impact"/>
                <a:ea typeface="Impact"/>
                <a:cs typeface="Impact"/>
                <a:sym typeface="Impact"/>
              </a:rPr>
              <a:t>THE COFFEE IS GONE!</a:t>
            </a:r>
            <a:endParaRPr b="0" i="0" sz="2000" u="none" cap="none" strike="noStrike">
              <a:solidFill>
                <a:schemeClr val="dk1"/>
              </a:solidFill>
              <a:latin typeface="Arial"/>
              <a:ea typeface="Arial"/>
              <a:cs typeface="Arial"/>
              <a:sym typeface="Arial"/>
            </a:endParaRPr>
          </a:p>
          <a:p>
            <a:pPr indent="0" lvl="0" marL="0" marR="0" rtl="0" algn="ctr">
              <a:lnSpc>
                <a:spcPct val="120000"/>
              </a:lnSpc>
              <a:spcBef>
                <a:spcPts val="1000"/>
              </a:spcBef>
              <a:spcAft>
                <a:spcPts val="0"/>
              </a:spcAft>
              <a:buClr>
                <a:schemeClr val="accent1"/>
              </a:buClr>
              <a:buSzPts val="2400"/>
              <a:buFont typeface="Arial"/>
              <a:buNone/>
            </a:pPr>
            <a:r>
              <a:rPr b="0" i="0" lang="en-US" sz="2400" u="none" cap="none" strike="noStrike">
                <a:solidFill>
                  <a:srgbClr val="7F7F7F"/>
                </a:solidFill>
                <a:latin typeface="Impact"/>
                <a:ea typeface="Impact"/>
                <a:cs typeface="Impact"/>
                <a:sym typeface="Impact"/>
              </a:rPr>
              <a:t>HE’S...</a:t>
            </a:r>
            <a:endParaRPr b="0" i="0" sz="2400" u="none" cap="none" strike="noStrike">
              <a:solidFill>
                <a:srgbClr val="7F7F7F"/>
              </a:solidFill>
              <a:latin typeface="Impact"/>
              <a:ea typeface="Impact"/>
              <a:cs typeface="Impact"/>
              <a:sym typeface="Impact"/>
            </a:endParaRPr>
          </a:p>
        </p:txBody>
      </p:sp>
      <p:pic>
        <p:nvPicPr>
          <p:cNvPr descr="http://thumbs.dreamstime.com/x/empty-coffee-cup-13292072.jpg" id="2991" name="Google Shape;2991;p57"/>
          <p:cNvPicPr preferRelativeResize="0"/>
          <p:nvPr/>
        </p:nvPicPr>
        <p:blipFill rotWithShape="1">
          <a:blip r:embed="rId3">
            <a:alphaModFix/>
          </a:blip>
          <a:srcRect b="7037" l="4855" r="7638" t="8406"/>
          <a:stretch/>
        </p:blipFill>
        <p:spPr>
          <a:xfrm>
            <a:off x="7419144" y="801747"/>
            <a:ext cx="3334043" cy="3221502"/>
          </a:xfrm>
          <a:prstGeom prst="rect">
            <a:avLst/>
          </a:prstGeom>
          <a:noFill/>
          <a:ln>
            <a:noFill/>
          </a:ln>
        </p:spPr>
      </p:pic>
      <p:pic>
        <p:nvPicPr>
          <p:cNvPr descr="http://www.echoexaminer.com/wp-content/uploads/2015/07/HE_man-drinking-coffee-thinkstock_s4x3_lg.jpg" id="2992" name="Google Shape;2992;p57"/>
          <p:cNvPicPr preferRelativeResize="0"/>
          <p:nvPr/>
        </p:nvPicPr>
        <p:blipFill rotWithShape="1">
          <a:blip r:embed="rId4">
            <a:alphaModFix/>
          </a:blip>
          <a:srcRect b="0" l="0" r="0" t="0"/>
          <a:stretch/>
        </p:blipFill>
        <p:spPr>
          <a:xfrm>
            <a:off x="1363052" y="1790763"/>
            <a:ext cx="4104294" cy="3078221"/>
          </a:xfrm>
          <a:prstGeom prst="rect">
            <a:avLst/>
          </a:prstGeom>
          <a:noFill/>
          <a:ln>
            <a:noFill/>
          </a:ln>
        </p:spPr>
      </p:pic>
      <p:grpSp>
        <p:nvGrpSpPr>
          <p:cNvPr id="2993" name="Google Shape;2993;p57"/>
          <p:cNvGrpSpPr/>
          <p:nvPr/>
        </p:nvGrpSpPr>
        <p:grpSpPr>
          <a:xfrm>
            <a:off x="307500" y="172896"/>
            <a:ext cx="768029" cy="1252175"/>
            <a:chOff x="169229" y="2084489"/>
            <a:chExt cx="1306245" cy="1903654"/>
          </a:xfrm>
        </p:grpSpPr>
        <p:sp>
          <p:nvSpPr>
            <p:cNvPr id="2994" name="Google Shape;2994;p57"/>
            <p:cNvSpPr/>
            <p:nvPr/>
          </p:nvSpPr>
          <p:spPr>
            <a:xfrm>
              <a:off x="1162276" y="2834478"/>
              <a:ext cx="313198" cy="613622"/>
            </a:xfrm>
            <a:custGeom>
              <a:rect b="b" l="l" r="r" t="t"/>
              <a:pathLst>
                <a:path extrusionOk="0" h="613622" w="313198">
                  <a:moveTo>
                    <a:pt x="297384" y="307094"/>
                  </a:moveTo>
                  <a:cubicBezTo>
                    <a:pt x="292364" y="293707"/>
                    <a:pt x="287509" y="280038"/>
                    <a:pt x="294721" y="265708"/>
                  </a:cubicBezTo>
                  <a:cubicBezTo>
                    <a:pt x="294815" y="265520"/>
                    <a:pt x="294203" y="264954"/>
                    <a:pt x="293543" y="264011"/>
                  </a:cubicBezTo>
                  <a:cubicBezTo>
                    <a:pt x="278907" y="272732"/>
                    <a:pt x="270799" y="262338"/>
                    <a:pt x="263140" y="252463"/>
                  </a:cubicBezTo>
                  <a:cubicBezTo>
                    <a:pt x="257860" y="245675"/>
                    <a:pt x="254396" y="237474"/>
                    <a:pt x="249187" y="230639"/>
                  </a:cubicBezTo>
                  <a:cubicBezTo>
                    <a:pt x="243413" y="223050"/>
                    <a:pt x="236790" y="216027"/>
                    <a:pt x="230050" y="209262"/>
                  </a:cubicBezTo>
                  <a:cubicBezTo>
                    <a:pt x="225972" y="205162"/>
                    <a:pt x="219798" y="202828"/>
                    <a:pt x="216592" y="198280"/>
                  </a:cubicBezTo>
                  <a:cubicBezTo>
                    <a:pt x="205209" y="182135"/>
                    <a:pt x="194980" y="165190"/>
                    <a:pt x="183785" y="148904"/>
                  </a:cubicBezTo>
                  <a:cubicBezTo>
                    <a:pt x="175701" y="137120"/>
                    <a:pt x="167075" y="125642"/>
                    <a:pt x="158049" y="114565"/>
                  </a:cubicBezTo>
                  <a:cubicBezTo>
                    <a:pt x="155527" y="111478"/>
                    <a:pt x="150672" y="108697"/>
                    <a:pt x="146830" y="108626"/>
                  </a:cubicBezTo>
                  <a:cubicBezTo>
                    <a:pt x="138110" y="108461"/>
                    <a:pt x="135494" y="107259"/>
                    <a:pt x="134905" y="98445"/>
                  </a:cubicBezTo>
                  <a:cubicBezTo>
                    <a:pt x="133538" y="78011"/>
                    <a:pt x="121895" y="64318"/>
                    <a:pt x="105633" y="53806"/>
                  </a:cubicBezTo>
                  <a:cubicBezTo>
                    <a:pt x="103276" y="52274"/>
                    <a:pt x="98044" y="51284"/>
                    <a:pt x="97030" y="52510"/>
                  </a:cubicBezTo>
                  <a:cubicBezTo>
                    <a:pt x="95192" y="54678"/>
                    <a:pt x="94014" y="59581"/>
                    <a:pt x="95286" y="61749"/>
                  </a:cubicBezTo>
                  <a:cubicBezTo>
                    <a:pt x="99293" y="68607"/>
                    <a:pt x="104007" y="75277"/>
                    <a:pt x="109474" y="81028"/>
                  </a:cubicBezTo>
                  <a:cubicBezTo>
                    <a:pt x="116309" y="88192"/>
                    <a:pt x="121094" y="95711"/>
                    <a:pt x="121023" y="108202"/>
                  </a:cubicBezTo>
                  <a:cubicBezTo>
                    <a:pt x="115744" y="104879"/>
                    <a:pt x="111619" y="103135"/>
                    <a:pt x="108602" y="100212"/>
                  </a:cubicBezTo>
                  <a:cubicBezTo>
                    <a:pt x="92930" y="85105"/>
                    <a:pt x="77540" y="69715"/>
                    <a:pt x="62032" y="54419"/>
                  </a:cubicBezTo>
                  <a:cubicBezTo>
                    <a:pt x="45652" y="38275"/>
                    <a:pt x="29390" y="21989"/>
                    <a:pt x="12798" y="6081"/>
                  </a:cubicBezTo>
                  <a:cubicBezTo>
                    <a:pt x="9922" y="3323"/>
                    <a:pt x="5656" y="1980"/>
                    <a:pt x="2027" y="0"/>
                  </a:cubicBezTo>
                  <a:cubicBezTo>
                    <a:pt x="1343" y="683"/>
                    <a:pt x="660" y="1367"/>
                    <a:pt x="0" y="2050"/>
                  </a:cubicBezTo>
                  <a:cubicBezTo>
                    <a:pt x="2098" y="6623"/>
                    <a:pt x="3465" y="11713"/>
                    <a:pt x="6387" y="15649"/>
                  </a:cubicBezTo>
                  <a:cubicBezTo>
                    <a:pt x="23686" y="38840"/>
                    <a:pt x="40537" y="62409"/>
                    <a:pt x="59062" y="84586"/>
                  </a:cubicBezTo>
                  <a:cubicBezTo>
                    <a:pt x="92623" y="124747"/>
                    <a:pt x="125077" y="165755"/>
                    <a:pt x="149328" y="212185"/>
                  </a:cubicBezTo>
                  <a:cubicBezTo>
                    <a:pt x="181735" y="274240"/>
                    <a:pt x="204949" y="340137"/>
                    <a:pt x="225713" y="406929"/>
                  </a:cubicBezTo>
                  <a:cubicBezTo>
                    <a:pt x="236932" y="443012"/>
                    <a:pt x="237969" y="480863"/>
                    <a:pt x="246312" y="517417"/>
                  </a:cubicBezTo>
                  <a:cubicBezTo>
                    <a:pt x="252722" y="545534"/>
                    <a:pt x="259062" y="573651"/>
                    <a:pt x="265756" y="601697"/>
                  </a:cubicBezTo>
                  <a:cubicBezTo>
                    <a:pt x="266769" y="605892"/>
                    <a:pt x="269621" y="609663"/>
                    <a:pt x="271600" y="613623"/>
                  </a:cubicBezTo>
                  <a:cubicBezTo>
                    <a:pt x="272308" y="613481"/>
                    <a:pt x="272991" y="613316"/>
                    <a:pt x="273698" y="613175"/>
                  </a:cubicBezTo>
                  <a:cubicBezTo>
                    <a:pt x="274452" y="610417"/>
                    <a:pt x="275914" y="607660"/>
                    <a:pt x="275843" y="604926"/>
                  </a:cubicBezTo>
                  <a:cubicBezTo>
                    <a:pt x="275442" y="587391"/>
                    <a:pt x="276927" y="569432"/>
                    <a:pt x="273698" y="552392"/>
                  </a:cubicBezTo>
                  <a:cubicBezTo>
                    <a:pt x="263776" y="500071"/>
                    <a:pt x="251945" y="448103"/>
                    <a:pt x="240985" y="395970"/>
                  </a:cubicBezTo>
                  <a:cubicBezTo>
                    <a:pt x="234457" y="364836"/>
                    <a:pt x="228070" y="333656"/>
                    <a:pt x="221895" y="302451"/>
                  </a:cubicBezTo>
                  <a:cubicBezTo>
                    <a:pt x="221188" y="298845"/>
                    <a:pt x="222154" y="294909"/>
                    <a:pt x="222366" y="291139"/>
                  </a:cubicBezTo>
                  <a:cubicBezTo>
                    <a:pt x="223521" y="290879"/>
                    <a:pt x="224676" y="290620"/>
                    <a:pt x="225831" y="290361"/>
                  </a:cubicBezTo>
                  <a:cubicBezTo>
                    <a:pt x="228730" y="295286"/>
                    <a:pt x="232336" y="299953"/>
                    <a:pt x="234363" y="305209"/>
                  </a:cubicBezTo>
                  <a:cubicBezTo>
                    <a:pt x="240090" y="319915"/>
                    <a:pt x="244332" y="335235"/>
                    <a:pt x="250719" y="349635"/>
                  </a:cubicBezTo>
                  <a:cubicBezTo>
                    <a:pt x="256847" y="363517"/>
                    <a:pt x="264082" y="377092"/>
                    <a:pt x="272402" y="389748"/>
                  </a:cubicBezTo>
                  <a:cubicBezTo>
                    <a:pt x="277917" y="398138"/>
                    <a:pt x="285789" y="398728"/>
                    <a:pt x="295805" y="394650"/>
                  </a:cubicBezTo>
                  <a:cubicBezTo>
                    <a:pt x="294792" y="393236"/>
                    <a:pt x="294132" y="391468"/>
                    <a:pt x="292883" y="390691"/>
                  </a:cubicBezTo>
                  <a:cubicBezTo>
                    <a:pt x="283644" y="384869"/>
                    <a:pt x="278011" y="376055"/>
                    <a:pt x="274075" y="366415"/>
                  </a:cubicBezTo>
                  <a:cubicBezTo>
                    <a:pt x="266439" y="347726"/>
                    <a:pt x="259793" y="328612"/>
                    <a:pt x="252227" y="309875"/>
                  </a:cubicBezTo>
                  <a:cubicBezTo>
                    <a:pt x="247632" y="298468"/>
                    <a:pt x="242376" y="287297"/>
                    <a:pt x="236743" y="276361"/>
                  </a:cubicBezTo>
                  <a:cubicBezTo>
                    <a:pt x="235305" y="273557"/>
                    <a:pt x="231417" y="271742"/>
                    <a:pt x="228306" y="270139"/>
                  </a:cubicBezTo>
                  <a:cubicBezTo>
                    <a:pt x="223686" y="267782"/>
                    <a:pt x="217653" y="267170"/>
                    <a:pt x="214188" y="263776"/>
                  </a:cubicBezTo>
                  <a:cubicBezTo>
                    <a:pt x="207330" y="257106"/>
                    <a:pt x="201202" y="249493"/>
                    <a:pt x="195899" y="241504"/>
                  </a:cubicBezTo>
                  <a:cubicBezTo>
                    <a:pt x="178930" y="215979"/>
                    <a:pt x="162267" y="190219"/>
                    <a:pt x="145887" y="164294"/>
                  </a:cubicBezTo>
                  <a:cubicBezTo>
                    <a:pt x="138911" y="153241"/>
                    <a:pt x="132760" y="141669"/>
                    <a:pt x="126609" y="130120"/>
                  </a:cubicBezTo>
                  <a:cubicBezTo>
                    <a:pt x="125030" y="127174"/>
                    <a:pt x="124888" y="123498"/>
                    <a:pt x="124063" y="120151"/>
                  </a:cubicBezTo>
                  <a:cubicBezTo>
                    <a:pt x="124912" y="119632"/>
                    <a:pt x="125760" y="119114"/>
                    <a:pt x="126609" y="118595"/>
                  </a:cubicBezTo>
                  <a:cubicBezTo>
                    <a:pt x="133066" y="125171"/>
                    <a:pt x="140207" y="131228"/>
                    <a:pt x="145887" y="138440"/>
                  </a:cubicBezTo>
                  <a:cubicBezTo>
                    <a:pt x="176998" y="177893"/>
                    <a:pt x="208296" y="217181"/>
                    <a:pt x="238393" y="257389"/>
                  </a:cubicBezTo>
                  <a:cubicBezTo>
                    <a:pt x="258049" y="283667"/>
                    <a:pt x="277610" y="310205"/>
                    <a:pt x="291115" y="340538"/>
                  </a:cubicBezTo>
                  <a:cubicBezTo>
                    <a:pt x="293330" y="345510"/>
                    <a:pt x="297526" y="350130"/>
                    <a:pt x="301909" y="353406"/>
                  </a:cubicBezTo>
                  <a:cubicBezTo>
                    <a:pt x="304549" y="355362"/>
                    <a:pt x="309357" y="354443"/>
                    <a:pt x="313199" y="354796"/>
                  </a:cubicBezTo>
                  <a:cubicBezTo>
                    <a:pt x="313199" y="351332"/>
                    <a:pt x="313199" y="347867"/>
                    <a:pt x="313199" y="344379"/>
                  </a:cubicBezTo>
                  <a:cubicBezTo>
                    <a:pt x="307848" y="331959"/>
                    <a:pt x="302121" y="319727"/>
                    <a:pt x="297384" y="3070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995" name="Google Shape;2995;p57"/>
            <p:cNvSpPr/>
            <p:nvPr/>
          </p:nvSpPr>
          <p:spPr>
            <a:xfrm>
              <a:off x="720533" y="2084489"/>
              <a:ext cx="230932" cy="61420"/>
            </a:xfrm>
            <a:custGeom>
              <a:rect b="b" l="l" r="r" t="t"/>
              <a:pathLst>
                <a:path extrusionOk="0" h="61420" w="230932">
                  <a:moveTo>
                    <a:pt x="21640" y="61089"/>
                  </a:moveTo>
                  <a:cubicBezTo>
                    <a:pt x="44878" y="58190"/>
                    <a:pt x="68163" y="54938"/>
                    <a:pt x="91543" y="53830"/>
                  </a:cubicBezTo>
                  <a:cubicBezTo>
                    <a:pt x="124421" y="52251"/>
                    <a:pt x="157369" y="52628"/>
                    <a:pt x="190294" y="51803"/>
                  </a:cubicBezTo>
                  <a:cubicBezTo>
                    <a:pt x="200145" y="51544"/>
                    <a:pt x="210044" y="50554"/>
                    <a:pt x="219754" y="48975"/>
                  </a:cubicBezTo>
                  <a:cubicBezTo>
                    <a:pt x="230855" y="47160"/>
                    <a:pt x="233730" y="42022"/>
                    <a:pt x="228192" y="32359"/>
                  </a:cubicBezTo>
                  <a:cubicBezTo>
                    <a:pt x="221758" y="21117"/>
                    <a:pt x="213768" y="10747"/>
                    <a:pt x="206438" y="0"/>
                  </a:cubicBezTo>
                  <a:cubicBezTo>
                    <a:pt x="204953" y="0"/>
                    <a:pt x="203469" y="0"/>
                    <a:pt x="201984" y="0"/>
                  </a:cubicBezTo>
                  <a:cubicBezTo>
                    <a:pt x="202926" y="3983"/>
                    <a:pt x="203398" y="8178"/>
                    <a:pt x="204883" y="11949"/>
                  </a:cubicBezTo>
                  <a:cubicBezTo>
                    <a:pt x="208159" y="20222"/>
                    <a:pt x="207075" y="24935"/>
                    <a:pt x="198637" y="27787"/>
                  </a:cubicBezTo>
                  <a:cubicBezTo>
                    <a:pt x="191025" y="30356"/>
                    <a:pt x="182870" y="32171"/>
                    <a:pt x="174880" y="32548"/>
                  </a:cubicBezTo>
                  <a:cubicBezTo>
                    <a:pt x="131633" y="34622"/>
                    <a:pt x="89210" y="27622"/>
                    <a:pt x="46834" y="20057"/>
                  </a:cubicBezTo>
                  <a:cubicBezTo>
                    <a:pt x="36158" y="18148"/>
                    <a:pt x="25387" y="16356"/>
                    <a:pt x="14593" y="15696"/>
                  </a:cubicBezTo>
                  <a:cubicBezTo>
                    <a:pt x="4293" y="15060"/>
                    <a:pt x="287" y="19067"/>
                    <a:pt x="27" y="29036"/>
                  </a:cubicBezTo>
                  <a:cubicBezTo>
                    <a:pt x="-138" y="35164"/>
                    <a:pt x="452" y="41409"/>
                    <a:pt x="1512" y="47466"/>
                  </a:cubicBezTo>
                  <a:cubicBezTo>
                    <a:pt x="3539" y="59251"/>
                    <a:pt x="9643" y="62574"/>
                    <a:pt x="21640" y="6108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996" name="Google Shape;2996;p57"/>
            <p:cNvSpPr/>
            <p:nvPr/>
          </p:nvSpPr>
          <p:spPr>
            <a:xfrm>
              <a:off x="517440" y="2721140"/>
              <a:ext cx="900505" cy="1154323"/>
            </a:xfrm>
            <a:custGeom>
              <a:rect b="b" l="l" r="r" t="t"/>
              <a:pathLst>
                <a:path extrusionOk="0" h="1154323" w="900505">
                  <a:moveTo>
                    <a:pt x="894354" y="849656"/>
                  </a:moveTo>
                  <a:cubicBezTo>
                    <a:pt x="889475" y="846993"/>
                    <a:pt x="887283" y="843835"/>
                    <a:pt x="886671" y="839027"/>
                  </a:cubicBezTo>
                  <a:cubicBezTo>
                    <a:pt x="884573" y="822859"/>
                    <a:pt x="881981" y="806715"/>
                    <a:pt x="880896" y="790477"/>
                  </a:cubicBezTo>
                  <a:cubicBezTo>
                    <a:pt x="878869" y="760592"/>
                    <a:pt x="878115" y="730637"/>
                    <a:pt x="876253" y="700752"/>
                  </a:cubicBezTo>
                  <a:cubicBezTo>
                    <a:pt x="873590" y="658023"/>
                    <a:pt x="867439" y="615695"/>
                    <a:pt x="858059" y="573955"/>
                  </a:cubicBezTo>
                  <a:cubicBezTo>
                    <a:pt x="854170" y="556727"/>
                    <a:pt x="848019" y="539993"/>
                    <a:pt x="842433" y="523213"/>
                  </a:cubicBezTo>
                  <a:cubicBezTo>
                    <a:pt x="841608" y="520714"/>
                    <a:pt x="838191" y="519065"/>
                    <a:pt x="835952" y="517014"/>
                  </a:cubicBezTo>
                  <a:cubicBezTo>
                    <a:pt x="834019" y="519630"/>
                    <a:pt x="830814" y="522034"/>
                    <a:pt x="830390" y="524862"/>
                  </a:cubicBezTo>
                  <a:cubicBezTo>
                    <a:pt x="829070" y="533583"/>
                    <a:pt x="828245" y="542492"/>
                    <a:pt x="828268" y="551306"/>
                  </a:cubicBezTo>
                  <a:cubicBezTo>
                    <a:pt x="828292" y="560356"/>
                    <a:pt x="829565" y="569406"/>
                    <a:pt x="830272" y="578433"/>
                  </a:cubicBezTo>
                  <a:cubicBezTo>
                    <a:pt x="829565" y="578551"/>
                    <a:pt x="828858" y="578645"/>
                    <a:pt x="828174" y="578763"/>
                  </a:cubicBezTo>
                  <a:cubicBezTo>
                    <a:pt x="824380" y="566602"/>
                    <a:pt x="820609" y="554441"/>
                    <a:pt x="816791" y="542279"/>
                  </a:cubicBezTo>
                  <a:cubicBezTo>
                    <a:pt x="802744" y="497570"/>
                    <a:pt x="790159" y="452414"/>
                    <a:pt x="770833" y="409496"/>
                  </a:cubicBezTo>
                  <a:cubicBezTo>
                    <a:pt x="757564" y="380036"/>
                    <a:pt x="745497" y="350010"/>
                    <a:pt x="733100" y="320149"/>
                  </a:cubicBezTo>
                  <a:cubicBezTo>
                    <a:pt x="730625" y="314186"/>
                    <a:pt x="729070" y="307823"/>
                    <a:pt x="727090" y="301648"/>
                  </a:cubicBezTo>
                  <a:cubicBezTo>
                    <a:pt x="727797" y="301318"/>
                    <a:pt x="728480" y="300964"/>
                    <a:pt x="729188" y="300634"/>
                  </a:cubicBezTo>
                  <a:cubicBezTo>
                    <a:pt x="731851" y="304664"/>
                    <a:pt x="734867" y="308482"/>
                    <a:pt x="737106" y="312725"/>
                  </a:cubicBezTo>
                  <a:cubicBezTo>
                    <a:pt x="753321" y="343269"/>
                    <a:pt x="768994" y="374120"/>
                    <a:pt x="785633" y="404452"/>
                  </a:cubicBezTo>
                  <a:cubicBezTo>
                    <a:pt x="799162" y="429128"/>
                    <a:pt x="813680" y="453262"/>
                    <a:pt x="828009" y="477490"/>
                  </a:cubicBezTo>
                  <a:cubicBezTo>
                    <a:pt x="829848" y="480578"/>
                    <a:pt x="833123" y="482817"/>
                    <a:pt x="837107" y="486800"/>
                  </a:cubicBezTo>
                  <a:cubicBezTo>
                    <a:pt x="838827" y="473861"/>
                    <a:pt x="834632" y="464481"/>
                    <a:pt x="831262" y="455171"/>
                  </a:cubicBezTo>
                  <a:cubicBezTo>
                    <a:pt x="815518" y="411664"/>
                    <a:pt x="795839" y="369854"/>
                    <a:pt x="773449" y="329458"/>
                  </a:cubicBezTo>
                  <a:cubicBezTo>
                    <a:pt x="758624" y="302708"/>
                    <a:pt x="741844" y="277019"/>
                    <a:pt x="725676" y="251023"/>
                  </a:cubicBezTo>
                  <a:cubicBezTo>
                    <a:pt x="723413" y="247370"/>
                    <a:pt x="719619" y="244660"/>
                    <a:pt x="716531" y="241525"/>
                  </a:cubicBezTo>
                  <a:cubicBezTo>
                    <a:pt x="715824" y="241973"/>
                    <a:pt x="715141" y="242421"/>
                    <a:pt x="714434" y="242868"/>
                  </a:cubicBezTo>
                  <a:cubicBezTo>
                    <a:pt x="715212" y="246639"/>
                    <a:pt x="716154" y="250363"/>
                    <a:pt x="716696" y="254181"/>
                  </a:cubicBezTo>
                  <a:cubicBezTo>
                    <a:pt x="717545" y="260003"/>
                    <a:pt x="719006" y="265942"/>
                    <a:pt x="718535" y="271716"/>
                  </a:cubicBezTo>
                  <a:cubicBezTo>
                    <a:pt x="718275" y="274898"/>
                    <a:pt x="715235" y="279234"/>
                    <a:pt x="712336" y="280554"/>
                  </a:cubicBezTo>
                  <a:cubicBezTo>
                    <a:pt x="702320" y="285079"/>
                    <a:pt x="700364" y="287742"/>
                    <a:pt x="703522" y="298490"/>
                  </a:cubicBezTo>
                  <a:cubicBezTo>
                    <a:pt x="709814" y="319772"/>
                    <a:pt x="715871" y="341124"/>
                    <a:pt x="722942" y="362147"/>
                  </a:cubicBezTo>
                  <a:cubicBezTo>
                    <a:pt x="737083" y="404240"/>
                    <a:pt x="752190" y="446097"/>
                    <a:pt x="756503" y="490689"/>
                  </a:cubicBezTo>
                  <a:cubicBezTo>
                    <a:pt x="758789" y="514280"/>
                    <a:pt x="760251" y="537990"/>
                    <a:pt x="761547" y="561653"/>
                  </a:cubicBezTo>
                  <a:cubicBezTo>
                    <a:pt x="761853" y="567450"/>
                    <a:pt x="761476" y="573908"/>
                    <a:pt x="755914" y="578457"/>
                  </a:cubicBezTo>
                  <a:cubicBezTo>
                    <a:pt x="748584" y="574167"/>
                    <a:pt x="746746" y="566838"/>
                    <a:pt x="745803" y="560026"/>
                  </a:cubicBezTo>
                  <a:cubicBezTo>
                    <a:pt x="742834" y="538744"/>
                    <a:pt x="741160" y="517273"/>
                    <a:pt x="738214" y="495991"/>
                  </a:cubicBezTo>
                  <a:cubicBezTo>
                    <a:pt x="730484" y="440158"/>
                    <a:pt x="715754" y="386328"/>
                    <a:pt x="691997" y="335067"/>
                  </a:cubicBezTo>
                  <a:cubicBezTo>
                    <a:pt x="687660" y="325711"/>
                    <a:pt x="684102" y="315930"/>
                    <a:pt x="680943" y="306126"/>
                  </a:cubicBezTo>
                  <a:cubicBezTo>
                    <a:pt x="678469" y="298466"/>
                    <a:pt x="680637" y="292008"/>
                    <a:pt x="687048" y="286258"/>
                  </a:cubicBezTo>
                  <a:cubicBezTo>
                    <a:pt x="691219" y="282534"/>
                    <a:pt x="694637" y="277019"/>
                    <a:pt x="696333" y="271669"/>
                  </a:cubicBezTo>
                  <a:cubicBezTo>
                    <a:pt x="700316" y="259178"/>
                    <a:pt x="697630" y="246757"/>
                    <a:pt x="693411" y="234667"/>
                  </a:cubicBezTo>
                  <a:cubicBezTo>
                    <a:pt x="686883" y="215930"/>
                    <a:pt x="674344" y="201483"/>
                    <a:pt x="660345" y="187884"/>
                  </a:cubicBezTo>
                  <a:cubicBezTo>
                    <a:pt x="664658" y="203957"/>
                    <a:pt x="670078" y="219512"/>
                    <a:pt x="674745" y="235279"/>
                  </a:cubicBezTo>
                  <a:cubicBezTo>
                    <a:pt x="678092" y="246592"/>
                    <a:pt x="681226" y="258070"/>
                    <a:pt x="683017" y="269689"/>
                  </a:cubicBezTo>
                  <a:cubicBezTo>
                    <a:pt x="684573" y="279753"/>
                    <a:pt x="682640" y="280837"/>
                    <a:pt x="672671" y="279588"/>
                  </a:cubicBezTo>
                  <a:cubicBezTo>
                    <a:pt x="670220" y="279281"/>
                    <a:pt x="667722" y="279234"/>
                    <a:pt x="665247" y="279281"/>
                  </a:cubicBezTo>
                  <a:cubicBezTo>
                    <a:pt x="657422" y="279423"/>
                    <a:pt x="653722" y="282463"/>
                    <a:pt x="654971" y="290146"/>
                  </a:cubicBezTo>
                  <a:cubicBezTo>
                    <a:pt x="656597" y="300021"/>
                    <a:pt x="659402" y="309826"/>
                    <a:pt x="662796" y="319277"/>
                  </a:cubicBezTo>
                  <a:cubicBezTo>
                    <a:pt x="671375" y="343175"/>
                    <a:pt x="680660" y="366814"/>
                    <a:pt x="689357" y="390665"/>
                  </a:cubicBezTo>
                  <a:cubicBezTo>
                    <a:pt x="690583" y="393988"/>
                    <a:pt x="691832" y="399314"/>
                    <a:pt x="690182" y="401294"/>
                  </a:cubicBezTo>
                  <a:cubicBezTo>
                    <a:pt x="686058" y="406244"/>
                    <a:pt x="689169" y="409519"/>
                    <a:pt x="691101" y="413173"/>
                  </a:cubicBezTo>
                  <a:cubicBezTo>
                    <a:pt x="692704" y="416213"/>
                    <a:pt x="695061" y="418852"/>
                    <a:pt x="696852" y="421822"/>
                  </a:cubicBezTo>
                  <a:cubicBezTo>
                    <a:pt x="706161" y="437165"/>
                    <a:pt x="709956" y="453710"/>
                    <a:pt x="706751" y="471480"/>
                  </a:cubicBezTo>
                  <a:cubicBezTo>
                    <a:pt x="705737" y="477066"/>
                    <a:pt x="703899" y="483406"/>
                    <a:pt x="696758" y="483477"/>
                  </a:cubicBezTo>
                  <a:cubicBezTo>
                    <a:pt x="689451" y="483524"/>
                    <a:pt x="687165" y="477608"/>
                    <a:pt x="685963" y="471457"/>
                  </a:cubicBezTo>
                  <a:cubicBezTo>
                    <a:pt x="685115" y="467097"/>
                    <a:pt x="684832" y="462595"/>
                    <a:pt x="683630" y="458353"/>
                  </a:cubicBezTo>
                  <a:cubicBezTo>
                    <a:pt x="669866" y="410227"/>
                    <a:pt x="656480" y="362006"/>
                    <a:pt x="641985" y="314092"/>
                  </a:cubicBezTo>
                  <a:cubicBezTo>
                    <a:pt x="624120" y="254982"/>
                    <a:pt x="595131" y="202166"/>
                    <a:pt x="551389" y="157811"/>
                  </a:cubicBezTo>
                  <a:cubicBezTo>
                    <a:pt x="538568" y="144825"/>
                    <a:pt x="526948" y="130495"/>
                    <a:pt x="515966" y="115859"/>
                  </a:cubicBezTo>
                  <a:cubicBezTo>
                    <a:pt x="505525" y="101907"/>
                    <a:pt x="506727" y="94506"/>
                    <a:pt x="518629" y="81897"/>
                  </a:cubicBezTo>
                  <a:cubicBezTo>
                    <a:pt x="521858" y="78480"/>
                    <a:pt x="525275" y="75204"/>
                    <a:pt x="528952" y="72305"/>
                  </a:cubicBezTo>
                  <a:cubicBezTo>
                    <a:pt x="538803" y="64480"/>
                    <a:pt x="542928" y="65541"/>
                    <a:pt x="547712" y="76854"/>
                  </a:cubicBezTo>
                  <a:cubicBezTo>
                    <a:pt x="550658" y="83783"/>
                    <a:pt x="555136" y="89651"/>
                    <a:pt x="562678" y="90971"/>
                  </a:cubicBezTo>
                  <a:cubicBezTo>
                    <a:pt x="566402" y="91631"/>
                    <a:pt x="572341" y="90311"/>
                    <a:pt x="574250" y="87672"/>
                  </a:cubicBezTo>
                  <a:cubicBezTo>
                    <a:pt x="576489" y="84631"/>
                    <a:pt x="576725" y="78716"/>
                    <a:pt x="575428" y="74874"/>
                  </a:cubicBezTo>
                  <a:cubicBezTo>
                    <a:pt x="574108" y="71032"/>
                    <a:pt x="570196" y="67733"/>
                    <a:pt x="566779" y="64999"/>
                  </a:cubicBezTo>
                  <a:cubicBezTo>
                    <a:pt x="549668" y="51282"/>
                    <a:pt x="530790" y="40606"/>
                    <a:pt x="509814" y="34054"/>
                  </a:cubicBezTo>
                  <a:cubicBezTo>
                    <a:pt x="505030" y="32569"/>
                    <a:pt x="499656" y="32852"/>
                    <a:pt x="494542" y="32475"/>
                  </a:cubicBezTo>
                  <a:cubicBezTo>
                    <a:pt x="488839" y="32050"/>
                    <a:pt x="482734" y="32993"/>
                    <a:pt x="477502" y="31249"/>
                  </a:cubicBezTo>
                  <a:cubicBezTo>
                    <a:pt x="469866" y="28680"/>
                    <a:pt x="462748" y="24414"/>
                    <a:pt x="455607" y="20549"/>
                  </a:cubicBezTo>
                  <a:cubicBezTo>
                    <a:pt x="443894" y="14233"/>
                    <a:pt x="432393" y="7540"/>
                    <a:pt x="420656" y="1270"/>
                  </a:cubicBezTo>
                  <a:cubicBezTo>
                    <a:pt x="415164" y="-1652"/>
                    <a:pt x="410545" y="823"/>
                    <a:pt x="406868" y="5088"/>
                  </a:cubicBezTo>
                  <a:cubicBezTo>
                    <a:pt x="404936" y="7304"/>
                    <a:pt x="403357" y="9873"/>
                    <a:pt x="401895" y="12442"/>
                  </a:cubicBezTo>
                  <a:cubicBezTo>
                    <a:pt x="396121" y="22670"/>
                    <a:pt x="387448" y="29340"/>
                    <a:pt x="375805" y="29529"/>
                  </a:cubicBezTo>
                  <a:cubicBezTo>
                    <a:pt x="354099" y="29906"/>
                    <a:pt x="332345" y="29387"/>
                    <a:pt x="310639" y="28657"/>
                  </a:cubicBezTo>
                  <a:cubicBezTo>
                    <a:pt x="292845" y="28067"/>
                    <a:pt x="275098" y="26182"/>
                    <a:pt x="257328" y="25711"/>
                  </a:cubicBezTo>
                  <a:cubicBezTo>
                    <a:pt x="231685" y="25051"/>
                    <a:pt x="209060" y="34619"/>
                    <a:pt x="187683" y="47841"/>
                  </a:cubicBezTo>
                  <a:cubicBezTo>
                    <a:pt x="154381" y="68440"/>
                    <a:pt x="121409" y="89510"/>
                    <a:pt x="93905" y="117792"/>
                  </a:cubicBezTo>
                  <a:cubicBezTo>
                    <a:pt x="88296" y="123542"/>
                    <a:pt x="83818" y="130519"/>
                    <a:pt x="79529" y="137377"/>
                  </a:cubicBezTo>
                  <a:cubicBezTo>
                    <a:pt x="78350" y="139262"/>
                    <a:pt x="78940" y="143410"/>
                    <a:pt x="80330" y="145319"/>
                  </a:cubicBezTo>
                  <a:cubicBezTo>
                    <a:pt x="81273" y="146592"/>
                    <a:pt x="85562" y="146710"/>
                    <a:pt x="87518" y="145720"/>
                  </a:cubicBezTo>
                  <a:cubicBezTo>
                    <a:pt x="94518" y="142138"/>
                    <a:pt x="101754" y="138603"/>
                    <a:pt x="107858" y="133724"/>
                  </a:cubicBezTo>
                  <a:cubicBezTo>
                    <a:pt x="129328" y="116566"/>
                    <a:pt x="150163" y="98654"/>
                    <a:pt x="171610" y="81450"/>
                  </a:cubicBezTo>
                  <a:cubicBezTo>
                    <a:pt x="185939" y="69972"/>
                    <a:pt x="201306" y="60097"/>
                    <a:pt x="219713" y="56161"/>
                  </a:cubicBezTo>
                  <a:cubicBezTo>
                    <a:pt x="248631" y="49962"/>
                    <a:pt x="277808" y="50528"/>
                    <a:pt x="306868" y="53898"/>
                  </a:cubicBezTo>
                  <a:cubicBezTo>
                    <a:pt x="350846" y="58989"/>
                    <a:pt x="389027" y="79352"/>
                    <a:pt x="426312" y="101577"/>
                  </a:cubicBezTo>
                  <a:cubicBezTo>
                    <a:pt x="428009" y="102590"/>
                    <a:pt x="429612" y="106385"/>
                    <a:pt x="428999" y="108035"/>
                  </a:cubicBezTo>
                  <a:cubicBezTo>
                    <a:pt x="428174" y="110250"/>
                    <a:pt x="425322" y="112819"/>
                    <a:pt x="423036" y="113149"/>
                  </a:cubicBezTo>
                  <a:cubicBezTo>
                    <a:pt x="419524" y="113667"/>
                    <a:pt x="415518" y="113031"/>
                    <a:pt x="412124" y="111805"/>
                  </a:cubicBezTo>
                  <a:cubicBezTo>
                    <a:pt x="389875" y="103769"/>
                    <a:pt x="367556" y="95873"/>
                    <a:pt x="345614" y="87035"/>
                  </a:cubicBezTo>
                  <a:cubicBezTo>
                    <a:pt x="323319" y="78056"/>
                    <a:pt x="300646" y="71268"/>
                    <a:pt x="276418" y="74520"/>
                  </a:cubicBezTo>
                  <a:cubicBezTo>
                    <a:pt x="212336" y="83123"/>
                    <a:pt x="159402" y="112560"/>
                    <a:pt x="118110" y="162218"/>
                  </a:cubicBezTo>
                  <a:cubicBezTo>
                    <a:pt x="67815" y="222694"/>
                    <a:pt x="45638" y="293517"/>
                    <a:pt x="44388" y="371245"/>
                  </a:cubicBezTo>
                  <a:cubicBezTo>
                    <a:pt x="44011" y="394931"/>
                    <a:pt x="46934" y="418664"/>
                    <a:pt x="48301" y="442397"/>
                  </a:cubicBezTo>
                  <a:cubicBezTo>
                    <a:pt x="50775" y="485810"/>
                    <a:pt x="60179" y="527219"/>
                    <a:pt x="80660" y="566107"/>
                  </a:cubicBezTo>
                  <a:cubicBezTo>
                    <a:pt x="91242" y="586211"/>
                    <a:pt x="103427" y="606904"/>
                    <a:pt x="92609" y="633583"/>
                  </a:cubicBezTo>
                  <a:cubicBezTo>
                    <a:pt x="100245" y="626041"/>
                    <a:pt x="105972" y="628987"/>
                    <a:pt x="111487" y="632687"/>
                  </a:cubicBezTo>
                  <a:cubicBezTo>
                    <a:pt x="132227" y="646640"/>
                    <a:pt x="149786" y="664127"/>
                    <a:pt x="165246" y="683547"/>
                  </a:cubicBezTo>
                  <a:cubicBezTo>
                    <a:pt x="172718" y="692928"/>
                    <a:pt x="179717" y="703109"/>
                    <a:pt x="184620" y="713974"/>
                  </a:cubicBezTo>
                  <a:cubicBezTo>
                    <a:pt x="187566" y="720479"/>
                    <a:pt x="190724" y="723967"/>
                    <a:pt x="197205" y="723873"/>
                  </a:cubicBezTo>
                  <a:cubicBezTo>
                    <a:pt x="211747" y="723684"/>
                    <a:pt x="226383" y="723826"/>
                    <a:pt x="240806" y="722270"/>
                  </a:cubicBezTo>
                  <a:cubicBezTo>
                    <a:pt x="264398" y="719748"/>
                    <a:pt x="287613" y="715082"/>
                    <a:pt x="309767" y="706102"/>
                  </a:cubicBezTo>
                  <a:cubicBezTo>
                    <a:pt x="317804" y="702850"/>
                    <a:pt x="324356" y="698160"/>
                    <a:pt x="328409" y="690123"/>
                  </a:cubicBezTo>
                  <a:cubicBezTo>
                    <a:pt x="340429" y="666319"/>
                    <a:pt x="352638" y="642633"/>
                    <a:pt x="364846" y="618947"/>
                  </a:cubicBezTo>
                  <a:cubicBezTo>
                    <a:pt x="366779" y="615200"/>
                    <a:pt x="369112" y="611641"/>
                    <a:pt x="371257" y="607988"/>
                  </a:cubicBezTo>
                  <a:cubicBezTo>
                    <a:pt x="372058" y="608176"/>
                    <a:pt x="372836" y="608365"/>
                    <a:pt x="373637" y="608553"/>
                  </a:cubicBezTo>
                  <a:cubicBezTo>
                    <a:pt x="374910" y="624085"/>
                    <a:pt x="376206" y="639616"/>
                    <a:pt x="377479" y="655124"/>
                  </a:cubicBezTo>
                  <a:cubicBezTo>
                    <a:pt x="378327" y="655148"/>
                    <a:pt x="379199" y="655171"/>
                    <a:pt x="380047" y="655195"/>
                  </a:cubicBezTo>
                  <a:cubicBezTo>
                    <a:pt x="381132" y="653050"/>
                    <a:pt x="382192" y="650929"/>
                    <a:pt x="383276" y="648784"/>
                  </a:cubicBezTo>
                  <a:cubicBezTo>
                    <a:pt x="390842" y="633818"/>
                    <a:pt x="393316" y="617627"/>
                    <a:pt x="392633" y="601247"/>
                  </a:cubicBezTo>
                  <a:cubicBezTo>
                    <a:pt x="392138" y="589534"/>
                    <a:pt x="389734" y="577773"/>
                    <a:pt x="386812" y="566366"/>
                  </a:cubicBezTo>
                  <a:cubicBezTo>
                    <a:pt x="384808" y="558612"/>
                    <a:pt x="380142" y="557505"/>
                    <a:pt x="373213" y="561723"/>
                  </a:cubicBezTo>
                  <a:cubicBezTo>
                    <a:pt x="367933" y="564905"/>
                    <a:pt x="363243" y="569053"/>
                    <a:pt x="357988" y="572235"/>
                  </a:cubicBezTo>
                  <a:cubicBezTo>
                    <a:pt x="349786" y="577208"/>
                    <a:pt x="342833" y="576595"/>
                    <a:pt x="335504" y="570396"/>
                  </a:cubicBezTo>
                  <a:cubicBezTo>
                    <a:pt x="332110" y="567545"/>
                    <a:pt x="328952" y="564316"/>
                    <a:pt x="326218" y="560828"/>
                  </a:cubicBezTo>
                  <a:cubicBezTo>
                    <a:pt x="324709" y="558895"/>
                    <a:pt x="324261" y="556114"/>
                    <a:pt x="323342" y="553710"/>
                  </a:cubicBezTo>
                  <a:cubicBezTo>
                    <a:pt x="325558" y="552909"/>
                    <a:pt x="327773" y="551495"/>
                    <a:pt x="330012" y="551471"/>
                  </a:cubicBezTo>
                  <a:cubicBezTo>
                    <a:pt x="335574" y="551400"/>
                    <a:pt x="339157" y="548761"/>
                    <a:pt x="340429" y="543741"/>
                  </a:cubicBezTo>
                  <a:cubicBezTo>
                    <a:pt x="342079" y="537307"/>
                    <a:pt x="344106" y="530684"/>
                    <a:pt x="343988" y="524179"/>
                  </a:cubicBezTo>
                  <a:cubicBezTo>
                    <a:pt x="343540" y="498937"/>
                    <a:pt x="342786" y="473696"/>
                    <a:pt x="341231" y="448525"/>
                  </a:cubicBezTo>
                  <a:cubicBezTo>
                    <a:pt x="339062" y="413620"/>
                    <a:pt x="332369" y="379494"/>
                    <a:pt x="320255" y="346616"/>
                  </a:cubicBezTo>
                  <a:cubicBezTo>
                    <a:pt x="309885" y="318452"/>
                    <a:pt x="294990" y="293092"/>
                    <a:pt x="273660" y="271598"/>
                  </a:cubicBezTo>
                  <a:cubicBezTo>
                    <a:pt x="264422" y="262289"/>
                    <a:pt x="254287" y="260498"/>
                    <a:pt x="242574" y="265070"/>
                  </a:cubicBezTo>
                  <a:cubicBezTo>
                    <a:pt x="237766" y="266955"/>
                    <a:pt x="233099" y="269288"/>
                    <a:pt x="228409" y="271480"/>
                  </a:cubicBezTo>
                  <a:cubicBezTo>
                    <a:pt x="214103" y="278197"/>
                    <a:pt x="199868" y="285056"/>
                    <a:pt x="185468" y="291584"/>
                  </a:cubicBezTo>
                  <a:cubicBezTo>
                    <a:pt x="182475" y="292951"/>
                    <a:pt x="178916" y="293045"/>
                    <a:pt x="175593" y="293729"/>
                  </a:cubicBezTo>
                  <a:cubicBezTo>
                    <a:pt x="175122" y="292904"/>
                    <a:pt x="174650" y="292102"/>
                    <a:pt x="174179" y="291278"/>
                  </a:cubicBezTo>
                  <a:cubicBezTo>
                    <a:pt x="178256" y="285574"/>
                    <a:pt x="182404" y="279894"/>
                    <a:pt x="186434" y="274120"/>
                  </a:cubicBezTo>
                  <a:cubicBezTo>
                    <a:pt x="191996" y="266154"/>
                    <a:pt x="197888" y="257740"/>
                    <a:pt x="195532" y="247653"/>
                  </a:cubicBezTo>
                  <a:cubicBezTo>
                    <a:pt x="193693" y="239805"/>
                    <a:pt x="197323" y="236576"/>
                    <a:pt x="203144" y="235279"/>
                  </a:cubicBezTo>
                  <a:cubicBezTo>
                    <a:pt x="214669" y="232687"/>
                    <a:pt x="226335" y="230283"/>
                    <a:pt x="238072" y="229317"/>
                  </a:cubicBezTo>
                  <a:cubicBezTo>
                    <a:pt x="256856" y="227761"/>
                    <a:pt x="274768" y="230849"/>
                    <a:pt x="288721" y="245131"/>
                  </a:cubicBezTo>
                  <a:cubicBezTo>
                    <a:pt x="307575" y="264457"/>
                    <a:pt x="321881" y="286894"/>
                    <a:pt x="332251" y="311782"/>
                  </a:cubicBezTo>
                  <a:cubicBezTo>
                    <a:pt x="333241" y="314162"/>
                    <a:pt x="333217" y="317038"/>
                    <a:pt x="333264" y="319701"/>
                  </a:cubicBezTo>
                  <a:cubicBezTo>
                    <a:pt x="333359" y="327596"/>
                    <a:pt x="332958" y="335492"/>
                    <a:pt x="333288" y="343387"/>
                  </a:cubicBezTo>
                  <a:cubicBezTo>
                    <a:pt x="333547" y="349326"/>
                    <a:pt x="334631" y="355218"/>
                    <a:pt x="335339" y="361110"/>
                  </a:cubicBezTo>
                  <a:cubicBezTo>
                    <a:pt x="336211" y="361322"/>
                    <a:pt x="337083" y="361535"/>
                    <a:pt x="337955" y="361747"/>
                  </a:cubicBezTo>
                  <a:cubicBezTo>
                    <a:pt x="341490" y="357222"/>
                    <a:pt x="344907" y="352602"/>
                    <a:pt x="348607" y="348219"/>
                  </a:cubicBezTo>
                  <a:cubicBezTo>
                    <a:pt x="353250" y="342727"/>
                    <a:pt x="356668" y="342491"/>
                    <a:pt x="361429" y="347841"/>
                  </a:cubicBezTo>
                  <a:cubicBezTo>
                    <a:pt x="364516" y="351306"/>
                    <a:pt x="367132" y="355313"/>
                    <a:pt x="369324" y="359413"/>
                  </a:cubicBezTo>
                  <a:cubicBezTo>
                    <a:pt x="376913" y="373531"/>
                    <a:pt x="384007" y="387931"/>
                    <a:pt x="391761" y="401978"/>
                  </a:cubicBezTo>
                  <a:cubicBezTo>
                    <a:pt x="394236" y="406432"/>
                    <a:pt x="397653" y="410698"/>
                    <a:pt x="401589" y="413856"/>
                  </a:cubicBezTo>
                  <a:cubicBezTo>
                    <a:pt x="403734" y="415577"/>
                    <a:pt x="408212" y="415789"/>
                    <a:pt x="410969" y="414822"/>
                  </a:cubicBezTo>
                  <a:cubicBezTo>
                    <a:pt x="412619" y="414233"/>
                    <a:pt x="414009" y="409967"/>
                    <a:pt x="413774" y="407516"/>
                  </a:cubicBezTo>
                  <a:cubicBezTo>
                    <a:pt x="413349" y="403180"/>
                    <a:pt x="412100" y="398749"/>
                    <a:pt x="410309" y="394766"/>
                  </a:cubicBezTo>
                  <a:cubicBezTo>
                    <a:pt x="390347" y="350269"/>
                    <a:pt x="368829" y="306621"/>
                    <a:pt x="336918" y="269100"/>
                  </a:cubicBezTo>
                  <a:cubicBezTo>
                    <a:pt x="319619" y="248761"/>
                    <a:pt x="300175" y="231061"/>
                    <a:pt x="275687" y="219465"/>
                  </a:cubicBezTo>
                  <a:cubicBezTo>
                    <a:pt x="258058" y="211122"/>
                    <a:pt x="239510" y="210439"/>
                    <a:pt x="220608" y="210839"/>
                  </a:cubicBezTo>
                  <a:cubicBezTo>
                    <a:pt x="215682" y="210934"/>
                    <a:pt x="210757" y="209896"/>
                    <a:pt x="205831" y="209354"/>
                  </a:cubicBezTo>
                  <a:cubicBezTo>
                    <a:pt x="205666" y="208600"/>
                    <a:pt x="205501" y="207846"/>
                    <a:pt x="205312" y="207092"/>
                  </a:cubicBezTo>
                  <a:cubicBezTo>
                    <a:pt x="207245" y="205395"/>
                    <a:pt x="209036" y="203486"/>
                    <a:pt x="211134" y="202025"/>
                  </a:cubicBezTo>
                  <a:cubicBezTo>
                    <a:pt x="220396" y="195543"/>
                    <a:pt x="231143" y="192904"/>
                    <a:pt x="242008" y="193304"/>
                  </a:cubicBezTo>
                  <a:cubicBezTo>
                    <a:pt x="263950" y="194106"/>
                    <a:pt x="286010" y="194954"/>
                    <a:pt x="307669" y="198089"/>
                  </a:cubicBezTo>
                  <a:cubicBezTo>
                    <a:pt x="321598" y="200116"/>
                    <a:pt x="335079" y="205796"/>
                    <a:pt x="348442" y="210721"/>
                  </a:cubicBezTo>
                  <a:cubicBezTo>
                    <a:pt x="354311" y="212890"/>
                    <a:pt x="359237" y="217344"/>
                    <a:pt x="358836" y="226536"/>
                  </a:cubicBezTo>
                  <a:cubicBezTo>
                    <a:pt x="349385" y="224556"/>
                    <a:pt x="340806" y="222765"/>
                    <a:pt x="332251" y="220974"/>
                  </a:cubicBezTo>
                  <a:cubicBezTo>
                    <a:pt x="331685" y="221704"/>
                    <a:pt x="331096" y="222411"/>
                    <a:pt x="330531" y="223142"/>
                  </a:cubicBezTo>
                  <a:cubicBezTo>
                    <a:pt x="333547" y="228633"/>
                    <a:pt x="336211" y="234337"/>
                    <a:pt x="339604" y="239569"/>
                  </a:cubicBezTo>
                  <a:cubicBezTo>
                    <a:pt x="356574" y="265682"/>
                    <a:pt x="374839" y="291018"/>
                    <a:pt x="390559" y="317863"/>
                  </a:cubicBezTo>
                  <a:cubicBezTo>
                    <a:pt x="411653" y="353875"/>
                    <a:pt x="430861" y="390971"/>
                    <a:pt x="438591" y="432758"/>
                  </a:cubicBezTo>
                  <a:cubicBezTo>
                    <a:pt x="445379" y="469524"/>
                    <a:pt x="450587" y="506456"/>
                    <a:pt x="450847" y="543906"/>
                  </a:cubicBezTo>
                  <a:cubicBezTo>
                    <a:pt x="450894" y="551754"/>
                    <a:pt x="449456" y="559626"/>
                    <a:pt x="448325" y="567427"/>
                  </a:cubicBezTo>
                  <a:cubicBezTo>
                    <a:pt x="448089" y="569077"/>
                    <a:pt x="446204" y="570491"/>
                    <a:pt x="445096" y="572022"/>
                  </a:cubicBezTo>
                  <a:cubicBezTo>
                    <a:pt x="443423" y="570797"/>
                    <a:pt x="440971" y="569901"/>
                    <a:pt x="440194" y="568252"/>
                  </a:cubicBezTo>
                  <a:cubicBezTo>
                    <a:pt x="438025" y="563609"/>
                    <a:pt x="436046" y="558730"/>
                    <a:pt x="434844" y="553757"/>
                  </a:cubicBezTo>
                  <a:cubicBezTo>
                    <a:pt x="429187" y="530236"/>
                    <a:pt x="429093" y="506220"/>
                    <a:pt x="428598" y="482180"/>
                  </a:cubicBezTo>
                  <a:cubicBezTo>
                    <a:pt x="428339" y="469406"/>
                    <a:pt x="426359" y="456609"/>
                    <a:pt x="424167" y="443976"/>
                  </a:cubicBezTo>
                  <a:cubicBezTo>
                    <a:pt x="422824" y="436222"/>
                    <a:pt x="417827" y="431367"/>
                    <a:pt x="409296" y="429482"/>
                  </a:cubicBezTo>
                  <a:cubicBezTo>
                    <a:pt x="403121" y="428115"/>
                    <a:pt x="396168" y="425357"/>
                    <a:pt x="391997" y="420926"/>
                  </a:cubicBezTo>
                  <a:cubicBezTo>
                    <a:pt x="385374" y="413880"/>
                    <a:pt x="380260" y="405207"/>
                    <a:pt x="375452" y="396698"/>
                  </a:cubicBezTo>
                  <a:cubicBezTo>
                    <a:pt x="370384" y="387695"/>
                    <a:pt x="366590" y="377985"/>
                    <a:pt x="361806" y="368794"/>
                  </a:cubicBezTo>
                  <a:cubicBezTo>
                    <a:pt x="360721" y="366720"/>
                    <a:pt x="357846" y="365588"/>
                    <a:pt x="355819" y="364009"/>
                  </a:cubicBezTo>
                  <a:cubicBezTo>
                    <a:pt x="354759" y="366272"/>
                    <a:pt x="352685" y="368558"/>
                    <a:pt x="352779" y="370750"/>
                  </a:cubicBezTo>
                  <a:cubicBezTo>
                    <a:pt x="353321" y="382298"/>
                    <a:pt x="354170" y="393870"/>
                    <a:pt x="355395" y="405372"/>
                  </a:cubicBezTo>
                  <a:cubicBezTo>
                    <a:pt x="358954" y="438532"/>
                    <a:pt x="362678" y="471645"/>
                    <a:pt x="366496" y="504782"/>
                  </a:cubicBezTo>
                  <a:cubicBezTo>
                    <a:pt x="367179" y="510651"/>
                    <a:pt x="368028" y="516614"/>
                    <a:pt x="369890" y="522152"/>
                  </a:cubicBezTo>
                  <a:cubicBezTo>
                    <a:pt x="370809" y="524886"/>
                    <a:pt x="374250" y="526795"/>
                    <a:pt x="376536" y="529081"/>
                  </a:cubicBezTo>
                  <a:cubicBezTo>
                    <a:pt x="378657" y="526889"/>
                    <a:pt x="382192" y="524980"/>
                    <a:pt x="382664" y="522482"/>
                  </a:cubicBezTo>
                  <a:cubicBezTo>
                    <a:pt x="384408" y="513361"/>
                    <a:pt x="385916" y="504052"/>
                    <a:pt x="386034" y="494789"/>
                  </a:cubicBezTo>
                  <a:cubicBezTo>
                    <a:pt x="386199" y="483689"/>
                    <a:pt x="384643" y="472565"/>
                    <a:pt x="384290" y="461464"/>
                  </a:cubicBezTo>
                  <a:cubicBezTo>
                    <a:pt x="384196" y="458400"/>
                    <a:pt x="385704" y="455265"/>
                    <a:pt x="386482" y="452178"/>
                  </a:cubicBezTo>
                  <a:cubicBezTo>
                    <a:pt x="387354" y="452060"/>
                    <a:pt x="388226" y="451942"/>
                    <a:pt x="389121" y="451824"/>
                  </a:cubicBezTo>
                  <a:cubicBezTo>
                    <a:pt x="390983" y="454771"/>
                    <a:pt x="393741" y="457504"/>
                    <a:pt x="394518" y="460733"/>
                  </a:cubicBezTo>
                  <a:cubicBezTo>
                    <a:pt x="396969" y="470797"/>
                    <a:pt x="399798" y="480955"/>
                    <a:pt x="400434" y="491207"/>
                  </a:cubicBezTo>
                  <a:cubicBezTo>
                    <a:pt x="402720" y="528256"/>
                    <a:pt x="405336" y="565353"/>
                    <a:pt x="405572" y="602426"/>
                  </a:cubicBezTo>
                  <a:cubicBezTo>
                    <a:pt x="405737" y="629553"/>
                    <a:pt x="402979" y="656750"/>
                    <a:pt x="400340" y="683783"/>
                  </a:cubicBezTo>
                  <a:cubicBezTo>
                    <a:pt x="399326" y="694177"/>
                    <a:pt x="394872" y="704217"/>
                    <a:pt x="392374" y="714516"/>
                  </a:cubicBezTo>
                  <a:cubicBezTo>
                    <a:pt x="391808" y="716849"/>
                    <a:pt x="392845" y="719560"/>
                    <a:pt x="393128" y="722105"/>
                  </a:cubicBezTo>
                  <a:cubicBezTo>
                    <a:pt x="395461" y="721704"/>
                    <a:pt x="397936" y="721657"/>
                    <a:pt x="400104" y="720809"/>
                  </a:cubicBezTo>
                  <a:cubicBezTo>
                    <a:pt x="404252" y="719159"/>
                    <a:pt x="408212" y="717062"/>
                    <a:pt x="412242" y="715129"/>
                  </a:cubicBezTo>
                  <a:cubicBezTo>
                    <a:pt x="411488" y="721516"/>
                    <a:pt x="408919" y="726277"/>
                    <a:pt x="407811" y="731367"/>
                  </a:cubicBezTo>
                  <a:cubicBezTo>
                    <a:pt x="407316" y="733724"/>
                    <a:pt x="409036" y="738108"/>
                    <a:pt x="410945" y="739004"/>
                  </a:cubicBezTo>
                  <a:cubicBezTo>
                    <a:pt x="412878" y="739899"/>
                    <a:pt x="417380" y="738438"/>
                    <a:pt x="418794" y="736529"/>
                  </a:cubicBezTo>
                  <a:cubicBezTo>
                    <a:pt x="421386" y="733112"/>
                    <a:pt x="423602" y="728704"/>
                    <a:pt x="424097" y="724485"/>
                  </a:cubicBezTo>
                  <a:cubicBezTo>
                    <a:pt x="425699" y="711028"/>
                    <a:pt x="426336" y="697453"/>
                    <a:pt x="427537" y="683925"/>
                  </a:cubicBezTo>
                  <a:cubicBezTo>
                    <a:pt x="429399" y="662784"/>
                    <a:pt x="430743" y="641572"/>
                    <a:pt x="433571" y="620550"/>
                  </a:cubicBezTo>
                  <a:cubicBezTo>
                    <a:pt x="435174" y="608600"/>
                    <a:pt x="442503" y="599857"/>
                    <a:pt x="454712" y="596180"/>
                  </a:cubicBezTo>
                  <a:cubicBezTo>
                    <a:pt x="457776" y="595261"/>
                    <a:pt x="460792" y="594177"/>
                    <a:pt x="463809" y="593069"/>
                  </a:cubicBezTo>
                  <a:cubicBezTo>
                    <a:pt x="472317" y="589958"/>
                    <a:pt x="477526" y="583877"/>
                    <a:pt x="477761" y="574851"/>
                  </a:cubicBezTo>
                  <a:cubicBezTo>
                    <a:pt x="478068" y="563019"/>
                    <a:pt x="478139" y="551094"/>
                    <a:pt x="476960" y="539333"/>
                  </a:cubicBezTo>
                  <a:cubicBezTo>
                    <a:pt x="474839" y="518193"/>
                    <a:pt x="471940" y="497123"/>
                    <a:pt x="468923" y="476076"/>
                  </a:cubicBezTo>
                  <a:cubicBezTo>
                    <a:pt x="464186" y="443081"/>
                    <a:pt x="459802" y="409802"/>
                    <a:pt x="447759" y="378574"/>
                  </a:cubicBezTo>
                  <a:cubicBezTo>
                    <a:pt x="438992" y="355831"/>
                    <a:pt x="427090" y="334313"/>
                    <a:pt x="416720" y="312183"/>
                  </a:cubicBezTo>
                  <a:cubicBezTo>
                    <a:pt x="407339" y="292150"/>
                    <a:pt x="398101" y="272046"/>
                    <a:pt x="388815" y="251966"/>
                  </a:cubicBezTo>
                  <a:cubicBezTo>
                    <a:pt x="389357" y="251636"/>
                    <a:pt x="389875" y="251282"/>
                    <a:pt x="390418" y="250952"/>
                  </a:cubicBezTo>
                  <a:cubicBezTo>
                    <a:pt x="401188" y="265305"/>
                    <a:pt x="412925" y="279022"/>
                    <a:pt x="422494" y="294129"/>
                  </a:cubicBezTo>
                  <a:cubicBezTo>
                    <a:pt x="440005" y="321775"/>
                    <a:pt x="452096" y="352131"/>
                    <a:pt x="462984" y="382887"/>
                  </a:cubicBezTo>
                  <a:cubicBezTo>
                    <a:pt x="480707" y="433017"/>
                    <a:pt x="497252" y="483453"/>
                    <a:pt x="497488" y="537542"/>
                  </a:cubicBezTo>
                  <a:cubicBezTo>
                    <a:pt x="497512" y="543010"/>
                    <a:pt x="499609" y="548714"/>
                    <a:pt x="501825" y="553828"/>
                  </a:cubicBezTo>
                  <a:cubicBezTo>
                    <a:pt x="502744" y="555925"/>
                    <a:pt x="506868" y="558400"/>
                    <a:pt x="508942" y="557952"/>
                  </a:cubicBezTo>
                  <a:cubicBezTo>
                    <a:pt x="522305" y="555030"/>
                    <a:pt x="526147" y="556538"/>
                    <a:pt x="529824" y="569666"/>
                  </a:cubicBezTo>
                  <a:cubicBezTo>
                    <a:pt x="532652" y="579824"/>
                    <a:pt x="534679" y="590288"/>
                    <a:pt x="536187" y="600752"/>
                  </a:cubicBezTo>
                  <a:cubicBezTo>
                    <a:pt x="542951" y="647370"/>
                    <a:pt x="540901" y="693493"/>
                    <a:pt x="526901" y="738674"/>
                  </a:cubicBezTo>
                  <a:cubicBezTo>
                    <a:pt x="524238" y="747229"/>
                    <a:pt x="519477" y="755242"/>
                    <a:pt x="514881" y="763020"/>
                  </a:cubicBezTo>
                  <a:cubicBezTo>
                    <a:pt x="513609" y="765164"/>
                    <a:pt x="509154" y="767050"/>
                    <a:pt x="506774" y="766460"/>
                  </a:cubicBezTo>
                  <a:cubicBezTo>
                    <a:pt x="504511" y="765918"/>
                    <a:pt x="501707" y="762077"/>
                    <a:pt x="501542" y="759531"/>
                  </a:cubicBezTo>
                  <a:cubicBezTo>
                    <a:pt x="501165" y="753757"/>
                    <a:pt x="502084" y="747865"/>
                    <a:pt x="502791" y="742067"/>
                  </a:cubicBezTo>
                  <a:cubicBezTo>
                    <a:pt x="503545" y="735963"/>
                    <a:pt x="505666" y="729859"/>
                    <a:pt x="505266" y="723873"/>
                  </a:cubicBezTo>
                  <a:cubicBezTo>
                    <a:pt x="505030" y="720290"/>
                    <a:pt x="501306" y="714351"/>
                    <a:pt x="498714" y="714092"/>
                  </a:cubicBezTo>
                  <a:cubicBezTo>
                    <a:pt x="494566" y="713691"/>
                    <a:pt x="489711" y="716637"/>
                    <a:pt x="485845" y="719206"/>
                  </a:cubicBezTo>
                  <a:cubicBezTo>
                    <a:pt x="484031" y="720408"/>
                    <a:pt x="483583" y="723967"/>
                    <a:pt x="482970" y="726583"/>
                  </a:cubicBezTo>
                  <a:cubicBezTo>
                    <a:pt x="481037" y="734785"/>
                    <a:pt x="476724" y="738249"/>
                    <a:pt x="468546" y="740300"/>
                  </a:cubicBezTo>
                  <a:cubicBezTo>
                    <a:pt x="462772" y="741761"/>
                    <a:pt x="455914" y="743576"/>
                    <a:pt x="452237" y="747653"/>
                  </a:cubicBezTo>
                  <a:cubicBezTo>
                    <a:pt x="440854" y="760239"/>
                    <a:pt x="430814" y="774026"/>
                    <a:pt x="420161" y="787271"/>
                  </a:cubicBezTo>
                  <a:cubicBezTo>
                    <a:pt x="413208" y="795897"/>
                    <a:pt x="406232" y="804523"/>
                    <a:pt x="398855" y="812796"/>
                  </a:cubicBezTo>
                  <a:cubicBezTo>
                    <a:pt x="397394" y="814446"/>
                    <a:pt x="394141" y="814493"/>
                    <a:pt x="391737" y="815270"/>
                  </a:cubicBezTo>
                  <a:cubicBezTo>
                    <a:pt x="391266" y="812725"/>
                    <a:pt x="389781" y="809873"/>
                    <a:pt x="390488" y="807728"/>
                  </a:cubicBezTo>
                  <a:cubicBezTo>
                    <a:pt x="392869" y="800493"/>
                    <a:pt x="395768" y="793399"/>
                    <a:pt x="398973" y="786470"/>
                  </a:cubicBezTo>
                  <a:cubicBezTo>
                    <a:pt x="406138" y="771056"/>
                    <a:pt x="403757" y="756562"/>
                    <a:pt x="394848" y="742869"/>
                  </a:cubicBezTo>
                  <a:cubicBezTo>
                    <a:pt x="390865" y="736717"/>
                    <a:pt x="385657" y="731415"/>
                    <a:pt x="377266" y="732805"/>
                  </a:cubicBezTo>
                  <a:cubicBezTo>
                    <a:pt x="369112" y="734172"/>
                    <a:pt x="365200" y="740606"/>
                    <a:pt x="363243" y="747512"/>
                  </a:cubicBezTo>
                  <a:cubicBezTo>
                    <a:pt x="362088" y="751565"/>
                    <a:pt x="362819" y="756845"/>
                    <a:pt x="364681" y="760639"/>
                  </a:cubicBezTo>
                  <a:cubicBezTo>
                    <a:pt x="365294" y="761912"/>
                    <a:pt x="371964" y="760286"/>
                    <a:pt x="375829" y="759885"/>
                  </a:cubicBezTo>
                  <a:cubicBezTo>
                    <a:pt x="376536" y="759814"/>
                    <a:pt x="377196" y="759037"/>
                    <a:pt x="377856" y="759037"/>
                  </a:cubicBezTo>
                  <a:cubicBezTo>
                    <a:pt x="380637" y="759107"/>
                    <a:pt x="384290" y="758377"/>
                    <a:pt x="385987" y="759814"/>
                  </a:cubicBezTo>
                  <a:cubicBezTo>
                    <a:pt x="387731" y="761299"/>
                    <a:pt x="388579" y="765164"/>
                    <a:pt x="388155" y="767710"/>
                  </a:cubicBezTo>
                  <a:cubicBezTo>
                    <a:pt x="386717" y="776430"/>
                    <a:pt x="381744" y="783170"/>
                    <a:pt x="374203" y="787743"/>
                  </a:cubicBezTo>
                  <a:cubicBezTo>
                    <a:pt x="368358" y="791278"/>
                    <a:pt x="363408" y="788945"/>
                    <a:pt x="361994" y="782416"/>
                  </a:cubicBezTo>
                  <a:cubicBezTo>
                    <a:pt x="359661" y="771551"/>
                    <a:pt x="357446" y="770632"/>
                    <a:pt x="347995" y="776760"/>
                  </a:cubicBezTo>
                  <a:cubicBezTo>
                    <a:pt x="345709" y="778245"/>
                    <a:pt x="343517" y="779894"/>
                    <a:pt x="341537" y="781733"/>
                  </a:cubicBezTo>
                  <a:cubicBezTo>
                    <a:pt x="316484" y="805136"/>
                    <a:pt x="286599" y="807493"/>
                    <a:pt x="254806" y="801789"/>
                  </a:cubicBezTo>
                  <a:cubicBezTo>
                    <a:pt x="230389" y="797406"/>
                    <a:pt x="208471" y="786706"/>
                    <a:pt x="186788" y="775322"/>
                  </a:cubicBezTo>
                  <a:cubicBezTo>
                    <a:pt x="183017" y="773343"/>
                    <a:pt x="179057" y="771763"/>
                    <a:pt x="174603" y="769713"/>
                  </a:cubicBezTo>
                  <a:cubicBezTo>
                    <a:pt x="174886" y="771433"/>
                    <a:pt x="174815" y="772023"/>
                    <a:pt x="175074" y="772353"/>
                  </a:cubicBezTo>
                  <a:cubicBezTo>
                    <a:pt x="176253" y="773932"/>
                    <a:pt x="177549" y="775440"/>
                    <a:pt x="178775" y="776996"/>
                  </a:cubicBezTo>
                  <a:cubicBezTo>
                    <a:pt x="193599" y="795567"/>
                    <a:pt x="213726" y="806574"/>
                    <a:pt x="234820" y="816072"/>
                  </a:cubicBezTo>
                  <a:cubicBezTo>
                    <a:pt x="256927" y="826017"/>
                    <a:pt x="279435" y="834832"/>
                    <a:pt x="303828" y="837448"/>
                  </a:cubicBezTo>
                  <a:cubicBezTo>
                    <a:pt x="310710" y="838179"/>
                    <a:pt x="316767" y="837684"/>
                    <a:pt x="321009" y="830448"/>
                  </a:cubicBezTo>
                  <a:cubicBezTo>
                    <a:pt x="322871" y="827267"/>
                    <a:pt x="327396" y="824721"/>
                    <a:pt x="331190" y="823708"/>
                  </a:cubicBezTo>
                  <a:cubicBezTo>
                    <a:pt x="346345" y="819678"/>
                    <a:pt x="361240" y="820927"/>
                    <a:pt x="374792" y="829199"/>
                  </a:cubicBezTo>
                  <a:cubicBezTo>
                    <a:pt x="378798" y="831627"/>
                    <a:pt x="381792" y="835987"/>
                    <a:pt x="384667" y="839876"/>
                  </a:cubicBezTo>
                  <a:cubicBezTo>
                    <a:pt x="385680" y="841266"/>
                    <a:pt x="385657" y="844283"/>
                    <a:pt x="384808" y="845862"/>
                  </a:cubicBezTo>
                  <a:cubicBezTo>
                    <a:pt x="384266" y="846852"/>
                    <a:pt x="381202" y="847040"/>
                    <a:pt x="379458" y="846663"/>
                  </a:cubicBezTo>
                  <a:cubicBezTo>
                    <a:pt x="375852" y="845909"/>
                    <a:pt x="372388" y="844495"/>
                    <a:pt x="368829" y="843458"/>
                  </a:cubicBezTo>
                  <a:cubicBezTo>
                    <a:pt x="353792" y="839051"/>
                    <a:pt x="339699" y="840536"/>
                    <a:pt x="326288" y="849279"/>
                  </a:cubicBezTo>
                  <a:cubicBezTo>
                    <a:pt x="321645" y="852320"/>
                    <a:pt x="316154" y="854912"/>
                    <a:pt x="310733" y="855808"/>
                  </a:cubicBezTo>
                  <a:cubicBezTo>
                    <a:pt x="282546" y="860498"/>
                    <a:pt x="255042" y="857340"/>
                    <a:pt x="228551" y="846640"/>
                  </a:cubicBezTo>
                  <a:cubicBezTo>
                    <a:pt x="220420" y="843364"/>
                    <a:pt x="213114" y="838815"/>
                    <a:pt x="212548" y="828280"/>
                  </a:cubicBezTo>
                  <a:cubicBezTo>
                    <a:pt x="212336" y="824226"/>
                    <a:pt x="209955" y="822152"/>
                    <a:pt x="205265" y="824603"/>
                  </a:cubicBezTo>
                  <a:cubicBezTo>
                    <a:pt x="203286" y="825640"/>
                    <a:pt x="199986" y="825711"/>
                    <a:pt x="197936" y="824792"/>
                  </a:cubicBezTo>
                  <a:cubicBezTo>
                    <a:pt x="193717" y="822859"/>
                    <a:pt x="189475" y="820479"/>
                    <a:pt x="186010" y="817415"/>
                  </a:cubicBezTo>
                  <a:cubicBezTo>
                    <a:pt x="153722" y="788780"/>
                    <a:pt x="120467" y="761535"/>
                    <a:pt x="101871" y="720290"/>
                  </a:cubicBezTo>
                  <a:cubicBezTo>
                    <a:pt x="90794" y="695732"/>
                    <a:pt x="71138" y="676124"/>
                    <a:pt x="51530" y="657410"/>
                  </a:cubicBezTo>
                  <a:cubicBezTo>
                    <a:pt x="48489" y="654511"/>
                    <a:pt x="44483" y="652626"/>
                    <a:pt x="40924" y="650269"/>
                  </a:cubicBezTo>
                  <a:cubicBezTo>
                    <a:pt x="40358" y="650693"/>
                    <a:pt x="39793" y="651141"/>
                    <a:pt x="39203" y="651565"/>
                  </a:cubicBezTo>
                  <a:cubicBezTo>
                    <a:pt x="39604" y="654629"/>
                    <a:pt x="39368" y="657952"/>
                    <a:pt x="40523" y="660710"/>
                  </a:cubicBezTo>
                  <a:cubicBezTo>
                    <a:pt x="43564" y="667992"/>
                    <a:pt x="46722" y="675275"/>
                    <a:pt x="50658" y="682110"/>
                  </a:cubicBezTo>
                  <a:cubicBezTo>
                    <a:pt x="75286" y="724957"/>
                    <a:pt x="106891" y="762289"/>
                    <a:pt x="142244" y="796534"/>
                  </a:cubicBezTo>
                  <a:cubicBezTo>
                    <a:pt x="164681" y="818264"/>
                    <a:pt x="188249" y="838697"/>
                    <a:pt x="214999" y="855077"/>
                  </a:cubicBezTo>
                  <a:cubicBezTo>
                    <a:pt x="228362" y="863255"/>
                    <a:pt x="242268" y="870467"/>
                    <a:pt x="258294" y="871033"/>
                  </a:cubicBezTo>
                  <a:cubicBezTo>
                    <a:pt x="282004" y="871881"/>
                    <a:pt x="305737" y="872918"/>
                    <a:pt x="329423" y="872235"/>
                  </a:cubicBezTo>
                  <a:cubicBezTo>
                    <a:pt x="355442" y="871504"/>
                    <a:pt x="379105" y="863208"/>
                    <a:pt x="396852" y="842987"/>
                  </a:cubicBezTo>
                  <a:cubicBezTo>
                    <a:pt x="410380" y="827549"/>
                    <a:pt x="422989" y="811287"/>
                    <a:pt x="436258" y="795638"/>
                  </a:cubicBezTo>
                  <a:cubicBezTo>
                    <a:pt x="443611" y="786965"/>
                    <a:pt x="451365" y="778622"/>
                    <a:pt x="459284" y="770467"/>
                  </a:cubicBezTo>
                  <a:cubicBezTo>
                    <a:pt x="460839" y="768864"/>
                    <a:pt x="464328" y="767969"/>
                    <a:pt x="466449" y="768534"/>
                  </a:cubicBezTo>
                  <a:cubicBezTo>
                    <a:pt x="467816" y="768912"/>
                    <a:pt x="469277" y="772730"/>
                    <a:pt x="468947" y="774733"/>
                  </a:cubicBezTo>
                  <a:cubicBezTo>
                    <a:pt x="467792" y="781921"/>
                    <a:pt x="467179" y="789652"/>
                    <a:pt x="464045" y="796039"/>
                  </a:cubicBezTo>
                  <a:cubicBezTo>
                    <a:pt x="446557" y="831627"/>
                    <a:pt x="419807" y="859649"/>
                    <a:pt x="389239" y="884160"/>
                  </a:cubicBezTo>
                  <a:cubicBezTo>
                    <a:pt x="378987" y="892386"/>
                    <a:pt x="366425" y="896439"/>
                    <a:pt x="353321" y="896227"/>
                  </a:cubicBezTo>
                  <a:cubicBezTo>
                    <a:pt x="327632" y="895779"/>
                    <a:pt x="301872" y="895426"/>
                    <a:pt x="276300" y="893211"/>
                  </a:cubicBezTo>
                  <a:cubicBezTo>
                    <a:pt x="239392" y="890005"/>
                    <a:pt x="204912" y="878363"/>
                    <a:pt x="173448" y="858447"/>
                  </a:cubicBezTo>
                  <a:cubicBezTo>
                    <a:pt x="138049" y="836034"/>
                    <a:pt x="110592" y="805725"/>
                    <a:pt x="87990" y="770891"/>
                  </a:cubicBezTo>
                  <a:cubicBezTo>
                    <a:pt x="71704" y="745815"/>
                    <a:pt x="56620" y="719960"/>
                    <a:pt x="40382" y="694860"/>
                  </a:cubicBezTo>
                  <a:cubicBezTo>
                    <a:pt x="35338" y="687083"/>
                    <a:pt x="29423" y="678716"/>
                    <a:pt x="21787" y="674120"/>
                  </a:cubicBezTo>
                  <a:cubicBezTo>
                    <a:pt x="14716" y="669854"/>
                    <a:pt x="13443" y="666720"/>
                    <a:pt x="17026" y="660521"/>
                  </a:cubicBezTo>
                  <a:cubicBezTo>
                    <a:pt x="25227" y="646286"/>
                    <a:pt x="12383" y="617934"/>
                    <a:pt x="599" y="608954"/>
                  </a:cubicBezTo>
                  <a:cubicBezTo>
                    <a:pt x="363" y="611216"/>
                    <a:pt x="-132" y="613102"/>
                    <a:pt x="33" y="614917"/>
                  </a:cubicBezTo>
                  <a:cubicBezTo>
                    <a:pt x="2013" y="636647"/>
                    <a:pt x="5831" y="658023"/>
                    <a:pt x="13703" y="678433"/>
                  </a:cubicBezTo>
                  <a:cubicBezTo>
                    <a:pt x="49738" y="771669"/>
                    <a:pt x="111794" y="842916"/>
                    <a:pt x="197276" y="893918"/>
                  </a:cubicBezTo>
                  <a:cubicBezTo>
                    <a:pt x="248277" y="924344"/>
                    <a:pt x="303286" y="929859"/>
                    <a:pt x="360439" y="916991"/>
                  </a:cubicBezTo>
                  <a:cubicBezTo>
                    <a:pt x="395249" y="909143"/>
                    <a:pt x="425346" y="893423"/>
                    <a:pt x="444954" y="861794"/>
                  </a:cubicBezTo>
                  <a:cubicBezTo>
                    <a:pt x="457493" y="841572"/>
                    <a:pt x="472411" y="825499"/>
                    <a:pt x="499044" y="824556"/>
                  </a:cubicBezTo>
                  <a:cubicBezTo>
                    <a:pt x="513727" y="824038"/>
                    <a:pt x="524262" y="808907"/>
                    <a:pt x="522588" y="794083"/>
                  </a:cubicBezTo>
                  <a:cubicBezTo>
                    <a:pt x="519595" y="795850"/>
                    <a:pt x="516790" y="797194"/>
                    <a:pt x="514339" y="799008"/>
                  </a:cubicBezTo>
                  <a:cubicBezTo>
                    <a:pt x="507575" y="804005"/>
                    <a:pt x="501094" y="809425"/>
                    <a:pt x="494188" y="814210"/>
                  </a:cubicBezTo>
                  <a:cubicBezTo>
                    <a:pt x="487236" y="819041"/>
                    <a:pt x="484596" y="817863"/>
                    <a:pt x="483559" y="809661"/>
                  </a:cubicBezTo>
                  <a:cubicBezTo>
                    <a:pt x="483017" y="805277"/>
                    <a:pt x="482829" y="800729"/>
                    <a:pt x="483371" y="796369"/>
                  </a:cubicBezTo>
                  <a:cubicBezTo>
                    <a:pt x="484690" y="785621"/>
                    <a:pt x="489663" y="781827"/>
                    <a:pt x="500411" y="783005"/>
                  </a:cubicBezTo>
                  <a:cubicBezTo>
                    <a:pt x="505053" y="783524"/>
                    <a:pt x="509696" y="784278"/>
                    <a:pt x="514292" y="785244"/>
                  </a:cubicBezTo>
                  <a:cubicBezTo>
                    <a:pt x="529894" y="788520"/>
                    <a:pt x="535622" y="784867"/>
                    <a:pt x="536706" y="768864"/>
                  </a:cubicBezTo>
                  <a:cubicBezTo>
                    <a:pt x="537955" y="750175"/>
                    <a:pt x="545426" y="734526"/>
                    <a:pt x="557823" y="721045"/>
                  </a:cubicBezTo>
                  <a:cubicBezTo>
                    <a:pt x="570173" y="707611"/>
                    <a:pt x="575381" y="691608"/>
                    <a:pt x="576135" y="673743"/>
                  </a:cubicBezTo>
                  <a:cubicBezTo>
                    <a:pt x="577314" y="645225"/>
                    <a:pt x="568806" y="619112"/>
                    <a:pt x="555961" y="594247"/>
                  </a:cubicBezTo>
                  <a:cubicBezTo>
                    <a:pt x="544365" y="571763"/>
                    <a:pt x="534160" y="548784"/>
                    <a:pt x="529447" y="523825"/>
                  </a:cubicBezTo>
                  <a:cubicBezTo>
                    <a:pt x="527679" y="514445"/>
                    <a:pt x="527443" y="504735"/>
                    <a:pt x="527137" y="495143"/>
                  </a:cubicBezTo>
                  <a:cubicBezTo>
                    <a:pt x="527066" y="493092"/>
                    <a:pt x="529447" y="489651"/>
                    <a:pt x="531309" y="489180"/>
                  </a:cubicBezTo>
                  <a:cubicBezTo>
                    <a:pt x="533241" y="488685"/>
                    <a:pt x="536329" y="490524"/>
                    <a:pt x="538073" y="492220"/>
                  </a:cubicBezTo>
                  <a:cubicBezTo>
                    <a:pt x="539934" y="494035"/>
                    <a:pt x="541254" y="496722"/>
                    <a:pt x="541985" y="499267"/>
                  </a:cubicBezTo>
                  <a:cubicBezTo>
                    <a:pt x="546039" y="513220"/>
                    <a:pt x="550470" y="527078"/>
                    <a:pt x="553604" y="541242"/>
                  </a:cubicBezTo>
                  <a:cubicBezTo>
                    <a:pt x="558223" y="562195"/>
                    <a:pt x="561429" y="583524"/>
                    <a:pt x="571705" y="602756"/>
                  </a:cubicBezTo>
                  <a:cubicBezTo>
                    <a:pt x="573637" y="606385"/>
                    <a:pt x="576300" y="609850"/>
                    <a:pt x="579341" y="612583"/>
                  </a:cubicBezTo>
                  <a:cubicBezTo>
                    <a:pt x="581038" y="614115"/>
                    <a:pt x="584997" y="615270"/>
                    <a:pt x="586458" y="614328"/>
                  </a:cubicBezTo>
                  <a:cubicBezTo>
                    <a:pt x="588155" y="613243"/>
                    <a:pt x="588933" y="609637"/>
                    <a:pt x="588886" y="607116"/>
                  </a:cubicBezTo>
                  <a:cubicBezTo>
                    <a:pt x="588839" y="603463"/>
                    <a:pt x="587825" y="599810"/>
                    <a:pt x="587047" y="596204"/>
                  </a:cubicBezTo>
                  <a:cubicBezTo>
                    <a:pt x="580778" y="567026"/>
                    <a:pt x="574533" y="537825"/>
                    <a:pt x="568169" y="508671"/>
                  </a:cubicBezTo>
                  <a:cubicBezTo>
                    <a:pt x="562890" y="484561"/>
                    <a:pt x="557752" y="460356"/>
                    <a:pt x="544695" y="438885"/>
                  </a:cubicBezTo>
                  <a:cubicBezTo>
                    <a:pt x="541796" y="434125"/>
                    <a:pt x="538568" y="427973"/>
                    <a:pt x="531709" y="430448"/>
                  </a:cubicBezTo>
                  <a:cubicBezTo>
                    <a:pt x="524238" y="433135"/>
                    <a:pt x="526948" y="440323"/>
                    <a:pt x="527184" y="446003"/>
                  </a:cubicBezTo>
                  <a:cubicBezTo>
                    <a:pt x="527278" y="448148"/>
                    <a:pt x="528339" y="450269"/>
                    <a:pt x="528928" y="452414"/>
                  </a:cubicBezTo>
                  <a:cubicBezTo>
                    <a:pt x="529329" y="453828"/>
                    <a:pt x="530177" y="455407"/>
                    <a:pt x="529894" y="456703"/>
                  </a:cubicBezTo>
                  <a:cubicBezTo>
                    <a:pt x="528952" y="460969"/>
                    <a:pt x="528857" y="466979"/>
                    <a:pt x="526076" y="468935"/>
                  </a:cubicBezTo>
                  <a:cubicBezTo>
                    <a:pt x="521410" y="472211"/>
                    <a:pt x="517262" y="467403"/>
                    <a:pt x="514716" y="463514"/>
                  </a:cubicBezTo>
                  <a:cubicBezTo>
                    <a:pt x="511346" y="458400"/>
                    <a:pt x="508117" y="452979"/>
                    <a:pt x="506091" y="447229"/>
                  </a:cubicBezTo>
                  <a:cubicBezTo>
                    <a:pt x="499326" y="428162"/>
                    <a:pt x="493623" y="408742"/>
                    <a:pt x="486647" y="389769"/>
                  </a:cubicBezTo>
                  <a:cubicBezTo>
                    <a:pt x="470950" y="347017"/>
                    <a:pt x="452591" y="305489"/>
                    <a:pt x="426406" y="267922"/>
                  </a:cubicBezTo>
                  <a:cubicBezTo>
                    <a:pt x="418864" y="257104"/>
                    <a:pt x="410309" y="247653"/>
                    <a:pt x="397276" y="242515"/>
                  </a:cubicBezTo>
                  <a:cubicBezTo>
                    <a:pt x="384950" y="237683"/>
                    <a:pt x="380448" y="220314"/>
                    <a:pt x="387212" y="208836"/>
                  </a:cubicBezTo>
                  <a:cubicBezTo>
                    <a:pt x="392986" y="199031"/>
                    <a:pt x="402555" y="197759"/>
                    <a:pt x="410262" y="205866"/>
                  </a:cubicBezTo>
                  <a:cubicBezTo>
                    <a:pt x="412972" y="208742"/>
                    <a:pt x="415565" y="211758"/>
                    <a:pt x="417874" y="214964"/>
                  </a:cubicBezTo>
                  <a:cubicBezTo>
                    <a:pt x="444530" y="252013"/>
                    <a:pt x="466755" y="291631"/>
                    <a:pt x="485539" y="333158"/>
                  </a:cubicBezTo>
                  <a:cubicBezTo>
                    <a:pt x="490064" y="343175"/>
                    <a:pt x="494212" y="353804"/>
                    <a:pt x="495956" y="364575"/>
                  </a:cubicBezTo>
                  <a:cubicBezTo>
                    <a:pt x="499185" y="384443"/>
                    <a:pt x="509932" y="398466"/>
                    <a:pt x="525746" y="409496"/>
                  </a:cubicBezTo>
                  <a:cubicBezTo>
                    <a:pt x="527514" y="410745"/>
                    <a:pt x="529800" y="411264"/>
                    <a:pt x="533548" y="412866"/>
                  </a:cubicBezTo>
                  <a:cubicBezTo>
                    <a:pt x="532181" y="407634"/>
                    <a:pt x="531521" y="404311"/>
                    <a:pt x="530436" y="401153"/>
                  </a:cubicBezTo>
                  <a:cubicBezTo>
                    <a:pt x="513043" y="350033"/>
                    <a:pt x="490606" y="301176"/>
                    <a:pt x="463927" y="254323"/>
                  </a:cubicBezTo>
                  <a:cubicBezTo>
                    <a:pt x="456008" y="240394"/>
                    <a:pt x="448089" y="225781"/>
                    <a:pt x="437177" y="214398"/>
                  </a:cubicBezTo>
                  <a:cubicBezTo>
                    <a:pt x="407528" y="183476"/>
                    <a:pt x="376324" y="154016"/>
                    <a:pt x="341513" y="128798"/>
                  </a:cubicBezTo>
                  <a:cubicBezTo>
                    <a:pt x="328080" y="119064"/>
                    <a:pt x="313444" y="111876"/>
                    <a:pt x="296192" y="113149"/>
                  </a:cubicBezTo>
                  <a:cubicBezTo>
                    <a:pt x="283371" y="114092"/>
                    <a:pt x="270620" y="116637"/>
                    <a:pt x="257799" y="116755"/>
                  </a:cubicBezTo>
                  <a:cubicBezTo>
                    <a:pt x="242268" y="116896"/>
                    <a:pt x="229682" y="123071"/>
                    <a:pt x="217709" y="131886"/>
                  </a:cubicBezTo>
                  <a:cubicBezTo>
                    <a:pt x="188909" y="153073"/>
                    <a:pt x="162135" y="176571"/>
                    <a:pt x="137837" y="202802"/>
                  </a:cubicBezTo>
                  <a:cubicBezTo>
                    <a:pt x="133830" y="207139"/>
                    <a:pt x="130200" y="211923"/>
                    <a:pt x="127042" y="216920"/>
                  </a:cubicBezTo>
                  <a:cubicBezTo>
                    <a:pt x="125675" y="219088"/>
                    <a:pt x="125746" y="222270"/>
                    <a:pt x="125463" y="225027"/>
                  </a:cubicBezTo>
                  <a:cubicBezTo>
                    <a:pt x="125086" y="228822"/>
                    <a:pt x="126005" y="233088"/>
                    <a:pt x="124568" y="236340"/>
                  </a:cubicBezTo>
                  <a:cubicBezTo>
                    <a:pt x="121999" y="242138"/>
                    <a:pt x="117992" y="247323"/>
                    <a:pt x="114740" y="252838"/>
                  </a:cubicBezTo>
                  <a:cubicBezTo>
                    <a:pt x="112218" y="257104"/>
                    <a:pt x="107363" y="261629"/>
                    <a:pt x="111699" y="266272"/>
                  </a:cubicBezTo>
                  <a:cubicBezTo>
                    <a:pt x="112713" y="267356"/>
                    <a:pt x="121409" y="263679"/>
                    <a:pt x="124143" y="260238"/>
                  </a:cubicBezTo>
                  <a:cubicBezTo>
                    <a:pt x="133641" y="248266"/>
                    <a:pt x="142503" y="235727"/>
                    <a:pt x="150846" y="222906"/>
                  </a:cubicBezTo>
                  <a:cubicBezTo>
                    <a:pt x="161169" y="206998"/>
                    <a:pt x="172859" y="192432"/>
                    <a:pt x="187542" y="180365"/>
                  </a:cubicBezTo>
                  <a:cubicBezTo>
                    <a:pt x="215093" y="157716"/>
                    <a:pt x="247240" y="145767"/>
                    <a:pt x="282098" y="141171"/>
                  </a:cubicBezTo>
                  <a:cubicBezTo>
                    <a:pt x="295414" y="139404"/>
                    <a:pt x="309366" y="138697"/>
                    <a:pt x="322565" y="140606"/>
                  </a:cubicBezTo>
                  <a:cubicBezTo>
                    <a:pt x="341537" y="143340"/>
                    <a:pt x="353840" y="157716"/>
                    <a:pt x="365742" y="171410"/>
                  </a:cubicBezTo>
                  <a:cubicBezTo>
                    <a:pt x="370714" y="177113"/>
                    <a:pt x="374957" y="183641"/>
                    <a:pt x="378445" y="190382"/>
                  </a:cubicBezTo>
                  <a:cubicBezTo>
                    <a:pt x="381579" y="196415"/>
                    <a:pt x="378728" y="200163"/>
                    <a:pt x="371964" y="199361"/>
                  </a:cubicBezTo>
                  <a:cubicBezTo>
                    <a:pt x="366920" y="198749"/>
                    <a:pt x="361688" y="197405"/>
                    <a:pt x="357163" y="195119"/>
                  </a:cubicBezTo>
                  <a:cubicBezTo>
                    <a:pt x="346368" y="189698"/>
                    <a:pt x="335881" y="183594"/>
                    <a:pt x="325346" y="177679"/>
                  </a:cubicBezTo>
                  <a:cubicBezTo>
                    <a:pt x="304417" y="165895"/>
                    <a:pt x="281980" y="162548"/>
                    <a:pt x="258695" y="167049"/>
                  </a:cubicBezTo>
                  <a:cubicBezTo>
                    <a:pt x="214127" y="175699"/>
                    <a:pt x="186953" y="205230"/>
                    <a:pt x="168711" y="244589"/>
                  </a:cubicBezTo>
                  <a:cubicBezTo>
                    <a:pt x="167014" y="248242"/>
                    <a:pt x="168334" y="253191"/>
                    <a:pt x="167415" y="257339"/>
                  </a:cubicBezTo>
                  <a:cubicBezTo>
                    <a:pt x="166543" y="261252"/>
                    <a:pt x="165671" y="266696"/>
                    <a:pt x="162913" y="268393"/>
                  </a:cubicBezTo>
                  <a:cubicBezTo>
                    <a:pt x="155348" y="273012"/>
                    <a:pt x="150611" y="279564"/>
                    <a:pt x="148372" y="287389"/>
                  </a:cubicBezTo>
                  <a:cubicBezTo>
                    <a:pt x="144153" y="302048"/>
                    <a:pt x="140406" y="316920"/>
                    <a:pt x="137954" y="331956"/>
                  </a:cubicBezTo>
                  <a:cubicBezTo>
                    <a:pt x="136658" y="339781"/>
                    <a:pt x="137695" y="348289"/>
                    <a:pt x="139180" y="356185"/>
                  </a:cubicBezTo>
                  <a:cubicBezTo>
                    <a:pt x="140476" y="363043"/>
                    <a:pt x="146203" y="364575"/>
                    <a:pt x="150469" y="359131"/>
                  </a:cubicBezTo>
                  <a:cubicBezTo>
                    <a:pt x="154217" y="354323"/>
                    <a:pt x="156668" y="348077"/>
                    <a:pt x="158247" y="342091"/>
                  </a:cubicBezTo>
                  <a:cubicBezTo>
                    <a:pt x="160368" y="334054"/>
                    <a:pt x="160627" y="325522"/>
                    <a:pt x="162583" y="317415"/>
                  </a:cubicBezTo>
                  <a:cubicBezTo>
                    <a:pt x="163809" y="312277"/>
                    <a:pt x="166849" y="307328"/>
                    <a:pt x="173472" y="308695"/>
                  </a:cubicBezTo>
                  <a:cubicBezTo>
                    <a:pt x="179835" y="310014"/>
                    <a:pt x="180542" y="315482"/>
                    <a:pt x="180754" y="320903"/>
                  </a:cubicBezTo>
                  <a:cubicBezTo>
                    <a:pt x="181202" y="333535"/>
                    <a:pt x="176159" y="344471"/>
                    <a:pt x="170267" y="355171"/>
                  </a:cubicBezTo>
                  <a:cubicBezTo>
                    <a:pt x="162866" y="368605"/>
                    <a:pt x="163667" y="373696"/>
                    <a:pt x="174957" y="384184"/>
                  </a:cubicBezTo>
                  <a:cubicBezTo>
                    <a:pt x="180377" y="389227"/>
                    <a:pt x="182286" y="395072"/>
                    <a:pt x="179552" y="402237"/>
                  </a:cubicBezTo>
                  <a:cubicBezTo>
                    <a:pt x="177879" y="406621"/>
                    <a:pt x="173684" y="411923"/>
                    <a:pt x="180142" y="415152"/>
                  </a:cubicBezTo>
                  <a:cubicBezTo>
                    <a:pt x="186835" y="418499"/>
                    <a:pt x="188815" y="411782"/>
                    <a:pt x="191596" y="407705"/>
                  </a:cubicBezTo>
                  <a:cubicBezTo>
                    <a:pt x="192680" y="406102"/>
                    <a:pt x="193505" y="404217"/>
                    <a:pt x="194023" y="402331"/>
                  </a:cubicBezTo>
                  <a:cubicBezTo>
                    <a:pt x="197559" y="389510"/>
                    <a:pt x="200929" y="376665"/>
                    <a:pt x="204464" y="363844"/>
                  </a:cubicBezTo>
                  <a:cubicBezTo>
                    <a:pt x="208306" y="349845"/>
                    <a:pt x="211864" y="335751"/>
                    <a:pt x="216319" y="321963"/>
                  </a:cubicBezTo>
                  <a:cubicBezTo>
                    <a:pt x="218581" y="314940"/>
                    <a:pt x="222235" y="308459"/>
                    <a:pt x="231190" y="307045"/>
                  </a:cubicBezTo>
                  <a:cubicBezTo>
                    <a:pt x="232934" y="306762"/>
                    <a:pt x="234679" y="301883"/>
                    <a:pt x="235056" y="298937"/>
                  </a:cubicBezTo>
                  <a:cubicBezTo>
                    <a:pt x="235315" y="296840"/>
                    <a:pt x="233264" y="294459"/>
                    <a:pt x="232322" y="292173"/>
                  </a:cubicBezTo>
                  <a:cubicBezTo>
                    <a:pt x="228999" y="283971"/>
                    <a:pt x="231261" y="280837"/>
                    <a:pt x="239769" y="281897"/>
                  </a:cubicBezTo>
                  <a:cubicBezTo>
                    <a:pt x="255489" y="283877"/>
                    <a:pt x="266048" y="293988"/>
                    <a:pt x="275357" y="305442"/>
                  </a:cubicBezTo>
                  <a:cubicBezTo>
                    <a:pt x="292963" y="327078"/>
                    <a:pt x="303498" y="352343"/>
                    <a:pt x="310851" y="378951"/>
                  </a:cubicBezTo>
                  <a:cubicBezTo>
                    <a:pt x="321528" y="417533"/>
                    <a:pt x="324921" y="456515"/>
                    <a:pt x="317639" y="496321"/>
                  </a:cubicBezTo>
                  <a:cubicBezTo>
                    <a:pt x="312831" y="522529"/>
                    <a:pt x="308966" y="548949"/>
                    <a:pt x="305831" y="575416"/>
                  </a:cubicBezTo>
                  <a:cubicBezTo>
                    <a:pt x="304016" y="590783"/>
                    <a:pt x="300740" y="597948"/>
                    <a:pt x="285751" y="601719"/>
                  </a:cubicBezTo>
                  <a:cubicBezTo>
                    <a:pt x="252850" y="610038"/>
                    <a:pt x="222140" y="607233"/>
                    <a:pt x="196474" y="581662"/>
                  </a:cubicBezTo>
                  <a:cubicBezTo>
                    <a:pt x="186458" y="571693"/>
                    <a:pt x="174391" y="567167"/>
                    <a:pt x="159920" y="571669"/>
                  </a:cubicBezTo>
                  <a:cubicBezTo>
                    <a:pt x="156785" y="572659"/>
                    <a:pt x="151553" y="572847"/>
                    <a:pt x="149880" y="571009"/>
                  </a:cubicBezTo>
                  <a:cubicBezTo>
                    <a:pt x="148136" y="569100"/>
                    <a:pt x="149385" y="564316"/>
                    <a:pt x="149550" y="560804"/>
                  </a:cubicBezTo>
                  <a:cubicBezTo>
                    <a:pt x="149880" y="553569"/>
                    <a:pt x="151553" y="546168"/>
                    <a:pt x="150446" y="539192"/>
                  </a:cubicBezTo>
                  <a:cubicBezTo>
                    <a:pt x="149456" y="532970"/>
                    <a:pt x="144648" y="528068"/>
                    <a:pt x="137177" y="528681"/>
                  </a:cubicBezTo>
                  <a:cubicBezTo>
                    <a:pt x="129894" y="529270"/>
                    <a:pt x="125652" y="534360"/>
                    <a:pt x="125322" y="540865"/>
                  </a:cubicBezTo>
                  <a:cubicBezTo>
                    <a:pt x="124968" y="547582"/>
                    <a:pt x="125840" y="554794"/>
                    <a:pt x="128079" y="561110"/>
                  </a:cubicBezTo>
                  <a:cubicBezTo>
                    <a:pt x="138402" y="590052"/>
                    <a:pt x="155018" y="615082"/>
                    <a:pt x="178185" y="635280"/>
                  </a:cubicBezTo>
                  <a:cubicBezTo>
                    <a:pt x="185327" y="641502"/>
                    <a:pt x="194212" y="645838"/>
                    <a:pt x="202649" y="650387"/>
                  </a:cubicBezTo>
                  <a:cubicBezTo>
                    <a:pt x="205242" y="651777"/>
                    <a:pt x="209036" y="650976"/>
                    <a:pt x="212289" y="651188"/>
                  </a:cubicBezTo>
                  <a:cubicBezTo>
                    <a:pt x="211181" y="647959"/>
                    <a:pt x="210992" y="643717"/>
                    <a:pt x="208777" y="641643"/>
                  </a:cubicBezTo>
                  <a:cubicBezTo>
                    <a:pt x="200717" y="634054"/>
                    <a:pt x="191666" y="627502"/>
                    <a:pt x="183606" y="619913"/>
                  </a:cubicBezTo>
                  <a:cubicBezTo>
                    <a:pt x="175781" y="612536"/>
                    <a:pt x="168287" y="604665"/>
                    <a:pt x="161570" y="596274"/>
                  </a:cubicBezTo>
                  <a:cubicBezTo>
                    <a:pt x="159684" y="593941"/>
                    <a:pt x="161028" y="589039"/>
                    <a:pt x="160886" y="585291"/>
                  </a:cubicBezTo>
                  <a:cubicBezTo>
                    <a:pt x="164304" y="585786"/>
                    <a:pt x="168357" y="585268"/>
                    <a:pt x="170997" y="586965"/>
                  </a:cubicBezTo>
                  <a:cubicBezTo>
                    <a:pt x="178233" y="591631"/>
                    <a:pt x="184455" y="597995"/>
                    <a:pt x="191879" y="602308"/>
                  </a:cubicBezTo>
                  <a:cubicBezTo>
                    <a:pt x="202225" y="608294"/>
                    <a:pt x="212854" y="614445"/>
                    <a:pt x="224167" y="617863"/>
                  </a:cubicBezTo>
                  <a:cubicBezTo>
                    <a:pt x="234891" y="621115"/>
                    <a:pt x="238968" y="625075"/>
                    <a:pt x="236163" y="636081"/>
                  </a:cubicBezTo>
                  <a:cubicBezTo>
                    <a:pt x="234702" y="641785"/>
                    <a:pt x="233052" y="647535"/>
                    <a:pt x="232605" y="653357"/>
                  </a:cubicBezTo>
                  <a:cubicBezTo>
                    <a:pt x="231827" y="663302"/>
                    <a:pt x="237530" y="668275"/>
                    <a:pt x="246887" y="664716"/>
                  </a:cubicBezTo>
                  <a:cubicBezTo>
                    <a:pt x="256432" y="661063"/>
                    <a:pt x="266095" y="656468"/>
                    <a:pt x="274014" y="650128"/>
                  </a:cubicBezTo>
                  <a:cubicBezTo>
                    <a:pt x="285963" y="640583"/>
                    <a:pt x="296215" y="628963"/>
                    <a:pt x="307575" y="618641"/>
                  </a:cubicBezTo>
                  <a:cubicBezTo>
                    <a:pt x="315282" y="611641"/>
                    <a:pt x="322470" y="603675"/>
                    <a:pt x="334113" y="600116"/>
                  </a:cubicBezTo>
                  <a:cubicBezTo>
                    <a:pt x="334113" y="603486"/>
                    <a:pt x="334467" y="605867"/>
                    <a:pt x="334066" y="608105"/>
                  </a:cubicBezTo>
                  <a:cubicBezTo>
                    <a:pt x="329140" y="635515"/>
                    <a:pt x="317026" y="659555"/>
                    <a:pt x="298761" y="680366"/>
                  </a:cubicBezTo>
                  <a:cubicBezTo>
                    <a:pt x="295815" y="683736"/>
                    <a:pt x="290582" y="686305"/>
                    <a:pt x="286104" y="686894"/>
                  </a:cubicBezTo>
                  <a:cubicBezTo>
                    <a:pt x="265034" y="689699"/>
                    <a:pt x="243894" y="692103"/>
                    <a:pt x="222706" y="693823"/>
                  </a:cubicBezTo>
                  <a:cubicBezTo>
                    <a:pt x="209767" y="694860"/>
                    <a:pt x="197111" y="692008"/>
                    <a:pt x="187778" y="682393"/>
                  </a:cubicBezTo>
                  <a:cubicBezTo>
                    <a:pt x="175404" y="669642"/>
                    <a:pt x="162913" y="656750"/>
                    <a:pt x="152472" y="642468"/>
                  </a:cubicBezTo>
                  <a:cubicBezTo>
                    <a:pt x="129800" y="611476"/>
                    <a:pt x="105006" y="581615"/>
                    <a:pt x="94777" y="543128"/>
                  </a:cubicBezTo>
                  <a:cubicBezTo>
                    <a:pt x="92303" y="533748"/>
                    <a:pt x="85986" y="525475"/>
                    <a:pt x="82357" y="516307"/>
                  </a:cubicBezTo>
                  <a:cubicBezTo>
                    <a:pt x="69559" y="484160"/>
                    <a:pt x="65953" y="450128"/>
                    <a:pt x="65105" y="416071"/>
                  </a:cubicBezTo>
                  <a:cubicBezTo>
                    <a:pt x="64351" y="386187"/>
                    <a:pt x="65906" y="356185"/>
                    <a:pt x="67792" y="326324"/>
                  </a:cubicBezTo>
                  <a:cubicBezTo>
                    <a:pt x="70149" y="288897"/>
                    <a:pt x="79882" y="253356"/>
                    <a:pt x="99043" y="220761"/>
                  </a:cubicBezTo>
                  <a:cubicBezTo>
                    <a:pt x="136870" y="156420"/>
                    <a:pt x="188697" y="110438"/>
                    <a:pt x="264304" y="96957"/>
                  </a:cubicBezTo>
                  <a:cubicBezTo>
                    <a:pt x="303168" y="90028"/>
                    <a:pt x="339840" y="95001"/>
                    <a:pt x="372364" y="120502"/>
                  </a:cubicBezTo>
                  <a:cubicBezTo>
                    <a:pt x="419666" y="157575"/>
                    <a:pt x="458223" y="202143"/>
                    <a:pt x="485586" y="255407"/>
                  </a:cubicBezTo>
                  <a:cubicBezTo>
                    <a:pt x="521716" y="325711"/>
                    <a:pt x="551577" y="398867"/>
                    <a:pt x="576866" y="473790"/>
                  </a:cubicBezTo>
                  <a:cubicBezTo>
                    <a:pt x="583795" y="494318"/>
                    <a:pt x="590300" y="514964"/>
                    <a:pt x="591502" y="537047"/>
                  </a:cubicBezTo>
                  <a:cubicBezTo>
                    <a:pt x="592162" y="549303"/>
                    <a:pt x="596145" y="561110"/>
                    <a:pt x="603498" y="571622"/>
                  </a:cubicBezTo>
                  <a:cubicBezTo>
                    <a:pt x="607952" y="578009"/>
                    <a:pt x="612218" y="584985"/>
                    <a:pt x="614528" y="592338"/>
                  </a:cubicBezTo>
                  <a:cubicBezTo>
                    <a:pt x="626265" y="629741"/>
                    <a:pt x="629659" y="668346"/>
                    <a:pt x="628858" y="707328"/>
                  </a:cubicBezTo>
                  <a:cubicBezTo>
                    <a:pt x="628693" y="715883"/>
                    <a:pt x="626925" y="724509"/>
                    <a:pt x="624851" y="732852"/>
                  </a:cubicBezTo>
                  <a:cubicBezTo>
                    <a:pt x="624144" y="735657"/>
                    <a:pt x="619053" y="740088"/>
                    <a:pt x="617945" y="739569"/>
                  </a:cubicBezTo>
                  <a:cubicBezTo>
                    <a:pt x="614387" y="737872"/>
                    <a:pt x="610380" y="734738"/>
                    <a:pt x="609178" y="731226"/>
                  </a:cubicBezTo>
                  <a:cubicBezTo>
                    <a:pt x="607858" y="727384"/>
                    <a:pt x="609272" y="722506"/>
                    <a:pt x="609862" y="718122"/>
                  </a:cubicBezTo>
                  <a:cubicBezTo>
                    <a:pt x="610828" y="711052"/>
                    <a:pt x="612996" y="704028"/>
                    <a:pt x="612925" y="697005"/>
                  </a:cubicBezTo>
                  <a:cubicBezTo>
                    <a:pt x="612878" y="693493"/>
                    <a:pt x="609461" y="687648"/>
                    <a:pt x="606798" y="687153"/>
                  </a:cubicBezTo>
                  <a:cubicBezTo>
                    <a:pt x="603757" y="686588"/>
                    <a:pt x="598077" y="690052"/>
                    <a:pt x="596640" y="693163"/>
                  </a:cubicBezTo>
                  <a:cubicBezTo>
                    <a:pt x="593647" y="699739"/>
                    <a:pt x="591903" y="707139"/>
                    <a:pt x="591054" y="714375"/>
                  </a:cubicBezTo>
                  <a:cubicBezTo>
                    <a:pt x="587896" y="741360"/>
                    <a:pt x="585256" y="768417"/>
                    <a:pt x="582522" y="795473"/>
                  </a:cubicBezTo>
                  <a:cubicBezTo>
                    <a:pt x="581132" y="809213"/>
                    <a:pt x="579458" y="822977"/>
                    <a:pt x="579011" y="836741"/>
                  </a:cubicBezTo>
                  <a:cubicBezTo>
                    <a:pt x="578775" y="844189"/>
                    <a:pt x="581910" y="845508"/>
                    <a:pt x="588414" y="842586"/>
                  </a:cubicBezTo>
                  <a:cubicBezTo>
                    <a:pt x="599232" y="837731"/>
                    <a:pt x="601353" y="839051"/>
                    <a:pt x="601542" y="850788"/>
                  </a:cubicBezTo>
                  <a:cubicBezTo>
                    <a:pt x="601565" y="852273"/>
                    <a:pt x="601542" y="853757"/>
                    <a:pt x="601448" y="855242"/>
                  </a:cubicBezTo>
                  <a:cubicBezTo>
                    <a:pt x="599091" y="895025"/>
                    <a:pt x="587542" y="932357"/>
                    <a:pt x="570668" y="968134"/>
                  </a:cubicBezTo>
                  <a:cubicBezTo>
                    <a:pt x="561594" y="987366"/>
                    <a:pt x="551931" y="1006385"/>
                    <a:pt x="533877" y="1019395"/>
                  </a:cubicBezTo>
                  <a:cubicBezTo>
                    <a:pt x="529211" y="1022742"/>
                    <a:pt x="527420" y="1027927"/>
                    <a:pt x="529517" y="1033960"/>
                  </a:cubicBezTo>
                  <a:cubicBezTo>
                    <a:pt x="531803" y="1040536"/>
                    <a:pt x="536446" y="1044307"/>
                    <a:pt x="543140" y="1044754"/>
                  </a:cubicBezTo>
                  <a:cubicBezTo>
                    <a:pt x="547523" y="1045061"/>
                    <a:pt x="551978" y="1043977"/>
                    <a:pt x="557281" y="1043435"/>
                  </a:cubicBezTo>
                  <a:cubicBezTo>
                    <a:pt x="555230" y="1045956"/>
                    <a:pt x="553934" y="1048078"/>
                    <a:pt x="552143" y="1049680"/>
                  </a:cubicBezTo>
                  <a:cubicBezTo>
                    <a:pt x="535409" y="1064764"/>
                    <a:pt x="519029" y="1080248"/>
                    <a:pt x="501683" y="1094578"/>
                  </a:cubicBezTo>
                  <a:cubicBezTo>
                    <a:pt x="492044" y="1102544"/>
                    <a:pt x="480825" y="1108648"/>
                    <a:pt x="470125" y="1115271"/>
                  </a:cubicBezTo>
                  <a:cubicBezTo>
                    <a:pt x="467745" y="1116732"/>
                    <a:pt x="464563" y="1116897"/>
                    <a:pt x="459590" y="1118264"/>
                  </a:cubicBezTo>
                  <a:cubicBezTo>
                    <a:pt x="461546" y="1114139"/>
                    <a:pt x="462018" y="1111830"/>
                    <a:pt x="463408" y="1110463"/>
                  </a:cubicBezTo>
                  <a:cubicBezTo>
                    <a:pt x="469183" y="1104712"/>
                    <a:pt x="475240" y="1099244"/>
                    <a:pt x="481155" y="1093635"/>
                  </a:cubicBezTo>
                  <a:cubicBezTo>
                    <a:pt x="493340" y="1082087"/>
                    <a:pt x="505878" y="1070868"/>
                    <a:pt x="517474" y="1058777"/>
                  </a:cubicBezTo>
                  <a:cubicBezTo>
                    <a:pt x="520538" y="1055596"/>
                    <a:pt x="520797" y="1049704"/>
                    <a:pt x="522353" y="1045061"/>
                  </a:cubicBezTo>
                  <a:cubicBezTo>
                    <a:pt x="517875" y="1046451"/>
                    <a:pt x="512595" y="1046758"/>
                    <a:pt x="509060" y="1049397"/>
                  </a:cubicBezTo>
                  <a:cubicBezTo>
                    <a:pt x="498596" y="1057269"/>
                    <a:pt x="488768" y="1065989"/>
                    <a:pt x="478775" y="1074497"/>
                  </a:cubicBezTo>
                  <a:cubicBezTo>
                    <a:pt x="465011" y="1086235"/>
                    <a:pt x="451153" y="1097830"/>
                    <a:pt x="433430" y="1103298"/>
                  </a:cubicBezTo>
                  <a:cubicBezTo>
                    <a:pt x="424851" y="1105938"/>
                    <a:pt x="419524" y="1104311"/>
                    <a:pt x="416743" y="1098514"/>
                  </a:cubicBezTo>
                  <a:cubicBezTo>
                    <a:pt x="413868" y="1092551"/>
                    <a:pt x="415824" y="1087908"/>
                    <a:pt x="423554" y="1082699"/>
                  </a:cubicBezTo>
                  <a:cubicBezTo>
                    <a:pt x="425393" y="1081474"/>
                    <a:pt x="427325" y="1080248"/>
                    <a:pt x="429376" y="1079470"/>
                  </a:cubicBezTo>
                  <a:cubicBezTo>
                    <a:pt x="437908" y="1076265"/>
                    <a:pt x="446722" y="1073743"/>
                    <a:pt x="455018" y="1070043"/>
                  </a:cubicBezTo>
                  <a:cubicBezTo>
                    <a:pt x="463291" y="1066366"/>
                    <a:pt x="471374" y="1062101"/>
                    <a:pt x="478916" y="1057104"/>
                  </a:cubicBezTo>
                  <a:cubicBezTo>
                    <a:pt x="483465" y="1054087"/>
                    <a:pt x="484101" y="1044896"/>
                    <a:pt x="480990" y="1040866"/>
                  </a:cubicBezTo>
                  <a:cubicBezTo>
                    <a:pt x="477361" y="1036199"/>
                    <a:pt x="473024" y="1039004"/>
                    <a:pt x="468947" y="1040276"/>
                  </a:cubicBezTo>
                  <a:cubicBezTo>
                    <a:pt x="467533" y="1040724"/>
                    <a:pt x="466072" y="1041125"/>
                    <a:pt x="464822" y="1041879"/>
                  </a:cubicBezTo>
                  <a:cubicBezTo>
                    <a:pt x="447217" y="1052367"/>
                    <a:pt x="429093" y="1062124"/>
                    <a:pt x="412195" y="1073649"/>
                  </a:cubicBezTo>
                  <a:cubicBezTo>
                    <a:pt x="394212" y="1085905"/>
                    <a:pt x="395414" y="1097759"/>
                    <a:pt x="414316" y="1109025"/>
                  </a:cubicBezTo>
                  <a:cubicBezTo>
                    <a:pt x="423130" y="1114281"/>
                    <a:pt x="432345" y="1118052"/>
                    <a:pt x="442928" y="1118028"/>
                  </a:cubicBezTo>
                  <a:cubicBezTo>
                    <a:pt x="445826" y="1118028"/>
                    <a:pt x="450092" y="1119136"/>
                    <a:pt x="451271" y="1121186"/>
                  </a:cubicBezTo>
                  <a:cubicBezTo>
                    <a:pt x="452308" y="1122977"/>
                    <a:pt x="450517" y="1127149"/>
                    <a:pt x="448914" y="1129576"/>
                  </a:cubicBezTo>
                  <a:cubicBezTo>
                    <a:pt x="445096" y="1135351"/>
                    <a:pt x="440594" y="1140654"/>
                    <a:pt x="436517" y="1146263"/>
                  </a:cubicBezTo>
                  <a:cubicBezTo>
                    <a:pt x="435079" y="1148243"/>
                    <a:pt x="434160" y="1150576"/>
                    <a:pt x="432157" y="1154323"/>
                  </a:cubicBezTo>
                  <a:cubicBezTo>
                    <a:pt x="436682" y="1153498"/>
                    <a:pt x="439487" y="1153522"/>
                    <a:pt x="441820" y="1152485"/>
                  </a:cubicBezTo>
                  <a:cubicBezTo>
                    <a:pt x="453321" y="1147465"/>
                    <a:pt x="465223" y="1143058"/>
                    <a:pt x="476065" y="1136835"/>
                  </a:cubicBezTo>
                  <a:cubicBezTo>
                    <a:pt x="513727" y="1115247"/>
                    <a:pt x="548867" y="1090076"/>
                    <a:pt x="581415" y="1061229"/>
                  </a:cubicBezTo>
                  <a:cubicBezTo>
                    <a:pt x="591313" y="1052438"/>
                    <a:pt x="592327" y="1042727"/>
                    <a:pt x="588721" y="1031179"/>
                  </a:cubicBezTo>
                  <a:cubicBezTo>
                    <a:pt x="586364" y="1023684"/>
                    <a:pt x="580637" y="1017722"/>
                    <a:pt x="572152" y="1020903"/>
                  </a:cubicBezTo>
                  <a:cubicBezTo>
                    <a:pt x="570809" y="1021422"/>
                    <a:pt x="568994" y="1020715"/>
                    <a:pt x="566048" y="1020432"/>
                  </a:cubicBezTo>
                  <a:cubicBezTo>
                    <a:pt x="568216" y="1016378"/>
                    <a:pt x="569913" y="1013173"/>
                    <a:pt x="571634" y="1010015"/>
                  </a:cubicBezTo>
                  <a:cubicBezTo>
                    <a:pt x="575523" y="1002874"/>
                    <a:pt x="580142" y="996015"/>
                    <a:pt x="583206" y="988544"/>
                  </a:cubicBezTo>
                  <a:cubicBezTo>
                    <a:pt x="603310" y="939546"/>
                    <a:pt x="617498" y="888756"/>
                    <a:pt x="627821" y="836859"/>
                  </a:cubicBezTo>
                  <a:cubicBezTo>
                    <a:pt x="630625" y="822812"/>
                    <a:pt x="633359" y="808553"/>
                    <a:pt x="629329" y="794271"/>
                  </a:cubicBezTo>
                  <a:cubicBezTo>
                    <a:pt x="627326" y="787177"/>
                    <a:pt x="624191" y="781096"/>
                    <a:pt x="615306" y="780059"/>
                  </a:cubicBezTo>
                  <a:cubicBezTo>
                    <a:pt x="608518" y="779258"/>
                    <a:pt x="603687" y="772400"/>
                    <a:pt x="604323" y="766296"/>
                  </a:cubicBezTo>
                  <a:cubicBezTo>
                    <a:pt x="604936" y="760356"/>
                    <a:pt x="610168" y="756043"/>
                    <a:pt x="617922" y="756633"/>
                  </a:cubicBezTo>
                  <a:cubicBezTo>
                    <a:pt x="625134" y="757175"/>
                    <a:pt x="628386" y="753687"/>
                    <a:pt x="630319" y="747700"/>
                  </a:cubicBezTo>
                  <a:cubicBezTo>
                    <a:pt x="631144" y="745131"/>
                    <a:pt x="632086" y="742539"/>
                    <a:pt x="632558" y="739899"/>
                  </a:cubicBezTo>
                  <a:cubicBezTo>
                    <a:pt x="641679" y="688285"/>
                    <a:pt x="639463" y="636977"/>
                    <a:pt x="628127" y="585951"/>
                  </a:cubicBezTo>
                  <a:cubicBezTo>
                    <a:pt x="625770" y="575322"/>
                    <a:pt x="621457" y="565871"/>
                    <a:pt x="611629" y="559744"/>
                  </a:cubicBezTo>
                  <a:cubicBezTo>
                    <a:pt x="609249" y="558259"/>
                    <a:pt x="607175" y="555548"/>
                    <a:pt x="606114" y="552956"/>
                  </a:cubicBezTo>
                  <a:cubicBezTo>
                    <a:pt x="605219" y="550740"/>
                    <a:pt x="605030" y="547134"/>
                    <a:pt x="606303" y="545485"/>
                  </a:cubicBezTo>
                  <a:cubicBezTo>
                    <a:pt x="607505" y="543906"/>
                    <a:pt x="611441" y="542916"/>
                    <a:pt x="613350" y="543693"/>
                  </a:cubicBezTo>
                  <a:cubicBezTo>
                    <a:pt x="618982" y="545980"/>
                    <a:pt x="624709" y="548596"/>
                    <a:pt x="629541" y="552249"/>
                  </a:cubicBezTo>
                  <a:cubicBezTo>
                    <a:pt x="649857" y="567615"/>
                    <a:pt x="657045" y="589793"/>
                    <a:pt x="659096" y="613785"/>
                  </a:cubicBezTo>
                  <a:cubicBezTo>
                    <a:pt x="660910" y="634973"/>
                    <a:pt x="660816" y="656326"/>
                    <a:pt x="662466" y="677538"/>
                  </a:cubicBezTo>
                  <a:cubicBezTo>
                    <a:pt x="662961" y="683830"/>
                    <a:pt x="665341" y="690618"/>
                    <a:pt x="668806" y="695897"/>
                  </a:cubicBezTo>
                  <a:cubicBezTo>
                    <a:pt x="672765" y="701931"/>
                    <a:pt x="678634" y="700469"/>
                    <a:pt x="680778" y="693493"/>
                  </a:cubicBezTo>
                  <a:cubicBezTo>
                    <a:pt x="682145" y="689062"/>
                    <a:pt x="683229" y="684207"/>
                    <a:pt x="682876" y="679659"/>
                  </a:cubicBezTo>
                  <a:cubicBezTo>
                    <a:pt x="681203" y="658000"/>
                    <a:pt x="680142" y="636199"/>
                    <a:pt x="676654" y="614799"/>
                  </a:cubicBezTo>
                  <a:cubicBezTo>
                    <a:pt x="671870" y="585456"/>
                    <a:pt x="659143" y="559861"/>
                    <a:pt x="635009" y="540983"/>
                  </a:cubicBezTo>
                  <a:cubicBezTo>
                    <a:pt x="630743" y="537660"/>
                    <a:pt x="626925" y="533630"/>
                    <a:pt x="623460" y="529435"/>
                  </a:cubicBezTo>
                  <a:cubicBezTo>
                    <a:pt x="614457" y="518523"/>
                    <a:pt x="606421" y="507281"/>
                    <a:pt x="604040" y="492574"/>
                  </a:cubicBezTo>
                  <a:cubicBezTo>
                    <a:pt x="601778" y="478527"/>
                    <a:pt x="599350" y="464174"/>
                    <a:pt x="594330" y="451000"/>
                  </a:cubicBezTo>
                  <a:cubicBezTo>
                    <a:pt x="587212" y="432357"/>
                    <a:pt x="577455" y="414752"/>
                    <a:pt x="569112" y="396581"/>
                  </a:cubicBezTo>
                  <a:cubicBezTo>
                    <a:pt x="556055" y="368087"/>
                    <a:pt x="542833" y="339593"/>
                    <a:pt x="535268" y="309001"/>
                  </a:cubicBezTo>
                  <a:cubicBezTo>
                    <a:pt x="532086" y="296156"/>
                    <a:pt x="529989" y="282864"/>
                    <a:pt x="536399" y="270561"/>
                  </a:cubicBezTo>
                  <a:cubicBezTo>
                    <a:pt x="539298" y="264999"/>
                    <a:pt x="544436" y="258188"/>
                    <a:pt x="549645" y="257104"/>
                  </a:cubicBezTo>
                  <a:cubicBezTo>
                    <a:pt x="553345" y="256326"/>
                    <a:pt x="560085" y="263373"/>
                    <a:pt x="563338" y="268322"/>
                  </a:cubicBezTo>
                  <a:cubicBezTo>
                    <a:pt x="579341" y="292668"/>
                    <a:pt x="589993" y="319442"/>
                    <a:pt x="596899" y="347700"/>
                  </a:cubicBezTo>
                  <a:cubicBezTo>
                    <a:pt x="597653" y="350787"/>
                    <a:pt x="597936" y="353993"/>
                    <a:pt x="598431" y="357151"/>
                  </a:cubicBezTo>
                  <a:cubicBezTo>
                    <a:pt x="597512" y="357575"/>
                    <a:pt x="596593" y="357999"/>
                    <a:pt x="595673" y="358447"/>
                  </a:cubicBezTo>
                  <a:cubicBezTo>
                    <a:pt x="577879" y="333535"/>
                    <a:pt x="560062" y="308647"/>
                    <a:pt x="542268" y="283736"/>
                  </a:cubicBezTo>
                  <a:cubicBezTo>
                    <a:pt x="542126" y="286753"/>
                    <a:pt x="542881" y="289274"/>
                    <a:pt x="543941" y="291655"/>
                  </a:cubicBezTo>
                  <a:cubicBezTo>
                    <a:pt x="561641" y="330802"/>
                    <a:pt x="579694" y="369783"/>
                    <a:pt x="596993" y="409095"/>
                  </a:cubicBezTo>
                  <a:cubicBezTo>
                    <a:pt x="606515" y="430731"/>
                    <a:pt x="615188" y="452649"/>
                    <a:pt x="618440" y="476524"/>
                  </a:cubicBezTo>
                  <a:cubicBezTo>
                    <a:pt x="620891" y="494389"/>
                    <a:pt x="631733" y="507658"/>
                    <a:pt x="647194" y="516779"/>
                  </a:cubicBezTo>
                  <a:cubicBezTo>
                    <a:pt x="649621" y="518216"/>
                    <a:pt x="653675" y="518782"/>
                    <a:pt x="656055" y="517674"/>
                  </a:cubicBezTo>
                  <a:cubicBezTo>
                    <a:pt x="657540" y="516991"/>
                    <a:pt x="658059" y="512324"/>
                    <a:pt x="657611" y="509708"/>
                  </a:cubicBezTo>
                  <a:cubicBezTo>
                    <a:pt x="656126" y="500917"/>
                    <a:pt x="650493" y="494766"/>
                    <a:pt x="643588" y="489534"/>
                  </a:cubicBezTo>
                  <a:cubicBezTo>
                    <a:pt x="635810" y="483618"/>
                    <a:pt x="632605" y="475982"/>
                    <a:pt x="634679" y="466107"/>
                  </a:cubicBezTo>
                  <a:cubicBezTo>
                    <a:pt x="635480" y="462289"/>
                    <a:pt x="635763" y="458117"/>
                    <a:pt x="635103" y="454323"/>
                  </a:cubicBezTo>
                  <a:cubicBezTo>
                    <a:pt x="632133" y="437047"/>
                    <a:pt x="629682" y="419607"/>
                    <a:pt x="625346" y="402661"/>
                  </a:cubicBezTo>
                  <a:cubicBezTo>
                    <a:pt x="614481" y="360120"/>
                    <a:pt x="602932" y="317768"/>
                    <a:pt x="591101" y="275487"/>
                  </a:cubicBezTo>
                  <a:cubicBezTo>
                    <a:pt x="588744" y="267097"/>
                    <a:pt x="585351" y="258353"/>
                    <a:pt x="580118" y="251518"/>
                  </a:cubicBezTo>
                  <a:cubicBezTo>
                    <a:pt x="562560" y="228539"/>
                    <a:pt x="543588" y="206620"/>
                    <a:pt x="525864" y="183759"/>
                  </a:cubicBezTo>
                  <a:cubicBezTo>
                    <a:pt x="515188" y="169972"/>
                    <a:pt x="505902" y="155124"/>
                    <a:pt x="495720" y="140936"/>
                  </a:cubicBezTo>
                  <a:cubicBezTo>
                    <a:pt x="493976" y="138485"/>
                    <a:pt x="491195" y="136010"/>
                    <a:pt x="488414" y="135256"/>
                  </a:cubicBezTo>
                  <a:cubicBezTo>
                    <a:pt x="482263" y="133583"/>
                    <a:pt x="475805" y="133205"/>
                    <a:pt x="469536" y="131933"/>
                  </a:cubicBezTo>
                  <a:cubicBezTo>
                    <a:pt x="464681" y="130966"/>
                    <a:pt x="458671" y="129859"/>
                    <a:pt x="460698" y="122953"/>
                  </a:cubicBezTo>
                  <a:cubicBezTo>
                    <a:pt x="462324" y="117344"/>
                    <a:pt x="460250" y="113385"/>
                    <a:pt x="456833" y="110344"/>
                  </a:cubicBezTo>
                  <a:cubicBezTo>
                    <a:pt x="448160" y="102661"/>
                    <a:pt x="439133" y="95402"/>
                    <a:pt x="429942" y="88355"/>
                  </a:cubicBezTo>
                  <a:cubicBezTo>
                    <a:pt x="420726" y="81308"/>
                    <a:pt x="410804" y="75133"/>
                    <a:pt x="401942" y="67709"/>
                  </a:cubicBezTo>
                  <a:cubicBezTo>
                    <a:pt x="398596" y="64905"/>
                    <a:pt x="397370" y="59602"/>
                    <a:pt x="395178" y="55430"/>
                  </a:cubicBezTo>
                  <a:cubicBezTo>
                    <a:pt x="400057" y="55077"/>
                    <a:pt x="405289" y="53427"/>
                    <a:pt x="409767" y="54582"/>
                  </a:cubicBezTo>
                  <a:cubicBezTo>
                    <a:pt x="428032" y="59272"/>
                    <a:pt x="443941" y="68652"/>
                    <a:pt x="457941" y="81261"/>
                  </a:cubicBezTo>
                  <a:cubicBezTo>
                    <a:pt x="501801" y="120785"/>
                    <a:pt x="538167" y="166790"/>
                    <a:pt x="572223" y="214681"/>
                  </a:cubicBezTo>
                  <a:cubicBezTo>
                    <a:pt x="591030" y="241101"/>
                    <a:pt x="608117" y="268416"/>
                    <a:pt x="616649" y="300422"/>
                  </a:cubicBezTo>
                  <a:cubicBezTo>
                    <a:pt x="619124" y="309684"/>
                    <a:pt x="624238" y="318947"/>
                    <a:pt x="630366" y="326347"/>
                  </a:cubicBezTo>
                  <a:cubicBezTo>
                    <a:pt x="636187" y="333370"/>
                    <a:pt x="640100" y="340582"/>
                    <a:pt x="641349" y="349232"/>
                  </a:cubicBezTo>
                  <a:cubicBezTo>
                    <a:pt x="642833" y="359484"/>
                    <a:pt x="643305" y="369878"/>
                    <a:pt x="644601" y="380153"/>
                  </a:cubicBezTo>
                  <a:cubicBezTo>
                    <a:pt x="646251" y="393092"/>
                    <a:pt x="647901" y="406055"/>
                    <a:pt x="650375" y="418829"/>
                  </a:cubicBezTo>
                  <a:cubicBezTo>
                    <a:pt x="651436" y="424368"/>
                    <a:pt x="654405" y="429058"/>
                    <a:pt x="661594" y="429906"/>
                  </a:cubicBezTo>
                  <a:cubicBezTo>
                    <a:pt x="666520" y="430472"/>
                    <a:pt x="669041" y="434148"/>
                    <a:pt x="666920" y="439852"/>
                  </a:cubicBezTo>
                  <a:cubicBezTo>
                    <a:pt x="665765" y="443010"/>
                    <a:pt x="664846" y="446687"/>
                    <a:pt x="665294" y="449915"/>
                  </a:cubicBezTo>
                  <a:cubicBezTo>
                    <a:pt x="668971" y="476524"/>
                    <a:pt x="671799" y="503368"/>
                    <a:pt x="677243" y="529623"/>
                  </a:cubicBezTo>
                  <a:cubicBezTo>
                    <a:pt x="683371" y="559272"/>
                    <a:pt x="691879" y="588450"/>
                    <a:pt x="699609" y="617769"/>
                  </a:cubicBezTo>
                  <a:cubicBezTo>
                    <a:pt x="700529" y="621233"/>
                    <a:pt x="702980" y="624273"/>
                    <a:pt x="704724" y="627526"/>
                  </a:cubicBezTo>
                  <a:cubicBezTo>
                    <a:pt x="707151" y="624792"/>
                    <a:pt x="708000" y="622765"/>
                    <a:pt x="708353" y="620644"/>
                  </a:cubicBezTo>
                  <a:cubicBezTo>
                    <a:pt x="711676" y="600092"/>
                    <a:pt x="710097" y="579635"/>
                    <a:pt x="705973" y="559437"/>
                  </a:cubicBezTo>
                  <a:cubicBezTo>
                    <a:pt x="702673" y="543269"/>
                    <a:pt x="697960" y="527408"/>
                    <a:pt x="694731" y="511216"/>
                  </a:cubicBezTo>
                  <a:cubicBezTo>
                    <a:pt x="693906" y="507021"/>
                    <a:pt x="696239" y="502213"/>
                    <a:pt x="697135" y="497665"/>
                  </a:cubicBezTo>
                  <a:cubicBezTo>
                    <a:pt x="700387" y="500658"/>
                    <a:pt x="705172" y="503038"/>
                    <a:pt x="706586" y="506738"/>
                  </a:cubicBezTo>
                  <a:cubicBezTo>
                    <a:pt x="712006" y="520714"/>
                    <a:pt x="717168" y="534903"/>
                    <a:pt x="720939" y="549373"/>
                  </a:cubicBezTo>
                  <a:cubicBezTo>
                    <a:pt x="731002" y="588143"/>
                    <a:pt x="738662" y="627266"/>
                    <a:pt x="740029" y="667592"/>
                  </a:cubicBezTo>
                  <a:cubicBezTo>
                    <a:pt x="740760" y="689487"/>
                    <a:pt x="743871" y="711382"/>
                    <a:pt x="747288" y="733064"/>
                  </a:cubicBezTo>
                  <a:cubicBezTo>
                    <a:pt x="748584" y="741243"/>
                    <a:pt x="751907" y="750717"/>
                    <a:pt x="757587" y="756208"/>
                  </a:cubicBezTo>
                  <a:cubicBezTo>
                    <a:pt x="765129" y="763491"/>
                    <a:pt x="767604" y="771598"/>
                    <a:pt x="767510" y="780578"/>
                  </a:cubicBezTo>
                  <a:cubicBezTo>
                    <a:pt x="767297" y="800587"/>
                    <a:pt x="766732" y="820667"/>
                    <a:pt x="764728" y="840559"/>
                  </a:cubicBezTo>
                  <a:cubicBezTo>
                    <a:pt x="760580" y="881733"/>
                    <a:pt x="751153" y="921775"/>
                    <a:pt x="735622" y="960262"/>
                  </a:cubicBezTo>
                  <a:cubicBezTo>
                    <a:pt x="732181" y="968794"/>
                    <a:pt x="729117" y="977491"/>
                    <a:pt x="725888" y="986117"/>
                  </a:cubicBezTo>
                  <a:cubicBezTo>
                    <a:pt x="735645" y="978221"/>
                    <a:pt x="744248" y="969713"/>
                    <a:pt x="752732" y="961087"/>
                  </a:cubicBezTo>
                  <a:cubicBezTo>
                    <a:pt x="761971" y="951707"/>
                    <a:pt x="768806" y="940701"/>
                    <a:pt x="771021" y="927738"/>
                  </a:cubicBezTo>
                  <a:cubicBezTo>
                    <a:pt x="774910" y="904900"/>
                    <a:pt x="778445" y="881968"/>
                    <a:pt x="780943" y="858942"/>
                  </a:cubicBezTo>
                  <a:cubicBezTo>
                    <a:pt x="783112" y="839027"/>
                    <a:pt x="784102" y="818947"/>
                    <a:pt x="784761" y="798914"/>
                  </a:cubicBezTo>
                  <a:cubicBezTo>
                    <a:pt x="785846" y="766484"/>
                    <a:pt x="786317" y="734031"/>
                    <a:pt x="786883" y="701577"/>
                  </a:cubicBezTo>
                  <a:cubicBezTo>
                    <a:pt x="786953" y="697901"/>
                    <a:pt x="785893" y="694224"/>
                    <a:pt x="785351" y="690547"/>
                  </a:cubicBezTo>
                  <a:cubicBezTo>
                    <a:pt x="777880" y="704193"/>
                    <a:pt x="778210" y="720149"/>
                    <a:pt x="769701" y="733583"/>
                  </a:cubicBezTo>
                  <a:cubicBezTo>
                    <a:pt x="762183" y="721775"/>
                    <a:pt x="753180" y="607233"/>
                    <a:pt x="759378" y="596298"/>
                  </a:cubicBezTo>
                  <a:cubicBezTo>
                    <a:pt x="769254" y="611429"/>
                    <a:pt x="778728" y="625923"/>
                    <a:pt x="788202" y="640418"/>
                  </a:cubicBezTo>
                  <a:cubicBezTo>
                    <a:pt x="789381" y="639970"/>
                    <a:pt x="790559" y="639546"/>
                    <a:pt x="791738" y="639098"/>
                  </a:cubicBezTo>
                  <a:cubicBezTo>
                    <a:pt x="788603" y="607941"/>
                    <a:pt x="785445" y="576807"/>
                    <a:pt x="782310" y="545650"/>
                  </a:cubicBezTo>
                  <a:cubicBezTo>
                    <a:pt x="783135" y="545438"/>
                    <a:pt x="783937" y="545225"/>
                    <a:pt x="784761" y="545013"/>
                  </a:cubicBezTo>
                  <a:cubicBezTo>
                    <a:pt x="785987" y="547512"/>
                    <a:pt x="787354" y="549939"/>
                    <a:pt x="788438" y="552508"/>
                  </a:cubicBezTo>
                  <a:cubicBezTo>
                    <a:pt x="792115" y="561134"/>
                    <a:pt x="795037" y="570161"/>
                    <a:pt x="799492" y="578362"/>
                  </a:cubicBezTo>
                  <a:cubicBezTo>
                    <a:pt x="804040" y="586753"/>
                    <a:pt x="809579" y="594742"/>
                    <a:pt x="815589" y="602190"/>
                  </a:cubicBezTo>
                  <a:cubicBezTo>
                    <a:pt x="819666" y="607233"/>
                    <a:pt x="825228" y="609897"/>
                    <a:pt x="832723" y="608270"/>
                  </a:cubicBezTo>
                  <a:cubicBezTo>
                    <a:pt x="835928" y="607587"/>
                    <a:pt x="841113" y="610038"/>
                    <a:pt x="843494" y="612748"/>
                  </a:cubicBezTo>
                  <a:cubicBezTo>
                    <a:pt x="852261" y="622694"/>
                    <a:pt x="845473" y="642350"/>
                    <a:pt x="832487" y="644896"/>
                  </a:cubicBezTo>
                  <a:cubicBezTo>
                    <a:pt x="826336" y="646121"/>
                    <a:pt x="822518" y="649232"/>
                    <a:pt x="820915" y="654888"/>
                  </a:cubicBezTo>
                  <a:cubicBezTo>
                    <a:pt x="817851" y="665801"/>
                    <a:pt x="814222" y="676642"/>
                    <a:pt x="812525" y="687790"/>
                  </a:cubicBezTo>
                  <a:cubicBezTo>
                    <a:pt x="807034" y="723896"/>
                    <a:pt x="805808" y="760333"/>
                    <a:pt x="809697" y="796628"/>
                  </a:cubicBezTo>
                  <a:cubicBezTo>
                    <a:pt x="811394" y="812466"/>
                    <a:pt x="809932" y="830495"/>
                    <a:pt x="828009" y="841549"/>
                  </a:cubicBezTo>
                  <a:cubicBezTo>
                    <a:pt x="822659" y="841148"/>
                    <a:pt x="818723" y="840606"/>
                    <a:pt x="814787" y="840630"/>
                  </a:cubicBezTo>
                  <a:cubicBezTo>
                    <a:pt x="810144" y="840653"/>
                    <a:pt x="805289" y="840418"/>
                    <a:pt x="800953" y="841690"/>
                  </a:cubicBezTo>
                  <a:cubicBezTo>
                    <a:pt x="798054" y="842539"/>
                    <a:pt x="794236" y="845626"/>
                    <a:pt x="793835" y="848172"/>
                  </a:cubicBezTo>
                  <a:cubicBezTo>
                    <a:pt x="793364" y="851165"/>
                    <a:pt x="795626" y="855101"/>
                    <a:pt x="797724" y="857811"/>
                  </a:cubicBezTo>
                  <a:cubicBezTo>
                    <a:pt x="799185" y="859696"/>
                    <a:pt x="802320" y="860592"/>
                    <a:pt x="804889" y="861252"/>
                  </a:cubicBezTo>
                  <a:cubicBezTo>
                    <a:pt x="818935" y="864881"/>
                    <a:pt x="826194" y="889251"/>
                    <a:pt x="815777" y="901436"/>
                  </a:cubicBezTo>
                  <a:cubicBezTo>
                    <a:pt x="809084" y="893211"/>
                    <a:pt x="802461" y="885127"/>
                    <a:pt x="795862" y="877043"/>
                  </a:cubicBezTo>
                  <a:cubicBezTo>
                    <a:pt x="795367" y="881049"/>
                    <a:pt x="796121" y="884349"/>
                    <a:pt x="797300" y="887483"/>
                  </a:cubicBezTo>
                  <a:cubicBezTo>
                    <a:pt x="802414" y="901059"/>
                    <a:pt x="801354" y="914587"/>
                    <a:pt x="794660" y="926913"/>
                  </a:cubicBezTo>
                  <a:cubicBezTo>
                    <a:pt x="786317" y="942256"/>
                    <a:pt x="776395" y="956751"/>
                    <a:pt x="767392" y="971764"/>
                  </a:cubicBezTo>
                  <a:cubicBezTo>
                    <a:pt x="761830" y="981049"/>
                    <a:pt x="755961" y="990241"/>
                    <a:pt x="751554" y="1000092"/>
                  </a:cubicBezTo>
                  <a:cubicBezTo>
                    <a:pt x="747854" y="1008341"/>
                    <a:pt x="750045" y="1011924"/>
                    <a:pt x="757776" y="1016567"/>
                  </a:cubicBezTo>
                  <a:cubicBezTo>
                    <a:pt x="760958" y="1018476"/>
                    <a:pt x="763856" y="1020833"/>
                    <a:pt x="767910" y="1023708"/>
                  </a:cubicBezTo>
                  <a:cubicBezTo>
                    <a:pt x="764021" y="1026395"/>
                    <a:pt x="761806" y="1028351"/>
                    <a:pt x="759261" y="1029624"/>
                  </a:cubicBezTo>
                  <a:cubicBezTo>
                    <a:pt x="746934" y="1035775"/>
                    <a:pt x="740312" y="1045414"/>
                    <a:pt x="739228" y="1059343"/>
                  </a:cubicBezTo>
                  <a:cubicBezTo>
                    <a:pt x="738379" y="1070420"/>
                    <a:pt x="729235" y="1077962"/>
                    <a:pt x="717757" y="1077514"/>
                  </a:cubicBezTo>
                  <a:cubicBezTo>
                    <a:pt x="711276" y="1077255"/>
                    <a:pt x="702343" y="1078151"/>
                    <a:pt x="700694" y="1070585"/>
                  </a:cubicBezTo>
                  <a:cubicBezTo>
                    <a:pt x="699727" y="1066107"/>
                    <a:pt x="704370" y="1059225"/>
                    <a:pt x="708306" y="1055171"/>
                  </a:cubicBezTo>
                  <a:cubicBezTo>
                    <a:pt x="715494" y="1047771"/>
                    <a:pt x="724168" y="1041785"/>
                    <a:pt x="731992" y="1034974"/>
                  </a:cubicBezTo>
                  <a:cubicBezTo>
                    <a:pt x="740712" y="1027408"/>
                    <a:pt x="741137" y="1022482"/>
                    <a:pt x="733713" y="1013597"/>
                  </a:cubicBezTo>
                  <a:cubicBezTo>
                    <a:pt x="728952" y="1007894"/>
                    <a:pt x="723908" y="1002402"/>
                    <a:pt x="718558" y="997241"/>
                  </a:cubicBezTo>
                  <a:cubicBezTo>
                    <a:pt x="706185" y="985315"/>
                    <a:pt x="704394" y="972023"/>
                    <a:pt x="712148" y="956915"/>
                  </a:cubicBezTo>
                  <a:cubicBezTo>
                    <a:pt x="724144" y="933559"/>
                    <a:pt x="733359" y="909213"/>
                    <a:pt x="738898" y="883430"/>
                  </a:cubicBezTo>
                  <a:cubicBezTo>
                    <a:pt x="745662" y="851966"/>
                    <a:pt x="751460" y="820385"/>
                    <a:pt x="751200" y="788049"/>
                  </a:cubicBezTo>
                  <a:cubicBezTo>
                    <a:pt x="751153" y="782463"/>
                    <a:pt x="750163" y="776689"/>
                    <a:pt x="748490" y="771339"/>
                  </a:cubicBezTo>
                  <a:cubicBezTo>
                    <a:pt x="746817" y="765966"/>
                    <a:pt x="743140" y="765612"/>
                    <a:pt x="740053" y="770349"/>
                  </a:cubicBezTo>
                  <a:cubicBezTo>
                    <a:pt x="737813" y="773790"/>
                    <a:pt x="735810" y="777820"/>
                    <a:pt x="735150" y="781827"/>
                  </a:cubicBezTo>
                  <a:cubicBezTo>
                    <a:pt x="733218" y="793493"/>
                    <a:pt x="731332" y="805230"/>
                    <a:pt x="730649" y="817014"/>
                  </a:cubicBezTo>
                  <a:cubicBezTo>
                    <a:pt x="728952" y="846757"/>
                    <a:pt x="725487" y="876289"/>
                    <a:pt x="714552" y="904099"/>
                  </a:cubicBezTo>
                  <a:cubicBezTo>
                    <a:pt x="701000" y="938532"/>
                    <a:pt x="685846" y="972329"/>
                    <a:pt x="671492" y="1006432"/>
                  </a:cubicBezTo>
                  <a:cubicBezTo>
                    <a:pt x="667910" y="1014941"/>
                    <a:pt x="664776" y="1023614"/>
                    <a:pt x="661452" y="1032216"/>
                  </a:cubicBezTo>
                  <a:cubicBezTo>
                    <a:pt x="662136" y="1032640"/>
                    <a:pt x="662819" y="1033064"/>
                    <a:pt x="663526" y="1033489"/>
                  </a:cubicBezTo>
                  <a:cubicBezTo>
                    <a:pt x="666449" y="1030283"/>
                    <a:pt x="669206" y="1026937"/>
                    <a:pt x="672341" y="1023944"/>
                  </a:cubicBezTo>
                  <a:cubicBezTo>
                    <a:pt x="680331" y="1016307"/>
                    <a:pt x="688179" y="1008483"/>
                    <a:pt x="696734" y="1001507"/>
                  </a:cubicBezTo>
                  <a:cubicBezTo>
                    <a:pt x="698926" y="999715"/>
                    <a:pt x="704606" y="999362"/>
                    <a:pt x="706656" y="1000964"/>
                  </a:cubicBezTo>
                  <a:cubicBezTo>
                    <a:pt x="708683" y="1002567"/>
                    <a:pt x="709037" y="1007564"/>
                    <a:pt x="708518" y="1010816"/>
                  </a:cubicBezTo>
                  <a:cubicBezTo>
                    <a:pt x="707882" y="1014823"/>
                    <a:pt x="706232" y="1019018"/>
                    <a:pt x="703922" y="1022388"/>
                  </a:cubicBezTo>
                  <a:cubicBezTo>
                    <a:pt x="698596" y="1030118"/>
                    <a:pt x="692374" y="1037212"/>
                    <a:pt x="686953" y="1044849"/>
                  </a:cubicBezTo>
                  <a:cubicBezTo>
                    <a:pt x="678964" y="1056114"/>
                    <a:pt x="671186" y="1067545"/>
                    <a:pt x="663762" y="1079188"/>
                  </a:cubicBezTo>
                  <a:cubicBezTo>
                    <a:pt x="662419" y="1081309"/>
                    <a:pt x="663149" y="1084773"/>
                    <a:pt x="662914" y="1087601"/>
                  </a:cubicBezTo>
                  <a:cubicBezTo>
                    <a:pt x="665671" y="1087814"/>
                    <a:pt x="668546" y="1088662"/>
                    <a:pt x="671162" y="1088120"/>
                  </a:cubicBezTo>
                  <a:cubicBezTo>
                    <a:pt x="676465" y="1087036"/>
                    <a:pt x="681509" y="1084726"/>
                    <a:pt x="686835" y="1083831"/>
                  </a:cubicBezTo>
                  <a:cubicBezTo>
                    <a:pt x="689970" y="1083312"/>
                    <a:pt x="695367" y="1083501"/>
                    <a:pt x="696263" y="1085198"/>
                  </a:cubicBezTo>
                  <a:cubicBezTo>
                    <a:pt x="697583" y="1087743"/>
                    <a:pt x="696899" y="1092574"/>
                    <a:pt x="695202" y="1095214"/>
                  </a:cubicBezTo>
                  <a:cubicBezTo>
                    <a:pt x="688744" y="1105136"/>
                    <a:pt x="681674" y="1114681"/>
                    <a:pt x="674533" y="1124132"/>
                  </a:cubicBezTo>
                  <a:cubicBezTo>
                    <a:pt x="669607" y="1130684"/>
                    <a:pt x="664186" y="1136859"/>
                    <a:pt x="659001" y="1143223"/>
                  </a:cubicBezTo>
                  <a:cubicBezTo>
                    <a:pt x="662089" y="1142963"/>
                    <a:pt x="664139" y="1141785"/>
                    <a:pt x="666072" y="1140394"/>
                  </a:cubicBezTo>
                  <a:cubicBezTo>
                    <a:pt x="724662" y="1098160"/>
                    <a:pt x="775994" y="1048078"/>
                    <a:pt x="823319" y="993800"/>
                  </a:cubicBezTo>
                  <a:cubicBezTo>
                    <a:pt x="832369" y="983430"/>
                    <a:pt x="839888" y="971646"/>
                    <a:pt x="847571" y="960168"/>
                  </a:cubicBezTo>
                  <a:cubicBezTo>
                    <a:pt x="849173" y="957764"/>
                    <a:pt x="848396" y="953781"/>
                    <a:pt x="848702" y="950529"/>
                  </a:cubicBezTo>
                  <a:cubicBezTo>
                    <a:pt x="844955" y="950269"/>
                    <a:pt x="839817" y="948313"/>
                    <a:pt x="837743" y="950034"/>
                  </a:cubicBezTo>
                  <a:cubicBezTo>
                    <a:pt x="832511" y="954441"/>
                    <a:pt x="827349" y="959909"/>
                    <a:pt x="824498" y="966036"/>
                  </a:cubicBezTo>
                  <a:cubicBezTo>
                    <a:pt x="818299" y="979258"/>
                    <a:pt x="811040" y="991443"/>
                    <a:pt x="799303" y="1000352"/>
                  </a:cubicBezTo>
                  <a:cubicBezTo>
                    <a:pt x="792044" y="1005867"/>
                    <a:pt x="784149" y="1010415"/>
                    <a:pt x="773001" y="1008954"/>
                  </a:cubicBezTo>
                  <a:cubicBezTo>
                    <a:pt x="775028" y="1004170"/>
                    <a:pt x="776230" y="999833"/>
                    <a:pt x="778539" y="996227"/>
                  </a:cubicBezTo>
                  <a:cubicBezTo>
                    <a:pt x="786128" y="984349"/>
                    <a:pt x="794094" y="972730"/>
                    <a:pt x="801966" y="961040"/>
                  </a:cubicBezTo>
                  <a:cubicBezTo>
                    <a:pt x="817922" y="937354"/>
                    <a:pt x="832888" y="913456"/>
                    <a:pt x="834302" y="883500"/>
                  </a:cubicBezTo>
                  <a:cubicBezTo>
                    <a:pt x="834891" y="871056"/>
                    <a:pt x="840194" y="867592"/>
                    <a:pt x="852968" y="867922"/>
                  </a:cubicBezTo>
                  <a:cubicBezTo>
                    <a:pt x="856904" y="868016"/>
                    <a:pt x="860816" y="868935"/>
                    <a:pt x="864752" y="869030"/>
                  </a:cubicBezTo>
                  <a:cubicBezTo>
                    <a:pt x="873826" y="869289"/>
                    <a:pt x="882970" y="869949"/>
                    <a:pt x="891950" y="869030"/>
                  </a:cubicBezTo>
                  <a:cubicBezTo>
                    <a:pt x="895202" y="868700"/>
                    <a:pt x="900576" y="864222"/>
                    <a:pt x="900505" y="861794"/>
                  </a:cubicBezTo>
                  <a:cubicBezTo>
                    <a:pt x="900317" y="857623"/>
                    <a:pt x="897771" y="851542"/>
                    <a:pt x="894354" y="849656"/>
                  </a:cubicBezTo>
                  <a:close/>
                  <a:moveTo>
                    <a:pt x="443917" y="128492"/>
                  </a:moveTo>
                  <a:cubicBezTo>
                    <a:pt x="470644" y="147676"/>
                    <a:pt x="494566" y="169595"/>
                    <a:pt x="510403" y="199055"/>
                  </a:cubicBezTo>
                  <a:cubicBezTo>
                    <a:pt x="515023" y="207634"/>
                    <a:pt x="516578" y="216448"/>
                    <a:pt x="513255" y="226111"/>
                  </a:cubicBezTo>
                  <a:cubicBezTo>
                    <a:pt x="510710" y="233441"/>
                    <a:pt x="512878" y="235892"/>
                    <a:pt x="520750" y="234714"/>
                  </a:cubicBezTo>
                  <a:cubicBezTo>
                    <a:pt x="526783" y="233818"/>
                    <a:pt x="532605" y="231556"/>
                    <a:pt x="538544" y="230047"/>
                  </a:cubicBezTo>
                  <a:cubicBezTo>
                    <a:pt x="541325" y="229340"/>
                    <a:pt x="544177" y="228963"/>
                    <a:pt x="547005" y="228445"/>
                  </a:cubicBezTo>
                  <a:cubicBezTo>
                    <a:pt x="547264" y="229057"/>
                    <a:pt x="547547" y="229670"/>
                    <a:pt x="547806" y="230259"/>
                  </a:cubicBezTo>
                  <a:cubicBezTo>
                    <a:pt x="538332" y="240865"/>
                    <a:pt x="528999" y="251636"/>
                    <a:pt x="519171" y="261888"/>
                  </a:cubicBezTo>
                  <a:cubicBezTo>
                    <a:pt x="517898" y="263208"/>
                    <a:pt x="513255" y="263019"/>
                    <a:pt x="511440" y="261723"/>
                  </a:cubicBezTo>
                  <a:cubicBezTo>
                    <a:pt x="508589" y="259673"/>
                    <a:pt x="506043" y="256444"/>
                    <a:pt x="504700" y="253168"/>
                  </a:cubicBezTo>
                  <a:cubicBezTo>
                    <a:pt x="490653" y="219041"/>
                    <a:pt x="468806" y="189675"/>
                    <a:pt x="448207" y="159531"/>
                  </a:cubicBezTo>
                  <a:cubicBezTo>
                    <a:pt x="443093" y="152036"/>
                    <a:pt x="438945" y="143835"/>
                    <a:pt x="434797" y="135727"/>
                  </a:cubicBezTo>
                  <a:cubicBezTo>
                    <a:pt x="433430" y="133088"/>
                    <a:pt x="433453" y="129741"/>
                    <a:pt x="432345" y="124320"/>
                  </a:cubicBezTo>
                  <a:cubicBezTo>
                    <a:pt x="437554" y="126111"/>
                    <a:pt x="441254" y="126559"/>
                    <a:pt x="443917" y="128492"/>
                  </a:cubicBezTo>
                  <a:close/>
                  <a:moveTo>
                    <a:pt x="457634" y="61511"/>
                  </a:moveTo>
                  <a:cubicBezTo>
                    <a:pt x="445921" y="53993"/>
                    <a:pt x="435598" y="44235"/>
                    <a:pt x="425086" y="34997"/>
                  </a:cubicBezTo>
                  <a:cubicBezTo>
                    <a:pt x="423107" y="33252"/>
                    <a:pt x="422918" y="29458"/>
                    <a:pt x="421928" y="26606"/>
                  </a:cubicBezTo>
                  <a:cubicBezTo>
                    <a:pt x="425157" y="26465"/>
                    <a:pt x="428904" y="25216"/>
                    <a:pt x="431497" y="26441"/>
                  </a:cubicBezTo>
                  <a:cubicBezTo>
                    <a:pt x="437200" y="29081"/>
                    <a:pt x="443658" y="31909"/>
                    <a:pt x="447382" y="36576"/>
                  </a:cubicBezTo>
                  <a:cubicBezTo>
                    <a:pt x="456691" y="48336"/>
                    <a:pt x="468240" y="49703"/>
                    <a:pt x="481815" y="47959"/>
                  </a:cubicBezTo>
                  <a:cubicBezTo>
                    <a:pt x="490700" y="46828"/>
                    <a:pt x="499845" y="46969"/>
                    <a:pt x="508801" y="47653"/>
                  </a:cubicBezTo>
                  <a:cubicBezTo>
                    <a:pt x="511912" y="47888"/>
                    <a:pt x="515494" y="50929"/>
                    <a:pt x="517568" y="53686"/>
                  </a:cubicBezTo>
                  <a:cubicBezTo>
                    <a:pt x="523319" y="61299"/>
                    <a:pt x="521975" y="64080"/>
                    <a:pt x="512855" y="66389"/>
                  </a:cubicBezTo>
                  <a:cubicBezTo>
                    <a:pt x="504771" y="68440"/>
                    <a:pt x="496781" y="70844"/>
                    <a:pt x="486552" y="73719"/>
                  </a:cubicBezTo>
                  <a:cubicBezTo>
                    <a:pt x="477738" y="70137"/>
                    <a:pt x="466708" y="67332"/>
                    <a:pt x="457634" y="61511"/>
                  </a:cubicBezTo>
                  <a:close/>
                  <a:moveTo>
                    <a:pt x="867415" y="745720"/>
                  </a:moveTo>
                  <a:cubicBezTo>
                    <a:pt x="866991" y="749821"/>
                    <a:pt x="866261" y="754158"/>
                    <a:pt x="864469" y="757787"/>
                  </a:cubicBezTo>
                  <a:cubicBezTo>
                    <a:pt x="857493" y="771952"/>
                    <a:pt x="857587" y="786800"/>
                    <a:pt x="858954" y="801954"/>
                  </a:cubicBezTo>
                  <a:cubicBezTo>
                    <a:pt x="859520" y="808082"/>
                    <a:pt x="859049" y="814281"/>
                    <a:pt x="859049" y="820455"/>
                  </a:cubicBezTo>
                  <a:cubicBezTo>
                    <a:pt x="857540" y="820785"/>
                    <a:pt x="856032" y="821092"/>
                    <a:pt x="854500" y="821422"/>
                  </a:cubicBezTo>
                  <a:cubicBezTo>
                    <a:pt x="838945" y="797901"/>
                    <a:pt x="832959" y="770255"/>
                    <a:pt x="821269" y="745061"/>
                  </a:cubicBezTo>
                  <a:cubicBezTo>
                    <a:pt x="822023" y="744377"/>
                    <a:pt x="822801" y="743694"/>
                    <a:pt x="823555" y="742987"/>
                  </a:cubicBezTo>
                  <a:cubicBezTo>
                    <a:pt x="826124" y="743788"/>
                    <a:pt x="828811" y="744330"/>
                    <a:pt x="831238" y="745438"/>
                  </a:cubicBezTo>
                  <a:cubicBezTo>
                    <a:pt x="840359" y="749538"/>
                    <a:pt x="848961" y="748007"/>
                    <a:pt x="853039" y="741313"/>
                  </a:cubicBezTo>
                  <a:cubicBezTo>
                    <a:pt x="857399" y="734172"/>
                    <a:pt x="855749" y="725782"/>
                    <a:pt x="847241" y="720149"/>
                  </a:cubicBezTo>
                  <a:cubicBezTo>
                    <a:pt x="831804" y="709897"/>
                    <a:pt x="830979" y="675888"/>
                    <a:pt x="839723" y="665141"/>
                  </a:cubicBezTo>
                  <a:cubicBezTo>
                    <a:pt x="841962" y="662407"/>
                    <a:pt x="846015" y="660074"/>
                    <a:pt x="849480" y="659626"/>
                  </a:cubicBezTo>
                  <a:cubicBezTo>
                    <a:pt x="857517" y="658589"/>
                    <a:pt x="857470" y="661252"/>
                    <a:pt x="856527" y="669077"/>
                  </a:cubicBezTo>
                  <a:cubicBezTo>
                    <a:pt x="855396" y="678551"/>
                    <a:pt x="856315" y="688732"/>
                    <a:pt x="858577" y="698066"/>
                  </a:cubicBezTo>
                  <a:cubicBezTo>
                    <a:pt x="862490" y="713809"/>
                    <a:pt x="869159" y="728987"/>
                    <a:pt x="867415" y="74572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997" name="Google Shape;2997;p57"/>
            <p:cNvSpPr/>
            <p:nvPr/>
          </p:nvSpPr>
          <p:spPr>
            <a:xfrm>
              <a:off x="342903" y="2442120"/>
              <a:ext cx="1122602" cy="585900"/>
            </a:xfrm>
            <a:custGeom>
              <a:rect b="b" l="l" r="r" t="t"/>
              <a:pathLst>
                <a:path extrusionOk="0" h="585900" w="1122602">
                  <a:moveTo>
                    <a:pt x="1037851" y="440319"/>
                  </a:moveTo>
                  <a:cubicBezTo>
                    <a:pt x="1032172" y="434356"/>
                    <a:pt x="1025313" y="429313"/>
                    <a:pt x="1020600" y="422690"/>
                  </a:cubicBezTo>
                  <a:cubicBezTo>
                    <a:pt x="1014896" y="414701"/>
                    <a:pt x="1010984" y="405462"/>
                    <a:pt x="1006105" y="396883"/>
                  </a:cubicBezTo>
                  <a:cubicBezTo>
                    <a:pt x="1003300" y="391957"/>
                    <a:pt x="1000543" y="386890"/>
                    <a:pt x="996913" y="382577"/>
                  </a:cubicBezTo>
                  <a:cubicBezTo>
                    <a:pt x="994981" y="380291"/>
                    <a:pt x="991304" y="379466"/>
                    <a:pt x="988405" y="378005"/>
                  </a:cubicBezTo>
                  <a:cubicBezTo>
                    <a:pt x="986897" y="380951"/>
                    <a:pt x="984422" y="383779"/>
                    <a:pt x="984069" y="386843"/>
                  </a:cubicBezTo>
                  <a:cubicBezTo>
                    <a:pt x="982867" y="397637"/>
                    <a:pt x="986755" y="407088"/>
                    <a:pt x="992600" y="416091"/>
                  </a:cubicBezTo>
                  <a:cubicBezTo>
                    <a:pt x="996183" y="421583"/>
                    <a:pt x="999129" y="427616"/>
                    <a:pt x="1001439" y="433744"/>
                  </a:cubicBezTo>
                  <a:cubicBezTo>
                    <a:pt x="1002287" y="436006"/>
                    <a:pt x="1001439" y="440366"/>
                    <a:pt x="999718" y="441710"/>
                  </a:cubicBezTo>
                  <a:cubicBezTo>
                    <a:pt x="998233" y="442888"/>
                    <a:pt x="994227" y="441663"/>
                    <a:pt x="991752" y="440579"/>
                  </a:cubicBezTo>
                  <a:cubicBezTo>
                    <a:pt x="988641" y="439212"/>
                    <a:pt x="985601" y="437232"/>
                    <a:pt x="983079" y="434922"/>
                  </a:cubicBezTo>
                  <a:cubicBezTo>
                    <a:pt x="965544" y="418896"/>
                    <a:pt x="948316" y="402563"/>
                    <a:pt x="930687" y="386631"/>
                  </a:cubicBezTo>
                  <a:cubicBezTo>
                    <a:pt x="919515" y="376544"/>
                    <a:pt x="908273" y="366409"/>
                    <a:pt x="896277" y="357359"/>
                  </a:cubicBezTo>
                  <a:cubicBezTo>
                    <a:pt x="885318" y="349110"/>
                    <a:pt x="872756" y="346824"/>
                    <a:pt x="859086" y="351090"/>
                  </a:cubicBezTo>
                  <a:cubicBezTo>
                    <a:pt x="853571" y="352810"/>
                    <a:pt x="847279" y="353447"/>
                    <a:pt x="841575" y="352693"/>
                  </a:cubicBezTo>
                  <a:cubicBezTo>
                    <a:pt x="838346" y="352268"/>
                    <a:pt x="834905" y="348497"/>
                    <a:pt x="832808" y="345410"/>
                  </a:cubicBezTo>
                  <a:cubicBezTo>
                    <a:pt x="829697" y="340791"/>
                    <a:pt x="828660" y="334592"/>
                    <a:pt x="825077" y="330538"/>
                  </a:cubicBezTo>
                  <a:cubicBezTo>
                    <a:pt x="812633" y="316468"/>
                    <a:pt x="799341" y="303129"/>
                    <a:pt x="786614" y="289318"/>
                  </a:cubicBezTo>
                  <a:cubicBezTo>
                    <a:pt x="776574" y="278429"/>
                    <a:pt x="766628" y="267399"/>
                    <a:pt x="757106" y="256039"/>
                  </a:cubicBezTo>
                  <a:cubicBezTo>
                    <a:pt x="754349" y="252763"/>
                    <a:pt x="753194" y="248120"/>
                    <a:pt x="751309" y="244114"/>
                  </a:cubicBezTo>
                  <a:cubicBezTo>
                    <a:pt x="752063" y="243407"/>
                    <a:pt x="752841" y="242676"/>
                    <a:pt x="753595" y="241969"/>
                  </a:cubicBezTo>
                  <a:cubicBezTo>
                    <a:pt x="758780" y="244891"/>
                    <a:pt x="764507" y="247154"/>
                    <a:pt x="769032" y="250901"/>
                  </a:cubicBezTo>
                  <a:cubicBezTo>
                    <a:pt x="781995" y="261625"/>
                    <a:pt x="794062" y="273456"/>
                    <a:pt x="807236" y="283897"/>
                  </a:cubicBezTo>
                  <a:cubicBezTo>
                    <a:pt x="818808" y="293065"/>
                    <a:pt x="831087" y="301432"/>
                    <a:pt x="843626" y="309256"/>
                  </a:cubicBezTo>
                  <a:cubicBezTo>
                    <a:pt x="850861" y="313781"/>
                    <a:pt x="859228" y="314088"/>
                    <a:pt x="867948" y="312132"/>
                  </a:cubicBezTo>
                  <a:cubicBezTo>
                    <a:pt x="881759" y="309021"/>
                    <a:pt x="893614" y="312603"/>
                    <a:pt x="903041" y="324057"/>
                  </a:cubicBezTo>
                  <a:cubicBezTo>
                    <a:pt x="919562" y="344137"/>
                    <a:pt x="936343" y="363982"/>
                    <a:pt x="953524" y="383496"/>
                  </a:cubicBezTo>
                  <a:cubicBezTo>
                    <a:pt x="956258" y="386607"/>
                    <a:pt x="961608" y="387409"/>
                    <a:pt x="965733" y="389270"/>
                  </a:cubicBezTo>
                  <a:cubicBezTo>
                    <a:pt x="965591" y="384368"/>
                    <a:pt x="965615" y="379443"/>
                    <a:pt x="965167" y="374540"/>
                  </a:cubicBezTo>
                  <a:cubicBezTo>
                    <a:pt x="965026" y="372985"/>
                    <a:pt x="963682" y="371429"/>
                    <a:pt x="962645" y="370062"/>
                  </a:cubicBezTo>
                  <a:cubicBezTo>
                    <a:pt x="955575" y="360847"/>
                    <a:pt x="948976" y="351208"/>
                    <a:pt x="941245" y="342558"/>
                  </a:cubicBezTo>
                  <a:cubicBezTo>
                    <a:pt x="896371" y="292429"/>
                    <a:pt x="846949" y="247036"/>
                    <a:pt x="795075" y="204330"/>
                  </a:cubicBezTo>
                  <a:cubicBezTo>
                    <a:pt x="770635" y="184203"/>
                    <a:pt x="745817" y="164477"/>
                    <a:pt x="717135" y="150430"/>
                  </a:cubicBezTo>
                  <a:cubicBezTo>
                    <a:pt x="670328" y="127522"/>
                    <a:pt x="620906" y="112249"/>
                    <a:pt x="570352" y="100418"/>
                  </a:cubicBezTo>
                  <a:cubicBezTo>
                    <a:pt x="546548" y="94856"/>
                    <a:pt x="522579" y="89482"/>
                    <a:pt x="497856" y="91415"/>
                  </a:cubicBezTo>
                  <a:cubicBezTo>
                    <a:pt x="494273" y="91698"/>
                    <a:pt x="490927" y="94880"/>
                    <a:pt x="487486" y="96741"/>
                  </a:cubicBezTo>
                  <a:cubicBezTo>
                    <a:pt x="489748" y="99758"/>
                    <a:pt x="491422" y="104425"/>
                    <a:pt x="494415" y="105509"/>
                  </a:cubicBezTo>
                  <a:cubicBezTo>
                    <a:pt x="503818" y="108973"/>
                    <a:pt x="513623" y="112815"/>
                    <a:pt x="523451" y="113404"/>
                  </a:cubicBezTo>
                  <a:cubicBezTo>
                    <a:pt x="557601" y="115455"/>
                    <a:pt x="591327" y="119603"/>
                    <a:pt x="623969" y="130208"/>
                  </a:cubicBezTo>
                  <a:cubicBezTo>
                    <a:pt x="653830" y="139895"/>
                    <a:pt x="683574" y="149746"/>
                    <a:pt x="707566" y="171641"/>
                  </a:cubicBezTo>
                  <a:cubicBezTo>
                    <a:pt x="712822" y="176426"/>
                    <a:pt x="720411" y="178782"/>
                    <a:pt x="727128" y="181823"/>
                  </a:cubicBezTo>
                  <a:cubicBezTo>
                    <a:pt x="733774" y="184840"/>
                    <a:pt x="741363" y="186301"/>
                    <a:pt x="747373" y="190213"/>
                  </a:cubicBezTo>
                  <a:cubicBezTo>
                    <a:pt x="779614" y="211236"/>
                    <a:pt x="808768" y="236195"/>
                    <a:pt x="836626" y="262638"/>
                  </a:cubicBezTo>
                  <a:cubicBezTo>
                    <a:pt x="846289" y="271830"/>
                    <a:pt x="855197" y="281823"/>
                    <a:pt x="864177" y="291722"/>
                  </a:cubicBezTo>
                  <a:cubicBezTo>
                    <a:pt x="866180" y="293937"/>
                    <a:pt x="867029" y="297213"/>
                    <a:pt x="868419" y="299994"/>
                  </a:cubicBezTo>
                  <a:cubicBezTo>
                    <a:pt x="867618" y="300701"/>
                    <a:pt x="866817" y="301432"/>
                    <a:pt x="866015" y="302139"/>
                  </a:cubicBezTo>
                  <a:cubicBezTo>
                    <a:pt x="856847" y="296553"/>
                    <a:pt x="847137" y="291651"/>
                    <a:pt x="838582" y="285217"/>
                  </a:cubicBezTo>
                  <a:cubicBezTo>
                    <a:pt x="807542" y="261837"/>
                    <a:pt x="777139" y="237656"/>
                    <a:pt x="745982" y="214441"/>
                  </a:cubicBezTo>
                  <a:cubicBezTo>
                    <a:pt x="736178" y="207135"/>
                    <a:pt x="724912" y="201762"/>
                    <a:pt x="714118" y="195869"/>
                  </a:cubicBezTo>
                  <a:cubicBezTo>
                    <a:pt x="705162" y="190967"/>
                    <a:pt x="695711" y="186961"/>
                    <a:pt x="686849" y="181870"/>
                  </a:cubicBezTo>
                  <a:cubicBezTo>
                    <a:pt x="680038" y="177958"/>
                    <a:pt x="674240" y="172207"/>
                    <a:pt x="667288" y="168648"/>
                  </a:cubicBezTo>
                  <a:cubicBezTo>
                    <a:pt x="645935" y="157783"/>
                    <a:pt x="622862" y="152551"/>
                    <a:pt x="599270" y="149393"/>
                  </a:cubicBezTo>
                  <a:cubicBezTo>
                    <a:pt x="590502" y="148214"/>
                    <a:pt x="581735" y="147130"/>
                    <a:pt x="572944" y="145999"/>
                  </a:cubicBezTo>
                  <a:cubicBezTo>
                    <a:pt x="572756" y="146848"/>
                    <a:pt x="572543" y="147672"/>
                    <a:pt x="572355" y="148521"/>
                  </a:cubicBezTo>
                  <a:cubicBezTo>
                    <a:pt x="583974" y="153729"/>
                    <a:pt x="595570" y="158962"/>
                    <a:pt x="607189" y="164147"/>
                  </a:cubicBezTo>
                  <a:cubicBezTo>
                    <a:pt x="647349" y="182082"/>
                    <a:pt x="687651" y="199711"/>
                    <a:pt x="724158" y="224670"/>
                  </a:cubicBezTo>
                  <a:cubicBezTo>
                    <a:pt x="728612" y="227710"/>
                    <a:pt x="732690" y="231481"/>
                    <a:pt x="736249" y="235535"/>
                  </a:cubicBezTo>
                  <a:cubicBezTo>
                    <a:pt x="737663" y="237137"/>
                    <a:pt x="737168" y="240390"/>
                    <a:pt x="737568" y="242888"/>
                  </a:cubicBezTo>
                  <a:cubicBezTo>
                    <a:pt x="734882" y="243242"/>
                    <a:pt x="732030" y="244326"/>
                    <a:pt x="729532" y="243784"/>
                  </a:cubicBezTo>
                  <a:cubicBezTo>
                    <a:pt x="727033" y="243242"/>
                    <a:pt x="724889" y="241097"/>
                    <a:pt x="722555" y="239683"/>
                  </a:cubicBezTo>
                  <a:cubicBezTo>
                    <a:pt x="717088" y="236313"/>
                    <a:pt x="711879" y="232400"/>
                    <a:pt x="706105" y="229713"/>
                  </a:cubicBezTo>
                  <a:cubicBezTo>
                    <a:pt x="652770" y="204778"/>
                    <a:pt x="597573" y="185052"/>
                    <a:pt x="540396" y="170981"/>
                  </a:cubicBezTo>
                  <a:cubicBezTo>
                    <a:pt x="533915" y="169379"/>
                    <a:pt x="526727" y="169497"/>
                    <a:pt x="520033" y="170251"/>
                  </a:cubicBezTo>
                  <a:cubicBezTo>
                    <a:pt x="514872" y="170840"/>
                    <a:pt x="512444" y="175318"/>
                    <a:pt x="515037" y="180338"/>
                  </a:cubicBezTo>
                  <a:cubicBezTo>
                    <a:pt x="518831" y="187644"/>
                    <a:pt x="515296" y="191014"/>
                    <a:pt x="508980" y="192947"/>
                  </a:cubicBezTo>
                  <a:cubicBezTo>
                    <a:pt x="495357" y="197142"/>
                    <a:pt x="481641" y="197024"/>
                    <a:pt x="468230" y="192216"/>
                  </a:cubicBezTo>
                  <a:cubicBezTo>
                    <a:pt x="462032" y="190001"/>
                    <a:pt x="458355" y="185806"/>
                    <a:pt x="458025" y="178311"/>
                  </a:cubicBezTo>
                  <a:cubicBezTo>
                    <a:pt x="457884" y="175059"/>
                    <a:pt x="454396" y="170722"/>
                    <a:pt x="451285" y="169143"/>
                  </a:cubicBezTo>
                  <a:cubicBezTo>
                    <a:pt x="446830" y="166904"/>
                    <a:pt x="441363" y="166008"/>
                    <a:pt x="436272" y="165867"/>
                  </a:cubicBezTo>
                  <a:cubicBezTo>
                    <a:pt x="422154" y="165466"/>
                    <a:pt x="408037" y="165844"/>
                    <a:pt x="393920" y="165679"/>
                  </a:cubicBezTo>
                  <a:cubicBezTo>
                    <a:pt x="389937" y="165631"/>
                    <a:pt x="385954" y="164712"/>
                    <a:pt x="381146" y="164076"/>
                  </a:cubicBezTo>
                  <a:cubicBezTo>
                    <a:pt x="396701" y="148662"/>
                    <a:pt x="396041" y="148969"/>
                    <a:pt x="387509" y="129431"/>
                  </a:cubicBezTo>
                  <a:cubicBezTo>
                    <a:pt x="383173" y="119485"/>
                    <a:pt x="381004" y="108384"/>
                    <a:pt x="379213" y="97566"/>
                  </a:cubicBezTo>
                  <a:cubicBezTo>
                    <a:pt x="378270" y="91910"/>
                    <a:pt x="380816" y="86395"/>
                    <a:pt x="388263" y="85429"/>
                  </a:cubicBezTo>
                  <a:cubicBezTo>
                    <a:pt x="406859" y="83001"/>
                    <a:pt x="425383" y="79796"/>
                    <a:pt x="444026" y="77887"/>
                  </a:cubicBezTo>
                  <a:cubicBezTo>
                    <a:pt x="489442" y="73244"/>
                    <a:pt x="534740" y="71783"/>
                    <a:pt x="579638" y="83425"/>
                  </a:cubicBezTo>
                  <a:cubicBezTo>
                    <a:pt x="595193" y="87456"/>
                    <a:pt x="610135" y="86206"/>
                    <a:pt x="620246" y="70369"/>
                  </a:cubicBezTo>
                  <a:cubicBezTo>
                    <a:pt x="623993" y="64500"/>
                    <a:pt x="631087" y="62945"/>
                    <a:pt x="637568" y="64288"/>
                  </a:cubicBezTo>
                  <a:cubicBezTo>
                    <a:pt x="650554" y="66998"/>
                    <a:pt x="663328" y="70675"/>
                    <a:pt x="676197" y="73951"/>
                  </a:cubicBezTo>
                  <a:cubicBezTo>
                    <a:pt x="683574" y="75836"/>
                    <a:pt x="690903" y="78028"/>
                    <a:pt x="698351" y="79560"/>
                  </a:cubicBezTo>
                  <a:cubicBezTo>
                    <a:pt x="702876" y="80503"/>
                    <a:pt x="704973" y="77651"/>
                    <a:pt x="704031" y="73385"/>
                  </a:cubicBezTo>
                  <a:cubicBezTo>
                    <a:pt x="701344" y="61177"/>
                    <a:pt x="697361" y="49676"/>
                    <a:pt x="687156" y="41262"/>
                  </a:cubicBezTo>
                  <a:cubicBezTo>
                    <a:pt x="672968" y="29548"/>
                    <a:pt x="656659" y="22030"/>
                    <a:pt x="639194" y="17151"/>
                  </a:cubicBezTo>
                  <a:cubicBezTo>
                    <a:pt x="619727" y="11707"/>
                    <a:pt x="600048" y="8243"/>
                    <a:pt x="580792" y="18424"/>
                  </a:cubicBezTo>
                  <a:cubicBezTo>
                    <a:pt x="580156" y="18754"/>
                    <a:pt x="579048" y="18165"/>
                    <a:pt x="577894" y="17953"/>
                  </a:cubicBezTo>
                  <a:cubicBezTo>
                    <a:pt x="578223" y="16609"/>
                    <a:pt x="578365" y="15643"/>
                    <a:pt x="578718" y="14747"/>
                  </a:cubicBezTo>
                  <a:cubicBezTo>
                    <a:pt x="582419" y="5650"/>
                    <a:pt x="581287" y="2115"/>
                    <a:pt x="571813" y="677"/>
                  </a:cubicBezTo>
                  <a:cubicBezTo>
                    <a:pt x="563682" y="-548"/>
                    <a:pt x="555150" y="112"/>
                    <a:pt x="546901" y="913"/>
                  </a:cubicBezTo>
                  <a:cubicBezTo>
                    <a:pt x="543743" y="1219"/>
                    <a:pt x="538629" y="3977"/>
                    <a:pt x="538393" y="6098"/>
                  </a:cubicBezTo>
                  <a:cubicBezTo>
                    <a:pt x="538016" y="9185"/>
                    <a:pt x="540373" y="13923"/>
                    <a:pt x="543060" y="15808"/>
                  </a:cubicBezTo>
                  <a:cubicBezTo>
                    <a:pt x="551544" y="21724"/>
                    <a:pt x="560736" y="26555"/>
                    <a:pt x="569597" y="31929"/>
                  </a:cubicBezTo>
                  <a:cubicBezTo>
                    <a:pt x="572261" y="33555"/>
                    <a:pt x="574688" y="35582"/>
                    <a:pt x="577210" y="37420"/>
                  </a:cubicBezTo>
                  <a:cubicBezTo>
                    <a:pt x="576904" y="38104"/>
                    <a:pt x="576597" y="38764"/>
                    <a:pt x="576291" y="39447"/>
                  </a:cubicBezTo>
                  <a:cubicBezTo>
                    <a:pt x="571153" y="39801"/>
                    <a:pt x="565992" y="40720"/>
                    <a:pt x="560901" y="40413"/>
                  </a:cubicBezTo>
                  <a:cubicBezTo>
                    <a:pt x="537945" y="39070"/>
                    <a:pt x="515013" y="36855"/>
                    <a:pt x="492034" y="35959"/>
                  </a:cubicBezTo>
                  <a:cubicBezTo>
                    <a:pt x="475277" y="35299"/>
                    <a:pt x="458450" y="35770"/>
                    <a:pt x="441693" y="36595"/>
                  </a:cubicBezTo>
                  <a:cubicBezTo>
                    <a:pt x="434669" y="36949"/>
                    <a:pt x="428188" y="39636"/>
                    <a:pt x="427740" y="48921"/>
                  </a:cubicBezTo>
                  <a:cubicBezTo>
                    <a:pt x="427481" y="54342"/>
                    <a:pt x="423569" y="57524"/>
                    <a:pt x="418148" y="57123"/>
                  </a:cubicBezTo>
                  <a:cubicBezTo>
                    <a:pt x="413057" y="56723"/>
                    <a:pt x="408037" y="55285"/>
                    <a:pt x="403017" y="54177"/>
                  </a:cubicBezTo>
                  <a:cubicBezTo>
                    <a:pt x="398893" y="53258"/>
                    <a:pt x="394839" y="52174"/>
                    <a:pt x="390738" y="51160"/>
                  </a:cubicBezTo>
                  <a:cubicBezTo>
                    <a:pt x="395805" y="60022"/>
                    <a:pt x="391751" y="65608"/>
                    <a:pt x="385836" y="69308"/>
                  </a:cubicBezTo>
                  <a:cubicBezTo>
                    <a:pt x="374782" y="76213"/>
                    <a:pt x="363116" y="82106"/>
                    <a:pt x="351709" y="88493"/>
                  </a:cubicBezTo>
                  <a:cubicBezTo>
                    <a:pt x="347372" y="90920"/>
                    <a:pt x="343130" y="93489"/>
                    <a:pt x="338864" y="95987"/>
                  </a:cubicBezTo>
                  <a:cubicBezTo>
                    <a:pt x="339053" y="96789"/>
                    <a:pt x="339241" y="97590"/>
                    <a:pt x="339430" y="98391"/>
                  </a:cubicBezTo>
                  <a:cubicBezTo>
                    <a:pt x="350248" y="99829"/>
                    <a:pt x="361042" y="101267"/>
                    <a:pt x="371860" y="102704"/>
                  </a:cubicBezTo>
                  <a:cubicBezTo>
                    <a:pt x="372001" y="103671"/>
                    <a:pt x="372166" y="104660"/>
                    <a:pt x="372308" y="105627"/>
                  </a:cubicBezTo>
                  <a:cubicBezTo>
                    <a:pt x="363870" y="112179"/>
                    <a:pt x="355433" y="118731"/>
                    <a:pt x="345699" y="126272"/>
                  </a:cubicBezTo>
                  <a:cubicBezTo>
                    <a:pt x="352982" y="127309"/>
                    <a:pt x="357719" y="127993"/>
                    <a:pt x="364954" y="129030"/>
                  </a:cubicBezTo>
                  <a:cubicBezTo>
                    <a:pt x="358591" y="134804"/>
                    <a:pt x="354419" y="139824"/>
                    <a:pt x="349187" y="143100"/>
                  </a:cubicBezTo>
                  <a:cubicBezTo>
                    <a:pt x="317818" y="162827"/>
                    <a:pt x="286566" y="182789"/>
                    <a:pt x="254537" y="201384"/>
                  </a:cubicBezTo>
                  <a:cubicBezTo>
                    <a:pt x="239053" y="210388"/>
                    <a:pt x="222013" y="216704"/>
                    <a:pt x="205539" y="223963"/>
                  </a:cubicBezTo>
                  <a:cubicBezTo>
                    <a:pt x="203300" y="224953"/>
                    <a:pt x="200377" y="224387"/>
                    <a:pt x="197761" y="224528"/>
                  </a:cubicBezTo>
                  <a:cubicBezTo>
                    <a:pt x="197525" y="223798"/>
                    <a:pt x="197266" y="223067"/>
                    <a:pt x="197031" y="222360"/>
                  </a:cubicBezTo>
                  <a:cubicBezTo>
                    <a:pt x="209592" y="203859"/>
                    <a:pt x="229131" y="192405"/>
                    <a:pt x="244426" y="176473"/>
                  </a:cubicBezTo>
                  <a:cubicBezTo>
                    <a:pt x="241221" y="177604"/>
                    <a:pt x="238251" y="179183"/>
                    <a:pt x="235400" y="180904"/>
                  </a:cubicBezTo>
                  <a:cubicBezTo>
                    <a:pt x="219279" y="190567"/>
                    <a:pt x="203323" y="200489"/>
                    <a:pt x="187038" y="209893"/>
                  </a:cubicBezTo>
                  <a:cubicBezTo>
                    <a:pt x="168419" y="220640"/>
                    <a:pt x="149446" y="230774"/>
                    <a:pt x="130780" y="241403"/>
                  </a:cubicBezTo>
                  <a:cubicBezTo>
                    <a:pt x="119915" y="247602"/>
                    <a:pt x="108485" y="254696"/>
                    <a:pt x="105586" y="267328"/>
                  </a:cubicBezTo>
                  <a:cubicBezTo>
                    <a:pt x="101202" y="286395"/>
                    <a:pt x="91233" y="302068"/>
                    <a:pt x="79496" y="316633"/>
                  </a:cubicBezTo>
                  <a:cubicBezTo>
                    <a:pt x="57672" y="343689"/>
                    <a:pt x="37615" y="371429"/>
                    <a:pt x="26090" y="404849"/>
                  </a:cubicBezTo>
                  <a:cubicBezTo>
                    <a:pt x="19679" y="423421"/>
                    <a:pt x="10181" y="440932"/>
                    <a:pt x="2616" y="459150"/>
                  </a:cubicBezTo>
                  <a:cubicBezTo>
                    <a:pt x="683" y="463817"/>
                    <a:pt x="825" y="469332"/>
                    <a:pt x="0" y="474470"/>
                  </a:cubicBezTo>
                  <a:cubicBezTo>
                    <a:pt x="1084" y="474965"/>
                    <a:pt x="2145" y="475460"/>
                    <a:pt x="3229" y="475954"/>
                  </a:cubicBezTo>
                  <a:cubicBezTo>
                    <a:pt x="5586" y="473668"/>
                    <a:pt x="8485" y="471712"/>
                    <a:pt x="10229" y="469025"/>
                  </a:cubicBezTo>
                  <a:cubicBezTo>
                    <a:pt x="14942" y="461790"/>
                    <a:pt x="19844" y="454578"/>
                    <a:pt x="23450" y="446777"/>
                  </a:cubicBezTo>
                  <a:cubicBezTo>
                    <a:pt x="45510" y="398981"/>
                    <a:pt x="73038" y="354460"/>
                    <a:pt x="104572" y="312438"/>
                  </a:cubicBezTo>
                  <a:cubicBezTo>
                    <a:pt x="122249" y="288870"/>
                    <a:pt x="140231" y="265467"/>
                    <a:pt x="163281" y="246635"/>
                  </a:cubicBezTo>
                  <a:cubicBezTo>
                    <a:pt x="169927" y="241215"/>
                    <a:pt x="177163" y="237114"/>
                    <a:pt x="186071" y="237161"/>
                  </a:cubicBezTo>
                  <a:cubicBezTo>
                    <a:pt x="191233" y="237185"/>
                    <a:pt x="193236" y="239589"/>
                    <a:pt x="190054" y="244114"/>
                  </a:cubicBezTo>
                  <a:cubicBezTo>
                    <a:pt x="186071" y="249770"/>
                    <a:pt x="181947" y="255356"/>
                    <a:pt x="177280" y="260446"/>
                  </a:cubicBezTo>
                  <a:cubicBezTo>
                    <a:pt x="160900" y="278358"/>
                    <a:pt x="143578" y="295469"/>
                    <a:pt x="127952" y="313994"/>
                  </a:cubicBezTo>
                  <a:cubicBezTo>
                    <a:pt x="117346" y="326555"/>
                    <a:pt x="108579" y="340743"/>
                    <a:pt x="99906" y="354790"/>
                  </a:cubicBezTo>
                  <a:cubicBezTo>
                    <a:pt x="97950" y="357972"/>
                    <a:pt x="98185" y="365961"/>
                    <a:pt x="100330" y="367423"/>
                  </a:cubicBezTo>
                  <a:cubicBezTo>
                    <a:pt x="104148" y="370015"/>
                    <a:pt x="110464" y="370557"/>
                    <a:pt x="115272" y="369638"/>
                  </a:cubicBezTo>
                  <a:cubicBezTo>
                    <a:pt x="119491" y="368837"/>
                    <a:pt x="123993" y="365584"/>
                    <a:pt x="126774" y="362120"/>
                  </a:cubicBezTo>
                  <a:cubicBezTo>
                    <a:pt x="131204" y="356652"/>
                    <a:pt x="134410" y="350171"/>
                    <a:pt x="137992" y="344019"/>
                  </a:cubicBezTo>
                  <a:cubicBezTo>
                    <a:pt x="145652" y="330868"/>
                    <a:pt x="152298" y="316963"/>
                    <a:pt x="161136" y="304660"/>
                  </a:cubicBezTo>
                  <a:cubicBezTo>
                    <a:pt x="169644" y="292782"/>
                    <a:pt x="180910" y="283096"/>
                    <a:pt x="195074" y="277887"/>
                  </a:cubicBezTo>
                  <a:cubicBezTo>
                    <a:pt x="203040" y="274965"/>
                    <a:pt x="208202" y="276756"/>
                    <a:pt x="210818" y="282671"/>
                  </a:cubicBezTo>
                  <a:cubicBezTo>
                    <a:pt x="214165" y="290190"/>
                    <a:pt x="211973" y="297213"/>
                    <a:pt x="204337" y="300654"/>
                  </a:cubicBezTo>
                  <a:cubicBezTo>
                    <a:pt x="200165" y="302539"/>
                    <a:pt x="195263" y="302657"/>
                    <a:pt x="190832" y="304048"/>
                  </a:cubicBezTo>
                  <a:cubicBezTo>
                    <a:pt x="185553" y="305721"/>
                    <a:pt x="179944" y="307135"/>
                    <a:pt x="175395" y="310058"/>
                  </a:cubicBezTo>
                  <a:cubicBezTo>
                    <a:pt x="171035" y="312862"/>
                    <a:pt x="170634" y="323185"/>
                    <a:pt x="173981" y="327050"/>
                  </a:cubicBezTo>
                  <a:cubicBezTo>
                    <a:pt x="178176" y="331858"/>
                    <a:pt x="183125" y="329666"/>
                    <a:pt x="187485" y="327380"/>
                  </a:cubicBezTo>
                  <a:cubicBezTo>
                    <a:pt x="191610" y="325212"/>
                    <a:pt x="195711" y="322667"/>
                    <a:pt x="199175" y="319556"/>
                  </a:cubicBezTo>
                  <a:cubicBezTo>
                    <a:pt x="210370" y="309445"/>
                    <a:pt x="221117" y="298792"/>
                    <a:pt x="232336" y="288705"/>
                  </a:cubicBezTo>
                  <a:cubicBezTo>
                    <a:pt x="244285" y="277958"/>
                    <a:pt x="256022" y="266881"/>
                    <a:pt x="268867" y="257265"/>
                  </a:cubicBezTo>
                  <a:cubicBezTo>
                    <a:pt x="295923" y="236972"/>
                    <a:pt x="326467" y="226037"/>
                    <a:pt x="360641" y="226602"/>
                  </a:cubicBezTo>
                  <a:cubicBezTo>
                    <a:pt x="363305" y="226650"/>
                    <a:pt x="365944" y="227451"/>
                    <a:pt x="368607" y="227899"/>
                  </a:cubicBezTo>
                  <a:cubicBezTo>
                    <a:pt x="368796" y="228676"/>
                    <a:pt x="369008" y="229431"/>
                    <a:pt x="369197" y="230208"/>
                  </a:cubicBezTo>
                  <a:cubicBezTo>
                    <a:pt x="366133" y="232400"/>
                    <a:pt x="363328" y="235087"/>
                    <a:pt x="359958" y="236666"/>
                  </a:cubicBezTo>
                  <a:cubicBezTo>
                    <a:pt x="352581" y="240083"/>
                    <a:pt x="345110" y="243454"/>
                    <a:pt x="337403" y="245928"/>
                  </a:cubicBezTo>
                  <a:cubicBezTo>
                    <a:pt x="314448" y="253258"/>
                    <a:pt x="294155" y="265184"/>
                    <a:pt x="275466" y="280149"/>
                  </a:cubicBezTo>
                  <a:cubicBezTo>
                    <a:pt x="239618" y="308856"/>
                    <a:pt x="209640" y="343053"/>
                    <a:pt x="183149" y="380338"/>
                  </a:cubicBezTo>
                  <a:cubicBezTo>
                    <a:pt x="145840" y="432848"/>
                    <a:pt x="114919" y="488540"/>
                    <a:pt x="100283" y="552033"/>
                  </a:cubicBezTo>
                  <a:cubicBezTo>
                    <a:pt x="98256" y="560824"/>
                    <a:pt x="97101" y="569827"/>
                    <a:pt x="95546" y="578736"/>
                  </a:cubicBezTo>
                  <a:cubicBezTo>
                    <a:pt x="96253" y="578901"/>
                    <a:pt x="96960" y="579042"/>
                    <a:pt x="97667" y="579207"/>
                  </a:cubicBezTo>
                  <a:cubicBezTo>
                    <a:pt x="99104" y="576685"/>
                    <a:pt x="100778" y="574258"/>
                    <a:pt x="101909" y="571618"/>
                  </a:cubicBezTo>
                  <a:cubicBezTo>
                    <a:pt x="110040" y="552551"/>
                    <a:pt x="118030" y="533437"/>
                    <a:pt x="126137" y="514371"/>
                  </a:cubicBezTo>
                  <a:cubicBezTo>
                    <a:pt x="129885" y="505533"/>
                    <a:pt x="133161" y="496412"/>
                    <a:pt x="137709" y="487998"/>
                  </a:cubicBezTo>
                  <a:cubicBezTo>
                    <a:pt x="144756" y="474941"/>
                    <a:pt x="153476" y="471382"/>
                    <a:pt x="167994" y="474399"/>
                  </a:cubicBezTo>
                  <a:cubicBezTo>
                    <a:pt x="179614" y="476827"/>
                    <a:pt x="189724" y="474069"/>
                    <a:pt x="197573" y="465160"/>
                  </a:cubicBezTo>
                  <a:cubicBezTo>
                    <a:pt x="201956" y="460187"/>
                    <a:pt x="205798" y="454649"/>
                    <a:pt x="209310" y="449016"/>
                  </a:cubicBezTo>
                  <a:cubicBezTo>
                    <a:pt x="217417" y="436006"/>
                    <a:pt x="224511" y="422360"/>
                    <a:pt x="233161" y="409728"/>
                  </a:cubicBezTo>
                  <a:cubicBezTo>
                    <a:pt x="266675" y="360847"/>
                    <a:pt x="309828" y="323256"/>
                    <a:pt x="364907" y="300371"/>
                  </a:cubicBezTo>
                  <a:cubicBezTo>
                    <a:pt x="407636" y="282601"/>
                    <a:pt x="451261" y="277581"/>
                    <a:pt x="496701" y="290095"/>
                  </a:cubicBezTo>
                  <a:cubicBezTo>
                    <a:pt x="509734" y="293701"/>
                    <a:pt x="524087" y="293136"/>
                    <a:pt x="537828" y="293348"/>
                  </a:cubicBezTo>
                  <a:cubicBezTo>
                    <a:pt x="542565" y="293418"/>
                    <a:pt x="547844" y="290732"/>
                    <a:pt x="551992" y="287974"/>
                  </a:cubicBezTo>
                  <a:cubicBezTo>
                    <a:pt x="558120" y="283873"/>
                    <a:pt x="557507" y="278995"/>
                    <a:pt x="551191" y="275318"/>
                  </a:cubicBezTo>
                  <a:cubicBezTo>
                    <a:pt x="549305" y="274210"/>
                    <a:pt x="547184" y="273150"/>
                    <a:pt x="545063" y="272820"/>
                  </a:cubicBezTo>
                  <a:cubicBezTo>
                    <a:pt x="527505" y="270251"/>
                    <a:pt x="509946" y="265914"/>
                    <a:pt x="492364" y="265844"/>
                  </a:cubicBezTo>
                  <a:cubicBezTo>
                    <a:pt x="463234" y="265749"/>
                    <a:pt x="433986" y="267258"/>
                    <a:pt x="404997" y="270274"/>
                  </a:cubicBezTo>
                  <a:cubicBezTo>
                    <a:pt x="376079" y="273268"/>
                    <a:pt x="348504" y="281469"/>
                    <a:pt x="324158" y="298792"/>
                  </a:cubicBezTo>
                  <a:cubicBezTo>
                    <a:pt x="282324" y="328535"/>
                    <a:pt x="244992" y="363110"/>
                    <a:pt x="212232" y="402539"/>
                  </a:cubicBezTo>
                  <a:cubicBezTo>
                    <a:pt x="199505" y="417859"/>
                    <a:pt x="186189" y="433225"/>
                    <a:pt x="184209" y="454531"/>
                  </a:cubicBezTo>
                  <a:cubicBezTo>
                    <a:pt x="184092" y="455709"/>
                    <a:pt x="183408" y="456864"/>
                    <a:pt x="182842" y="457948"/>
                  </a:cubicBezTo>
                  <a:cubicBezTo>
                    <a:pt x="178883" y="465490"/>
                    <a:pt x="171247" y="468012"/>
                    <a:pt x="163234" y="464170"/>
                  </a:cubicBezTo>
                  <a:cubicBezTo>
                    <a:pt x="155056" y="460234"/>
                    <a:pt x="158921" y="454319"/>
                    <a:pt x="161325" y="449087"/>
                  </a:cubicBezTo>
                  <a:cubicBezTo>
                    <a:pt x="174688" y="419886"/>
                    <a:pt x="192883" y="393890"/>
                    <a:pt x="212892" y="368813"/>
                  </a:cubicBezTo>
                  <a:cubicBezTo>
                    <a:pt x="235023" y="341073"/>
                    <a:pt x="256635" y="313381"/>
                    <a:pt x="287839" y="294715"/>
                  </a:cubicBezTo>
                  <a:cubicBezTo>
                    <a:pt x="318690" y="276261"/>
                    <a:pt x="349564" y="258349"/>
                    <a:pt x="385577" y="251868"/>
                  </a:cubicBezTo>
                  <a:cubicBezTo>
                    <a:pt x="389418" y="251184"/>
                    <a:pt x="393236" y="249864"/>
                    <a:pt x="396842" y="248332"/>
                  </a:cubicBezTo>
                  <a:cubicBezTo>
                    <a:pt x="404620" y="245009"/>
                    <a:pt x="405892" y="241238"/>
                    <a:pt x="400519" y="234804"/>
                  </a:cubicBezTo>
                  <a:cubicBezTo>
                    <a:pt x="388570" y="220522"/>
                    <a:pt x="374099" y="210340"/>
                    <a:pt x="354773" y="208832"/>
                  </a:cubicBezTo>
                  <a:cubicBezTo>
                    <a:pt x="352817" y="208691"/>
                    <a:pt x="350884" y="207913"/>
                    <a:pt x="348645" y="207371"/>
                  </a:cubicBezTo>
                  <a:cubicBezTo>
                    <a:pt x="357035" y="193301"/>
                    <a:pt x="374735" y="187338"/>
                    <a:pt x="388475" y="194974"/>
                  </a:cubicBezTo>
                  <a:cubicBezTo>
                    <a:pt x="398963" y="200795"/>
                    <a:pt x="408037" y="209091"/>
                    <a:pt x="417794" y="216256"/>
                  </a:cubicBezTo>
                  <a:cubicBezTo>
                    <a:pt x="420788" y="218448"/>
                    <a:pt x="423875" y="220522"/>
                    <a:pt x="426915" y="222643"/>
                  </a:cubicBezTo>
                  <a:cubicBezTo>
                    <a:pt x="427457" y="222195"/>
                    <a:pt x="427999" y="221771"/>
                    <a:pt x="428518" y="221323"/>
                  </a:cubicBezTo>
                  <a:cubicBezTo>
                    <a:pt x="427339" y="217411"/>
                    <a:pt x="425878" y="213546"/>
                    <a:pt x="425077" y="209539"/>
                  </a:cubicBezTo>
                  <a:cubicBezTo>
                    <a:pt x="423757" y="203058"/>
                    <a:pt x="421990" y="196506"/>
                    <a:pt x="421990" y="190001"/>
                  </a:cubicBezTo>
                  <a:cubicBezTo>
                    <a:pt x="421990" y="182860"/>
                    <a:pt x="427882" y="179961"/>
                    <a:pt x="433915" y="183850"/>
                  </a:cubicBezTo>
                  <a:cubicBezTo>
                    <a:pt x="436838" y="185735"/>
                    <a:pt x="440302" y="189058"/>
                    <a:pt x="440679" y="192099"/>
                  </a:cubicBezTo>
                  <a:cubicBezTo>
                    <a:pt x="441645" y="199852"/>
                    <a:pt x="446713" y="202963"/>
                    <a:pt x="452840" y="204213"/>
                  </a:cubicBezTo>
                  <a:cubicBezTo>
                    <a:pt x="463187" y="206334"/>
                    <a:pt x="473745" y="207441"/>
                    <a:pt x="484210" y="208903"/>
                  </a:cubicBezTo>
                  <a:cubicBezTo>
                    <a:pt x="505680" y="211896"/>
                    <a:pt x="527363" y="213852"/>
                    <a:pt x="548551" y="218212"/>
                  </a:cubicBezTo>
                  <a:cubicBezTo>
                    <a:pt x="560170" y="220593"/>
                    <a:pt x="570823" y="227357"/>
                    <a:pt x="582183" y="231481"/>
                  </a:cubicBezTo>
                  <a:cubicBezTo>
                    <a:pt x="592718" y="235299"/>
                    <a:pt x="596088" y="233579"/>
                    <a:pt x="600873" y="223609"/>
                  </a:cubicBezTo>
                  <a:cubicBezTo>
                    <a:pt x="604431" y="216209"/>
                    <a:pt x="610158" y="211401"/>
                    <a:pt x="618077" y="209704"/>
                  </a:cubicBezTo>
                  <a:cubicBezTo>
                    <a:pt x="620387" y="209209"/>
                    <a:pt x="624040" y="209845"/>
                    <a:pt x="625336" y="211401"/>
                  </a:cubicBezTo>
                  <a:cubicBezTo>
                    <a:pt x="626444" y="212697"/>
                    <a:pt x="625713" y="216492"/>
                    <a:pt x="624606" y="218542"/>
                  </a:cubicBezTo>
                  <a:cubicBezTo>
                    <a:pt x="615155" y="236100"/>
                    <a:pt x="594674" y="245999"/>
                    <a:pt x="575136" y="242558"/>
                  </a:cubicBezTo>
                  <a:cubicBezTo>
                    <a:pt x="569550" y="241568"/>
                    <a:pt x="564059" y="240178"/>
                    <a:pt x="558544" y="238834"/>
                  </a:cubicBezTo>
                  <a:cubicBezTo>
                    <a:pt x="538747" y="233979"/>
                    <a:pt x="518808" y="230821"/>
                    <a:pt x="498374" y="234144"/>
                  </a:cubicBezTo>
                  <a:cubicBezTo>
                    <a:pt x="491681" y="235228"/>
                    <a:pt x="484846" y="236195"/>
                    <a:pt x="479284" y="243053"/>
                  </a:cubicBezTo>
                  <a:cubicBezTo>
                    <a:pt x="483715" y="244774"/>
                    <a:pt x="487179" y="246730"/>
                    <a:pt x="490903" y="247460"/>
                  </a:cubicBezTo>
                  <a:cubicBezTo>
                    <a:pt x="504950" y="250194"/>
                    <a:pt x="519067" y="252551"/>
                    <a:pt x="533161" y="254979"/>
                  </a:cubicBezTo>
                  <a:cubicBezTo>
                    <a:pt x="568560" y="261036"/>
                    <a:pt x="603465" y="268507"/>
                    <a:pt x="634222" y="288610"/>
                  </a:cubicBezTo>
                  <a:cubicBezTo>
                    <a:pt x="637686" y="290873"/>
                    <a:pt x="641669" y="292523"/>
                    <a:pt x="645582" y="293937"/>
                  </a:cubicBezTo>
                  <a:cubicBezTo>
                    <a:pt x="654113" y="296977"/>
                    <a:pt x="655739" y="295964"/>
                    <a:pt x="657507" y="287267"/>
                  </a:cubicBezTo>
                  <a:cubicBezTo>
                    <a:pt x="659228" y="278783"/>
                    <a:pt x="662833" y="276119"/>
                    <a:pt x="671130" y="278688"/>
                  </a:cubicBezTo>
                  <a:cubicBezTo>
                    <a:pt x="677422" y="280644"/>
                    <a:pt x="683951" y="283119"/>
                    <a:pt x="689183" y="286961"/>
                  </a:cubicBezTo>
                  <a:cubicBezTo>
                    <a:pt x="712115" y="303788"/>
                    <a:pt x="735047" y="320640"/>
                    <a:pt x="757059" y="338599"/>
                  </a:cubicBezTo>
                  <a:cubicBezTo>
                    <a:pt x="768466" y="347908"/>
                    <a:pt x="778082" y="359457"/>
                    <a:pt x="788146" y="370345"/>
                  </a:cubicBezTo>
                  <a:cubicBezTo>
                    <a:pt x="789819" y="372136"/>
                    <a:pt x="789583" y="375695"/>
                    <a:pt x="790220" y="378429"/>
                  </a:cubicBezTo>
                  <a:cubicBezTo>
                    <a:pt x="787439" y="378759"/>
                    <a:pt x="784516" y="379772"/>
                    <a:pt x="781900" y="379254"/>
                  </a:cubicBezTo>
                  <a:cubicBezTo>
                    <a:pt x="777092" y="378288"/>
                    <a:pt x="772497" y="376355"/>
                    <a:pt x="767759" y="374941"/>
                  </a:cubicBezTo>
                  <a:cubicBezTo>
                    <a:pt x="758898" y="372278"/>
                    <a:pt x="755905" y="374729"/>
                    <a:pt x="757931" y="383779"/>
                  </a:cubicBezTo>
                  <a:cubicBezTo>
                    <a:pt x="759416" y="390496"/>
                    <a:pt x="762126" y="396930"/>
                    <a:pt x="764083" y="403553"/>
                  </a:cubicBezTo>
                  <a:cubicBezTo>
                    <a:pt x="764766" y="405886"/>
                    <a:pt x="764837" y="408384"/>
                    <a:pt x="765473" y="412839"/>
                  </a:cubicBezTo>
                  <a:cubicBezTo>
                    <a:pt x="760406" y="409421"/>
                    <a:pt x="757130" y="407324"/>
                    <a:pt x="753972" y="405061"/>
                  </a:cubicBezTo>
                  <a:cubicBezTo>
                    <a:pt x="746124" y="399476"/>
                    <a:pt x="738488" y="393513"/>
                    <a:pt x="730404" y="388304"/>
                  </a:cubicBezTo>
                  <a:cubicBezTo>
                    <a:pt x="727458" y="386419"/>
                    <a:pt x="723427" y="386230"/>
                    <a:pt x="717653" y="384628"/>
                  </a:cubicBezTo>
                  <a:cubicBezTo>
                    <a:pt x="719515" y="390732"/>
                    <a:pt x="720034" y="394715"/>
                    <a:pt x="721872" y="397967"/>
                  </a:cubicBezTo>
                  <a:cubicBezTo>
                    <a:pt x="726114" y="405485"/>
                    <a:pt x="730498" y="413004"/>
                    <a:pt x="735659" y="419909"/>
                  </a:cubicBezTo>
                  <a:cubicBezTo>
                    <a:pt x="748457" y="436973"/>
                    <a:pt x="761844" y="453659"/>
                    <a:pt x="781028" y="464147"/>
                  </a:cubicBezTo>
                  <a:cubicBezTo>
                    <a:pt x="789819" y="468955"/>
                    <a:pt x="799529" y="473221"/>
                    <a:pt x="808839" y="466244"/>
                  </a:cubicBezTo>
                  <a:cubicBezTo>
                    <a:pt x="818125" y="459268"/>
                    <a:pt x="816711" y="448615"/>
                    <a:pt x="814778" y="438882"/>
                  </a:cubicBezTo>
                  <a:cubicBezTo>
                    <a:pt x="811172" y="420522"/>
                    <a:pt x="804620" y="402445"/>
                    <a:pt x="803536" y="383991"/>
                  </a:cubicBezTo>
                  <a:cubicBezTo>
                    <a:pt x="802711" y="369850"/>
                    <a:pt x="796913" y="360069"/>
                    <a:pt x="788523" y="350689"/>
                  </a:cubicBezTo>
                  <a:cubicBezTo>
                    <a:pt x="761961" y="320993"/>
                    <a:pt x="731629" y="295681"/>
                    <a:pt x="698445" y="273715"/>
                  </a:cubicBezTo>
                  <a:cubicBezTo>
                    <a:pt x="685718" y="265278"/>
                    <a:pt x="672143" y="260164"/>
                    <a:pt x="656635" y="261201"/>
                  </a:cubicBezTo>
                  <a:cubicBezTo>
                    <a:pt x="648975" y="261719"/>
                    <a:pt x="641316" y="262238"/>
                    <a:pt x="633656" y="262379"/>
                  </a:cubicBezTo>
                  <a:cubicBezTo>
                    <a:pt x="625855" y="262520"/>
                    <a:pt x="622909" y="259174"/>
                    <a:pt x="623427" y="251420"/>
                  </a:cubicBezTo>
                  <a:cubicBezTo>
                    <a:pt x="624394" y="236454"/>
                    <a:pt x="635306" y="226650"/>
                    <a:pt x="650130" y="227781"/>
                  </a:cubicBezTo>
                  <a:cubicBezTo>
                    <a:pt x="655009" y="228158"/>
                    <a:pt x="660312" y="228488"/>
                    <a:pt x="664554" y="230585"/>
                  </a:cubicBezTo>
                  <a:cubicBezTo>
                    <a:pt x="680604" y="238622"/>
                    <a:pt x="697290" y="245976"/>
                    <a:pt x="711973" y="256133"/>
                  </a:cubicBezTo>
                  <a:cubicBezTo>
                    <a:pt x="758521" y="288351"/>
                    <a:pt x="796560" y="329855"/>
                    <a:pt x="835235" y="370746"/>
                  </a:cubicBezTo>
                  <a:cubicBezTo>
                    <a:pt x="854585" y="391203"/>
                    <a:pt x="875890" y="409798"/>
                    <a:pt x="896513" y="428983"/>
                  </a:cubicBezTo>
                  <a:cubicBezTo>
                    <a:pt x="899600" y="431835"/>
                    <a:pt x="903913" y="433367"/>
                    <a:pt x="907660" y="435511"/>
                  </a:cubicBezTo>
                  <a:cubicBezTo>
                    <a:pt x="908462" y="435087"/>
                    <a:pt x="909263" y="434663"/>
                    <a:pt x="910064" y="434215"/>
                  </a:cubicBezTo>
                  <a:cubicBezTo>
                    <a:pt x="909381" y="430114"/>
                    <a:pt x="909805" y="425330"/>
                    <a:pt x="907778" y="422077"/>
                  </a:cubicBezTo>
                  <a:cubicBezTo>
                    <a:pt x="900260" y="409940"/>
                    <a:pt x="892482" y="397920"/>
                    <a:pt x="883786" y="386631"/>
                  </a:cubicBezTo>
                  <a:cubicBezTo>
                    <a:pt x="875608" y="376002"/>
                    <a:pt x="866157" y="366339"/>
                    <a:pt x="857248" y="356228"/>
                  </a:cubicBezTo>
                  <a:cubicBezTo>
                    <a:pt x="861255" y="358019"/>
                    <a:pt x="864366" y="360682"/>
                    <a:pt x="867594" y="363204"/>
                  </a:cubicBezTo>
                  <a:cubicBezTo>
                    <a:pt x="915037" y="400277"/>
                    <a:pt x="957602" y="442252"/>
                    <a:pt x="994769" y="489671"/>
                  </a:cubicBezTo>
                  <a:cubicBezTo>
                    <a:pt x="1015367" y="515973"/>
                    <a:pt x="1035872" y="542346"/>
                    <a:pt x="1056777" y="568413"/>
                  </a:cubicBezTo>
                  <a:cubicBezTo>
                    <a:pt x="1061538" y="574328"/>
                    <a:pt x="1067453" y="579490"/>
                    <a:pt x="1073534" y="584086"/>
                  </a:cubicBezTo>
                  <a:cubicBezTo>
                    <a:pt x="1075985" y="585947"/>
                    <a:pt x="1080251" y="585382"/>
                    <a:pt x="1083692" y="585900"/>
                  </a:cubicBezTo>
                  <a:cubicBezTo>
                    <a:pt x="1083220" y="582954"/>
                    <a:pt x="1083645" y="579466"/>
                    <a:pt x="1082160" y="577157"/>
                  </a:cubicBezTo>
                  <a:cubicBezTo>
                    <a:pt x="1073817" y="564029"/>
                    <a:pt x="1065214" y="551019"/>
                    <a:pt x="1056353" y="538245"/>
                  </a:cubicBezTo>
                  <a:cubicBezTo>
                    <a:pt x="1041434" y="516704"/>
                    <a:pt x="1025949" y="495563"/>
                    <a:pt x="1011361" y="473810"/>
                  </a:cubicBezTo>
                  <a:cubicBezTo>
                    <a:pt x="1007778" y="468483"/>
                    <a:pt x="1005775" y="461672"/>
                    <a:pt x="1004597" y="455238"/>
                  </a:cubicBezTo>
                  <a:cubicBezTo>
                    <a:pt x="1002994" y="446447"/>
                    <a:pt x="1007802" y="442700"/>
                    <a:pt x="1015132" y="447248"/>
                  </a:cubicBezTo>
                  <a:cubicBezTo>
                    <a:pt x="1022344" y="451703"/>
                    <a:pt x="1029155" y="457501"/>
                    <a:pt x="1034528" y="464052"/>
                  </a:cubicBezTo>
                  <a:cubicBezTo>
                    <a:pt x="1044262" y="475884"/>
                    <a:pt x="1051969" y="489388"/>
                    <a:pt x="1061985" y="500937"/>
                  </a:cubicBezTo>
                  <a:cubicBezTo>
                    <a:pt x="1078153" y="519603"/>
                    <a:pt x="1095429" y="537326"/>
                    <a:pt x="1112445" y="555214"/>
                  </a:cubicBezTo>
                  <a:cubicBezTo>
                    <a:pt x="1114708" y="557595"/>
                    <a:pt x="1118290" y="558726"/>
                    <a:pt x="1122603" y="561201"/>
                  </a:cubicBezTo>
                  <a:cubicBezTo>
                    <a:pt x="1122037" y="557595"/>
                    <a:pt x="1122108" y="556016"/>
                    <a:pt x="1121542" y="554743"/>
                  </a:cubicBezTo>
                  <a:cubicBezTo>
                    <a:pt x="1119586" y="550477"/>
                    <a:pt x="1117866" y="545999"/>
                    <a:pt x="1115226" y="542205"/>
                  </a:cubicBezTo>
                  <a:cubicBezTo>
                    <a:pt x="1097738" y="517034"/>
                    <a:pt x="1080416" y="491745"/>
                    <a:pt x="1062245" y="467069"/>
                  </a:cubicBezTo>
                  <a:cubicBezTo>
                    <a:pt x="1055316" y="457312"/>
                    <a:pt x="1046218" y="449063"/>
                    <a:pt x="1037851" y="440319"/>
                  </a:cubicBezTo>
                  <a:close/>
                  <a:moveTo>
                    <a:pt x="503418" y="55780"/>
                  </a:moveTo>
                  <a:cubicBezTo>
                    <a:pt x="488617" y="59999"/>
                    <a:pt x="475254" y="59598"/>
                    <a:pt x="460736" y="55945"/>
                  </a:cubicBezTo>
                  <a:cubicBezTo>
                    <a:pt x="470187" y="47390"/>
                    <a:pt x="493331" y="47272"/>
                    <a:pt x="503418" y="55780"/>
                  </a:cubicBezTo>
                  <a:close/>
                  <a:moveTo>
                    <a:pt x="341999" y="187126"/>
                  </a:moveTo>
                  <a:cubicBezTo>
                    <a:pt x="311926" y="208266"/>
                    <a:pt x="281782" y="229313"/>
                    <a:pt x="251214" y="249699"/>
                  </a:cubicBezTo>
                  <a:cubicBezTo>
                    <a:pt x="243342" y="254955"/>
                    <a:pt x="234056" y="258372"/>
                    <a:pt x="225006" y="261436"/>
                  </a:cubicBezTo>
                  <a:cubicBezTo>
                    <a:pt x="214801" y="264877"/>
                    <a:pt x="210040" y="259951"/>
                    <a:pt x="212986" y="249676"/>
                  </a:cubicBezTo>
                  <a:cubicBezTo>
                    <a:pt x="214636" y="243949"/>
                    <a:pt x="217417" y="239235"/>
                    <a:pt x="223757" y="236572"/>
                  </a:cubicBezTo>
                  <a:cubicBezTo>
                    <a:pt x="240703" y="229454"/>
                    <a:pt x="257766" y="222337"/>
                    <a:pt x="273981" y="213711"/>
                  </a:cubicBezTo>
                  <a:cubicBezTo>
                    <a:pt x="296842" y="201573"/>
                    <a:pt x="318878" y="187927"/>
                    <a:pt x="341457" y="175247"/>
                  </a:cubicBezTo>
                  <a:cubicBezTo>
                    <a:pt x="346642" y="172325"/>
                    <a:pt x="352581" y="170699"/>
                    <a:pt x="358167" y="168483"/>
                  </a:cubicBezTo>
                  <a:cubicBezTo>
                    <a:pt x="358756" y="169402"/>
                    <a:pt x="359369" y="170321"/>
                    <a:pt x="359958" y="171241"/>
                  </a:cubicBezTo>
                  <a:cubicBezTo>
                    <a:pt x="353972" y="176567"/>
                    <a:pt x="348480" y="182553"/>
                    <a:pt x="341999" y="18712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998" name="Google Shape;2998;p57"/>
            <p:cNvSpPr/>
            <p:nvPr/>
          </p:nvSpPr>
          <p:spPr>
            <a:xfrm>
              <a:off x="190581" y="2180046"/>
              <a:ext cx="1006655" cy="452263"/>
            </a:xfrm>
            <a:custGeom>
              <a:rect b="b" l="l" r="r" t="t"/>
              <a:pathLst>
                <a:path extrusionOk="0" h="452263" w="1006655">
                  <a:moveTo>
                    <a:pt x="12020" y="446890"/>
                  </a:moveTo>
                  <a:cubicBezTo>
                    <a:pt x="21777" y="438900"/>
                    <a:pt x="31794" y="431099"/>
                    <a:pt x="40726" y="422238"/>
                  </a:cubicBezTo>
                  <a:cubicBezTo>
                    <a:pt x="69031" y="394144"/>
                    <a:pt x="96465" y="365155"/>
                    <a:pt x="125077" y="337368"/>
                  </a:cubicBezTo>
                  <a:cubicBezTo>
                    <a:pt x="141362" y="321554"/>
                    <a:pt x="158709" y="306659"/>
                    <a:pt x="176668" y="292777"/>
                  </a:cubicBezTo>
                  <a:cubicBezTo>
                    <a:pt x="188900" y="283326"/>
                    <a:pt x="195334" y="285518"/>
                    <a:pt x="204313" y="297986"/>
                  </a:cubicBezTo>
                  <a:cubicBezTo>
                    <a:pt x="211172" y="307507"/>
                    <a:pt x="216734" y="309039"/>
                    <a:pt x="226114" y="302252"/>
                  </a:cubicBezTo>
                  <a:cubicBezTo>
                    <a:pt x="235305" y="295605"/>
                    <a:pt x="243649" y="287781"/>
                    <a:pt x="252416" y="280545"/>
                  </a:cubicBezTo>
                  <a:cubicBezTo>
                    <a:pt x="264719" y="270364"/>
                    <a:pt x="278223" y="262303"/>
                    <a:pt x="293590" y="257661"/>
                  </a:cubicBezTo>
                  <a:cubicBezTo>
                    <a:pt x="303677" y="254620"/>
                    <a:pt x="313717" y="254997"/>
                    <a:pt x="324888" y="258061"/>
                  </a:cubicBezTo>
                  <a:cubicBezTo>
                    <a:pt x="314330" y="272344"/>
                    <a:pt x="296088" y="277811"/>
                    <a:pt x="288499" y="294828"/>
                  </a:cubicBezTo>
                  <a:cubicBezTo>
                    <a:pt x="291280" y="295228"/>
                    <a:pt x="292223" y="295440"/>
                    <a:pt x="293165" y="295488"/>
                  </a:cubicBezTo>
                  <a:cubicBezTo>
                    <a:pt x="294155" y="295535"/>
                    <a:pt x="295239" y="295676"/>
                    <a:pt x="296111" y="295346"/>
                  </a:cubicBezTo>
                  <a:cubicBezTo>
                    <a:pt x="313246" y="289077"/>
                    <a:pt x="325407" y="277387"/>
                    <a:pt x="332972" y="260937"/>
                  </a:cubicBezTo>
                  <a:cubicBezTo>
                    <a:pt x="333561" y="259664"/>
                    <a:pt x="332666" y="256317"/>
                    <a:pt x="331700" y="255940"/>
                  </a:cubicBezTo>
                  <a:cubicBezTo>
                    <a:pt x="325878" y="253725"/>
                    <a:pt x="328259" y="249977"/>
                    <a:pt x="330050" y="247031"/>
                  </a:cubicBezTo>
                  <a:cubicBezTo>
                    <a:pt x="334033" y="240503"/>
                    <a:pt x="338676" y="234399"/>
                    <a:pt x="342753" y="227917"/>
                  </a:cubicBezTo>
                  <a:cubicBezTo>
                    <a:pt x="344709" y="224806"/>
                    <a:pt x="346005" y="221248"/>
                    <a:pt x="348598" y="215827"/>
                  </a:cubicBezTo>
                  <a:cubicBezTo>
                    <a:pt x="342659" y="216746"/>
                    <a:pt x="338746" y="216487"/>
                    <a:pt x="335659" y="217948"/>
                  </a:cubicBezTo>
                  <a:cubicBezTo>
                    <a:pt x="320293" y="225231"/>
                    <a:pt x="304950" y="232584"/>
                    <a:pt x="289984" y="240668"/>
                  </a:cubicBezTo>
                  <a:cubicBezTo>
                    <a:pt x="268914" y="252028"/>
                    <a:pt x="248315" y="264307"/>
                    <a:pt x="227198" y="275620"/>
                  </a:cubicBezTo>
                  <a:cubicBezTo>
                    <a:pt x="221424" y="278707"/>
                    <a:pt x="214542" y="279744"/>
                    <a:pt x="208178" y="281724"/>
                  </a:cubicBezTo>
                  <a:cubicBezTo>
                    <a:pt x="207707" y="281017"/>
                    <a:pt x="207236" y="280333"/>
                    <a:pt x="206764" y="279626"/>
                  </a:cubicBezTo>
                  <a:cubicBezTo>
                    <a:pt x="207471" y="277151"/>
                    <a:pt x="207636" y="274347"/>
                    <a:pt x="208980" y="272273"/>
                  </a:cubicBezTo>
                  <a:cubicBezTo>
                    <a:pt x="219303" y="256459"/>
                    <a:pt x="232029" y="243920"/>
                    <a:pt x="252062" y="241563"/>
                  </a:cubicBezTo>
                  <a:cubicBezTo>
                    <a:pt x="255409" y="241163"/>
                    <a:pt x="258897" y="239961"/>
                    <a:pt x="261820" y="238264"/>
                  </a:cubicBezTo>
                  <a:cubicBezTo>
                    <a:pt x="274405" y="230981"/>
                    <a:pt x="286826" y="223392"/>
                    <a:pt x="299270" y="215874"/>
                  </a:cubicBezTo>
                  <a:cubicBezTo>
                    <a:pt x="309404" y="209746"/>
                    <a:pt x="319208" y="203006"/>
                    <a:pt x="329673" y="197561"/>
                  </a:cubicBezTo>
                  <a:cubicBezTo>
                    <a:pt x="337050" y="193720"/>
                    <a:pt x="344992" y="191410"/>
                    <a:pt x="353759" y="195582"/>
                  </a:cubicBezTo>
                  <a:cubicBezTo>
                    <a:pt x="359864" y="198504"/>
                    <a:pt x="363446" y="195700"/>
                    <a:pt x="364672" y="188888"/>
                  </a:cubicBezTo>
                  <a:cubicBezTo>
                    <a:pt x="366086" y="181087"/>
                    <a:pt x="370870" y="176350"/>
                    <a:pt x="378836" y="175054"/>
                  </a:cubicBezTo>
                  <a:cubicBezTo>
                    <a:pt x="382489" y="174465"/>
                    <a:pt x="386260" y="174323"/>
                    <a:pt x="389866" y="173545"/>
                  </a:cubicBezTo>
                  <a:cubicBezTo>
                    <a:pt x="398751" y="171636"/>
                    <a:pt x="406953" y="168195"/>
                    <a:pt x="411949" y="160064"/>
                  </a:cubicBezTo>
                  <a:cubicBezTo>
                    <a:pt x="413151" y="158108"/>
                    <a:pt x="413693" y="154337"/>
                    <a:pt x="412586" y="152711"/>
                  </a:cubicBezTo>
                  <a:cubicBezTo>
                    <a:pt x="411431" y="150991"/>
                    <a:pt x="407896" y="150001"/>
                    <a:pt x="405492" y="150142"/>
                  </a:cubicBezTo>
                  <a:cubicBezTo>
                    <a:pt x="390290" y="151038"/>
                    <a:pt x="388334" y="149317"/>
                    <a:pt x="388570" y="134069"/>
                  </a:cubicBezTo>
                  <a:cubicBezTo>
                    <a:pt x="388711" y="125231"/>
                    <a:pt x="386378" y="123581"/>
                    <a:pt x="378553" y="127045"/>
                  </a:cubicBezTo>
                  <a:cubicBezTo>
                    <a:pt x="373887" y="129096"/>
                    <a:pt x="368749" y="131618"/>
                    <a:pt x="365614" y="125584"/>
                  </a:cubicBezTo>
                  <a:cubicBezTo>
                    <a:pt x="362503" y="119598"/>
                    <a:pt x="365897" y="115026"/>
                    <a:pt x="371200" y="112150"/>
                  </a:cubicBezTo>
                  <a:cubicBezTo>
                    <a:pt x="382913" y="105787"/>
                    <a:pt x="395263" y="104844"/>
                    <a:pt x="407660" y="109628"/>
                  </a:cubicBezTo>
                  <a:cubicBezTo>
                    <a:pt x="410182" y="110618"/>
                    <a:pt x="413741" y="114955"/>
                    <a:pt x="413246" y="116722"/>
                  </a:cubicBezTo>
                  <a:cubicBezTo>
                    <a:pt x="411195" y="123958"/>
                    <a:pt x="415603" y="124712"/>
                    <a:pt x="420269" y="124524"/>
                  </a:cubicBezTo>
                  <a:cubicBezTo>
                    <a:pt x="430356" y="124123"/>
                    <a:pt x="440443" y="123180"/>
                    <a:pt x="450531" y="122261"/>
                  </a:cubicBezTo>
                  <a:cubicBezTo>
                    <a:pt x="456918" y="121672"/>
                    <a:pt x="463281" y="120729"/>
                    <a:pt x="469645" y="119928"/>
                  </a:cubicBezTo>
                  <a:cubicBezTo>
                    <a:pt x="470375" y="121177"/>
                    <a:pt x="471106" y="122450"/>
                    <a:pt x="471836" y="123699"/>
                  </a:cubicBezTo>
                  <a:cubicBezTo>
                    <a:pt x="469173" y="125396"/>
                    <a:pt x="466345" y="126880"/>
                    <a:pt x="463870" y="128837"/>
                  </a:cubicBezTo>
                  <a:cubicBezTo>
                    <a:pt x="458049" y="133432"/>
                    <a:pt x="452228" y="138099"/>
                    <a:pt x="446736" y="143072"/>
                  </a:cubicBezTo>
                  <a:cubicBezTo>
                    <a:pt x="445134" y="144533"/>
                    <a:pt x="443389" y="147620"/>
                    <a:pt x="443955" y="149152"/>
                  </a:cubicBezTo>
                  <a:cubicBezTo>
                    <a:pt x="444544" y="150802"/>
                    <a:pt x="447679" y="152263"/>
                    <a:pt x="449847" y="152523"/>
                  </a:cubicBezTo>
                  <a:cubicBezTo>
                    <a:pt x="456965" y="153347"/>
                    <a:pt x="464177" y="154196"/>
                    <a:pt x="471294" y="153960"/>
                  </a:cubicBezTo>
                  <a:cubicBezTo>
                    <a:pt x="506175" y="152758"/>
                    <a:pt x="541033" y="150708"/>
                    <a:pt x="575937" y="149907"/>
                  </a:cubicBezTo>
                  <a:cubicBezTo>
                    <a:pt x="634410" y="148563"/>
                    <a:pt x="692647" y="152051"/>
                    <a:pt x="750649" y="159923"/>
                  </a:cubicBezTo>
                  <a:cubicBezTo>
                    <a:pt x="804267" y="167206"/>
                    <a:pt x="857177" y="177576"/>
                    <a:pt x="909169" y="192683"/>
                  </a:cubicBezTo>
                  <a:cubicBezTo>
                    <a:pt x="916027" y="194686"/>
                    <a:pt x="922909" y="196784"/>
                    <a:pt x="929909" y="198056"/>
                  </a:cubicBezTo>
                  <a:cubicBezTo>
                    <a:pt x="933208" y="198669"/>
                    <a:pt x="936838" y="197420"/>
                    <a:pt x="940326" y="197019"/>
                  </a:cubicBezTo>
                  <a:cubicBezTo>
                    <a:pt x="939053" y="193531"/>
                    <a:pt x="938676" y="189218"/>
                    <a:pt x="936343" y="186767"/>
                  </a:cubicBezTo>
                  <a:cubicBezTo>
                    <a:pt x="932855" y="183138"/>
                    <a:pt x="928330" y="179791"/>
                    <a:pt x="923616" y="178283"/>
                  </a:cubicBezTo>
                  <a:cubicBezTo>
                    <a:pt x="916428" y="175973"/>
                    <a:pt x="908721" y="175360"/>
                    <a:pt x="901226" y="173993"/>
                  </a:cubicBezTo>
                  <a:cubicBezTo>
                    <a:pt x="892577" y="172438"/>
                    <a:pt x="891563" y="169704"/>
                    <a:pt x="897055" y="162893"/>
                  </a:cubicBezTo>
                  <a:cubicBezTo>
                    <a:pt x="905799" y="151981"/>
                    <a:pt x="917253" y="150849"/>
                    <a:pt x="929178" y="155327"/>
                  </a:cubicBezTo>
                  <a:cubicBezTo>
                    <a:pt x="943225" y="160630"/>
                    <a:pt x="956565" y="167818"/>
                    <a:pt x="970682" y="172956"/>
                  </a:cubicBezTo>
                  <a:cubicBezTo>
                    <a:pt x="979049" y="175997"/>
                    <a:pt x="988240" y="177175"/>
                    <a:pt x="997173" y="178236"/>
                  </a:cubicBezTo>
                  <a:cubicBezTo>
                    <a:pt x="1002405" y="178848"/>
                    <a:pt x="1006435" y="175384"/>
                    <a:pt x="1006647" y="169892"/>
                  </a:cubicBezTo>
                  <a:cubicBezTo>
                    <a:pt x="1006883" y="163906"/>
                    <a:pt x="1002051" y="162068"/>
                    <a:pt x="997149" y="161596"/>
                  </a:cubicBezTo>
                  <a:cubicBezTo>
                    <a:pt x="974618" y="159428"/>
                    <a:pt x="953972" y="151108"/>
                    <a:pt x="934010" y="141375"/>
                  </a:cubicBezTo>
                  <a:cubicBezTo>
                    <a:pt x="898398" y="123981"/>
                    <a:pt x="861632" y="109958"/>
                    <a:pt x="823380" y="99800"/>
                  </a:cubicBezTo>
                  <a:cubicBezTo>
                    <a:pt x="770941" y="85872"/>
                    <a:pt x="718101" y="74842"/>
                    <a:pt x="663305" y="78306"/>
                  </a:cubicBezTo>
                  <a:cubicBezTo>
                    <a:pt x="661584" y="78424"/>
                    <a:pt x="659840" y="78047"/>
                    <a:pt x="656046" y="77741"/>
                  </a:cubicBezTo>
                  <a:cubicBezTo>
                    <a:pt x="664035" y="74465"/>
                    <a:pt x="670045" y="72296"/>
                    <a:pt x="675796" y="69586"/>
                  </a:cubicBezTo>
                  <a:cubicBezTo>
                    <a:pt x="704644" y="55963"/>
                    <a:pt x="734599" y="54219"/>
                    <a:pt x="765544" y="60300"/>
                  </a:cubicBezTo>
                  <a:cubicBezTo>
                    <a:pt x="799812" y="67041"/>
                    <a:pt x="832548" y="78613"/>
                    <a:pt x="865025" y="91080"/>
                  </a:cubicBezTo>
                  <a:cubicBezTo>
                    <a:pt x="899529" y="104326"/>
                    <a:pt x="933585" y="118938"/>
                    <a:pt x="969951" y="126668"/>
                  </a:cubicBezTo>
                  <a:cubicBezTo>
                    <a:pt x="977635" y="128294"/>
                    <a:pt x="985601" y="130793"/>
                    <a:pt x="994934" y="126975"/>
                  </a:cubicBezTo>
                  <a:cubicBezTo>
                    <a:pt x="992270" y="124076"/>
                    <a:pt x="990691" y="121577"/>
                    <a:pt x="988429" y="120022"/>
                  </a:cubicBezTo>
                  <a:cubicBezTo>
                    <a:pt x="983126" y="116416"/>
                    <a:pt x="977729" y="112857"/>
                    <a:pt x="972025" y="109982"/>
                  </a:cubicBezTo>
                  <a:cubicBezTo>
                    <a:pt x="924559" y="85919"/>
                    <a:pt x="875466" y="65980"/>
                    <a:pt x="823687" y="53371"/>
                  </a:cubicBezTo>
                  <a:cubicBezTo>
                    <a:pt x="775325" y="41587"/>
                    <a:pt x="726727" y="30698"/>
                    <a:pt x="678153" y="19810"/>
                  </a:cubicBezTo>
                  <a:cubicBezTo>
                    <a:pt x="671059" y="18207"/>
                    <a:pt x="663470" y="18796"/>
                    <a:pt x="656117" y="18372"/>
                  </a:cubicBezTo>
                  <a:cubicBezTo>
                    <a:pt x="655975" y="19173"/>
                    <a:pt x="655834" y="19998"/>
                    <a:pt x="655692" y="20800"/>
                  </a:cubicBezTo>
                  <a:cubicBezTo>
                    <a:pt x="658850" y="23463"/>
                    <a:pt x="662244" y="25914"/>
                    <a:pt x="665120" y="28860"/>
                  </a:cubicBezTo>
                  <a:cubicBezTo>
                    <a:pt x="668254" y="32065"/>
                    <a:pt x="671365" y="35742"/>
                    <a:pt x="667971" y="40573"/>
                  </a:cubicBezTo>
                  <a:cubicBezTo>
                    <a:pt x="664389" y="45688"/>
                    <a:pt x="658945" y="47856"/>
                    <a:pt x="653783" y="44627"/>
                  </a:cubicBezTo>
                  <a:cubicBezTo>
                    <a:pt x="649447" y="41917"/>
                    <a:pt x="646359" y="37085"/>
                    <a:pt x="643060" y="32914"/>
                  </a:cubicBezTo>
                  <a:cubicBezTo>
                    <a:pt x="639289" y="28106"/>
                    <a:pt x="636390" y="22544"/>
                    <a:pt x="632218" y="18136"/>
                  </a:cubicBezTo>
                  <a:cubicBezTo>
                    <a:pt x="627575" y="13234"/>
                    <a:pt x="621118" y="10359"/>
                    <a:pt x="614778" y="14153"/>
                  </a:cubicBezTo>
                  <a:cubicBezTo>
                    <a:pt x="608297" y="18042"/>
                    <a:pt x="609970" y="24759"/>
                    <a:pt x="611596" y="30934"/>
                  </a:cubicBezTo>
                  <a:cubicBezTo>
                    <a:pt x="612350" y="33786"/>
                    <a:pt x="613269" y="36755"/>
                    <a:pt x="613128" y="39607"/>
                  </a:cubicBezTo>
                  <a:cubicBezTo>
                    <a:pt x="613010" y="41823"/>
                    <a:pt x="611902" y="44556"/>
                    <a:pt x="610300" y="46065"/>
                  </a:cubicBezTo>
                  <a:cubicBezTo>
                    <a:pt x="603041" y="52923"/>
                    <a:pt x="581523" y="49176"/>
                    <a:pt x="577139" y="40243"/>
                  </a:cubicBezTo>
                  <a:cubicBezTo>
                    <a:pt x="575937" y="37792"/>
                    <a:pt x="575631" y="34469"/>
                    <a:pt x="576032" y="31688"/>
                  </a:cubicBezTo>
                  <a:cubicBezTo>
                    <a:pt x="577493" y="21625"/>
                    <a:pt x="575160" y="17807"/>
                    <a:pt x="565025" y="17524"/>
                  </a:cubicBezTo>
                  <a:cubicBezTo>
                    <a:pt x="556446" y="17288"/>
                    <a:pt x="547679" y="17665"/>
                    <a:pt x="539242" y="19173"/>
                  </a:cubicBezTo>
                  <a:cubicBezTo>
                    <a:pt x="522791" y="22096"/>
                    <a:pt x="507189" y="27587"/>
                    <a:pt x="494674" y="39348"/>
                  </a:cubicBezTo>
                  <a:cubicBezTo>
                    <a:pt x="492058" y="41799"/>
                    <a:pt x="490361" y="45264"/>
                    <a:pt x="488263" y="48280"/>
                  </a:cubicBezTo>
                  <a:cubicBezTo>
                    <a:pt x="488735" y="49176"/>
                    <a:pt x="489230" y="50071"/>
                    <a:pt x="489701" y="50967"/>
                  </a:cubicBezTo>
                  <a:cubicBezTo>
                    <a:pt x="503559" y="49647"/>
                    <a:pt x="517441" y="48351"/>
                    <a:pt x="531299" y="47031"/>
                  </a:cubicBezTo>
                  <a:cubicBezTo>
                    <a:pt x="526114" y="50519"/>
                    <a:pt x="520646" y="52711"/>
                    <a:pt x="515697" y="55799"/>
                  </a:cubicBezTo>
                  <a:cubicBezTo>
                    <a:pt x="509734" y="59522"/>
                    <a:pt x="510017" y="64118"/>
                    <a:pt x="516592" y="66475"/>
                  </a:cubicBezTo>
                  <a:cubicBezTo>
                    <a:pt x="522791" y="68690"/>
                    <a:pt x="529508" y="70647"/>
                    <a:pt x="535989" y="70694"/>
                  </a:cubicBezTo>
                  <a:cubicBezTo>
                    <a:pt x="559699" y="70835"/>
                    <a:pt x="583432" y="70317"/>
                    <a:pt x="607165" y="69680"/>
                  </a:cubicBezTo>
                  <a:cubicBezTo>
                    <a:pt x="620411" y="69327"/>
                    <a:pt x="633632" y="68313"/>
                    <a:pt x="646854" y="67583"/>
                  </a:cubicBezTo>
                  <a:cubicBezTo>
                    <a:pt x="635494" y="71872"/>
                    <a:pt x="623946" y="74959"/>
                    <a:pt x="612350" y="77835"/>
                  </a:cubicBezTo>
                  <a:cubicBezTo>
                    <a:pt x="578648" y="86154"/>
                    <a:pt x="544851" y="92942"/>
                    <a:pt x="509875" y="85895"/>
                  </a:cubicBezTo>
                  <a:cubicBezTo>
                    <a:pt x="505115" y="84929"/>
                    <a:pt x="499812" y="84952"/>
                    <a:pt x="495145" y="86060"/>
                  </a:cubicBezTo>
                  <a:cubicBezTo>
                    <a:pt x="491869" y="86838"/>
                    <a:pt x="487580" y="89690"/>
                    <a:pt x="486614" y="92589"/>
                  </a:cubicBezTo>
                  <a:cubicBezTo>
                    <a:pt x="484233" y="99683"/>
                    <a:pt x="479331" y="103430"/>
                    <a:pt x="472921" y="104773"/>
                  </a:cubicBezTo>
                  <a:cubicBezTo>
                    <a:pt x="466227" y="106187"/>
                    <a:pt x="459227" y="106541"/>
                    <a:pt x="452345" y="106494"/>
                  </a:cubicBezTo>
                  <a:cubicBezTo>
                    <a:pt x="440656" y="106447"/>
                    <a:pt x="437050" y="101686"/>
                    <a:pt x="440019" y="90467"/>
                  </a:cubicBezTo>
                  <a:cubicBezTo>
                    <a:pt x="448150" y="59829"/>
                    <a:pt x="463022" y="33338"/>
                    <a:pt x="487981" y="13022"/>
                  </a:cubicBezTo>
                  <a:cubicBezTo>
                    <a:pt x="491327" y="10288"/>
                    <a:pt x="493731" y="6399"/>
                    <a:pt x="497431" y="2039"/>
                  </a:cubicBezTo>
                  <a:cubicBezTo>
                    <a:pt x="493401" y="955"/>
                    <a:pt x="491469" y="-129"/>
                    <a:pt x="489654" y="12"/>
                  </a:cubicBezTo>
                  <a:cubicBezTo>
                    <a:pt x="470658" y="1544"/>
                    <a:pt x="451780" y="4090"/>
                    <a:pt x="434999" y="13941"/>
                  </a:cubicBezTo>
                  <a:cubicBezTo>
                    <a:pt x="427316" y="18466"/>
                    <a:pt x="425454" y="25136"/>
                    <a:pt x="427599" y="33856"/>
                  </a:cubicBezTo>
                  <a:cubicBezTo>
                    <a:pt x="428353" y="36944"/>
                    <a:pt x="429366" y="40149"/>
                    <a:pt x="429296" y="43260"/>
                  </a:cubicBezTo>
                  <a:cubicBezTo>
                    <a:pt x="429107" y="51179"/>
                    <a:pt x="422862" y="55469"/>
                    <a:pt x="416192" y="51462"/>
                  </a:cubicBezTo>
                  <a:cubicBezTo>
                    <a:pt x="410960" y="48351"/>
                    <a:pt x="406293" y="43519"/>
                    <a:pt x="402852" y="38429"/>
                  </a:cubicBezTo>
                  <a:cubicBezTo>
                    <a:pt x="399623" y="33644"/>
                    <a:pt x="396677" y="29520"/>
                    <a:pt x="390667" y="28789"/>
                  </a:cubicBezTo>
                  <a:cubicBezTo>
                    <a:pt x="370257" y="26291"/>
                    <a:pt x="351355" y="30510"/>
                    <a:pt x="334834" y="42860"/>
                  </a:cubicBezTo>
                  <a:cubicBezTo>
                    <a:pt x="332359" y="44721"/>
                    <a:pt x="330969" y="50307"/>
                    <a:pt x="331652" y="53654"/>
                  </a:cubicBezTo>
                  <a:cubicBezTo>
                    <a:pt x="332878" y="59734"/>
                    <a:pt x="330545" y="62775"/>
                    <a:pt x="325619" y="64519"/>
                  </a:cubicBezTo>
                  <a:cubicBezTo>
                    <a:pt x="322414" y="65650"/>
                    <a:pt x="318878" y="65886"/>
                    <a:pt x="315461" y="66357"/>
                  </a:cubicBezTo>
                  <a:cubicBezTo>
                    <a:pt x="308862" y="67253"/>
                    <a:pt x="302145" y="67535"/>
                    <a:pt x="295687" y="68973"/>
                  </a:cubicBezTo>
                  <a:cubicBezTo>
                    <a:pt x="253264" y="78495"/>
                    <a:pt x="213411" y="94851"/>
                    <a:pt x="175018" y="115026"/>
                  </a:cubicBezTo>
                  <a:cubicBezTo>
                    <a:pt x="162668" y="121507"/>
                    <a:pt x="151473" y="129284"/>
                    <a:pt x="143154" y="141021"/>
                  </a:cubicBezTo>
                  <a:cubicBezTo>
                    <a:pt x="138534" y="147526"/>
                    <a:pt x="132100" y="151863"/>
                    <a:pt x="122885" y="150873"/>
                  </a:cubicBezTo>
                  <a:cubicBezTo>
                    <a:pt x="116074" y="150142"/>
                    <a:pt x="112633" y="155233"/>
                    <a:pt x="109804" y="163505"/>
                  </a:cubicBezTo>
                  <a:cubicBezTo>
                    <a:pt x="117276" y="161832"/>
                    <a:pt x="123380" y="161337"/>
                    <a:pt x="128824" y="159122"/>
                  </a:cubicBezTo>
                  <a:cubicBezTo>
                    <a:pt x="159651" y="146560"/>
                    <a:pt x="190290" y="133527"/>
                    <a:pt x="221070" y="120776"/>
                  </a:cubicBezTo>
                  <a:cubicBezTo>
                    <a:pt x="251355" y="108238"/>
                    <a:pt x="281381" y="95040"/>
                    <a:pt x="313717" y="88040"/>
                  </a:cubicBezTo>
                  <a:cubicBezTo>
                    <a:pt x="331016" y="84293"/>
                    <a:pt x="346053" y="75855"/>
                    <a:pt x="355739" y="59970"/>
                  </a:cubicBezTo>
                  <a:cubicBezTo>
                    <a:pt x="357035" y="57825"/>
                    <a:pt x="359133" y="56176"/>
                    <a:pt x="361113" y="53984"/>
                  </a:cubicBezTo>
                  <a:cubicBezTo>
                    <a:pt x="370328" y="73098"/>
                    <a:pt x="359793" y="94922"/>
                    <a:pt x="339053" y="102110"/>
                  </a:cubicBezTo>
                  <a:cubicBezTo>
                    <a:pt x="310630" y="111962"/>
                    <a:pt x="281853" y="120988"/>
                    <a:pt x="253995" y="132254"/>
                  </a:cubicBezTo>
                  <a:cubicBezTo>
                    <a:pt x="218784" y="146466"/>
                    <a:pt x="184280" y="162421"/>
                    <a:pt x="149635" y="178000"/>
                  </a:cubicBezTo>
                  <a:cubicBezTo>
                    <a:pt x="143012" y="180969"/>
                    <a:pt x="136625" y="184623"/>
                    <a:pt x="133561" y="192471"/>
                  </a:cubicBezTo>
                  <a:cubicBezTo>
                    <a:pt x="132477" y="195275"/>
                    <a:pt x="128093" y="197609"/>
                    <a:pt x="124747" y="198528"/>
                  </a:cubicBezTo>
                  <a:cubicBezTo>
                    <a:pt x="118619" y="200225"/>
                    <a:pt x="111973" y="200060"/>
                    <a:pt x="105869" y="201827"/>
                  </a:cubicBezTo>
                  <a:cubicBezTo>
                    <a:pt x="96536" y="204514"/>
                    <a:pt x="87203" y="207578"/>
                    <a:pt x="78412" y="211679"/>
                  </a:cubicBezTo>
                  <a:cubicBezTo>
                    <a:pt x="73392" y="214012"/>
                    <a:pt x="70846" y="219409"/>
                    <a:pt x="70493" y="226598"/>
                  </a:cubicBezTo>
                  <a:cubicBezTo>
                    <a:pt x="74617" y="224759"/>
                    <a:pt x="77587" y="222803"/>
                    <a:pt x="80816" y="222120"/>
                  </a:cubicBezTo>
                  <a:cubicBezTo>
                    <a:pt x="84586" y="221342"/>
                    <a:pt x="88569" y="221719"/>
                    <a:pt x="92458" y="221578"/>
                  </a:cubicBezTo>
                  <a:cubicBezTo>
                    <a:pt x="92364" y="225961"/>
                    <a:pt x="93000" y="230510"/>
                    <a:pt x="91916" y="234634"/>
                  </a:cubicBezTo>
                  <a:cubicBezTo>
                    <a:pt x="91186" y="237439"/>
                    <a:pt x="88475" y="240220"/>
                    <a:pt x="85930" y="241964"/>
                  </a:cubicBezTo>
                  <a:cubicBezTo>
                    <a:pt x="77822" y="247526"/>
                    <a:pt x="69762" y="253418"/>
                    <a:pt x="60947" y="257590"/>
                  </a:cubicBezTo>
                  <a:cubicBezTo>
                    <a:pt x="51756" y="261950"/>
                    <a:pt x="41692" y="264425"/>
                    <a:pt x="30827" y="255964"/>
                  </a:cubicBezTo>
                  <a:cubicBezTo>
                    <a:pt x="33231" y="271754"/>
                    <a:pt x="38605" y="284246"/>
                    <a:pt x="47372" y="296100"/>
                  </a:cubicBezTo>
                  <a:cubicBezTo>
                    <a:pt x="50931" y="293437"/>
                    <a:pt x="54042" y="291410"/>
                    <a:pt x="56776" y="288983"/>
                  </a:cubicBezTo>
                  <a:cubicBezTo>
                    <a:pt x="76008" y="271849"/>
                    <a:pt x="94980" y="254432"/>
                    <a:pt x="114353" y="237463"/>
                  </a:cubicBezTo>
                  <a:cubicBezTo>
                    <a:pt x="174193" y="185070"/>
                    <a:pt x="241740" y="146772"/>
                    <a:pt x="318973" y="126433"/>
                  </a:cubicBezTo>
                  <a:cubicBezTo>
                    <a:pt x="323026" y="125372"/>
                    <a:pt x="327269" y="124948"/>
                    <a:pt x="331440" y="124241"/>
                  </a:cubicBezTo>
                  <a:cubicBezTo>
                    <a:pt x="331770" y="124995"/>
                    <a:pt x="332124" y="125749"/>
                    <a:pt x="332454" y="126527"/>
                  </a:cubicBezTo>
                  <a:cubicBezTo>
                    <a:pt x="329178" y="129261"/>
                    <a:pt x="326232" y="132607"/>
                    <a:pt x="322555" y="134658"/>
                  </a:cubicBezTo>
                  <a:cubicBezTo>
                    <a:pt x="303135" y="145452"/>
                    <a:pt x="283903" y="156671"/>
                    <a:pt x="263894" y="166286"/>
                  </a:cubicBezTo>
                  <a:cubicBezTo>
                    <a:pt x="243743" y="175973"/>
                    <a:pt x="223568" y="185966"/>
                    <a:pt x="200778" y="189053"/>
                  </a:cubicBezTo>
                  <a:cubicBezTo>
                    <a:pt x="196583" y="189619"/>
                    <a:pt x="192741" y="195275"/>
                    <a:pt x="189394" y="199164"/>
                  </a:cubicBezTo>
                  <a:cubicBezTo>
                    <a:pt x="185836" y="203265"/>
                    <a:pt x="183903" y="209228"/>
                    <a:pt x="179731" y="212268"/>
                  </a:cubicBezTo>
                  <a:cubicBezTo>
                    <a:pt x="173674" y="216699"/>
                    <a:pt x="166085" y="218985"/>
                    <a:pt x="159416" y="222638"/>
                  </a:cubicBezTo>
                  <a:cubicBezTo>
                    <a:pt x="154278" y="225443"/>
                    <a:pt x="148975" y="228365"/>
                    <a:pt x="144827" y="232372"/>
                  </a:cubicBezTo>
                  <a:cubicBezTo>
                    <a:pt x="142753" y="234399"/>
                    <a:pt x="141928" y="239207"/>
                    <a:pt x="142611" y="242294"/>
                  </a:cubicBezTo>
                  <a:cubicBezTo>
                    <a:pt x="144379" y="250519"/>
                    <a:pt x="142682" y="253371"/>
                    <a:pt x="134693" y="255304"/>
                  </a:cubicBezTo>
                  <a:cubicBezTo>
                    <a:pt x="129083" y="256671"/>
                    <a:pt x="123026" y="258344"/>
                    <a:pt x="118501" y="261714"/>
                  </a:cubicBezTo>
                  <a:cubicBezTo>
                    <a:pt x="82347" y="288676"/>
                    <a:pt x="51143" y="320706"/>
                    <a:pt x="23757" y="356482"/>
                  </a:cubicBezTo>
                  <a:cubicBezTo>
                    <a:pt x="20646" y="360536"/>
                    <a:pt x="18784" y="365556"/>
                    <a:pt x="16333" y="370128"/>
                  </a:cubicBezTo>
                  <a:cubicBezTo>
                    <a:pt x="17040" y="370741"/>
                    <a:pt x="17770" y="371377"/>
                    <a:pt x="18478" y="371990"/>
                  </a:cubicBezTo>
                  <a:cubicBezTo>
                    <a:pt x="22225" y="369515"/>
                    <a:pt x="26302" y="367418"/>
                    <a:pt x="29696" y="364542"/>
                  </a:cubicBezTo>
                  <a:cubicBezTo>
                    <a:pt x="58308" y="340126"/>
                    <a:pt x="86731" y="315450"/>
                    <a:pt x="115367" y="291057"/>
                  </a:cubicBezTo>
                  <a:cubicBezTo>
                    <a:pt x="138346" y="271495"/>
                    <a:pt x="161537" y="252122"/>
                    <a:pt x="184775" y="232843"/>
                  </a:cubicBezTo>
                  <a:cubicBezTo>
                    <a:pt x="189701" y="228742"/>
                    <a:pt x="196041" y="225348"/>
                    <a:pt x="201273" y="231288"/>
                  </a:cubicBezTo>
                  <a:cubicBezTo>
                    <a:pt x="205892" y="236520"/>
                    <a:pt x="201815" y="242506"/>
                    <a:pt x="198185" y="246560"/>
                  </a:cubicBezTo>
                  <a:cubicBezTo>
                    <a:pt x="188452" y="257378"/>
                    <a:pt x="178977" y="268761"/>
                    <a:pt x="167688" y="277788"/>
                  </a:cubicBezTo>
                  <a:cubicBezTo>
                    <a:pt x="128188" y="309416"/>
                    <a:pt x="89984" y="342459"/>
                    <a:pt x="55503" y="379508"/>
                  </a:cubicBezTo>
                  <a:cubicBezTo>
                    <a:pt x="38346" y="397962"/>
                    <a:pt x="22626" y="417760"/>
                    <a:pt x="6599" y="437251"/>
                  </a:cubicBezTo>
                  <a:cubicBezTo>
                    <a:pt x="3559" y="440951"/>
                    <a:pt x="2168" y="446018"/>
                    <a:pt x="0" y="450472"/>
                  </a:cubicBezTo>
                  <a:cubicBezTo>
                    <a:pt x="660" y="451062"/>
                    <a:pt x="1343" y="451674"/>
                    <a:pt x="2003" y="452263"/>
                  </a:cubicBezTo>
                  <a:cubicBezTo>
                    <a:pt x="5468" y="450590"/>
                    <a:pt x="9144" y="449247"/>
                    <a:pt x="12020" y="446890"/>
                  </a:cubicBezTo>
                  <a:close/>
                  <a:moveTo>
                    <a:pt x="522508" y="114248"/>
                  </a:moveTo>
                  <a:cubicBezTo>
                    <a:pt x="571342" y="111042"/>
                    <a:pt x="620198" y="107366"/>
                    <a:pt x="669103" y="105905"/>
                  </a:cubicBezTo>
                  <a:cubicBezTo>
                    <a:pt x="702428" y="104915"/>
                    <a:pt x="735966" y="106022"/>
                    <a:pt x="769197" y="108662"/>
                  </a:cubicBezTo>
                  <a:cubicBezTo>
                    <a:pt x="788429" y="110194"/>
                    <a:pt x="807354" y="116204"/>
                    <a:pt x="826232" y="120988"/>
                  </a:cubicBezTo>
                  <a:cubicBezTo>
                    <a:pt x="842447" y="125089"/>
                    <a:pt x="858403" y="130180"/>
                    <a:pt x="874406" y="135035"/>
                  </a:cubicBezTo>
                  <a:cubicBezTo>
                    <a:pt x="877187" y="135883"/>
                    <a:pt x="879803" y="137486"/>
                    <a:pt x="882325" y="138994"/>
                  </a:cubicBezTo>
                  <a:cubicBezTo>
                    <a:pt x="892435" y="145004"/>
                    <a:pt x="893449" y="150944"/>
                    <a:pt x="886166" y="160088"/>
                  </a:cubicBezTo>
                  <a:cubicBezTo>
                    <a:pt x="879190" y="168879"/>
                    <a:pt x="865733" y="172343"/>
                    <a:pt x="856918" y="161879"/>
                  </a:cubicBezTo>
                  <a:cubicBezTo>
                    <a:pt x="848622" y="152051"/>
                    <a:pt x="835165" y="150236"/>
                    <a:pt x="823145" y="148540"/>
                  </a:cubicBezTo>
                  <a:cubicBezTo>
                    <a:pt x="786520" y="143355"/>
                    <a:pt x="749824" y="137392"/>
                    <a:pt x="712963" y="135294"/>
                  </a:cubicBezTo>
                  <a:cubicBezTo>
                    <a:pt x="656659" y="132089"/>
                    <a:pt x="600189" y="131971"/>
                    <a:pt x="543790" y="130251"/>
                  </a:cubicBezTo>
                  <a:cubicBezTo>
                    <a:pt x="531959" y="129897"/>
                    <a:pt x="520128" y="128530"/>
                    <a:pt x="508344" y="127281"/>
                  </a:cubicBezTo>
                  <a:cubicBezTo>
                    <a:pt x="505091" y="126927"/>
                    <a:pt x="501980" y="125348"/>
                    <a:pt x="497243" y="123840"/>
                  </a:cubicBezTo>
                  <a:cubicBezTo>
                    <a:pt x="505233" y="115450"/>
                    <a:pt x="514212" y="114790"/>
                    <a:pt x="522508" y="114248"/>
                  </a:cubicBezTo>
                  <a:close/>
                  <a:moveTo>
                    <a:pt x="214188" y="222379"/>
                  </a:moveTo>
                  <a:cubicBezTo>
                    <a:pt x="222956" y="215615"/>
                    <a:pt x="231652" y="208544"/>
                    <a:pt x="241150" y="202959"/>
                  </a:cubicBezTo>
                  <a:cubicBezTo>
                    <a:pt x="275631" y="182690"/>
                    <a:pt x="311242" y="164707"/>
                    <a:pt x="349847" y="153489"/>
                  </a:cubicBezTo>
                  <a:cubicBezTo>
                    <a:pt x="356281" y="151627"/>
                    <a:pt x="363210" y="151415"/>
                    <a:pt x="369927" y="150449"/>
                  </a:cubicBezTo>
                  <a:cubicBezTo>
                    <a:pt x="370399" y="151344"/>
                    <a:pt x="370870" y="152216"/>
                    <a:pt x="371365" y="153112"/>
                  </a:cubicBezTo>
                  <a:cubicBezTo>
                    <a:pt x="367806" y="156435"/>
                    <a:pt x="364648" y="160465"/>
                    <a:pt x="360571" y="162963"/>
                  </a:cubicBezTo>
                  <a:cubicBezTo>
                    <a:pt x="344803" y="172626"/>
                    <a:pt x="329083" y="182431"/>
                    <a:pt x="312751" y="191033"/>
                  </a:cubicBezTo>
                  <a:cubicBezTo>
                    <a:pt x="283550" y="206447"/>
                    <a:pt x="253854" y="220894"/>
                    <a:pt x="222036" y="230345"/>
                  </a:cubicBezTo>
                  <a:cubicBezTo>
                    <a:pt x="218407" y="231429"/>
                    <a:pt x="214518" y="231618"/>
                    <a:pt x="210747" y="232207"/>
                  </a:cubicBezTo>
                  <a:cubicBezTo>
                    <a:pt x="210205" y="231382"/>
                    <a:pt x="209640" y="230581"/>
                    <a:pt x="209098" y="229756"/>
                  </a:cubicBezTo>
                  <a:cubicBezTo>
                    <a:pt x="210771" y="227234"/>
                    <a:pt x="211949" y="224123"/>
                    <a:pt x="214188" y="22237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2999" name="Google Shape;2999;p57"/>
            <p:cNvSpPr/>
            <p:nvPr/>
          </p:nvSpPr>
          <p:spPr>
            <a:xfrm>
              <a:off x="169229" y="2355877"/>
              <a:ext cx="1154991" cy="545553"/>
            </a:xfrm>
            <a:custGeom>
              <a:rect b="b" l="l" r="r" t="t"/>
              <a:pathLst>
                <a:path extrusionOk="0" h="545553" w="1154991">
                  <a:moveTo>
                    <a:pt x="21541" y="418383"/>
                  </a:moveTo>
                  <a:cubicBezTo>
                    <a:pt x="22083" y="410606"/>
                    <a:pt x="27032" y="407024"/>
                    <a:pt x="33584" y="405138"/>
                  </a:cubicBezTo>
                  <a:cubicBezTo>
                    <a:pt x="37331" y="404077"/>
                    <a:pt x="41338" y="403960"/>
                    <a:pt x="45227" y="403488"/>
                  </a:cubicBezTo>
                  <a:cubicBezTo>
                    <a:pt x="55832" y="402192"/>
                    <a:pt x="58778" y="397950"/>
                    <a:pt x="59415" y="387627"/>
                  </a:cubicBezTo>
                  <a:cubicBezTo>
                    <a:pt x="59792" y="381263"/>
                    <a:pt x="61748" y="374429"/>
                    <a:pt x="64906" y="368890"/>
                  </a:cubicBezTo>
                  <a:cubicBezTo>
                    <a:pt x="75818" y="349729"/>
                    <a:pt x="90831" y="333986"/>
                    <a:pt x="108625" y="320999"/>
                  </a:cubicBezTo>
                  <a:cubicBezTo>
                    <a:pt x="111760" y="318713"/>
                    <a:pt x="115389" y="316686"/>
                    <a:pt x="119090" y="315697"/>
                  </a:cubicBezTo>
                  <a:cubicBezTo>
                    <a:pt x="121729" y="314990"/>
                    <a:pt x="126207" y="315202"/>
                    <a:pt x="127456" y="316851"/>
                  </a:cubicBezTo>
                  <a:cubicBezTo>
                    <a:pt x="128776" y="318619"/>
                    <a:pt x="128399" y="323545"/>
                    <a:pt x="126796" y="325289"/>
                  </a:cubicBezTo>
                  <a:cubicBezTo>
                    <a:pt x="122342" y="330120"/>
                    <a:pt x="117133" y="334433"/>
                    <a:pt x="111713" y="338204"/>
                  </a:cubicBezTo>
                  <a:cubicBezTo>
                    <a:pt x="100824" y="345793"/>
                    <a:pt x="91043" y="354513"/>
                    <a:pt x="89441" y="368254"/>
                  </a:cubicBezTo>
                  <a:cubicBezTo>
                    <a:pt x="87673" y="383502"/>
                    <a:pt x="80791" y="395781"/>
                    <a:pt x="71387" y="407259"/>
                  </a:cubicBezTo>
                  <a:cubicBezTo>
                    <a:pt x="44496" y="440090"/>
                    <a:pt x="23921" y="476456"/>
                    <a:pt x="11147" y="516993"/>
                  </a:cubicBezTo>
                  <a:cubicBezTo>
                    <a:pt x="9403" y="522532"/>
                    <a:pt x="8366" y="528706"/>
                    <a:pt x="8884" y="534410"/>
                  </a:cubicBezTo>
                  <a:cubicBezTo>
                    <a:pt x="9262" y="538487"/>
                    <a:pt x="12373" y="545086"/>
                    <a:pt x="15036" y="545487"/>
                  </a:cubicBezTo>
                  <a:cubicBezTo>
                    <a:pt x="18760" y="546053"/>
                    <a:pt x="24581" y="542918"/>
                    <a:pt x="27008" y="539548"/>
                  </a:cubicBezTo>
                  <a:cubicBezTo>
                    <a:pt x="30779" y="534316"/>
                    <a:pt x="34150" y="527717"/>
                    <a:pt x="34668" y="521447"/>
                  </a:cubicBezTo>
                  <a:cubicBezTo>
                    <a:pt x="35823" y="507424"/>
                    <a:pt x="41149" y="495098"/>
                    <a:pt x="47395" y="483055"/>
                  </a:cubicBezTo>
                  <a:cubicBezTo>
                    <a:pt x="70586" y="438275"/>
                    <a:pt x="99881" y="397526"/>
                    <a:pt x="130827" y="357931"/>
                  </a:cubicBezTo>
                  <a:cubicBezTo>
                    <a:pt x="155102" y="326868"/>
                    <a:pt x="180037" y="296253"/>
                    <a:pt x="210723" y="271223"/>
                  </a:cubicBezTo>
                  <a:cubicBezTo>
                    <a:pt x="269596" y="223215"/>
                    <a:pt x="333773" y="183267"/>
                    <a:pt x="401296" y="148668"/>
                  </a:cubicBezTo>
                  <a:cubicBezTo>
                    <a:pt x="413716" y="142305"/>
                    <a:pt x="427268" y="138039"/>
                    <a:pt x="440631" y="133797"/>
                  </a:cubicBezTo>
                  <a:cubicBezTo>
                    <a:pt x="443766" y="132807"/>
                    <a:pt x="449634" y="134740"/>
                    <a:pt x="451614" y="137332"/>
                  </a:cubicBezTo>
                  <a:cubicBezTo>
                    <a:pt x="453523" y="139830"/>
                    <a:pt x="453122" y="145322"/>
                    <a:pt x="451850" y="148810"/>
                  </a:cubicBezTo>
                  <a:cubicBezTo>
                    <a:pt x="449516" y="155173"/>
                    <a:pt x="444049" y="158308"/>
                    <a:pt x="437355" y="160170"/>
                  </a:cubicBezTo>
                  <a:cubicBezTo>
                    <a:pt x="426726" y="163116"/>
                    <a:pt x="416120" y="166439"/>
                    <a:pt x="405986" y="170752"/>
                  </a:cubicBezTo>
                  <a:cubicBezTo>
                    <a:pt x="396252" y="174900"/>
                    <a:pt x="386684" y="179826"/>
                    <a:pt x="377893" y="185671"/>
                  </a:cubicBezTo>
                  <a:cubicBezTo>
                    <a:pt x="349469" y="204502"/>
                    <a:pt x="321447" y="223969"/>
                    <a:pt x="293188" y="243059"/>
                  </a:cubicBezTo>
                  <a:cubicBezTo>
                    <a:pt x="289370" y="245652"/>
                    <a:pt x="284115" y="250177"/>
                    <a:pt x="281145" y="249140"/>
                  </a:cubicBezTo>
                  <a:cubicBezTo>
                    <a:pt x="274758" y="246948"/>
                    <a:pt x="272024" y="250554"/>
                    <a:pt x="268654" y="253618"/>
                  </a:cubicBezTo>
                  <a:cubicBezTo>
                    <a:pt x="213410" y="303488"/>
                    <a:pt x="161913" y="357035"/>
                    <a:pt x="112679" y="412751"/>
                  </a:cubicBezTo>
                  <a:cubicBezTo>
                    <a:pt x="102898" y="423828"/>
                    <a:pt x="94531" y="436177"/>
                    <a:pt x="85882" y="448197"/>
                  </a:cubicBezTo>
                  <a:cubicBezTo>
                    <a:pt x="84232" y="450483"/>
                    <a:pt x="84044" y="453971"/>
                    <a:pt x="83714" y="456965"/>
                  </a:cubicBezTo>
                  <a:cubicBezTo>
                    <a:pt x="83360" y="459934"/>
                    <a:pt x="84704" y="463493"/>
                    <a:pt x="83478" y="465873"/>
                  </a:cubicBezTo>
                  <a:cubicBezTo>
                    <a:pt x="80768" y="471106"/>
                    <a:pt x="76525" y="475513"/>
                    <a:pt x="73674" y="480674"/>
                  </a:cubicBezTo>
                  <a:cubicBezTo>
                    <a:pt x="70492" y="486449"/>
                    <a:pt x="67452" y="492482"/>
                    <a:pt x="65778" y="498798"/>
                  </a:cubicBezTo>
                  <a:cubicBezTo>
                    <a:pt x="65024" y="501650"/>
                    <a:pt x="66815" y="506529"/>
                    <a:pt x="69125" y="508438"/>
                  </a:cubicBezTo>
                  <a:cubicBezTo>
                    <a:pt x="71034" y="509993"/>
                    <a:pt x="76266" y="509734"/>
                    <a:pt x="78576" y="508155"/>
                  </a:cubicBezTo>
                  <a:cubicBezTo>
                    <a:pt x="83124" y="505020"/>
                    <a:pt x="87225" y="500825"/>
                    <a:pt x="90548" y="496347"/>
                  </a:cubicBezTo>
                  <a:cubicBezTo>
                    <a:pt x="101296" y="481876"/>
                    <a:pt x="103393" y="481711"/>
                    <a:pt x="114635" y="496017"/>
                  </a:cubicBezTo>
                  <a:cubicBezTo>
                    <a:pt x="114942" y="496418"/>
                    <a:pt x="115224" y="496819"/>
                    <a:pt x="115554" y="497196"/>
                  </a:cubicBezTo>
                  <a:cubicBezTo>
                    <a:pt x="120386" y="502781"/>
                    <a:pt x="124227" y="502993"/>
                    <a:pt x="129035" y="497573"/>
                  </a:cubicBezTo>
                  <a:cubicBezTo>
                    <a:pt x="131157" y="495192"/>
                    <a:pt x="133231" y="492553"/>
                    <a:pt x="134503" y="489677"/>
                  </a:cubicBezTo>
                  <a:cubicBezTo>
                    <a:pt x="141126" y="474547"/>
                    <a:pt x="147607" y="459345"/>
                    <a:pt x="153829" y="444049"/>
                  </a:cubicBezTo>
                  <a:cubicBezTo>
                    <a:pt x="155102" y="440938"/>
                    <a:pt x="155055" y="437262"/>
                    <a:pt x="155620" y="433844"/>
                  </a:cubicBezTo>
                  <a:cubicBezTo>
                    <a:pt x="139570" y="445652"/>
                    <a:pt x="135658" y="466651"/>
                    <a:pt x="118335" y="477398"/>
                  </a:cubicBezTo>
                  <a:cubicBezTo>
                    <a:pt x="117133" y="473533"/>
                    <a:pt x="116285" y="469762"/>
                    <a:pt x="117275" y="466533"/>
                  </a:cubicBezTo>
                  <a:cubicBezTo>
                    <a:pt x="122177" y="450295"/>
                    <a:pt x="125830" y="433373"/>
                    <a:pt x="133160" y="418266"/>
                  </a:cubicBezTo>
                  <a:cubicBezTo>
                    <a:pt x="144496" y="394909"/>
                    <a:pt x="163092" y="376479"/>
                    <a:pt x="181357" y="358355"/>
                  </a:cubicBezTo>
                  <a:cubicBezTo>
                    <a:pt x="239288" y="300943"/>
                    <a:pt x="303464" y="251402"/>
                    <a:pt x="372920" y="208815"/>
                  </a:cubicBezTo>
                  <a:cubicBezTo>
                    <a:pt x="400518" y="191893"/>
                    <a:pt x="428989" y="176479"/>
                    <a:pt x="460523" y="167759"/>
                  </a:cubicBezTo>
                  <a:cubicBezTo>
                    <a:pt x="467876" y="165732"/>
                    <a:pt x="475300" y="163729"/>
                    <a:pt x="482300" y="160759"/>
                  </a:cubicBezTo>
                  <a:cubicBezTo>
                    <a:pt x="489182" y="157860"/>
                    <a:pt x="489253" y="153971"/>
                    <a:pt x="483290" y="149234"/>
                  </a:cubicBezTo>
                  <a:cubicBezTo>
                    <a:pt x="479613" y="146312"/>
                    <a:pt x="475607" y="143766"/>
                    <a:pt x="472166" y="140608"/>
                  </a:cubicBezTo>
                  <a:cubicBezTo>
                    <a:pt x="467923" y="136696"/>
                    <a:pt x="466509" y="131652"/>
                    <a:pt x="469927" y="126585"/>
                  </a:cubicBezTo>
                  <a:cubicBezTo>
                    <a:pt x="478411" y="114000"/>
                    <a:pt x="488828" y="107306"/>
                    <a:pt x="502451" y="121306"/>
                  </a:cubicBezTo>
                  <a:cubicBezTo>
                    <a:pt x="506080" y="125030"/>
                    <a:pt x="509191" y="129295"/>
                    <a:pt x="513104" y="132689"/>
                  </a:cubicBezTo>
                  <a:cubicBezTo>
                    <a:pt x="517912" y="136884"/>
                    <a:pt x="522908" y="141150"/>
                    <a:pt x="528494" y="144096"/>
                  </a:cubicBezTo>
                  <a:cubicBezTo>
                    <a:pt x="538180" y="149234"/>
                    <a:pt x="546052" y="145063"/>
                    <a:pt x="546641" y="133962"/>
                  </a:cubicBezTo>
                  <a:cubicBezTo>
                    <a:pt x="547348" y="120222"/>
                    <a:pt x="554914" y="113128"/>
                    <a:pt x="567146" y="110582"/>
                  </a:cubicBezTo>
                  <a:cubicBezTo>
                    <a:pt x="581357" y="107636"/>
                    <a:pt x="595757" y="104478"/>
                    <a:pt x="610181" y="103912"/>
                  </a:cubicBezTo>
                  <a:cubicBezTo>
                    <a:pt x="629908" y="103135"/>
                    <a:pt x="649729" y="104502"/>
                    <a:pt x="669503" y="105374"/>
                  </a:cubicBezTo>
                  <a:cubicBezTo>
                    <a:pt x="680038" y="105845"/>
                    <a:pt x="689583" y="103465"/>
                    <a:pt x="695970" y="95051"/>
                  </a:cubicBezTo>
                  <a:cubicBezTo>
                    <a:pt x="699057" y="90950"/>
                    <a:pt x="699363" y="84751"/>
                    <a:pt x="700919" y="79496"/>
                  </a:cubicBezTo>
                  <a:cubicBezTo>
                    <a:pt x="696323" y="78341"/>
                    <a:pt x="691586" y="75795"/>
                    <a:pt x="687179" y="76290"/>
                  </a:cubicBezTo>
                  <a:cubicBezTo>
                    <a:pt x="671247" y="78058"/>
                    <a:pt x="655432" y="80792"/>
                    <a:pt x="639594" y="83219"/>
                  </a:cubicBezTo>
                  <a:cubicBezTo>
                    <a:pt x="622036" y="85906"/>
                    <a:pt x="604525" y="88805"/>
                    <a:pt x="586943" y="91327"/>
                  </a:cubicBezTo>
                  <a:cubicBezTo>
                    <a:pt x="582182" y="92010"/>
                    <a:pt x="577115" y="91657"/>
                    <a:pt x="575489" y="85741"/>
                  </a:cubicBezTo>
                  <a:cubicBezTo>
                    <a:pt x="573768" y="79496"/>
                    <a:pt x="574758" y="73486"/>
                    <a:pt x="580886" y="70280"/>
                  </a:cubicBezTo>
                  <a:cubicBezTo>
                    <a:pt x="585128" y="68089"/>
                    <a:pt x="590078" y="66627"/>
                    <a:pt x="594838" y="66227"/>
                  </a:cubicBezTo>
                  <a:cubicBezTo>
                    <a:pt x="607565" y="65119"/>
                    <a:pt x="611713" y="62055"/>
                    <a:pt x="615413" y="49540"/>
                  </a:cubicBezTo>
                  <a:cubicBezTo>
                    <a:pt x="617134" y="43719"/>
                    <a:pt x="621093" y="43059"/>
                    <a:pt x="626490" y="44497"/>
                  </a:cubicBezTo>
                  <a:cubicBezTo>
                    <a:pt x="641456" y="48433"/>
                    <a:pt x="656328" y="53029"/>
                    <a:pt x="671553" y="55527"/>
                  </a:cubicBezTo>
                  <a:cubicBezTo>
                    <a:pt x="695663" y="59510"/>
                    <a:pt x="720127" y="61348"/>
                    <a:pt x="744261" y="65284"/>
                  </a:cubicBezTo>
                  <a:cubicBezTo>
                    <a:pt x="798680" y="74146"/>
                    <a:pt x="851614" y="88970"/>
                    <a:pt x="903417" y="107801"/>
                  </a:cubicBezTo>
                  <a:cubicBezTo>
                    <a:pt x="969597" y="131841"/>
                    <a:pt x="1033161" y="161018"/>
                    <a:pt x="1090361" y="202875"/>
                  </a:cubicBezTo>
                  <a:cubicBezTo>
                    <a:pt x="1098044" y="208485"/>
                    <a:pt x="1106859" y="212774"/>
                    <a:pt x="1115626" y="216592"/>
                  </a:cubicBezTo>
                  <a:cubicBezTo>
                    <a:pt x="1124323" y="220363"/>
                    <a:pt x="1132996" y="218501"/>
                    <a:pt x="1139171" y="211124"/>
                  </a:cubicBezTo>
                  <a:cubicBezTo>
                    <a:pt x="1144356" y="204926"/>
                    <a:pt x="1148645" y="197926"/>
                    <a:pt x="1152793" y="190950"/>
                  </a:cubicBezTo>
                  <a:cubicBezTo>
                    <a:pt x="1156116" y="185341"/>
                    <a:pt x="1155692" y="179142"/>
                    <a:pt x="1151379" y="174287"/>
                  </a:cubicBezTo>
                  <a:cubicBezTo>
                    <a:pt x="1141575" y="163210"/>
                    <a:pt x="1131817" y="151992"/>
                    <a:pt x="1121070" y="141881"/>
                  </a:cubicBezTo>
                  <a:cubicBezTo>
                    <a:pt x="1110818" y="132241"/>
                    <a:pt x="1099529" y="123615"/>
                    <a:pt x="1085341" y="120151"/>
                  </a:cubicBezTo>
                  <a:cubicBezTo>
                    <a:pt x="1078459" y="118454"/>
                    <a:pt x="1077021" y="115673"/>
                    <a:pt x="1079732" y="109074"/>
                  </a:cubicBezTo>
                  <a:cubicBezTo>
                    <a:pt x="1083691" y="99505"/>
                    <a:pt x="1091893" y="96701"/>
                    <a:pt x="1102357" y="100306"/>
                  </a:cubicBezTo>
                  <a:cubicBezTo>
                    <a:pt x="1105444" y="101367"/>
                    <a:pt x="1110629" y="101202"/>
                    <a:pt x="1112751" y="99269"/>
                  </a:cubicBezTo>
                  <a:cubicBezTo>
                    <a:pt x="1116498" y="95852"/>
                    <a:pt x="1114188" y="91539"/>
                    <a:pt x="1110771" y="88381"/>
                  </a:cubicBezTo>
                  <a:cubicBezTo>
                    <a:pt x="1107872" y="85694"/>
                    <a:pt x="1105067" y="82842"/>
                    <a:pt x="1101862" y="80556"/>
                  </a:cubicBezTo>
                  <a:cubicBezTo>
                    <a:pt x="1068489" y="56469"/>
                    <a:pt x="1031582" y="39524"/>
                    <a:pt x="992670" y="26774"/>
                  </a:cubicBezTo>
                  <a:cubicBezTo>
                    <a:pt x="988876" y="25524"/>
                    <a:pt x="984634" y="25666"/>
                    <a:pt x="980603" y="25171"/>
                  </a:cubicBezTo>
                  <a:cubicBezTo>
                    <a:pt x="980179" y="25925"/>
                    <a:pt x="979731" y="26679"/>
                    <a:pt x="979307" y="27433"/>
                  </a:cubicBezTo>
                  <a:cubicBezTo>
                    <a:pt x="982560" y="30474"/>
                    <a:pt x="985388" y="34292"/>
                    <a:pt x="989159" y="36413"/>
                  </a:cubicBezTo>
                  <a:cubicBezTo>
                    <a:pt x="1006387" y="46076"/>
                    <a:pt x="1024040" y="54938"/>
                    <a:pt x="1041197" y="64695"/>
                  </a:cubicBezTo>
                  <a:cubicBezTo>
                    <a:pt x="1051874" y="70775"/>
                    <a:pt x="1062197" y="77610"/>
                    <a:pt x="1072143" y="84822"/>
                  </a:cubicBezTo>
                  <a:cubicBezTo>
                    <a:pt x="1074829" y="86778"/>
                    <a:pt x="1075536" y="91421"/>
                    <a:pt x="1077163" y="94839"/>
                  </a:cubicBezTo>
                  <a:cubicBezTo>
                    <a:pt x="1073627" y="96182"/>
                    <a:pt x="1069715" y="99246"/>
                    <a:pt x="1066604" y="98562"/>
                  </a:cubicBezTo>
                  <a:cubicBezTo>
                    <a:pt x="1054184" y="95899"/>
                    <a:pt x="1041504" y="93283"/>
                    <a:pt x="1029837" y="88428"/>
                  </a:cubicBezTo>
                  <a:cubicBezTo>
                    <a:pt x="1008461" y="79566"/>
                    <a:pt x="988216" y="67947"/>
                    <a:pt x="964577" y="65402"/>
                  </a:cubicBezTo>
                  <a:cubicBezTo>
                    <a:pt x="959086" y="64813"/>
                    <a:pt x="953665" y="62008"/>
                    <a:pt x="952793" y="55715"/>
                  </a:cubicBezTo>
                  <a:cubicBezTo>
                    <a:pt x="951614" y="47207"/>
                    <a:pt x="945652" y="44285"/>
                    <a:pt x="938746" y="42517"/>
                  </a:cubicBezTo>
                  <a:cubicBezTo>
                    <a:pt x="932548" y="40938"/>
                    <a:pt x="926114" y="40302"/>
                    <a:pt x="919821" y="39005"/>
                  </a:cubicBezTo>
                  <a:cubicBezTo>
                    <a:pt x="858944" y="26467"/>
                    <a:pt x="798822" y="10181"/>
                    <a:pt x="736955" y="2852"/>
                  </a:cubicBezTo>
                  <a:cubicBezTo>
                    <a:pt x="723898" y="1320"/>
                    <a:pt x="710700" y="919"/>
                    <a:pt x="697572" y="0"/>
                  </a:cubicBezTo>
                  <a:cubicBezTo>
                    <a:pt x="697337" y="1013"/>
                    <a:pt x="697101" y="2027"/>
                    <a:pt x="696865" y="3040"/>
                  </a:cubicBezTo>
                  <a:cubicBezTo>
                    <a:pt x="702357" y="5209"/>
                    <a:pt x="707683" y="7990"/>
                    <a:pt x="713339" y="9427"/>
                  </a:cubicBezTo>
                  <a:cubicBezTo>
                    <a:pt x="744402" y="17323"/>
                    <a:pt x="775725" y="24205"/>
                    <a:pt x="806599" y="32736"/>
                  </a:cubicBezTo>
                  <a:cubicBezTo>
                    <a:pt x="897007" y="57719"/>
                    <a:pt x="983927" y="92010"/>
                    <a:pt x="1068112" y="133161"/>
                  </a:cubicBezTo>
                  <a:cubicBezTo>
                    <a:pt x="1088240" y="142989"/>
                    <a:pt x="1107471" y="154891"/>
                    <a:pt x="1126232" y="167170"/>
                  </a:cubicBezTo>
                  <a:cubicBezTo>
                    <a:pt x="1132571" y="171318"/>
                    <a:pt x="1137144" y="179095"/>
                    <a:pt x="1140820" y="186095"/>
                  </a:cubicBezTo>
                  <a:cubicBezTo>
                    <a:pt x="1144143" y="192411"/>
                    <a:pt x="1140891" y="196111"/>
                    <a:pt x="1133773" y="195569"/>
                  </a:cubicBezTo>
                  <a:cubicBezTo>
                    <a:pt x="1129908" y="195263"/>
                    <a:pt x="1125737" y="194650"/>
                    <a:pt x="1122343" y="192906"/>
                  </a:cubicBezTo>
                  <a:cubicBezTo>
                    <a:pt x="1103512" y="183172"/>
                    <a:pt x="1084351" y="173886"/>
                    <a:pt x="1066250" y="162880"/>
                  </a:cubicBezTo>
                  <a:cubicBezTo>
                    <a:pt x="1029696" y="140702"/>
                    <a:pt x="993967" y="116804"/>
                    <a:pt x="954348" y="100495"/>
                  </a:cubicBezTo>
                  <a:cubicBezTo>
                    <a:pt x="906316" y="80698"/>
                    <a:pt x="855739" y="68843"/>
                    <a:pt x="804902" y="58873"/>
                  </a:cubicBezTo>
                  <a:cubicBezTo>
                    <a:pt x="760853" y="50224"/>
                    <a:pt x="716498" y="43153"/>
                    <a:pt x="672142" y="36248"/>
                  </a:cubicBezTo>
                  <a:cubicBezTo>
                    <a:pt x="634457" y="30379"/>
                    <a:pt x="596465" y="27292"/>
                    <a:pt x="558237" y="29060"/>
                  </a:cubicBezTo>
                  <a:cubicBezTo>
                    <a:pt x="550671" y="29413"/>
                    <a:pt x="542917" y="30639"/>
                    <a:pt x="535753" y="33019"/>
                  </a:cubicBezTo>
                  <a:cubicBezTo>
                    <a:pt x="532359" y="34150"/>
                    <a:pt x="530167" y="38935"/>
                    <a:pt x="527433" y="42069"/>
                  </a:cubicBezTo>
                  <a:cubicBezTo>
                    <a:pt x="530921" y="43625"/>
                    <a:pt x="534527" y="46759"/>
                    <a:pt x="537874" y="46477"/>
                  </a:cubicBezTo>
                  <a:cubicBezTo>
                    <a:pt x="550884" y="45416"/>
                    <a:pt x="563775" y="42941"/>
                    <a:pt x="576785" y="41716"/>
                  </a:cubicBezTo>
                  <a:cubicBezTo>
                    <a:pt x="584563" y="40985"/>
                    <a:pt x="592481" y="41574"/>
                    <a:pt x="600330" y="41574"/>
                  </a:cubicBezTo>
                  <a:cubicBezTo>
                    <a:pt x="599269" y="44709"/>
                    <a:pt x="597879" y="46594"/>
                    <a:pt x="596040" y="47301"/>
                  </a:cubicBezTo>
                  <a:cubicBezTo>
                    <a:pt x="587108" y="50766"/>
                    <a:pt x="578246" y="54773"/>
                    <a:pt x="568984" y="57059"/>
                  </a:cubicBezTo>
                  <a:cubicBezTo>
                    <a:pt x="543153" y="63469"/>
                    <a:pt x="516875" y="68207"/>
                    <a:pt x="491256" y="75348"/>
                  </a:cubicBezTo>
                  <a:cubicBezTo>
                    <a:pt x="470681" y="81098"/>
                    <a:pt x="450718" y="89182"/>
                    <a:pt x="430662" y="96701"/>
                  </a:cubicBezTo>
                  <a:cubicBezTo>
                    <a:pt x="424676" y="98939"/>
                    <a:pt x="419231" y="102215"/>
                    <a:pt x="420150" y="110724"/>
                  </a:cubicBezTo>
                  <a:cubicBezTo>
                    <a:pt x="420433" y="113340"/>
                    <a:pt x="417322" y="117016"/>
                    <a:pt x="414824" y="119090"/>
                  </a:cubicBezTo>
                  <a:cubicBezTo>
                    <a:pt x="409333" y="123639"/>
                    <a:pt x="403535" y="128023"/>
                    <a:pt x="397336" y="131511"/>
                  </a:cubicBezTo>
                  <a:cubicBezTo>
                    <a:pt x="367499" y="148244"/>
                    <a:pt x="336130" y="159911"/>
                    <a:pt x="301414" y="161513"/>
                  </a:cubicBezTo>
                  <a:cubicBezTo>
                    <a:pt x="291774" y="161961"/>
                    <a:pt x="282465" y="165261"/>
                    <a:pt x="277845" y="175536"/>
                  </a:cubicBezTo>
                  <a:cubicBezTo>
                    <a:pt x="275159" y="181523"/>
                    <a:pt x="272825" y="187980"/>
                    <a:pt x="268842" y="193047"/>
                  </a:cubicBezTo>
                  <a:cubicBezTo>
                    <a:pt x="242870" y="225949"/>
                    <a:pt x="210912" y="252628"/>
                    <a:pt x="178081" y="278270"/>
                  </a:cubicBezTo>
                  <a:cubicBezTo>
                    <a:pt x="167405" y="286613"/>
                    <a:pt x="155668" y="293637"/>
                    <a:pt x="144001" y="300589"/>
                  </a:cubicBezTo>
                  <a:cubicBezTo>
                    <a:pt x="140914" y="302428"/>
                    <a:pt x="136342" y="301744"/>
                    <a:pt x="132429" y="302239"/>
                  </a:cubicBezTo>
                  <a:cubicBezTo>
                    <a:pt x="133160" y="298162"/>
                    <a:pt x="132688" y="293165"/>
                    <a:pt x="134904" y="290172"/>
                  </a:cubicBezTo>
                  <a:cubicBezTo>
                    <a:pt x="140277" y="282866"/>
                    <a:pt x="146335" y="275843"/>
                    <a:pt x="153099" y="269833"/>
                  </a:cubicBezTo>
                  <a:cubicBezTo>
                    <a:pt x="175465" y="249894"/>
                    <a:pt x="199057" y="231299"/>
                    <a:pt x="220645" y="210559"/>
                  </a:cubicBezTo>
                  <a:cubicBezTo>
                    <a:pt x="243271" y="188805"/>
                    <a:pt x="264223" y="165284"/>
                    <a:pt x="285599" y="142258"/>
                  </a:cubicBezTo>
                  <a:cubicBezTo>
                    <a:pt x="288404" y="139241"/>
                    <a:pt x="290148" y="134645"/>
                    <a:pt x="290949" y="130521"/>
                  </a:cubicBezTo>
                  <a:cubicBezTo>
                    <a:pt x="291468" y="127834"/>
                    <a:pt x="290266" y="123285"/>
                    <a:pt x="288263" y="122060"/>
                  </a:cubicBezTo>
                  <a:cubicBezTo>
                    <a:pt x="286377" y="120882"/>
                    <a:pt x="281899" y="122107"/>
                    <a:pt x="279613" y="123757"/>
                  </a:cubicBezTo>
                  <a:cubicBezTo>
                    <a:pt x="273415" y="128211"/>
                    <a:pt x="267782" y="133491"/>
                    <a:pt x="261913" y="138393"/>
                  </a:cubicBezTo>
                  <a:cubicBezTo>
                    <a:pt x="256045" y="143295"/>
                    <a:pt x="250435" y="148598"/>
                    <a:pt x="244166" y="152934"/>
                  </a:cubicBezTo>
                  <a:cubicBezTo>
                    <a:pt x="238557" y="156823"/>
                    <a:pt x="231439" y="157978"/>
                    <a:pt x="226160" y="153194"/>
                  </a:cubicBezTo>
                  <a:cubicBezTo>
                    <a:pt x="216214" y="144190"/>
                    <a:pt x="206740" y="146736"/>
                    <a:pt x="198161" y="153759"/>
                  </a:cubicBezTo>
                  <a:cubicBezTo>
                    <a:pt x="177727" y="170516"/>
                    <a:pt x="157317" y="187415"/>
                    <a:pt x="137921" y="205350"/>
                  </a:cubicBezTo>
                  <a:cubicBezTo>
                    <a:pt x="101555" y="238982"/>
                    <a:pt x="66108" y="273580"/>
                    <a:pt x="29860" y="307353"/>
                  </a:cubicBezTo>
                  <a:cubicBezTo>
                    <a:pt x="22342" y="314377"/>
                    <a:pt x="13056" y="319491"/>
                    <a:pt x="4642" y="325548"/>
                  </a:cubicBezTo>
                  <a:cubicBezTo>
                    <a:pt x="-1768" y="330168"/>
                    <a:pt x="-1509" y="332901"/>
                    <a:pt x="5231" y="336790"/>
                  </a:cubicBezTo>
                  <a:cubicBezTo>
                    <a:pt x="11595" y="340443"/>
                    <a:pt x="17982" y="340962"/>
                    <a:pt x="24157" y="336932"/>
                  </a:cubicBezTo>
                  <a:cubicBezTo>
                    <a:pt x="32641" y="331417"/>
                    <a:pt x="41833" y="326514"/>
                    <a:pt x="49021" y="319585"/>
                  </a:cubicBezTo>
                  <a:cubicBezTo>
                    <a:pt x="73249" y="296206"/>
                    <a:pt x="96323" y="271648"/>
                    <a:pt x="120598" y="248339"/>
                  </a:cubicBezTo>
                  <a:cubicBezTo>
                    <a:pt x="141809" y="227976"/>
                    <a:pt x="163893" y="208508"/>
                    <a:pt x="185929" y="189017"/>
                  </a:cubicBezTo>
                  <a:cubicBezTo>
                    <a:pt x="191727" y="183879"/>
                    <a:pt x="198727" y="180226"/>
                    <a:pt x="207070" y="185765"/>
                  </a:cubicBezTo>
                  <a:cubicBezTo>
                    <a:pt x="207565" y="185176"/>
                    <a:pt x="208036" y="184610"/>
                    <a:pt x="208531" y="184021"/>
                  </a:cubicBezTo>
                  <a:cubicBezTo>
                    <a:pt x="206740" y="179849"/>
                    <a:pt x="204949" y="175678"/>
                    <a:pt x="203134" y="171530"/>
                  </a:cubicBezTo>
                  <a:cubicBezTo>
                    <a:pt x="201249" y="167287"/>
                    <a:pt x="201696" y="162597"/>
                    <a:pt x="206151" y="161702"/>
                  </a:cubicBezTo>
                  <a:cubicBezTo>
                    <a:pt x="210794" y="160783"/>
                    <a:pt x="216238" y="161914"/>
                    <a:pt x="220739" y="163705"/>
                  </a:cubicBezTo>
                  <a:cubicBezTo>
                    <a:pt x="221753" y="164106"/>
                    <a:pt x="220787" y="171035"/>
                    <a:pt x="219726" y="174664"/>
                  </a:cubicBezTo>
                  <a:cubicBezTo>
                    <a:pt x="218925" y="177351"/>
                    <a:pt x="216780" y="179826"/>
                    <a:pt x="214777" y="181970"/>
                  </a:cubicBezTo>
                  <a:cubicBezTo>
                    <a:pt x="199269" y="198633"/>
                    <a:pt x="184232" y="215814"/>
                    <a:pt x="167923" y="231699"/>
                  </a:cubicBezTo>
                  <a:cubicBezTo>
                    <a:pt x="123002" y="275442"/>
                    <a:pt x="77916" y="318996"/>
                    <a:pt x="39028" y="368372"/>
                  </a:cubicBezTo>
                  <a:cubicBezTo>
                    <a:pt x="26702" y="384021"/>
                    <a:pt x="16143" y="401131"/>
                    <a:pt x="5420" y="417983"/>
                  </a:cubicBezTo>
                  <a:cubicBezTo>
                    <a:pt x="3558" y="420929"/>
                    <a:pt x="4878" y="425902"/>
                    <a:pt x="4736" y="429932"/>
                  </a:cubicBezTo>
                  <a:cubicBezTo>
                    <a:pt x="9379" y="428306"/>
                    <a:pt x="14258" y="427127"/>
                    <a:pt x="18571" y="424841"/>
                  </a:cubicBezTo>
                  <a:cubicBezTo>
                    <a:pt x="20197" y="423946"/>
                    <a:pt x="21376" y="420670"/>
                    <a:pt x="21541" y="418383"/>
                  </a:cubicBezTo>
                  <a:close/>
                  <a:moveTo>
                    <a:pt x="498161" y="87203"/>
                  </a:moveTo>
                  <a:cubicBezTo>
                    <a:pt x="508319" y="78694"/>
                    <a:pt x="545015" y="76691"/>
                    <a:pt x="557954" y="84304"/>
                  </a:cubicBezTo>
                  <a:cubicBezTo>
                    <a:pt x="546712" y="95828"/>
                    <a:pt x="533632" y="102192"/>
                    <a:pt x="518831" y="104784"/>
                  </a:cubicBezTo>
                  <a:cubicBezTo>
                    <a:pt x="513410" y="105727"/>
                    <a:pt x="507329" y="105680"/>
                    <a:pt x="502144" y="104101"/>
                  </a:cubicBezTo>
                  <a:cubicBezTo>
                    <a:pt x="498916" y="103111"/>
                    <a:pt x="495922" y="98704"/>
                    <a:pt x="494650" y="95192"/>
                  </a:cubicBezTo>
                  <a:cubicBezTo>
                    <a:pt x="493895" y="93142"/>
                    <a:pt x="496064" y="88947"/>
                    <a:pt x="498161" y="8720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00" name="Google Shape;3000;p57"/>
            <p:cNvSpPr/>
            <p:nvPr/>
          </p:nvSpPr>
          <p:spPr>
            <a:xfrm>
              <a:off x="437812" y="2880888"/>
              <a:ext cx="459214" cy="631201"/>
            </a:xfrm>
            <a:custGeom>
              <a:rect b="b" l="l" r="r" t="t"/>
              <a:pathLst>
                <a:path extrusionOk="0" h="631201" w="459214">
                  <a:moveTo>
                    <a:pt x="119444" y="78172"/>
                  </a:moveTo>
                  <a:cubicBezTo>
                    <a:pt x="124488" y="60284"/>
                    <a:pt x="132595" y="43762"/>
                    <a:pt x="147066" y="30776"/>
                  </a:cubicBezTo>
                  <a:cubicBezTo>
                    <a:pt x="151874" y="26463"/>
                    <a:pt x="154844" y="19298"/>
                    <a:pt x="156706" y="12888"/>
                  </a:cubicBezTo>
                  <a:cubicBezTo>
                    <a:pt x="157625" y="9753"/>
                    <a:pt x="155103" y="4144"/>
                    <a:pt x="152322" y="1787"/>
                  </a:cubicBezTo>
                  <a:cubicBezTo>
                    <a:pt x="148339" y="-1583"/>
                    <a:pt x="143460" y="67"/>
                    <a:pt x="140231" y="4615"/>
                  </a:cubicBezTo>
                  <a:cubicBezTo>
                    <a:pt x="137804" y="8033"/>
                    <a:pt x="134811" y="11191"/>
                    <a:pt x="132972" y="14915"/>
                  </a:cubicBezTo>
                  <a:cubicBezTo>
                    <a:pt x="119256" y="42513"/>
                    <a:pt x="105068" y="69947"/>
                    <a:pt x="92388" y="98016"/>
                  </a:cubicBezTo>
                  <a:cubicBezTo>
                    <a:pt x="83267" y="118191"/>
                    <a:pt x="75183" y="138907"/>
                    <a:pt x="72190" y="161274"/>
                  </a:cubicBezTo>
                  <a:cubicBezTo>
                    <a:pt x="71695" y="165044"/>
                    <a:pt x="66793" y="169499"/>
                    <a:pt x="62880" y="171196"/>
                  </a:cubicBezTo>
                  <a:cubicBezTo>
                    <a:pt x="58992" y="172893"/>
                    <a:pt x="53689" y="172068"/>
                    <a:pt x="49164" y="171408"/>
                  </a:cubicBezTo>
                  <a:cubicBezTo>
                    <a:pt x="33255" y="169004"/>
                    <a:pt x="28282" y="171266"/>
                    <a:pt x="23639" y="187081"/>
                  </a:cubicBezTo>
                  <a:cubicBezTo>
                    <a:pt x="18077" y="205982"/>
                    <a:pt x="13434" y="225167"/>
                    <a:pt x="9192" y="244422"/>
                  </a:cubicBezTo>
                  <a:cubicBezTo>
                    <a:pt x="5586" y="260779"/>
                    <a:pt x="2758" y="277347"/>
                    <a:pt x="283" y="293939"/>
                  </a:cubicBezTo>
                  <a:cubicBezTo>
                    <a:pt x="-660" y="300350"/>
                    <a:pt x="472" y="307279"/>
                    <a:pt x="7990" y="309777"/>
                  </a:cubicBezTo>
                  <a:cubicBezTo>
                    <a:pt x="13151" y="311497"/>
                    <a:pt x="18737" y="306383"/>
                    <a:pt x="20505" y="296862"/>
                  </a:cubicBezTo>
                  <a:cubicBezTo>
                    <a:pt x="22461" y="286232"/>
                    <a:pt x="22249" y="275202"/>
                    <a:pt x="23969" y="264502"/>
                  </a:cubicBezTo>
                  <a:cubicBezTo>
                    <a:pt x="26585" y="248240"/>
                    <a:pt x="29084" y="231860"/>
                    <a:pt x="33538" y="216046"/>
                  </a:cubicBezTo>
                  <a:cubicBezTo>
                    <a:pt x="35777" y="208104"/>
                    <a:pt x="41245" y="200538"/>
                    <a:pt x="46878" y="194222"/>
                  </a:cubicBezTo>
                  <a:cubicBezTo>
                    <a:pt x="53948" y="186303"/>
                    <a:pt x="67830" y="187741"/>
                    <a:pt x="73816" y="195660"/>
                  </a:cubicBezTo>
                  <a:cubicBezTo>
                    <a:pt x="79590" y="203319"/>
                    <a:pt x="76809" y="211332"/>
                    <a:pt x="66204" y="218002"/>
                  </a:cubicBezTo>
                  <a:cubicBezTo>
                    <a:pt x="64153" y="219299"/>
                    <a:pt x="61985" y="220854"/>
                    <a:pt x="60712" y="222834"/>
                  </a:cubicBezTo>
                  <a:cubicBezTo>
                    <a:pt x="48692" y="241806"/>
                    <a:pt x="42235" y="262570"/>
                    <a:pt x="41858" y="285054"/>
                  </a:cubicBezTo>
                  <a:cubicBezTo>
                    <a:pt x="41740" y="291653"/>
                    <a:pt x="45628" y="296107"/>
                    <a:pt x="52251" y="296320"/>
                  </a:cubicBezTo>
                  <a:cubicBezTo>
                    <a:pt x="64624" y="296744"/>
                    <a:pt x="73840" y="302919"/>
                    <a:pt x="79779" y="312700"/>
                  </a:cubicBezTo>
                  <a:cubicBezTo>
                    <a:pt x="86119" y="323117"/>
                    <a:pt x="91280" y="334477"/>
                    <a:pt x="95546" y="345931"/>
                  </a:cubicBezTo>
                  <a:cubicBezTo>
                    <a:pt x="100990" y="360543"/>
                    <a:pt x="104384" y="375815"/>
                    <a:pt x="102664" y="391677"/>
                  </a:cubicBezTo>
                  <a:cubicBezTo>
                    <a:pt x="101980" y="398064"/>
                    <a:pt x="99270" y="403437"/>
                    <a:pt x="92529" y="404733"/>
                  </a:cubicBezTo>
                  <a:cubicBezTo>
                    <a:pt x="85412" y="406100"/>
                    <a:pt x="81664" y="401128"/>
                    <a:pt x="79095" y="395424"/>
                  </a:cubicBezTo>
                  <a:cubicBezTo>
                    <a:pt x="78011" y="393020"/>
                    <a:pt x="77799" y="390192"/>
                    <a:pt x="77210" y="387576"/>
                  </a:cubicBezTo>
                  <a:cubicBezTo>
                    <a:pt x="75890" y="381849"/>
                    <a:pt x="75207" y="375862"/>
                    <a:pt x="72968" y="370536"/>
                  </a:cubicBezTo>
                  <a:cubicBezTo>
                    <a:pt x="71907" y="368014"/>
                    <a:pt x="67735" y="365139"/>
                    <a:pt x="65237" y="365375"/>
                  </a:cubicBezTo>
                  <a:cubicBezTo>
                    <a:pt x="63116" y="365563"/>
                    <a:pt x="60288" y="369782"/>
                    <a:pt x="59722" y="372610"/>
                  </a:cubicBezTo>
                  <a:cubicBezTo>
                    <a:pt x="56753" y="387387"/>
                    <a:pt x="60170" y="401528"/>
                    <a:pt x="65237" y="415339"/>
                  </a:cubicBezTo>
                  <a:cubicBezTo>
                    <a:pt x="72614" y="435396"/>
                    <a:pt x="85624" y="436268"/>
                    <a:pt x="95617" y="420218"/>
                  </a:cubicBezTo>
                  <a:cubicBezTo>
                    <a:pt x="98963" y="414868"/>
                    <a:pt x="103064" y="414467"/>
                    <a:pt x="107047" y="418615"/>
                  </a:cubicBezTo>
                  <a:cubicBezTo>
                    <a:pt x="113364" y="425167"/>
                    <a:pt x="120081" y="431648"/>
                    <a:pt x="124936" y="439237"/>
                  </a:cubicBezTo>
                  <a:cubicBezTo>
                    <a:pt x="136649" y="457550"/>
                    <a:pt x="147160" y="476617"/>
                    <a:pt x="158520" y="495165"/>
                  </a:cubicBezTo>
                  <a:cubicBezTo>
                    <a:pt x="182041" y="533581"/>
                    <a:pt x="210795" y="567331"/>
                    <a:pt x="252558" y="586280"/>
                  </a:cubicBezTo>
                  <a:cubicBezTo>
                    <a:pt x="287533" y="602141"/>
                    <a:pt x="323616" y="615716"/>
                    <a:pt x="359746" y="628867"/>
                  </a:cubicBezTo>
                  <a:cubicBezTo>
                    <a:pt x="379237" y="635962"/>
                    <a:pt x="402263" y="626181"/>
                    <a:pt x="412704" y="609070"/>
                  </a:cubicBezTo>
                  <a:cubicBezTo>
                    <a:pt x="406741" y="606548"/>
                    <a:pt x="408650" y="602612"/>
                    <a:pt x="411384" y="599101"/>
                  </a:cubicBezTo>
                  <a:cubicBezTo>
                    <a:pt x="420175" y="587788"/>
                    <a:pt x="429720" y="577017"/>
                    <a:pt x="437969" y="565327"/>
                  </a:cubicBezTo>
                  <a:cubicBezTo>
                    <a:pt x="445605" y="554510"/>
                    <a:pt x="452228" y="542938"/>
                    <a:pt x="458709" y="531366"/>
                  </a:cubicBezTo>
                  <a:cubicBezTo>
                    <a:pt x="459982" y="529103"/>
                    <a:pt x="458473" y="525309"/>
                    <a:pt x="458261" y="522245"/>
                  </a:cubicBezTo>
                  <a:cubicBezTo>
                    <a:pt x="455315" y="522763"/>
                    <a:pt x="451639" y="522363"/>
                    <a:pt x="449518" y="523965"/>
                  </a:cubicBezTo>
                  <a:cubicBezTo>
                    <a:pt x="440467" y="530824"/>
                    <a:pt x="431299" y="537682"/>
                    <a:pt x="423263" y="545624"/>
                  </a:cubicBezTo>
                  <a:cubicBezTo>
                    <a:pt x="409734" y="559011"/>
                    <a:pt x="396277" y="572846"/>
                    <a:pt x="389159" y="590946"/>
                  </a:cubicBezTo>
                  <a:cubicBezTo>
                    <a:pt x="386873" y="596791"/>
                    <a:pt x="383998" y="598464"/>
                    <a:pt x="378436" y="598417"/>
                  </a:cubicBezTo>
                  <a:cubicBezTo>
                    <a:pt x="340491" y="598111"/>
                    <a:pt x="304502" y="589956"/>
                    <a:pt x="271082" y="571597"/>
                  </a:cubicBezTo>
                  <a:cubicBezTo>
                    <a:pt x="223592" y="545530"/>
                    <a:pt x="187934" y="507373"/>
                    <a:pt x="159982" y="461651"/>
                  </a:cubicBezTo>
                  <a:cubicBezTo>
                    <a:pt x="124818" y="404121"/>
                    <a:pt x="105280" y="341500"/>
                    <a:pt x="101108" y="274213"/>
                  </a:cubicBezTo>
                  <a:cubicBezTo>
                    <a:pt x="99953" y="255452"/>
                    <a:pt x="100802" y="236574"/>
                    <a:pt x="99435" y="217837"/>
                  </a:cubicBezTo>
                  <a:cubicBezTo>
                    <a:pt x="98492" y="204828"/>
                    <a:pt x="98327" y="190145"/>
                    <a:pt x="78412" y="186986"/>
                  </a:cubicBezTo>
                  <a:cubicBezTo>
                    <a:pt x="81829" y="183428"/>
                    <a:pt x="83880" y="180835"/>
                    <a:pt x="86378" y="178785"/>
                  </a:cubicBezTo>
                  <a:cubicBezTo>
                    <a:pt x="91539" y="174542"/>
                    <a:pt x="97243" y="170937"/>
                    <a:pt x="102074" y="166388"/>
                  </a:cubicBezTo>
                  <a:cubicBezTo>
                    <a:pt x="104031" y="164549"/>
                    <a:pt x="105044" y="160944"/>
                    <a:pt x="105138" y="158115"/>
                  </a:cubicBezTo>
                  <a:cubicBezTo>
                    <a:pt x="105280" y="153520"/>
                    <a:pt x="103111" y="148641"/>
                    <a:pt x="104031" y="144304"/>
                  </a:cubicBezTo>
                  <a:cubicBezTo>
                    <a:pt x="108744" y="122150"/>
                    <a:pt x="113293" y="99949"/>
                    <a:pt x="119444" y="78172"/>
                  </a:cubicBezTo>
                  <a:close/>
                  <a:moveTo>
                    <a:pt x="68631" y="277583"/>
                  </a:moveTo>
                  <a:cubicBezTo>
                    <a:pt x="63917" y="263253"/>
                    <a:pt x="64719" y="249678"/>
                    <a:pt x="68230" y="235113"/>
                  </a:cubicBezTo>
                  <a:cubicBezTo>
                    <a:pt x="77116" y="244422"/>
                    <a:pt x="77210" y="267873"/>
                    <a:pt x="68631" y="27758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01" name="Google Shape;3001;p57"/>
            <p:cNvSpPr/>
            <p:nvPr/>
          </p:nvSpPr>
          <p:spPr>
            <a:xfrm>
              <a:off x="406776" y="3394388"/>
              <a:ext cx="471525" cy="358476"/>
            </a:xfrm>
            <a:custGeom>
              <a:rect b="b" l="l" r="r" t="t"/>
              <a:pathLst>
                <a:path extrusionOk="0" h="358476" w="471525">
                  <a:moveTo>
                    <a:pt x="200798" y="236672"/>
                  </a:moveTo>
                  <a:cubicBezTo>
                    <a:pt x="196296" y="236272"/>
                    <a:pt x="190781" y="237497"/>
                    <a:pt x="187458" y="235329"/>
                  </a:cubicBezTo>
                  <a:cubicBezTo>
                    <a:pt x="177206" y="228659"/>
                    <a:pt x="167355" y="221164"/>
                    <a:pt x="158234" y="213010"/>
                  </a:cubicBezTo>
                  <a:cubicBezTo>
                    <a:pt x="154015" y="209239"/>
                    <a:pt x="151399" y="203418"/>
                    <a:pt x="148877" y="198138"/>
                  </a:cubicBezTo>
                  <a:cubicBezTo>
                    <a:pt x="146143" y="192435"/>
                    <a:pt x="145106" y="185836"/>
                    <a:pt x="141995" y="180415"/>
                  </a:cubicBezTo>
                  <a:cubicBezTo>
                    <a:pt x="135467" y="169079"/>
                    <a:pt x="127736" y="158449"/>
                    <a:pt x="121067" y="147184"/>
                  </a:cubicBezTo>
                  <a:cubicBezTo>
                    <a:pt x="111404" y="130875"/>
                    <a:pt x="101316" y="114707"/>
                    <a:pt x="93138" y="97667"/>
                  </a:cubicBezTo>
                  <a:cubicBezTo>
                    <a:pt x="85714" y="82159"/>
                    <a:pt x="81236" y="65284"/>
                    <a:pt x="74284" y="49517"/>
                  </a:cubicBezTo>
                  <a:cubicBezTo>
                    <a:pt x="67425" y="33985"/>
                    <a:pt x="59200" y="19020"/>
                    <a:pt x="51281" y="3959"/>
                  </a:cubicBezTo>
                  <a:cubicBezTo>
                    <a:pt x="50338" y="2168"/>
                    <a:pt x="47628" y="1296"/>
                    <a:pt x="45742" y="0"/>
                  </a:cubicBezTo>
                  <a:cubicBezTo>
                    <a:pt x="44375" y="2121"/>
                    <a:pt x="42136" y="4148"/>
                    <a:pt x="41830" y="6411"/>
                  </a:cubicBezTo>
                  <a:cubicBezTo>
                    <a:pt x="41359" y="9993"/>
                    <a:pt x="41806" y="13835"/>
                    <a:pt x="42514" y="17417"/>
                  </a:cubicBezTo>
                  <a:cubicBezTo>
                    <a:pt x="47604" y="43625"/>
                    <a:pt x="58116" y="68018"/>
                    <a:pt x="70819" y="91115"/>
                  </a:cubicBezTo>
                  <a:cubicBezTo>
                    <a:pt x="91394" y="128541"/>
                    <a:pt x="114114" y="164766"/>
                    <a:pt x="135349" y="201838"/>
                  </a:cubicBezTo>
                  <a:cubicBezTo>
                    <a:pt x="143291" y="215697"/>
                    <a:pt x="149608" y="230497"/>
                    <a:pt x="156584" y="244898"/>
                  </a:cubicBezTo>
                  <a:cubicBezTo>
                    <a:pt x="159035" y="249965"/>
                    <a:pt x="156702" y="254136"/>
                    <a:pt x="152247" y="255810"/>
                  </a:cubicBezTo>
                  <a:cubicBezTo>
                    <a:pt x="150032" y="256635"/>
                    <a:pt x="146355" y="254443"/>
                    <a:pt x="143716" y="252934"/>
                  </a:cubicBezTo>
                  <a:cubicBezTo>
                    <a:pt x="141901" y="251897"/>
                    <a:pt x="140581" y="249800"/>
                    <a:pt x="139308" y="248009"/>
                  </a:cubicBezTo>
                  <a:cubicBezTo>
                    <a:pt x="125780" y="228801"/>
                    <a:pt x="111946" y="209781"/>
                    <a:pt x="98912" y="190243"/>
                  </a:cubicBezTo>
                  <a:cubicBezTo>
                    <a:pt x="72186" y="150153"/>
                    <a:pt x="45625" y="109970"/>
                    <a:pt x="31154" y="63257"/>
                  </a:cubicBezTo>
                  <a:cubicBezTo>
                    <a:pt x="28962" y="56187"/>
                    <a:pt x="24295" y="49611"/>
                    <a:pt x="19699" y="43625"/>
                  </a:cubicBezTo>
                  <a:cubicBezTo>
                    <a:pt x="15410" y="38039"/>
                    <a:pt x="8952" y="39453"/>
                    <a:pt x="3343" y="41975"/>
                  </a:cubicBezTo>
                  <a:cubicBezTo>
                    <a:pt x="-2973" y="44803"/>
                    <a:pt x="1552" y="49682"/>
                    <a:pt x="1811" y="53641"/>
                  </a:cubicBezTo>
                  <a:cubicBezTo>
                    <a:pt x="1929" y="55527"/>
                    <a:pt x="3060" y="57365"/>
                    <a:pt x="3744" y="59227"/>
                  </a:cubicBezTo>
                  <a:cubicBezTo>
                    <a:pt x="16848" y="94579"/>
                    <a:pt x="34430" y="127716"/>
                    <a:pt x="54486" y="159510"/>
                  </a:cubicBezTo>
                  <a:cubicBezTo>
                    <a:pt x="63843" y="174334"/>
                    <a:pt x="74307" y="188475"/>
                    <a:pt x="84041" y="203088"/>
                  </a:cubicBezTo>
                  <a:cubicBezTo>
                    <a:pt x="85903" y="205869"/>
                    <a:pt x="88566" y="210182"/>
                    <a:pt x="87623" y="212397"/>
                  </a:cubicBezTo>
                  <a:cubicBezTo>
                    <a:pt x="84182" y="220410"/>
                    <a:pt x="89791" y="224299"/>
                    <a:pt x="93845" y="228659"/>
                  </a:cubicBezTo>
                  <a:cubicBezTo>
                    <a:pt x="102448" y="237898"/>
                    <a:pt x="111663" y="246547"/>
                    <a:pt x="120289" y="255763"/>
                  </a:cubicBezTo>
                  <a:cubicBezTo>
                    <a:pt x="126369" y="262244"/>
                    <a:pt x="132497" y="268819"/>
                    <a:pt x="137541" y="276078"/>
                  </a:cubicBezTo>
                  <a:cubicBezTo>
                    <a:pt x="144093" y="285459"/>
                    <a:pt x="142867" y="290125"/>
                    <a:pt x="133911" y="297290"/>
                  </a:cubicBezTo>
                  <a:cubicBezTo>
                    <a:pt x="127289" y="302593"/>
                    <a:pt x="126228" y="307448"/>
                    <a:pt x="131932" y="313599"/>
                  </a:cubicBezTo>
                  <a:cubicBezTo>
                    <a:pt x="137423" y="319538"/>
                    <a:pt x="143763" y="324865"/>
                    <a:pt x="150315" y="329625"/>
                  </a:cubicBezTo>
                  <a:cubicBezTo>
                    <a:pt x="156937" y="334433"/>
                    <a:pt x="161415" y="332760"/>
                    <a:pt x="161934" y="324676"/>
                  </a:cubicBezTo>
                  <a:cubicBezTo>
                    <a:pt x="162994" y="308178"/>
                    <a:pt x="162664" y="291586"/>
                    <a:pt x="162994" y="275041"/>
                  </a:cubicBezTo>
                  <a:cubicBezTo>
                    <a:pt x="163042" y="272213"/>
                    <a:pt x="163489" y="269385"/>
                    <a:pt x="163725" y="266557"/>
                  </a:cubicBezTo>
                  <a:cubicBezTo>
                    <a:pt x="167025" y="266958"/>
                    <a:pt x="170937" y="266345"/>
                    <a:pt x="173506" y="267924"/>
                  </a:cubicBezTo>
                  <a:cubicBezTo>
                    <a:pt x="182745" y="273604"/>
                    <a:pt x="191960" y="279496"/>
                    <a:pt x="200421" y="286236"/>
                  </a:cubicBezTo>
                  <a:cubicBezTo>
                    <a:pt x="225403" y="306199"/>
                    <a:pt x="251281" y="324818"/>
                    <a:pt x="279752" y="339501"/>
                  </a:cubicBezTo>
                  <a:cubicBezTo>
                    <a:pt x="296579" y="348174"/>
                    <a:pt x="314326" y="354325"/>
                    <a:pt x="333487" y="354301"/>
                  </a:cubicBezTo>
                  <a:cubicBezTo>
                    <a:pt x="338083" y="354301"/>
                    <a:pt x="342679" y="351167"/>
                    <a:pt x="347275" y="349446"/>
                  </a:cubicBezTo>
                  <a:cubicBezTo>
                    <a:pt x="344517" y="345628"/>
                    <a:pt x="342184" y="341386"/>
                    <a:pt x="338884" y="338086"/>
                  </a:cubicBezTo>
                  <a:cubicBezTo>
                    <a:pt x="335208" y="334410"/>
                    <a:pt x="330706" y="331582"/>
                    <a:pt x="326535" y="328376"/>
                  </a:cubicBezTo>
                  <a:cubicBezTo>
                    <a:pt x="326794" y="327434"/>
                    <a:pt x="327053" y="326491"/>
                    <a:pt x="327312" y="325548"/>
                  </a:cubicBezTo>
                  <a:cubicBezTo>
                    <a:pt x="332992" y="324959"/>
                    <a:pt x="338672" y="323781"/>
                    <a:pt x="344352" y="323898"/>
                  </a:cubicBezTo>
                  <a:cubicBezTo>
                    <a:pt x="358941" y="324181"/>
                    <a:pt x="373742" y="324087"/>
                    <a:pt x="382957" y="338935"/>
                  </a:cubicBezTo>
                  <a:cubicBezTo>
                    <a:pt x="384748" y="341810"/>
                    <a:pt x="388684" y="343625"/>
                    <a:pt x="391960" y="345204"/>
                  </a:cubicBezTo>
                  <a:cubicBezTo>
                    <a:pt x="408151" y="353052"/>
                    <a:pt x="425474" y="356941"/>
                    <a:pt x="443268" y="358284"/>
                  </a:cubicBezTo>
                  <a:cubicBezTo>
                    <a:pt x="450574" y="358827"/>
                    <a:pt x="458069" y="358143"/>
                    <a:pt x="465351" y="357177"/>
                  </a:cubicBezTo>
                  <a:cubicBezTo>
                    <a:pt x="467732" y="356870"/>
                    <a:pt x="471244" y="354066"/>
                    <a:pt x="471503" y="352039"/>
                  </a:cubicBezTo>
                  <a:cubicBezTo>
                    <a:pt x="471786" y="349894"/>
                    <a:pt x="469358" y="346406"/>
                    <a:pt x="467166" y="345133"/>
                  </a:cubicBezTo>
                  <a:cubicBezTo>
                    <a:pt x="462783" y="342541"/>
                    <a:pt x="457880" y="339948"/>
                    <a:pt x="452931" y="339312"/>
                  </a:cubicBezTo>
                  <a:cubicBezTo>
                    <a:pt x="437282" y="337285"/>
                    <a:pt x="421491" y="336225"/>
                    <a:pt x="405771" y="334645"/>
                  </a:cubicBezTo>
                  <a:cubicBezTo>
                    <a:pt x="402872" y="334363"/>
                    <a:pt x="400044" y="333467"/>
                    <a:pt x="397192" y="332854"/>
                  </a:cubicBezTo>
                  <a:cubicBezTo>
                    <a:pt x="397145" y="332147"/>
                    <a:pt x="397098" y="331440"/>
                    <a:pt x="397027" y="330733"/>
                  </a:cubicBezTo>
                  <a:cubicBezTo>
                    <a:pt x="407020" y="325595"/>
                    <a:pt x="417037" y="320457"/>
                    <a:pt x="427030" y="315320"/>
                  </a:cubicBezTo>
                  <a:cubicBezTo>
                    <a:pt x="426817" y="314565"/>
                    <a:pt x="426629" y="313835"/>
                    <a:pt x="426417" y="313081"/>
                  </a:cubicBezTo>
                  <a:cubicBezTo>
                    <a:pt x="423636" y="312350"/>
                    <a:pt x="420878" y="311195"/>
                    <a:pt x="418074" y="310959"/>
                  </a:cubicBezTo>
                  <a:cubicBezTo>
                    <a:pt x="403791" y="309757"/>
                    <a:pt x="389462" y="308980"/>
                    <a:pt x="375179" y="307707"/>
                  </a:cubicBezTo>
                  <a:cubicBezTo>
                    <a:pt x="364621" y="306764"/>
                    <a:pt x="353992" y="305751"/>
                    <a:pt x="343574" y="303889"/>
                  </a:cubicBezTo>
                  <a:cubicBezTo>
                    <a:pt x="333959" y="302169"/>
                    <a:pt x="329976" y="297549"/>
                    <a:pt x="330188" y="290691"/>
                  </a:cubicBezTo>
                  <a:cubicBezTo>
                    <a:pt x="330353" y="285199"/>
                    <a:pt x="335349" y="281381"/>
                    <a:pt x="344729" y="280839"/>
                  </a:cubicBezTo>
                  <a:cubicBezTo>
                    <a:pt x="351611" y="280439"/>
                    <a:pt x="358540" y="281381"/>
                    <a:pt x="365446" y="281405"/>
                  </a:cubicBezTo>
                  <a:cubicBezTo>
                    <a:pt x="368887" y="281428"/>
                    <a:pt x="372328" y="280721"/>
                    <a:pt x="376476" y="280250"/>
                  </a:cubicBezTo>
                  <a:cubicBezTo>
                    <a:pt x="375533" y="277634"/>
                    <a:pt x="375486" y="277092"/>
                    <a:pt x="375203" y="276738"/>
                  </a:cubicBezTo>
                  <a:cubicBezTo>
                    <a:pt x="364857" y="263823"/>
                    <a:pt x="330989" y="255503"/>
                    <a:pt x="316141" y="262645"/>
                  </a:cubicBezTo>
                  <a:cubicBezTo>
                    <a:pt x="313713" y="263823"/>
                    <a:pt x="311286" y="267028"/>
                    <a:pt x="310697" y="269691"/>
                  </a:cubicBezTo>
                  <a:cubicBezTo>
                    <a:pt x="308175" y="281098"/>
                    <a:pt x="303603" y="284280"/>
                    <a:pt x="292337" y="281476"/>
                  </a:cubicBezTo>
                  <a:cubicBezTo>
                    <a:pt x="276334" y="277516"/>
                    <a:pt x="263513" y="267830"/>
                    <a:pt x="250197" y="258803"/>
                  </a:cubicBezTo>
                  <a:cubicBezTo>
                    <a:pt x="239214" y="251355"/>
                    <a:pt x="227736" y="244521"/>
                    <a:pt x="215929" y="238440"/>
                  </a:cubicBezTo>
                  <a:cubicBezTo>
                    <a:pt x="211710" y="236295"/>
                    <a:pt x="205912" y="237144"/>
                    <a:pt x="200798" y="236672"/>
                  </a:cubicBezTo>
                  <a:close/>
                  <a:moveTo>
                    <a:pt x="306831" y="306717"/>
                  </a:moveTo>
                  <a:cubicBezTo>
                    <a:pt x="307868" y="307401"/>
                    <a:pt x="308811" y="308202"/>
                    <a:pt x="309777" y="308980"/>
                  </a:cubicBezTo>
                  <a:cubicBezTo>
                    <a:pt x="320454" y="317488"/>
                    <a:pt x="319676" y="328070"/>
                    <a:pt x="307374" y="334551"/>
                  </a:cubicBezTo>
                  <a:cubicBezTo>
                    <a:pt x="305111" y="335753"/>
                    <a:pt x="300421" y="334975"/>
                    <a:pt x="298347" y="333279"/>
                  </a:cubicBezTo>
                  <a:cubicBezTo>
                    <a:pt x="294623" y="330238"/>
                    <a:pt x="292031" y="325807"/>
                    <a:pt x="289014" y="321919"/>
                  </a:cubicBezTo>
                  <a:cubicBezTo>
                    <a:pt x="285314" y="317134"/>
                    <a:pt x="280529" y="313269"/>
                    <a:pt x="274496" y="315272"/>
                  </a:cubicBezTo>
                  <a:cubicBezTo>
                    <a:pt x="266200" y="318030"/>
                    <a:pt x="259436" y="315107"/>
                    <a:pt x="254109" y="310158"/>
                  </a:cubicBezTo>
                  <a:cubicBezTo>
                    <a:pt x="240039" y="297125"/>
                    <a:pt x="226629" y="283361"/>
                    <a:pt x="213218" y="269621"/>
                  </a:cubicBezTo>
                  <a:cubicBezTo>
                    <a:pt x="210272" y="266604"/>
                    <a:pt x="208387" y="262550"/>
                    <a:pt x="206030" y="258991"/>
                  </a:cubicBezTo>
                  <a:cubicBezTo>
                    <a:pt x="206643" y="258449"/>
                    <a:pt x="207232" y="257907"/>
                    <a:pt x="207845" y="257389"/>
                  </a:cubicBezTo>
                  <a:cubicBezTo>
                    <a:pt x="241241" y="272991"/>
                    <a:pt x="275721" y="286425"/>
                    <a:pt x="306831" y="30671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02" name="Google Shape;3002;p57"/>
            <p:cNvSpPr/>
            <p:nvPr/>
          </p:nvSpPr>
          <p:spPr>
            <a:xfrm>
              <a:off x="425960" y="3624014"/>
              <a:ext cx="499682" cy="282108"/>
            </a:xfrm>
            <a:custGeom>
              <a:rect b="b" l="l" r="r" t="t"/>
              <a:pathLst>
                <a:path extrusionOk="0" h="282108" w="499682">
                  <a:moveTo>
                    <a:pt x="481968" y="218619"/>
                  </a:moveTo>
                  <a:cubicBezTo>
                    <a:pt x="483618" y="222602"/>
                    <a:pt x="485362" y="226302"/>
                    <a:pt x="486658" y="230168"/>
                  </a:cubicBezTo>
                  <a:cubicBezTo>
                    <a:pt x="488921" y="236932"/>
                    <a:pt x="484843" y="245558"/>
                    <a:pt x="477466" y="250201"/>
                  </a:cubicBezTo>
                  <a:cubicBezTo>
                    <a:pt x="469571" y="255173"/>
                    <a:pt x="461888" y="255221"/>
                    <a:pt x="456561" y="248975"/>
                  </a:cubicBezTo>
                  <a:cubicBezTo>
                    <a:pt x="437259" y="226350"/>
                    <a:pt x="411051" y="215579"/>
                    <a:pt x="384113" y="206128"/>
                  </a:cubicBezTo>
                  <a:cubicBezTo>
                    <a:pt x="348407" y="193613"/>
                    <a:pt x="310839" y="190620"/>
                    <a:pt x="273743" y="185411"/>
                  </a:cubicBezTo>
                  <a:cubicBezTo>
                    <a:pt x="256868" y="183055"/>
                    <a:pt x="240983" y="178907"/>
                    <a:pt x="226441" y="169668"/>
                  </a:cubicBezTo>
                  <a:cubicBezTo>
                    <a:pt x="200775" y="153382"/>
                    <a:pt x="175133" y="137026"/>
                    <a:pt x="149019" y="121494"/>
                  </a:cubicBezTo>
                  <a:cubicBezTo>
                    <a:pt x="107351" y="96724"/>
                    <a:pt x="70325" y="66910"/>
                    <a:pt x="40511" y="28235"/>
                  </a:cubicBezTo>
                  <a:cubicBezTo>
                    <a:pt x="32521" y="17865"/>
                    <a:pt x="21209" y="9969"/>
                    <a:pt x="10909" y="1556"/>
                  </a:cubicBezTo>
                  <a:cubicBezTo>
                    <a:pt x="8576" y="-330"/>
                    <a:pt x="4075" y="448"/>
                    <a:pt x="563" y="0"/>
                  </a:cubicBezTo>
                  <a:cubicBezTo>
                    <a:pt x="516" y="3370"/>
                    <a:pt x="-710" y="7283"/>
                    <a:pt x="610" y="9969"/>
                  </a:cubicBezTo>
                  <a:cubicBezTo>
                    <a:pt x="5371" y="19680"/>
                    <a:pt x="10132" y="29602"/>
                    <a:pt x="16448" y="38322"/>
                  </a:cubicBezTo>
                  <a:cubicBezTo>
                    <a:pt x="37400" y="67311"/>
                    <a:pt x="63914" y="90644"/>
                    <a:pt x="92738" y="111549"/>
                  </a:cubicBezTo>
                  <a:cubicBezTo>
                    <a:pt x="99102" y="116168"/>
                    <a:pt x="105230" y="121400"/>
                    <a:pt x="110297" y="127363"/>
                  </a:cubicBezTo>
                  <a:cubicBezTo>
                    <a:pt x="112913" y="130450"/>
                    <a:pt x="112960" y="135730"/>
                    <a:pt x="114162" y="140019"/>
                  </a:cubicBezTo>
                  <a:cubicBezTo>
                    <a:pt x="110014" y="139571"/>
                    <a:pt x="105017" y="140467"/>
                    <a:pt x="101836" y="138463"/>
                  </a:cubicBezTo>
                  <a:cubicBezTo>
                    <a:pt x="88472" y="130073"/>
                    <a:pt x="75463" y="121094"/>
                    <a:pt x="62689" y="111831"/>
                  </a:cubicBezTo>
                  <a:cubicBezTo>
                    <a:pt x="48289" y="101391"/>
                    <a:pt x="34407" y="90243"/>
                    <a:pt x="20030" y="79802"/>
                  </a:cubicBezTo>
                  <a:cubicBezTo>
                    <a:pt x="16943" y="77563"/>
                    <a:pt x="12630" y="77068"/>
                    <a:pt x="8859" y="75772"/>
                  </a:cubicBezTo>
                  <a:cubicBezTo>
                    <a:pt x="8340" y="76432"/>
                    <a:pt x="7846" y="77068"/>
                    <a:pt x="7327" y="77728"/>
                  </a:cubicBezTo>
                  <a:cubicBezTo>
                    <a:pt x="9425" y="81452"/>
                    <a:pt x="10980" y="85671"/>
                    <a:pt x="13738" y="88805"/>
                  </a:cubicBezTo>
                  <a:cubicBezTo>
                    <a:pt x="19936" y="95876"/>
                    <a:pt x="26134" y="103111"/>
                    <a:pt x="33370" y="109027"/>
                  </a:cubicBezTo>
                  <a:cubicBezTo>
                    <a:pt x="70349" y="139241"/>
                    <a:pt x="107421" y="169362"/>
                    <a:pt x="144966" y="198845"/>
                  </a:cubicBezTo>
                  <a:cubicBezTo>
                    <a:pt x="157480" y="208673"/>
                    <a:pt x="172046" y="214447"/>
                    <a:pt x="188590" y="215390"/>
                  </a:cubicBezTo>
                  <a:cubicBezTo>
                    <a:pt x="200304" y="216050"/>
                    <a:pt x="211145" y="220269"/>
                    <a:pt x="218711" y="230568"/>
                  </a:cubicBezTo>
                  <a:cubicBezTo>
                    <a:pt x="223354" y="236884"/>
                    <a:pt x="229646" y="241598"/>
                    <a:pt x="237942" y="241645"/>
                  </a:cubicBezTo>
                  <a:cubicBezTo>
                    <a:pt x="241077" y="241669"/>
                    <a:pt x="244211" y="239878"/>
                    <a:pt x="247346" y="238911"/>
                  </a:cubicBezTo>
                  <a:cubicBezTo>
                    <a:pt x="246215" y="235871"/>
                    <a:pt x="245979" y="231817"/>
                    <a:pt x="243811" y="229979"/>
                  </a:cubicBezTo>
                  <a:cubicBezTo>
                    <a:pt x="233511" y="221188"/>
                    <a:pt x="223306" y="212020"/>
                    <a:pt x="211923" y="204832"/>
                  </a:cubicBezTo>
                  <a:cubicBezTo>
                    <a:pt x="191065" y="191633"/>
                    <a:pt x="169241" y="179991"/>
                    <a:pt x="148147" y="167146"/>
                  </a:cubicBezTo>
                  <a:cubicBezTo>
                    <a:pt x="141925" y="163351"/>
                    <a:pt x="136717" y="157789"/>
                    <a:pt x="131320" y="152722"/>
                  </a:cubicBezTo>
                  <a:cubicBezTo>
                    <a:pt x="130188" y="151662"/>
                    <a:pt x="129411" y="148692"/>
                    <a:pt x="130070" y="147584"/>
                  </a:cubicBezTo>
                  <a:cubicBezTo>
                    <a:pt x="130825" y="146359"/>
                    <a:pt x="133535" y="145557"/>
                    <a:pt x="135185" y="145817"/>
                  </a:cubicBezTo>
                  <a:cubicBezTo>
                    <a:pt x="139545" y="146524"/>
                    <a:pt x="143929" y="147490"/>
                    <a:pt x="148029" y="149069"/>
                  </a:cubicBezTo>
                  <a:cubicBezTo>
                    <a:pt x="184065" y="162833"/>
                    <a:pt x="216802" y="182583"/>
                    <a:pt x="247982" y="205020"/>
                  </a:cubicBezTo>
                  <a:cubicBezTo>
                    <a:pt x="258447" y="212538"/>
                    <a:pt x="267898" y="221023"/>
                    <a:pt x="273672" y="233208"/>
                  </a:cubicBezTo>
                  <a:cubicBezTo>
                    <a:pt x="275722" y="237521"/>
                    <a:pt x="280530" y="241056"/>
                    <a:pt x="284843" y="243696"/>
                  </a:cubicBezTo>
                  <a:cubicBezTo>
                    <a:pt x="298206" y="251921"/>
                    <a:pt x="313007" y="254113"/>
                    <a:pt x="328374" y="251921"/>
                  </a:cubicBezTo>
                  <a:cubicBezTo>
                    <a:pt x="339168" y="250389"/>
                    <a:pt x="343245" y="245723"/>
                    <a:pt x="345084" y="234528"/>
                  </a:cubicBezTo>
                  <a:cubicBezTo>
                    <a:pt x="345956" y="229296"/>
                    <a:pt x="348147" y="224794"/>
                    <a:pt x="353898" y="223969"/>
                  </a:cubicBezTo>
                  <a:cubicBezTo>
                    <a:pt x="369194" y="221706"/>
                    <a:pt x="382722" y="227669"/>
                    <a:pt x="396510" y="232359"/>
                  </a:cubicBezTo>
                  <a:cubicBezTo>
                    <a:pt x="396674" y="233231"/>
                    <a:pt x="396839" y="234080"/>
                    <a:pt x="397004" y="234952"/>
                  </a:cubicBezTo>
                  <a:cubicBezTo>
                    <a:pt x="387082" y="240066"/>
                    <a:pt x="377160" y="245204"/>
                    <a:pt x="367238" y="250318"/>
                  </a:cubicBezTo>
                  <a:cubicBezTo>
                    <a:pt x="367450" y="251049"/>
                    <a:pt x="367686" y="251780"/>
                    <a:pt x="367898" y="252487"/>
                  </a:cubicBezTo>
                  <a:cubicBezTo>
                    <a:pt x="371244" y="252487"/>
                    <a:pt x="374591" y="252628"/>
                    <a:pt x="377914" y="252463"/>
                  </a:cubicBezTo>
                  <a:cubicBezTo>
                    <a:pt x="389274" y="251874"/>
                    <a:pt x="400610" y="250978"/>
                    <a:pt x="411970" y="250601"/>
                  </a:cubicBezTo>
                  <a:cubicBezTo>
                    <a:pt x="429976" y="249988"/>
                    <a:pt x="445696" y="252958"/>
                    <a:pt x="453450" y="272826"/>
                  </a:cubicBezTo>
                  <a:cubicBezTo>
                    <a:pt x="456986" y="281900"/>
                    <a:pt x="466177" y="284587"/>
                    <a:pt x="473059" y="279708"/>
                  </a:cubicBezTo>
                  <a:cubicBezTo>
                    <a:pt x="488473" y="268796"/>
                    <a:pt x="497877" y="253618"/>
                    <a:pt x="499621" y="234645"/>
                  </a:cubicBezTo>
                  <a:cubicBezTo>
                    <a:pt x="500493" y="225548"/>
                    <a:pt x="492079" y="218430"/>
                    <a:pt x="481968" y="218619"/>
                  </a:cubicBezTo>
                  <a:close/>
                  <a:moveTo>
                    <a:pt x="327879" y="234645"/>
                  </a:moveTo>
                  <a:cubicBezTo>
                    <a:pt x="325711" y="234363"/>
                    <a:pt x="324414" y="234433"/>
                    <a:pt x="323283" y="234033"/>
                  </a:cubicBezTo>
                  <a:cubicBezTo>
                    <a:pt x="308953" y="228730"/>
                    <a:pt x="296274" y="220905"/>
                    <a:pt x="286163" y="209333"/>
                  </a:cubicBezTo>
                  <a:cubicBezTo>
                    <a:pt x="284937" y="207943"/>
                    <a:pt x="284985" y="205444"/>
                    <a:pt x="284442" y="203465"/>
                  </a:cubicBezTo>
                  <a:cubicBezTo>
                    <a:pt x="286257" y="203040"/>
                    <a:pt x="288284" y="201886"/>
                    <a:pt x="289863" y="202310"/>
                  </a:cubicBezTo>
                  <a:cubicBezTo>
                    <a:pt x="305135" y="206364"/>
                    <a:pt x="318946" y="213151"/>
                    <a:pt x="329458" y="225312"/>
                  </a:cubicBezTo>
                  <a:cubicBezTo>
                    <a:pt x="330966" y="227033"/>
                    <a:pt x="331155" y="230191"/>
                    <a:pt x="331202" y="232689"/>
                  </a:cubicBezTo>
                  <a:cubicBezTo>
                    <a:pt x="331225" y="233444"/>
                    <a:pt x="328633" y="234245"/>
                    <a:pt x="327879" y="23464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03" name="Google Shape;3003;p57"/>
            <p:cNvSpPr/>
            <p:nvPr/>
          </p:nvSpPr>
          <p:spPr>
            <a:xfrm>
              <a:off x="1023012" y="2543575"/>
              <a:ext cx="418240" cy="362550"/>
            </a:xfrm>
            <a:custGeom>
              <a:rect b="b" l="l" r="r" t="t"/>
              <a:pathLst>
                <a:path extrusionOk="0" h="362550" w="418240">
                  <a:moveTo>
                    <a:pt x="272001" y="124794"/>
                  </a:moveTo>
                  <a:cubicBezTo>
                    <a:pt x="255103" y="112043"/>
                    <a:pt x="237427" y="100047"/>
                    <a:pt x="216757" y="93613"/>
                  </a:cubicBezTo>
                  <a:cubicBezTo>
                    <a:pt x="209569" y="91374"/>
                    <a:pt x="203865" y="92647"/>
                    <a:pt x="197502" y="97101"/>
                  </a:cubicBezTo>
                  <a:cubicBezTo>
                    <a:pt x="190856" y="101744"/>
                    <a:pt x="182772" y="104431"/>
                    <a:pt x="175088" y="107377"/>
                  </a:cubicBezTo>
                  <a:cubicBezTo>
                    <a:pt x="173415" y="108013"/>
                    <a:pt x="170186" y="106599"/>
                    <a:pt x="168819" y="105091"/>
                  </a:cubicBezTo>
                  <a:cubicBezTo>
                    <a:pt x="168089" y="104289"/>
                    <a:pt x="169173" y="100778"/>
                    <a:pt x="170422" y="99364"/>
                  </a:cubicBezTo>
                  <a:cubicBezTo>
                    <a:pt x="174240" y="95074"/>
                    <a:pt x="172402" y="91610"/>
                    <a:pt x="169385" y="88310"/>
                  </a:cubicBezTo>
                  <a:cubicBezTo>
                    <a:pt x="167570" y="86307"/>
                    <a:pt x="165473" y="84469"/>
                    <a:pt x="163187" y="83007"/>
                  </a:cubicBezTo>
                  <a:cubicBezTo>
                    <a:pt x="115343" y="52156"/>
                    <a:pt x="65072" y="25807"/>
                    <a:pt x="12915" y="3064"/>
                  </a:cubicBezTo>
                  <a:cubicBezTo>
                    <a:pt x="9262" y="1461"/>
                    <a:pt x="5114" y="990"/>
                    <a:pt x="1202" y="0"/>
                  </a:cubicBezTo>
                  <a:cubicBezTo>
                    <a:pt x="801" y="660"/>
                    <a:pt x="401" y="1296"/>
                    <a:pt x="0" y="1956"/>
                  </a:cubicBezTo>
                  <a:cubicBezTo>
                    <a:pt x="2687" y="4643"/>
                    <a:pt x="5020" y="7778"/>
                    <a:pt x="8084" y="9922"/>
                  </a:cubicBezTo>
                  <a:cubicBezTo>
                    <a:pt x="26326" y="22649"/>
                    <a:pt x="44332" y="35777"/>
                    <a:pt x="63163" y="47608"/>
                  </a:cubicBezTo>
                  <a:cubicBezTo>
                    <a:pt x="116026" y="80839"/>
                    <a:pt x="167570" y="115885"/>
                    <a:pt x="214282" y="157459"/>
                  </a:cubicBezTo>
                  <a:cubicBezTo>
                    <a:pt x="251662" y="190714"/>
                    <a:pt x="288593" y="224487"/>
                    <a:pt x="324888" y="258921"/>
                  </a:cubicBezTo>
                  <a:cubicBezTo>
                    <a:pt x="344638" y="277634"/>
                    <a:pt x="366698" y="293849"/>
                    <a:pt x="379779" y="319656"/>
                  </a:cubicBezTo>
                  <a:cubicBezTo>
                    <a:pt x="388004" y="335895"/>
                    <a:pt x="403630" y="348386"/>
                    <a:pt x="415933" y="362550"/>
                  </a:cubicBezTo>
                  <a:cubicBezTo>
                    <a:pt x="416687" y="362197"/>
                    <a:pt x="417417" y="361867"/>
                    <a:pt x="418171" y="361513"/>
                  </a:cubicBezTo>
                  <a:cubicBezTo>
                    <a:pt x="418195" y="344591"/>
                    <a:pt x="419067" y="327599"/>
                    <a:pt x="413858" y="311101"/>
                  </a:cubicBezTo>
                  <a:cubicBezTo>
                    <a:pt x="413057" y="308532"/>
                    <a:pt x="411242" y="305680"/>
                    <a:pt x="409050" y="304313"/>
                  </a:cubicBezTo>
                  <a:cubicBezTo>
                    <a:pt x="404195" y="301296"/>
                    <a:pt x="398091" y="300047"/>
                    <a:pt x="393802" y="296489"/>
                  </a:cubicBezTo>
                  <a:cubicBezTo>
                    <a:pt x="383526" y="287980"/>
                    <a:pt x="373839" y="278718"/>
                    <a:pt x="364200" y="269456"/>
                  </a:cubicBezTo>
                  <a:cubicBezTo>
                    <a:pt x="337427" y="243672"/>
                    <a:pt x="314235" y="214636"/>
                    <a:pt x="282630" y="193330"/>
                  </a:cubicBezTo>
                  <a:cubicBezTo>
                    <a:pt x="253500" y="173698"/>
                    <a:pt x="231157" y="145628"/>
                    <a:pt x="210370" y="117087"/>
                  </a:cubicBezTo>
                  <a:cubicBezTo>
                    <a:pt x="207471" y="113104"/>
                    <a:pt x="206694" y="107565"/>
                    <a:pt x="204949" y="102758"/>
                  </a:cubicBezTo>
                  <a:cubicBezTo>
                    <a:pt x="209946" y="104242"/>
                    <a:pt x="215720" y="104619"/>
                    <a:pt x="219797" y="107424"/>
                  </a:cubicBezTo>
                  <a:cubicBezTo>
                    <a:pt x="233632" y="116946"/>
                    <a:pt x="247679" y="126396"/>
                    <a:pt x="260170" y="137544"/>
                  </a:cubicBezTo>
                  <a:cubicBezTo>
                    <a:pt x="296182" y="169715"/>
                    <a:pt x="331464" y="202710"/>
                    <a:pt x="367075" y="235329"/>
                  </a:cubicBezTo>
                  <a:cubicBezTo>
                    <a:pt x="376102" y="243601"/>
                    <a:pt x="385317" y="251685"/>
                    <a:pt x="395711" y="260995"/>
                  </a:cubicBezTo>
                  <a:cubicBezTo>
                    <a:pt x="395711" y="254843"/>
                    <a:pt x="395947" y="250460"/>
                    <a:pt x="395664" y="246123"/>
                  </a:cubicBezTo>
                  <a:cubicBezTo>
                    <a:pt x="395027" y="236036"/>
                    <a:pt x="394910" y="225831"/>
                    <a:pt x="393118" y="215956"/>
                  </a:cubicBezTo>
                  <a:cubicBezTo>
                    <a:pt x="391657" y="207872"/>
                    <a:pt x="388758" y="207047"/>
                    <a:pt x="381122" y="209451"/>
                  </a:cubicBezTo>
                  <a:cubicBezTo>
                    <a:pt x="375772" y="211124"/>
                    <a:pt x="371223" y="210724"/>
                    <a:pt x="367264" y="205751"/>
                  </a:cubicBezTo>
                  <a:cubicBezTo>
                    <a:pt x="362220" y="199411"/>
                    <a:pt x="357106" y="192835"/>
                    <a:pt x="350884" y="187745"/>
                  </a:cubicBezTo>
                  <a:cubicBezTo>
                    <a:pt x="324888" y="166368"/>
                    <a:pt x="298845" y="145015"/>
                    <a:pt x="272001" y="1247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04" name="Google Shape;3004;p57"/>
            <p:cNvSpPr/>
            <p:nvPr/>
          </p:nvSpPr>
          <p:spPr>
            <a:xfrm>
              <a:off x="700050" y="3045042"/>
              <a:ext cx="117417" cy="253593"/>
            </a:xfrm>
            <a:custGeom>
              <a:rect b="b" l="l" r="r" t="t"/>
              <a:pathLst>
                <a:path extrusionOk="0" h="253593" w="117417">
                  <a:moveTo>
                    <a:pt x="2858" y="188210"/>
                  </a:moveTo>
                  <a:cubicBezTo>
                    <a:pt x="76" y="190920"/>
                    <a:pt x="-324" y="197308"/>
                    <a:pt x="194" y="201785"/>
                  </a:cubicBezTo>
                  <a:cubicBezTo>
                    <a:pt x="736" y="206476"/>
                    <a:pt x="3187" y="211213"/>
                    <a:pt x="5686" y="215384"/>
                  </a:cubicBezTo>
                  <a:cubicBezTo>
                    <a:pt x="14924" y="230822"/>
                    <a:pt x="25412" y="245292"/>
                    <a:pt x="42641" y="252599"/>
                  </a:cubicBezTo>
                  <a:cubicBezTo>
                    <a:pt x="45846" y="253966"/>
                    <a:pt x="52492" y="253612"/>
                    <a:pt x="53859" y="251562"/>
                  </a:cubicBezTo>
                  <a:cubicBezTo>
                    <a:pt x="56193" y="248074"/>
                    <a:pt x="56546" y="242488"/>
                    <a:pt x="55933" y="238033"/>
                  </a:cubicBezTo>
                  <a:cubicBezTo>
                    <a:pt x="55533" y="235135"/>
                    <a:pt x="52374" y="232094"/>
                    <a:pt x="49688" y="230138"/>
                  </a:cubicBezTo>
                  <a:cubicBezTo>
                    <a:pt x="45139" y="226815"/>
                    <a:pt x="40072" y="224199"/>
                    <a:pt x="35099" y="221512"/>
                  </a:cubicBezTo>
                  <a:cubicBezTo>
                    <a:pt x="27227" y="217246"/>
                    <a:pt x="20934" y="211613"/>
                    <a:pt x="18083" y="202822"/>
                  </a:cubicBezTo>
                  <a:cubicBezTo>
                    <a:pt x="15066" y="193489"/>
                    <a:pt x="19803" y="186537"/>
                    <a:pt x="29419" y="187173"/>
                  </a:cubicBezTo>
                  <a:cubicBezTo>
                    <a:pt x="33920" y="187456"/>
                    <a:pt x="38776" y="188894"/>
                    <a:pt x="42641" y="191203"/>
                  </a:cubicBezTo>
                  <a:cubicBezTo>
                    <a:pt x="57206" y="199900"/>
                    <a:pt x="68637" y="211920"/>
                    <a:pt x="75589" y="227404"/>
                  </a:cubicBezTo>
                  <a:cubicBezTo>
                    <a:pt x="77592" y="231835"/>
                    <a:pt x="76343" y="237727"/>
                    <a:pt x="76626" y="242936"/>
                  </a:cubicBezTo>
                  <a:cubicBezTo>
                    <a:pt x="76791" y="246094"/>
                    <a:pt x="75943" y="250972"/>
                    <a:pt x="77545" y="252033"/>
                  </a:cubicBezTo>
                  <a:cubicBezTo>
                    <a:pt x="80067" y="253683"/>
                    <a:pt x="85488" y="254248"/>
                    <a:pt x="87538" y="252622"/>
                  </a:cubicBezTo>
                  <a:cubicBezTo>
                    <a:pt x="92558" y="248592"/>
                    <a:pt x="97555" y="243666"/>
                    <a:pt x="100430" y="238010"/>
                  </a:cubicBezTo>
                  <a:cubicBezTo>
                    <a:pt x="109999" y="219273"/>
                    <a:pt x="113157" y="198651"/>
                    <a:pt x="115255" y="177982"/>
                  </a:cubicBezTo>
                  <a:cubicBezTo>
                    <a:pt x="118413" y="146872"/>
                    <a:pt x="118248" y="115738"/>
                    <a:pt x="113864" y="84698"/>
                  </a:cubicBezTo>
                  <a:cubicBezTo>
                    <a:pt x="109975" y="57053"/>
                    <a:pt x="100006" y="31764"/>
                    <a:pt x="83791" y="9068"/>
                  </a:cubicBezTo>
                  <a:cubicBezTo>
                    <a:pt x="75141" y="-3046"/>
                    <a:pt x="66657" y="-3046"/>
                    <a:pt x="58054" y="9209"/>
                  </a:cubicBezTo>
                  <a:cubicBezTo>
                    <a:pt x="52115" y="17670"/>
                    <a:pt x="46577" y="26579"/>
                    <a:pt x="42217" y="35912"/>
                  </a:cubicBezTo>
                  <a:cubicBezTo>
                    <a:pt x="34392" y="52646"/>
                    <a:pt x="31304" y="70322"/>
                    <a:pt x="37008" y="88469"/>
                  </a:cubicBezTo>
                  <a:cubicBezTo>
                    <a:pt x="40685" y="100183"/>
                    <a:pt x="48415" y="103035"/>
                    <a:pt x="59445" y="97802"/>
                  </a:cubicBezTo>
                  <a:cubicBezTo>
                    <a:pt x="62155" y="96506"/>
                    <a:pt x="65031" y="95563"/>
                    <a:pt x="69344" y="93866"/>
                  </a:cubicBezTo>
                  <a:cubicBezTo>
                    <a:pt x="64983" y="106546"/>
                    <a:pt x="60482" y="111943"/>
                    <a:pt x="50159" y="114371"/>
                  </a:cubicBezTo>
                  <a:cubicBezTo>
                    <a:pt x="43112" y="116044"/>
                    <a:pt x="35547" y="115691"/>
                    <a:pt x="28193" y="115856"/>
                  </a:cubicBezTo>
                  <a:cubicBezTo>
                    <a:pt x="19214" y="116044"/>
                    <a:pt x="15042" y="118613"/>
                    <a:pt x="14335" y="127569"/>
                  </a:cubicBezTo>
                  <a:cubicBezTo>
                    <a:pt x="13510" y="137586"/>
                    <a:pt x="14618" y="147744"/>
                    <a:pt x="14241" y="157831"/>
                  </a:cubicBezTo>
                  <a:cubicBezTo>
                    <a:pt x="13817" y="169096"/>
                    <a:pt x="11648" y="179608"/>
                    <a:pt x="2858" y="188210"/>
                  </a:cubicBezTo>
                  <a:close/>
                  <a:moveTo>
                    <a:pt x="28688" y="124552"/>
                  </a:moveTo>
                  <a:cubicBezTo>
                    <a:pt x="34203" y="127711"/>
                    <a:pt x="39341" y="131599"/>
                    <a:pt x="44455" y="135417"/>
                  </a:cubicBezTo>
                  <a:cubicBezTo>
                    <a:pt x="50560" y="139990"/>
                    <a:pt x="56051" y="145552"/>
                    <a:pt x="62579" y="149393"/>
                  </a:cubicBezTo>
                  <a:cubicBezTo>
                    <a:pt x="69862" y="153683"/>
                    <a:pt x="76414" y="151279"/>
                    <a:pt x="79337" y="143265"/>
                  </a:cubicBezTo>
                  <a:cubicBezTo>
                    <a:pt x="85700" y="125896"/>
                    <a:pt x="86030" y="107890"/>
                    <a:pt x="82118" y="89954"/>
                  </a:cubicBezTo>
                  <a:cubicBezTo>
                    <a:pt x="80751" y="83685"/>
                    <a:pt x="75801" y="80668"/>
                    <a:pt x="68990" y="82530"/>
                  </a:cubicBezTo>
                  <a:cubicBezTo>
                    <a:pt x="64724" y="83685"/>
                    <a:pt x="60529" y="85311"/>
                    <a:pt x="56193" y="86113"/>
                  </a:cubicBezTo>
                  <a:cubicBezTo>
                    <a:pt x="49829" y="87267"/>
                    <a:pt x="46883" y="84793"/>
                    <a:pt x="47873" y="78547"/>
                  </a:cubicBezTo>
                  <a:cubicBezTo>
                    <a:pt x="50583" y="61342"/>
                    <a:pt x="55768" y="44868"/>
                    <a:pt x="64913" y="29973"/>
                  </a:cubicBezTo>
                  <a:cubicBezTo>
                    <a:pt x="70333" y="21158"/>
                    <a:pt x="76791" y="21323"/>
                    <a:pt x="80373" y="30869"/>
                  </a:cubicBezTo>
                  <a:cubicBezTo>
                    <a:pt x="84498" y="41851"/>
                    <a:pt x="87845" y="53400"/>
                    <a:pt x="89518" y="65019"/>
                  </a:cubicBezTo>
                  <a:cubicBezTo>
                    <a:pt x="93289" y="90920"/>
                    <a:pt x="95811" y="116987"/>
                    <a:pt x="98521" y="140319"/>
                  </a:cubicBezTo>
                  <a:cubicBezTo>
                    <a:pt x="97531" y="149558"/>
                    <a:pt x="97932" y="156299"/>
                    <a:pt x="95811" y="162144"/>
                  </a:cubicBezTo>
                  <a:cubicBezTo>
                    <a:pt x="94373" y="166127"/>
                    <a:pt x="89801" y="170958"/>
                    <a:pt x="85936" y="171689"/>
                  </a:cubicBezTo>
                  <a:cubicBezTo>
                    <a:pt x="69414" y="174753"/>
                    <a:pt x="52940" y="174376"/>
                    <a:pt x="37856" y="165184"/>
                  </a:cubicBezTo>
                  <a:cubicBezTo>
                    <a:pt x="24493" y="157029"/>
                    <a:pt x="20769" y="144043"/>
                    <a:pt x="20322" y="129667"/>
                  </a:cubicBezTo>
                  <a:cubicBezTo>
                    <a:pt x="20157" y="124269"/>
                    <a:pt x="23645" y="121653"/>
                    <a:pt x="28688" y="12455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05" name="Google Shape;3005;p57"/>
            <p:cNvSpPr/>
            <p:nvPr/>
          </p:nvSpPr>
          <p:spPr>
            <a:xfrm>
              <a:off x="858634" y="3448973"/>
              <a:ext cx="234682" cy="295687"/>
            </a:xfrm>
            <a:custGeom>
              <a:rect b="b" l="l" r="r" t="t"/>
              <a:pathLst>
                <a:path extrusionOk="0" h="295687" w="234682">
                  <a:moveTo>
                    <a:pt x="136921" y="122248"/>
                  </a:moveTo>
                  <a:cubicBezTo>
                    <a:pt x="124524" y="118336"/>
                    <a:pt x="116864" y="124346"/>
                    <a:pt x="115686" y="137497"/>
                  </a:cubicBezTo>
                  <a:cubicBezTo>
                    <a:pt x="114673" y="148692"/>
                    <a:pt x="111373" y="158567"/>
                    <a:pt x="104090" y="167287"/>
                  </a:cubicBezTo>
                  <a:cubicBezTo>
                    <a:pt x="82361" y="193307"/>
                    <a:pt x="55563" y="209545"/>
                    <a:pt x="21060" y="211737"/>
                  </a:cubicBezTo>
                  <a:cubicBezTo>
                    <a:pt x="7555" y="212585"/>
                    <a:pt x="2087" y="217111"/>
                    <a:pt x="437" y="229484"/>
                  </a:cubicBezTo>
                  <a:cubicBezTo>
                    <a:pt x="-482" y="236437"/>
                    <a:pt x="178" y="243790"/>
                    <a:pt x="1215" y="250790"/>
                  </a:cubicBezTo>
                  <a:cubicBezTo>
                    <a:pt x="2771" y="261254"/>
                    <a:pt x="8121" y="268042"/>
                    <a:pt x="19810" y="269385"/>
                  </a:cubicBezTo>
                  <a:cubicBezTo>
                    <a:pt x="29803" y="270540"/>
                    <a:pt x="32891" y="275230"/>
                    <a:pt x="34258" y="285129"/>
                  </a:cubicBezTo>
                  <a:cubicBezTo>
                    <a:pt x="34753" y="288758"/>
                    <a:pt x="36850" y="292175"/>
                    <a:pt x="38217" y="295687"/>
                  </a:cubicBezTo>
                  <a:cubicBezTo>
                    <a:pt x="38948" y="295522"/>
                    <a:pt x="39702" y="295334"/>
                    <a:pt x="40433" y="295169"/>
                  </a:cubicBezTo>
                  <a:cubicBezTo>
                    <a:pt x="40951" y="294155"/>
                    <a:pt x="41705" y="293189"/>
                    <a:pt x="41941" y="292105"/>
                  </a:cubicBezTo>
                  <a:cubicBezTo>
                    <a:pt x="45193" y="276950"/>
                    <a:pt x="44557" y="262079"/>
                    <a:pt x="37628" y="248032"/>
                  </a:cubicBezTo>
                  <a:cubicBezTo>
                    <a:pt x="36261" y="245298"/>
                    <a:pt x="32891" y="242588"/>
                    <a:pt x="29945" y="241787"/>
                  </a:cubicBezTo>
                  <a:cubicBezTo>
                    <a:pt x="24807" y="240443"/>
                    <a:pt x="23676" y="236814"/>
                    <a:pt x="25420" y="233538"/>
                  </a:cubicBezTo>
                  <a:cubicBezTo>
                    <a:pt x="28154" y="228353"/>
                    <a:pt x="32419" y="223969"/>
                    <a:pt x="36049" y="219232"/>
                  </a:cubicBezTo>
                  <a:cubicBezTo>
                    <a:pt x="39749" y="222131"/>
                    <a:pt x="43473" y="224982"/>
                    <a:pt x="47150" y="227928"/>
                  </a:cubicBezTo>
                  <a:cubicBezTo>
                    <a:pt x="47715" y="228376"/>
                    <a:pt x="48045" y="229107"/>
                    <a:pt x="48493" y="229696"/>
                  </a:cubicBezTo>
                  <a:cubicBezTo>
                    <a:pt x="53607" y="236224"/>
                    <a:pt x="58533" y="237851"/>
                    <a:pt x="65910" y="233797"/>
                  </a:cubicBezTo>
                  <a:cubicBezTo>
                    <a:pt x="72108" y="230380"/>
                    <a:pt x="77529" y="225525"/>
                    <a:pt x="83398" y="221447"/>
                  </a:cubicBezTo>
                  <a:cubicBezTo>
                    <a:pt x="94074" y="213976"/>
                    <a:pt x="104468" y="206010"/>
                    <a:pt x="115686" y="199458"/>
                  </a:cubicBezTo>
                  <a:cubicBezTo>
                    <a:pt x="120447" y="196653"/>
                    <a:pt x="127399" y="194886"/>
                    <a:pt x="132608" y="196041"/>
                  </a:cubicBezTo>
                  <a:cubicBezTo>
                    <a:pt x="146773" y="199175"/>
                    <a:pt x="157166" y="195923"/>
                    <a:pt x="165038" y="183432"/>
                  </a:cubicBezTo>
                  <a:cubicBezTo>
                    <a:pt x="169398" y="176502"/>
                    <a:pt x="173805" y="176785"/>
                    <a:pt x="179132" y="183149"/>
                  </a:cubicBezTo>
                  <a:cubicBezTo>
                    <a:pt x="184882" y="190031"/>
                    <a:pt x="186839" y="190172"/>
                    <a:pt x="190185" y="181381"/>
                  </a:cubicBezTo>
                  <a:cubicBezTo>
                    <a:pt x="195347" y="167829"/>
                    <a:pt x="200108" y="154018"/>
                    <a:pt x="203525" y="139948"/>
                  </a:cubicBezTo>
                  <a:cubicBezTo>
                    <a:pt x="214201" y="95876"/>
                    <a:pt x="224171" y="51638"/>
                    <a:pt x="234352" y="7448"/>
                  </a:cubicBezTo>
                  <a:cubicBezTo>
                    <a:pt x="234800" y="5468"/>
                    <a:pt x="234588" y="3323"/>
                    <a:pt x="234682" y="1249"/>
                  </a:cubicBezTo>
                  <a:cubicBezTo>
                    <a:pt x="233904" y="825"/>
                    <a:pt x="233150" y="424"/>
                    <a:pt x="232373" y="0"/>
                  </a:cubicBezTo>
                  <a:cubicBezTo>
                    <a:pt x="227871" y="5916"/>
                    <a:pt x="222545" y="11407"/>
                    <a:pt x="219009" y="17865"/>
                  </a:cubicBezTo>
                  <a:cubicBezTo>
                    <a:pt x="205740" y="42022"/>
                    <a:pt x="197044" y="67994"/>
                    <a:pt x="191835" y="94980"/>
                  </a:cubicBezTo>
                  <a:cubicBezTo>
                    <a:pt x="189573" y="106693"/>
                    <a:pt x="189243" y="118831"/>
                    <a:pt x="188842" y="130827"/>
                  </a:cubicBezTo>
                  <a:cubicBezTo>
                    <a:pt x="188724" y="134575"/>
                    <a:pt x="191222" y="138416"/>
                    <a:pt x="193343" y="144615"/>
                  </a:cubicBezTo>
                  <a:cubicBezTo>
                    <a:pt x="187286" y="142258"/>
                    <a:pt x="183303" y="140773"/>
                    <a:pt x="179391" y="139170"/>
                  </a:cubicBezTo>
                  <a:cubicBezTo>
                    <a:pt x="165227" y="133443"/>
                    <a:pt x="151416" y="126797"/>
                    <a:pt x="136921" y="122248"/>
                  </a:cubicBezTo>
                  <a:close/>
                  <a:moveTo>
                    <a:pt x="135248" y="182041"/>
                  </a:moveTo>
                  <a:cubicBezTo>
                    <a:pt x="131170" y="182677"/>
                    <a:pt x="128601" y="181169"/>
                    <a:pt x="129120" y="177021"/>
                  </a:cubicBezTo>
                  <a:cubicBezTo>
                    <a:pt x="130840" y="163045"/>
                    <a:pt x="137251" y="151237"/>
                    <a:pt x="147362" y="141669"/>
                  </a:cubicBezTo>
                  <a:cubicBezTo>
                    <a:pt x="149129" y="139995"/>
                    <a:pt x="154149" y="139406"/>
                    <a:pt x="156011" y="140702"/>
                  </a:cubicBezTo>
                  <a:cubicBezTo>
                    <a:pt x="159099" y="142847"/>
                    <a:pt x="160819" y="146948"/>
                    <a:pt x="161880" y="148433"/>
                  </a:cubicBezTo>
                  <a:cubicBezTo>
                    <a:pt x="161903" y="162079"/>
                    <a:pt x="146207" y="180297"/>
                    <a:pt x="135248" y="1820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06" name="Google Shape;3006;p57"/>
            <p:cNvSpPr/>
            <p:nvPr/>
          </p:nvSpPr>
          <p:spPr>
            <a:xfrm>
              <a:off x="719618" y="2154563"/>
              <a:ext cx="409209" cy="90285"/>
            </a:xfrm>
            <a:custGeom>
              <a:rect b="b" l="l" r="r" t="t"/>
              <a:pathLst>
                <a:path extrusionOk="0" h="90285" w="409209">
                  <a:moveTo>
                    <a:pt x="20080" y="18990"/>
                  </a:moveTo>
                  <a:cubicBezTo>
                    <a:pt x="45086" y="19108"/>
                    <a:pt x="70116" y="18000"/>
                    <a:pt x="95098" y="18731"/>
                  </a:cubicBezTo>
                  <a:cubicBezTo>
                    <a:pt x="121188" y="19485"/>
                    <a:pt x="147749" y="15502"/>
                    <a:pt x="172944" y="27687"/>
                  </a:cubicBezTo>
                  <a:cubicBezTo>
                    <a:pt x="179779" y="30986"/>
                    <a:pt x="189394" y="28936"/>
                    <a:pt x="197714" y="28653"/>
                  </a:cubicBezTo>
                  <a:cubicBezTo>
                    <a:pt x="207071" y="28347"/>
                    <a:pt x="216404" y="26791"/>
                    <a:pt x="225737" y="26673"/>
                  </a:cubicBezTo>
                  <a:cubicBezTo>
                    <a:pt x="231652" y="26603"/>
                    <a:pt x="238228" y="27899"/>
                    <a:pt x="239878" y="34993"/>
                  </a:cubicBezTo>
                  <a:cubicBezTo>
                    <a:pt x="241362" y="41427"/>
                    <a:pt x="245463" y="45080"/>
                    <a:pt x="250978" y="46754"/>
                  </a:cubicBezTo>
                  <a:cubicBezTo>
                    <a:pt x="258473" y="49016"/>
                    <a:pt x="266274" y="51255"/>
                    <a:pt x="274028" y="51585"/>
                  </a:cubicBezTo>
                  <a:cubicBezTo>
                    <a:pt x="299647" y="52646"/>
                    <a:pt x="323616" y="59292"/>
                    <a:pt x="346430" y="70722"/>
                  </a:cubicBezTo>
                  <a:cubicBezTo>
                    <a:pt x="356140" y="75577"/>
                    <a:pt x="365709" y="80857"/>
                    <a:pt x="375796" y="84769"/>
                  </a:cubicBezTo>
                  <a:cubicBezTo>
                    <a:pt x="383267" y="87668"/>
                    <a:pt x="391374" y="89553"/>
                    <a:pt x="399340" y="90237"/>
                  </a:cubicBezTo>
                  <a:cubicBezTo>
                    <a:pt x="406859" y="90873"/>
                    <a:pt x="410936" y="85240"/>
                    <a:pt x="408509" y="77981"/>
                  </a:cubicBezTo>
                  <a:cubicBezTo>
                    <a:pt x="406293" y="71312"/>
                    <a:pt x="402805" y="64948"/>
                    <a:pt x="399034" y="58985"/>
                  </a:cubicBezTo>
                  <a:cubicBezTo>
                    <a:pt x="397596" y="56699"/>
                    <a:pt x="393920" y="55073"/>
                    <a:pt x="391021" y="54602"/>
                  </a:cubicBezTo>
                  <a:cubicBezTo>
                    <a:pt x="382748" y="53282"/>
                    <a:pt x="374217" y="53376"/>
                    <a:pt x="366015" y="51703"/>
                  </a:cubicBezTo>
                  <a:cubicBezTo>
                    <a:pt x="344309" y="47248"/>
                    <a:pt x="322532" y="42912"/>
                    <a:pt x="301202" y="37043"/>
                  </a:cubicBezTo>
                  <a:cubicBezTo>
                    <a:pt x="288145" y="33461"/>
                    <a:pt x="287179" y="28017"/>
                    <a:pt x="294815" y="17010"/>
                  </a:cubicBezTo>
                  <a:cubicBezTo>
                    <a:pt x="300377" y="8997"/>
                    <a:pt x="299458" y="5344"/>
                    <a:pt x="289795" y="4001"/>
                  </a:cubicBezTo>
                  <a:cubicBezTo>
                    <a:pt x="274664" y="1880"/>
                    <a:pt x="259345" y="65"/>
                    <a:pt x="244120" y="18"/>
                  </a:cubicBezTo>
                  <a:cubicBezTo>
                    <a:pt x="200307" y="-53"/>
                    <a:pt x="156446" y="18"/>
                    <a:pt x="112656" y="1597"/>
                  </a:cubicBezTo>
                  <a:cubicBezTo>
                    <a:pt x="81310" y="2704"/>
                    <a:pt x="50035" y="6145"/>
                    <a:pt x="18784" y="8950"/>
                  </a:cubicBezTo>
                  <a:cubicBezTo>
                    <a:pt x="12444" y="9516"/>
                    <a:pt x="6246" y="11849"/>
                    <a:pt x="0" y="13357"/>
                  </a:cubicBezTo>
                  <a:cubicBezTo>
                    <a:pt x="71" y="14441"/>
                    <a:pt x="118" y="15526"/>
                    <a:pt x="189" y="16586"/>
                  </a:cubicBezTo>
                  <a:cubicBezTo>
                    <a:pt x="6835" y="17411"/>
                    <a:pt x="13457" y="18943"/>
                    <a:pt x="20080" y="1899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07" name="Google Shape;3007;p57"/>
            <p:cNvSpPr/>
            <p:nvPr/>
          </p:nvSpPr>
          <p:spPr>
            <a:xfrm>
              <a:off x="288460" y="2544271"/>
              <a:ext cx="355244" cy="424215"/>
            </a:xfrm>
            <a:custGeom>
              <a:rect b="b" l="l" r="r" t="t"/>
              <a:pathLst>
                <a:path extrusionOk="0" h="424215" w="355244">
                  <a:moveTo>
                    <a:pt x="64978" y="294991"/>
                  </a:moveTo>
                  <a:cubicBezTo>
                    <a:pt x="80226" y="264517"/>
                    <a:pt x="96536" y="234562"/>
                    <a:pt x="113151" y="204795"/>
                  </a:cubicBezTo>
                  <a:cubicBezTo>
                    <a:pt x="137474" y="161265"/>
                    <a:pt x="172496" y="127209"/>
                    <a:pt x="210747" y="96004"/>
                  </a:cubicBezTo>
                  <a:cubicBezTo>
                    <a:pt x="239995" y="72153"/>
                    <a:pt x="270705" y="50918"/>
                    <a:pt x="305115" y="34986"/>
                  </a:cubicBezTo>
                  <a:cubicBezTo>
                    <a:pt x="319138" y="28505"/>
                    <a:pt x="331935" y="19266"/>
                    <a:pt x="345039" y="10876"/>
                  </a:cubicBezTo>
                  <a:cubicBezTo>
                    <a:pt x="348480" y="8684"/>
                    <a:pt x="350978" y="5031"/>
                    <a:pt x="355244" y="694"/>
                  </a:cubicBezTo>
                  <a:cubicBezTo>
                    <a:pt x="344144" y="-1710"/>
                    <a:pt x="336955" y="2627"/>
                    <a:pt x="329932" y="6092"/>
                  </a:cubicBezTo>
                  <a:cubicBezTo>
                    <a:pt x="284563" y="28387"/>
                    <a:pt x="242588" y="56292"/>
                    <a:pt x="200377" y="83937"/>
                  </a:cubicBezTo>
                  <a:cubicBezTo>
                    <a:pt x="132171" y="128623"/>
                    <a:pt x="89253" y="191550"/>
                    <a:pt x="62692" y="267251"/>
                  </a:cubicBezTo>
                  <a:cubicBezTo>
                    <a:pt x="60641" y="273073"/>
                    <a:pt x="56116" y="278116"/>
                    <a:pt x="52345" y="283231"/>
                  </a:cubicBezTo>
                  <a:cubicBezTo>
                    <a:pt x="47655" y="289570"/>
                    <a:pt x="41810" y="295133"/>
                    <a:pt x="37780" y="301826"/>
                  </a:cubicBezTo>
                  <a:cubicBezTo>
                    <a:pt x="22272" y="327445"/>
                    <a:pt x="12915" y="355491"/>
                    <a:pt x="6882" y="384668"/>
                  </a:cubicBezTo>
                  <a:cubicBezTo>
                    <a:pt x="4219" y="397607"/>
                    <a:pt x="2263" y="410688"/>
                    <a:pt x="0" y="423697"/>
                  </a:cubicBezTo>
                  <a:cubicBezTo>
                    <a:pt x="848" y="423862"/>
                    <a:pt x="1673" y="424051"/>
                    <a:pt x="2522" y="424216"/>
                  </a:cubicBezTo>
                  <a:cubicBezTo>
                    <a:pt x="3983" y="421411"/>
                    <a:pt x="5515" y="418630"/>
                    <a:pt x="6882" y="415778"/>
                  </a:cubicBezTo>
                  <a:cubicBezTo>
                    <a:pt x="26184" y="375500"/>
                    <a:pt x="44992" y="334939"/>
                    <a:pt x="64978" y="2949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08" name="Google Shape;3008;p57"/>
            <p:cNvSpPr/>
            <p:nvPr/>
          </p:nvSpPr>
          <p:spPr>
            <a:xfrm>
              <a:off x="1133971" y="2516189"/>
              <a:ext cx="242198" cy="173723"/>
            </a:xfrm>
            <a:custGeom>
              <a:rect b="b" l="l" r="r" t="t"/>
              <a:pathLst>
                <a:path extrusionOk="0" h="173723" w="242198">
                  <a:moveTo>
                    <a:pt x="186142" y="76927"/>
                  </a:moveTo>
                  <a:cubicBezTo>
                    <a:pt x="190832" y="81310"/>
                    <a:pt x="196324" y="84869"/>
                    <a:pt x="200778" y="89465"/>
                  </a:cubicBezTo>
                  <a:cubicBezTo>
                    <a:pt x="204832" y="93637"/>
                    <a:pt x="208791" y="98280"/>
                    <a:pt x="211337" y="103441"/>
                  </a:cubicBezTo>
                  <a:cubicBezTo>
                    <a:pt x="213976" y="108791"/>
                    <a:pt x="209569" y="113293"/>
                    <a:pt x="203700" y="111973"/>
                  </a:cubicBezTo>
                  <a:cubicBezTo>
                    <a:pt x="200354" y="111219"/>
                    <a:pt x="196842" y="110394"/>
                    <a:pt x="193896" y="108744"/>
                  </a:cubicBezTo>
                  <a:cubicBezTo>
                    <a:pt x="166981" y="93684"/>
                    <a:pt x="139995" y="78765"/>
                    <a:pt x="113410" y="63139"/>
                  </a:cubicBezTo>
                  <a:cubicBezTo>
                    <a:pt x="82300" y="44874"/>
                    <a:pt x="51685" y="25831"/>
                    <a:pt x="20622" y="7495"/>
                  </a:cubicBezTo>
                  <a:cubicBezTo>
                    <a:pt x="14872" y="4101"/>
                    <a:pt x="8084" y="2451"/>
                    <a:pt x="1791" y="0"/>
                  </a:cubicBezTo>
                  <a:cubicBezTo>
                    <a:pt x="1202" y="943"/>
                    <a:pt x="589" y="1862"/>
                    <a:pt x="0" y="2805"/>
                  </a:cubicBezTo>
                  <a:cubicBezTo>
                    <a:pt x="3111" y="6151"/>
                    <a:pt x="5868" y="9922"/>
                    <a:pt x="9404" y="12750"/>
                  </a:cubicBezTo>
                  <a:cubicBezTo>
                    <a:pt x="22508" y="23285"/>
                    <a:pt x="35517" y="34033"/>
                    <a:pt x="49211" y="43743"/>
                  </a:cubicBezTo>
                  <a:cubicBezTo>
                    <a:pt x="104902" y="83196"/>
                    <a:pt x="160830" y="122343"/>
                    <a:pt x="216710" y="161513"/>
                  </a:cubicBezTo>
                  <a:cubicBezTo>
                    <a:pt x="222555" y="165614"/>
                    <a:pt x="228706" y="169361"/>
                    <a:pt x="234952" y="172849"/>
                  </a:cubicBezTo>
                  <a:cubicBezTo>
                    <a:pt x="236649" y="173792"/>
                    <a:pt x="239760" y="174099"/>
                    <a:pt x="241103" y="173132"/>
                  </a:cubicBezTo>
                  <a:cubicBezTo>
                    <a:pt x="242258" y="172307"/>
                    <a:pt x="242376" y="169149"/>
                    <a:pt x="242022" y="167193"/>
                  </a:cubicBezTo>
                  <a:cubicBezTo>
                    <a:pt x="241245" y="163092"/>
                    <a:pt x="240160" y="158991"/>
                    <a:pt x="238629" y="155126"/>
                  </a:cubicBezTo>
                  <a:cubicBezTo>
                    <a:pt x="228494" y="129272"/>
                    <a:pt x="221306" y="102710"/>
                    <a:pt x="218289" y="75041"/>
                  </a:cubicBezTo>
                  <a:cubicBezTo>
                    <a:pt x="216993" y="63257"/>
                    <a:pt x="211784" y="59510"/>
                    <a:pt x="200377" y="62055"/>
                  </a:cubicBezTo>
                  <a:cubicBezTo>
                    <a:pt x="195899" y="63045"/>
                    <a:pt x="191610" y="65308"/>
                    <a:pt x="187438" y="67382"/>
                  </a:cubicBezTo>
                  <a:cubicBezTo>
                    <a:pt x="182630" y="69786"/>
                    <a:pt x="182489" y="73509"/>
                    <a:pt x="186142" y="7692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09" name="Google Shape;3009;p57"/>
            <p:cNvSpPr/>
            <p:nvPr/>
          </p:nvSpPr>
          <p:spPr>
            <a:xfrm>
              <a:off x="434135" y="2112369"/>
              <a:ext cx="278034" cy="117825"/>
            </a:xfrm>
            <a:custGeom>
              <a:rect b="b" l="l" r="r" t="t"/>
              <a:pathLst>
                <a:path extrusionOk="0" h="117825" w="278034">
                  <a:moveTo>
                    <a:pt x="19397" y="115391"/>
                  </a:moveTo>
                  <a:cubicBezTo>
                    <a:pt x="83785" y="94251"/>
                    <a:pt x="148197" y="73157"/>
                    <a:pt x="212421" y="51474"/>
                  </a:cubicBezTo>
                  <a:cubicBezTo>
                    <a:pt x="232006" y="44875"/>
                    <a:pt x="251238" y="37051"/>
                    <a:pt x="270116" y="28684"/>
                  </a:cubicBezTo>
                  <a:cubicBezTo>
                    <a:pt x="279991" y="24300"/>
                    <a:pt x="280179" y="19516"/>
                    <a:pt x="273180" y="11479"/>
                  </a:cubicBezTo>
                  <a:cubicBezTo>
                    <a:pt x="270917" y="8887"/>
                    <a:pt x="268466" y="6388"/>
                    <a:pt x="265779" y="4244"/>
                  </a:cubicBezTo>
                  <a:cubicBezTo>
                    <a:pt x="257719" y="-2214"/>
                    <a:pt x="253217" y="-1177"/>
                    <a:pt x="246288" y="6506"/>
                  </a:cubicBezTo>
                  <a:cubicBezTo>
                    <a:pt x="241763" y="11526"/>
                    <a:pt x="236555" y="16923"/>
                    <a:pt x="230521" y="19351"/>
                  </a:cubicBezTo>
                  <a:cubicBezTo>
                    <a:pt x="210417" y="27411"/>
                    <a:pt x="190078" y="35071"/>
                    <a:pt x="169361" y="41269"/>
                  </a:cubicBezTo>
                  <a:cubicBezTo>
                    <a:pt x="140750" y="49825"/>
                    <a:pt x="111643" y="56777"/>
                    <a:pt x="81664" y="58309"/>
                  </a:cubicBezTo>
                  <a:cubicBezTo>
                    <a:pt x="73297" y="58733"/>
                    <a:pt x="64836" y="57154"/>
                    <a:pt x="56022" y="56471"/>
                  </a:cubicBezTo>
                  <a:cubicBezTo>
                    <a:pt x="56257" y="57390"/>
                    <a:pt x="56422" y="58781"/>
                    <a:pt x="56941" y="60030"/>
                  </a:cubicBezTo>
                  <a:cubicBezTo>
                    <a:pt x="62385" y="72945"/>
                    <a:pt x="61065" y="78436"/>
                    <a:pt x="48951" y="85790"/>
                  </a:cubicBezTo>
                  <a:cubicBezTo>
                    <a:pt x="41622" y="90244"/>
                    <a:pt x="33278" y="92978"/>
                    <a:pt x="25689" y="97079"/>
                  </a:cubicBezTo>
                  <a:cubicBezTo>
                    <a:pt x="17676" y="101392"/>
                    <a:pt x="9993" y="106271"/>
                    <a:pt x="2310" y="111173"/>
                  </a:cubicBezTo>
                  <a:cubicBezTo>
                    <a:pt x="1108" y="111950"/>
                    <a:pt x="754" y="114048"/>
                    <a:pt x="0" y="115509"/>
                  </a:cubicBezTo>
                  <a:cubicBezTo>
                    <a:pt x="1626" y="116334"/>
                    <a:pt x="3323" y="117937"/>
                    <a:pt x="4879" y="117819"/>
                  </a:cubicBezTo>
                  <a:cubicBezTo>
                    <a:pt x="9781" y="117371"/>
                    <a:pt x="14777" y="116900"/>
                    <a:pt x="19397" y="1153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10" name="Google Shape;3010;p57"/>
            <p:cNvSpPr/>
            <p:nvPr/>
          </p:nvSpPr>
          <p:spPr>
            <a:xfrm>
              <a:off x="1170871" y="3380907"/>
              <a:ext cx="64372" cy="255206"/>
            </a:xfrm>
            <a:custGeom>
              <a:rect b="b" l="l" r="r" t="t"/>
              <a:pathLst>
                <a:path extrusionOk="0" h="255206" w="64372">
                  <a:moveTo>
                    <a:pt x="38730" y="250413"/>
                  </a:moveTo>
                  <a:cubicBezTo>
                    <a:pt x="42030" y="243696"/>
                    <a:pt x="44693" y="236319"/>
                    <a:pt x="45753" y="228942"/>
                  </a:cubicBezTo>
                  <a:cubicBezTo>
                    <a:pt x="48110" y="212821"/>
                    <a:pt x="48110" y="196300"/>
                    <a:pt x="51221" y="180344"/>
                  </a:cubicBezTo>
                  <a:cubicBezTo>
                    <a:pt x="59282" y="138935"/>
                    <a:pt x="62605" y="97148"/>
                    <a:pt x="64372" y="55008"/>
                  </a:cubicBezTo>
                  <a:cubicBezTo>
                    <a:pt x="63170" y="39500"/>
                    <a:pt x="62181" y="23945"/>
                    <a:pt x="60601" y="8485"/>
                  </a:cubicBezTo>
                  <a:cubicBezTo>
                    <a:pt x="60295" y="5538"/>
                    <a:pt x="57655" y="2828"/>
                    <a:pt x="56076" y="0"/>
                  </a:cubicBezTo>
                  <a:cubicBezTo>
                    <a:pt x="53649" y="2498"/>
                    <a:pt x="51103" y="4879"/>
                    <a:pt x="48888" y="7542"/>
                  </a:cubicBezTo>
                  <a:cubicBezTo>
                    <a:pt x="48016" y="8602"/>
                    <a:pt x="47710" y="10276"/>
                    <a:pt x="47521" y="11713"/>
                  </a:cubicBezTo>
                  <a:cubicBezTo>
                    <a:pt x="46461" y="19279"/>
                    <a:pt x="45895" y="26915"/>
                    <a:pt x="44410" y="34386"/>
                  </a:cubicBezTo>
                  <a:cubicBezTo>
                    <a:pt x="42619" y="43318"/>
                    <a:pt x="38377" y="51308"/>
                    <a:pt x="28690" y="53029"/>
                  </a:cubicBezTo>
                  <a:cubicBezTo>
                    <a:pt x="21596" y="54278"/>
                    <a:pt x="17448" y="58143"/>
                    <a:pt x="14738" y="63799"/>
                  </a:cubicBezTo>
                  <a:cubicBezTo>
                    <a:pt x="2529" y="89300"/>
                    <a:pt x="-2726" y="116121"/>
                    <a:pt x="1374" y="144332"/>
                  </a:cubicBezTo>
                  <a:cubicBezTo>
                    <a:pt x="2105" y="149352"/>
                    <a:pt x="3307" y="155951"/>
                    <a:pt x="9529" y="155645"/>
                  </a:cubicBezTo>
                  <a:cubicBezTo>
                    <a:pt x="11933" y="155527"/>
                    <a:pt x="15374" y="148786"/>
                    <a:pt x="15987" y="144709"/>
                  </a:cubicBezTo>
                  <a:cubicBezTo>
                    <a:pt x="17707" y="132996"/>
                    <a:pt x="17377" y="120952"/>
                    <a:pt x="19451" y="109333"/>
                  </a:cubicBezTo>
                  <a:cubicBezTo>
                    <a:pt x="21313" y="98798"/>
                    <a:pt x="24966" y="88522"/>
                    <a:pt x="28549" y="78364"/>
                  </a:cubicBezTo>
                  <a:cubicBezTo>
                    <a:pt x="29397" y="75937"/>
                    <a:pt x="33121" y="74546"/>
                    <a:pt x="35525" y="72661"/>
                  </a:cubicBezTo>
                  <a:cubicBezTo>
                    <a:pt x="36986" y="75371"/>
                    <a:pt x="39319" y="77964"/>
                    <a:pt x="39720" y="80815"/>
                  </a:cubicBezTo>
                  <a:cubicBezTo>
                    <a:pt x="40757" y="88145"/>
                    <a:pt x="41629" y="95616"/>
                    <a:pt x="41370" y="102993"/>
                  </a:cubicBezTo>
                  <a:cubicBezTo>
                    <a:pt x="39956" y="143318"/>
                    <a:pt x="35572" y="183267"/>
                    <a:pt x="25673" y="222508"/>
                  </a:cubicBezTo>
                  <a:cubicBezTo>
                    <a:pt x="23764" y="230073"/>
                    <a:pt x="22515" y="238039"/>
                    <a:pt x="22562" y="245793"/>
                  </a:cubicBezTo>
                  <a:cubicBezTo>
                    <a:pt x="22586" y="249046"/>
                    <a:pt x="26192" y="253853"/>
                    <a:pt x="29279" y="255032"/>
                  </a:cubicBezTo>
                  <a:cubicBezTo>
                    <a:pt x="31613" y="255951"/>
                    <a:pt x="37410" y="253076"/>
                    <a:pt x="38730" y="25041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11" name="Google Shape;3011;p57"/>
            <p:cNvSpPr/>
            <p:nvPr/>
          </p:nvSpPr>
          <p:spPr>
            <a:xfrm>
              <a:off x="383276" y="2786340"/>
              <a:ext cx="130642" cy="246511"/>
            </a:xfrm>
            <a:custGeom>
              <a:rect b="b" l="l" r="r" t="t"/>
              <a:pathLst>
                <a:path extrusionOk="0" h="246511" w="130642">
                  <a:moveTo>
                    <a:pt x="14611" y="120233"/>
                  </a:moveTo>
                  <a:cubicBezTo>
                    <a:pt x="20291" y="111913"/>
                    <a:pt x="24250" y="102438"/>
                    <a:pt x="29742" y="93954"/>
                  </a:cubicBezTo>
                  <a:cubicBezTo>
                    <a:pt x="35068" y="85705"/>
                    <a:pt x="40866" y="77598"/>
                    <a:pt x="47630" y="70527"/>
                  </a:cubicBezTo>
                  <a:cubicBezTo>
                    <a:pt x="49869" y="68194"/>
                    <a:pt x="55997" y="68288"/>
                    <a:pt x="59768" y="69349"/>
                  </a:cubicBezTo>
                  <a:cubicBezTo>
                    <a:pt x="61394" y="69797"/>
                    <a:pt x="62266" y="75547"/>
                    <a:pt x="62148" y="78847"/>
                  </a:cubicBezTo>
                  <a:cubicBezTo>
                    <a:pt x="62030" y="82170"/>
                    <a:pt x="60569" y="85564"/>
                    <a:pt x="59131" y="88675"/>
                  </a:cubicBezTo>
                  <a:cubicBezTo>
                    <a:pt x="53616" y="100529"/>
                    <a:pt x="48219" y="112479"/>
                    <a:pt x="42115" y="124027"/>
                  </a:cubicBezTo>
                  <a:cubicBezTo>
                    <a:pt x="25782" y="154925"/>
                    <a:pt x="17958" y="187614"/>
                    <a:pt x="20574" y="222542"/>
                  </a:cubicBezTo>
                  <a:cubicBezTo>
                    <a:pt x="21139" y="230178"/>
                    <a:pt x="22648" y="237744"/>
                    <a:pt x="23897" y="246511"/>
                  </a:cubicBezTo>
                  <a:cubicBezTo>
                    <a:pt x="26536" y="244720"/>
                    <a:pt x="27762" y="244343"/>
                    <a:pt x="28045" y="243612"/>
                  </a:cubicBezTo>
                  <a:cubicBezTo>
                    <a:pt x="31556" y="234727"/>
                    <a:pt x="35846" y="226030"/>
                    <a:pt x="38203" y="216815"/>
                  </a:cubicBezTo>
                  <a:cubicBezTo>
                    <a:pt x="44637" y="191527"/>
                    <a:pt x="48313" y="165366"/>
                    <a:pt x="56610" y="140760"/>
                  </a:cubicBezTo>
                  <a:cubicBezTo>
                    <a:pt x="70138" y="100624"/>
                    <a:pt x="87036" y="61854"/>
                    <a:pt x="119584" y="32347"/>
                  </a:cubicBezTo>
                  <a:cubicBezTo>
                    <a:pt x="125971" y="26572"/>
                    <a:pt x="130826" y="19078"/>
                    <a:pt x="130637" y="9627"/>
                  </a:cubicBezTo>
                  <a:cubicBezTo>
                    <a:pt x="130496" y="1849"/>
                    <a:pt x="123402" y="-2487"/>
                    <a:pt x="116779" y="1519"/>
                  </a:cubicBezTo>
                  <a:cubicBezTo>
                    <a:pt x="113456" y="3523"/>
                    <a:pt x="110157" y="6162"/>
                    <a:pt x="107918" y="9273"/>
                  </a:cubicBezTo>
                  <a:cubicBezTo>
                    <a:pt x="101295" y="18488"/>
                    <a:pt x="95426" y="28246"/>
                    <a:pt x="88851" y="37484"/>
                  </a:cubicBezTo>
                  <a:cubicBezTo>
                    <a:pt x="84444" y="43683"/>
                    <a:pt x="80013" y="50141"/>
                    <a:pt x="74309" y="54972"/>
                  </a:cubicBezTo>
                  <a:cubicBezTo>
                    <a:pt x="71599" y="57282"/>
                    <a:pt x="64623" y="57989"/>
                    <a:pt x="61842" y="56103"/>
                  </a:cubicBezTo>
                  <a:cubicBezTo>
                    <a:pt x="53993" y="50824"/>
                    <a:pt x="46829" y="52002"/>
                    <a:pt x="40701" y="57093"/>
                  </a:cubicBezTo>
                  <a:cubicBezTo>
                    <a:pt x="31816" y="64447"/>
                    <a:pt x="22695" y="72177"/>
                    <a:pt x="16096" y="81463"/>
                  </a:cubicBezTo>
                  <a:cubicBezTo>
                    <a:pt x="9214" y="91102"/>
                    <a:pt x="4477" y="102533"/>
                    <a:pt x="352" y="113728"/>
                  </a:cubicBezTo>
                  <a:cubicBezTo>
                    <a:pt x="-1062" y="117593"/>
                    <a:pt x="2167" y="123155"/>
                    <a:pt x="3275" y="127939"/>
                  </a:cubicBezTo>
                  <a:cubicBezTo>
                    <a:pt x="7093" y="125441"/>
                    <a:pt x="12207" y="123744"/>
                    <a:pt x="14611" y="12023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12" name="Google Shape;3012;p57"/>
            <p:cNvSpPr/>
            <p:nvPr/>
          </p:nvSpPr>
          <p:spPr>
            <a:xfrm>
              <a:off x="395541" y="3043174"/>
              <a:ext cx="61705" cy="337316"/>
            </a:xfrm>
            <a:custGeom>
              <a:rect b="b" l="l" r="r" t="t"/>
              <a:pathLst>
                <a:path extrusionOk="0" h="337316" w="61705">
                  <a:moveTo>
                    <a:pt x="11044" y="214848"/>
                  </a:moveTo>
                  <a:cubicBezTo>
                    <a:pt x="17784" y="221824"/>
                    <a:pt x="18491" y="230733"/>
                    <a:pt x="20047" y="239359"/>
                  </a:cubicBezTo>
                  <a:cubicBezTo>
                    <a:pt x="25326" y="268725"/>
                    <a:pt x="30275" y="298138"/>
                    <a:pt x="35719" y="327481"/>
                  </a:cubicBezTo>
                  <a:cubicBezTo>
                    <a:pt x="37251" y="335800"/>
                    <a:pt x="52217" y="340443"/>
                    <a:pt x="58722" y="334905"/>
                  </a:cubicBezTo>
                  <a:cubicBezTo>
                    <a:pt x="60254" y="333609"/>
                    <a:pt x="61597" y="331205"/>
                    <a:pt x="61668" y="329296"/>
                  </a:cubicBezTo>
                  <a:cubicBezTo>
                    <a:pt x="61786" y="325430"/>
                    <a:pt x="61692" y="321259"/>
                    <a:pt x="60419" y="317676"/>
                  </a:cubicBezTo>
                  <a:cubicBezTo>
                    <a:pt x="47032" y="280698"/>
                    <a:pt x="36945" y="242847"/>
                    <a:pt x="31336" y="203960"/>
                  </a:cubicBezTo>
                  <a:cubicBezTo>
                    <a:pt x="27282" y="175866"/>
                    <a:pt x="24218" y="147608"/>
                    <a:pt x="21767" y="119350"/>
                  </a:cubicBezTo>
                  <a:cubicBezTo>
                    <a:pt x="19080" y="88569"/>
                    <a:pt x="17902" y="57671"/>
                    <a:pt x="15357" y="26868"/>
                  </a:cubicBezTo>
                  <a:cubicBezTo>
                    <a:pt x="14602" y="17818"/>
                    <a:pt x="11491" y="8956"/>
                    <a:pt x="9464" y="0"/>
                  </a:cubicBezTo>
                  <a:cubicBezTo>
                    <a:pt x="7933" y="71"/>
                    <a:pt x="6424" y="141"/>
                    <a:pt x="4892" y="189"/>
                  </a:cubicBezTo>
                  <a:cubicBezTo>
                    <a:pt x="3549" y="9993"/>
                    <a:pt x="1381" y="19750"/>
                    <a:pt x="956" y="29602"/>
                  </a:cubicBezTo>
                  <a:cubicBezTo>
                    <a:pt x="-1542" y="88546"/>
                    <a:pt x="838" y="147302"/>
                    <a:pt x="8286" y="205845"/>
                  </a:cubicBezTo>
                  <a:cubicBezTo>
                    <a:pt x="8663" y="208956"/>
                    <a:pt x="9087" y="212821"/>
                    <a:pt x="11044" y="21484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13" name="Google Shape;3013;p57"/>
            <p:cNvSpPr/>
            <p:nvPr/>
          </p:nvSpPr>
          <p:spPr>
            <a:xfrm>
              <a:off x="946077" y="3590547"/>
              <a:ext cx="147414" cy="163626"/>
            </a:xfrm>
            <a:custGeom>
              <a:rect b="b" l="l" r="r" t="t"/>
              <a:pathLst>
                <a:path extrusionOk="0" h="163626" w="147414">
                  <a:moveTo>
                    <a:pt x="6230" y="163516"/>
                  </a:moveTo>
                  <a:cubicBezTo>
                    <a:pt x="9836" y="163022"/>
                    <a:pt x="13489" y="161890"/>
                    <a:pt x="16788" y="160335"/>
                  </a:cubicBezTo>
                  <a:cubicBezTo>
                    <a:pt x="25697" y="156116"/>
                    <a:pt x="34252" y="151190"/>
                    <a:pt x="43255" y="147184"/>
                  </a:cubicBezTo>
                  <a:cubicBezTo>
                    <a:pt x="49265" y="144520"/>
                    <a:pt x="52565" y="146712"/>
                    <a:pt x="53908" y="153005"/>
                  </a:cubicBezTo>
                  <a:cubicBezTo>
                    <a:pt x="55817" y="161937"/>
                    <a:pt x="58386" y="163069"/>
                    <a:pt x="66494" y="158426"/>
                  </a:cubicBezTo>
                  <a:cubicBezTo>
                    <a:pt x="68850" y="157082"/>
                    <a:pt x="71184" y="155621"/>
                    <a:pt x="73211" y="153830"/>
                  </a:cubicBezTo>
                  <a:cubicBezTo>
                    <a:pt x="105334" y="125902"/>
                    <a:pt x="130670" y="93377"/>
                    <a:pt x="141983" y="51473"/>
                  </a:cubicBezTo>
                  <a:cubicBezTo>
                    <a:pt x="146484" y="34763"/>
                    <a:pt x="149784" y="17935"/>
                    <a:pt x="145235" y="707"/>
                  </a:cubicBezTo>
                  <a:cubicBezTo>
                    <a:pt x="144504" y="471"/>
                    <a:pt x="143774" y="236"/>
                    <a:pt x="143067" y="0"/>
                  </a:cubicBezTo>
                  <a:cubicBezTo>
                    <a:pt x="141040" y="4902"/>
                    <a:pt x="138895" y="9781"/>
                    <a:pt x="136963" y="14754"/>
                  </a:cubicBezTo>
                  <a:cubicBezTo>
                    <a:pt x="131801" y="28046"/>
                    <a:pt x="127488" y="41763"/>
                    <a:pt x="121361" y="54608"/>
                  </a:cubicBezTo>
                  <a:cubicBezTo>
                    <a:pt x="115539" y="66816"/>
                    <a:pt x="107549" y="69338"/>
                    <a:pt x="94304" y="66227"/>
                  </a:cubicBezTo>
                  <a:cubicBezTo>
                    <a:pt x="89543" y="65119"/>
                    <a:pt x="84618" y="64294"/>
                    <a:pt x="79739" y="64082"/>
                  </a:cubicBezTo>
                  <a:cubicBezTo>
                    <a:pt x="73046" y="63799"/>
                    <a:pt x="70005" y="67594"/>
                    <a:pt x="68238" y="74098"/>
                  </a:cubicBezTo>
                  <a:cubicBezTo>
                    <a:pt x="66140" y="81805"/>
                    <a:pt x="64113" y="90549"/>
                    <a:pt x="59070" y="96182"/>
                  </a:cubicBezTo>
                  <a:cubicBezTo>
                    <a:pt x="45471" y="111431"/>
                    <a:pt x="30222" y="125194"/>
                    <a:pt x="15822" y="139760"/>
                  </a:cubicBezTo>
                  <a:cubicBezTo>
                    <a:pt x="10637" y="144992"/>
                    <a:pt x="5523" y="150460"/>
                    <a:pt x="1375" y="156493"/>
                  </a:cubicBezTo>
                  <a:cubicBezTo>
                    <a:pt x="-1736" y="161065"/>
                    <a:pt x="667" y="164271"/>
                    <a:pt x="6230" y="163516"/>
                  </a:cubicBezTo>
                  <a:close/>
                  <a:moveTo>
                    <a:pt x="69935" y="124440"/>
                  </a:moveTo>
                  <a:cubicBezTo>
                    <a:pt x="77688" y="107730"/>
                    <a:pt x="92112" y="97337"/>
                    <a:pt x="106654" y="87250"/>
                  </a:cubicBezTo>
                  <a:cubicBezTo>
                    <a:pt x="107220" y="87721"/>
                    <a:pt x="107809" y="88192"/>
                    <a:pt x="108374" y="88664"/>
                  </a:cubicBezTo>
                  <a:cubicBezTo>
                    <a:pt x="95907" y="105963"/>
                    <a:pt x="83439" y="123238"/>
                    <a:pt x="70972" y="140537"/>
                  </a:cubicBezTo>
                  <a:cubicBezTo>
                    <a:pt x="69982" y="140207"/>
                    <a:pt x="68992" y="139901"/>
                    <a:pt x="68002" y="139571"/>
                  </a:cubicBezTo>
                  <a:cubicBezTo>
                    <a:pt x="68568" y="134504"/>
                    <a:pt x="67884" y="128848"/>
                    <a:pt x="69935" y="12444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14" name="Google Shape;3014;p57"/>
            <p:cNvSpPr/>
            <p:nvPr/>
          </p:nvSpPr>
          <p:spPr>
            <a:xfrm>
              <a:off x="910894" y="3764127"/>
              <a:ext cx="266277" cy="168717"/>
            </a:xfrm>
            <a:custGeom>
              <a:rect b="b" l="l" r="r" t="t"/>
              <a:pathLst>
                <a:path extrusionOk="0" h="168717" w="266277">
                  <a:moveTo>
                    <a:pt x="181950" y="80651"/>
                  </a:moveTo>
                  <a:cubicBezTo>
                    <a:pt x="188950" y="76668"/>
                    <a:pt x="197458" y="74994"/>
                    <a:pt x="203774" y="70257"/>
                  </a:cubicBezTo>
                  <a:cubicBezTo>
                    <a:pt x="224279" y="54867"/>
                    <a:pt x="241295" y="35824"/>
                    <a:pt x="256803" y="15484"/>
                  </a:cubicBezTo>
                  <a:cubicBezTo>
                    <a:pt x="260008" y="11289"/>
                    <a:pt x="262365" y="6458"/>
                    <a:pt x="266277" y="0"/>
                  </a:cubicBezTo>
                  <a:cubicBezTo>
                    <a:pt x="260927" y="448"/>
                    <a:pt x="258146" y="212"/>
                    <a:pt x="255648" y="966"/>
                  </a:cubicBezTo>
                  <a:cubicBezTo>
                    <a:pt x="238325" y="6269"/>
                    <a:pt x="221780" y="13316"/>
                    <a:pt x="207050" y="24016"/>
                  </a:cubicBezTo>
                  <a:cubicBezTo>
                    <a:pt x="203704" y="26444"/>
                    <a:pt x="200875" y="29649"/>
                    <a:pt x="198118" y="32760"/>
                  </a:cubicBezTo>
                  <a:cubicBezTo>
                    <a:pt x="194913" y="36413"/>
                    <a:pt x="192579" y="40985"/>
                    <a:pt x="188926" y="44073"/>
                  </a:cubicBezTo>
                  <a:cubicBezTo>
                    <a:pt x="155695" y="72048"/>
                    <a:pt x="119023" y="94956"/>
                    <a:pt x="81455" y="116498"/>
                  </a:cubicBezTo>
                  <a:cubicBezTo>
                    <a:pt x="73560" y="121023"/>
                    <a:pt x="65405" y="126043"/>
                    <a:pt x="56732" y="128023"/>
                  </a:cubicBezTo>
                  <a:cubicBezTo>
                    <a:pt x="37147" y="132454"/>
                    <a:pt x="21521" y="143083"/>
                    <a:pt x="6767" y="155715"/>
                  </a:cubicBezTo>
                  <a:cubicBezTo>
                    <a:pt x="4740" y="157459"/>
                    <a:pt x="2996" y="159675"/>
                    <a:pt x="1511" y="161914"/>
                  </a:cubicBezTo>
                  <a:cubicBezTo>
                    <a:pt x="-1482" y="166486"/>
                    <a:pt x="50" y="168937"/>
                    <a:pt x="5400" y="168702"/>
                  </a:cubicBezTo>
                  <a:cubicBezTo>
                    <a:pt x="15134" y="168277"/>
                    <a:pt x="22864" y="163870"/>
                    <a:pt x="28615" y="156069"/>
                  </a:cubicBezTo>
                  <a:cubicBezTo>
                    <a:pt x="32645" y="150601"/>
                    <a:pt x="37618" y="145652"/>
                    <a:pt x="44641" y="147820"/>
                  </a:cubicBezTo>
                  <a:cubicBezTo>
                    <a:pt x="52089" y="150130"/>
                    <a:pt x="58405" y="147914"/>
                    <a:pt x="64557" y="145204"/>
                  </a:cubicBezTo>
                  <a:cubicBezTo>
                    <a:pt x="76506" y="139925"/>
                    <a:pt x="88408" y="134386"/>
                    <a:pt x="99768" y="127976"/>
                  </a:cubicBezTo>
                  <a:cubicBezTo>
                    <a:pt x="127319" y="112515"/>
                    <a:pt x="154470" y="96300"/>
                    <a:pt x="181950" y="8065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15" name="Google Shape;3015;p57"/>
            <p:cNvSpPr/>
            <p:nvPr/>
          </p:nvSpPr>
          <p:spPr>
            <a:xfrm>
              <a:off x="537211" y="2345150"/>
              <a:ext cx="282335" cy="124380"/>
            </a:xfrm>
            <a:custGeom>
              <a:rect b="b" l="l" r="r" t="t"/>
              <a:pathLst>
                <a:path extrusionOk="0" h="124380" w="282335">
                  <a:moveTo>
                    <a:pt x="40950" y="87206"/>
                  </a:moveTo>
                  <a:cubicBezTo>
                    <a:pt x="60794" y="84614"/>
                    <a:pt x="80356" y="80536"/>
                    <a:pt x="98668" y="72122"/>
                  </a:cubicBezTo>
                  <a:cubicBezTo>
                    <a:pt x="109486" y="67150"/>
                    <a:pt x="122072" y="61776"/>
                    <a:pt x="124263" y="49238"/>
                  </a:cubicBezTo>
                  <a:cubicBezTo>
                    <a:pt x="126880" y="34272"/>
                    <a:pt x="136330" y="28498"/>
                    <a:pt x="148327" y="24373"/>
                  </a:cubicBezTo>
                  <a:cubicBezTo>
                    <a:pt x="178965" y="13791"/>
                    <a:pt x="210523" y="11529"/>
                    <a:pt x="242600" y="15299"/>
                  </a:cubicBezTo>
                  <a:cubicBezTo>
                    <a:pt x="252875" y="16501"/>
                    <a:pt x="263151" y="18033"/>
                    <a:pt x="273474" y="18623"/>
                  </a:cubicBezTo>
                  <a:cubicBezTo>
                    <a:pt x="276349" y="18788"/>
                    <a:pt x="279390" y="16148"/>
                    <a:pt x="282336" y="14804"/>
                  </a:cubicBezTo>
                  <a:cubicBezTo>
                    <a:pt x="280639" y="11693"/>
                    <a:pt x="279696" y="7522"/>
                    <a:pt x="277080" y="5754"/>
                  </a:cubicBezTo>
                  <a:cubicBezTo>
                    <a:pt x="273356" y="3232"/>
                    <a:pt x="268501" y="1276"/>
                    <a:pt x="264047" y="1135"/>
                  </a:cubicBezTo>
                  <a:cubicBezTo>
                    <a:pt x="243613" y="428"/>
                    <a:pt x="223085" y="-586"/>
                    <a:pt x="202699" y="428"/>
                  </a:cubicBezTo>
                  <a:cubicBezTo>
                    <a:pt x="180026" y="1536"/>
                    <a:pt x="157495" y="5047"/>
                    <a:pt x="134846" y="6862"/>
                  </a:cubicBezTo>
                  <a:cubicBezTo>
                    <a:pt x="116745" y="8300"/>
                    <a:pt x="116910" y="7923"/>
                    <a:pt x="111678" y="25269"/>
                  </a:cubicBezTo>
                  <a:cubicBezTo>
                    <a:pt x="108921" y="34437"/>
                    <a:pt x="105833" y="43581"/>
                    <a:pt x="101897" y="52302"/>
                  </a:cubicBezTo>
                  <a:cubicBezTo>
                    <a:pt x="99069" y="58547"/>
                    <a:pt x="94143" y="62459"/>
                    <a:pt x="86342" y="58359"/>
                  </a:cubicBezTo>
                  <a:cubicBezTo>
                    <a:pt x="83891" y="57062"/>
                    <a:pt x="80568" y="57416"/>
                    <a:pt x="77669" y="57015"/>
                  </a:cubicBezTo>
                  <a:cubicBezTo>
                    <a:pt x="46748" y="62766"/>
                    <a:pt x="20492" y="75540"/>
                    <a:pt x="4584" y="104222"/>
                  </a:cubicBezTo>
                  <a:cubicBezTo>
                    <a:pt x="2463" y="108040"/>
                    <a:pt x="931" y="112353"/>
                    <a:pt x="82" y="116619"/>
                  </a:cubicBezTo>
                  <a:cubicBezTo>
                    <a:pt x="-365" y="118882"/>
                    <a:pt x="1119" y="123619"/>
                    <a:pt x="1968" y="123690"/>
                  </a:cubicBezTo>
                  <a:cubicBezTo>
                    <a:pt x="8567" y="124161"/>
                    <a:pt x="15708" y="125198"/>
                    <a:pt x="21718" y="123195"/>
                  </a:cubicBezTo>
                  <a:cubicBezTo>
                    <a:pt x="27233" y="121357"/>
                    <a:pt x="27657" y="115158"/>
                    <a:pt x="25890" y="109148"/>
                  </a:cubicBezTo>
                  <a:cubicBezTo>
                    <a:pt x="21742" y="94960"/>
                    <a:pt x="26172" y="89139"/>
                    <a:pt x="40950" y="8720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16" name="Google Shape;3016;p57"/>
            <p:cNvSpPr/>
            <p:nvPr/>
          </p:nvSpPr>
          <p:spPr>
            <a:xfrm>
              <a:off x="313772" y="2934986"/>
              <a:ext cx="76125" cy="241349"/>
            </a:xfrm>
            <a:custGeom>
              <a:rect b="b" l="l" r="r" t="t"/>
              <a:pathLst>
                <a:path extrusionOk="0" h="241349" w="76125">
                  <a:moveTo>
                    <a:pt x="73745" y="94778"/>
                  </a:moveTo>
                  <a:cubicBezTo>
                    <a:pt x="66038" y="97182"/>
                    <a:pt x="58379" y="99775"/>
                    <a:pt x="50577" y="101919"/>
                  </a:cubicBezTo>
                  <a:cubicBezTo>
                    <a:pt x="44073" y="103711"/>
                    <a:pt x="41150" y="101425"/>
                    <a:pt x="40962" y="94755"/>
                  </a:cubicBezTo>
                  <a:cubicBezTo>
                    <a:pt x="40891" y="92327"/>
                    <a:pt x="41103" y="89758"/>
                    <a:pt x="41763" y="87425"/>
                  </a:cubicBezTo>
                  <a:cubicBezTo>
                    <a:pt x="47514" y="66779"/>
                    <a:pt x="53382" y="46181"/>
                    <a:pt x="59203" y="25535"/>
                  </a:cubicBezTo>
                  <a:cubicBezTo>
                    <a:pt x="60476" y="21033"/>
                    <a:pt x="62173" y="16555"/>
                    <a:pt x="62715" y="11960"/>
                  </a:cubicBezTo>
                  <a:cubicBezTo>
                    <a:pt x="63540" y="4983"/>
                    <a:pt x="59533" y="199"/>
                    <a:pt x="53641" y="10"/>
                  </a:cubicBezTo>
                  <a:cubicBezTo>
                    <a:pt x="45722" y="-249"/>
                    <a:pt x="40655" y="4347"/>
                    <a:pt x="40938" y="11724"/>
                  </a:cubicBezTo>
                  <a:cubicBezTo>
                    <a:pt x="41127" y="16414"/>
                    <a:pt x="42022" y="21104"/>
                    <a:pt x="41857" y="25747"/>
                  </a:cubicBezTo>
                  <a:cubicBezTo>
                    <a:pt x="41197" y="44177"/>
                    <a:pt x="33726" y="52026"/>
                    <a:pt x="15531" y="53935"/>
                  </a:cubicBezTo>
                  <a:cubicBezTo>
                    <a:pt x="10535" y="54453"/>
                    <a:pt x="5562" y="55089"/>
                    <a:pt x="589" y="55655"/>
                  </a:cubicBezTo>
                  <a:cubicBezTo>
                    <a:pt x="401" y="56315"/>
                    <a:pt x="189" y="56975"/>
                    <a:pt x="0" y="57635"/>
                  </a:cubicBezTo>
                  <a:cubicBezTo>
                    <a:pt x="2522" y="59732"/>
                    <a:pt x="5350" y="61547"/>
                    <a:pt x="7495" y="63975"/>
                  </a:cubicBezTo>
                  <a:cubicBezTo>
                    <a:pt x="12774" y="69985"/>
                    <a:pt x="19420" y="75570"/>
                    <a:pt x="22437" y="82664"/>
                  </a:cubicBezTo>
                  <a:cubicBezTo>
                    <a:pt x="26609" y="92492"/>
                    <a:pt x="29083" y="103381"/>
                    <a:pt x="30332" y="114057"/>
                  </a:cubicBezTo>
                  <a:cubicBezTo>
                    <a:pt x="33019" y="137130"/>
                    <a:pt x="34127" y="160369"/>
                    <a:pt x="36554" y="183466"/>
                  </a:cubicBezTo>
                  <a:cubicBezTo>
                    <a:pt x="38487" y="201731"/>
                    <a:pt x="42564" y="219549"/>
                    <a:pt x="53029" y="235174"/>
                  </a:cubicBezTo>
                  <a:cubicBezTo>
                    <a:pt x="54537" y="237413"/>
                    <a:pt x="56587" y="239299"/>
                    <a:pt x="58402" y="241349"/>
                  </a:cubicBezTo>
                  <a:cubicBezTo>
                    <a:pt x="59109" y="241114"/>
                    <a:pt x="59793" y="240878"/>
                    <a:pt x="60500" y="240619"/>
                  </a:cubicBezTo>
                  <a:cubicBezTo>
                    <a:pt x="60500" y="236306"/>
                    <a:pt x="60877" y="231946"/>
                    <a:pt x="60429" y="227680"/>
                  </a:cubicBezTo>
                  <a:cubicBezTo>
                    <a:pt x="59038" y="214175"/>
                    <a:pt x="56799" y="200718"/>
                    <a:pt x="55904" y="187189"/>
                  </a:cubicBezTo>
                  <a:cubicBezTo>
                    <a:pt x="54042" y="159544"/>
                    <a:pt x="58143" y="132982"/>
                    <a:pt x="72284" y="108519"/>
                  </a:cubicBezTo>
                  <a:cubicBezTo>
                    <a:pt x="74334" y="104960"/>
                    <a:pt x="74876" y="100529"/>
                    <a:pt x="76125" y="96499"/>
                  </a:cubicBezTo>
                  <a:cubicBezTo>
                    <a:pt x="75301" y="95957"/>
                    <a:pt x="74523" y="95368"/>
                    <a:pt x="73745" y="947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17" name="Google Shape;3017;p57"/>
            <p:cNvSpPr/>
            <p:nvPr/>
          </p:nvSpPr>
          <p:spPr>
            <a:xfrm>
              <a:off x="609188" y="3002390"/>
              <a:ext cx="50132" cy="228685"/>
            </a:xfrm>
            <a:custGeom>
              <a:rect b="b" l="l" r="r" t="t"/>
              <a:pathLst>
                <a:path extrusionOk="0" h="228685" w="50132">
                  <a:moveTo>
                    <a:pt x="23251" y="28104"/>
                  </a:moveTo>
                  <a:cubicBezTo>
                    <a:pt x="23062" y="20798"/>
                    <a:pt x="21483" y="13374"/>
                    <a:pt x="19409" y="6351"/>
                  </a:cubicBezTo>
                  <a:cubicBezTo>
                    <a:pt x="17170" y="-1285"/>
                    <a:pt x="11349" y="-2251"/>
                    <a:pt x="7437" y="4631"/>
                  </a:cubicBezTo>
                  <a:cubicBezTo>
                    <a:pt x="4137" y="10405"/>
                    <a:pt x="1497" y="17452"/>
                    <a:pt x="1356" y="23980"/>
                  </a:cubicBezTo>
                  <a:cubicBezTo>
                    <a:pt x="413" y="61854"/>
                    <a:pt x="-459" y="99776"/>
                    <a:pt x="272" y="137650"/>
                  </a:cubicBezTo>
                  <a:cubicBezTo>
                    <a:pt x="625" y="155279"/>
                    <a:pt x="4349" y="172884"/>
                    <a:pt x="7272" y="190372"/>
                  </a:cubicBezTo>
                  <a:cubicBezTo>
                    <a:pt x="7884" y="193978"/>
                    <a:pt x="11019" y="197937"/>
                    <a:pt x="14083" y="200200"/>
                  </a:cubicBezTo>
                  <a:cubicBezTo>
                    <a:pt x="21365" y="205550"/>
                    <a:pt x="22732" y="207977"/>
                    <a:pt x="19621" y="216768"/>
                  </a:cubicBezTo>
                  <a:cubicBezTo>
                    <a:pt x="17500" y="222802"/>
                    <a:pt x="19621" y="227044"/>
                    <a:pt x="25419" y="227963"/>
                  </a:cubicBezTo>
                  <a:cubicBezTo>
                    <a:pt x="31900" y="228977"/>
                    <a:pt x="38664" y="228765"/>
                    <a:pt x="45240" y="228293"/>
                  </a:cubicBezTo>
                  <a:cubicBezTo>
                    <a:pt x="49341" y="227987"/>
                    <a:pt x="51273" y="224923"/>
                    <a:pt x="49435" y="220775"/>
                  </a:cubicBezTo>
                  <a:cubicBezTo>
                    <a:pt x="47620" y="216721"/>
                    <a:pt x="45735" y="212667"/>
                    <a:pt x="43425" y="208920"/>
                  </a:cubicBezTo>
                  <a:cubicBezTo>
                    <a:pt x="35483" y="196028"/>
                    <a:pt x="28954" y="182641"/>
                    <a:pt x="26338" y="167487"/>
                  </a:cubicBezTo>
                  <a:cubicBezTo>
                    <a:pt x="21742" y="140973"/>
                    <a:pt x="21248" y="114317"/>
                    <a:pt x="23439" y="85917"/>
                  </a:cubicBezTo>
                  <a:cubicBezTo>
                    <a:pt x="23439" y="67723"/>
                    <a:pt x="23769" y="47902"/>
                    <a:pt x="23251" y="2810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18" name="Google Shape;3018;p57"/>
            <p:cNvSpPr/>
            <p:nvPr/>
          </p:nvSpPr>
          <p:spPr>
            <a:xfrm>
              <a:off x="357150" y="3447786"/>
              <a:ext cx="154218" cy="225815"/>
            </a:xfrm>
            <a:custGeom>
              <a:rect b="b" l="l" r="r" t="t"/>
              <a:pathLst>
                <a:path extrusionOk="0" h="225815" w="154218">
                  <a:moveTo>
                    <a:pt x="139111" y="216223"/>
                  </a:moveTo>
                  <a:cubicBezTo>
                    <a:pt x="142363" y="220159"/>
                    <a:pt x="147384" y="222657"/>
                    <a:pt x="151579" y="225815"/>
                  </a:cubicBezTo>
                  <a:cubicBezTo>
                    <a:pt x="152451" y="225108"/>
                    <a:pt x="153346" y="224401"/>
                    <a:pt x="154218" y="223694"/>
                  </a:cubicBezTo>
                  <a:cubicBezTo>
                    <a:pt x="153111" y="220607"/>
                    <a:pt x="152333" y="217354"/>
                    <a:pt x="150824" y="214456"/>
                  </a:cubicBezTo>
                  <a:cubicBezTo>
                    <a:pt x="132724" y="179622"/>
                    <a:pt x="110570" y="147427"/>
                    <a:pt x="84857" y="117873"/>
                  </a:cubicBezTo>
                  <a:cubicBezTo>
                    <a:pt x="74298" y="105759"/>
                    <a:pt x="65767" y="92749"/>
                    <a:pt x="58602" y="78585"/>
                  </a:cubicBezTo>
                  <a:cubicBezTo>
                    <a:pt x="53935" y="69322"/>
                    <a:pt x="49976" y="59659"/>
                    <a:pt x="44791" y="50703"/>
                  </a:cubicBezTo>
                  <a:cubicBezTo>
                    <a:pt x="35882" y="35360"/>
                    <a:pt x="26431" y="20324"/>
                    <a:pt x="16745" y="5452"/>
                  </a:cubicBezTo>
                  <a:cubicBezTo>
                    <a:pt x="14011" y="1281"/>
                    <a:pt x="9415" y="-1830"/>
                    <a:pt x="3947" y="1234"/>
                  </a:cubicBezTo>
                  <a:cubicBezTo>
                    <a:pt x="-1379" y="4227"/>
                    <a:pt x="-342" y="9553"/>
                    <a:pt x="1449" y="13772"/>
                  </a:cubicBezTo>
                  <a:cubicBezTo>
                    <a:pt x="5998" y="24401"/>
                    <a:pt x="10051" y="35525"/>
                    <a:pt x="16438" y="45023"/>
                  </a:cubicBezTo>
                  <a:cubicBezTo>
                    <a:pt x="44296" y="86480"/>
                    <a:pt x="72601" y="127630"/>
                    <a:pt x="101402" y="168450"/>
                  </a:cubicBezTo>
                  <a:cubicBezTo>
                    <a:pt x="113092" y="185042"/>
                    <a:pt x="126196" y="200597"/>
                    <a:pt x="139111" y="216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19" name="Google Shape;3019;p57"/>
            <p:cNvSpPr/>
            <p:nvPr/>
          </p:nvSpPr>
          <p:spPr>
            <a:xfrm>
              <a:off x="478628" y="3355901"/>
              <a:ext cx="122887" cy="213703"/>
            </a:xfrm>
            <a:custGeom>
              <a:rect b="b" l="l" r="r" t="t"/>
              <a:pathLst>
                <a:path extrusionOk="0" h="213703" w="122887">
                  <a:moveTo>
                    <a:pt x="115489" y="197950"/>
                  </a:moveTo>
                  <a:cubicBezTo>
                    <a:pt x="107664" y="188405"/>
                    <a:pt x="97931" y="180085"/>
                    <a:pt x="91709" y="169644"/>
                  </a:cubicBezTo>
                  <a:cubicBezTo>
                    <a:pt x="77308" y="145534"/>
                    <a:pt x="63969" y="120740"/>
                    <a:pt x="51218" y="95711"/>
                  </a:cubicBezTo>
                  <a:cubicBezTo>
                    <a:pt x="37455" y="68701"/>
                    <a:pt x="24916" y="41056"/>
                    <a:pt x="11577" y="13811"/>
                  </a:cubicBezTo>
                  <a:cubicBezTo>
                    <a:pt x="9385" y="9333"/>
                    <a:pt x="5802" y="5539"/>
                    <a:pt x="1819" y="0"/>
                  </a:cubicBezTo>
                  <a:cubicBezTo>
                    <a:pt x="688" y="3606"/>
                    <a:pt x="-66" y="4808"/>
                    <a:pt x="5" y="5916"/>
                  </a:cubicBezTo>
                  <a:cubicBezTo>
                    <a:pt x="971" y="19609"/>
                    <a:pt x="3304" y="33019"/>
                    <a:pt x="11765" y="44285"/>
                  </a:cubicBezTo>
                  <a:cubicBezTo>
                    <a:pt x="17940" y="52487"/>
                    <a:pt x="20815" y="61537"/>
                    <a:pt x="22135" y="71553"/>
                  </a:cubicBezTo>
                  <a:cubicBezTo>
                    <a:pt x="23149" y="79331"/>
                    <a:pt x="24351" y="87320"/>
                    <a:pt x="27155" y="94579"/>
                  </a:cubicBezTo>
                  <a:cubicBezTo>
                    <a:pt x="38209" y="123333"/>
                    <a:pt x="53198" y="150083"/>
                    <a:pt x="72171" y="174264"/>
                  </a:cubicBezTo>
                  <a:cubicBezTo>
                    <a:pt x="82022" y="186826"/>
                    <a:pt x="93830" y="197879"/>
                    <a:pt x="105308" y="209050"/>
                  </a:cubicBezTo>
                  <a:cubicBezTo>
                    <a:pt x="109644" y="213269"/>
                    <a:pt x="117139" y="215956"/>
                    <a:pt x="121381" y="211124"/>
                  </a:cubicBezTo>
                  <a:cubicBezTo>
                    <a:pt x="126048" y="205798"/>
                    <a:pt x="118671" y="201815"/>
                    <a:pt x="115489" y="1979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20" name="Google Shape;3020;p57"/>
            <p:cNvSpPr/>
            <p:nvPr/>
          </p:nvSpPr>
          <p:spPr>
            <a:xfrm>
              <a:off x="460579" y="3776288"/>
              <a:ext cx="175526" cy="116078"/>
            </a:xfrm>
            <a:custGeom>
              <a:rect b="b" l="l" r="r" t="t"/>
              <a:pathLst>
                <a:path extrusionOk="0" h="116078" w="175526">
                  <a:moveTo>
                    <a:pt x="169833" y="99199"/>
                  </a:moveTo>
                  <a:cubicBezTo>
                    <a:pt x="160735" y="93307"/>
                    <a:pt x="151685" y="87203"/>
                    <a:pt x="142046" y="82300"/>
                  </a:cubicBezTo>
                  <a:cubicBezTo>
                    <a:pt x="118925" y="70563"/>
                    <a:pt x="95711" y="59227"/>
                    <a:pt x="74735" y="43530"/>
                  </a:cubicBezTo>
                  <a:cubicBezTo>
                    <a:pt x="57389" y="30544"/>
                    <a:pt x="38817" y="19184"/>
                    <a:pt x="20434" y="7660"/>
                  </a:cubicBezTo>
                  <a:cubicBezTo>
                    <a:pt x="14824" y="4148"/>
                    <a:pt x="8060" y="2498"/>
                    <a:pt x="1815" y="0"/>
                  </a:cubicBezTo>
                  <a:cubicBezTo>
                    <a:pt x="1202" y="660"/>
                    <a:pt x="589" y="1343"/>
                    <a:pt x="0" y="2003"/>
                  </a:cubicBezTo>
                  <a:cubicBezTo>
                    <a:pt x="1626" y="5303"/>
                    <a:pt x="2757" y="8979"/>
                    <a:pt x="4926" y="11878"/>
                  </a:cubicBezTo>
                  <a:cubicBezTo>
                    <a:pt x="19844" y="31817"/>
                    <a:pt x="39218" y="46783"/>
                    <a:pt x="60311" y="59463"/>
                  </a:cubicBezTo>
                  <a:cubicBezTo>
                    <a:pt x="69550" y="65025"/>
                    <a:pt x="79991" y="68536"/>
                    <a:pt x="89654" y="73462"/>
                  </a:cubicBezTo>
                  <a:cubicBezTo>
                    <a:pt x="100943" y="79213"/>
                    <a:pt x="102993" y="84162"/>
                    <a:pt x="98727" y="97643"/>
                  </a:cubicBezTo>
                  <a:cubicBezTo>
                    <a:pt x="104266" y="96818"/>
                    <a:pt x="108485" y="96653"/>
                    <a:pt x="112444" y="95522"/>
                  </a:cubicBezTo>
                  <a:cubicBezTo>
                    <a:pt x="125171" y="91845"/>
                    <a:pt x="135706" y="93967"/>
                    <a:pt x="143790" y="105374"/>
                  </a:cubicBezTo>
                  <a:cubicBezTo>
                    <a:pt x="148409" y="111878"/>
                    <a:pt x="155079" y="116238"/>
                    <a:pt x="163163" y="116074"/>
                  </a:cubicBezTo>
                  <a:cubicBezTo>
                    <a:pt x="167028" y="116003"/>
                    <a:pt x="172237" y="113976"/>
                    <a:pt x="174311" y="111030"/>
                  </a:cubicBezTo>
                  <a:cubicBezTo>
                    <a:pt x="177445" y="106505"/>
                    <a:pt x="174004" y="101909"/>
                    <a:pt x="169833" y="9919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21" name="Google Shape;3021;p57"/>
            <p:cNvSpPr/>
            <p:nvPr/>
          </p:nvSpPr>
          <p:spPr>
            <a:xfrm>
              <a:off x="986991" y="3827031"/>
              <a:ext cx="170354" cy="118103"/>
            </a:xfrm>
            <a:custGeom>
              <a:rect b="b" l="l" r="r" t="t"/>
              <a:pathLst>
                <a:path extrusionOk="0" h="118103" w="170354">
                  <a:moveTo>
                    <a:pt x="170313" y="12350"/>
                  </a:moveTo>
                  <a:cubicBezTo>
                    <a:pt x="169393" y="71"/>
                    <a:pt x="162771" y="-3370"/>
                    <a:pt x="152495" y="3464"/>
                  </a:cubicBezTo>
                  <a:cubicBezTo>
                    <a:pt x="147593" y="6740"/>
                    <a:pt x="142691" y="10370"/>
                    <a:pt x="138778" y="14730"/>
                  </a:cubicBezTo>
                  <a:cubicBezTo>
                    <a:pt x="116506" y="39547"/>
                    <a:pt x="88271" y="55668"/>
                    <a:pt x="59070" y="70540"/>
                  </a:cubicBezTo>
                  <a:cubicBezTo>
                    <a:pt x="45448" y="77492"/>
                    <a:pt x="31849" y="84563"/>
                    <a:pt x="18557" y="92105"/>
                  </a:cubicBezTo>
                  <a:cubicBezTo>
                    <a:pt x="13018" y="95239"/>
                    <a:pt x="8116" y="99552"/>
                    <a:pt x="3214" y="103676"/>
                  </a:cubicBezTo>
                  <a:cubicBezTo>
                    <a:pt x="-1123" y="107330"/>
                    <a:pt x="-628" y="112680"/>
                    <a:pt x="2082" y="116356"/>
                  </a:cubicBezTo>
                  <a:cubicBezTo>
                    <a:pt x="3473" y="118242"/>
                    <a:pt x="8776" y="118477"/>
                    <a:pt x="11816" y="117652"/>
                  </a:cubicBezTo>
                  <a:cubicBezTo>
                    <a:pt x="16977" y="116262"/>
                    <a:pt x="22092" y="113952"/>
                    <a:pt x="26640" y="111101"/>
                  </a:cubicBezTo>
                  <a:cubicBezTo>
                    <a:pt x="50327" y="96300"/>
                    <a:pt x="73400" y="80485"/>
                    <a:pt x="97510" y="66439"/>
                  </a:cubicBezTo>
                  <a:cubicBezTo>
                    <a:pt x="115116" y="56210"/>
                    <a:pt x="133546" y="46971"/>
                    <a:pt x="152495" y="39594"/>
                  </a:cubicBezTo>
                  <a:cubicBezTo>
                    <a:pt x="165293" y="34622"/>
                    <a:pt x="170643" y="30639"/>
                    <a:pt x="170313" y="16804"/>
                  </a:cubicBezTo>
                  <a:cubicBezTo>
                    <a:pt x="170313" y="15319"/>
                    <a:pt x="170407" y="13811"/>
                    <a:pt x="170313" y="123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22" name="Google Shape;3022;p57"/>
            <p:cNvSpPr/>
            <p:nvPr/>
          </p:nvSpPr>
          <p:spPr>
            <a:xfrm>
              <a:off x="1126948" y="3562437"/>
              <a:ext cx="48156" cy="187816"/>
            </a:xfrm>
            <a:custGeom>
              <a:rect b="b" l="l" r="r" t="t"/>
              <a:pathLst>
                <a:path extrusionOk="0" h="187816" w="48156">
                  <a:moveTo>
                    <a:pt x="38416" y="3175"/>
                  </a:moveTo>
                  <a:cubicBezTo>
                    <a:pt x="35305" y="7865"/>
                    <a:pt x="32430" y="12814"/>
                    <a:pt x="30356" y="18023"/>
                  </a:cubicBezTo>
                  <a:cubicBezTo>
                    <a:pt x="23757" y="34544"/>
                    <a:pt x="22767" y="52103"/>
                    <a:pt x="21424" y="69614"/>
                  </a:cubicBezTo>
                  <a:cubicBezTo>
                    <a:pt x="20410" y="83001"/>
                    <a:pt x="18124" y="96529"/>
                    <a:pt x="9639" y="107229"/>
                  </a:cubicBezTo>
                  <a:cubicBezTo>
                    <a:pt x="1956" y="116915"/>
                    <a:pt x="306" y="127615"/>
                    <a:pt x="0" y="136972"/>
                  </a:cubicBezTo>
                  <a:cubicBezTo>
                    <a:pt x="283" y="142746"/>
                    <a:pt x="-141" y="146611"/>
                    <a:pt x="754" y="150123"/>
                  </a:cubicBezTo>
                  <a:cubicBezTo>
                    <a:pt x="3417" y="160587"/>
                    <a:pt x="5892" y="171193"/>
                    <a:pt x="9828" y="181209"/>
                  </a:cubicBezTo>
                  <a:cubicBezTo>
                    <a:pt x="12963" y="189175"/>
                    <a:pt x="18525" y="189670"/>
                    <a:pt x="25171" y="184132"/>
                  </a:cubicBezTo>
                  <a:cubicBezTo>
                    <a:pt x="37780" y="173597"/>
                    <a:pt x="37521" y="166503"/>
                    <a:pt x="24228" y="156769"/>
                  </a:cubicBezTo>
                  <a:cubicBezTo>
                    <a:pt x="15225" y="150170"/>
                    <a:pt x="13269" y="144490"/>
                    <a:pt x="16568" y="133625"/>
                  </a:cubicBezTo>
                  <a:cubicBezTo>
                    <a:pt x="17723" y="129854"/>
                    <a:pt x="18855" y="125989"/>
                    <a:pt x="20669" y="122548"/>
                  </a:cubicBezTo>
                  <a:cubicBezTo>
                    <a:pt x="34716" y="95845"/>
                    <a:pt x="44379" y="67752"/>
                    <a:pt x="47396" y="37655"/>
                  </a:cubicBezTo>
                  <a:cubicBezTo>
                    <a:pt x="48456" y="27120"/>
                    <a:pt x="48150" y="16444"/>
                    <a:pt x="47985" y="5838"/>
                  </a:cubicBezTo>
                  <a:cubicBezTo>
                    <a:pt x="47961" y="3788"/>
                    <a:pt x="46052" y="606"/>
                    <a:pt x="44355" y="87"/>
                  </a:cubicBezTo>
                  <a:cubicBezTo>
                    <a:pt x="42776" y="-431"/>
                    <a:pt x="39548" y="1454"/>
                    <a:pt x="38416" y="317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23" name="Google Shape;3023;p57"/>
            <p:cNvSpPr/>
            <p:nvPr/>
          </p:nvSpPr>
          <p:spPr>
            <a:xfrm>
              <a:off x="772286" y="3765846"/>
              <a:ext cx="146553" cy="39818"/>
            </a:xfrm>
            <a:custGeom>
              <a:rect b="b" l="l" r="r" t="t"/>
              <a:pathLst>
                <a:path extrusionOk="0" h="39818" w="146553">
                  <a:moveTo>
                    <a:pt x="146554" y="2688"/>
                  </a:moveTo>
                  <a:cubicBezTo>
                    <a:pt x="142689" y="1533"/>
                    <a:pt x="140756" y="543"/>
                    <a:pt x="138800" y="449"/>
                  </a:cubicBezTo>
                  <a:cubicBezTo>
                    <a:pt x="132884" y="142"/>
                    <a:pt x="126921" y="-235"/>
                    <a:pt x="121029" y="190"/>
                  </a:cubicBezTo>
                  <a:cubicBezTo>
                    <a:pt x="94209" y="2146"/>
                    <a:pt x="67364" y="4055"/>
                    <a:pt x="40615" y="6624"/>
                  </a:cubicBezTo>
                  <a:cubicBezTo>
                    <a:pt x="29632" y="7684"/>
                    <a:pt x="18672" y="9829"/>
                    <a:pt x="7925" y="12398"/>
                  </a:cubicBezTo>
                  <a:cubicBezTo>
                    <a:pt x="-653" y="14472"/>
                    <a:pt x="-1643" y="18667"/>
                    <a:pt x="1986" y="26845"/>
                  </a:cubicBezTo>
                  <a:cubicBezTo>
                    <a:pt x="7313" y="38889"/>
                    <a:pt x="17824" y="40444"/>
                    <a:pt x="28618" y="39643"/>
                  </a:cubicBezTo>
                  <a:cubicBezTo>
                    <a:pt x="67200" y="36815"/>
                    <a:pt x="103047" y="23829"/>
                    <a:pt x="138164" y="8556"/>
                  </a:cubicBezTo>
                  <a:cubicBezTo>
                    <a:pt x="140615" y="7472"/>
                    <a:pt x="142689" y="5422"/>
                    <a:pt x="146554" y="268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24" name="Google Shape;3024;p57"/>
            <p:cNvSpPr/>
            <p:nvPr/>
          </p:nvSpPr>
          <p:spPr>
            <a:xfrm>
              <a:off x="339584" y="3336599"/>
              <a:ext cx="79558" cy="92570"/>
            </a:xfrm>
            <a:custGeom>
              <a:rect b="b" l="l" r="r" t="t"/>
              <a:pathLst>
                <a:path extrusionOk="0" h="92570" w="79558">
                  <a:moveTo>
                    <a:pt x="24011" y="91539"/>
                  </a:moveTo>
                  <a:cubicBezTo>
                    <a:pt x="30611" y="89489"/>
                    <a:pt x="35159" y="84633"/>
                    <a:pt x="35324" y="77445"/>
                  </a:cubicBezTo>
                  <a:cubicBezTo>
                    <a:pt x="35395" y="74216"/>
                    <a:pt x="33109" y="71011"/>
                    <a:pt x="32166" y="67712"/>
                  </a:cubicBezTo>
                  <a:cubicBezTo>
                    <a:pt x="30351" y="61419"/>
                    <a:pt x="33038" y="56281"/>
                    <a:pt x="37681" y="52675"/>
                  </a:cubicBezTo>
                  <a:cubicBezTo>
                    <a:pt x="40274" y="50672"/>
                    <a:pt x="46189" y="48692"/>
                    <a:pt x="47273" y="49823"/>
                  </a:cubicBezTo>
                  <a:cubicBezTo>
                    <a:pt x="50361" y="53099"/>
                    <a:pt x="52128" y="57836"/>
                    <a:pt x="53637" y="62267"/>
                  </a:cubicBezTo>
                  <a:cubicBezTo>
                    <a:pt x="55216" y="66863"/>
                    <a:pt x="55169" y="72095"/>
                    <a:pt x="57101" y="76479"/>
                  </a:cubicBezTo>
                  <a:cubicBezTo>
                    <a:pt x="60354" y="83832"/>
                    <a:pt x="67330" y="86142"/>
                    <a:pt x="74471" y="82819"/>
                  </a:cubicBezTo>
                  <a:cubicBezTo>
                    <a:pt x="81117" y="79731"/>
                    <a:pt x="79868" y="73580"/>
                    <a:pt x="78360" y="68560"/>
                  </a:cubicBezTo>
                  <a:cubicBezTo>
                    <a:pt x="71148" y="44237"/>
                    <a:pt x="56512" y="23615"/>
                    <a:pt x="44445" y="0"/>
                  </a:cubicBezTo>
                  <a:cubicBezTo>
                    <a:pt x="40156" y="15131"/>
                    <a:pt x="36668" y="28635"/>
                    <a:pt x="32402" y="41904"/>
                  </a:cubicBezTo>
                  <a:cubicBezTo>
                    <a:pt x="30964" y="46359"/>
                    <a:pt x="27523" y="50153"/>
                    <a:pt x="25001" y="54254"/>
                  </a:cubicBezTo>
                  <a:cubicBezTo>
                    <a:pt x="21443" y="51143"/>
                    <a:pt x="17577" y="48315"/>
                    <a:pt x="14372" y="44850"/>
                  </a:cubicBezTo>
                  <a:cubicBezTo>
                    <a:pt x="10743" y="40938"/>
                    <a:pt x="7726" y="36460"/>
                    <a:pt x="4426" y="32218"/>
                  </a:cubicBezTo>
                  <a:cubicBezTo>
                    <a:pt x="3507" y="32548"/>
                    <a:pt x="2588" y="32854"/>
                    <a:pt x="1669" y="33184"/>
                  </a:cubicBezTo>
                  <a:cubicBezTo>
                    <a:pt x="-924" y="51426"/>
                    <a:pt x="-1513" y="69644"/>
                    <a:pt x="7537" y="86731"/>
                  </a:cubicBezTo>
                  <a:cubicBezTo>
                    <a:pt x="10931" y="93165"/>
                    <a:pt x="17837" y="93448"/>
                    <a:pt x="24011" y="9153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25" name="Google Shape;3025;p57"/>
            <p:cNvSpPr/>
            <p:nvPr/>
          </p:nvSpPr>
          <p:spPr>
            <a:xfrm>
              <a:off x="1072081" y="2529929"/>
              <a:ext cx="157417" cy="93493"/>
            </a:xfrm>
            <a:custGeom>
              <a:rect b="b" l="l" r="r" t="t"/>
              <a:pathLst>
                <a:path extrusionOk="0" h="93493" w="157417">
                  <a:moveTo>
                    <a:pt x="1391" y="0"/>
                  </a:moveTo>
                  <a:cubicBezTo>
                    <a:pt x="919" y="801"/>
                    <a:pt x="471" y="1603"/>
                    <a:pt x="0" y="2404"/>
                  </a:cubicBezTo>
                  <a:cubicBezTo>
                    <a:pt x="5020" y="6576"/>
                    <a:pt x="9663" y="11289"/>
                    <a:pt x="15084" y="14824"/>
                  </a:cubicBezTo>
                  <a:cubicBezTo>
                    <a:pt x="46712" y="35517"/>
                    <a:pt x="78388" y="56163"/>
                    <a:pt x="110394" y="76290"/>
                  </a:cubicBezTo>
                  <a:cubicBezTo>
                    <a:pt x="119727" y="82159"/>
                    <a:pt x="129955" y="86755"/>
                    <a:pt x="140137" y="91068"/>
                  </a:cubicBezTo>
                  <a:cubicBezTo>
                    <a:pt x="145345" y="93260"/>
                    <a:pt x="152369" y="95946"/>
                    <a:pt x="156116" y="89206"/>
                  </a:cubicBezTo>
                  <a:cubicBezTo>
                    <a:pt x="160311" y="81688"/>
                    <a:pt x="153453" y="78129"/>
                    <a:pt x="148456" y="74735"/>
                  </a:cubicBezTo>
                  <a:cubicBezTo>
                    <a:pt x="106034" y="45864"/>
                    <a:pt x="60853" y="22178"/>
                    <a:pt x="13293" y="3064"/>
                  </a:cubicBezTo>
                  <a:cubicBezTo>
                    <a:pt x="9545" y="1556"/>
                    <a:pt x="5374" y="990"/>
                    <a:pt x="1391"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26" name="Google Shape;3026;p57"/>
            <p:cNvSpPr/>
            <p:nvPr/>
          </p:nvSpPr>
          <p:spPr>
            <a:xfrm>
              <a:off x="965293" y="3326492"/>
              <a:ext cx="40370" cy="117107"/>
            </a:xfrm>
            <a:custGeom>
              <a:rect b="b" l="l" r="r" t="t"/>
              <a:pathLst>
                <a:path extrusionOk="0" h="117107" w="40370">
                  <a:moveTo>
                    <a:pt x="36931" y="34193"/>
                  </a:moveTo>
                  <a:cubicBezTo>
                    <a:pt x="38086" y="26651"/>
                    <a:pt x="39571" y="19157"/>
                    <a:pt x="40302" y="11591"/>
                  </a:cubicBezTo>
                  <a:cubicBezTo>
                    <a:pt x="40773" y="6618"/>
                    <a:pt x="38841" y="2518"/>
                    <a:pt x="33443" y="679"/>
                  </a:cubicBezTo>
                  <a:cubicBezTo>
                    <a:pt x="27622" y="-1324"/>
                    <a:pt x="23828" y="1316"/>
                    <a:pt x="20976" y="5817"/>
                  </a:cubicBezTo>
                  <a:cubicBezTo>
                    <a:pt x="18737" y="9329"/>
                    <a:pt x="16663" y="13029"/>
                    <a:pt x="15060" y="16871"/>
                  </a:cubicBezTo>
                  <a:cubicBezTo>
                    <a:pt x="5421" y="39920"/>
                    <a:pt x="1673" y="64172"/>
                    <a:pt x="0" y="91983"/>
                  </a:cubicBezTo>
                  <a:cubicBezTo>
                    <a:pt x="825" y="96107"/>
                    <a:pt x="1532" y="103295"/>
                    <a:pt x="3818" y="109965"/>
                  </a:cubicBezTo>
                  <a:cubicBezTo>
                    <a:pt x="6293" y="117154"/>
                    <a:pt x="12750" y="118874"/>
                    <a:pt x="19562" y="115315"/>
                  </a:cubicBezTo>
                  <a:cubicBezTo>
                    <a:pt x="28895" y="110484"/>
                    <a:pt x="33349" y="100491"/>
                    <a:pt x="31228" y="89626"/>
                  </a:cubicBezTo>
                  <a:cubicBezTo>
                    <a:pt x="30568" y="86256"/>
                    <a:pt x="29672" y="82720"/>
                    <a:pt x="30120" y="79421"/>
                  </a:cubicBezTo>
                  <a:cubicBezTo>
                    <a:pt x="32147" y="64314"/>
                    <a:pt x="34622" y="49277"/>
                    <a:pt x="36931" y="3419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27" name="Google Shape;3027;p57"/>
            <p:cNvSpPr/>
            <p:nvPr/>
          </p:nvSpPr>
          <p:spPr>
            <a:xfrm>
              <a:off x="1259118" y="3717485"/>
              <a:ext cx="134786" cy="117228"/>
            </a:xfrm>
            <a:custGeom>
              <a:rect b="b" l="l" r="r" t="t"/>
              <a:pathLst>
                <a:path extrusionOk="0" h="117228" w="134786">
                  <a:moveTo>
                    <a:pt x="121801" y="4596"/>
                  </a:moveTo>
                  <a:cubicBezTo>
                    <a:pt x="100141" y="18077"/>
                    <a:pt x="82253" y="35706"/>
                    <a:pt x="67122" y="56140"/>
                  </a:cubicBezTo>
                  <a:cubicBezTo>
                    <a:pt x="64577" y="59580"/>
                    <a:pt x="62574" y="63941"/>
                    <a:pt x="61914" y="68112"/>
                  </a:cubicBezTo>
                  <a:cubicBezTo>
                    <a:pt x="60547" y="76950"/>
                    <a:pt x="58143" y="80627"/>
                    <a:pt x="49258" y="81193"/>
                  </a:cubicBezTo>
                  <a:cubicBezTo>
                    <a:pt x="31204" y="82347"/>
                    <a:pt x="18642" y="92317"/>
                    <a:pt x="7990" y="105633"/>
                  </a:cubicBezTo>
                  <a:cubicBezTo>
                    <a:pt x="5491" y="108767"/>
                    <a:pt x="3394" y="112256"/>
                    <a:pt x="0" y="117228"/>
                  </a:cubicBezTo>
                  <a:cubicBezTo>
                    <a:pt x="13717" y="116427"/>
                    <a:pt x="23639" y="111902"/>
                    <a:pt x="32501" y="105185"/>
                  </a:cubicBezTo>
                  <a:cubicBezTo>
                    <a:pt x="66934" y="79095"/>
                    <a:pt x="97738" y="49187"/>
                    <a:pt x="125595" y="16215"/>
                  </a:cubicBezTo>
                  <a:cubicBezTo>
                    <a:pt x="129225" y="11926"/>
                    <a:pt x="131747" y="6740"/>
                    <a:pt x="134787" y="1980"/>
                  </a:cubicBezTo>
                  <a:cubicBezTo>
                    <a:pt x="134174" y="1320"/>
                    <a:pt x="133538" y="660"/>
                    <a:pt x="132925" y="0"/>
                  </a:cubicBezTo>
                  <a:cubicBezTo>
                    <a:pt x="129225" y="1508"/>
                    <a:pt x="125171" y="2498"/>
                    <a:pt x="121801" y="459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28" name="Google Shape;3028;p57"/>
            <p:cNvSpPr/>
            <p:nvPr/>
          </p:nvSpPr>
          <p:spPr>
            <a:xfrm>
              <a:off x="362760" y="3205159"/>
              <a:ext cx="26916" cy="122436"/>
            </a:xfrm>
            <a:custGeom>
              <a:rect b="b" l="l" r="r" t="t"/>
              <a:pathLst>
                <a:path extrusionOk="0" h="122436" w="26916">
                  <a:moveTo>
                    <a:pt x="13940" y="0"/>
                  </a:moveTo>
                  <a:cubicBezTo>
                    <a:pt x="12502" y="1131"/>
                    <a:pt x="11748" y="1438"/>
                    <a:pt x="11512" y="1980"/>
                  </a:cubicBezTo>
                  <a:cubicBezTo>
                    <a:pt x="10782" y="3535"/>
                    <a:pt x="10098" y="5138"/>
                    <a:pt x="9627" y="6788"/>
                  </a:cubicBezTo>
                  <a:cubicBezTo>
                    <a:pt x="2250" y="32642"/>
                    <a:pt x="-1097" y="59133"/>
                    <a:pt x="317" y="85859"/>
                  </a:cubicBezTo>
                  <a:cubicBezTo>
                    <a:pt x="883" y="96300"/>
                    <a:pt x="4795" y="107023"/>
                    <a:pt x="9297" y="116616"/>
                  </a:cubicBezTo>
                  <a:cubicBezTo>
                    <a:pt x="13256" y="125077"/>
                    <a:pt x="21482" y="124110"/>
                    <a:pt x="24074" y="115037"/>
                  </a:cubicBezTo>
                  <a:cubicBezTo>
                    <a:pt x="26384" y="106953"/>
                    <a:pt x="27492" y="97973"/>
                    <a:pt x="26620" y="89654"/>
                  </a:cubicBezTo>
                  <a:cubicBezTo>
                    <a:pt x="24734" y="71530"/>
                    <a:pt x="21152" y="53594"/>
                    <a:pt x="18489" y="35564"/>
                  </a:cubicBezTo>
                  <a:cubicBezTo>
                    <a:pt x="16768" y="23992"/>
                    <a:pt x="15495" y="12373"/>
                    <a:pt x="1394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29" name="Google Shape;3029;p57"/>
            <p:cNvSpPr/>
            <p:nvPr/>
          </p:nvSpPr>
          <p:spPr>
            <a:xfrm>
              <a:off x="286268" y="3354335"/>
              <a:ext cx="34646" cy="106563"/>
            </a:xfrm>
            <a:custGeom>
              <a:rect b="b" l="l" r="r" t="t"/>
              <a:pathLst>
                <a:path extrusionOk="0" h="106563" w="34646">
                  <a:moveTo>
                    <a:pt x="34386" y="100129"/>
                  </a:moveTo>
                  <a:cubicBezTo>
                    <a:pt x="34481" y="91079"/>
                    <a:pt x="35070" y="81934"/>
                    <a:pt x="34080" y="72978"/>
                  </a:cubicBezTo>
                  <a:cubicBezTo>
                    <a:pt x="31558" y="50424"/>
                    <a:pt x="27080" y="28222"/>
                    <a:pt x="17724" y="7364"/>
                  </a:cubicBezTo>
                  <a:cubicBezTo>
                    <a:pt x="16286" y="4136"/>
                    <a:pt x="10889" y="-578"/>
                    <a:pt x="9475" y="58"/>
                  </a:cubicBezTo>
                  <a:cubicBezTo>
                    <a:pt x="5845" y="1732"/>
                    <a:pt x="3206" y="5880"/>
                    <a:pt x="613" y="9368"/>
                  </a:cubicBezTo>
                  <a:cubicBezTo>
                    <a:pt x="-259" y="10546"/>
                    <a:pt x="48" y="12714"/>
                    <a:pt x="71" y="14435"/>
                  </a:cubicBezTo>
                  <a:cubicBezTo>
                    <a:pt x="495" y="45309"/>
                    <a:pt x="10795" y="73214"/>
                    <a:pt x="25690" y="99752"/>
                  </a:cubicBezTo>
                  <a:cubicBezTo>
                    <a:pt x="27010" y="102085"/>
                    <a:pt x="28565" y="104301"/>
                    <a:pt x="30003" y="106563"/>
                  </a:cubicBezTo>
                  <a:cubicBezTo>
                    <a:pt x="30922" y="105974"/>
                    <a:pt x="31841" y="105408"/>
                    <a:pt x="32760" y="104819"/>
                  </a:cubicBezTo>
                  <a:cubicBezTo>
                    <a:pt x="33326" y="103264"/>
                    <a:pt x="34363" y="101708"/>
                    <a:pt x="34386" y="1001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30" name="Google Shape;3030;p57"/>
            <p:cNvSpPr/>
            <p:nvPr/>
          </p:nvSpPr>
          <p:spPr>
            <a:xfrm>
              <a:off x="513513" y="2105197"/>
              <a:ext cx="137143" cy="31235"/>
            </a:xfrm>
            <a:custGeom>
              <a:rect b="b" l="l" r="r" t="t"/>
              <a:pathLst>
                <a:path extrusionOk="0" h="31235" w="137143">
                  <a:moveTo>
                    <a:pt x="109545" y="21455"/>
                  </a:moveTo>
                  <a:cubicBezTo>
                    <a:pt x="117252" y="20677"/>
                    <a:pt x="124912" y="18038"/>
                    <a:pt x="132194" y="15186"/>
                  </a:cubicBezTo>
                  <a:cubicBezTo>
                    <a:pt x="134645" y="14220"/>
                    <a:pt x="137120" y="10001"/>
                    <a:pt x="137144" y="7244"/>
                  </a:cubicBezTo>
                  <a:cubicBezTo>
                    <a:pt x="137167" y="5287"/>
                    <a:pt x="133255" y="1870"/>
                    <a:pt x="130804" y="1587"/>
                  </a:cubicBezTo>
                  <a:cubicBezTo>
                    <a:pt x="122531" y="621"/>
                    <a:pt x="113740" y="-982"/>
                    <a:pt x="105845" y="809"/>
                  </a:cubicBezTo>
                  <a:cubicBezTo>
                    <a:pt x="70422" y="8823"/>
                    <a:pt x="35258" y="17920"/>
                    <a:pt x="0" y="26640"/>
                  </a:cubicBezTo>
                  <a:cubicBezTo>
                    <a:pt x="189" y="28172"/>
                    <a:pt x="354" y="29704"/>
                    <a:pt x="542" y="31236"/>
                  </a:cubicBezTo>
                  <a:cubicBezTo>
                    <a:pt x="36884" y="28031"/>
                    <a:pt x="73250" y="25061"/>
                    <a:pt x="109545" y="2145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31" name="Google Shape;3031;p57"/>
            <p:cNvSpPr/>
            <p:nvPr/>
          </p:nvSpPr>
          <p:spPr>
            <a:xfrm>
              <a:off x="228856" y="2983641"/>
              <a:ext cx="20797" cy="133891"/>
            </a:xfrm>
            <a:custGeom>
              <a:rect b="b" l="l" r="r" t="t"/>
              <a:pathLst>
                <a:path extrusionOk="0" h="133891" w="20797">
                  <a:moveTo>
                    <a:pt x="7259" y="133891"/>
                  </a:moveTo>
                  <a:cubicBezTo>
                    <a:pt x="17441" y="116309"/>
                    <a:pt x="25619" y="12680"/>
                    <a:pt x="17488" y="0"/>
                  </a:cubicBezTo>
                  <a:cubicBezTo>
                    <a:pt x="519" y="15791"/>
                    <a:pt x="-6434" y="110606"/>
                    <a:pt x="7259" y="1338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32" name="Google Shape;3032;p57"/>
            <p:cNvSpPr/>
            <p:nvPr/>
          </p:nvSpPr>
          <p:spPr>
            <a:xfrm>
              <a:off x="664239" y="3758117"/>
              <a:ext cx="86818" cy="39365"/>
            </a:xfrm>
            <a:custGeom>
              <a:rect b="b" l="l" r="r" t="t"/>
              <a:pathLst>
                <a:path extrusionOk="0" h="39365" w="86818">
                  <a:moveTo>
                    <a:pt x="80314" y="25642"/>
                  </a:moveTo>
                  <a:cubicBezTo>
                    <a:pt x="62284" y="9545"/>
                    <a:pt x="40719" y="2286"/>
                    <a:pt x="17292" y="0"/>
                  </a:cubicBezTo>
                  <a:cubicBezTo>
                    <a:pt x="13851" y="189"/>
                    <a:pt x="10481" y="-165"/>
                    <a:pt x="7512" y="707"/>
                  </a:cubicBezTo>
                  <a:cubicBezTo>
                    <a:pt x="4707" y="1532"/>
                    <a:pt x="912" y="3205"/>
                    <a:pt x="111" y="5421"/>
                  </a:cubicBezTo>
                  <a:cubicBezTo>
                    <a:pt x="-549" y="7259"/>
                    <a:pt x="1855" y="11431"/>
                    <a:pt x="4047" y="12892"/>
                  </a:cubicBezTo>
                  <a:cubicBezTo>
                    <a:pt x="26319" y="27740"/>
                    <a:pt x="50877" y="36625"/>
                    <a:pt x="77509" y="39335"/>
                  </a:cubicBezTo>
                  <a:cubicBezTo>
                    <a:pt x="80479" y="39642"/>
                    <a:pt x="83708" y="37521"/>
                    <a:pt x="86819" y="36531"/>
                  </a:cubicBezTo>
                  <a:cubicBezTo>
                    <a:pt x="85381" y="33561"/>
                    <a:pt x="84038" y="30568"/>
                    <a:pt x="82482" y="27669"/>
                  </a:cubicBezTo>
                  <a:cubicBezTo>
                    <a:pt x="82034" y="26821"/>
                    <a:pt x="81044" y="26302"/>
                    <a:pt x="80314" y="2564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33" name="Google Shape;3033;p57"/>
            <p:cNvSpPr/>
            <p:nvPr/>
          </p:nvSpPr>
          <p:spPr>
            <a:xfrm>
              <a:off x="920278" y="3664283"/>
              <a:ext cx="75865" cy="61617"/>
            </a:xfrm>
            <a:custGeom>
              <a:rect b="b" l="l" r="r" t="t"/>
              <a:pathLst>
                <a:path extrusionOk="0" h="61617" w="75865">
                  <a:moveTo>
                    <a:pt x="75866" y="8635"/>
                  </a:moveTo>
                  <a:cubicBezTo>
                    <a:pt x="75253" y="8305"/>
                    <a:pt x="74664" y="7951"/>
                    <a:pt x="74051" y="7621"/>
                  </a:cubicBezTo>
                  <a:cubicBezTo>
                    <a:pt x="74051" y="127"/>
                    <a:pt x="70445" y="-2254"/>
                    <a:pt x="63492" y="2342"/>
                  </a:cubicBezTo>
                  <a:cubicBezTo>
                    <a:pt x="49728" y="11487"/>
                    <a:pt x="36224" y="21126"/>
                    <a:pt x="23450" y="31543"/>
                  </a:cubicBezTo>
                  <a:cubicBezTo>
                    <a:pt x="15272" y="38213"/>
                    <a:pt x="8437" y="46556"/>
                    <a:pt x="1296" y="54404"/>
                  </a:cubicBezTo>
                  <a:cubicBezTo>
                    <a:pt x="117" y="55701"/>
                    <a:pt x="-331" y="58576"/>
                    <a:pt x="259" y="60249"/>
                  </a:cubicBezTo>
                  <a:cubicBezTo>
                    <a:pt x="612" y="61239"/>
                    <a:pt x="3652" y="61640"/>
                    <a:pt x="5467" y="61616"/>
                  </a:cubicBezTo>
                  <a:cubicBezTo>
                    <a:pt x="7376" y="61593"/>
                    <a:pt x="9332" y="60933"/>
                    <a:pt x="11171" y="60273"/>
                  </a:cubicBezTo>
                  <a:cubicBezTo>
                    <a:pt x="31769" y="53037"/>
                    <a:pt x="50105" y="41913"/>
                    <a:pt x="65495" y="26547"/>
                  </a:cubicBezTo>
                  <a:cubicBezTo>
                    <a:pt x="70233" y="21857"/>
                    <a:pt x="72495" y="14668"/>
                    <a:pt x="75866" y="863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34" name="Google Shape;3034;p57"/>
            <p:cNvSpPr/>
            <p:nvPr/>
          </p:nvSpPr>
          <p:spPr>
            <a:xfrm>
              <a:off x="623675" y="3585848"/>
              <a:ext cx="74872" cy="64444"/>
            </a:xfrm>
            <a:custGeom>
              <a:rect b="b" l="l" r="r" t="t"/>
              <a:pathLst>
                <a:path extrusionOk="0" h="64444" w="74872">
                  <a:moveTo>
                    <a:pt x="10862" y="31944"/>
                  </a:moveTo>
                  <a:cubicBezTo>
                    <a:pt x="14939" y="30719"/>
                    <a:pt x="20336" y="30907"/>
                    <a:pt x="24154" y="32628"/>
                  </a:cubicBezTo>
                  <a:cubicBezTo>
                    <a:pt x="29386" y="35008"/>
                    <a:pt x="33723" y="39392"/>
                    <a:pt x="38389" y="42998"/>
                  </a:cubicBezTo>
                  <a:cubicBezTo>
                    <a:pt x="46756" y="49432"/>
                    <a:pt x="54887" y="56172"/>
                    <a:pt x="63513" y="62182"/>
                  </a:cubicBezTo>
                  <a:cubicBezTo>
                    <a:pt x="66082" y="63973"/>
                    <a:pt x="70065" y="63738"/>
                    <a:pt x="73412" y="64445"/>
                  </a:cubicBezTo>
                  <a:cubicBezTo>
                    <a:pt x="73907" y="63549"/>
                    <a:pt x="74402" y="62653"/>
                    <a:pt x="74873" y="61758"/>
                  </a:cubicBezTo>
                  <a:cubicBezTo>
                    <a:pt x="72469" y="58105"/>
                    <a:pt x="70678" y="53792"/>
                    <a:pt x="67543" y="50940"/>
                  </a:cubicBezTo>
                  <a:cubicBezTo>
                    <a:pt x="50975" y="35762"/>
                    <a:pt x="34147" y="20867"/>
                    <a:pt x="17225" y="6090"/>
                  </a:cubicBezTo>
                  <a:cubicBezTo>
                    <a:pt x="14303" y="3521"/>
                    <a:pt x="10767" y="1258"/>
                    <a:pt x="7138" y="103"/>
                  </a:cubicBezTo>
                  <a:cubicBezTo>
                    <a:pt x="5299" y="-486"/>
                    <a:pt x="609" y="1588"/>
                    <a:pt x="539" y="2672"/>
                  </a:cubicBezTo>
                  <a:cubicBezTo>
                    <a:pt x="20" y="10733"/>
                    <a:pt x="-404" y="18934"/>
                    <a:pt x="657" y="26900"/>
                  </a:cubicBezTo>
                  <a:cubicBezTo>
                    <a:pt x="1293" y="31543"/>
                    <a:pt x="5064" y="33665"/>
                    <a:pt x="10862" y="3194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35" name="Google Shape;3035;p57"/>
            <p:cNvSpPr/>
            <p:nvPr/>
          </p:nvSpPr>
          <p:spPr>
            <a:xfrm>
              <a:off x="470006" y="2948303"/>
              <a:ext cx="44197" cy="79717"/>
            </a:xfrm>
            <a:custGeom>
              <a:rect b="b" l="l" r="r" t="t"/>
              <a:pathLst>
                <a:path extrusionOk="0" h="79717" w="44197">
                  <a:moveTo>
                    <a:pt x="14683" y="71728"/>
                  </a:moveTo>
                  <a:cubicBezTo>
                    <a:pt x="24087" y="52025"/>
                    <a:pt x="33538" y="32345"/>
                    <a:pt x="42611" y="12477"/>
                  </a:cubicBezTo>
                  <a:cubicBezTo>
                    <a:pt x="44261" y="8895"/>
                    <a:pt x="45817" y="4205"/>
                    <a:pt x="40726" y="1400"/>
                  </a:cubicBezTo>
                  <a:cubicBezTo>
                    <a:pt x="35470" y="-1499"/>
                    <a:pt x="31087" y="340"/>
                    <a:pt x="27763" y="4747"/>
                  </a:cubicBezTo>
                  <a:cubicBezTo>
                    <a:pt x="12868" y="24403"/>
                    <a:pt x="4855" y="46910"/>
                    <a:pt x="0" y="71916"/>
                  </a:cubicBezTo>
                  <a:cubicBezTo>
                    <a:pt x="943" y="74132"/>
                    <a:pt x="2145" y="76936"/>
                    <a:pt x="3323" y="79717"/>
                  </a:cubicBezTo>
                  <a:cubicBezTo>
                    <a:pt x="6033" y="78398"/>
                    <a:pt x="8885" y="77290"/>
                    <a:pt x="11431" y="75687"/>
                  </a:cubicBezTo>
                  <a:cubicBezTo>
                    <a:pt x="12798" y="74815"/>
                    <a:pt x="13952" y="73236"/>
                    <a:pt x="14683" y="717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36" name="Google Shape;3036;p57"/>
            <p:cNvSpPr/>
            <p:nvPr/>
          </p:nvSpPr>
          <p:spPr>
            <a:xfrm>
              <a:off x="316044" y="3208741"/>
              <a:ext cx="20637" cy="104784"/>
            </a:xfrm>
            <a:custGeom>
              <a:rect b="b" l="l" r="r" t="t"/>
              <a:pathLst>
                <a:path extrusionOk="0" h="104784" w="20637">
                  <a:moveTo>
                    <a:pt x="18680" y="72567"/>
                  </a:moveTo>
                  <a:cubicBezTo>
                    <a:pt x="21532" y="54089"/>
                    <a:pt x="21697" y="35659"/>
                    <a:pt x="16276" y="17535"/>
                  </a:cubicBezTo>
                  <a:cubicBezTo>
                    <a:pt x="13966" y="9828"/>
                    <a:pt x="10525" y="2805"/>
                    <a:pt x="2064" y="0"/>
                  </a:cubicBezTo>
                  <a:cubicBezTo>
                    <a:pt x="-3875" y="7683"/>
                    <a:pt x="3997" y="86001"/>
                    <a:pt x="13047" y="104784"/>
                  </a:cubicBezTo>
                  <a:cubicBezTo>
                    <a:pt x="15098" y="93118"/>
                    <a:pt x="17077" y="82866"/>
                    <a:pt x="18680" y="725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37" name="Google Shape;3037;p57"/>
            <p:cNvSpPr/>
            <p:nvPr/>
          </p:nvSpPr>
          <p:spPr>
            <a:xfrm>
              <a:off x="797812" y="3933889"/>
              <a:ext cx="62342" cy="39731"/>
            </a:xfrm>
            <a:custGeom>
              <a:rect b="b" l="l" r="r" t="t"/>
              <a:pathLst>
                <a:path extrusionOk="0" h="39731" w="62342">
                  <a:moveTo>
                    <a:pt x="58973" y="10299"/>
                  </a:moveTo>
                  <a:cubicBezTo>
                    <a:pt x="60811" y="8367"/>
                    <a:pt x="61259" y="5138"/>
                    <a:pt x="62343" y="2522"/>
                  </a:cubicBezTo>
                  <a:cubicBezTo>
                    <a:pt x="59774" y="1532"/>
                    <a:pt x="57181" y="566"/>
                    <a:pt x="55697" y="0"/>
                  </a:cubicBezTo>
                  <a:cubicBezTo>
                    <a:pt x="36913" y="2215"/>
                    <a:pt x="20226" y="6222"/>
                    <a:pt x="6580" y="17983"/>
                  </a:cubicBezTo>
                  <a:cubicBezTo>
                    <a:pt x="-231" y="23851"/>
                    <a:pt x="-1810" y="30002"/>
                    <a:pt x="2102" y="35564"/>
                  </a:cubicBezTo>
                  <a:cubicBezTo>
                    <a:pt x="6439" y="41716"/>
                    <a:pt x="12779" y="39783"/>
                    <a:pt x="18270" y="37780"/>
                  </a:cubicBezTo>
                  <a:cubicBezTo>
                    <a:pt x="34037" y="32006"/>
                    <a:pt x="47471" y="22437"/>
                    <a:pt x="58973" y="1029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38" name="Google Shape;3038;p57"/>
            <p:cNvSpPr/>
            <p:nvPr/>
          </p:nvSpPr>
          <p:spPr>
            <a:xfrm>
              <a:off x="652354" y="3096920"/>
              <a:ext cx="30903" cy="53823"/>
            </a:xfrm>
            <a:custGeom>
              <a:rect b="b" l="l" r="r" t="t"/>
              <a:pathLst>
                <a:path extrusionOk="0" h="53823" w="30903">
                  <a:moveTo>
                    <a:pt x="17464" y="956"/>
                  </a:moveTo>
                  <a:cubicBezTo>
                    <a:pt x="11501" y="-1212"/>
                    <a:pt x="6434" y="202"/>
                    <a:pt x="4101" y="6283"/>
                  </a:cubicBezTo>
                  <a:cubicBezTo>
                    <a:pt x="2192" y="11232"/>
                    <a:pt x="1485" y="16653"/>
                    <a:pt x="0" y="22827"/>
                  </a:cubicBezTo>
                  <a:cubicBezTo>
                    <a:pt x="1862" y="30676"/>
                    <a:pt x="3205" y="39184"/>
                    <a:pt x="5939" y="47221"/>
                  </a:cubicBezTo>
                  <a:cubicBezTo>
                    <a:pt x="8626" y="55069"/>
                    <a:pt x="14471" y="55964"/>
                    <a:pt x="19915" y="49672"/>
                  </a:cubicBezTo>
                  <a:cubicBezTo>
                    <a:pt x="27056" y="41423"/>
                    <a:pt x="30686" y="31571"/>
                    <a:pt x="30898" y="20588"/>
                  </a:cubicBezTo>
                  <a:cubicBezTo>
                    <a:pt x="31087" y="10548"/>
                    <a:pt x="26844" y="4350"/>
                    <a:pt x="17464" y="95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39" name="Google Shape;3039;p57"/>
            <p:cNvSpPr/>
            <p:nvPr/>
          </p:nvSpPr>
          <p:spPr>
            <a:xfrm>
              <a:off x="756478" y="2572234"/>
              <a:ext cx="108823" cy="22766"/>
            </a:xfrm>
            <a:custGeom>
              <a:rect b="b" l="l" r="r" t="t"/>
              <a:pathLst>
                <a:path extrusionOk="0" h="22766" w="108823">
                  <a:moveTo>
                    <a:pt x="0" y="2687"/>
                  </a:moveTo>
                  <a:cubicBezTo>
                    <a:pt x="35376" y="9357"/>
                    <a:pt x="70775" y="16003"/>
                    <a:pt x="106646" y="22767"/>
                  </a:cubicBezTo>
                  <a:cubicBezTo>
                    <a:pt x="110794" y="10134"/>
                    <a:pt x="109616" y="7683"/>
                    <a:pt x="97832" y="4337"/>
                  </a:cubicBezTo>
                  <a:cubicBezTo>
                    <a:pt x="95946" y="3794"/>
                    <a:pt x="94037" y="3017"/>
                    <a:pt x="92128" y="2946"/>
                  </a:cubicBezTo>
                  <a:cubicBezTo>
                    <a:pt x="61490" y="1909"/>
                    <a:pt x="30827" y="966"/>
                    <a:pt x="189" y="0"/>
                  </a:cubicBezTo>
                  <a:cubicBezTo>
                    <a:pt x="118" y="896"/>
                    <a:pt x="71" y="1791"/>
                    <a:pt x="0" y="268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40" name="Google Shape;3040;p57"/>
            <p:cNvSpPr/>
            <p:nvPr/>
          </p:nvSpPr>
          <p:spPr>
            <a:xfrm>
              <a:off x="1138920" y="2923280"/>
              <a:ext cx="36297" cy="52054"/>
            </a:xfrm>
            <a:custGeom>
              <a:rect b="b" l="l" r="r" t="t"/>
              <a:pathLst>
                <a:path extrusionOk="0" h="52054" w="36297">
                  <a:moveTo>
                    <a:pt x="6010" y="215"/>
                  </a:moveTo>
                  <a:cubicBezTo>
                    <a:pt x="2828" y="1205"/>
                    <a:pt x="1249" y="7474"/>
                    <a:pt x="0" y="9643"/>
                  </a:cubicBezTo>
                  <a:cubicBezTo>
                    <a:pt x="1862" y="26235"/>
                    <a:pt x="6293" y="38749"/>
                    <a:pt x="16946" y="48342"/>
                  </a:cubicBezTo>
                  <a:cubicBezTo>
                    <a:pt x="21141" y="52136"/>
                    <a:pt x="26043" y="53362"/>
                    <a:pt x="31204" y="50416"/>
                  </a:cubicBezTo>
                  <a:cubicBezTo>
                    <a:pt x="36366" y="47470"/>
                    <a:pt x="37426" y="42355"/>
                    <a:pt x="35187" y="37571"/>
                  </a:cubicBezTo>
                  <a:cubicBezTo>
                    <a:pt x="30026" y="26541"/>
                    <a:pt x="24676" y="15488"/>
                    <a:pt x="18148" y="5259"/>
                  </a:cubicBezTo>
                  <a:cubicBezTo>
                    <a:pt x="16097" y="2054"/>
                    <a:pt x="9357" y="-822"/>
                    <a:pt x="6010" y="21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41" name="Google Shape;3041;p57"/>
            <p:cNvSpPr/>
            <p:nvPr/>
          </p:nvSpPr>
          <p:spPr>
            <a:xfrm>
              <a:off x="206183" y="3138543"/>
              <a:ext cx="41622" cy="60471"/>
            </a:xfrm>
            <a:custGeom>
              <a:rect b="b" l="l" r="r" t="t"/>
              <a:pathLst>
                <a:path extrusionOk="0" h="60471" w="41622">
                  <a:moveTo>
                    <a:pt x="22461" y="1450"/>
                  </a:moveTo>
                  <a:cubicBezTo>
                    <a:pt x="12043" y="5739"/>
                    <a:pt x="5656" y="14389"/>
                    <a:pt x="0" y="24122"/>
                  </a:cubicBezTo>
                  <a:cubicBezTo>
                    <a:pt x="5421" y="21436"/>
                    <a:pt x="10724" y="18513"/>
                    <a:pt x="16286" y="16156"/>
                  </a:cubicBezTo>
                  <a:cubicBezTo>
                    <a:pt x="18360" y="15261"/>
                    <a:pt x="20976" y="15638"/>
                    <a:pt x="23333" y="15449"/>
                  </a:cubicBezTo>
                  <a:cubicBezTo>
                    <a:pt x="23498" y="17735"/>
                    <a:pt x="24157" y="20139"/>
                    <a:pt x="23686" y="22331"/>
                  </a:cubicBezTo>
                  <a:cubicBezTo>
                    <a:pt x="22720" y="26903"/>
                    <a:pt x="20457" y="31287"/>
                    <a:pt x="20057" y="35859"/>
                  </a:cubicBezTo>
                  <a:cubicBezTo>
                    <a:pt x="19491" y="42129"/>
                    <a:pt x="19185" y="48751"/>
                    <a:pt x="20552" y="54808"/>
                  </a:cubicBezTo>
                  <a:cubicBezTo>
                    <a:pt x="22060" y="61525"/>
                    <a:pt x="27481" y="62421"/>
                    <a:pt x="31016" y="56670"/>
                  </a:cubicBezTo>
                  <a:cubicBezTo>
                    <a:pt x="39830" y="42388"/>
                    <a:pt x="44120" y="26809"/>
                    <a:pt x="40113" y="10052"/>
                  </a:cubicBezTo>
                  <a:cubicBezTo>
                    <a:pt x="37945" y="931"/>
                    <a:pt x="31087" y="-2109"/>
                    <a:pt x="22461" y="14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42" name="Google Shape;3042;p57"/>
            <p:cNvSpPr/>
            <p:nvPr/>
          </p:nvSpPr>
          <p:spPr>
            <a:xfrm>
              <a:off x="273948" y="3156773"/>
              <a:ext cx="20357" cy="72849"/>
            </a:xfrm>
            <a:custGeom>
              <a:rect b="b" l="l" r="r" t="t"/>
              <a:pathLst>
                <a:path extrusionOk="0" h="72849" w="20357">
                  <a:moveTo>
                    <a:pt x="3576" y="71223"/>
                  </a:moveTo>
                  <a:cubicBezTo>
                    <a:pt x="4731" y="71765"/>
                    <a:pt x="5909" y="72307"/>
                    <a:pt x="7064" y="72849"/>
                  </a:cubicBezTo>
                  <a:cubicBezTo>
                    <a:pt x="8054" y="70846"/>
                    <a:pt x="8926" y="68772"/>
                    <a:pt x="10057" y="66863"/>
                  </a:cubicBezTo>
                  <a:cubicBezTo>
                    <a:pt x="20852" y="48433"/>
                    <a:pt x="23232" y="28918"/>
                    <a:pt x="16869" y="8626"/>
                  </a:cubicBezTo>
                  <a:cubicBezTo>
                    <a:pt x="15808" y="5209"/>
                    <a:pt x="11424" y="2852"/>
                    <a:pt x="8596" y="0"/>
                  </a:cubicBezTo>
                  <a:cubicBezTo>
                    <a:pt x="6004" y="3300"/>
                    <a:pt x="1431" y="6458"/>
                    <a:pt x="1196" y="9899"/>
                  </a:cubicBezTo>
                  <a:cubicBezTo>
                    <a:pt x="88" y="26019"/>
                    <a:pt x="-101" y="42234"/>
                    <a:pt x="41" y="58402"/>
                  </a:cubicBezTo>
                  <a:cubicBezTo>
                    <a:pt x="64" y="62668"/>
                    <a:pt x="2327" y="66934"/>
                    <a:pt x="3576" y="71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43" name="Google Shape;3043;p57"/>
            <p:cNvSpPr/>
            <p:nvPr/>
          </p:nvSpPr>
          <p:spPr>
            <a:xfrm>
              <a:off x="245628" y="2882038"/>
              <a:ext cx="39110" cy="60416"/>
            </a:xfrm>
            <a:custGeom>
              <a:rect b="b" l="l" r="r" t="t"/>
              <a:pathLst>
                <a:path extrusionOk="0" h="60416" w="39110">
                  <a:moveTo>
                    <a:pt x="37789" y="0"/>
                  </a:moveTo>
                  <a:cubicBezTo>
                    <a:pt x="34631" y="1673"/>
                    <a:pt x="33075" y="2074"/>
                    <a:pt x="32156" y="3064"/>
                  </a:cubicBezTo>
                  <a:cubicBezTo>
                    <a:pt x="18604" y="17653"/>
                    <a:pt x="6797" y="33420"/>
                    <a:pt x="457" y="52581"/>
                  </a:cubicBezTo>
                  <a:cubicBezTo>
                    <a:pt x="-274" y="54773"/>
                    <a:pt x="-180" y="58873"/>
                    <a:pt x="1117" y="59722"/>
                  </a:cubicBezTo>
                  <a:cubicBezTo>
                    <a:pt x="2861" y="60877"/>
                    <a:pt x="6372" y="60429"/>
                    <a:pt x="8682" y="59557"/>
                  </a:cubicBezTo>
                  <a:cubicBezTo>
                    <a:pt x="23789" y="53853"/>
                    <a:pt x="38944" y="31699"/>
                    <a:pt x="39109" y="15154"/>
                  </a:cubicBezTo>
                  <a:cubicBezTo>
                    <a:pt x="39156" y="10606"/>
                    <a:pt x="38354" y="6033"/>
                    <a:pt x="37789"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44" name="Google Shape;3044;p57"/>
            <p:cNvSpPr/>
            <p:nvPr/>
          </p:nvSpPr>
          <p:spPr>
            <a:xfrm>
              <a:off x="183763" y="2948213"/>
              <a:ext cx="43408" cy="40419"/>
            </a:xfrm>
            <a:custGeom>
              <a:rect b="b" l="l" r="r" t="t"/>
              <a:pathLst>
                <a:path extrusionOk="0" h="40419" w="43408">
                  <a:moveTo>
                    <a:pt x="7" y="30973"/>
                  </a:moveTo>
                  <a:cubicBezTo>
                    <a:pt x="-205" y="39741"/>
                    <a:pt x="4367" y="42734"/>
                    <a:pt x="12239" y="38562"/>
                  </a:cubicBezTo>
                  <a:cubicBezTo>
                    <a:pt x="24754" y="31940"/>
                    <a:pt x="34040" y="21805"/>
                    <a:pt x="41558" y="10045"/>
                  </a:cubicBezTo>
                  <a:cubicBezTo>
                    <a:pt x="45117" y="4483"/>
                    <a:pt x="43514" y="1560"/>
                    <a:pt x="37009" y="405"/>
                  </a:cubicBezTo>
                  <a:cubicBezTo>
                    <a:pt x="19215" y="-2729"/>
                    <a:pt x="455" y="12779"/>
                    <a:pt x="7" y="3097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45" name="Google Shape;3045;p57"/>
            <p:cNvSpPr/>
            <p:nvPr/>
          </p:nvSpPr>
          <p:spPr>
            <a:xfrm>
              <a:off x="725180" y="3917369"/>
              <a:ext cx="85599" cy="16684"/>
            </a:xfrm>
            <a:custGeom>
              <a:rect b="b" l="l" r="r" t="t"/>
              <a:pathLst>
                <a:path extrusionOk="0" h="16684" w="85599">
                  <a:moveTo>
                    <a:pt x="0" y="4194"/>
                  </a:moveTo>
                  <a:cubicBezTo>
                    <a:pt x="10818" y="16308"/>
                    <a:pt x="74099" y="21352"/>
                    <a:pt x="85600" y="11382"/>
                  </a:cubicBezTo>
                  <a:cubicBezTo>
                    <a:pt x="72897" y="1154"/>
                    <a:pt x="10464" y="-4314"/>
                    <a:pt x="0" y="41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46" name="Google Shape;3046;p57"/>
            <p:cNvSpPr/>
            <p:nvPr/>
          </p:nvSpPr>
          <p:spPr>
            <a:xfrm>
              <a:off x="302847" y="3044918"/>
              <a:ext cx="21216" cy="73438"/>
            </a:xfrm>
            <a:custGeom>
              <a:rect b="b" l="l" r="r" t="t"/>
              <a:pathLst>
                <a:path extrusionOk="0" h="73438" w="21216">
                  <a:moveTo>
                    <a:pt x="15238" y="73439"/>
                  </a:moveTo>
                  <a:cubicBezTo>
                    <a:pt x="16959" y="70021"/>
                    <a:pt x="18349" y="68254"/>
                    <a:pt x="18773" y="66274"/>
                  </a:cubicBezTo>
                  <a:cubicBezTo>
                    <a:pt x="23204" y="45652"/>
                    <a:pt x="21861" y="25477"/>
                    <a:pt x="12669" y="6340"/>
                  </a:cubicBezTo>
                  <a:cubicBezTo>
                    <a:pt x="11349" y="3582"/>
                    <a:pt x="7343" y="2098"/>
                    <a:pt x="4585" y="0"/>
                  </a:cubicBezTo>
                  <a:cubicBezTo>
                    <a:pt x="3006" y="3252"/>
                    <a:pt x="131" y="6481"/>
                    <a:pt x="37" y="9781"/>
                  </a:cubicBezTo>
                  <a:cubicBezTo>
                    <a:pt x="-482" y="29295"/>
                    <a:pt x="4585" y="47844"/>
                    <a:pt x="11019" y="66038"/>
                  </a:cubicBezTo>
                  <a:cubicBezTo>
                    <a:pt x="11774" y="68183"/>
                    <a:pt x="13282" y="70045"/>
                    <a:pt x="15238" y="7343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47" name="Google Shape;3047;p57"/>
            <p:cNvSpPr/>
            <p:nvPr/>
          </p:nvSpPr>
          <p:spPr>
            <a:xfrm>
              <a:off x="650280" y="3887752"/>
              <a:ext cx="53236" cy="30841"/>
            </a:xfrm>
            <a:custGeom>
              <a:rect b="b" l="l" r="r" t="t"/>
              <a:pathLst>
                <a:path extrusionOk="0" h="30841" w="53236">
                  <a:moveTo>
                    <a:pt x="47961" y="12223"/>
                  </a:moveTo>
                  <a:cubicBezTo>
                    <a:pt x="36601" y="3620"/>
                    <a:pt x="23663" y="-669"/>
                    <a:pt x="9404" y="85"/>
                  </a:cubicBezTo>
                  <a:cubicBezTo>
                    <a:pt x="6198" y="250"/>
                    <a:pt x="3135" y="2890"/>
                    <a:pt x="0" y="4398"/>
                  </a:cubicBezTo>
                  <a:cubicBezTo>
                    <a:pt x="1650" y="7721"/>
                    <a:pt x="2451" y="12223"/>
                    <a:pt x="5114" y="14202"/>
                  </a:cubicBezTo>
                  <a:cubicBezTo>
                    <a:pt x="18666" y="24313"/>
                    <a:pt x="35258" y="26199"/>
                    <a:pt x="50813" y="30841"/>
                  </a:cubicBezTo>
                  <a:cubicBezTo>
                    <a:pt x="54537" y="23182"/>
                    <a:pt x="54254" y="16983"/>
                    <a:pt x="47961" y="12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48" name="Google Shape;3048;p57"/>
            <p:cNvSpPr/>
            <p:nvPr/>
          </p:nvSpPr>
          <p:spPr>
            <a:xfrm>
              <a:off x="273793" y="2995072"/>
              <a:ext cx="15487" cy="74664"/>
            </a:xfrm>
            <a:custGeom>
              <a:rect b="b" l="l" r="r" t="t"/>
              <a:pathLst>
                <a:path extrusionOk="0" h="74664" w="15487">
                  <a:moveTo>
                    <a:pt x="5122" y="74664"/>
                  </a:moveTo>
                  <a:cubicBezTo>
                    <a:pt x="6843" y="71412"/>
                    <a:pt x="9199" y="68324"/>
                    <a:pt x="10142" y="64836"/>
                  </a:cubicBezTo>
                  <a:cubicBezTo>
                    <a:pt x="14809" y="47561"/>
                    <a:pt x="17000" y="29979"/>
                    <a:pt x="14337" y="12114"/>
                  </a:cubicBezTo>
                  <a:cubicBezTo>
                    <a:pt x="13607" y="7212"/>
                    <a:pt x="14361" y="71"/>
                    <a:pt x="7856" y="0"/>
                  </a:cubicBezTo>
                  <a:cubicBezTo>
                    <a:pt x="5381" y="-24"/>
                    <a:pt x="880" y="7471"/>
                    <a:pt x="668" y="11713"/>
                  </a:cubicBezTo>
                  <a:cubicBezTo>
                    <a:pt x="-252" y="29154"/>
                    <a:pt x="8" y="46665"/>
                    <a:pt x="126" y="64129"/>
                  </a:cubicBezTo>
                  <a:cubicBezTo>
                    <a:pt x="149" y="67405"/>
                    <a:pt x="1540" y="70681"/>
                    <a:pt x="2294" y="73957"/>
                  </a:cubicBezTo>
                  <a:cubicBezTo>
                    <a:pt x="3213" y="74216"/>
                    <a:pt x="4179" y="74429"/>
                    <a:pt x="5122" y="7466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49" name="Google Shape;3049;p57"/>
            <p:cNvSpPr/>
            <p:nvPr/>
          </p:nvSpPr>
          <p:spPr>
            <a:xfrm>
              <a:off x="844279" y="3812063"/>
              <a:ext cx="47590" cy="27176"/>
            </a:xfrm>
            <a:custGeom>
              <a:rect b="b" l="l" r="r" t="t"/>
              <a:pathLst>
                <a:path extrusionOk="0" h="27176" w="47590">
                  <a:moveTo>
                    <a:pt x="8004" y="2029"/>
                  </a:moveTo>
                  <a:cubicBezTo>
                    <a:pt x="-1187" y="4857"/>
                    <a:pt x="-2649" y="11527"/>
                    <a:pt x="4587" y="17726"/>
                  </a:cubicBezTo>
                  <a:cubicBezTo>
                    <a:pt x="11492" y="23641"/>
                    <a:pt x="19623" y="26870"/>
                    <a:pt x="30983" y="27176"/>
                  </a:cubicBezTo>
                  <a:cubicBezTo>
                    <a:pt x="32774" y="26634"/>
                    <a:pt x="37158" y="26352"/>
                    <a:pt x="40010" y="24160"/>
                  </a:cubicBezTo>
                  <a:cubicBezTo>
                    <a:pt x="43404" y="21544"/>
                    <a:pt x="47151" y="17443"/>
                    <a:pt x="47575" y="13625"/>
                  </a:cubicBezTo>
                  <a:cubicBezTo>
                    <a:pt x="47882" y="10891"/>
                    <a:pt x="43545" y="6436"/>
                    <a:pt x="40269" y="4740"/>
                  </a:cubicBezTo>
                  <a:cubicBezTo>
                    <a:pt x="30064" y="-563"/>
                    <a:pt x="19034" y="-1341"/>
                    <a:pt x="8004" y="20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50" name="Google Shape;3050;p57"/>
            <p:cNvSpPr/>
            <p:nvPr/>
          </p:nvSpPr>
          <p:spPr>
            <a:xfrm>
              <a:off x="272219" y="3249109"/>
              <a:ext cx="24684" cy="63238"/>
            </a:xfrm>
            <a:custGeom>
              <a:rect b="b" l="l" r="r" t="t"/>
              <a:pathLst>
                <a:path extrusionOk="0" h="63238" w="24684">
                  <a:moveTo>
                    <a:pt x="19753" y="63026"/>
                  </a:moveTo>
                  <a:cubicBezTo>
                    <a:pt x="21167" y="57417"/>
                    <a:pt x="23170" y="51855"/>
                    <a:pt x="23901" y="46151"/>
                  </a:cubicBezTo>
                  <a:cubicBezTo>
                    <a:pt x="26022" y="29418"/>
                    <a:pt x="24608" y="13509"/>
                    <a:pt x="9925" y="2102"/>
                  </a:cubicBezTo>
                  <a:cubicBezTo>
                    <a:pt x="8039" y="641"/>
                    <a:pt x="4858" y="-396"/>
                    <a:pt x="2713" y="146"/>
                  </a:cubicBezTo>
                  <a:cubicBezTo>
                    <a:pt x="1346" y="476"/>
                    <a:pt x="-68" y="4105"/>
                    <a:pt x="3" y="6203"/>
                  </a:cubicBezTo>
                  <a:cubicBezTo>
                    <a:pt x="497" y="26849"/>
                    <a:pt x="8958" y="45044"/>
                    <a:pt x="17255" y="63238"/>
                  </a:cubicBezTo>
                  <a:cubicBezTo>
                    <a:pt x="18056" y="63191"/>
                    <a:pt x="18904" y="63120"/>
                    <a:pt x="19753" y="6302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51" name="Google Shape;3051;p57"/>
            <p:cNvSpPr/>
            <p:nvPr/>
          </p:nvSpPr>
          <p:spPr>
            <a:xfrm>
              <a:off x="353673" y="2233375"/>
              <a:ext cx="66415" cy="25761"/>
            </a:xfrm>
            <a:custGeom>
              <a:rect b="b" l="l" r="r" t="t"/>
              <a:pathLst>
                <a:path extrusionOk="0" h="25761" w="66415">
                  <a:moveTo>
                    <a:pt x="66415" y="2140"/>
                  </a:moveTo>
                  <a:cubicBezTo>
                    <a:pt x="52816" y="-5685"/>
                    <a:pt x="7966" y="9352"/>
                    <a:pt x="0" y="24600"/>
                  </a:cubicBezTo>
                  <a:cubicBezTo>
                    <a:pt x="19208" y="29502"/>
                    <a:pt x="52887" y="18284"/>
                    <a:pt x="66415" y="214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52" name="Google Shape;3052;p57"/>
            <p:cNvSpPr/>
            <p:nvPr/>
          </p:nvSpPr>
          <p:spPr>
            <a:xfrm>
              <a:off x="744105" y="2539634"/>
              <a:ext cx="66910" cy="16852"/>
            </a:xfrm>
            <a:custGeom>
              <a:rect b="b" l="l" r="r" t="t"/>
              <a:pathLst>
                <a:path extrusionOk="0" h="16852" w="66910">
                  <a:moveTo>
                    <a:pt x="19090" y="4224"/>
                  </a:moveTo>
                  <a:cubicBezTo>
                    <a:pt x="12562" y="5285"/>
                    <a:pt x="6340" y="8372"/>
                    <a:pt x="0" y="10540"/>
                  </a:cubicBezTo>
                  <a:cubicBezTo>
                    <a:pt x="118" y="11931"/>
                    <a:pt x="212" y="13298"/>
                    <a:pt x="330" y="14688"/>
                  </a:cubicBezTo>
                  <a:cubicBezTo>
                    <a:pt x="12468" y="15490"/>
                    <a:pt x="24605" y="17045"/>
                    <a:pt x="36719" y="16833"/>
                  </a:cubicBezTo>
                  <a:cubicBezTo>
                    <a:pt x="44662" y="16715"/>
                    <a:pt x="52722" y="14547"/>
                    <a:pt x="60429" y="12285"/>
                  </a:cubicBezTo>
                  <a:cubicBezTo>
                    <a:pt x="63045" y="11530"/>
                    <a:pt x="64789" y="7736"/>
                    <a:pt x="66910" y="5308"/>
                  </a:cubicBezTo>
                  <a:cubicBezTo>
                    <a:pt x="64059" y="3446"/>
                    <a:pt x="61112" y="-160"/>
                    <a:pt x="58402" y="5"/>
                  </a:cubicBezTo>
                  <a:cubicBezTo>
                    <a:pt x="45251" y="807"/>
                    <a:pt x="32100" y="2127"/>
                    <a:pt x="19090" y="422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53" name="Google Shape;3053;p57"/>
            <p:cNvSpPr/>
            <p:nvPr/>
          </p:nvSpPr>
          <p:spPr>
            <a:xfrm>
              <a:off x="1155324" y="3913500"/>
              <a:ext cx="33592" cy="33118"/>
            </a:xfrm>
            <a:custGeom>
              <a:rect b="b" l="l" r="r" t="t"/>
              <a:pathLst>
                <a:path extrusionOk="0" h="33118" w="33592">
                  <a:moveTo>
                    <a:pt x="22248" y="3"/>
                  </a:moveTo>
                  <a:cubicBezTo>
                    <a:pt x="12091" y="-186"/>
                    <a:pt x="-23" y="9053"/>
                    <a:pt x="0" y="16925"/>
                  </a:cubicBezTo>
                  <a:cubicBezTo>
                    <a:pt x="24" y="24137"/>
                    <a:pt x="10182" y="32975"/>
                    <a:pt x="18525" y="33116"/>
                  </a:cubicBezTo>
                  <a:cubicBezTo>
                    <a:pt x="27528" y="33258"/>
                    <a:pt x="33326" y="26258"/>
                    <a:pt x="33585" y="14992"/>
                  </a:cubicBezTo>
                  <a:cubicBezTo>
                    <a:pt x="33797" y="5518"/>
                    <a:pt x="29720" y="144"/>
                    <a:pt x="22248" y="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54" name="Google Shape;3054;p57"/>
            <p:cNvSpPr/>
            <p:nvPr/>
          </p:nvSpPr>
          <p:spPr>
            <a:xfrm>
              <a:off x="614610" y="2571373"/>
              <a:ext cx="41969" cy="39442"/>
            </a:xfrm>
            <a:custGeom>
              <a:rect b="b" l="l" r="r" t="t"/>
              <a:pathLst>
                <a:path extrusionOk="0" h="39442" w="41969">
                  <a:moveTo>
                    <a:pt x="670" y="31900"/>
                  </a:moveTo>
                  <a:cubicBezTo>
                    <a:pt x="-861" y="35718"/>
                    <a:pt x="-37" y="39419"/>
                    <a:pt x="5973" y="39442"/>
                  </a:cubicBezTo>
                  <a:cubicBezTo>
                    <a:pt x="6704" y="39230"/>
                    <a:pt x="7906" y="39018"/>
                    <a:pt x="9037" y="38547"/>
                  </a:cubicBezTo>
                  <a:cubicBezTo>
                    <a:pt x="23320" y="32749"/>
                    <a:pt x="33831" y="22591"/>
                    <a:pt x="41279" y="9346"/>
                  </a:cubicBezTo>
                  <a:cubicBezTo>
                    <a:pt x="42575" y="7036"/>
                    <a:pt x="41632" y="3453"/>
                    <a:pt x="41726" y="460"/>
                  </a:cubicBezTo>
                  <a:cubicBezTo>
                    <a:pt x="38686" y="460"/>
                    <a:pt x="34821" y="-718"/>
                    <a:pt x="32770" y="696"/>
                  </a:cubicBezTo>
                  <a:cubicBezTo>
                    <a:pt x="24121" y="6635"/>
                    <a:pt x="15683" y="12999"/>
                    <a:pt x="7859" y="19998"/>
                  </a:cubicBezTo>
                  <a:cubicBezTo>
                    <a:pt x="4536" y="22968"/>
                    <a:pt x="2367" y="27635"/>
                    <a:pt x="670" y="3190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55" name="Google Shape;3055;p57"/>
            <p:cNvSpPr/>
            <p:nvPr/>
          </p:nvSpPr>
          <p:spPr>
            <a:xfrm>
              <a:off x="601629" y="3717698"/>
              <a:ext cx="41788" cy="33354"/>
            </a:xfrm>
            <a:custGeom>
              <a:rect b="b" l="l" r="r" t="t"/>
              <a:pathLst>
                <a:path extrusionOk="0" h="33354" w="41788">
                  <a:moveTo>
                    <a:pt x="6" y="6552"/>
                  </a:moveTo>
                  <a:cubicBezTo>
                    <a:pt x="760" y="17983"/>
                    <a:pt x="20298" y="34622"/>
                    <a:pt x="31729" y="33278"/>
                  </a:cubicBezTo>
                  <a:cubicBezTo>
                    <a:pt x="35146" y="32878"/>
                    <a:pt x="39082" y="30285"/>
                    <a:pt x="41156" y="27504"/>
                  </a:cubicBezTo>
                  <a:cubicBezTo>
                    <a:pt x="42429" y="25784"/>
                    <a:pt x="41651" y="20787"/>
                    <a:pt x="39977" y="18949"/>
                  </a:cubicBezTo>
                  <a:cubicBezTo>
                    <a:pt x="30739" y="8815"/>
                    <a:pt x="18648" y="3630"/>
                    <a:pt x="3706" y="0"/>
                  </a:cubicBezTo>
                  <a:cubicBezTo>
                    <a:pt x="2410" y="2145"/>
                    <a:pt x="-136" y="4454"/>
                    <a:pt x="6" y="655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56" name="Google Shape;3056;p57"/>
            <p:cNvSpPr/>
            <p:nvPr/>
          </p:nvSpPr>
          <p:spPr>
            <a:xfrm>
              <a:off x="205446" y="2886289"/>
              <a:ext cx="39182" cy="41739"/>
            </a:xfrm>
            <a:custGeom>
              <a:rect b="b" l="l" r="r" t="t"/>
              <a:pathLst>
                <a:path extrusionOk="0" h="41739" w="39182">
                  <a:moveTo>
                    <a:pt x="37857" y="10692"/>
                  </a:moveTo>
                  <a:cubicBezTo>
                    <a:pt x="38564" y="9137"/>
                    <a:pt x="38918" y="7440"/>
                    <a:pt x="39177" y="6615"/>
                  </a:cubicBezTo>
                  <a:cubicBezTo>
                    <a:pt x="39319" y="416"/>
                    <a:pt x="36443" y="-1493"/>
                    <a:pt x="30716" y="1171"/>
                  </a:cubicBezTo>
                  <a:cubicBezTo>
                    <a:pt x="16764" y="7699"/>
                    <a:pt x="6983" y="18587"/>
                    <a:pt x="643" y="32446"/>
                  </a:cubicBezTo>
                  <a:cubicBezTo>
                    <a:pt x="-535" y="34991"/>
                    <a:pt x="290" y="38455"/>
                    <a:pt x="172" y="41496"/>
                  </a:cubicBezTo>
                  <a:cubicBezTo>
                    <a:pt x="3377" y="41402"/>
                    <a:pt x="7195" y="42368"/>
                    <a:pt x="9717" y="41001"/>
                  </a:cubicBezTo>
                  <a:cubicBezTo>
                    <a:pt x="22491" y="34190"/>
                    <a:pt x="31871" y="23914"/>
                    <a:pt x="37857" y="1069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57" name="Google Shape;3057;p57"/>
            <p:cNvSpPr/>
            <p:nvPr/>
          </p:nvSpPr>
          <p:spPr>
            <a:xfrm>
              <a:off x="456519" y="3259342"/>
              <a:ext cx="27537" cy="63021"/>
            </a:xfrm>
            <a:custGeom>
              <a:rect b="b" l="l" r="r" t="t"/>
              <a:pathLst>
                <a:path extrusionOk="0" h="63021" w="27537">
                  <a:moveTo>
                    <a:pt x="1916" y="0"/>
                  </a:moveTo>
                  <a:cubicBezTo>
                    <a:pt x="1279" y="4337"/>
                    <a:pt x="-606" y="8909"/>
                    <a:pt x="195" y="12939"/>
                  </a:cubicBezTo>
                  <a:cubicBezTo>
                    <a:pt x="3518" y="29366"/>
                    <a:pt x="11178" y="44049"/>
                    <a:pt x="20346" y="57931"/>
                  </a:cubicBezTo>
                  <a:cubicBezTo>
                    <a:pt x="21595" y="59816"/>
                    <a:pt x="23433" y="61348"/>
                    <a:pt x="24989" y="63021"/>
                  </a:cubicBezTo>
                  <a:cubicBezTo>
                    <a:pt x="25625" y="62691"/>
                    <a:pt x="26238" y="62338"/>
                    <a:pt x="26874" y="62008"/>
                  </a:cubicBezTo>
                  <a:cubicBezTo>
                    <a:pt x="27110" y="60123"/>
                    <a:pt x="27581" y="58237"/>
                    <a:pt x="27534" y="56352"/>
                  </a:cubicBezTo>
                  <a:cubicBezTo>
                    <a:pt x="27134" y="38558"/>
                    <a:pt x="20652" y="22626"/>
                    <a:pt x="11720" y="7660"/>
                  </a:cubicBezTo>
                  <a:cubicBezTo>
                    <a:pt x="9764" y="4337"/>
                    <a:pt x="5262" y="2522"/>
                    <a:pt x="1916"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58" name="Google Shape;3058;p57"/>
            <p:cNvSpPr/>
            <p:nvPr/>
          </p:nvSpPr>
          <p:spPr>
            <a:xfrm>
              <a:off x="1059613" y="2484313"/>
              <a:ext cx="49611" cy="25818"/>
            </a:xfrm>
            <a:custGeom>
              <a:rect b="b" l="l" r="r" t="t"/>
              <a:pathLst>
                <a:path extrusionOk="0" h="25818" w="49611">
                  <a:moveTo>
                    <a:pt x="43413" y="10688"/>
                  </a:moveTo>
                  <a:cubicBezTo>
                    <a:pt x="33773" y="3334"/>
                    <a:pt x="22555" y="-719"/>
                    <a:pt x="10323" y="106"/>
                  </a:cubicBezTo>
                  <a:cubicBezTo>
                    <a:pt x="6764" y="341"/>
                    <a:pt x="3441" y="3712"/>
                    <a:pt x="0" y="5644"/>
                  </a:cubicBezTo>
                  <a:cubicBezTo>
                    <a:pt x="2239" y="8684"/>
                    <a:pt x="3818" y="13233"/>
                    <a:pt x="6811" y="14506"/>
                  </a:cubicBezTo>
                  <a:cubicBezTo>
                    <a:pt x="17087" y="18913"/>
                    <a:pt x="27858" y="22165"/>
                    <a:pt x="38346" y="25819"/>
                  </a:cubicBezTo>
                  <a:cubicBezTo>
                    <a:pt x="42988" y="23674"/>
                    <a:pt x="46288" y="22142"/>
                    <a:pt x="49611" y="20610"/>
                  </a:cubicBezTo>
                  <a:cubicBezTo>
                    <a:pt x="47584" y="17240"/>
                    <a:pt x="46312" y="12880"/>
                    <a:pt x="43413" y="1068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59" name="Google Shape;3059;p57"/>
            <p:cNvSpPr/>
            <p:nvPr/>
          </p:nvSpPr>
          <p:spPr>
            <a:xfrm>
              <a:off x="1216188" y="3885281"/>
              <a:ext cx="33982" cy="29824"/>
            </a:xfrm>
            <a:custGeom>
              <a:rect b="b" l="l" r="r" t="t"/>
              <a:pathLst>
                <a:path extrusionOk="0" h="29824" w="33982">
                  <a:moveTo>
                    <a:pt x="18867" y="270"/>
                  </a:moveTo>
                  <a:cubicBezTo>
                    <a:pt x="10170" y="1849"/>
                    <a:pt x="4208" y="7246"/>
                    <a:pt x="1144" y="15448"/>
                  </a:cubicBezTo>
                  <a:cubicBezTo>
                    <a:pt x="-2014" y="23862"/>
                    <a:pt x="1379" y="28340"/>
                    <a:pt x="11184" y="29825"/>
                  </a:cubicBezTo>
                  <a:cubicBezTo>
                    <a:pt x="17217" y="26808"/>
                    <a:pt x="23604" y="24333"/>
                    <a:pt x="29143" y="20562"/>
                  </a:cubicBezTo>
                  <a:cubicBezTo>
                    <a:pt x="33762" y="17404"/>
                    <a:pt x="35365" y="11936"/>
                    <a:pt x="32678" y="6657"/>
                  </a:cubicBezTo>
                  <a:cubicBezTo>
                    <a:pt x="29921" y="1260"/>
                    <a:pt x="24688" y="-791"/>
                    <a:pt x="18867" y="27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60" name="Google Shape;3060;p57"/>
            <p:cNvSpPr/>
            <p:nvPr/>
          </p:nvSpPr>
          <p:spPr>
            <a:xfrm>
              <a:off x="177611" y="3034557"/>
              <a:ext cx="27300" cy="35124"/>
            </a:xfrm>
            <a:custGeom>
              <a:rect b="b" l="l" r="r" t="t"/>
              <a:pathLst>
                <a:path extrusionOk="0" h="35124" w="27300">
                  <a:moveTo>
                    <a:pt x="10590" y="4021"/>
                  </a:moveTo>
                  <a:cubicBezTo>
                    <a:pt x="6772" y="7627"/>
                    <a:pt x="3567" y="12270"/>
                    <a:pt x="1304" y="17031"/>
                  </a:cubicBezTo>
                  <a:cubicBezTo>
                    <a:pt x="-1925" y="23819"/>
                    <a:pt x="1116" y="30866"/>
                    <a:pt x="7408" y="33812"/>
                  </a:cubicBezTo>
                  <a:cubicBezTo>
                    <a:pt x="13984" y="36875"/>
                    <a:pt x="20347" y="34542"/>
                    <a:pt x="23741" y="27189"/>
                  </a:cubicBezTo>
                  <a:cubicBezTo>
                    <a:pt x="25556" y="23253"/>
                    <a:pt x="26310" y="18822"/>
                    <a:pt x="27300" y="15452"/>
                  </a:cubicBezTo>
                  <a:cubicBezTo>
                    <a:pt x="26782" y="12482"/>
                    <a:pt x="26593" y="10503"/>
                    <a:pt x="26098" y="8641"/>
                  </a:cubicBezTo>
                  <a:cubicBezTo>
                    <a:pt x="23529" y="-787"/>
                    <a:pt x="17731" y="-2766"/>
                    <a:pt x="10590" y="402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61" name="Google Shape;3061;p57"/>
            <p:cNvSpPr/>
            <p:nvPr/>
          </p:nvSpPr>
          <p:spPr>
            <a:xfrm>
              <a:off x="703551" y="3938976"/>
              <a:ext cx="27543" cy="34163"/>
            </a:xfrm>
            <a:custGeom>
              <a:rect b="b" l="l" r="r" t="t"/>
              <a:pathLst>
                <a:path extrusionOk="0" h="34163" w="27543">
                  <a:moveTo>
                    <a:pt x="11895" y="970"/>
                  </a:moveTo>
                  <a:cubicBezTo>
                    <a:pt x="7370" y="-1387"/>
                    <a:pt x="4329" y="829"/>
                    <a:pt x="2161" y="4623"/>
                  </a:cubicBezTo>
                  <a:cubicBezTo>
                    <a:pt x="-2058" y="11953"/>
                    <a:pt x="87" y="27037"/>
                    <a:pt x="6969" y="31892"/>
                  </a:cubicBezTo>
                  <a:cubicBezTo>
                    <a:pt x="9962" y="33989"/>
                    <a:pt x="15618" y="34885"/>
                    <a:pt x="18824" y="33494"/>
                  </a:cubicBezTo>
                  <a:cubicBezTo>
                    <a:pt x="22713" y="31821"/>
                    <a:pt x="25305" y="27131"/>
                    <a:pt x="27544" y="24727"/>
                  </a:cubicBezTo>
                  <a:cubicBezTo>
                    <a:pt x="25211" y="13014"/>
                    <a:pt x="20591" y="5519"/>
                    <a:pt x="11895" y="97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62" name="Google Shape;3062;p57"/>
            <p:cNvSpPr/>
            <p:nvPr/>
          </p:nvSpPr>
          <p:spPr>
            <a:xfrm>
              <a:off x="392632" y="3641995"/>
              <a:ext cx="27649" cy="35120"/>
            </a:xfrm>
            <a:custGeom>
              <a:rect b="b" l="l" r="r" t="t"/>
              <a:pathLst>
                <a:path extrusionOk="0" h="35120" w="27649">
                  <a:moveTo>
                    <a:pt x="14023" y="2029"/>
                  </a:moveTo>
                  <a:cubicBezTo>
                    <a:pt x="9993" y="-2001"/>
                    <a:pt x="4431" y="332"/>
                    <a:pt x="2310" y="5870"/>
                  </a:cubicBezTo>
                  <a:cubicBezTo>
                    <a:pt x="1273" y="8581"/>
                    <a:pt x="919" y="11574"/>
                    <a:pt x="0" y="15580"/>
                  </a:cubicBezTo>
                  <a:cubicBezTo>
                    <a:pt x="1461" y="19681"/>
                    <a:pt x="2640" y="24796"/>
                    <a:pt x="5020" y="29227"/>
                  </a:cubicBezTo>
                  <a:cubicBezTo>
                    <a:pt x="7943" y="34647"/>
                    <a:pt x="13033" y="36391"/>
                    <a:pt x="18996" y="34199"/>
                  </a:cubicBezTo>
                  <a:cubicBezTo>
                    <a:pt x="24912" y="32031"/>
                    <a:pt x="29460" y="25503"/>
                    <a:pt x="26939" y="20200"/>
                  </a:cubicBezTo>
                  <a:cubicBezTo>
                    <a:pt x="23804" y="13577"/>
                    <a:pt x="19255" y="7237"/>
                    <a:pt x="14023" y="20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63" name="Google Shape;3063;p57"/>
            <p:cNvSpPr/>
            <p:nvPr/>
          </p:nvSpPr>
          <p:spPr>
            <a:xfrm>
              <a:off x="487847" y="3196528"/>
              <a:ext cx="26544" cy="35131"/>
            </a:xfrm>
            <a:custGeom>
              <a:rect b="b" l="l" r="r" t="t"/>
              <a:pathLst>
                <a:path extrusionOk="0" h="35131" w="26544">
                  <a:moveTo>
                    <a:pt x="17959" y="34321"/>
                  </a:moveTo>
                  <a:cubicBezTo>
                    <a:pt x="24370" y="32035"/>
                    <a:pt x="28423" y="25930"/>
                    <a:pt x="25666" y="19213"/>
                  </a:cubicBezTo>
                  <a:cubicBezTo>
                    <a:pt x="23120" y="12944"/>
                    <a:pt x="18666" y="7005"/>
                    <a:pt x="13740" y="2315"/>
                  </a:cubicBezTo>
                  <a:cubicBezTo>
                    <a:pt x="8838" y="-2351"/>
                    <a:pt x="2687" y="430"/>
                    <a:pt x="943" y="7147"/>
                  </a:cubicBezTo>
                  <a:cubicBezTo>
                    <a:pt x="330" y="9503"/>
                    <a:pt x="424" y="12025"/>
                    <a:pt x="0" y="16220"/>
                  </a:cubicBezTo>
                  <a:cubicBezTo>
                    <a:pt x="707" y="18860"/>
                    <a:pt x="1296" y="23291"/>
                    <a:pt x="3040" y="27227"/>
                  </a:cubicBezTo>
                  <a:cubicBezTo>
                    <a:pt x="6222" y="34226"/>
                    <a:pt x="11690" y="36536"/>
                    <a:pt x="17959" y="3432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64" name="Google Shape;3064;p57"/>
            <p:cNvSpPr/>
            <p:nvPr/>
          </p:nvSpPr>
          <p:spPr>
            <a:xfrm>
              <a:off x="1054659" y="3920419"/>
              <a:ext cx="34603" cy="26311"/>
            </a:xfrm>
            <a:custGeom>
              <a:rect b="b" l="l" r="r" t="t"/>
              <a:pathLst>
                <a:path extrusionOk="0" h="26311" w="34603">
                  <a:moveTo>
                    <a:pt x="27981" y="1167"/>
                  </a:moveTo>
                  <a:cubicBezTo>
                    <a:pt x="20462" y="-836"/>
                    <a:pt x="12756" y="-482"/>
                    <a:pt x="5874" y="3972"/>
                  </a:cubicBezTo>
                  <a:cubicBezTo>
                    <a:pt x="-2352" y="9299"/>
                    <a:pt x="-1833" y="20493"/>
                    <a:pt x="6769" y="25160"/>
                  </a:cubicBezTo>
                  <a:cubicBezTo>
                    <a:pt x="15631" y="29968"/>
                    <a:pt x="34368" y="18938"/>
                    <a:pt x="34603" y="6635"/>
                  </a:cubicBezTo>
                  <a:cubicBezTo>
                    <a:pt x="33119" y="5339"/>
                    <a:pt x="30903" y="1922"/>
                    <a:pt x="27981" y="11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65" name="Google Shape;3065;p57"/>
            <p:cNvSpPr/>
            <p:nvPr/>
          </p:nvSpPr>
          <p:spPr>
            <a:xfrm>
              <a:off x="1017722" y="3345274"/>
              <a:ext cx="18939" cy="46993"/>
            </a:xfrm>
            <a:custGeom>
              <a:rect b="b" l="l" r="r" t="t"/>
              <a:pathLst>
                <a:path extrusionOk="0" h="46993" w="18939">
                  <a:moveTo>
                    <a:pt x="14034" y="46994"/>
                  </a:moveTo>
                  <a:cubicBezTo>
                    <a:pt x="14693" y="46051"/>
                    <a:pt x="15919" y="45132"/>
                    <a:pt x="15990" y="44118"/>
                  </a:cubicBezTo>
                  <a:cubicBezTo>
                    <a:pt x="17145" y="30873"/>
                    <a:pt x="18582" y="17651"/>
                    <a:pt x="18936" y="4382"/>
                  </a:cubicBezTo>
                  <a:cubicBezTo>
                    <a:pt x="19077" y="-1180"/>
                    <a:pt x="14788" y="-732"/>
                    <a:pt x="11040" y="1790"/>
                  </a:cubicBezTo>
                  <a:cubicBezTo>
                    <a:pt x="-4868" y="12513"/>
                    <a:pt x="-3336" y="37519"/>
                    <a:pt x="14034" y="469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66" name="Google Shape;3066;p57"/>
            <p:cNvSpPr/>
            <p:nvPr/>
          </p:nvSpPr>
          <p:spPr>
            <a:xfrm>
              <a:off x="663655" y="3166531"/>
              <a:ext cx="22848" cy="48833"/>
            </a:xfrm>
            <a:custGeom>
              <a:rect b="b" l="l" r="r" t="t"/>
              <a:pathLst>
                <a:path extrusionOk="0" h="48833" w="22848">
                  <a:moveTo>
                    <a:pt x="271" y="754"/>
                  </a:moveTo>
                  <a:cubicBezTo>
                    <a:pt x="271" y="7283"/>
                    <a:pt x="-437" y="13905"/>
                    <a:pt x="436" y="20316"/>
                  </a:cubicBezTo>
                  <a:cubicBezTo>
                    <a:pt x="1802" y="30309"/>
                    <a:pt x="3711" y="40420"/>
                    <a:pt x="13209" y="46665"/>
                  </a:cubicBezTo>
                  <a:cubicBezTo>
                    <a:pt x="19149" y="50577"/>
                    <a:pt x="22849" y="49234"/>
                    <a:pt x="22849" y="42329"/>
                  </a:cubicBezTo>
                  <a:cubicBezTo>
                    <a:pt x="22872" y="25336"/>
                    <a:pt x="12974" y="12845"/>
                    <a:pt x="4065" y="0"/>
                  </a:cubicBezTo>
                  <a:cubicBezTo>
                    <a:pt x="2816" y="259"/>
                    <a:pt x="1543" y="519"/>
                    <a:pt x="271" y="75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67" name="Google Shape;3067;p57"/>
            <p:cNvSpPr/>
            <p:nvPr/>
          </p:nvSpPr>
          <p:spPr>
            <a:xfrm>
              <a:off x="1365507" y="3612300"/>
              <a:ext cx="34833" cy="38957"/>
            </a:xfrm>
            <a:custGeom>
              <a:rect b="b" l="l" r="r" t="t"/>
              <a:pathLst>
                <a:path extrusionOk="0" h="38957" w="34833">
                  <a:moveTo>
                    <a:pt x="988" y="29837"/>
                  </a:moveTo>
                  <a:cubicBezTo>
                    <a:pt x="-285" y="31487"/>
                    <a:pt x="-332" y="35635"/>
                    <a:pt x="870" y="37214"/>
                  </a:cubicBezTo>
                  <a:cubicBezTo>
                    <a:pt x="2025" y="38723"/>
                    <a:pt x="5819" y="39312"/>
                    <a:pt x="8035" y="38746"/>
                  </a:cubicBezTo>
                  <a:cubicBezTo>
                    <a:pt x="21728" y="35235"/>
                    <a:pt x="34997" y="16616"/>
                    <a:pt x="34832" y="0"/>
                  </a:cubicBezTo>
                  <a:cubicBezTo>
                    <a:pt x="21209" y="8555"/>
                    <a:pt x="10062" y="18077"/>
                    <a:pt x="988" y="2983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68" name="Google Shape;3068;p57"/>
            <p:cNvSpPr/>
            <p:nvPr/>
          </p:nvSpPr>
          <p:spPr>
            <a:xfrm>
              <a:off x="852306" y="3967506"/>
              <a:ext cx="34710" cy="20637"/>
            </a:xfrm>
            <a:custGeom>
              <a:rect b="b" l="l" r="r" t="t"/>
              <a:pathLst>
                <a:path extrusionOk="0" h="20637" w="34710">
                  <a:moveTo>
                    <a:pt x="1321" y="8806"/>
                  </a:moveTo>
                  <a:cubicBezTo>
                    <a:pt x="-1012" y="13072"/>
                    <a:pt x="-470" y="16536"/>
                    <a:pt x="4691" y="17880"/>
                  </a:cubicBezTo>
                  <a:cubicBezTo>
                    <a:pt x="9193" y="19035"/>
                    <a:pt x="13788" y="19742"/>
                    <a:pt x="18314" y="20637"/>
                  </a:cubicBezTo>
                  <a:cubicBezTo>
                    <a:pt x="21637" y="20072"/>
                    <a:pt x="24889" y="19907"/>
                    <a:pt x="27859" y="18940"/>
                  </a:cubicBezTo>
                  <a:cubicBezTo>
                    <a:pt x="35518" y="16466"/>
                    <a:pt x="36933" y="9749"/>
                    <a:pt x="31205" y="4257"/>
                  </a:cubicBezTo>
                  <a:cubicBezTo>
                    <a:pt x="23522" y="-3096"/>
                    <a:pt x="6412" y="-503"/>
                    <a:pt x="1321" y="880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69" name="Google Shape;3069;p57"/>
            <p:cNvSpPr/>
            <p:nvPr/>
          </p:nvSpPr>
          <p:spPr>
            <a:xfrm>
              <a:off x="802710" y="3663838"/>
              <a:ext cx="31291" cy="26580"/>
            </a:xfrm>
            <a:custGeom>
              <a:rect b="b" l="l" r="r" t="t"/>
              <a:pathLst>
                <a:path extrusionOk="0" h="26580" w="31291">
                  <a:moveTo>
                    <a:pt x="22777" y="26567"/>
                  </a:moveTo>
                  <a:cubicBezTo>
                    <a:pt x="30318" y="26874"/>
                    <a:pt x="33476" y="21830"/>
                    <a:pt x="29682" y="14924"/>
                  </a:cubicBezTo>
                  <a:cubicBezTo>
                    <a:pt x="25133" y="6676"/>
                    <a:pt x="17827" y="1821"/>
                    <a:pt x="8612" y="171"/>
                  </a:cubicBezTo>
                  <a:cubicBezTo>
                    <a:pt x="2084" y="-984"/>
                    <a:pt x="-1593" y="3871"/>
                    <a:pt x="670" y="10187"/>
                  </a:cubicBezTo>
                  <a:cubicBezTo>
                    <a:pt x="3521" y="18153"/>
                    <a:pt x="14433" y="26214"/>
                    <a:pt x="22777" y="265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70" name="Google Shape;3070;p57"/>
            <p:cNvSpPr/>
            <p:nvPr/>
          </p:nvSpPr>
          <p:spPr>
            <a:xfrm>
              <a:off x="770993" y="2664950"/>
              <a:ext cx="26730" cy="26539"/>
            </a:xfrm>
            <a:custGeom>
              <a:rect b="b" l="l" r="r" t="t"/>
              <a:pathLst>
                <a:path extrusionOk="0" h="26539" w="26730">
                  <a:moveTo>
                    <a:pt x="13390" y="1"/>
                  </a:moveTo>
                  <a:cubicBezTo>
                    <a:pt x="6461" y="95"/>
                    <a:pt x="145" y="6317"/>
                    <a:pt x="3" y="13176"/>
                  </a:cubicBezTo>
                  <a:cubicBezTo>
                    <a:pt x="-162" y="20553"/>
                    <a:pt x="6037" y="26586"/>
                    <a:pt x="13673" y="26539"/>
                  </a:cubicBezTo>
                  <a:cubicBezTo>
                    <a:pt x="21262" y="26492"/>
                    <a:pt x="26659" y="21165"/>
                    <a:pt x="26730" y="13647"/>
                  </a:cubicBezTo>
                  <a:cubicBezTo>
                    <a:pt x="26800" y="5987"/>
                    <a:pt x="20861" y="-93"/>
                    <a:pt x="13390" y="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71" name="Google Shape;3071;p57"/>
            <p:cNvSpPr/>
            <p:nvPr/>
          </p:nvSpPr>
          <p:spPr>
            <a:xfrm>
              <a:off x="317727" y="2940566"/>
              <a:ext cx="21710" cy="34107"/>
            </a:xfrm>
            <a:custGeom>
              <a:rect b="b" l="l" r="r" t="t"/>
              <a:pathLst>
                <a:path extrusionOk="0" h="34107" w="21710">
                  <a:moveTo>
                    <a:pt x="52" y="13450"/>
                  </a:moveTo>
                  <a:cubicBezTo>
                    <a:pt x="-585" y="21675"/>
                    <a:pt x="4765" y="27119"/>
                    <a:pt x="10280" y="32069"/>
                  </a:cubicBezTo>
                  <a:cubicBezTo>
                    <a:pt x="14145" y="35533"/>
                    <a:pt x="17728" y="34520"/>
                    <a:pt x="19142" y="29500"/>
                  </a:cubicBezTo>
                  <a:cubicBezTo>
                    <a:pt x="20509" y="24598"/>
                    <a:pt x="21075" y="19460"/>
                    <a:pt x="21711" y="15948"/>
                  </a:cubicBezTo>
                  <a:cubicBezTo>
                    <a:pt x="21711" y="5672"/>
                    <a:pt x="18600" y="370"/>
                    <a:pt x="13344" y="16"/>
                  </a:cubicBezTo>
                  <a:cubicBezTo>
                    <a:pt x="7287" y="-361"/>
                    <a:pt x="641" y="5979"/>
                    <a:pt x="52" y="134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72" name="Google Shape;3072;p57"/>
            <p:cNvSpPr/>
            <p:nvPr/>
          </p:nvSpPr>
          <p:spPr>
            <a:xfrm>
              <a:off x="1176150" y="3654684"/>
              <a:ext cx="26138" cy="31666"/>
            </a:xfrm>
            <a:custGeom>
              <a:rect b="b" l="l" r="r" t="t"/>
              <a:pathLst>
                <a:path extrusionOk="0" h="31666" w="26138">
                  <a:moveTo>
                    <a:pt x="15116" y="1477"/>
                  </a:moveTo>
                  <a:cubicBezTo>
                    <a:pt x="6843" y="5884"/>
                    <a:pt x="1564" y="12790"/>
                    <a:pt x="173" y="22241"/>
                  </a:cubicBezTo>
                  <a:cubicBezTo>
                    <a:pt x="-981" y="30018"/>
                    <a:pt x="3756" y="33883"/>
                    <a:pt x="10755" y="30348"/>
                  </a:cubicBezTo>
                  <a:cubicBezTo>
                    <a:pt x="19617" y="25894"/>
                    <a:pt x="24944" y="18446"/>
                    <a:pt x="26122" y="9443"/>
                  </a:cubicBezTo>
                  <a:cubicBezTo>
                    <a:pt x="26452" y="935"/>
                    <a:pt x="21856" y="-2105"/>
                    <a:pt x="15116" y="147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73" name="Google Shape;3073;p57"/>
            <p:cNvSpPr/>
            <p:nvPr/>
          </p:nvSpPr>
          <p:spPr>
            <a:xfrm>
              <a:off x="839036" y="3893445"/>
              <a:ext cx="26399" cy="26403"/>
            </a:xfrm>
            <a:custGeom>
              <a:rect b="b" l="l" r="r" t="t"/>
              <a:pathLst>
                <a:path extrusionOk="0" h="26403" w="26399">
                  <a:moveTo>
                    <a:pt x="26399" y="13223"/>
                  </a:moveTo>
                  <a:cubicBezTo>
                    <a:pt x="26304" y="6011"/>
                    <a:pt x="20365" y="96"/>
                    <a:pt x="13106" y="1"/>
                  </a:cubicBezTo>
                  <a:cubicBezTo>
                    <a:pt x="5588" y="-93"/>
                    <a:pt x="120" y="5328"/>
                    <a:pt x="2" y="12940"/>
                  </a:cubicBezTo>
                  <a:cubicBezTo>
                    <a:pt x="-116" y="20977"/>
                    <a:pt x="4716" y="26185"/>
                    <a:pt x="12446" y="26398"/>
                  </a:cubicBezTo>
                  <a:cubicBezTo>
                    <a:pt x="20106" y="26610"/>
                    <a:pt x="26469" y="20576"/>
                    <a:pt x="26399" y="13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74" name="Google Shape;3074;p57"/>
            <p:cNvSpPr/>
            <p:nvPr/>
          </p:nvSpPr>
          <p:spPr>
            <a:xfrm>
              <a:off x="318149" y="3481100"/>
              <a:ext cx="22938" cy="32891"/>
            </a:xfrm>
            <a:custGeom>
              <a:rect b="b" l="l" r="r" t="t"/>
              <a:pathLst>
                <a:path extrusionOk="0" h="32891" w="22938">
                  <a:moveTo>
                    <a:pt x="13606" y="161"/>
                  </a:moveTo>
                  <a:cubicBezTo>
                    <a:pt x="10895" y="-923"/>
                    <a:pt x="4273" y="3696"/>
                    <a:pt x="1704" y="7349"/>
                  </a:cubicBezTo>
                  <a:cubicBezTo>
                    <a:pt x="-3387" y="14608"/>
                    <a:pt x="3731" y="30800"/>
                    <a:pt x="12498" y="32850"/>
                  </a:cubicBezTo>
                  <a:cubicBezTo>
                    <a:pt x="14218" y="33251"/>
                    <a:pt x="18037" y="30635"/>
                    <a:pt x="18673" y="28702"/>
                  </a:cubicBezTo>
                  <a:cubicBezTo>
                    <a:pt x="20275" y="23870"/>
                    <a:pt x="20605" y="18615"/>
                    <a:pt x="21454" y="13524"/>
                  </a:cubicBezTo>
                  <a:cubicBezTo>
                    <a:pt x="21949" y="13100"/>
                    <a:pt x="22444" y="12699"/>
                    <a:pt x="22939" y="12275"/>
                  </a:cubicBezTo>
                  <a:cubicBezTo>
                    <a:pt x="19922" y="8009"/>
                    <a:pt x="17683" y="1787"/>
                    <a:pt x="13606" y="16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75" name="Google Shape;3075;p57"/>
            <p:cNvSpPr/>
            <p:nvPr/>
          </p:nvSpPr>
          <p:spPr>
            <a:xfrm>
              <a:off x="447145" y="3206317"/>
              <a:ext cx="21267" cy="32733"/>
            </a:xfrm>
            <a:custGeom>
              <a:rect b="b" l="l" r="r" t="t"/>
              <a:pathLst>
                <a:path extrusionOk="0" h="32733" w="21267">
                  <a:moveTo>
                    <a:pt x="9144" y="67"/>
                  </a:moveTo>
                  <a:cubicBezTo>
                    <a:pt x="7424" y="-428"/>
                    <a:pt x="3441" y="1906"/>
                    <a:pt x="2734" y="3768"/>
                  </a:cubicBezTo>
                  <a:cubicBezTo>
                    <a:pt x="1037" y="8293"/>
                    <a:pt x="660" y="13313"/>
                    <a:pt x="0" y="16848"/>
                  </a:cubicBezTo>
                  <a:cubicBezTo>
                    <a:pt x="236" y="19723"/>
                    <a:pt x="-71" y="21420"/>
                    <a:pt x="589" y="22622"/>
                  </a:cubicBezTo>
                  <a:cubicBezTo>
                    <a:pt x="2569" y="26299"/>
                    <a:pt x="5020" y="32804"/>
                    <a:pt x="7070" y="32733"/>
                  </a:cubicBezTo>
                  <a:cubicBezTo>
                    <a:pt x="11218" y="32568"/>
                    <a:pt x="16404" y="29716"/>
                    <a:pt x="19020" y="26322"/>
                  </a:cubicBezTo>
                  <a:cubicBezTo>
                    <a:pt x="24817" y="18757"/>
                    <a:pt x="18642" y="2825"/>
                    <a:pt x="9144" y="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76" name="Google Shape;3076;p57"/>
            <p:cNvSpPr/>
            <p:nvPr/>
          </p:nvSpPr>
          <p:spPr>
            <a:xfrm>
              <a:off x="1418322" y="3503319"/>
              <a:ext cx="21332" cy="32965"/>
            </a:xfrm>
            <a:custGeom>
              <a:rect b="b" l="l" r="r" t="t"/>
              <a:pathLst>
                <a:path extrusionOk="0" h="32965" w="21332">
                  <a:moveTo>
                    <a:pt x="9121" y="49"/>
                  </a:moveTo>
                  <a:cubicBezTo>
                    <a:pt x="7283" y="-375"/>
                    <a:pt x="3464" y="2052"/>
                    <a:pt x="2663" y="4008"/>
                  </a:cubicBezTo>
                  <a:cubicBezTo>
                    <a:pt x="1013" y="7991"/>
                    <a:pt x="801" y="12587"/>
                    <a:pt x="0" y="16924"/>
                  </a:cubicBezTo>
                  <a:cubicBezTo>
                    <a:pt x="236" y="16971"/>
                    <a:pt x="448" y="16994"/>
                    <a:pt x="683" y="17042"/>
                  </a:cubicBezTo>
                  <a:cubicBezTo>
                    <a:pt x="683" y="19257"/>
                    <a:pt x="0" y="21802"/>
                    <a:pt x="825" y="23641"/>
                  </a:cubicBezTo>
                  <a:cubicBezTo>
                    <a:pt x="2333" y="27034"/>
                    <a:pt x="4148" y="31748"/>
                    <a:pt x="6929" y="32738"/>
                  </a:cubicBezTo>
                  <a:cubicBezTo>
                    <a:pt x="9639" y="33681"/>
                    <a:pt x="14589" y="31536"/>
                    <a:pt x="17111" y="29179"/>
                  </a:cubicBezTo>
                  <a:cubicBezTo>
                    <a:pt x="25595" y="21260"/>
                    <a:pt x="20457" y="2618"/>
                    <a:pt x="9121" y="4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77" name="Google Shape;3077;p57"/>
            <p:cNvSpPr/>
            <p:nvPr/>
          </p:nvSpPr>
          <p:spPr>
            <a:xfrm>
              <a:off x="1431953" y="3262303"/>
              <a:ext cx="26036" cy="32364"/>
            </a:xfrm>
            <a:custGeom>
              <a:rect b="b" l="l" r="r" t="t"/>
              <a:pathLst>
                <a:path extrusionOk="0" h="32364" w="26036">
                  <a:moveTo>
                    <a:pt x="5907" y="32"/>
                  </a:moveTo>
                  <a:cubicBezTo>
                    <a:pt x="4281" y="-227"/>
                    <a:pt x="1335" y="1117"/>
                    <a:pt x="745" y="2483"/>
                  </a:cubicBezTo>
                  <a:cubicBezTo>
                    <a:pt x="-2884" y="11133"/>
                    <a:pt x="7439" y="29988"/>
                    <a:pt x="16630" y="32085"/>
                  </a:cubicBezTo>
                  <a:cubicBezTo>
                    <a:pt x="22122" y="33334"/>
                    <a:pt x="26152" y="30294"/>
                    <a:pt x="26034" y="24944"/>
                  </a:cubicBezTo>
                  <a:cubicBezTo>
                    <a:pt x="25893" y="17355"/>
                    <a:pt x="13095" y="1140"/>
                    <a:pt x="5907" y="3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78" name="Google Shape;3078;p57"/>
            <p:cNvSpPr/>
            <p:nvPr/>
          </p:nvSpPr>
          <p:spPr>
            <a:xfrm>
              <a:off x="354326" y="3574809"/>
              <a:ext cx="18359" cy="48497"/>
            </a:xfrm>
            <a:custGeom>
              <a:rect b="b" l="l" r="r" t="t"/>
              <a:pathLst>
                <a:path extrusionOk="0" h="48497" w="18359">
                  <a:moveTo>
                    <a:pt x="3118" y="41"/>
                  </a:moveTo>
                  <a:cubicBezTo>
                    <a:pt x="1892" y="348"/>
                    <a:pt x="643" y="2869"/>
                    <a:pt x="408" y="4566"/>
                  </a:cubicBezTo>
                  <a:cubicBezTo>
                    <a:pt x="-1643" y="19862"/>
                    <a:pt x="4296" y="32895"/>
                    <a:pt x="12498" y="45174"/>
                  </a:cubicBezTo>
                  <a:cubicBezTo>
                    <a:pt x="13300" y="46353"/>
                    <a:pt x="15161" y="46824"/>
                    <a:pt x="18013" y="48497"/>
                  </a:cubicBezTo>
                  <a:cubicBezTo>
                    <a:pt x="19569" y="30868"/>
                    <a:pt x="15845" y="16209"/>
                    <a:pt x="7785" y="2563"/>
                  </a:cubicBezTo>
                  <a:cubicBezTo>
                    <a:pt x="6960" y="1196"/>
                    <a:pt x="4414" y="-265"/>
                    <a:pt x="3118" y="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79" name="Google Shape;3079;p57"/>
            <p:cNvSpPr/>
            <p:nvPr/>
          </p:nvSpPr>
          <p:spPr>
            <a:xfrm>
              <a:off x="393407" y="3572107"/>
              <a:ext cx="24734" cy="31189"/>
            </a:xfrm>
            <a:custGeom>
              <a:rect b="b" l="l" r="r" t="t"/>
              <a:pathLst>
                <a:path extrusionOk="0" h="31189" w="24734">
                  <a:moveTo>
                    <a:pt x="8134" y="1871"/>
                  </a:moveTo>
                  <a:cubicBezTo>
                    <a:pt x="3538" y="-2112"/>
                    <a:pt x="-115" y="480"/>
                    <a:pt x="3" y="7598"/>
                  </a:cubicBezTo>
                  <a:cubicBezTo>
                    <a:pt x="1228" y="15564"/>
                    <a:pt x="3184" y="24567"/>
                    <a:pt x="11033" y="29823"/>
                  </a:cubicBezTo>
                  <a:cubicBezTo>
                    <a:pt x="14238" y="31968"/>
                    <a:pt x="19612" y="30836"/>
                    <a:pt x="23972" y="31190"/>
                  </a:cubicBezTo>
                  <a:cubicBezTo>
                    <a:pt x="24066" y="27348"/>
                    <a:pt x="25669" y="22517"/>
                    <a:pt x="23925" y="19901"/>
                  </a:cubicBezTo>
                  <a:cubicBezTo>
                    <a:pt x="19517" y="13278"/>
                    <a:pt x="14144" y="7080"/>
                    <a:pt x="8134" y="187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80" name="Google Shape;3080;p57"/>
            <p:cNvSpPr/>
            <p:nvPr/>
          </p:nvSpPr>
          <p:spPr>
            <a:xfrm>
              <a:off x="357392" y="3513644"/>
              <a:ext cx="21384" cy="27248"/>
            </a:xfrm>
            <a:custGeom>
              <a:rect b="b" l="l" r="r" t="t"/>
              <a:pathLst>
                <a:path extrusionOk="0" h="27248" w="21384">
                  <a:moveTo>
                    <a:pt x="9574" y="0"/>
                  </a:moveTo>
                  <a:cubicBezTo>
                    <a:pt x="1938" y="1791"/>
                    <a:pt x="-1974" y="6717"/>
                    <a:pt x="995" y="12043"/>
                  </a:cubicBezTo>
                  <a:cubicBezTo>
                    <a:pt x="4012" y="17464"/>
                    <a:pt x="8514" y="22154"/>
                    <a:pt x="12897" y="26656"/>
                  </a:cubicBezTo>
                  <a:cubicBezTo>
                    <a:pt x="13934" y="27716"/>
                    <a:pt x="18884" y="27127"/>
                    <a:pt x="18978" y="26632"/>
                  </a:cubicBezTo>
                  <a:cubicBezTo>
                    <a:pt x="20109" y="21353"/>
                    <a:pt x="22442" y="15296"/>
                    <a:pt x="20840" y="10747"/>
                  </a:cubicBezTo>
                  <a:cubicBezTo>
                    <a:pt x="19308" y="6387"/>
                    <a:pt x="13510" y="3512"/>
                    <a:pt x="9574"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81" name="Google Shape;3081;p57"/>
            <p:cNvSpPr/>
            <p:nvPr/>
          </p:nvSpPr>
          <p:spPr>
            <a:xfrm>
              <a:off x="424681" y="3070160"/>
              <a:ext cx="22181" cy="26364"/>
            </a:xfrm>
            <a:custGeom>
              <a:rect b="b" l="l" r="r" t="t"/>
              <a:pathLst>
                <a:path extrusionOk="0" h="26364" w="22181">
                  <a:moveTo>
                    <a:pt x="946" y="9428"/>
                  </a:moveTo>
                  <a:cubicBezTo>
                    <a:pt x="3397" y="14377"/>
                    <a:pt x="6814" y="19114"/>
                    <a:pt x="10703" y="23050"/>
                  </a:cubicBezTo>
                  <a:cubicBezTo>
                    <a:pt x="16147" y="28565"/>
                    <a:pt x="19989" y="27080"/>
                    <a:pt x="21780" y="19468"/>
                  </a:cubicBezTo>
                  <a:cubicBezTo>
                    <a:pt x="22181" y="17818"/>
                    <a:pt x="22134" y="16050"/>
                    <a:pt x="22181" y="15555"/>
                  </a:cubicBezTo>
                  <a:cubicBezTo>
                    <a:pt x="22275" y="4950"/>
                    <a:pt x="15794" y="-1013"/>
                    <a:pt x="6673" y="142"/>
                  </a:cubicBezTo>
                  <a:cubicBezTo>
                    <a:pt x="1016" y="873"/>
                    <a:pt x="-1529" y="4431"/>
                    <a:pt x="946" y="94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82" name="Google Shape;3082;p57"/>
            <p:cNvSpPr/>
            <p:nvPr/>
          </p:nvSpPr>
          <p:spPr>
            <a:xfrm>
              <a:off x="1205100" y="2369792"/>
              <a:ext cx="32759" cy="10679"/>
            </a:xfrm>
            <a:custGeom>
              <a:rect b="b" l="l" r="r" t="t"/>
              <a:pathLst>
                <a:path extrusionOk="0" h="10679" w="32759">
                  <a:moveTo>
                    <a:pt x="32760" y="6684"/>
                  </a:moveTo>
                  <a:cubicBezTo>
                    <a:pt x="23804" y="-1989"/>
                    <a:pt x="6599" y="-2366"/>
                    <a:pt x="0" y="6401"/>
                  </a:cubicBezTo>
                  <a:cubicBezTo>
                    <a:pt x="8838" y="12057"/>
                    <a:pt x="25737" y="12057"/>
                    <a:pt x="32760" y="668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83" name="Google Shape;3083;p57"/>
            <p:cNvSpPr/>
            <p:nvPr/>
          </p:nvSpPr>
          <p:spPr>
            <a:xfrm>
              <a:off x="232642" y="3261935"/>
              <a:ext cx="10529" cy="32217"/>
            </a:xfrm>
            <a:custGeom>
              <a:rect b="b" l="l" r="r" t="t"/>
              <a:pathLst>
                <a:path extrusionOk="0" h="32217" w="10529">
                  <a:moveTo>
                    <a:pt x="4793" y="0"/>
                  </a:moveTo>
                  <a:cubicBezTo>
                    <a:pt x="3638" y="1367"/>
                    <a:pt x="1823" y="2569"/>
                    <a:pt x="1470" y="4124"/>
                  </a:cubicBezTo>
                  <a:cubicBezTo>
                    <a:pt x="-769" y="13575"/>
                    <a:pt x="-699" y="22979"/>
                    <a:pt x="3426" y="32218"/>
                  </a:cubicBezTo>
                  <a:cubicBezTo>
                    <a:pt x="10261" y="23545"/>
                    <a:pt x="12405" y="14117"/>
                    <a:pt x="8799" y="3842"/>
                  </a:cubicBezTo>
                  <a:cubicBezTo>
                    <a:pt x="8234" y="2286"/>
                    <a:pt x="6160" y="1273"/>
                    <a:pt x="4793"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84" name="Google Shape;3084;p57"/>
            <p:cNvSpPr/>
            <p:nvPr/>
          </p:nvSpPr>
          <p:spPr>
            <a:xfrm>
              <a:off x="340633" y="3166837"/>
              <a:ext cx="10070" cy="34056"/>
            </a:xfrm>
            <a:custGeom>
              <a:rect b="b" l="l" r="r" t="t"/>
              <a:pathLst>
                <a:path extrusionOk="0" h="34056" w="10070">
                  <a:moveTo>
                    <a:pt x="3047" y="0"/>
                  </a:moveTo>
                  <a:cubicBezTo>
                    <a:pt x="-1667" y="10983"/>
                    <a:pt x="-40" y="21754"/>
                    <a:pt x="2128" y="34056"/>
                  </a:cubicBezTo>
                  <a:cubicBezTo>
                    <a:pt x="12451" y="23780"/>
                    <a:pt x="12663" y="5020"/>
                    <a:pt x="304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085" name="Google Shape;3085;p57"/>
            <p:cNvSpPr/>
            <p:nvPr/>
          </p:nvSpPr>
          <p:spPr>
            <a:xfrm>
              <a:off x="1406508" y="3639982"/>
              <a:ext cx="10152" cy="33383"/>
            </a:xfrm>
            <a:custGeom>
              <a:rect b="b" l="l" r="r" t="t"/>
              <a:pathLst>
                <a:path extrusionOk="0" h="33383" w="10152">
                  <a:moveTo>
                    <a:pt x="4225" y="11"/>
                  </a:moveTo>
                  <a:cubicBezTo>
                    <a:pt x="3565" y="-177"/>
                    <a:pt x="1396" y="2062"/>
                    <a:pt x="1161" y="3381"/>
                  </a:cubicBezTo>
                  <a:cubicBezTo>
                    <a:pt x="-442" y="13044"/>
                    <a:pt x="-701" y="22707"/>
                    <a:pt x="2433" y="33384"/>
                  </a:cubicBezTo>
                  <a:cubicBezTo>
                    <a:pt x="9527" y="25559"/>
                    <a:pt x="12238" y="10475"/>
                    <a:pt x="8420" y="3405"/>
                  </a:cubicBezTo>
                  <a:cubicBezTo>
                    <a:pt x="7618" y="1897"/>
                    <a:pt x="5851" y="483"/>
                    <a:pt x="4225" y="1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grpSp>
      <p:grpSp>
        <p:nvGrpSpPr>
          <p:cNvPr id="3086" name="Google Shape;3086;p57"/>
          <p:cNvGrpSpPr/>
          <p:nvPr/>
        </p:nvGrpSpPr>
        <p:grpSpPr>
          <a:xfrm>
            <a:off x="152400" y="152400"/>
            <a:ext cx="227000" cy="253951"/>
            <a:chOff x="1582614" y="2839915"/>
            <a:chExt cx="589086" cy="589086"/>
          </a:xfrm>
        </p:grpSpPr>
        <p:sp>
          <p:nvSpPr>
            <p:cNvPr id="3087" name="Google Shape;3087;p57"/>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3088" name="Google Shape;3088;p57"/>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3089" name="Google Shape;3089;p57"/>
          <p:cNvGrpSpPr/>
          <p:nvPr/>
        </p:nvGrpSpPr>
        <p:grpSpPr>
          <a:xfrm rot="5400000">
            <a:off x="985827" y="165876"/>
            <a:ext cx="253951" cy="227000"/>
            <a:chOff x="1582614" y="2839915"/>
            <a:chExt cx="589086" cy="589086"/>
          </a:xfrm>
        </p:grpSpPr>
        <p:sp>
          <p:nvSpPr>
            <p:cNvPr id="3090" name="Google Shape;3090;p57"/>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3091" name="Google Shape;3091;p57"/>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3092" name="Google Shape;3092;p57"/>
          <p:cNvGrpSpPr/>
          <p:nvPr/>
        </p:nvGrpSpPr>
        <p:grpSpPr>
          <a:xfrm flipH="1" rot="10800000">
            <a:off x="152400" y="1158616"/>
            <a:ext cx="227000" cy="253951"/>
            <a:chOff x="1582614" y="2839915"/>
            <a:chExt cx="589086" cy="589086"/>
          </a:xfrm>
        </p:grpSpPr>
        <p:sp>
          <p:nvSpPr>
            <p:cNvPr id="3093" name="Google Shape;3093;p57"/>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3094" name="Google Shape;3094;p57"/>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3095" name="Google Shape;3095;p57"/>
          <p:cNvGrpSpPr/>
          <p:nvPr/>
        </p:nvGrpSpPr>
        <p:grpSpPr>
          <a:xfrm flipH="1" rot="5400000">
            <a:off x="999471" y="1172092"/>
            <a:ext cx="253953" cy="227003"/>
            <a:chOff x="1582614" y="2839909"/>
            <a:chExt cx="589091" cy="589092"/>
          </a:xfrm>
        </p:grpSpPr>
        <p:sp>
          <p:nvSpPr>
            <p:cNvPr id="3096" name="Google Shape;3096;p57"/>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3097" name="Google Shape;3097;p57"/>
            <p:cNvSpPr/>
            <p:nvPr/>
          </p:nvSpPr>
          <p:spPr>
            <a:xfrm rot="5400000">
              <a:off x="1808581" y="2613946"/>
              <a:ext cx="137161" cy="58908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3098" name="Google Shape;3098;p57"/>
          <p:cNvGrpSpPr/>
          <p:nvPr/>
        </p:nvGrpSpPr>
        <p:grpSpPr>
          <a:xfrm>
            <a:off x="11179791" y="6007290"/>
            <a:ext cx="1127771" cy="970434"/>
            <a:chOff x="7350231" y="1734252"/>
            <a:chExt cx="4870814" cy="5345793"/>
          </a:xfrm>
        </p:grpSpPr>
        <p:grpSp>
          <p:nvGrpSpPr>
            <p:cNvPr id="3099" name="Google Shape;3099;p57"/>
            <p:cNvGrpSpPr/>
            <p:nvPr/>
          </p:nvGrpSpPr>
          <p:grpSpPr>
            <a:xfrm>
              <a:off x="7496004" y="1839383"/>
              <a:ext cx="3874490" cy="3979118"/>
              <a:chOff x="7496004" y="1839383"/>
              <a:chExt cx="3874490" cy="3979118"/>
            </a:xfrm>
          </p:grpSpPr>
          <p:sp>
            <p:nvSpPr>
              <p:cNvPr id="3100" name="Google Shape;3100;p57"/>
              <p:cNvSpPr/>
              <p:nvPr/>
            </p:nvSpPr>
            <p:spPr>
              <a:xfrm rot="8201235">
                <a:off x="10839502" y="4413955"/>
                <a:ext cx="427534" cy="471394"/>
              </a:xfrm>
              <a:custGeom>
                <a:rect b="b" l="l" r="r" t="t"/>
                <a:pathLst>
                  <a:path extrusionOk="0" h="4725490" w="4285801">
                    <a:moveTo>
                      <a:pt x="1428251" y="4622752"/>
                    </a:moveTo>
                    <a:cubicBezTo>
                      <a:pt x="1313180" y="4505074"/>
                      <a:pt x="1240588" y="4345285"/>
                      <a:pt x="1235771" y="4167715"/>
                    </a:cubicBezTo>
                    <a:cubicBezTo>
                      <a:pt x="1227835" y="3875156"/>
                      <a:pt x="1406218" y="3620819"/>
                      <a:pt x="1664050" y="3520754"/>
                    </a:cubicBezTo>
                    <a:lnTo>
                      <a:pt x="1635892" y="2482688"/>
                    </a:lnTo>
                    <a:lnTo>
                      <a:pt x="1044642" y="2469039"/>
                    </a:lnTo>
                    <a:lnTo>
                      <a:pt x="1044642" y="2667331"/>
                    </a:lnTo>
                    <a:cubicBezTo>
                      <a:pt x="1044642" y="2727000"/>
                      <a:pt x="996271" y="2775371"/>
                      <a:pt x="936601" y="2775372"/>
                    </a:cubicBezTo>
                    <a:lnTo>
                      <a:pt x="657382" y="2775371"/>
                    </a:lnTo>
                    <a:cubicBezTo>
                      <a:pt x="637755" y="2823613"/>
                      <a:pt x="630101" y="2874237"/>
                      <a:pt x="622448" y="2945800"/>
                    </a:cubicBezTo>
                    <a:lnTo>
                      <a:pt x="252030" y="2945800"/>
                    </a:lnTo>
                    <a:cubicBezTo>
                      <a:pt x="256275" y="2883407"/>
                      <a:pt x="252593" y="2828938"/>
                      <a:pt x="235967" y="2775370"/>
                    </a:cubicBezTo>
                    <a:lnTo>
                      <a:pt x="7267" y="2775370"/>
                    </a:lnTo>
                    <a:cubicBezTo>
                      <a:pt x="1003" y="2679903"/>
                      <a:pt x="-1109" y="2594661"/>
                      <a:pt x="535" y="2514852"/>
                    </a:cubicBezTo>
                    <a:cubicBezTo>
                      <a:pt x="5466" y="2275424"/>
                      <a:pt x="44187" y="2084887"/>
                      <a:pt x="105917" y="1813823"/>
                    </a:cubicBezTo>
                    <a:cubicBezTo>
                      <a:pt x="258635" y="1288584"/>
                      <a:pt x="488046" y="911620"/>
                      <a:pt x="870837" y="570445"/>
                    </a:cubicBezTo>
                    <a:cubicBezTo>
                      <a:pt x="674179" y="1284154"/>
                      <a:pt x="622718" y="1497188"/>
                      <a:pt x="741752" y="1669956"/>
                    </a:cubicBezTo>
                    <a:cubicBezTo>
                      <a:pt x="882751" y="1699943"/>
                      <a:pt x="788174" y="1674807"/>
                      <a:pt x="936601" y="1710419"/>
                    </a:cubicBezTo>
                    <a:cubicBezTo>
                      <a:pt x="1001384" y="1730870"/>
                      <a:pt x="1044642" y="1758791"/>
                      <a:pt x="1044642" y="1818460"/>
                    </a:cubicBezTo>
                    <a:lnTo>
                      <a:pt x="1044642" y="1970448"/>
                    </a:lnTo>
                    <a:lnTo>
                      <a:pt x="1621635" y="1957128"/>
                    </a:lnTo>
                    <a:lnTo>
                      <a:pt x="1601569" y="1217379"/>
                    </a:lnTo>
                    <a:cubicBezTo>
                      <a:pt x="1338692" y="1131438"/>
                      <a:pt x="1146783" y="887145"/>
                      <a:pt x="1138847" y="594588"/>
                    </a:cubicBezTo>
                    <a:cubicBezTo>
                      <a:pt x="1132425" y="357828"/>
                      <a:pt x="1248029" y="146099"/>
                      <a:pt x="1428910" y="20243"/>
                    </a:cubicBezTo>
                    <a:lnTo>
                      <a:pt x="1447318" y="698863"/>
                    </a:lnTo>
                    <a:lnTo>
                      <a:pt x="2193594" y="678620"/>
                    </a:lnTo>
                    <a:lnTo>
                      <a:pt x="2175185" y="0"/>
                    </a:lnTo>
                    <a:cubicBezTo>
                      <a:pt x="2362624" y="115865"/>
                      <a:pt x="2489536" y="321015"/>
                      <a:pt x="2495958" y="557775"/>
                    </a:cubicBezTo>
                    <a:cubicBezTo>
                      <a:pt x="2503894" y="850332"/>
                      <a:pt x="2325511" y="1104670"/>
                      <a:pt x="2067679" y="1204735"/>
                    </a:cubicBezTo>
                    <a:lnTo>
                      <a:pt x="2087796" y="1946367"/>
                    </a:lnTo>
                    <a:lnTo>
                      <a:pt x="4285801" y="1895627"/>
                    </a:lnTo>
                    <a:lnTo>
                      <a:pt x="4285801" y="2543859"/>
                    </a:lnTo>
                    <a:lnTo>
                      <a:pt x="2102637" y="2493462"/>
                    </a:lnTo>
                    <a:lnTo>
                      <a:pt x="2130160" y="3508110"/>
                    </a:lnTo>
                    <a:cubicBezTo>
                      <a:pt x="2393037" y="3594051"/>
                      <a:pt x="2584946" y="3838344"/>
                      <a:pt x="2592882" y="4130902"/>
                    </a:cubicBezTo>
                    <a:cubicBezTo>
                      <a:pt x="2599304" y="4367662"/>
                      <a:pt x="2483700" y="4579391"/>
                      <a:pt x="2302820" y="4705247"/>
                    </a:cubicBezTo>
                    <a:lnTo>
                      <a:pt x="2284411" y="4026626"/>
                    </a:lnTo>
                    <a:lnTo>
                      <a:pt x="1538135" y="4046869"/>
                    </a:lnTo>
                    <a:lnTo>
                      <a:pt x="1556544" y="4725490"/>
                    </a:lnTo>
                    <a:cubicBezTo>
                      <a:pt x="1509684" y="4696524"/>
                      <a:pt x="1466607" y="4661977"/>
                      <a:pt x="1428251" y="4622752"/>
                    </a:cubicBezTo>
                    <a:close/>
                    <a:moveTo>
                      <a:pt x="44807" y="3562389"/>
                    </a:moveTo>
                    <a:cubicBezTo>
                      <a:pt x="25255" y="3542837"/>
                      <a:pt x="13162" y="3515827"/>
                      <a:pt x="13162" y="3485992"/>
                    </a:cubicBezTo>
                    <a:lnTo>
                      <a:pt x="13162" y="3053842"/>
                    </a:lnTo>
                    <a:cubicBezTo>
                      <a:pt x="13162" y="2994173"/>
                      <a:pt x="61534" y="2945801"/>
                      <a:pt x="121203" y="2945801"/>
                    </a:cubicBezTo>
                    <a:lnTo>
                      <a:pt x="757287" y="2945801"/>
                    </a:lnTo>
                    <a:cubicBezTo>
                      <a:pt x="816956" y="2945801"/>
                      <a:pt x="865328" y="2994173"/>
                      <a:pt x="865328" y="3053842"/>
                    </a:cubicBezTo>
                    <a:lnTo>
                      <a:pt x="865328" y="3485992"/>
                    </a:lnTo>
                    <a:cubicBezTo>
                      <a:pt x="865328" y="3545662"/>
                      <a:pt x="816956" y="3594033"/>
                      <a:pt x="757287" y="3594033"/>
                    </a:cubicBezTo>
                    <a:lnTo>
                      <a:pt x="121203" y="3594033"/>
                    </a:lnTo>
                    <a:cubicBezTo>
                      <a:pt x="91368" y="3594033"/>
                      <a:pt x="64358" y="3581940"/>
                      <a:pt x="44807" y="356238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101" name="Google Shape;3101;p57"/>
              <p:cNvSpPr/>
              <p:nvPr/>
            </p:nvSpPr>
            <p:spPr>
              <a:xfrm rot="-900000">
                <a:off x="7608221" y="2961416"/>
                <a:ext cx="392828" cy="319096"/>
              </a:xfrm>
              <a:custGeom>
                <a:rect b="b" l="l" r="r" t="t"/>
                <a:pathLst>
                  <a:path extrusionOk="0" h="3321003" w="4088377">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102" name="Google Shape;3102;p57"/>
              <p:cNvSpPr/>
              <p:nvPr/>
            </p:nvSpPr>
            <p:spPr>
              <a:xfrm flipH="1" rot="5400000">
                <a:off x="10824557" y="2917080"/>
                <a:ext cx="392828" cy="392828"/>
              </a:xfrm>
              <a:custGeom>
                <a:rect b="b" l="l" r="r" t="t"/>
                <a:pathLst>
                  <a:path extrusionOk="0" h="3786923" w="3287892">
                    <a:moveTo>
                      <a:pt x="2574092" y="3411971"/>
                    </a:moveTo>
                    <a:cubicBezTo>
                      <a:pt x="2577477" y="3551838"/>
                      <a:pt x="2489596" y="3681234"/>
                      <a:pt x="2347458" y="3745664"/>
                    </a:cubicBezTo>
                    <a:cubicBezTo>
                      <a:pt x="2228355" y="3799653"/>
                      <a:pt x="2086904" y="3800713"/>
                      <a:pt x="1966757" y="3748519"/>
                    </a:cubicBezTo>
                    <a:cubicBezTo>
                      <a:pt x="1823914" y="3686464"/>
                      <a:pt x="1733597" y="3559106"/>
                      <a:pt x="1733597" y="3419734"/>
                    </a:cubicBezTo>
                    <a:cubicBezTo>
                      <a:pt x="2013762" y="3417146"/>
                      <a:pt x="2293927" y="3414559"/>
                      <a:pt x="2574092" y="3411971"/>
                    </a:cubicBezTo>
                    <a:close/>
                    <a:moveTo>
                      <a:pt x="2574187" y="367189"/>
                    </a:moveTo>
                    <a:cubicBezTo>
                      <a:pt x="2294022" y="369777"/>
                      <a:pt x="2013857" y="372364"/>
                      <a:pt x="1733692" y="374952"/>
                    </a:cubicBezTo>
                    <a:cubicBezTo>
                      <a:pt x="1730307" y="235085"/>
                      <a:pt x="1818188" y="105689"/>
                      <a:pt x="1960326" y="41259"/>
                    </a:cubicBezTo>
                    <a:cubicBezTo>
                      <a:pt x="2079429" y="-12730"/>
                      <a:pt x="2220880" y="-13790"/>
                      <a:pt x="2341027" y="38404"/>
                    </a:cubicBezTo>
                    <a:cubicBezTo>
                      <a:pt x="2483870" y="100459"/>
                      <a:pt x="2574187" y="227817"/>
                      <a:pt x="2574187" y="367189"/>
                    </a:cubicBezTo>
                    <a:close/>
                    <a:moveTo>
                      <a:pt x="2688290" y="635445"/>
                    </a:moveTo>
                    <a:lnTo>
                      <a:pt x="2688290" y="1612884"/>
                    </a:lnTo>
                    <a:lnTo>
                      <a:pt x="1619492" y="1612884"/>
                    </a:lnTo>
                    <a:lnTo>
                      <a:pt x="1619492" y="1396859"/>
                    </a:lnTo>
                    <a:lnTo>
                      <a:pt x="201708" y="1396859"/>
                    </a:lnTo>
                    <a:cubicBezTo>
                      <a:pt x="90308" y="1396859"/>
                      <a:pt x="0" y="1306551"/>
                      <a:pt x="0" y="1195151"/>
                    </a:cubicBezTo>
                    <a:lnTo>
                      <a:pt x="0" y="907003"/>
                    </a:lnTo>
                    <a:cubicBezTo>
                      <a:pt x="0" y="795603"/>
                      <a:pt x="90308" y="705295"/>
                      <a:pt x="201708" y="705295"/>
                    </a:cubicBezTo>
                    <a:lnTo>
                      <a:pt x="1619492" y="705295"/>
                    </a:lnTo>
                    <a:lnTo>
                      <a:pt x="1619492" y="635445"/>
                    </a:lnTo>
                    <a:cubicBezTo>
                      <a:pt x="1619492" y="537063"/>
                      <a:pt x="1699247" y="457308"/>
                      <a:pt x="1797629" y="457308"/>
                    </a:cubicBezTo>
                    <a:lnTo>
                      <a:pt x="2510153" y="457308"/>
                    </a:lnTo>
                    <a:cubicBezTo>
                      <a:pt x="2608535" y="457308"/>
                      <a:pt x="2688290" y="537063"/>
                      <a:pt x="2688290" y="635445"/>
                    </a:cubicBezTo>
                    <a:close/>
                    <a:moveTo>
                      <a:pt x="3177333" y="2901044"/>
                    </a:moveTo>
                    <a:lnTo>
                      <a:pt x="1130451" y="2901044"/>
                    </a:lnTo>
                    <a:cubicBezTo>
                      <a:pt x="1350134" y="2526253"/>
                      <a:pt x="1481437" y="2165059"/>
                      <a:pt x="1605942" y="1684892"/>
                    </a:cubicBezTo>
                    <a:lnTo>
                      <a:pt x="2701842" y="1684892"/>
                    </a:lnTo>
                    <a:cubicBezTo>
                      <a:pt x="2809350" y="2117470"/>
                      <a:pt x="2933855" y="2516056"/>
                      <a:pt x="3177333" y="2901044"/>
                    </a:cubicBezTo>
                    <a:close/>
                    <a:moveTo>
                      <a:pt x="3287892" y="3137537"/>
                    </a:moveTo>
                    <a:lnTo>
                      <a:pt x="3287892" y="3248909"/>
                    </a:lnTo>
                    <a:cubicBezTo>
                      <a:pt x="3287892" y="3295849"/>
                      <a:pt x="3249839" y="3333902"/>
                      <a:pt x="3202899" y="3333902"/>
                    </a:cubicBezTo>
                    <a:lnTo>
                      <a:pt x="1104885" y="3333902"/>
                    </a:lnTo>
                    <a:cubicBezTo>
                      <a:pt x="1057945" y="3333902"/>
                      <a:pt x="1019892" y="3295849"/>
                      <a:pt x="1019892" y="3248909"/>
                    </a:cubicBezTo>
                    <a:lnTo>
                      <a:pt x="1019892" y="3137537"/>
                    </a:lnTo>
                    <a:cubicBezTo>
                      <a:pt x="1019892" y="3090597"/>
                      <a:pt x="1057945" y="3052544"/>
                      <a:pt x="1104885" y="3052544"/>
                    </a:cubicBezTo>
                    <a:lnTo>
                      <a:pt x="3202899" y="3052544"/>
                    </a:lnTo>
                    <a:cubicBezTo>
                      <a:pt x="3249839" y="3052544"/>
                      <a:pt x="3287892" y="3090597"/>
                      <a:pt x="3287892" y="313753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103" name="Google Shape;3103;p57"/>
              <p:cNvSpPr/>
              <p:nvPr/>
            </p:nvSpPr>
            <p:spPr>
              <a:xfrm>
                <a:off x="11062223" y="3784811"/>
                <a:ext cx="285020" cy="285020"/>
              </a:xfrm>
              <a:custGeom>
                <a:rect b="b" l="l" r="r" t="t"/>
                <a:pathLst>
                  <a:path extrusionOk="0" h="2964099" w="2801488">
                    <a:moveTo>
                      <a:pt x="1393788" y="2251706"/>
                    </a:moveTo>
                    <a:cubicBezTo>
                      <a:pt x="1338380" y="2251706"/>
                      <a:pt x="1293463" y="2296623"/>
                      <a:pt x="1293463" y="2352031"/>
                    </a:cubicBezTo>
                    <a:cubicBezTo>
                      <a:pt x="1293463" y="2407439"/>
                      <a:pt x="1338380" y="2452356"/>
                      <a:pt x="1393788" y="2452356"/>
                    </a:cubicBezTo>
                    <a:cubicBezTo>
                      <a:pt x="1449196" y="2452356"/>
                      <a:pt x="1494113" y="2407439"/>
                      <a:pt x="1494113" y="2352031"/>
                    </a:cubicBezTo>
                    <a:cubicBezTo>
                      <a:pt x="1494113" y="2296623"/>
                      <a:pt x="1449196" y="2251706"/>
                      <a:pt x="1393788" y="2251706"/>
                    </a:cubicBezTo>
                    <a:close/>
                    <a:moveTo>
                      <a:pt x="2189420" y="1936547"/>
                    </a:moveTo>
                    <a:cubicBezTo>
                      <a:pt x="1959955" y="1936547"/>
                      <a:pt x="1773936" y="2122566"/>
                      <a:pt x="1773936" y="2352031"/>
                    </a:cubicBezTo>
                    <a:cubicBezTo>
                      <a:pt x="1773936" y="2581496"/>
                      <a:pt x="1959955" y="2767515"/>
                      <a:pt x="2189420" y="2767515"/>
                    </a:cubicBezTo>
                    <a:cubicBezTo>
                      <a:pt x="2418885" y="2767515"/>
                      <a:pt x="2604904" y="2581496"/>
                      <a:pt x="2604904" y="2352031"/>
                    </a:cubicBezTo>
                    <a:cubicBezTo>
                      <a:pt x="2604904" y="2122566"/>
                      <a:pt x="2418885" y="1936547"/>
                      <a:pt x="2189420" y="1936547"/>
                    </a:cubicBezTo>
                    <a:close/>
                    <a:moveTo>
                      <a:pt x="612068" y="1936547"/>
                    </a:moveTo>
                    <a:cubicBezTo>
                      <a:pt x="382603" y="1936547"/>
                      <a:pt x="196584" y="2122566"/>
                      <a:pt x="196584" y="2352031"/>
                    </a:cubicBezTo>
                    <a:cubicBezTo>
                      <a:pt x="196584" y="2581496"/>
                      <a:pt x="382603" y="2767515"/>
                      <a:pt x="612068" y="2767515"/>
                    </a:cubicBezTo>
                    <a:cubicBezTo>
                      <a:pt x="841533" y="2767515"/>
                      <a:pt x="1027552" y="2581496"/>
                      <a:pt x="1027552" y="2352031"/>
                    </a:cubicBezTo>
                    <a:cubicBezTo>
                      <a:pt x="1027552" y="2122566"/>
                      <a:pt x="841533" y="1936547"/>
                      <a:pt x="612068" y="1936547"/>
                    </a:cubicBezTo>
                    <a:close/>
                    <a:moveTo>
                      <a:pt x="845776" y="315"/>
                    </a:moveTo>
                    <a:cubicBezTo>
                      <a:pt x="1032101" y="7965"/>
                      <a:pt x="1181399" y="153129"/>
                      <a:pt x="1195696" y="335717"/>
                    </a:cubicBezTo>
                    <a:lnTo>
                      <a:pt x="1198885" y="335806"/>
                    </a:lnTo>
                    <a:lnTo>
                      <a:pt x="1198706" y="366401"/>
                    </a:lnTo>
                    <a:cubicBezTo>
                      <a:pt x="1198883" y="367005"/>
                      <a:pt x="1198884" y="367612"/>
                      <a:pt x="1198884" y="368218"/>
                    </a:cubicBezTo>
                    <a:lnTo>
                      <a:pt x="1198695" y="368210"/>
                    </a:lnTo>
                    <a:lnTo>
                      <a:pt x="1197421" y="585651"/>
                    </a:lnTo>
                    <a:cubicBezTo>
                      <a:pt x="1245519" y="531733"/>
                      <a:pt x="1316597" y="499778"/>
                      <a:pt x="1394104" y="502960"/>
                    </a:cubicBezTo>
                    <a:cubicBezTo>
                      <a:pt x="1472998" y="506199"/>
                      <a:pt x="1542269" y="545176"/>
                      <a:pt x="1585751" y="604519"/>
                    </a:cubicBezTo>
                    <a:cubicBezTo>
                      <a:pt x="1585226" y="514948"/>
                      <a:pt x="1584701" y="425377"/>
                      <a:pt x="1584176" y="335806"/>
                    </a:cubicBezTo>
                    <a:lnTo>
                      <a:pt x="1585829" y="335760"/>
                    </a:lnTo>
                    <a:cubicBezTo>
                      <a:pt x="1602915" y="140060"/>
                      <a:pt x="1770945" y="-7755"/>
                      <a:pt x="1967493" y="315"/>
                    </a:cubicBezTo>
                    <a:cubicBezTo>
                      <a:pt x="2146853" y="7679"/>
                      <a:pt x="2291902" y="142468"/>
                      <a:pt x="2315427" y="315465"/>
                    </a:cubicBezTo>
                    <a:lnTo>
                      <a:pt x="2320109" y="315335"/>
                    </a:lnTo>
                    <a:lnTo>
                      <a:pt x="2729306" y="2069418"/>
                    </a:lnTo>
                    <a:cubicBezTo>
                      <a:pt x="2776307" y="2152970"/>
                      <a:pt x="2801488" y="2249560"/>
                      <a:pt x="2801488" y="2352031"/>
                    </a:cubicBezTo>
                    <a:cubicBezTo>
                      <a:pt x="2801488" y="2690067"/>
                      <a:pt x="2527456" y="2964099"/>
                      <a:pt x="2189420" y="2964099"/>
                    </a:cubicBezTo>
                    <a:cubicBezTo>
                      <a:pt x="1922036" y="2964099"/>
                      <a:pt x="1694697" y="2792645"/>
                      <a:pt x="1613824" y="2552817"/>
                    </a:cubicBezTo>
                    <a:cubicBezTo>
                      <a:pt x="1559905" y="2613347"/>
                      <a:pt x="1481232" y="2650901"/>
                      <a:pt x="1393788" y="2650901"/>
                    </a:cubicBezTo>
                    <a:cubicBezTo>
                      <a:pt x="1311973" y="2650901"/>
                      <a:pt x="1237837" y="2618027"/>
                      <a:pt x="1183996" y="2564635"/>
                    </a:cubicBezTo>
                    <a:cubicBezTo>
                      <a:pt x="1099341" y="2798210"/>
                      <a:pt x="875077" y="2964099"/>
                      <a:pt x="612068" y="2964099"/>
                    </a:cubicBezTo>
                    <a:cubicBezTo>
                      <a:pt x="274032" y="2964099"/>
                      <a:pt x="0" y="2690067"/>
                      <a:pt x="0" y="2352031"/>
                    </a:cubicBezTo>
                    <a:cubicBezTo>
                      <a:pt x="0" y="2288533"/>
                      <a:pt x="9669" y="2227293"/>
                      <a:pt x="30466" y="2170591"/>
                    </a:cubicBezTo>
                    <a:lnTo>
                      <a:pt x="30153" y="2170591"/>
                    </a:lnTo>
                    <a:lnTo>
                      <a:pt x="462952" y="315335"/>
                    </a:lnTo>
                    <a:lnTo>
                      <a:pt x="467801" y="315470"/>
                    </a:lnTo>
                    <a:cubicBezTo>
                      <a:pt x="493068" y="129842"/>
                      <a:pt x="656149" y="-7470"/>
                      <a:pt x="845776" y="3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104" name="Google Shape;3104;p57"/>
              <p:cNvSpPr/>
              <p:nvPr/>
            </p:nvSpPr>
            <p:spPr>
              <a:xfrm>
                <a:off x="8077159" y="2346892"/>
                <a:ext cx="392828" cy="303948"/>
              </a:xfrm>
              <a:custGeom>
                <a:rect b="b" l="l" r="r" t="t"/>
                <a:pathLst>
                  <a:path extrusionOk="0" h="3064028" w="3960000">
                    <a:moveTo>
                      <a:pt x="1955333" y="1285185"/>
                    </a:moveTo>
                    <a:cubicBezTo>
                      <a:pt x="2192176" y="1285185"/>
                      <a:pt x="2384176" y="1477185"/>
                      <a:pt x="2384176" y="1714028"/>
                    </a:cubicBezTo>
                    <a:cubicBezTo>
                      <a:pt x="2384176" y="1950871"/>
                      <a:pt x="2192176" y="2142871"/>
                      <a:pt x="1955333" y="2142871"/>
                    </a:cubicBezTo>
                    <a:cubicBezTo>
                      <a:pt x="1718490" y="2142871"/>
                      <a:pt x="1526490" y="1950871"/>
                      <a:pt x="1526490" y="1714028"/>
                    </a:cubicBezTo>
                    <a:cubicBezTo>
                      <a:pt x="1526490" y="1477185"/>
                      <a:pt x="1718490" y="1285185"/>
                      <a:pt x="1955333" y="1285185"/>
                    </a:cubicBezTo>
                    <a:close/>
                    <a:moveTo>
                      <a:pt x="1955333" y="1074136"/>
                    </a:moveTo>
                    <a:cubicBezTo>
                      <a:pt x="1601930" y="1074136"/>
                      <a:pt x="1315441" y="1360625"/>
                      <a:pt x="1315441" y="1714028"/>
                    </a:cubicBezTo>
                    <a:cubicBezTo>
                      <a:pt x="1315441" y="2067431"/>
                      <a:pt x="1601930" y="2353920"/>
                      <a:pt x="1955333" y="2353920"/>
                    </a:cubicBezTo>
                    <a:cubicBezTo>
                      <a:pt x="2308736" y="2353920"/>
                      <a:pt x="2595225" y="2067431"/>
                      <a:pt x="2595225" y="1714028"/>
                    </a:cubicBezTo>
                    <a:cubicBezTo>
                      <a:pt x="2595225" y="1360625"/>
                      <a:pt x="2308736" y="1074136"/>
                      <a:pt x="1955333" y="1074136"/>
                    </a:cubicBezTo>
                    <a:close/>
                    <a:moveTo>
                      <a:pt x="1955333" y="849503"/>
                    </a:moveTo>
                    <a:cubicBezTo>
                      <a:pt x="2432797" y="849503"/>
                      <a:pt x="2819858" y="1236564"/>
                      <a:pt x="2819858" y="1714028"/>
                    </a:cubicBezTo>
                    <a:cubicBezTo>
                      <a:pt x="2819858" y="2191492"/>
                      <a:pt x="2432797" y="2578553"/>
                      <a:pt x="1955333" y="2578553"/>
                    </a:cubicBezTo>
                    <a:cubicBezTo>
                      <a:pt x="1477869" y="2578553"/>
                      <a:pt x="1090808" y="2191492"/>
                      <a:pt x="1090808" y="1714028"/>
                    </a:cubicBezTo>
                    <a:cubicBezTo>
                      <a:pt x="1090808" y="1236564"/>
                      <a:pt x="1477869" y="849503"/>
                      <a:pt x="1955333" y="849503"/>
                    </a:cubicBezTo>
                    <a:close/>
                    <a:moveTo>
                      <a:pt x="3253503" y="756254"/>
                    </a:moveTo>
                    <a:cubicBezTo>
                      <a:pt x="3162525" y="756254"/>
                      <a:pt x="3088773" y="830006"/>
                      <a:pt x="3088773" y="920984"/>
                    </a:cubicBezTo>
                    <a:cubicBezTo>
                      <a:pt x="3088773" y="1011962"/>
                      <a:pt x="3162525" y="1085714"/>
                      <a:pt x="3253503" y="1085714"/>
                    </a:cubicBezTo>
                    <a:cubicBezTo>
                      <a:pt x="3344481" y="1085714"/>
                      <a:pt x="3418233" y="1011962"/>
                      <a:pt x="3418233" y="920984"/>
                    </a:cubicBezTo>
                    <a:cubicBezTo>
                      <a:pt x="3418233" y="830006"/>
                      <a:pt x="3344481" y="756254"/>
                      <a:pt x="3253503" y="756254"/>
                    </a:cubicBezTo>
                    <a:close/>
                    <a:moveTo>
                      <a:pt x="1955333" y="744677"/>
                    </a:moveTo>
                    <a:cubicBezTo>
                      <a:pt x="1419975" y="744677"/>
                      <a:pt x="985982" y="1178670"/>
                      <a:pt x="985982" y="1714028"/>
                    </a:cubicBezTo>
                    <a:cubicBezTo>
                      <a:pt x="985982" y="2249386"/>
                      <a:pt x="1419975" y="2683379"/>
                      <a:pt x="1955333" y="2683379"/>
                    </a:cubicBezTo>
                    <a:cubicBezTo>
                      <a:pt x="2490691" y="2683379"/>
                      <a:pt x="2924684" y="2249386"/>
                      <a:pt x="2924684" y="1714028"/>
                    </a:cubicBezTo>
                    <a:cubicBezTo>
                      <a:pt x="2924684" y="1178670"/>
                      <a:pt x="2490691" y="744677"/>
                      <a:pt x="1955333" y="744677"/>
                    </a:cubicBezTo>
                    <a:close/>
                    <a:moveTo>
                      <a:pt x="1333922" y="0"/>
                    </a:moveTo>
                    <a:lnTo>
                      <a:pt x="2626078" y="0"/>
                    </a:lnTo>
                    <a:lnTo>
                      <a:pt x="2717085" y="364028"/>
                    </a:lnTo>
                    <a:lnTo>
                      <a:pt x="3699990" y="364028"/>
                    </a:lnTo>
                    <a:cubicBezTo>
                      <a:pt x="3843590" y="364028"/>
                      <a:pt x="3960000" y="480438"/>
                      <a:pt x="3960000" y="624038"/>
                    </a:cubicBezTo>
                    <a:lnTo>
                      <a:pt x="3960000" y="2804018"/>
                    </a:lnTo>
                    <a:cubicBezTo>
                      <a:pt x="3960000" y="2947618"/>
                      <a:pt x="3843590" y="3064028"/>
                      <a:pt x="3699990" y="3064028"/>
                    </a:cubicBezTo>
                    <a:lnTo>
                      <a:pt x="260010" y="3064028"/>
                    </a:lnTo>
                    <a:cubicBezTo>
                      <a:pt x="116410" y="3064028"/>
                      <a:pt x="0" y="2947618"/>
                      <a:pt x="0" y="2804018"/>
                    </a:cubicBezTo>
                    <a:lnTo>
                      <a:pt x="0" y="624038"/>
                    </a:lnTo>
                    <a:cubicBezTo>
                      <a:pt x="0" y="480438"/>
                      <a:pt x="116410" y="364028"/>
                      <a:pt x="260010" y="364028"/>
                    </a:cubicBezTo>
                    <a:lnTo>
                      <a:pt x="443165" y="364028"/>
                    </a:lnTo>
                    <a:lnTo>
                      <a:pt x="443165" y="237982"/>
                    </a:lnTo>
                    <a:cubicBezTo>
                      <a:pt x="443165" y="195266"/>
                      <a:pt x="477794" y="160637"/>
                      <a:pt x="520510" y="160637"/>
                    </a:cubicBezTo>
                    <a:lnTo>
                      <a:pt x="1049896" y="160637"/>
                    </a:lnTo>
                    <a:cubicBezTo>
                      <a:pt x="1092612" y="160637"/>
                      <a:pt x="1127241" y="195266"/>
                      <a:pt x="1127241" y="237982"/>
                    </a:cubicBezTo>
                    <a:lnTo>
                      <a:pt x="1127241" y="364028"/>
                    </a:lnTo>
                    <a:lnTo>
                      <a:pt x="1242915" y="364028"/>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105" name="Google Shape;3105;p57"/>
              <p:cNvSpPr/>
              <p:nvPr/>
            </p:nvSpPr>
            <p:spPr>
              <a:xfrm>
                <a:off x="8560619" y="5355763"/>
                <a:ext cx="372889" cy="259826"/>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106" name="Google Shape;3106;p57"/>
              <p:cNvSpPr/>
              <p:nvPr/>
            </p:nvSpPr>
            <p:spPr>
              <a:xfrm rot="2498363">
                <a:off x="8831623" y="1920263"/>
                <a:ext cx="392828" cy="392828"/>
              </a:xfrm>
              <a:custGeom>
                <a:rect b="b" l="l" r="r" t="t"/>
                <a:pathLst>
                  <a:path extrusionOk="0" h="3938940" w="3860438">
                    <a:moveTo>
                      <a:pt x="1862067" y="2433815"/>
                    </a:moveTo>
                    <a:lnTo>
                      <a:pt x="1970067" y="2433815"/>
                    </a:lnTo>
                    <a:lnTo>
                      <a:pt x="1970067" y="3362873"/>
                    </a:lnTo>
                    <a:lnTo>
                      <a:pt x="2004792" y="3362873"/>
                    </a:lnTo>
                    <a:lnTo>
                      <a:pt x="2004792" y="3650907"/>
                    </a:lnTo>
                    <a:cubicBezTo>
                      <a:pt x="2004792" y="3808349"/>
                      <a:pt x="1878374" y="3936619"/>
                      <a:pt x="1720949" y="3938909"/>
                    </a:cubicBezTo>
                    <a:cubicBezTo>
                      <a:pt x="1564029" y="3941192"/>
                      <a:pt x="1434265" y="3817458"/>
                      <a:pt x="1429045" y="3660794"/>
                    </a:cubicBezTo>
                    <a:lnTo>
                      <a:pt x="1428727" y="3660794"/>
                    </a:lnTo>
                    <a:lnTo>
                      <a:pt x="1428727" y="3588794"/>
                    </a:lnTo>
                    <a:cubicBezTo>
                      <a:pt x="1428727" y="3549029"/>
                      <a:pt x="1460962" y="3516794"/>
                      <a:pt x="1500727" y="3516794"/>
                    </a:cubicBezTo>
                    <a:lnTo>
                      <a:pt x="1536727" y="3516794"/>
                    </a:lnTo>
                    <a:cubicBezTo>
                      <a:pt x="1576492" y="3516794"/>
                      <a:pt x="1608727" y="3549029"/>
                      <a:pt x="1608727" y="3588794"/>
                    </a:cubicBezTo>
                    <a:lnTo>
                      <a:pt x="1608727" y="3654789"/>
                    </a:lnTo>
                    <a:cubicBezTo>
                      <a:pt x="1610687" y="3713589"/>
                      <a:pt x="1659418" y="3760001"/>
                      <a:pt x="1718334" y="3759144"/>
                    </a:cubicBezTo>
                    <a:cubicBezTo>
                      <a:pt x="1777498" y="3758284"/>
                      <a:pt x="1825008" y="3710077"/>
                      <a:pt x="1825008" y="3650907"/>
                    </a:cubicBezTo>
                    <a:lnTo>
                      <a:pt x="1824792" y="3650907"/>
                    </a:lnTo>
                    <a:lnTo>
                      <a:pt x="1824792" y="3362873"/>
                    </a:lnTo>
                    <a:lnTo>
                      <a:pt x="1862067" y="3362873"/>
                    </a:lnTo>
                    <a:close/>
                    <a:moveTo>
                      <a:pt x="1963773" y="341826"/>
                    </a:moveTo>
                    <a:cubicBezTo>
                      <a:pt x="2603866" y="1105515"/>
                      <a:pt x="2803203" y="1464631"/>
                      <a:pt x="2867684" y="2396069"/>
                    </a:cubicBezTo>
                    <a:cubicBezTo>
                      <a:pt x="2523234" y="2107144"/>
                      <a:pt x="2324834" y="2107144"/>
                      <a:pt x="1967684" y="2396069"/>
                    </a:cubicBezTo>
                    <a:cubicBezTo>
                      <a:pt x="1966380" y="1713514"/>
                      <a:pt x="1965077" y="1024381"/>
                      <a:pt x="1963773" y="341826"/>
                    </a:cubicBezTo>
                    <a:close/>
                    <a:moveTo>
                      <a:pt x="1882676" y="341826"/>
                    </a:moveTo>
                    <a:cubicBezTo>
                      <a:pt x="1881372" y="1024381"/>
                      <a:pt x="1880069" y="1713514"/>
                      <a:pt x="1878765" y="2396069"/>
                    </a:cubicBezTo>
                    <a:cubicBezTo>
                      <a:pt x="1521615" y="2107144"/>
                      <a:pt x="1323215" y="2107144"/>
                      <a:pt x="978765" y="2396069"/>
                    </a:cubicBezTo>
                    <a:cubicBezTo>
                      <a:pt x="1043246" y="1464631"/>
                      <a:pt x="1242583" y="1105515"/>
                      <a:pt x="1882676" y="341826"/>
                    </a:cubicBezTo>
                    <a:close/>
                    <a:moveTo>
                      <a:pt x="2058573" y="335248"/>
                    </a:moveTo>
                    <a:cubicBezTo>
                      <a:pt x="3026489" y="598978"/>
                      <a:pt x="3714825" y="1273857"/>
                      <a:pt x="3860438" y="2396070"/>
                    </a:cubicBezTo>
                    <a:cubicBezTo>
                      <a:pt x="3515988" y="2107145"/>
                      <a:pt x="3317588" y="2107145"/>
                      <a:pt x="2960438" y="2396070"/>
                    </a:cubicBezTo>
                    <a:cubicBezTo>
                      <a:pt x="2910892" y="1313327"/>
                      <a:pt x="2647549" y="1036442"/>
                      <a:pt x="2058573" y="335248"/>
                    </a:cubicBezTo>
                    <a:close/>
                    <a:moveTo>
                      <a:pt x="1801865" y="335248"/>
                    </a:moveTo>
                    <a:cubicBezTo>
                      <a:pt x="1212889" y="1036442"/>
                      <a:pt x="949546" y="1313327"/>
                      <a:pt x="900000" y="2396070"/>
                    </a:cubicBezTo>
                    <a:cubicBezTo>
                      <a:pt x="542850" y="2107145"/>
                      <a:pt x="344450" y="2107145"/>
                      <a:pt x="0" y="2396070"/>
                    </a:cubicBezTo>
                    <a:cubicBezTo>
                      <a:pt x="145613" y="1273857"/>
                      <a:pt x="833949" y="598978"/>
                      <a:pt x="1801865" y="335248"/>
                    </a:cubicBezTo>
                    <a:close/>
                    <a:moveTo>
                      <a:pt x="1902679" y="0"/>
                    </a:moveTo>
                    <a:lnTo>
                      <a:pt x="1929455" y="0"/>
                    </a:lnTo>
                    <a:lnTo>
                      <a:pt x="1970067" y="288000"/>
                    </a:lnTo>
                    <a:lnTo>
                      <a:pt x="1862067" y="288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107" name="Google Shape;3107;p57"/>
              <p:cNvSpPr/>
              <p:nvPr/>
            </p:nvSpPr>
            <p:spPr>
              <a:xfrm rot="-2129845">
                <a:off x="10110329" y="1972655"/>
                <a:ext cx="132806" cy="502999"/>
              </a:xfrm>
              <a:custGeom>
                <a:rect b="b" l="l" r="r" t="t"/>
                <a:pathLst>
                  <a:path extrusionOk="0" h="5014044" w="1323851">
                    <a:moveTo>
                      <a:pt x="797140" y="4503940"/>
                    </a:moveTo>
                    <a:cubicBezTo>
                      <a:pt x="732770" y="4439570"/>
                      <a:pt x="628407" y="4439570"/>
                      <a:pt x="564037" y="4503940"/>
                    </a:cubicBezTo>
                    <a:cubicBezTo>
                      <a:pt x="499667" y="4568310"/>
                      <a:pt x="499667" y="4672672"/>
                      <a:pt x="564037" y="4737042"/>
                    </a:cubicBezTo>
                    <a:cubicBezTo>
                      <a:pt x="628407" y="4801412"/>
                      <a:pt x="732770" y="4801413"/>
                      <a:pt x="797140" y="4737043"/>
                    </a:cubicBezTo>
                    <a:cubicBezTo>
                      <a:pt x="861510" y="4672673"/>
                      <a:pt x="861510" y="4568310"/>
                      <a:pt x="797140" y="4503940"/>
                    </a:cubicBezTo>
                    <a:close/>
                    <a:moveTo>
                      <a:pt x="1019859" y="4396571"/>
                    </a:moveTo>
                    <a:lnTo>
                      <a:pt x="1019859" y="4844408"/>
                    </a:lnTo>
                    <a:lnTo>
                      <a:pt x="680589" y="5014044"/>
                    </a:lnTo>
                    <a:lnTo>
                      <a:pt x="341319" y="4844409"/>
                    </a:lnTo>
                    <a:lnTo>
                      <a:pt x="341319" y="4396572"/>
                    </a:lnTo>
                    <a:lnTo>
                      <a:pt x="680589" y="4226937"/>
                    </a:lnTo>
                    <a:close/>
                    <a:moveTo>
                      <a:pt x="800624" y="237293"/>
                    </a:moveTo>
                    <a:cubicBezTo>
                      <a:pt x="730322" y="166991"/>
                      <a:pt x="616339" y="166991"/>
                      <a:pt x="546037" y="237293"/>
                    </a:cubicBezTo>
                    <a:cubicBezTo>
                      <a:pt x="475735" y="307595"/>
                      <a:pt x="475735" y="421577"/>
                      <a:pt x="546037" y="491879"/>
                    </a:cubicBezTo>
                    <a:cubicBezTo>
                      <a:pt x="616339" y="562181"/>
                      <a:pt x="730322" y="562181"/>
                      <a:pt x="800624" y="491879"/>
                    </a:cubicBezTo>
                    <a:cubicBezTo>
                      <a:pt x="870926" y="421577"/>
                      <a:pt x="870926" y="307595"/>
                      <a:pt x="800624" y="237293"/>
                    </a:cubicBezTo>
                    <a:close/>
                    <a:moveTo>
                      <a:pt x="1079384" y="68015"/>
                    </a:moveTo>
                    <a:cubicBezTo>
                      <a:pt x="1121407" y="110039"/>
                      <a:pt x="1147399" y="168093"/>
                      <a:pt x="1147399" y="232219"/>
                    </a:cubicBezTo>
                    <a:cubicBezTo>
                      <a:pt x="1147399" y="1159793"/>
                      <a:pt x="1034554" y="2087367"/>
                      <a:pt x="1023948" y="3014957"/>
                    </a:cubicBezTo>
                    <a:cubicBezTo>
                      <a:pt x="1133082" y="3060182"/>
                      <a:pt x="1235152" y="3127360"/>
                      <a:pt x="1323851" y="3216059"/>
                    </a:cubicBezTo>
                    <a:cubicBezTo>
                      <a:pt x="1689423" y="3581630"/>
                      <a:pt x="1689423" y="4174338"/>
                      <a:pt x="1323851" y="4539910"/>
                    </a:cubicBezTo>
                    <a:cubicBezTo>
                      <a:pt x="1261218" y="4602543"/>
                      <a:pt x="1191917" y="4654446"/>
                      <a:pt x="1117803" y="4694845"/>
                    </a:cubicBezTo>
                    <a:lnTo>
                      <a:pt x="1117303" y="3872699"/>
                    </a:lnTo>
                    <a:lnTo>
                      <a:pt x="684319" y="3565900"/>
                    </a:lnTo>
                    <a:lnTo>
                      <a:pt x="251709" y="3873225"/>
                    </a:lnTo>
                    <a:lnTo>
                      <a:pt x="252223" y="4718882"/>
                    </a:lnTo>
                    <a:cubicBezTo>
                      <a:pt x="160837" y="4675423"/>
                      <a:pt x="75567" y="4615476"/>
                      <a:pt x="0" y="4539910"/>
                    </a:cubicBezTo>
                    <a:cubicBezTo>
                      <a:pt x="-365571" y="4174338"/>
                      <a:pt x="-365571" y="3581630"/>
                      <a:pt x="0" y="3216059"/>
                    </a:cubicBezTo>
                    <a:cubicBezTo>
                      <a:pt x="100968" y="3115091"/>
                      <a:pt x="219261" y="3042010"/>
                      <a:pt x="345675" y="2997831"/>
                    </a:cubicBezTo>
                    <a:lnTo>
                      <a:pt x="211295" y="232219"/>
                    </a:lnTo>
                    <a:cubicBezTo>
                      <a:pt x="211295" y="103968"/>
                      <a:pt x="315263" y="0"/>
                      <a:pt x="443514" y="0"/>
                    </a:cubicBezTo>
                    <a:lnTo>
                      <a:pt x="915180" y="0"/>
                    </a:lnTo>
                    <a:cubicBezTo>
                      <a:pt x="979305" y="0"/>
                      <a:pt x="1037360" y="25992"/>
                      <a:pt x="1079384" y="680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108" name="Google Shape;3108;p57"/>
              <p:cNvSpPr/>
              <p:nvPr/>
            </p:nvSpPr>
            <p:spPr>
              <a:xfrm rot="-8100000">
                <a:off x="9503918" y="5364438"/>
                <a:ext cx="71616" cy="502304"/>
              </a:xfrm>
              <a:custGeom>
                <a:rect b="b" l="l" r="r" t="t"/>
                <a:pathLst>
                  <a:path extrusionOk="0" h="460327" w="65631">
                    <a:moveTo>
                      <a:pt x="42919" y="215685"/>
                    </a:moveTo>
                    <a:lnTo>
                      <a:pt x="22708" y="215685"/>
                    </a:lnTo>
                    <a:lnTo>
                      <a:pt x="0" y="185855"/>
                    </a:lnTo>
                    <a:lnTo>
                      <a:pt x="3" y="185856"/>
                    </a:lnTo>
                    <a:lnTo>
                      <a:pt x="3" y="32814"/>
                    </a:lnTo>
                    <a:cubicBezTo>
                      <a:pt x="3" y="14690"/>
                      <a:pt x="14694" y="0"/>
                      <a:pt x="32817" y="0"/>
                    </a:cubicBezTo>
                    <a:cubicBezTo>
                      <a:pt x="50940" y="0"/>
                      <a:pt x="65631" y="14690"/>
                      <a:pt x="65631" y="32814"/>
                    </a:cubicBezTo>
                    <a:lnTo>
                      <a:pt x="65631" y="185856"/>
                    </a:lnTo>
                    <a:lnTo>
                      <a:pt x="65626" y="185856"/>
                    </a:lnTo>
                    <a:close/>
                    <a:moveTo>
                      <a:pt x="57234" y="460327"/>
                    </a:moveTo>
                    <a:lnTo>
                      <a:pt x="11300" y="460327"/>
                    </a:lnTo>
                    <a:lnTo>
                      <a:pt x="11300" y="366559"/>
                    </a:lnTo>
                    <a:cubicBezTo>
                      <a:pt x="13577" y="349655"/>
                      <a:pt x="25635" y="358815"/>
                      <a:pt x="25452" y="346112"/>
                    </a:cubicBezTo>
                    <a:cubicBezTo>
                      <a:pt x="25288" y="302926"/>
                      <a:pt x="25124" y="259739"/>
                      <a:pt x="24960" y="216553"/>
                    </a:cubicBezTo>
                    <a:lnTo>
                      <a:pt x="42858" y="216553"/>
                    </a:lnTo>
                    <a:cubicBezTo>
                      <a:pt x="42694" y="259576"/>
                      <a:pt x="42530" y="302598"/>
                      <a:pt x="42366" y="345621"/>
                    </a:cubicBezTo>
                    <a:cubicBezTo>
                      <a:pt x="39843" y="359799"/>
                      <a:pt x="54756" y="347441"/>
                      <a:pt x="57234" y="36655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109" name="Google Shape;3109;p57"/>
              <p:cNvSpPr/>
              <p:nvPr/>
            </p:nvSpPr>
            <p:spPr>
              <a:xfrm>
                <a:off x="10146073" y="5282722"/>
                <a:ext cx="141778" cy="392828"/>
              </a:xfrm>
              <a:custGeom>
                <a:rect b="b" l="l" r="r" t="t"/>
                <a:pathLst>
                  <a:path extrusionOk="0" h="3871427" w="1397263">
                    <a:moveTo>
                      <a:pt x="698631" y="1778701"/>
                    </a:moveTo>
                    <a:cubicBezTo>
                      <a:pt x="609151" y="1778701"/>
                      <a:pt x="536613" y="1851239"/>
                      <a:pt x="536613" y="1940719"/>
                    </a:cubicBezTo>
                    <a:cubicBezTo>
                      <a:pt x="536613" y="2030199"/>
                      <a:pt x="609151" y="2102737"/>
                      <a:pt x="698631" y="2102737"/>
                    </a:cubicBezTo>
                    <a:cubicBezTo>
                      <a:pt x="788111" y="2102737"/>
                      <a:pt x="860649" y="2030199"/>
                      <a:pt x="860649" y="1940719"/>
                    </a:cubicBezTo>
                    <a:cubicBezTo>
                      <a:pt x="860649" y="1851239"/>
                      <a:pt x="788111" y="1778701"/>
                      <a:pt x="698631" y="1778701"/>
                    </a:cubicBezTo>
                    <a:close/>
                    <a:moveTo>
                      <a:pt x="999594" y="0"/>
                    </a:moveTo>
                    <a:lnTo>
                      <a:pt x="1321063" y="0"/>
                    </a:lnTo>
                    <a:lnTo>
                      <a:pt x="1390119" y="95250"/>
                    </a:lnTo>
                    <a:cubicBezTo>
                      <a:pt x="1392500" y="284956"/>
                      <a:pt x="1394882" y="474663"/>
                      <a:pt x="1397263" y="664369"/>
                    </a:cubicBezTo>
                    <a:lnTo>
                      <a:pt x="1256769" y="833438"/>
                    </a:lnTo>
                    <a:lnTo>
                      <a:pt x="921013" y="978694"/>
                    </a:lnTo>
                    <a:lnTo>
                      <a:pt x="913199" y="978651"/>
                    </a:lnTo>
                    <a:lnTo>
                      <a:pt x="913199" y="1700779"/>
                    </a:lnTo>
                    <a:cubicBezTo>
                      <a:pt x="979823" y="1759212"/>
                      <a:pt x="1021211" y="1845132"/>
                      <a:pt x="1021211" y="1940719"/>
                    </a:cubicBezTo>
                    <a:cubicBezTo>
                      <a:pt x="1021211" y="2036306"/>
                      <a:pt x="979823" y="2122226"/>
                      <a:pt x="913199" y="2180659"/>
                    </a:cubicBezTo>
                    <a:lnTo>
                      <a:pt x="913199" y="2896482"/>
                    </a:lnTo>
                    <a:lnTo>
                      <a:pt x="1238250" y="3021320"/>
                    </a:lnTo>
                    <a:lnTo>
                      <a:pt x="1390650" y="3199914"/>
                    </a:lnTo>
                    <a:lnTo>
                      <a:pt x="1393032" y="3764270"/>
                    </a:lnTo>
                    <a:lnTo>
                      <a:pt x="1316832" y="3869045"/>
                    </a:lnTo>
                    <a:lnTo>
                      <a:pt x="997744" y="3869045"/>
                    </a:lnTo>
                    <a:lnTo>
                      <a:pt x="995363" y="3276114"/>
                    </a:lnTo>
                    <a:lnTo>
                      <a:pt x="700088" y="3111808"/>
                    </a:lnTo>
                    <a:lnTo>
                      <a:pt x="409575" y="3288020"/>
                    </a:lnTo>
                    <a:lnTo>
                      <a:pt x="397669" y="3871427"/>
                    </a:lnTo>
                    <a:lnTo>
                      <a:pt x="76200" y="3871427"/>
                    </a:lnTo>
                    <a:lnTo>
                      <a:pt x="7144" y="3776177"/>
                    </a:lnTo>
                    <a:cubicBezTo>
                      <a:pt x="4763" y="3586471"/>
                      <a:pt x="2381" y="3396764"/>
                      <a:pt x="0" y="3207058"/>
                    </a:cubicBezTo>
                    <a:lnTo>
                      <a:pt x="140494" y="3037989"/>
                    </a:lnTo>
                    <a:lnTo>
                      <a:pt x="476250" y="2892733"/>
                    </a:lnTo>
                    <a:lnTo>
                      <a:pt x="481151" y="2892760"/>
                    </a:lnTo>
                    <a:lnTo>
                      <a:pt x="481151" y="2180659"/>
                    </a:lnTo>
                    <a:cubicBezTo>
                      <a:pt x="414527" y="2122226"/>
                      <a:pt x="373139" y="2036306"/>
                      <a:pt x="373139" y="1940719"/>
                    </a:cubicBezTo>
                    <a:cubicBezTo>
                      <a:pt x="373139" y="1845132"/>
                      <a:pt x="414527" y="1759212"/>
                      <a:pt x="481151" y="1700779"/>
                    </a:cubicBezTo>
                    <a:lnTo>
                      <a:pt x="481151" y="973827"/>
                    </a:lnTo>
                    <a:lnTo>
                      <a:pt x="159013" y="850107"/>
                    </a:lnTo>
                    <a:lnTo>
                      <a:pt x="6613" y="671513"/>
                    </a:lnTo>
                    <a:lnTo>
                      <a:pt x="4231" y="107157"/>
                    </a:lnTo>
                    <a:lnTo>
                      <a:pt x="80431" y="2382"/>
                    </a:lnTo>
                    <a:lnTo>
                      <a:pt x="399519" y="2382"/>
                    </a:lnTo>
                    <a:cubicBezTo>
                      <a:pt x="400313" y="198438"/>
                      <a:pt x="401106" y="396875"/>
                      <a:pt x="401900" y="595313"/>
                    </a:cubicBezTo>
                    <a:lnTo>
                      <a:pt x="697175" y="759619"/>
                    </a:lnTo>
                    <a:lnTo>
                      <a:pt x="987688" y="583407"/>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110" name="Google Shape;3110;p57"/>
              <p:cNvSpPr/>
              <p:nvPr/>
            </p:nvSpPr>
            <p:spPr>
              <a:xfrm rot="10800000">
                <a:off x="9233259" y="1922064"/>
                <a:ext cx="351266" cy="351266"/>
              </a:xfrm>
              <a:custGeom>
                <a:rect b="b" l="l" r="r" t="t"/>
                <a:pathLst>
                  <a:path extrusionOk="0" h="3915008" w="3982665">
                    <a:moveTo>
                      <a:pt x="0" y="2664000"/>
                    </a:moveTo>
                    <a:lnTo>
                      <a:pt x="1911318" y="72000"/>
                    </a:lnTo>
                    <a:lnTo>
                      <a:pt x="1142725" y="2655962"/>
                    </a:lnTo>
                    <a:close/>
                    <a:moveTo>
                      <a:pt x="3982665" y="2664000"/>
                    </a:moveTo>
                    <a:lnTo>
                      <a:pt x="2839940" y="2655962"/>
                    </a:lnTo>
                    <a:lnTo>
                      <a:pt x="2071347" y="72000"/>
                    </a:lnTo>
                    <a:close/>
                    <a:moveTo>
                      <a:pt x="2621333" y="2664000"/>
                    </a:moveTo>
                    <a:lnTo>
                      <a:pt x="1361333" y="2664000"/>
                    </a:lnTo>
                    <a:lnTo>
                      <a:pt x="1991333" y="0"/>
                    </a:lnTo>
                    <a:close/>
                    <a:moveTo>
                      <a:pt x="1806654" y="3915007"/>
                    </a:moveTo>
                    <a:lnTo>
                      <a:pt x="726654" y="3915007"/>
                    </a:lnTo>
                    <a:lnTo>
                      <a:pt x="1266654" y="2835007"/>
                    </a:lnTo>
                    <a:close/>
                    <a:moveTo>
                      <a:pt x="555902" y="3915008"/>
                    </a:moveTo>
                    <a:lnTo>
                      <a:pt x="15902" y="2835008"/>
                    </a:lnTo>
                    <a:lnTo>
                      <a:pt x="1095902" y="2835008"/>
                    </a:lnTo>
                    <a:close/>
                    <a:moveTo>
                      <a:pt x="1977406" y="3915008"/>
                    </a:moveTo>
                    <a:lnTo>
                      <a:pt x="1437406" y="2835008"/>
                    </a:lnTo>
                    <a:lnTo>
                      <a:pt x="2517406" y="2835008"/>
                    </a:lnTo>
                    <a:close/>
                    <a:moveTo>
                      <a:pt x="3228158" y="3915008"/>
                    </a:moveTo>
                    <a:lnTo>
                      <a:pt x="2148158" y="3915008"/>
                    </a:lnTo>
                    <a:lnTo>
                      <a:pt x="2688158" y="2835008"/>
                    </a:lnTo>
                    <a:close/>
                    <a:moveTo>
                      <a:pt x="3398910" y="3915008"/>
                    </a:moveTo>
                    <a:lnTo>
                      <a:pt x="2858910" y="2835008"/>
                    </a:lnTo>
                    <a:lnTo>
                      <a:pt x="3938910" y="2835008"/>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111" name="Google Shape;3111;p57"/>
              <p:cNvSpPr/>
              <p:nvPr/>
            </p:nvSpPr>
            <p:spPr>
              <a:xfrm>
                <a:off x="8136976" y="5049647"/>
                <a:ext cx="351266" cy="351266"/>
              </a:xfrm>
              <a:custGeom>
                <a:rect b="b" l="l" r="r" t="t"/>
                <a:pathLst>
                  <a:path extrusionOk="0" h="3954781" w="3928707">
                    <a:moveTo>
                      <a:pt x="2773336" y="2238726"/>
                    </a:moveTo>
                    <a:cubicBezTo>
                      <a:pt x="2746826" y="2238726"/>
                      <a:pt x="2725335" y="2260217"/>
                      <a:pt x="2725335" y="2286727"/>
                    </a:cubicBezTo>
                    <a:lnTo>
                      <a:pt x="2725335" y="2478725"/>
                    </a:lnTo>
                    <a:cubicBezTo>
                      <a:pt x="2725335" y="2505235"/>
                      <a:pt x="2746826" y="2526726"/>
                      <a:pt x="2773336" y="2526726"/>
                    </a:cubicBezTo>
                    <a:lnTo>
                      <a:pt x="2965334" y="2526726"/>
                    </a:lnTo>
                    <a:cubicBezTo>
                      <a:pt x="2991844" y="2526726"/>
                      <a:pt x="3013335" y="2505235"/>
                      <a:pt x="3013335" y="2478725"/>
                    </a:cubicBezTo>
                    <a:lnTo>
                      <a:pt x="3013335" y="2286727"/>
                    </a:lnTo>
                    <a:cubicBezTo>
                      <a:pt x="3013335" y="2260217"/>
                      <a:pt x="2991844" y="2238726"/>
                      <a:pt x="2965334" y="2238726"/>
                    </a:cubicBezTo>
                    <a:close/>
                    <a:moveTo>
                      <a:pt x="2313922" y="2238726"/>
                    </a:moveTo>
                    <a:cubicBezTo>
                      <a:pt x="2287412" y="2238726"/>
                      <a:pt x="2265921" y="2260217"/>
                      <a:pt x="2265921" y="2286727"/>
                    </a:cubicBezTo>
                    <a:lnTo>
                      <a:pt x="2265921" y="2478725"/>
                    </a:lnTo>
                    <a:cubicBezTo>
                      <a:pt x="2265921" y="2505235"/>
                      <a:pt x="2287412" y="2526726"/>
                      <a:pt x="2313922" y="2526726"/>
                    </a:cubicBezTo>
                    <a:lnTo>
                      <a:pt x="2505920" y="2526726"/>
                    </a:lnTo>
                    <a:cubicBezTo>
                      <a:pt x="2532430" y="2526726"/>
                      <a:pt x="2553921" y="2505235"/>
                      <a:pt x="2553921" y="2478725"/>
                    </a:cubicBezTo>
                    <a:lnTo>
                      <a:pt x="2553921" y="2286727"/>
                    </a:lnTo>
                    <a:cubicBezTo>
                      <a:pt x="2553921" y="2260217"/>
                      <a:pt x="2532430" y="2238726"/>
                      <a:pt x="2505920" y="2238726"/>
                    </a:cubicBezTo>
                    <a:close/>
                    <a:moveTo>
                      <a:pt x="1854508" y="2238726"/>
                    </a:moveTo>
                    <a:cubicBezTo>
                      <a:pt x="1827998" y="2238726"/>
                      <a:pt x="1806507" y="2260217"/>
                      <a:pt x="1806507" y="2286727"/>
                    </a:cubicBezTo>
                    <a:lnTo>
                      <a:pt x="1806507" y="2478725"/>
                    </a:lnTo>
                    <a:cubicBezTo>
                      <a:pt x="1806507" y="2505235"/>
                      <a:pt x="1827998" y="2526726"/>
                      <a:pt x="1854508" y="2526726"/>
                    </a:cubicBezTo>
                    <a:lnTo>
                      <a:pt x="2046506" y="2526726"/>
                    </a:lnTo>
                    <a:cubicBezTo>
                      <a:pt x="2073016" y="2526726"/>
                      <a:pt x="2094507" y="2505235"/>
                      <a:pt x="2094507" y="2478725"/>
                    </a:cubicBezTo>
                    <a:lnTo>
                      <a:pt x="2094507" y="2286727"/>
                    </a:lnTo>
                    <a:cubicBezTo>
                      <a:pt x="2094507" y="2260217"/>
                      <a:pt x="2073016" y="2238726"/>
                      <a:pt x="2046506" y="2238726"/>
                    </a:cubicBezTo>
                    <a:close/>
                    <a:moveTo>
                      <a:pt x="879732" y="2133675"/>
                    </a:moveTo>
                    <a:cubicBezTo>
                      <a:pt x="767330" y="2133675"/>
                      <a:pt x="676210" y="2224795"/>
                      <a:pt x="676210" y="2337197"/>
                    </a:cubicBezTo>
                    <a:cubicBezTo>
                      <a:pt x="676210" y="2449599"/>
                      <a:pt x="767330" y="2540719"/>
                      <a:pt x="879732" y="2540719"/>
                    </a:cubicBezTo>
                    <a:cubicBezTo>
                      <a:pt x="956121" y="2540719"/>
                      <a:pt x="1022681" y="2498634"/>
                      <a:pt x="1054808" y="2434886"/>
                    </a:cubicBezTo>
                    <a:lnTo>
                      <a:pt x="1469273" y="2434887"/>
                    </a:lnTo>
                    <a:cubicBezTo>
                      <a:pt x="1529381" y="2434887"/>
                      <a:pt x="1578108" y="2386160"/>
                      <a:pt x="1578108" y="2326052"/>
                    </a:cubicBezTo>
                    <a:cubicBezTo>
                      <a:pt x="1578108" y="2265944"/>
                      <a:pt x="1529381" y="2217217"/>
                      <a:pt x="1469273" y="2217217"/>
                    </a:cubicBezTo>
                    <a:lnTo>
                      <a:pt x="1039779" y="2217217"/>
                    </a:lnTo>
                    <a:cubicBezTo>
                      <a:pt x="1005455" y="2165662"/>
                      <a:pt x="946329" y="2133675"/>
                      <a:pt x="879732" y="2133675"/>
                    </a:cubicBezTo>
                    <a:close/>
                    <a:moveTo>
                      <a:pt x="2773336" y="1699178"/>
                    </a:moveTo>
                    <a:cubicBezTo>
                      <a:pt x="2746826" y="1699178"/>
                      <a:pt x="2725335" y="1720669"/>
                      <a:pt x="2725335" y="1747179"/>
                    </a:cubicBezTo>
                    <a:lnTo>
                      <a:pt x="2725335" y="1939177"/>
                    </a:lnTo>
                    <a:cubicBezTo>
                      <a:pt x="2725335" y="1965687"/>
                      <a:pt x="2746826" y="1987178"/>
                      <a:pt x="2773336" y="1987178"/>
                    </a:cubicBezTo>
                    <a:lnTo>
                      <a:pt x="2965334" y="1987178"/>
                    </a:lnTo>
                    <a:cubicBezTo>
                      <a:pt x="2991844" y="1987178"/>
                      <a:pt x="3013335" y="1965687"/>
                      <a:pt x="3013335" y="1939177"/>
                    </a:cubicBezTo>
                    <a:lnTo>
                      <a:pt x="3013335" y="1747179"/>
                    </a:lnTo>
                    <a:cubicBezTo>
                      <a:pt x="3013335" y="1720669"/>
                      <a:pt x="2991844" y="1699178"/>
                      <a:pt x="2965334" y="1699178"/>
                    </a:cubicBezTo>
                    <a:close/>
                    <a:moveTo>
                      <a:pt x="2313922" y="1699178"/>
                    </a:moveTo>
                    <a:cubicBezTo>
                      <a:pt x="2287412" y="1699178"/>
                      <a:pt x="2265921" y="1720669"/>
                      <a:pt x="2265921" y="1747179"/>
                    </a:cubicBezTo>
                    <a:lnTo>
                      <a:pt x="2265921" y="1939177"/>
                    </a:lnTo>
                    <a:cubicBezTo>
                      <a:pt x="2265921" y="1965687"/>
                      <a:pt x="2287412" y="1987178"/>
                      <a:pt x="2313922" y="1987178"/>
                    </a:cubicBezTo>
                    <a:lnTo>
                      <a:pt x="2505920" y="1987178"/>
                    </a:lnTo>
                    <a:cubicBezTo>
                      <a:pt x="2532430" y="1987178"/>
                      <a:pt x="2553921" y="1965687"/>
                      <a:pt x="2553921" y="1939177"/>
                    </a:cubicBezTo>
                    <a:lnTo>
                      <a:pt x="2553921" y="1747179"/>
                    </a:lnTo>
                    <a:cubicBezTo>
                      <a:pt x="2553921" y="1720669"/>
                      <a:pt x="2532430" y="1699178"/>
                      <a:pt x="2505920" y="1699178"/>
                    </a:cubicBezTo>
                    <a:close/>
                    <a:moveTo>
                      <a:pt x="1854508" y="1699178"/>
                    </a:moveTo>
                    <a:cubicBezTo>
                      <a:pt x="1827998" y="1699178"/>
                      <a:pt x="1806507" y="1720669"/>
                      <a:pt x="1806507" y="1747179"/>
                    </a:cubicBezTo>
                    <a:lnTo>
                      <a:pt x="1806507" y="1939177"/>
                    </a:lnTo>
                    <a:cubicBezTo>
                      <a:pt x="1806507" y="1965687"/>
                      <a:pt x="1827998" y="1987178"/>
                      <a:pt x="1854508" y="1987178"/>
                    </a:cubicBezTo>
                    <a:lnTo>
                      <a:pt x="2046506" y="1987178"/>
                    </a:lnTo>
                    <a:cubicBezTo>
                      <a:pt x="2073016" y="1987178"/>
                      <a:pt x="2094507" y="1965687"/>
                      <a:pt x="2094507" y="1939177"/>
                    </a:cubicBezTo>
                    <a:lnTo>
                      <a:pt x="2094507" y="1747179"/>
                    </a:lnTo>
                    <a:cubicBezTo>
                      <a:pt x="2094507" y="1720669"/>
                      <a:pt x="2073016" y="1699178"/>
                      <a:pt x="2046506" y="1699178"/>
                    </a:cubicBezTo>
                    <a:close/>
                    <a:moveTo>
                      <a:pt x="1035948" y="1186216"/>
                    </a:moveTo>
                    <a:cubicBezTo>
                      <a:pt x="1165960" y="1186216"/>
                      <a:pt x="1271356" y="1291612"/>
                      <a:pt x="1271356" y="1421624"/>
                    </a:cubicBezTo>
                    <a:cubicBezTo>
                      <a:pt x="1271356" y="1551636"/>
                      <a:pt x="1165960" y="1657032"/>
                      <a:pt x="1035948" y="1657032"/>
                    </a:cubicBezTo>
                    <a:cubicBezTo>
                      <a:pt x="905936" y="1657032"/>
                      <a:pt x="800540" y="1551636"/>
                      <a:pt x="800540" y="1421624"/>
                    </a:cubicBezTo>
                    <a:cubicBezTo>
                      <a:pt x="800540" y="1291612"/>
                      <a:pt x="905936" y="1186216"/>
                      <a:pt x="1035948" y="1186216"/>
                    </a:cubicBezTo>
                    <a:close/>
                    <a:moveTo>
                      <a:pt x="2773336" y="1159631"/>
                    </a:moveTo>
                    <a:cubicBezTo>
                      <a:pt x="2746826" y="1159631"/>
                      <a:pt x="2725335" y="1181122"/>
                      <a:pt x="2725335" y="1207632"/>
                    </a:cubicBezTo>
                    <a:lnTo>
                      <a:pt x="2725335" y="1399630"/>
                    </a:lnTo>
                    <a:cubicBezTo>
                      <a:pt x="2725335" y="1426140"/>
                      <a:pt x="2746826" y="1447631"/>
                      <a:pt x="2773336" y="1447631"/>
                    </a:cubicBezTo>
                    <a:lnTo>
                      <a:pt x="2965334" y="1447631"/>
                    </a:lnTo>
                    <a:cubicBezTo>
                      <a:pt x="2991844" y="1447631"/>
                      <a:pt x="3013335" y="1426140"/>
                      <a:pt x="3013335" y="1399630"/>
                    </a:cubicBezTo>
                    <a:lnTo>
                      <a:pt x="3013335" y="1207632"/>
                    </a:lnTo>
                    <a:cubicBezTo>
                      <a:pt x="3013335" y="1181122"/>
                      <a:pt x="2991844" y="1159631"/>
                      <a:pt x="2965334" y="1159631"/>
                    </a:cubicBezTo>
                    <a:close/>
                    <a:moveTo>
                      <a:pt x="2313922" y="1159631"/>
                    </a:moveTo>
                    <a:cubicBezTo>
                      <a:pt x="2287412" y="1159631"/>
                      <a:pt x="2265921" y="1181122"/>
                      <a:pt x="2265921" y="1207632"/>
                    </a:cubicBezTo>
                    <a:lnTo>
                      <a:pt x="2265921" y="1399630"/>
                    </a:lnTo>
                    <a:cubicBezTo>
                      <a:pt x="2265921" y="1426140"/>
                      <a:pt x="2287412" y="1447631"/>
                      <a:pt x="2313922" y="1447631"/>
                    </a:cubicBezTo>
                    <a:lnTo>
                      <a:pt x="2505920" y="1447631"/>
                    </a:lnTo>
                    <a:cubicBezTo>
                      <a:pt x="2532430" y="1447631"/>
                      <a:pt x="2553921" y="1426140"/>
                      <a:pt x="2553921" y="1399630"/>
                    </a:cubicBezTo>
                    <a:lnTo>
                      <a:pt x="2553921" y="1207632"/>
                    </a:lnTo>
                    <a:cubicBezTo>
                      <a:pt x="2553921" y="1181122"/>
                      <a:pt x="2532430" y="1159631"/>
                      <a:pt x="2505920" y="1159631"/>
                    </a:cubicBezTo>
                    <a:close/>
                    <a:moveTo>
                      <a:pt x="1854508" y="1159631"/>
                    </a:moveTo>
                    <a:cubicBezTo>
                      <a:pt x="1827998" y="1159631"/>
                      <a:pt x="1806507" y="1181122"/>
                      <a:pt x="1806507" y="1207632"/>
                    </a:cubicBezTo>
                    <a:lnTo>
                      <a:pt x="1806507" y="1399630"/>
                    </a:lnTo>
                    <a:cubicBezTo>
                      <a:pt x="1806507" y="1426140"/>
                      <a:pt x="1827998" y="1447631"/>
                      <a:pt x="1854508" y="1447631"/>
                    </a:cubicBezTo>
                    <a:lnTo>
                      <a:pt x="2046506" y="1447631"/>
                    </a:lnTo>
                    <a:cubicBezTo>
                      <a:pt x="2073016" y="1447631"/>
                      <a:pt x="2094507" y="1426140"/>
                      <a:pt x="2094507" y="1399630"/>
                    </a:cubicBezTo>
                    <a:lnTo>
                      <a:pt x="2094507" y="1207632"/>
                    </a:lnTo>
                    <a:cubicBezTo>
                      <a:pt x="2094507" y="1181122"/>
                      <a:pt x="2073016" y="1159631"/>
                      <a:pt x="2046506" y="1159631"/>
                    </a:cubicBezTo>
                    <a:close/>
                    <a:moveTo>
                      <a:pt x="1035947" y="1097587"/>
                    </a:moveTo>
                    <a:cubicBezTo>
                      <a:pt x="856987" y="1097587"/>
                      <a:pt x="711911" y="1242663"/>
                      <a:pt x="711911" y="1421623"/>
                    </a:cubicBezTo>
                    <a:cubicBezTo>
                      <a:pt x="711911" y="1600583"/>
                      <a:pt x="856987" y="1745659"/>
                      <a:pt x="1035947" y="1745659"/>
                    </a:cubicBezTo>
                    <a:cubicBezTo>
                      <a:pt x="1214907" y="1745659"/>
                      <a:pt x="1359983" y="1600583"/>
                      <a:pt x="1359983" y="1421623"/>
                    </a:cubicBezTo>
                    <a:cubicBezTo>
                      <a:pt x="1359983" y="1242663"/>
                      <a:pt x="1214907" y="1097587"/>
                      <a:pt x="1035947" y="1097587"/>
                    </a:cubicBezTo>
                    <a:close/>
                    <a:moveTo>
                      <a:pt x="593124" y="376367"/>
                    </a:moveTo>
                    <a:lnTo>
                      <a:pt x="3225543" y="376367"/>
                    </a:lnTo>
                    <a:cubicBezTo>
                      <a:pt x="3328637" y="376367"/>
                      <a:pt x="3412211" y="459941"/>
                      <a:pt x="3412211" y="563035"/>
                    </a:cubicBezTo>
                    <a:lnTo>
                      <a:pt x="3412211" y="3074837"/>
                    </a:lnTo>
                    <a:cubicBezTo>
                      <a:pt x="3412211" y="3177931"/>
                      <a:pt x="3328637" y="3261505"/>
                      <a:pt x="3225543" y="3261505"/>
                    </a:cubicBezTo>
                    <a:lnTo>
                      <a:pt x="593124" y="3261505"/>
                    </a:lnTo>
                    <a:cubicBezTo>
                      <a:pt x="490030" y="3261505"/>
                      <a:pt x="406456" y="3177931"/>
                      <a:pt x="406456" y="3074837"/>
                    </a:cubicBezTo>
                    <a:lnTo>
                      <a:pt x="406456" y="563035"/>
                    </a:lnTo>
                    <a:cubicBezTo>
                      <a:pt x="406456" y="459941"/>
                      <a:pt x="490030" y="376367"/>
                      <a:pt x="593124" y="376367"/>
                    </a:cubicBezTo>
                    <a:close/>
                    <a:moveTo>
                      <a:pt x="466365" y="263607"/>
                    </a:moveTo>
                    <a:cubicBezTo>
                      <a:pt x="353740" y="263607"/>
                      <a:pt x="262440" y="354907"/>
                      <a:pt x="262440" y="467532"/>
                    </a:cubicBezTo>
                    <a:lnTo>
                      <a:pt x="262440" y="3211530"/>
                    </a:lnTo>
                    <a:cubicBezTo>
                      <a:pt x="262440" y="3324155"/>
                      <a:pt x="353740" y="3415455"/>
                      <a:pt x="466365" y="3415455"/>
                    </a:cubicBezTo>
                    <a:lnTo>
                      <a:pt x="3352302" y="3415455"/>
                    </a:lnTo>
                    <a:cubicBezTo>
                      <a:pt x="3464927" y="3415455"/>
                      <a:pt x="3556227" y="3324155"/>
                      <a:pt x="3556227" y="3211530"/>
                    </a:cubicBezTo>
                    <a:lnTo>
                      <a:pt x="3556227" y="2945906"/>
                    </a:lnTo>
                    <a:lnTo>
                      <a:pt x="3604113" y="2945906"/>
                    </a:lnTo>
                    <a:cubicBezTo>
                      <a:pt x="3647262" y="2945906"/>
                      <a:pt x="3682241" y="2910927"/>
                      <a:pt x="3682241" y="2867778"/>
                    </a:cubicBezTo>
                    <a:lnTo>
                      <a:pt x="3682241" y="2555278"/>
                    </a:lnTo>
                    <a:cubicBezTo>
                      <a:pt x="3682241" y="2512129"/>
                      <a:pt x="3647262" y="2477150"/>
                      <a:pt x="3604113" y="2477150"/>
                    </a:cubicBezTo>
                    <a:lnTo>
                      <a:pt x="3556227" y="2477150"/>
                    </a:lnTo>
                    <a:lnTo>
                      <a:pt x="3556227" y="1181006"/>
                    </a:lnTo>
                    <a:lnTo>
                      <a:pt x="3604113" y="1181006"/>
                    </a:lnTo>
                    <a:cubicBezTo>
                      <a:pt x="3647262" y="1181006"/>
                      <a:pt x="3682241" y="1146027"/>
                      <a:pt x="3682241" y="1102878"/>
                    </a:cubicBezTo>
                    <a:lnTo>
                      <a:pt x="3682241" y="790378"/>
                    </a:lnTo>
                    <a:cubicBezTo>
                      <a:pt x="3682241" y="747229"/>
                      <a:pt x="3647262" y="712250"/>
                      <a:pt x="3604113" y="712250"/>
                    </a:cubicBezTo>
                    <a:lnTo>
                      <a:pt x="3556227" y="712250"/>
                    </a:lnTo>
                    <a:lnTo>
                      <a:pt x="3556227" y="467532"/>
                    </a:lnTo>
                    <a:cubicBezTo>
                      <a:pt x="3556227" y="354907"/>
                      <a:pt x="3464927" y="263607"/>
                      <a:pt x="3352302" y="263607"/>
                    </a:cubicBezTo>
                    <a:close/>
                    <a:moveTo>
                      <a:pt x="235370" y="0"/>
                    </a:moveTo>
                    <a:lnTo>
                      <a:pt x="3693337" y="0"/>
                    </a:lnTo>
                    <a:cubicBezTo>
                      <a:pt x="3823328" y="0"/>
                      <a:pt x="3928707" y="105379"/>
                      <a:pt x="3928707" y="235370"/>
                    </a:cubicBezTo>
                    <a:lnTo>
                      <a:pt x="3928707" y="3402502"/>
                    </a:lnTo>
                    <a:cubicBezTo>
                      <a:pt x="3928707" y="3485210"/>
                      <a:pt x="3886047" y="3557954"/>
                      <a:pt x="3821334" y="3599629"/>
                    </a:cubicBezTo>
                    <a:lnTo>
                      <a:pt x="3732546" y="3954781"/>
                    </a:lnTo>
                    <a:lnTo>
                      <a:pt x="2998166" y="3954781"/>
                    </a:lnTo>
                    <a:lnTo>
                      <a:pt x="2918939" y="3637872"/>
                    </a:lnTo>
                    <a:lnTo>
                      <a:pt x="1025164" y="3637872"/>
                    </a:lnTo>
                    <a:lnTo>
                      <a:pt x="945937" y="3954781"/>
                    </a:lnTo>
                    <a:lnTo>
                      <a:pt x="211557" y="3954781"/>
                    </a:lnTo>
                    <a:lnTo>
                      <a:pt x="125186" y="3609298"/>
                    </a:lnTo>
                    <a:cubicBezTo>
                      <a:pt x="50483" y="3570656"/>
                      <a:pt x="0" y="3492475"/>
                      <a:pt x="0" y="3402502"/>
                    </a:cubicBezTo>
                    <a:lnTo>
                      <a:pt x="0" y="235370"/>
                    </a:lnTo>
                    <a:cubicBezTo>
                      <a:pt x="0" y="105379"/>
                      <a:pt x="105379" y="0"/>
                      <a:pt x="23537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112" name="Google Shape;3112;p57"/>
              <p:cNvSpPr/>
              <p:nvPr/>
            </p:nvSpPr>
            <p:spPr>
              <a:xfrm>
                <a:off x="9626515" y="1969444"/>
                <a:ext cx="330976" cy="339180"/>
              </a:xfrm>
              <a:custGeom>
                <a:rect b="b" l="l" r="r" t="t"/>
                <a:pathLst>
                  <a:path extrusionOk="0" h="3984815" w="3888432">
                    <a:moveTo>
                      <a:pt x="3131805" y="2156163"/>
                    </a:moveTo>
                    <a:lnTo>
                      <a:pt x="3132791" y="2156712"/>
                    </a:lnTo>
                    <a:lnTo>
                      <a:pt x="3132791" y="3458037"/>
                    </a:lnTo>
                    <a:lnTo>
                      <a:pt x="2592791" y="3458037"/>
                    </a:lnTo>
                    <a:lnTo>
                      <a:pt x="2592791" y="2392416"/>
                    </a:lnTo>
                    <a:lnTo>
                      <a:pt x="3131805" y="2392416"/>
                    </a:lnTo>
                    <a:close/>
                    <a:moveTo>
                      <a:pt x="1894806" y="1447696"/>
                    </a:moveTo>
                    <a:lnTo>
                      <a:pt x="2434806" y="1447696"/>
                    </a:lnTo>
                    <a:lnTo>
                      <a:pt x="2434806" y="3067696"/>
                    </a:lnTo>
                    <a:lnTo>
                      <a:pt x="2425859" y="3067696"/>
                    </a:lnTo>
                    <a:lnTo>
                      <a:pt x="2425859" y="3458037"/>
                    </a:lnTo>
                    <a:lnTo>
                      <a:pt x="1885859" y="3458037"/>
                    </a:lnTo>
                    <a:lnTo>
                      <a:pt x="1885859" y="1462222"/>
                    </a:lnTo>
                    <a:lnTo>
                      <a:pt x="1894806" y="1467205"/>
                    </a:lnTo>
                    <a:close/>
                    <a:moveTo>
                      <a:pt x="1178927" y="1068489"/>
                    </a:moveTo>
                    <a:lnTo>
                      <a:pt x="1179306" y="1068700"/>
                    </a:lnTo>
                    <a:lnTo>
                      <a:pt x="1179306" y="1992407"/>
                    </a:lnTo>
                    <a:lnTo>
                      <a:pt x="1718927" y="1992407"/>
                    </a:lnTo>
                    <a:lnTo>
                      <a:pt x="1718927" y="3458037"/>
                    </a:lnTo>
                    <a:lnTo>
                      <a:pt x="1178927" y="3458037"/>
                    </a:lnTo>
                    <a:close/>
                    <a:moveTo>
                      <a:pt x="471995" y="674757"/>
                    </a:moveTo>
                    <a:lnTo>
                      <a:pt x="482407" y="680556"/>
                    </a:lnTo>
                    <a:lnTo>
                      <a:pt x="1022307" y="680556"/>
                    </a:lnTo>
                    <a:lnTo>
                      <a:pt x="1022307" y="2085638"/>
                    </a:lnTo>
                    <a:lnTo>
                      <a:pt x="1011995" y="2085638"/>
                    </a:lnTo>
                    <a:lnTo>
                      <a:pt x="1011995" y="3458037"/>
                    </a:lnTo>
                    <a:lnTo>
                      <a:pt x="471995" y="3458037"/>
                    </a:lnTo>
                    <a:close/>
                    <a:moveTo>
                      <a:pt x="3301860" y="259154"/>
                    </a:moveTo>
                    <a:lnTo>
                      <a:pt x="3841860" y="259154"/>
                    </a:lnTo>
                    <a:lnTo>
                      <a:pt x="3841860" y="2548347"/>
                    </a:lnTo>
                    <a:lnTo>
                      <a:pt x="3835956" y="2548347"/>
                    </a:lnTo>
                    <a:lnTo>
                      <a:pt x="3839723" y="2550445"/>
                    </a:lnTo>
                    <a:lnTo>
                      <a:pt x="3839723" y="3458037"/>
                    </a:lnTo>
                    <a:lnTo>
                      <a:pt x="3299723" y="3458037"/>
                    </a:lnTo>
                    <a:lnTo>
                      <a:pt x="3299723" y="2249687"/>
                    </a:lnTo>
                    <a:lnTo>
                      <a:pt x="3301860" y="2250877"/>
                    </a:lnTo>
                    <a:close/>
                    <a:moveTo>
                      <a:pt x="0" y="0"/>
                    </a:moveTo>
                    <a:lnTo>
                      <a:pt x="360000" y="0"/>
                    </a:lnTo>
                    <a:lnTo>
                      <a:pt x="360000" y="3624815"/>
                    </a:lnTo>
                    <a:lnTo>
                      <a:pt x="3888432" y="3624815"/>
                    </a:lnTo>
                    <a:lnTo>
                      <a:pt x="3888432" y="3984815"/>
                    </a:lnTo>
                    <a:lnTo>
                      <a:pt x="0" y="3984815"/>
                    </a:lnTo>
                    <a:lnTo>
                      <a:pt x="0" y="3888432"/>
                    </a:lnTo>
                    <a:lnTo>
                      <a:pt x="0" y="362481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113" name="Google Shape;3113;p57"/>
              <p:cNvSpPr/>
              <p:nvPr/>
            </p:nvSpPr>
            <p:spPr>
              <a:xfrm>
                <a:off x="10765361" y="4863776"/>
                <a:ext cx="330939" cy="234666"/>
              </a:xfrm>
              <a:custGeom>
                <a:rect b="b" l="l" r="r" t="t"/>
                <a:pathLst>
                  <a:path extrusionOk="0" h="2808000" w="3960000">
                    <a:moveTo>
                      <a:pt x="2137982" y="2165237"/>
                    </a:moveTo>
                    <a:lnTo>
                      <a:pt x="2111402" y="2204211"/>
                    </a:lnTo>
                    <a:lnTo>
                      <a:pt x="2137982" y="2204211"/>
                    </a:lnTo>
                    <a:close/>
                    <a:moveTo>
                      <a:pt x="2635730" y="2101964"/>
                    </a:moveTo>
                    <a:cubicBezTo>
                      <a:pt x="2615812" y="2101964"/>
                      <a:pt x="2599666" y="2142287"/>
                      <a:pt x="2599666" y="2192028"/>
                    </a:cubicBezTo>
                    <a:cubicBezTo>
                      <a:pt x="2599666" y="2241769"/>
                      <a:pt x="2615812" y="2282092"/>
                      <a:pt x="2635730" y="2282092"/>
                    </a:cubicBezTo>
                    <a:cubicBezTo>
                      <a:pt x="2655648" y="2282092"/>
                      <a:pt x="2671794" y="2241769"/>
                      <a:pt x="2671794" y="2192028"/>
                    </a:cubicBezTo>
                    <a:cubicBezTo>
                      <a:pt x="2671794" y="2142287"/>
                      <a:pt x="2655648" y="2101964"/>
                      <a:pt x="2635730" y="2101964"/>
                    </a:cubicBezTo>
                    <a:close/>
                    <a:moveTo>
                      <a:pt x="1280012" y="2101964"/>
                    </a:moveTo>
                    <a:cubicBezTo>
                      <a:pt x="1260094" y="2101964"/>
                      <a:pt x="1243948" y="2142287"/>
                      <a:pt x="1243948" y="2192028"/>
                    </a:cubicBezTo>
                    <a:cubicBezTo>
                      <a:pt x="1243948" y="2241769"/>
                      <a:pt x="1260094" y="2282092"/>
                      <a:pt x="1280012" y="2282092"/>
                    </a:cubicBezTo>
                    <a:cubicBezTo>
                      <a:pt x="1299930" y="2282092"/>
                      <a:pt x="1316076" y="2241769"/>
                      <a:pt x="1316076" y="2192028"/>
                    </a:cubicBezTo>
                    <a:cubicBezTo>
                      <a:pt x="1316076" y="2142287"/>
                      <a:pt x="1299930" y="2101964"/>
                      <a:pt x="1280012" y="2101964"/>
                    </a:cubicBezTo>
                    <a:close/>
                    <a:moveTo>
                      <a:pt x="2138296" y="2025749"/>
                    </a:moveTo>
                    <a:lnTo>
                      <a:pt x="2139137" y="2026323"/>
                    </a:lnTo>
                    <a:lnTo>
                      <a:pt x="2216315" y="2026323"/>
                    </a:lnTo>
                    <a:lnTo>
                      <a:pt x="2216315" y="2204211"/>
                    </a:lnTo>
                    <a:lnTo>
                      <a:pt x="2256063" y="2204211"/>
                    </a:lnTo>
                    <a:lnTo>
                      <a:pt x="2256063" y="2282544"/>
                    </a:lnTo>
                    <a:lnTo>
                      <a:pt x="2216315" y="2282544"/>
                    </a:lnTo>
                    <a:lnTo>
                      <a:pt x="2216315" y="2357732"/>
                    </a:lnTo>
                    <a:lnTo>
                      <a:pt x="2137982" y="2357732"/>
                    </a:lnTo>
                    <a:lnTo>
                      <a:pt x="2137982" y="2282544"/>
                    </a:lnTo>
                    <a:lnTo>
                      <a:pt x="2015039" y="2282544"/>
                    </a:lnTo>
                    <a:lnTo>
                      <a:pt x="2015039" y="2208059"/>
                    </a:lnTo>
                    <a:lnTo>
                      <a:pt x="2014304" y="2207558"/>
                    </a:lnTo>
                    <a:lnTo>
                      <a:pt x="2015039" y="2206481"/>
                    </a:lnTo>
                    <a:lnTo>
                      <a:pt x="2015039" y="2204211"/>
                    </a:lnTo>
                    <a:lnTo>
                      <a:pt x="2016587" y="2204211"/>
                    </a:lnTo>
                    <a:close/>
                    <a:moveTo>
                      <a:pt x="1855876" y="2017651"/>
                    </a:moveTo>
                    <a:cubicBezTo>
                      <a:pt x="1914135" y="2017257"/>
                      <a:pt x="1961791" y="2063958"/>
                      <a:pt x="1962577" y="2122214"/>
                    </a:cubicBezTo>
                    <a:cubicBezTo>
                      <a:pt x="1962954" y="2150145"/>
                      <a:pt x="1952489" y="2175712"/>
                      <a:pt x="1934995" y="2194820"/>
                    </a:cubicBezTo>
                    <a:cubicBezTo>
                      <a:pt x="1952694" y="2214184"/>
                      <a:pt x="1963194" y="2240138"/>
                      <a:pt x="1962560" y="2268406"/>
                    </a:cubicBezTo>
                    <a:cubicBezTo>
                      <a:pt x="1961260" y="2326468"/>
                      <a:pt x="1913477" y="2372672"/>
                      <a:pt x="1855404" y="2372021"/>
                    </a:cubicBezTo>
                    <a:cubicBezTo>
                      <a:pt x="1797331" y="2371371"/>
                      <a:pt x="1750595" y="2324109"/>
                      <a:pt x="1750595" y="2266032"/>
                    </a:cubicBezTo>
                    <a:lnTo>
                      <a:pt x="1826499" y="2266032"/>
                    </a:lnTo>
                    <a:cubicBezTo>
                      <a:pt x="1826499" y="2282520"/>
                      <a:pt x="1839767" y="2295938"/>
                      <a:pt x="1856254" y="2296122"/>
                    </a:cubicBezTo>
                    <a:cubicBezTo>
                      <a:pt x="1872741" y="2296307"/>
                      <a:pt x="1886306" y="2283190"/>
                      <a:pt x="1886676" y="2266706"/>
                    </a:cubicBezTo>
                    <a:cubicBezTo>
                      <a:pt x="1887039" y="2250493"/>
                      <a:pt x="1874503" y="2236962"/>
                      <a:pt x="1858407" y="2236065"/>
                    </a:cubicBezTo>
                    <a:lnTo>
                      <a:pt x="1814193" y="2236065"/>
                    </a:lnTo>
                    <a:lnTo>
                      <a:pt x="1814193" y="2152552"/>
                    </a:lnTo>
                    <a:lnTo>
                      <a:pt x="1857384" y="2152552"/>
                    </a:lnTo>
                    <a:cubicBezTo>
                      <a:pt x="1873190" y="2152141"/>
                      <a:pt x="1885741" y="2139089"/>
                      <a:pt x="1885527" y="2123254"/>
                    </a:cubicBezTo>
                    <a:cubicBezTo>
                      <a:pt x="1885313" y="2107349"/>
                      <a:pt x="1872302" y="2094598"/>
                      <a:pt x="1856396" y="2094706"/>
                    </a:cubicBezTo>
                    <a:cubicBezTo>
                      <a:pt x="1840490" y="2094813"/>
                      <a:pt x="1827652" y="2107738"/>
                      <a:pt x="1827652" y="2123644"/>
                    </a:cubicBezTo>
                    <a:lnTo>
                      <a:pt x="1750595" y="2123644"/>
                    </a:lnTo>
                    <a:cubicBezTo>
                      <a:pt x="1750595" y="2065383"/>
                      <a:pt x="1797616" y="2018044"/>
                      <a:pt x="1855876" y="2017651"/>
                    </a:cubicBezTo>
                    <a:close/>
                    <a:moveTo>
                      <a:pt x="2930344" y="2012028"/>
                    </a:moveTo>
                    <a:cubicBezTo>
                      <a:pt x="2996416" y="2014229"/>
                      <a:pt x="3045968" y="2074602"/>
                      <a:pt x="3038901" y="2136479"/>
                    </a:cubicBezTo>
                    <a:cubicBezTo>
                      <a:pt x="3029916" y="2202312"/>
                      <a:pt x="2982346" y="2231435"/>
                      <a:pt x="2939412" y="2275597"/>
                    </a:cubicBezTo>
                    <a:lnTo>
                      <a:pt x="3031192" y="2275597"/>
                    </a:lnTo>
                    <a:lnTo>
                      <a:pt x="3031192" y="2357732"/>
                    </a:lnTo>
                    <a:lnTo>
                      <a:pt x="2819358" y="2357732"/>
                    </a:lnTo>
                    <a:cubicBezTo>
                      <a:pt x="2819409" y="2335416"/>
                      <a:pt x="2820521" y="2314113"/>
                      <a:pt x="2820571" y="2291797"/>
                    </a:cubicBezTo>
                    <a:cubicBezTo>
                      <a:pt x="2870625" y="2240158"/>
                      <a:pt x="2905662" y="2213324"/>
                      <a:pt x="2965770" y="2143601"/>
                    </a:cubicBezTo>
                    <a:cubicBezTo>
                      <a:pt x="2980233" y="2116927"/>
                      <a:pt x="2957264" y="2092452"/>
                      <a:pt x="2931831" y="2093607"/>
                    </a:cubicBezTo>
                    <a:cubicBezTo>
                      <a:pt x="2910102" y="2094595"/>
                      <a:pt x="2891536" y="2110969"/>
                      <a:pt x="2889885" y="2139461"/>
                    </a:cubicBezTo>
                    <a:lnTo>
                      <a:pt x="2818945" y="2139461"/>
                    </a:lnTo>
                    <a:cubicBezTo>
                      <a:pt x="2821421" y="2064364"/>
                      <a:pt x="2869776" y="2012037"/>
                      <a:pt x="2930344" y="2012028"/>
                    </a:cubicBezTo>
                    <a:close/>
                    <a:moveTo>
                      <a:pt x="2635730" y="2012028"/>
                    </a:moveTo>
                    <a:cubicBezTo>
                      <a:pt x="2705318" y="2012028"/>
                      <a:pt x="2761730" y="2092617"/>
                      <a:pt x="2761730" y="2192028"/>
                    </a:cubicBezTo>
                    <a:cubicBezTo>
                      <a:pt x="2761730" y="2291439"/>
                      <a:pt x="2705318" y="2372028"/>
                      <a:pt x="2635730" y="2372028"/>
                    </a:cubicBezTo>
                    <a:cubicBezTo>
                      <a:pt x="2566142" y="2372028"/>
                      <a:pt x="2509730" y="2291439"/>
                      <a:pt x="2509730" y="2192028"/>
                    </a:cubicBezTo>
                    <a:cubicBezTo>
                      <a:pt x="2509730" y="2092617"/>
                      <a:pt x="2566142" y="2012028"/>
                      <a:pt x="2635730" y="2012028"/>
                    </a:cubicBezTo>
                    <a:close/>
                    <a:moveTo>
                      <a:pt x="2436237" y="2012028"/>
                    </a:moveTo>
                    <a:lnTo>
                      <a:pt x="2436206" y="2012510"/>
                    </a:lnTo>
                    <a:lnTo>
                      <a:pt x="2452515" y="2012510"/>
                    </a:lnTo>
                    <a:lnTo>
                      <a:pt x="2452515" y="2372028"/>
                    </a:lnTo>
                    <a:lnTo>
                      <a:pt x="2364870" y="2372028"/>
                    </a:lnTo>
                    <a:lnTo>
                      <a:pt x="2364870" y="2101874"/>
                    </a:lnTo>
                    <a:cubicBezTo>
                      <a:pt x="2347394" y="2108434"/>
                      <a:pt x="2328091" y="2111607"/>
                      <a:pt x="2308515" y="2111039"/>
                    </a:cubicBezTo>
                    <a:lnTo>
                      <a:pt x="2311564" y="2043892"/>
                    </a:lnTo>
                    <a:cubicBezTo>
                      <a:pt x="2321741" y="2044066"/>
                      <a:pt x="2331771" y="2042373"/>
                      <a:pt x="2340372" y="2039030"/>
                    </a:cubicBezTo>
                    <a:cubicBezTo>
                      <a:pt x="2355279" y="2033236"/>
                      <a:pt x="2364268" y="2023137"/>
                      <a:pt x="2364156" y="2012310"/>
                    </a:cubicBezTo>
                    <a:cubicBezTo>
                      <a:pt x="2388183" y="2012216"/>
                      <a:pt x="2412210" y="2012122"/>
                      <a:pt x="2436237" y="2012028"/>
                    </a:cubicBezTo>
                    <a:close/>
                    <a:moveTo>
                      <a:pt x="1574625" y="2012028"/>
                    </a:moveTo>
                    <a:cubicBezTo>
                      <a:pt x="1640698" y="2014229"/>
                      <a:pt x="1690250" y="2074602"/>
                      <a:pt x="1683183" y="2136479"/>
                    </a:cubicBezTo>
                    <a:cubicBezTo>
                      <a:pt x="1674198" y="2202312"/>
                      <a:pt x="1626628" y="2231435"/>
                      <a:pt x="1583694" y="2275597"/>
                    </a:cubicBezTo>
                    <a:lnTo>
                      <a:pt x="1675474" y="2275597"/>
                    </a:lnTo>
                    <a:lnTo>
                      <a:pt x="1675474" y="2357732"/>
                    </a:lnTo>
                    <a:lnTo>
                      <a:pt x="1463640" y="2357732"/>
                    </a:lnTo>
                    <a:cubicBezTo>
                      <a:pt x="1463691" y="2335416"/>
                      <a:pt x="1464802" y="2314113"/>
                      <a:pt x="1464853" y="2291797"/>
                    </a:cubicBezTo>
                    <a:cubicBezTo>
                      <a:pt x="1514907" y="2240158"/>
                      <a:pt x="1549943" y="2213324"/>
                      <a:pt x="1610052" y="2143601"/>
                    </a:cubicBezTo>
                    <a:cubicBezTo>
                      <a:pt x="1624515" y="2116927"/>
                      <a:pt x="1601546" y="2092452"/>
                      <a:pt x="1576112" y="2093607"/>
                    </a:cubicBezTo>
                    <a:cubicBezTo>
                      <a:pt x="1554383" y="2094595"/>
                      <a:pt x="1535817" y="2110969"/>
                      <a:pt x="1534167" y="2139461"/>
                    </a:cubicBezTo>
                    <a:lnTo>
                      <a:pt x="1463227" y="2139461"/>
                    </a:lnTo>
                    <a:cubicBezTo>
                      <a:pt x="1465703" y="2064364"/>
                      <a:pt x="1514058" y="2012037"/>
                      <a:pt x="1574625" y="2012028"/>
                    </a:cubicBezTo>
                    <a:close/>
                    <a:moveTo>
                      <a:pt x="1280012" y="2012028"/>
                    </a:moveTo>
                    <a:cubicBezTo>
                      <a:pt x="1349600" y="2012028"/>
                      <a:pt x="1406012" y="2092617"/>
                      <a:pt x="1406012" y="2192028"/>
                    </a:cubicBezTo>
                    <a:cubicBezTo>
                      <a:pt x="1406012" y="2291439"/>
                      <a:pt x="1349600" y="2372028"/>
                      <a:pt x="1280012" y="2372028"/>
                    </a:cubicBezTo>
                    <a:cubicBezTo>
                      <a:pt x="1210424" y="2372028"/>
                      <a:pt x="1154012" y="2291439"/>
                      <a:pt x="1154012" y="2192028"/>
                    </a:cubicBezTo>
                    <a:cubicBezTo>
                      <a:pt x="1154012" y="2092617"/>
                      <a:pt x="1210424" y="2012028"/>
                      <a:pt x="1280012" y="2012028"/>
                    </a:cubicBezTo>
                    <a:close/>
                    <a:moveTo>
                      <a:pt x="1080519" y="2012028"/>
                    </a:moveTo>
                    <a:lnTo>
                      <a:pt x="1080488" y="2012510"/>
                    </a:lnTo>
                    <a:lnTo>
                      <a:pt x="1096797" y="2012510"/>
                    </a:lnTo>
                    <a:lnTo>
                      <a:pt x="1096797" y="2372028"/>
                    </a:lnTo>
                    <a:lnTo>
                      <a:pt x="1009152" y="2372028"/>
                    </a:lnTo>
                    <a:lnTo>
                      <a:pt x="1009152" y="2101874"/>
                    </a:lnTo>
                    <a:cubicBezTo>
                      <a:pt x="991676" y="2108434"/>
                      <a:pt x="972373" y="2111607"/>
                      <a:pt x="952797" y="2111039"/>
                    </a:cubicBezTo>
                    <a:lnTo>
                      <a:pt x="955846" y="2043892"/>
                    </a:lnTo>
                    <a:cubicBezTo>
                      <a:pt x="966023" y="2044066"/>
                      <a:pt x="976053" y="2042373"/>
                      <a:pt x="984654" y="2039030"/>
                    </a:cubicBezTo>
                    <a:cubicBezTo>
                      <a:pt x="999561" y="2033236"/>
                      <a:pt x="1008550" y="2023137"/>
                      <a:pt x="1008438" y="2012310"/>
                    </a:cubicBezTo>
                    <a:cubicBezTo>
                      <a:pt x="1032465" y="2012216"/>
                      <a:pt x="1056492" y="2012122"/>
                      <a:pt x="1080519" y="2012028"/>
                    </a:cubicBezTo>
                    <a:close/>
                    <a:moveTo>
                      <a:pt x="3373743" y="362438"/>
                    </a:moveTo>
                    <a:lnTo>
                      <a:pt x="3553743" y="362438"/>
                    </a:lnTo>
                    <a:lnTo>
                      <a:pt x="3553743" y="2414438"/>
                    </a:lnTo>
                    <a:lnTo>
                      <a:pt x="3373743" y="2414438"/>
                    </a:lnTo>
                    <a:close/>
                    <a:moveTo>
                      <a:pt x="3129580" y="362438"/>
                    </a:moveTo>
                    <a:lnTo>
                      <a:pt x="3273580" y="362438"/>
                    </a:lnTo>
                    <a:lnTo>
                      <a:pt x="3273580" y="2414438"/>
                    </a:lnTo>
                    <a:lnTo>
                      <a:pt x="3129580" y="2414438"/>
                    </a:lnTo>
                    <a:close/>
                    <a:moveTo>
                      <a:pt x="2939411" y="362438"/>
                    </a:moveTo>
                    <a:lnTo>
                      <a:pt x="3029411" y="362438"/>
                    </a:lnTo>
                    <a:lnTo>
                      <a:pt x="3029411" y="1957238"/>
                    </a:lnTo>
                    <a:lnTo>
                      <a:pt x="2939411" y="1957238"/>
                    </a:lnTo>
                    <a:close/>
                    <a:moveTo>
                      <a:pt x="2731242" y="362438"/>
                    </a:moveTo>
                    <a:lnTo>
                      <a:pt x="2839242" y="362438"/>
                    </a:lnTo>
                    <a:lnTo>
                      <a:pt x="2839242" y="1957238"/>
                    </a:lnTo>
                    <a:lnTo>
                      <a:pt x="2731242" y="1957238"/>
                    </a:lnTo>
                    <a:close/>
                    <a:moveTo>
                      <a:pt x="2487073" y="362438"/>
                    </a:moveTo>
                    <a:lnTo>
                      <a:pt x="2631073" y="362438"/>
                    </a:lnTo>
                    <a:lnTo>
                      <a:pt x="2631073" y="1957238"/>
                    </a:lnTo>
                    <a:lnTo>
                      <a:pt x="2487073" y="1957238"/>
                    </a:lnTo>
                    <a:close/>
                    <a:moveTo>
                      <a:pt x="2296904" y="362438"/>
                    </a:moveTo>
                    <a:lnTo>
                      <a:pt x="2386904" y="362438"/>
                    </a:lnTo>
                    <a:lnTo>
                      <a:pt x="2386904" y="1957238"/>
                    </a:lnTo>
                    <a:lnTo>
                      <a:pt x="2296904" y="1957238"/>
                    </a:lnTo>
                    <a:close/>
                    <a:moveTo>
                      <a:pt x="2016735" y="362438"/>
                    </a:moveTo>
                    <a:lnTo>
                      <a:pt x="2196735" y="362438"/>
                    </a:lnTo>
                    <a:lnTo>
                      <a:pt x="2196735" y="1957238"/>
                    </a:lnTo>
                    <a:lnTo>
                      <a:pt x="2016735" y="1957238"/>
                    </a:lnTo>
                    <a:close/>
                    <a:moveTo>
                      <a:pt x="1826566" y="362438"/>
                    </a:moveTo>
                    <a:lnTo>
                      <a:pt x="1916566" y="362438"/>
                    </a:lnTo>
                    <a:lnTo>
                      <a:pt x="1916566" y="1957238"/>
                    </a:lnTo>
                    <a:lnTo>
                      <a:pt x="1826566" y="1957238"/>
                    </a:lnTo>
                    <a:close/>
                    <a:moveTo>
                      <a:pt x="1582397" y="362438"/>
                    </a:moveTo>
                    <a:lnTo>
                      <a:pt x="1726397" y="362438"/>
                    </a:lnTo>
                    <a:lnTo>
                      <a:pt x="1726397" y="1957238"/>
                    </a:lnTo>
                    <a:lnTo>
                      <a:pt x="1582397" y="1957238"/>
                    </a:lnTo>
                    <a:close/>
                    <a:moveTo>
                      <a:pt x="1302228" y="362438"/>
                    </a:moveTo>
                    <a:lnTo>
                      <a:pt x="1482228" y="362438"/>
                    </a:lnTo>
                    <a:lnTo>
                      <a:pt x="1482228" y="1957238"/>
                    </a:lnTo>
                    <a:lnTo>
                      <a:pt x="1302228" y="1957238"/>
                    </a:lnTo>
                    <a:close/>
                    <a:moveTo>
                      <a:pt x="1094059" y="362438"/>
                    </a:moveTo>
                    <a:lnTo>
                      <a:pt x="1202059" y="362438"/>
                    </a:lnTo>
                    <a:lnTo>
                      <a:pt x="1202059" y="1957238"/>
                    </a:lnTo>
                    <a:lnTo>
                      <a:pt x="1094059" y="1957238"/>
                    </a:lnTo>
                    <a:close/>
                    <a:moveTo>
                      <a:pt x="903890" y="362438"/>
                    </a:moveTo>
                    <a:lnTo>
                      <a:pt x="993890" y="362438"/>
                    </a:lnTo>
                    <a:lnTo>
                      <a:pt x="993890" y="1957238"/>
                    </a:lnTo>
                    <a:lnTo>
                      <a:pt x="903890" y="1957238"/>
                    </a:lnTo>
                    <a:close/>
                    <a:moveTo>
                      <a:pt x="623721" y="362438"/>
                    </a:moveTo>
                    <a:lnTo>
                      <a:pt x="803721" y="362438"/>
                    </a:lnTo>
                    <a:lnTo>
                      <a:pt x="803721" y="2414438"/>
                    </a:lnTo>
                    <a:lnTo>
                      <a:pt x="623721" y="2414438"/>
                    </a:lnTo>
                    <a:close/>
                    <a:moveTo>
                      <a:pt x="433552" y="362438"/>
                    </a:moveTo>
                    <a:lnTo>
                      <a:pt x="523552" y="362438"/>
                    </a:lnTo>
                    <a:lnTo>
                      <a:pt x="523552" y="2414438"/>
                    </a:lnTo>
                    <a:lnTo>
                      <a:pt x="433552" y="2414438"/>
                    </a:lnTo>
                    <a:close/>
                    <a:moveTo>
                      <a:pt x="303674" y="216000"/>
                    </a:moveTo>
                    <a:cubicBezTo>
                      <a:pt x="255253" y="216000"/>
                      <a:pt x="216000" y="255253"/>
                      <a:pt x="216000" y="303674"/>
                    </a:cubicBezTo>
                    <a:lnTo>
                      <a:pt x="216000" y="2504326"/>
                    </a:lnTo>
                    <a:cubicBezTo>
                      <a:pt x="216000" y="2552747"/>
                      <a:pt x="255253" y="2592000"/>
                      <a:pt x="303674" y="2592000"/>
                    </a:cubicBezTo>
                    <a:lnTo>
                      <a:pt x="3656326" y="2592000"/>
                    </a:lnTo>
                    <a:cubicBezTo>
                      <a:pt x="3704747" y="2592000"/>
                      <a:pt x="3744000" y="2552747"/>
                      <a:pt x="3744000" y="2504326"/>
                    </a:cubicBezTo>
                    <a:lnTo>
                      <a:pt x="3744000" y="303674"/>
                    </a:lnTo>
                    <a:cubicBezTo>
                      <a:pt x="3744000" y="255253"/>
                      <a:pt x="3704747" y="216000"/>
                      <a:pt x="3656326" y="216000"/>
                    </a:cubicBezTo>
                    <a:close/>
                    <a:moveTo>
                      <a:pt x="149021" y="0"/>
                    </a:moveTo>
                    <a:lnTo>
                      <a:pt x="3810979" y="0"/>
                    </a:lnTo>
                    <a:cubicBezTo>
                      <a:pt x="3893281" y="0"/>
                      <a:pt x="3960000" y="66719"/>
                      <a:pt x="3960000" y="149021"/>
                    </a:cubicBezTo>
                    <a:lnTo>
                      <a:pt x="3960000" y="2658979"/>
                    </a:lnTo>
                    <a:cubicBezTo>
                      <a:pt x="3960000" y="2741281"/>
                      <a:pt x="3893281" y="2808000"/>
                      <a:pt x="3810979" y="2808000"/>
                    </a:cubicBezTo>
                    <a:lnTo>
                      <a:pt x="149021" y="2808000"/>
                    </a:lnTo>
                    <a:cubicBezTo>
                      <a:pt x="66719" y="2808000"/>
                      <a:pt x="0" y="2741281"/>
                      <a:pt x="0" y="2658979"/>
                    </a:cubicBezTo>
                    <a:lnTo>
                      <a:pt x="0" y="149021"/>
                    </a:lnTo>
                    <a:cubicBezTo>
                      <a:pt x="0" y="66719"/>
                      <a:pt x="66719" y="0"/>
                      <a:pt x="14902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114" name="Google Shape;3114;p57"/>
              <p:cNvSpPr/>
              <p:nvPr/>
            </p:nvSpPr>
            <p:spPr>
              <a:xfrm>
                <a:off x="7818475" y="4673961"/>
                <a:ext cx="330939" cy="330692"/>
              </a:xfrm>
              <a:custGeom>
                <a:rect b="b" l="l" r="r" t="t"/>
                <a:pathLst>
                  <a:path extrusionOk="0" h="3968213" w="3971162">
                    <a:moveTo>
                      <a:pt x="808855" y="2815607"/>
                    </a:moveTo>
                    <a:lnTo>
                      <a:pt x="1168895" y="2815607"/>
                    </a:lnTo>
                    <a:lnTo>
                      <a:pt x="1168895" y="3175607"/>
                    </a:lnTo>
                    <a:lnTo>
                      <a:pt x="808855" y="3175607"/>
                    </a:lnTo>
                    <a:close/>
                    <a:moveTo>
                      <a:pt x="697665" y="2704397"/>
                    </a:moveTo>
                    <a:lnTo>
                      <a:pt x="697665" y="3286817"/>
                    </a:lnTo>
                    <a:lnTo>
                      <a:pt x="1280085" y="3286817"/>
                    </a:lnTo>
                    <a:lnTo>
                      <a:pt x="1280085" y="2704397"/>
                    </a:lnTo>
                    <a:close/>
                    <a:moveTo>
                      <a:pt x="537750" y="2544482"/>
                    </a:moveTo>
                    <a:lnTo>
                      <a:pt x="1440000" y="2544482"/>
                    </a:lnTo>
                    <a:lnTo>
                      <a:pt x="1440000" y="3446732"/>
                    </a:lnTo>
                    <a:lnTo>
                      <a:pt x="537750" y="3446732"/>
                    </a:lnTo>
                    <a:close/>
                    <a:moveTo>
                      <a:pt x="0" y="2528213"/>
                    </a:moveTo>
                    <a:lnTo>
                      <a:pt x="360000" y="2528213"/>
                    </a:lnTo>
                    <a:lnTo>
                      <a:pt x="360000" y="3608213"/>
                    </a:lnTo>
                    <a:lnTo>
                      <a:pt x="1440000" y="3608213"/>
                    </a:lnTo>
                    <a:lnTo>
                      <a:pt x="1440000" y="3968213"/>
                    </a:lnTo>
                    <a:lnTo>
                      <a:pt x="360000" y="3968213"/>
                    </a:lnTo>
                    <a:lnTo>
                      <a:pt x="0" y="3968213"/>
                    </a:lnTo>
                    <a:lnTo>
                      <a:pt x="0" y="3608213"/>
                    </a:lnTo>
                    <a:close/>
                    <a:moveTo>
                      <a:pt x="3605829" y="2524046"/>
                    </a:moveTo>
                    <a:lnTo>
                      <a:pt x="3965829" y="2524046"/>
                    </a:lnTo>
                    <a:lnTo>
                      <a:pt x="3965829" y="3604046"/>
                    </a:lnTo>
                    <a:lnTo>
                      <a:pt x="3965829" y="3964046"/>
                    </a:lnTo>
                    <a:lnTo>
                      <a:pt x="3605829" y="3964046"/>
                    </a:lnTo>
                    <a:lnTo>
                      <a:pt x="2525829" y="3964046"/>
                    </a:lnTo>
                    <a:lnTo>
                      <a:pt x="2525829" y="3604046"/>
                    </a:lnTo>
                    <a:lnTo>
                      <a:pt x="3605829" y="3604046"/>
                    </a:lnTo>
                    <a:close/>
                    <a:moveTo>
                      <a:pt x="1542677" y="2468095"/>
                    </a:moveTo>
                    <a:lnTo>
                      <a:pt x="1758701" y="2468095"/>
                    </a:lnTo>
                    <a:lnTo>
                      <a:pt x="1758701" y="2835684"/>
                    </a:lnTo>
                    <a:lnTo>
                      <a:pt x="1542677" y="2835684"/>
                    </a:lnTo>
                    <a:close/>
                    <a:moveTo>
                      <a:pt x="3174101" y="2437460"/>
                    </a:moveTo>
                    <a:lnTo>
                      <a:pt x="3390125" y="2437460"/>
                    </a:lnTo>
                    <a:lnTo>
                      <a:pt x="3390125" y="2663201"/>
                    </a:lnTo>
                    <a:lnTo>
                      <a:pt x="3174101" y="2663201"/>
                    </a:lnTo>
                    <a:close/>
                    <a:moveTo>
                      <a:pt x="2809842" y="2295613"/>
                    </a:moveTo>
                    <a:lnTo>
                      <a:pt x="3025866" y="2295613"/>
                    </a:lnTo>
                    <a:lnTo>
                      <a:pt x="3025866" y="2663202"/>
                    </a:lnTo>
                    <a:lnTo>
                      <a:pt x="3389097" y="2663202"/>
                    </a:lnTo>
                    <a:lnTo>
                      <a:pt x="3389097" y="2873898"/>
                    </a:lnTo>
                    <a:lnTo>
                      <a:pt x="3389097" y="2873898"/>
                    </a:lnTo>
                    <a:lnTo>
                      <a:pt x="3389097" y="3446732"/>
                    </a:lnTo>
                    <a:lnTo>
                      <a:pt x="3173073" y="3446732"/>
                    </a:lnTo>
                    <a:lnTo>
                      <a:pt x="3173073" y="2879226"/>
                    </a:lnTo>
                    <a:lnTo>
                      <a:pt x="3021508" y="2879226"/>
                    </a:lnTo>
                    <a:lnTo>
                      <a:pt x="3021508" y="2663202"/>
                    </a:lnTo>
                    <a:lnTo>
                      <a:pt x="2809842" y="2663202"/>
                    </a:lnTo>
                    <a:close/>
                    <a:moveTo>
                      <a:pt x="2093780" y="2089306"/>
                    </a:moveTo>
                    <a:lnTo>
                      <a:pt x="2309804" y="2089306"/>
                    </a:lnTo>
                    <a:lnTo>
                      <a:pt x="2309804" y="2315047"/>
                    </a:lnTo>
                    <a:lnTo>
                      <a:pt x="2093780" y="2315047"/>
                    </a:lnTo>
                    <a:close/>
                    <a:moveTo>
                      <a:pt x="2656492" y="1853849"/>
                    </a:moveTo>
                    <a:lnTo>
                      <a:pt x="2872516" y="1853849"/>
                    </a:lnTo>
                    <a:lnTo>
                      <a:pt x="2872516" y="2038657"/>
                    </a:lnTo>
                    <a:lnTo>
                      <a:pt x="2989835" y="2038657"/>
                    </a:lnTo>
                    <a:lnTo>
                      <a:pt x="2989835" y="1887092"/>
                    </a:lnTo>
                    <a:lnTo>
                      <a:pt x="3205859" y="1887092"/>
                    </a:lnTo>
                    <a:lnTo>
                      <a:pt x="3205859" y="2028940"/>
                    </a:lnTo>
                    <a:lnTo>
                      <a:pt x="3390125" y="2028940"/>
                    </a:lnTo>
                    <a:lnTo>
                      <a:pt x="3390125" y="2254681"/>
                    </a:lnTo>
                    <a:lnTo>
                      <a:pt x="3205859" y="2254681"/>
                    </a:lnTo>
                    <a:lnTo>
                      <a:pt x="3174101" y="2254681"/>
                    </a:lnTo>
                    <a:lnTo>
                      <a:pt x="3005149" y="2254681"/>
                    </a:lnTo>
                    <a:lnTo>
                      <a:pt x="2989835" y="2254681"/>
                    </a:lnTo>
                    <a:lnTo>
                      <a:pt x="2688721" y="2254681"/>
                    </a:lnTo>
                    <a:lnTo>
                      <a:pt x="2688721" y="2447179"/>
                    </a:lnTo>
                    <a:lnTo>
                      <a:pt x="2488606" y="2447179"/>
                    </a:lnTo>
                    <a:lnTo>
                      <a:pt x="2488606" y="2663841"/>
                    </a:lnTo>
                    <a:lnTo>
                      <a:pt x="2486018" y="2663841"/>
                    </a:lnTo>
                    <a:lnTo>
                      <a:pt x="2486018" y="2846997"/>
                    </a:lnTo>
                    <a:lnTo>
                      <a:pt x="2840287" y="2846997"/>
                    </a:lnTo>
                    <a:lnTo>
                      <a:pt x="2840287" y="3046907"/>
                    </a:lnTo>
                    <a:lnTo>
                      <a:pt x="3045880" y="3046907"/>
                    </a:lnTo>
                    <a:lnTo>
                      <a:pt x="3045880" y="3272648"/>
                    </a:lnTo>
                    <a:lnTo>
                      <a:pt x="2829856" y="3272648"/>
                    </a:lnTo>
                    <a:lnTo>
                      <a:pt x="2829856" y="3063021"/>
                    </a:lnTo>
                    <a:lnTo>
                      <a:pt x="2472698" y="3063021"/>
                    </a:lnTo>
                    <a:lnTo>
                      <a:pt x="2472698" y="2847499"/>
                    </a:lnTo>
                    <a:lnTo>
                      <a:pt x="2093780" y="2847499"/>
                    </a:lnTo>
                    <a:lnTo>
                      <a:pt x="2088510" y="2847499"/>
                    </a:lnTo>
                    <a:lnTo>
                      <a:pt x="1910267" y="2847499"/>
                    </a:lnTo>
                    <a:lnTo>
                      <a:pt x="1910267" y="3028023"/>
                    </a:lnTo>
                    <a:lnTo>
                      <a:pt x="2277575" y="3028023"/>
                    </a:lnTo>
                    <a:lnTo>
                      <a:pt x="2277575" y="3241488"/>
                    </a:lnTo>
                    <a:lnTo>
                      <a:pt x="2829855" y="3241488"/>
                    </a:lnTo>
                    <a:lnTo>
                      <a:pt x="2829855" y="3457512"/>
                    </a:lnTo>
                    <a:lnTo>
                      <a:pt x="2269993" y="3457512"/>
                    </a:lnTo>
                    <a:lnTo>
                      <a:pt x="2269993" y="3244047"/>
                    </a:lnTo>
                    <a:lnTo>
                      <a:pt x="2111604" y="3244047"/>
                    </a:lnTo>
                    <a:lnTo>
                      <a:pt x="2111604" y="3446733"/>
                    </a:lnTo>
                    <a:lnTo>
                      <a:pt x="1744015" y="3446733"/>
                    </a:lnTo>
                    <a:lnTo>
                      <a:pt x="1744015" y="3230709"/>
                    </a:lnTo>
                    <a:lnTo>
                      <a:pt x="1909986" y="3230709"/>
                    </a:lnTo>
                    <a:lnTo>
                      <a:pt x="1909986" y="3051709"/>
                    </a:lnTo>
                    <a:lnTo>
                      <a:pt x="1542678" y="3051709"/>
                    </a:lnTo>
                    <a:lnTo>
                      <a:pt x="1542678" y="2835685"/>
                    </a:lnTo>
                    <a:lnTo>
                      <a:pt x="1877756" y="2835685"/>
                    </a:lnTo>
                    <a:lnTo>
                      <a:pt x="1877756" y="2315047"/>
                    </a:lnTo>
                    <a:lnTo>
                      <a:pt x="2093780" y="2315047"/>
                    </a:lnTo>
                    <a:lnTo>
                      <a:pt x="2093780" y="2631475"/>
                    </a:lnTo>
                    <a:lnTo>
                      <a:pt x="2272582" y="2631475"/>
                    </a:lnTo>
                    <a:lnTo>
                      <a:pt x="2272582" y="2438100"/>
                    </a:lnTo>
                    <a:lnTo>
                      <a:pt x="2472697" y="2438100"/>
                    </a:lnTo>
                    <a:lnTo>
                      <a:pt x="2472697" y="2254681"/>
                    </a:lnTo>
                    <a:lnTo>
                      <a:pt x="2472697" y="2221438"/>
                    </a:lnTo>
                    <a:lnTo>
                      <a:pt x="2472697" y="2038657"/>
                    </a:lnTo>
                    <a:lnTo>
                      <a:pt x="2656492" y="2038657"/>
                    </a:lnTo>
                    <a:close/>
                    <a:moveTo>
                      <a:pt x="2989836" y="1667759"/>
                    </a:moveTo>
                    <a:lnTo>
                      <a:pt x="3357425" y="1667759"/>
                    </a:lnTo>
                    <a:lnTo>
                      <a:pt x="3357425" y="1883783"/>
                    </a:lnTo>
                    <a:lnTo>
                      <a:pt x="2989836" y="1883783"/>
                    </a:lnTo>
                    <a:close/>
                    <a:moveTo>
                      <a:pt x="2309586" y="1554888"/>
                    </a:moveTo>
                    <a:lnTo>
                      <a:pt x="2829824" y="1554888"/>
                    </a:lnTo>
                    <a:lnTo>
                      <a:pt x="2829824" y="1770912"/>
                    </a:lnTo>
                    <a:lnTo>
                      <a:pt x="2525643" y="1770912"/>
                    </a:lnTo>
                    <a:lnTo>
                      <a:pt x="2525643" y="1927296"/>
                    </a:lnTo>
                    <a:lnTo>
                      <a:pt x="2309619" y="1927296"/>
                    </a:lnTo>
                    <a:lnTo>
                      <a:pt x="2309619" y="1770912"/>
                    </a:lnTo>
                    <a:lnTo>
                      <a:pt x="2309586" y="1770912"/>
                    </a:lnTo>
                    <a:close/>
                    <a:moveTo>
                      <a:pt x="616397" y="1550030"/>
                    </a:moveTo>
                    <a:lnTo>
                      <a:pt x="808855" y="1550030"/>
                    </a:lnTo>
                    <a:lnTo>
                      <a:pt x="832421" y="1550030"/>
                    </a:lnTo>
                    <a:lnTo>
                      <a:pt x="1024879" y="1550030"/>
                    </a:lnTo>
                    <a:lnTo>
                      <a:pt x="1024879" y="1775771"/>
                    </a:lnTo>
                    <a:lnTo>
                      <a:pt x="832421" y="1775771"/>
                    </a:lnTo>
                    <a:lnTo>
                      <a:pt x="832421" y="2079590"/>
                    </a:lnTo>
                    <a:lnTo>
                      <a:pt x="1028931" y="2079590"/>
                    </a:lnTo>
                    <a:lnTo>
                      <a:pt x="1192537" y="2079590"/>
                    </a:lnTo>
                    <a:lnTo>
                      <a:pt x="1244955" y="2079590"/>
                    </a:lnTo>
                    <a:lnTo>
                      <a:pt x="1244955" y="2231155"/>
                    </a:lnTo>
                    <a:lnTo>
                      <a:pt x="1468668" y="2231155"/>
                    </a:lnTo>
                    <a:lnTo>
                      <a:pt x="1468668" y="2447179"/>
                    </a:lnTo>
                    <a:lnTo>
                      <a:pt x="1244955" y="2447179"/>
                    </a:lnTo>
                    <a:lnTo>
                      <a:pt x="1244955" y="2447179"/>
                    </a:lnTo>
                    <a:lnTo>
                      <a:pt x="1028931" y="2447179"/>
                    </a:lnTo>
                    <a:lnTo>
                      <a:pt x="1028931" y="2295614"/>
                    </a:lnTo>
                    <a:lnTo>
                      <a:pt x="619703" y="2295614"/>
                    </a:lnTo>
                    <a:lnTo>
                      <a:pt x="619703" y="2082482"/>
                    </a:lnTo>
                    <a:lnTo>
                      <a:pt x="616397" y="2082482"/>
                    </a:lnTo>
                    <a:close/>
                    <a:moveTo>
                      <a:pt x="1747452" y="1324289"/>
                    </a:moveTo>
                    <a:lnTo>
                      <a:pt x="1963476" y="1324289"/>
                    </a:lnTo>
                    <a:lnTo>
                      <a:pt x="1963476" y="1528779"/>
                    </a:lnTo>
                    <a:lnTo>
                      <a:pt x="2151955" y="1528779"/>
                    </a:lnTo>
                    <a:lnTo>
                      <a:pt x="2151955" y="1754520"/>
                    </a:lnTo>
                    <a:lnTo>
                      <a:pt x="1935931" y="1754520"/>
                    </a:lnTo>
                    <a:lnTo>
                      <a:pt x="1935931" y="1550030"/>
                    </a:lnTo>
                    <a:lnTo>
                      <a:pt x="1758702" y="1550030"/>
                    </a:lnTo>
                    <a:lnTo>
                      <a:pt x="1758702" y="1863566"/>
                    </a:lnTo>
                    <a:lnTo>
                      <a:pt x="2119726" y="1863566"/>
                    </a:lnTo>
                    <a:lnTo>
                      <a:pt x="2119726" y="2079590"/>
                    </a:lnTo>
                    <a:lnTo>
                      <a:pt x="1761543" y="2079590"/>
                    </a:lnTo>
                    <a:lnTo>
                      <a:pt x="1761543" y="2259540"/>
                    </a:lnTo>
                    <a:lnTo>
                      <a:pt x="1545519" y="2259540"/>
                    </a:lnTo>
                    <a:lnTo>
                      <a:pt x="1545519" y="2082482"/>
                    </a:lnTo>
                    <a:lnTo>
                      <a:pt x="1542678" y="2082482"/>
                    </a:lnTo>
                    <a:lnTo>
                      <a:pt x="1542678" y="2079589"/>
                    </a:lnTo>
                    <a:lnTo>
                      <a:pt x="1030691" y="2079589"/>
                    </a:lnTo>
                    <a:lnTo>
                      <a:pt x="1030691" y="1863565"/>
                    </a:lnTo>
                    <a:lnTo>
                      <a:pt x="1192537" y="1863565"/>
                    </a:lnTo>
                    <a:lnTo>
                      <a:pt x="1192537" y="1662900"/>
                    </a:lnTo>
                    <a:lnTo>
                      <a:pt x="1440000" y="1662900"/>
                    </a:lnTo>
                    <a:lnTo>
                      <a:pt x="1440000" y="1863565"/>
                    </a:lnTo>
                    <a:lnTo>
                      <a:pt x="1542678" y="1863565"/>
                    </a:lnTo>
                    <a:lnTo>
                      <a:pt x="1542678" y="1550030"/>
                    </a:lnTo>
                    <a:lnTo>
                      <a:pt x="1747452" y="1550030"/>
                    </a:lnTo>
                    <a:close/>
                    <a:moveTo>
                      <a:pt x="2802267" y="814725"/>
                    </a:moveTo>
                    <a:lnTo>
                      <a:pt x="3162307" y="814725"/>
                    </a:lnTo>
                    <a:lnTo>
                      <a:pt x="3162307" y="1174725"/>
                    </a:lnTo>
                    <a:lnTo>
                      <a:pt x="2802267" y="1174725"/>
                    </a:lnTo>
                    <a:close/>
                    <a:moveTo>
                      <a:pt x="884915" y="814725"/>
                    </a:moveTo>
                    <a:lnTo>
                      <a:pt x="1244955" y="814725"/>
                    </a:lnTo>
                    <a:lnTo>
                      <a:pt x="1244955" y="1174725"/>
                    </a:lnTo>
                    <a:lnTo>
                      <a:pt x="884915" y="1174725"/>
                    </a:lnTo>
                    <a:close/>
                    <a:moveTo>
                      <a:pt x="2691077" y="703515"/>
                    </a:moveTo>
                    <a:lnTo>
                      <a:pt x="2691077" y="1285935"/>
                    </a:lnTo>
                    <a:lnTo>
                      <a:pt x="3273497" y="1285935"/>
                    </a:lnTo>
                    <a:lnTo>
                      <a:pt x="3273497" y="703515"/>
                    </a:lnTo>
                    <a:close/>
                    <a:moveTo>
                      <a:pt x="773725" y="703515"/>
                    </a:moveTo>
                    <a:lnTo>
                      <a:pt x="773725" y="1285935"/>
                    </a:lnTo>
                    <a:lnTo>
                      <a:pt x="1356145" y="1285935"/>
                    </a:lnTo>
                    <a:lnTo>
                      <a:pt x="1356145" y="703515"/>
                    </a:lnTo>
                    <a:close/>
                    <a:moveTo>
                      <a:pt x="2531162" y="543600"/>
                    </a:moveTo>
                    <a:lnTo>
                      <a:pt x="3433412" y="543600"/>
                    </a:lnTo>
                    <a:lnTo>
                      <a:pt x="3433412" y="1445850"/>
                    </a:lnTo>
                    <a:lnTo>
                      <a:pt x="2531162" y="1445850"/>
                    </a:lnTo>
                    <a:close/>
                    <a:moveTo>
                      <a:pt x="613810" y="543600"/>
                    </a:moveTo>
                    <a:lnTo>
                      <a:pt x="1516060" y="543600"/>
                    </a:lnTo>
                    <a:lnTo>
                      <a:pt x="1516060" y="1445850"/>
                    </a:lnTo>
                    <a:lnTo>
                      <a:pt x="613810" y="1445850"/>
                    </a:lnTo>
                    <a:close/>
                    <a:moveTo>
                      <a:pt x="2088509" y="543244"/>
                    </a:moveTo>
                    <a:lnTo>
                      <a:pt x="2283187" y="543244"/>
                    </a:lnTo>
                    <a:lnTo>
                      <a:pt x="2283187" y="759268"/>
                    </a:lnTo>
                    <a:lnTo>
                      <a:pt x="2088509" y="759268"/>
                    </a:lnTo>
                    <a:close/>
                    <a:moveTo>
                      <a:pt x="1751276" y="543243"/>
                    </a:moveTo>
                    <a:lnTo>
                      <a:pt x="1967300" y="543243"/>
                    </a:lnTo>
                    <a:lnTo>
                      <a:pt x="1967300" y="986389"/>
                    </a:lnTo>
                    <a:lnTo>
                      <a:pt x="2119726" y="986389"/>
                    </a:lnTo>
                    <a:lnTo>
                      <a:pt x="2119726" y="986388"/>
                    </a:lnTo>
                    <a:lnTo>
                      <a:pt x="2335750" y="986388"/>
                    </a:lnTo>
                    <a:lnTo>
                      <a:pt x="2335750" y="1491348"/>
                    </a:lnTo>
                    <a:lnTo>
                      <a:pt x="2119726" y="1491348"/>
                    </a:lnTo>
                    <a:lnTo>
                      <a:pt x="2119726" y="1202413"/>
                    </a:lnTo>
                    <a:lnTo>
                      <a:pt x="1747396" y="1202413"/>
                    </a:lnTo>
                    <a:lnTo>
                      <a:pt x="1747396" y="986389"/>
                    </a:lnTo>
                    <a:lnTo>
                      <a:pt x="1751276" y="986389"/>
                    </a:lnTo>
                    <a:close/>
                    <a:moveTo>
                      <a:pt x="4409" y="5850"/>
                    </a:moveTo>
                    <a:lnTo>
                      <a:pt x="364409" y="5850"/>
                    </a:lnTo>
                    <a:lnTo>
                      <a:pt x="1444409" y="5850"/>
                    </a:lnTo>
                    <a:lnTo>
                      <a:pt x="1444409" y="365850"/>
                    </a:lnTo>
                    <a:lnTo>
                      <a:pt x="364409" y="365850"/>
                    </a:lnTo>
                    <a:lnTo>
                      <a:pt x="364409" y="1445850"/>
                    </a:lnTo>
                    <a:lnTo>
                      <a:pt x="4409" y="1445850"/>
                    </a:lnTo>
                    <a:lnTo>
                      <a:pt x="4409" y="365850"/>
                    </a:lnTo>
                    <a:close/>
                    <a:moveTo>
                      <a:pt x="2531162" y="0"/>
                    </a:moveTo>
                    <a:lnTo>
                      <a:pt x="3611162" y="0"/>
                    </a:lnTo>
                    <a:lnTo>
                      <a:pt x="3971162" y="0"/>
                    </a:lnTo>
                    <a:lnTo>
                      <a:pt x="3971162" y="360000"/>
                    </a:lnTo>
                    <a:lnTo>
                      <a:pt x="3971162" y="1440000"/>
                    </a:lnTo>
                    <a:lnTo>
                      <a:pt x="3611162" y="1440000"/>
                    </a:lnTo>
                    <a:lnTo>
                      <a:pt x="3611162" y="360000"/>
                    </a:lnTo>
                    <a:lnTo>
                      <a:pt x="2531162" y="36000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115" name="Google Shape;3115;p57"/>
              <p:cNvSpPr/>
              <p:nvPr/>
            </p:nvSpPr>
            <p:spPr>
              <a:xfrm>
                <a:off x="10999746" y="4139499"/>
                <a:ext cx="330940" cy="232884"/>
              </a:xfrm>
              <a:custGeom>
                <a:rect b="b" l="l" r="r" t="t"/>
                <a:pathLst>
                  <a:path extrusionOk="0" h="2736304" w="3888432">
                    <a:moveTo>
                      <a:pt x="1324542" y="1693069"/>
                    </a:moveTo>
                    <a:lnTo>
                      <a:pt x="1371242" y="1693069"/>
                    </a:lnTo>
                    <a:cubicBezTo>
                      <a:pt x="1385857" y="1693069"/>
                      <a:pt x="1397704" y="1704917"/>
                      <a:pt x="1397704" y="1719531"/>
                    </a:cubicBezTo>
                    <a:lnTo>
                      <a:pt x="1397704" y="1766231"/>
                    </a:lnTo>
                    <a:cubicBezTo>
                      <a:pt x="1397704" y="1780846"/>
                      <a:pt x="1385857" y="1792693"/>
                      <a:pt x="1371242" y="1792693"/>
                    </a:cubicBezTo>
                    <a:lnTo>
                      <a:pt x="1324542" y="1792693"/>
                    </a:lnTo>
                    <a:cubicBezTo>
                      <a:pt x="1309928" y="1792693"/>
                      <a:pt x="1298080" y="1780846"/>
                      <a:pt x="1298080" y="1766231"/>
                    </a:cubicBezTo>
                    <a:lnTo>
                      <a:pt x="1298080" y="1719531"/>
                    </a:lnTo>
                    <a:cubicBezTo>
                      <a:pt x="1298080" y="1704917"/>
                      <a:pt x="1309928" y="1693069"/>
                      <a:pt x="1324542" y="1693069"/>
                    </a:cubicBezTo>
                    <a:close/>
                    <a:moveTo>
                      <a:pt x="1174792" y="1693069"/>
                    </a:moveTo>
                    <a:lnTo>
                      <a:pt x="1221492" y="1693069"/>
                    </a:lnTo>
                    <a:cubicBezTo>
                      <a:pt x="1236107" y="1693069"/>
                      <a:pt x="1247954" y="1704917"/>
                      <a:pt x="1247954" y="1719531"/>
                    </a:cubicBezTo>
                    <a:lnTo>
                      <a:pt x="1247954" y="1766231"/>
                    </a:lnTo>
                    <a:cubicBezTo>
                      <a:pt x="1247954" y="1780846"/>
                      <a:pt x="1236107" y="1792693"/>
                      <a:pt x="1221492" y="1792693"/>
                    </a:cubicBezTo>
                    <a:lnTo>
                      <a:pt x="1174792" y="1792693"/>
                    </a:lnTo>
                    <a:cubicBezTo>
                      <a:pt x="1160178" y="1792693"/>
                      <a:pt x="1148330" y="1780846"/>
                      <a:pt x="1148330" y="1766231"/>
                    </a:cubicBezTo>
                    <a:lnTo>
                      <a:pt x="1148330" y="1719531"/>
                    </a:lnTo>
                    <a:cubicBezTo>
                      <a:pt x="1148330" y="1704917"/>
                      <a:pt x="1160178" y="1693069"/>
                      <a:pt x="1174792" y="1693069"/>
                    </a:cubicBezTo>
                    <a:close/>
                    <a:moveTo>
                      <a:pt x="1025670" y="1693069"/>
                    </a:moveTo>
                    <a:lnTo>
                      <a:pt x="1072369" y="1693069"/>
                    </a:lnTo>
                    <a:cubicBezTo>
                      <a:pt x="1086984" y="1693069"/>
                      <a:pt x="1098832" y="1704917"/>
                      <a:pt x="1098832" y="1719531"/>
                    </a:cubicBezTo>
                    <a:lnTo>
                      <a:pt x="1098832" y="1766231"/>
                    </a:lnTo>
                    <a:cubicBezTo>
                      <a:pt x="1098832" y="1780846"/>
                      <a:pt x="1086984" y="1792693"/>
                      <a:pt x="1072369" y="1792693"/>
                    </a:cubicBezTo>
                    <a:lnTo>
                      <a:pt x="1025670" y="1792693"/>
                    </a:lnTo>
                    <a:cubicBezTo>
                      <a:pt x="1011055" y="1792693"/>
                      <a:pt x="999207" y="1780846"/>
                      <a:pt x="999207" y="1766231"/>
                    </a:cubicBezTo>
                    <a:lnTo>
                      <a:pt x="999207" y="1719531"/>
                    </a:lnTo>
                    <a:cubicBezTo>
                      <a:pt x="999207" y="1704917"/>
                      <a:pt x="1011055" y="1693069"/>
                      <a:pt x="1025670" y="1693069"/>
                    </a:cubicBezTo>
                    <a:close/>
                    <a:moveTo>
                      <a:pt x="2538530" y="1609316"/>
                    </a:moveTo>
                    <a:lnTo>
                      <a:pt x="2133002" y="1939195"/>
                    </a:lnTo>
                    <a:lnTo>
                      <a:pt x="3272021" y="1939195"/>
                    </a:lnTo>
                    <a:lnTo>
                      <a:pt x="2866494" y="1609316"/>
                    </a:lnTo>
                    <a:close/>
                    <a:moveTo>
                      <a:pt x="1324542" y="1547147"/>
                    </a:moveTo>
                    <a:lnTo>
                      <a:pt x="1371242" y="1547147"/>
                    </a:lnTo>
                    <a:cubicBezTo>
                      <a:pt x="1385857" y="1547147"/>
                      <a:pt x="1397704" y="1558995"/>
                      <a:pt x="1397704" y="1573609"/>
                    </a:cubicBezTo>
                    <a:lnTo>
                      <a:pt x="1397704" y="1620309"/>
                    </a:lnTo>
                    <a:cubicBezTo>
                      <a:pt x="1397704" y="1634924"/>
                      <a:pt x="1385857" y="1646771"/>
                      <a:pt x="1371242" y="1646771"/>
                    </a:cubicBezTo>
                    <a:lnTo>
                      <a:pt x="1324542" y="1646771"/>
                    </a:lnTo>
                    <a:cubicBezTo>
                      <a:pt x="1309928" y="1646771"/>
                      <a:pt x="1298080" y="1634924"/>
                      <a:pt x="1298080" y="1620309"/>
                    </a:cubicBezTo>
                    <a:lnTo>
                      <a:pt x="1298080" y="1573609"/>
                    </a:lnTo>
                    <a:cubicBezTo>
                      <a:pt x="1298080" y="1558995"/>
                      <a:pt x="1309928" y="1547147"/>
                      <a:pt x="1324542" y="1547147"/>
                    </a:cubicBezTo>
                    <a:close/>
                    <a:moveTo>
                      <a:pt x="1174792" y="1547147"/>
                    </a:moveTo>
                    <a:lnTo>
                      <a:pt x="1221492" y="1547147"/>
                    </a:lnTo>
                    <a:cubicBezTo>
                      <a:pt x="1236107" y="1547147"/>
                      <a:pt x="1247954" y="1558995"/>
                      <a:pt x="1247954" y="1573609"/>
                    </a:cubicBezTo>
                    <a:lnTo>
                      <a:pt x="1247954" y="1620309"/>
                    </a:lnTo>
                    <a:cubicBezTo>
                      <a:pt x="1247954" y="1634924"/>
                      <a:pt x="1236107" y="1646771"/>
                      <a:pt x="1221492" y="1646771"/>
                    </a:cubicBezTo>
                    <a:lnTo>
                      <a:pt x="1174792" y="1646771"/>
                    </a:lnTo>
                    <a:cubicBezTo>
                      <a:pt x="1160178" y="1646771"/>
                      <a:pt x="1148330" y="1634924"/>
                      <a:pt x="1148330" y="1620309"/>
                    </a:cubicBezTo>
                    <a:lnTo>
                      <a:pt x="1148330" y="1573609"/>
                    </a:lnTo>
                    <a:cubicBezTo>
                      <a:pt x="1148330" y="1558995"/>
                      <a:pt x="1160178" y="1547147"/>
                      <a:pt x="1174792" y="1547147"/>
                    </a:cubicBezTo>
                    <a:close/>
                    <a:moveTo>
                      <a:pt x="1025670" y="1547147"/>
                    </a:moveTo>
                    <a:lnTo>
                      <a:pt x="1072369" y="1547147"/>
                    </a:lnTo>
                    <a:cubicBezTo>
                      <a:pt x="1086984" y="1547147"/>
                      <a:pt x="1098832" y="1558995"/>
                      <a:pt x="1098832" y="1573609"/>
                    </a:cubicBezTo>
                    <a:lnTo>
                      <a:pt x="1098832" y="1620309"/>
                    </a:lnTo>
                    <a:cubicBezTo>
                      <a:pt x="1098832" y="1634924"/>
                      <a:pt x="1086984" y="1646771"/>
                      <a:pt x="1072369" y="1646771"/>
                    </a:cubicBezTo>
                    <a:lnTo>
                      <a:pt x="1025670" y="1646771"/>
                    </a:lnTo>
                    <a:cubicBezTo>
                      <a:pt x="1011055" y="1646771"/>
                      <a:pt x="999207" y="1634924"/>
                      <a:pt x="999207" y="1620309"/>
                    </a:cubicBezTo>
                    <a:lnTo>
                      <a:pt x="999207" y="1573609"/>
                    </a:lnTo>
                    <a:cubicBezTo>
                      <a:pt x="999207" y="1558995"/>
                      <a:pt x="1011055" y="1547147"/>
                      <a:pt x="1025670" y="1547147"/>
                    </a:cubicBezTo>
                    <a:close/>
                    <a:moveTo>
                      <a:pt x="2504665" y="1505875"/>
                    </a:moveTo>
                    <a:cubicBezTo>
                      <a:pt x="2501347" y="1505875"/>
                      <a:pt x="2498657" y="1508565"/>
                      <a:pt x="2498657" y="1511883"/>
                    </a:cubicBezTo>
                    <a:lnTo>
                      <a:pt x="2498657" y="1535912"/>
                    </a:lnTo>
                    <a:cubicBezTo>
                      <a:pt x="2498657" y="1539230"/>
                      <a:pt x="2501347" y="1541920"/>
                      <a:pt x="2504665" y="1541920"/>
                    </a:cubicBezTo>
                    <a:lnTo>
                      <a:pt x="2893211" y="1541920"/>
                    </a:lnTo>
                    <a:cubicBezTo>
                      <a:pt x="2896529" y="1541920"/>
                      <a:pt x="2899219" y="1539230"/>
                      <a:pt x="2899219" y="1535912"/>
                    </a:cubicBezTo>
                    <a:lnTo>
                      <a:pt x="2899219" y="1511883"/>
                    </a:lnTo>
                    <a:cubicBezTo>
                      <a:pt x="2899219" y="1508565"/>
                      <a:pt x="2896529" y="1505875"/>
                      <a:pt x="2893211" y="1505875"/>
                    </a:cubicBezTo>
                    <a:close/>
                    <a:moveTo>
                      <a:pt x="2504665" y="1422733"/>
                    </a:moveTo>
                    <a:cubicBezTo>
                      <a:pt x="2501347" y="1422733"/>
                      <a:pt x="2498657" y="1425422"/>
                      <a:pt x="2498657" y="1428740"/>
                    </a:cubicBezTo>
                    <a:lnTo>
                      <a:pt x="2498657" y="1452770"/>
                    </a:lnTo>
                    <a:cubicBezTo>
                      <a:pt x="2498657" y="1456088"/>
                      <a:pt x="2501347" y="1458777"/>
                      <a:pt x="2504665" y="1458777"/>
                    </a:cubicBezTo>
                    <a:lnTo>
                      <a:pt x="2893211" y="1458777"/>
                    </a:lnTo>
                    <a:cubicBezTo>
                      <a:pt x="2896529" y="1458777"/>
                      <a:pt x="2899219" y="1456088"/>
                      <a:pt x="2899219" y="1452770"/>
                    </a:cubicBezTo>
                    <a:lnTo>
                      <a:pt x="2899219" y="1428740"/>
                    </a:lnTo>
                    <a:cubicBezTo>
                      <a:pt x="2899219" y="1425422"/>
                      <a:pt x="2896529" y="1422733"/>
                      <a:pt x="2893211" y="1422733"/>
                    </a:cubicBezTo>
                    <a:close/>
                    <a:moveTo>
                      <a:pt x="1324542" y="1401225"/>
                    </a:moveTo>
                    <a:lnTo>
                      <a:pt x="1371242" y="1401225"/>
                    </a:lnTo>
                    <a:cubicBezTo>
                      <a:pt x="1385857" y="1401225"/>
                      <a:pt x="1397704" y="1413073"/>
                      <a:pt x="1397704" y="1427687"/>
                    </a:cubicBezTo>
                    <a:lnTo>
                      <a:pt x="1397704" y="1474387"/>
                    </a:lnTo>
                    <a:cubicBezTo>
                      <a:pt x="1397704" y="1489001"/>
                      <a:pt x="1385857" y="1500849"/>
                      <a:pt x="1371242" y="1500849"/>
                    </a:cubicBezTo>
                    <a:lnTo>
                      <a:pt x="1324542" y="1500849"/>
                    </a:lnTo>
                    <a:cubicBezTo>
                      <a:pt x="1309928" y="1500849"/>
                      <a:pt x="1298080" y="1489001"/>
                      <a:pt x="1298080" y="1474387"/>
                    </a:cubicBezTo>
                    <a:lnTo>
                      <a:pt x="1298080" y="1427687"/>
                    </a:lnTo>
                    <a:cubicBezTo>
                      <a:pt x="1298080" y="1413073"/>
                      <a:pt x="1309928" y="1401225"/>
                      <a:pt x="1324542" y="1401225"/>
                    </a:cubicBezTo>
                    <a:close/>
                    <a:moveTo>
                      <a:pt x="1174792" y="1401225"/>
                    </a:moveTo>
                    <a:lnTo>
                      <a:pt x="1221492" y="1401225"/>
                    </a:lnTo>
                    <a:cubicBezTo>
                      <a:pt x="1236107" y="1401225"/>
                      <a:pt x="1247954" y="1413073"/>
                      <a:pt x="1247954" y="1427687"/>
                    </a:cubicBezTo>
                    <a:lnTo>
                      <a:pt x="1247954" y="1474387"/>
                    </a:lnTo>
                    <a:cubicBezTo>
                      <a:pt x="1247954" y="1489001"/>
                      <a:pt x="1236107" y="1500849"/>
                      <a:pt x="1221492" y="1500849"/>
                    </a:cubicBezTo>
                    <a:lnTo>
                      <a:pt x="1174792" y="1500849"/>
                    </a:lnTo>
                    <a:cubicBezTo>
                      <a:pt x="1160178" y="1500849"/>
                      <a:pt x="1148330" y="1489001"/>
                      <a:pt x="1148330" y="1474387"/>
                    </a:cubicBezTo>
                    <a:lnTo>
                      <a:pt x="1148330" y="1427687"/>
                    </a:lnTo>
                    <a:cubicBezTo>
                      <a:pt x="1148330" y="1413073"/>
                      <a:pt x="1160178" y="1401225"/>
                      <a:pt x="1174792" y="1401225"/>
                    </a:cubicBezTo>
                    <a:close/>
                    <a:moveTo>
                      <a:pt x="1025670" y="1401225"/>
                    </a:moveTo>
                    <a:lnTo>
                      <a:pt x="1072369" y="1401225"/>
                    </a:lnTo>
                    <a:cubicBezTo>
                      <a:pt x="1086984" y="1401225"/>
                      <a:pt x="1098832" y="1413073"/>
                      <a:pt x="1098832" y="1427687"/>
                    </a:cubicBezTo>
                    <a:lnTo>
                      <a:pt x="1098832" y="1474387"/>
                    </a:lnTo>
                    <a:cubicBezTo>
                      <a:pt x="1098832" y="1489001"/>
                      <a:pt x="1086984" y="1500849"/>
                      <a:pt x="1072369" y="1500849"/>
                    </a:cubicBezTo>
                    <a:lnTo>
                      <a:pt x="1025670" y="1500849"/>
                    </a:lnTo>
                    <a:cubicBezTo>
                      <a:pt x="1011055" y="1500849"/>
                      <a:pt x="999207" y="1489001"/>
                      <a:pt x="999207" y="1474387"/>
                    </a:cubicBezTo>
                    <a:lnTo>
                      <a:pt x="999207" y="1427687"/>
                    </a:lnTo>
                    <a:cubicBezTo>
                      <a:pt x="999207" y="1413073"/>
                      <a:pt x="1011055" y="1401225"/>
                      <a:pt x="1025670" y="1401225"/>
                    </a:cubicBezTo>
                    <a:close/>
                    <a:moveTo>
                      <a:pt x="2504665" y="1339590"/>
                    </a:moveTo>
                    <a:cubicBezTo>
                      <a:pt x="2501347" y="1339590"/>
                      <a:pt x="2498657" y="1342280"/>
                      <a:pt x="2498657" y="1345598"/>
                    </a:cubicBezTo>
                    <a:lnTo>
                      <a:pt x="2498657" y="1369628"/>
                    </a:lnTo>
                    <a:cubicBezTo>
                      <a:pt x="2498657" y="1372945"/>
                      <a:pt x="2501347" y="1375635"/>
                      <a:pt x="2504665" y="1375635"/>
                    </a:cubicBezTo>
                    <a:lnTo>
                      <a:pt x="2893211" y="1375635"/>
                    </a:lnTo>
                    <a:cubicBezTo>
                      <a:pt x="2896529" y="1375635"/>
                      <a:pt x="2899219" y="1372945"/>
                      <a:pt x="2899219" y="1369628"/>
                    </a:cubicBezTo>
                    <a:lnTo>
                      <a:pt x="2899219" y="1345598"/>
                    </a:lnTo>
                    <a:cubicBezTo>
                      <a:pt x="2899219" y="1342280"/>
                      <a:pt x="2896529" y="1339590"/>
                      <a:pt x="2893211" y="1339590"/>
                    </a:cubicBezTo>
                    <a:close/>
                    <a:moveTo>
                      <a:pt x="2088232" y="1285358"/>
                    </a:moveTo>
                    <a:lnTo>
                      <a:pt x="2088232" y="1938513"/>
                    </a:lnTo>
                    <a:lnTo>
                      <a:pt x="2504773" y="1611936"/>
                    </a:lnTo>
                    <a:close/>
                    <a:moveTo>
                      <a:pt x="3314199" y="1280118"/>
                    </a:moveTo>
                    <a:lnTo>
                      <a:pt x="2897658" y="1608841"/>
                    </a:lnTo>
                    <a:lnTo>
                      <a:pt x="3314199" y="1937564"/>
                    </a:lnTo>
                    <a:close/>
                    <a:moveTo>
                      <a:pt x="1527230" y="1221901"/>
                    </a:moveTo>
                    <a:cubicBezTo>
                      <a:pt x="1521727" y="1221901"/>
                      <a:pt x="1517267" y="1226362"/>
                      <a:pt x="1517267" y="1231864"/>
                    </a:cubicBezTo>
                    <a:lnTo>
                      <a:pt x="1517267" y="1271713"/>
                    </a:lnTo>
                    <a:cubicBezTo>
                      <a:pt x="1517267" y="1277215"/>
                      <a:pt x="1521727" y="1281676"/>
                      <a:pt x="1527230" y="1281676"/>
                    </a:cubicBezTo>
                    <a:lnTo>
                      <a:pt x="1732319" y="1281676"/>
                    </a:lnTo>
                    <a:cubicBezTo>
                      <a:pt x="1737821" y="1281676"/>
                      <a:pt x="1742281" y="1277215"/>
                      <a:pt x="1742281" y="1271713"/>
                    </a:cubicBezTo>
                    <a:lnTo>
                      <a:pt x="1742281" y="1231864"/>
                    </a:lnTo>
                    <a:cubicBezTo>
                      <a:pt x="1742281" y="1226362"/>
                      <a:pt x="1737821" y="1221901"/>
                      <a:pt x="1732319" y="1221901"/>
                    </a:cubicBezTo>
                    <a:close/>
                    <a:moveTo>
                      <a:pt x="666834" y="1221901"/>
                    </a:moveTo>
                    <a:cubicBezTo>
                      <a:pt x="661332" y="1221901"/>
                      <a:pt x="656871" y="1226362"/>
                      <a:pt x="656871" y="1231864"/>
                    </a:cubicBezTo>
                    <a:lnTo>
                      <a:pt x="656871" y="1271713"/>
                    </a:lnTo>
                    <a:cubicBezTo>
                      <a:pt x="656871" y="1277215"/>
                      <a:pt x="661332" y="1281676"/>
                      <a:pt x="666834" y="1281676"/>
                    </a:cubicBezTo>
                    <a:lnTo>
                      <a:pt x="871923" y="1281676"/>
                    </a:lnTo>
                    <a:cubicBezTo>
                      <a:pt x="877425" y="1281676"/>
                      <a:pt x="881885" y="1277215"/>
                      <a:pt x="881885" y="1271713"/>
                    </a:cubicBezTo>
                    <a:lnTo>
                      <a:pt x="881885" y="1231864"/>
                    </a:lnTo>
                    <a:cubicBezTo>
                      <a:pt x="881885" y="1226362"/>
                      <a:pt x="877425" y="1221901"/>
                      <a:pt x="871923" y="1221901"/>
                    </a:cubicBezTo>
                    <a:close/>
                    <a:moveTo>
                      <a:pt x="1052149" y="1111644"/>
                    </a:moveTo>
                    <a:cubicBezTo>
                      <a:pt x="1044919" y="1111644"/>
                      <a:pt x="1039057" y="1117506"/>
                      <a:pt x="1039057" y="1124736"/>
                    </a:cubicBezTo>
                    <a:lnTo>
                      <a:pt x="1039057" y="1168203"/>
                    </a:lnTo>
                    <a:lnTo>
                      <a:pt x="1009466" y="1168203"/>
                    </a:lnTo>
                    <a:cubicBezTo>
                      <a:pt x="969193" y="1174775"/>
                      <a:pt x="956437" y="1243393"/>
                      <a:pt x="940007" y="1277093"/>
                    </a:cubicBezTo>
                    <a:cubicBezTo>
                      <a:pt x="776268" y="1309492"/>
                      <a:pt x="775043" y="1328679"/>
                      <a:pt x="736793" y="1421744"/>
                    </a:cubicBezTo>
                    <a:lnTo>
                      <a:pt x="648072" y="1812480"/>
                    </a:lnTo>
                    <a:cubicBezTo>
                      <a:pt x="648072" y="1882463"/>
                      <a:pt x="704805" y="1939195"/>
                      <a:pt x="774788" y="1939195"/>
                    </a:cubicBezTo>
                    <a:lnTo>
                      <a:pt x="1183772" y="1939195"/>
                    </a:lnTo>
                    <a:lnTo>
                      <a:pt x="1198456" y="1939195"/>
                    </a:lnTo>
                    <a:lnTo>
                      <a:pt x="1607440" y="1939195"/>
                    </a:lnTo>
                    <a:cubicBezTo>
                      <a:pt x="1677423" y="1939195"/>
                      <a:pt x="1734156" y="1882463"/>
                      <a:pt x="1734156" y="1812480"/>
                    </a:cubicBezTo>
                    <a:lnTo>
                      <a:pt x="1645435" y="1421744"/>
                    </a:lnTo>
                    <a:cubicBezTo>
                      <a:pt x="1607185" y="1328679"/>
                      <a:pt x="1605960" y="1309492"/>
                      <a:pt x="1442221" y="1277093"/>
                    </a:cubicBezTo>
                    <a:cubicBezTo>
                      <a:pt x="1425791" y="1243393"/>
                      <a:pt x="1413035" y="1174775"/>
                      <a:pt x="1372762" y="1168203"/>
                    </a:cubicBezTo>
                    <a:lnTo>
                      <a:pt x="1357854" y="1168203"/>
                    </a:lnTo>
                    <a:lnTo>
                      <a:pt x="1357854" y="1124736"/>
                    </a:lnTo>
                    <a:cubicBezTo>
                      <a:pt x="1357854" y="1117506"/>
                      <a:pt x="1351993" y="1111644"/>
                      <a:pt x="1344762" y="1111644"/>
                    </a:cubicBezTo>
                    <a:lnTo>
                      <a:pt x="1268702" y="1111644"/>
                    </a:lnTo>
                    <a:cubicBezTo>
                      <a:pt x="1261471" y="1111644"/>
                      <a:pt x="1255610" y="1117506"/>
                      <a:pt x="1255610" y="1124736"/>
                    </a:cubicBezTo>
                    <a:lnTo>
                      <a:pt x="1255610" y="1168203"/>
                    </a:lnTo>
                    <a:lnTo>
                      <a:pt x="1198456" y="1168203"/>
                    </a:lnTo>
                    <a:lnTo>
                      <a:pt x="1183772" y="1168203"/>
                    </a:lnTo>
                    <a:lnTo>
                      <a:pt x="1141302" y="1168203"/>
                    </a:lnTo>
                    <a:lnTo>
                      <a:pt x="1141302" y="1124736"/>
                    </a:lnTo>
                    <a:cubicBezTo>
                      <a:pt x="1141302" y="1117506"/>
                      <a:pt x="1135440" y="1111644"/>
                      <a:pt x="1128210" y="1111644"/>
                    </a:cubicBezTo>
                    <a:close/>
                    <a:moveTo>
                      <a:pt x="2705133" y="840243"/>
                    </a:moveTo>
                    <a:lnTo>
                      <a:pt x="2088233" y="1255464"/>
                    </a:lnTo>
                    <a:lnTo>
                      <a:pt x="2299068" y="1414858"/>
                    </a:lnTo>
                    <a:lnTo>
                      <a:pt x="2299068" y="1228076"/>
                    </a:lnTo>
                    <a:lnTo>
                      <a:pt x="3108494" y="1228076"/>
                    </a:lnTo>
                    <a:lnTo>
                      <a:pt x="3108494" y="1416902"/>
                    </a:lnTo>
                    <a:lnTo>
                      <a:pt x="3322033" y="1255464"/>
                    </a:lnTo>
                    <a:lnTo>
                      <a:pt x="3322033" y="1255464"/>
                    </a:lnTo>
                    <a:close/>
                    <a:moveTo>
                      <a:pt x="1195706" y="835207"/>
                    </a:moveTo>
                    <a:lnTo>
                      <a:pt x="1195706" y="835221"/>
                    </a:lnTo>
                    <a:cubicBezTo>
                      <a:pt x="866618" y="834160"/>
                      <a:pt x="692194" y="969423"/>
                      <a:pt x="665970" y="1132153"/>
                    </a:cubicBezTo>
                    <a:cubicBezTo>
                      <a:pt x="665970" y="1145595"/>
                      <a:pt x="659622" y="1181725"/>
                      <a:pt x="663418" y="1194550"/>
                    </a:cubicBezTo>
                    <a:lnTo>
                      <a:pt x="878440" y="1194550"/>
                    </a:lnTo>
                    <a:cubicBezTo>
                      <a:pt x="887485" y="1007425"/>
                      <a:pt x="1085027" y="1006045"/>
                      <a:pt x="1195706" y="1007712"/>
                    </a:cubicBezTo>
                    <a:lnTo>
                      <a:pt x="1195706" y="1007714"/>
                    </a:lnTo>
                    <a:cubicBezTo>
                      <a:pt x="1195809" y="1007712"/>
                      <a:pt x="1195911" y="1007710"/>
                      <a:pt x="1196014" y="1007712"/>
                    </a:cubicBezTo>
                    <a:lnTo>
                      <a:pt x="1196322" y="1007714"/>
                    </a:lnTo>
                    <a:lnTo>
                      <a:pt x="1196322" y="1007712"/>
                    </a:lnTo>
                    <a:cubicBezTo>
                      <a:pt x="1307001" y="1006045"/>
                      <a:pt x="1504542" y="1007425"/>
                      <a:pt x="1513587" y="1194550"/>
                    </a:cubicBezTo>
                    <a:lnTo>
                      <a:pt x="1728609" y="1194550"/>
                    </a:lnTo>
                    <a:cubicBezTo>
                      <a:pt x="1732405" y="1181725"/>
                      <a:pt x="1726057" y="1145595"/>
                      <a:pt x="1726057" y="1132153"/>
                    </a:cubicBezTo>
                    <a:cubicBezTo>
                      <a:pt x="1699834" y="969423"/>
                      <a:pt x="1525410" y="834160"/>
                      <a:pt x="1196322" y="835221"/>
                    </a:cubicBezTo>
                    <a:lnTo>
                      <a:pt x="1196322" y="835207"/>
                    </a:lnTo>
                    <a:cubicBezTo>
                      <a:pt x="1196219" y="835207"/>
                      <a:pt x="1196117" y="835206"/>
                      <a:pt x="1196014" y="835214"/>
                    </a:cubicBezTo>
                    <a:close/>
                    <a:moveTo>
                      <a:pt x="713043" y="263029"/>
                    </a:moveTo>
                    <a:lnTo>
                      <a:pt x="3158596" y="263029"/>
                    </a:lnTo>
                    <a:cubicBezTo>
                      <a:pt x="3365555" y="263029"/>
                      <a:pt x="3533328" y="430802"/>
                      <a:pt x="3533328" y="637761"/>
                    </a:cubicBezTo>
                    <a:lnTo>
                      <a:pt x="3533328" y="2136642"/>
                    </a:lnTo>
                    <a:cubicBezTo>
                      <a:pt x="3533328" y="2343601"/>
                      <a:pt x="3365555" y="2511374"/>
                      <a:pt x="3158596" y="2511374"/>
                    </a:cubicBezTo>
                    <a:lnTo>
                      <a:pt x="713043" y="2511374"/>
                    </a:lnTo>
                    <a:cubicBezTo>
                      <a:pt x="506084" y="2511374"/>
                      <a:pt x="338311" y="2343601"/>
                      <a:pt x="338311" y="2136642"/>
                    </a:cubicBezTo>
                    <a:lnTo>
                      <a:pt x="338311" y="637761"/>
                    </a:lnTo>
                    <a:cubicBezTo>
                      <a:pt x="338311" y="430802"/>
                      <a:pt x="506084" y="263029"/>
                      <a:pt x="713043" y="263029"/>
                    </a:cubicBezTo>
                    <a:close/>
                    <a:moveTo>
                      <a:pt x="593824" y="142875"/>
                    </a:moveTo>
                    <a:cubicBezTo>
                      <a:pt x="365814" y="142875"/>
                      <a:pt x="180975" y="327714"/>
                      <a:pt x="180975" y="555724"/>
                    </a:cubicBezTo>
                    <a:lnTo>
                      <a:pt x="180975" y="2207068"/>
                    </a:lnTo>
                    <a:cubicBezTo>
                      <a:pt x="180975" y="2435078"/>
                      <a:pt x="365814" y="2619917"/>
                      <a:pt x="593824" y="2619917"/>
                    </a:cubicBezTo>
                    <a:lnTo>
                      <a:pt x="3288134" y="2619917"/>
                    </a:lnTo>
                    <a:cubicBezTo>
                      <a:pt x="3516144" y="2619917"/>
                      <a:pt x="3700983" y="2435078"/>
                      <a:pt x="3700983" y="2207068"/>
                    </a:cubicBezTo>
                    <a:lnTo>
                      <a:pt x="3700983" y="555724"/>
                    </a:lnTo>
                    <a:cubicBezTo>
                      <a:pt x="3700983" y="327714"/>
                      <a:pt x="3516144" y="142875"/>
                      <a:pt x="3288134" y="142875"/>
                    </a:cubicBezTo>
                    <a:close/>
                    <a:moveTo>
                      <a:pt x="456060" y="0"/>
                    </a:moveTo>
                    <a:lnTo>
                      <a:pt x="3432372" y="0"/>
                    </a:lnTo>
                    <a:cubicBezTo>
                      <a:pt x="3684247" y="0"/>
                      <a:pt x="3888432" y="204185"/>
                      <a:pt x="3888432" y="456060"/>
                    </a:cubicBezTo>
                    <a:lnTo>
                      <a:pt x="3888432" y="2280244"/>
                    </a:lnTo>
                    <a:cubicBezTo>
                      <a:pt x="3888432" y="2532119"/>
                      <a:pt x="3684247" y="2736304"/>
                      <a:pt x="3432372" y="2736304"/>
                    </a:cubicBezTo>
                    <a:lnTo>
                      <a:pt x="456060" y="2736304"/>
                    </a:lnTo>
                    <a:cubicBezTo>
                      <a:pt x="204185" y="2736304"/>
                      <a:pt x="0" y="2532119"/>
                      <a:pt x="0" y="2280244"/>
                    </a:cubicBezTo>
                    <a:lnTo>
                      <a:pt x="0" y="456060"/>
                    </a:lnTo>
                    <a:cubicBezTo>
                      <a:pt x="0" y="204185"/>
                      <a:pt x="204185" y="0"/>
                      <a:pt x="456060"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116" name="Google Shape;3116;p57"/>
              <p:cNvSpPr/>
              <p:nvPr/>
            </p:nvSpPr>
            <p:spPr>
              <a:xfrm>
                <a:off x="9698244" y="5398653"/>
                <a:ext cx="300703" cy="366439"/>
              </a:xfrm>
              <a:custGeom>
                <a:rect b="b" l="l" r="r" t="t"/>
                <a:pathLst>
                  <a:path extrusionOk="0" h="3949460" w="3240944">
                    <a:moveTo>
                      <a:pt x="2411668" y="919204"/>
                    </a:moveTo>
                    <a:cubicBezTo>
                      <a:pt x="2652037" y="921566"/>
                      <a:pt x="2997179" y="1088232"/>
                      <a:pt x="3147060" y="1333480"/>
                    </a:cubicBezTo>
                    <a:cubicBezTo>
                      <a:pt x="2837519" y="1559133"/>
                      <a:pt x="2713715" y="1818123"/>
                      <a:pt x="2716116" y="2148550"/>
                    </a:cubicBezTo>
                    <a:cubicBezTo>
                      <a:pt x="2724370" y="2506677"/>
                      <a:pt x="2937416" y="2788602"/>
                      <a:pt x="3240944" y="2908604"/>
                    </a:cubicBezTo>
                    <a:cubicBezTo>
                      <a:pt x="3111039" y="3296832"/>
                      <a:pt x="2835874" y="3920800"/>
                      <a:pt x="2360688" y="3949460"/>
                    </a:cubicBezTo>
                    <a:cubicBezTo>
                      <a:pt x="2104982" y="3948826"/>
                      <a:pt x="1887379" y="3871989"/>
                      <a:pt x="1655487" y="3790391"/>
                    </a:cubicBezTo>
                    <a:cubicBezTo>
                      <a:pt x="1465920" y="3881513"/>
                      <a:pt x="1178719" y="3984543"/>
                      <a:pt x="936764" y="3932790"/>
                    </a:cubicBezTo>
                    <a:cubicBezTo>
                      <a:pt x="634032" y="3867349"/>
                      <a:pt x="33306" y="3304229"/>
                      <a:pt x="0" y="2002921"/>
                    </a:cubicBezTo>
                    <a:cubicBezTo>
                      <a:pt x="5122" y="1625861"/>
                      <a:pt x="224231" y="988116"/>
                      <a:pt x="1004287" y="951010"/>
                    </a:cubicBezTo>
                    <a:cubicBezTo>
                      <a:pt x="1237754" y="955627"/>
                      <a:pt x="1430737" y="1013358"/>
                      <a:pt x="1654678" y="1150601"/>
                    </a:cubicBezTo>
                    <a:cubicBezTo>
                      <a:pt x="1907007" y="1025844"/>
                      <a:pt x="2042657" y="934423"/>
                      <a:pt x="2411668" y="919204"/>
                    </a:cubicBezTo>
                    <a:close/>
                    <a:moveTo>
                      <a:pt x="2423572" y="0"/>
                    </a:moveTo>
                    <a:cubicBezTo>
                      <a:pt x="2449670" y="236641"/>
                      <a:pt x="2449574" y="370890"/>
                      <a:pt x="2275646" y="605149"/>
                    </a:cubicBezTo>
                    <a:cubicBezTo>
                      <a:pt x="2098536" y="787863"/>
                      <a:pt x="1909519" y="903902"/>
                      <a:pt x="1627634" y="908022"/>
                    </a:cubicBezTo>
                    <a:cubicBezTo>
                      <a:pt x="1601565" y="662380"/>
                      <a:pt x="1689794" y="371496"/>
                      <a:pt x="1823269" y="256823"/>
                    </a:cubicBezTo>
                    <a:cubicBezTo>
                      <a:pt x="1945582" y="131527"/>
                      <a:pt x="2156003" y="39571"/>
                      <a:pt x="2423572" y="0"/>
                    </a:cubicBez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117" name="Google Shape;3117;p57"/>
              <p:cNvSpPr/>
              <p:nvPr/>
            </p:nvSpPr>
            <p:spPr>
              <a:xfrm>
                <a:off x="7800500" y="2582839"/>
                <a:ext cx="300170" cy="347427"/>
              </a:xfrm>
              <a:custGeom>
                <a:rect b="b" l="l" r="r" t="t"/>
                <a:pathLst>
                  <a:path extrusionOk="0" h="3842533" w="3319870">
                    <a:moveTo>
                      <a:pt x="579936" y="1296382"/>
                    </a:moveTo>
                    <a:lnTo>
                      <a:pt x="2739936" y="1296382"/>
                    </a:lnTo>
                    <a:lnTo>
                      <a:pt x="2739936" y="2796543"/>
                    </a:lnTo>
                    <a:cubicBezTo>
                      <a:pt x="2739936" y="2962250"/>
                      <a:pt x="2605604" y="3096582"/>
                      <a:pt x="2439897" y="3096582"/>
                    </a:cubicBezTo>
                    <a:lnTo>
                      <a:pt x="2272003" y="3096582"/>
                    </a:lnTo>
                    <a:lnTo>
                      <a:pt x="2272003" y="3590505"/>
                    </a:lnTo>
                    <a:cubicBezTo>
                      <a:pt x="2272003" y="3729696"/>
                      <a:pt x="2159166" y="3842533"/>
                      <a:pt x="2019975" y="3842533"/>
                    </a:cubicBezTo>
                    <a:cubicBezTo>
                      <a:pt x="1880784" y="3842533"/>
                      <a:pt x="1767947" y="3729696"/>
                      <a:pt x="1767947" y="3590505"/>
                    </a:cubicBezTo>
                    <a:lnTo>
                      <a:pt x="1767947" y="3096582"/>
                    </a:lnTo>
                    <a:lnTo>
                      <a:pt x="1492066" y="3096582"/>
                    </a:lnTo>
                    <a:lnTo>
                      <a:pt x="1492066" y="3590505"/>
                    </a:lnTo>
                    <a:cubicBezTo>
                      <a:pt x="1492066" y="3729696"/>
                      <a:pt x="1379229" y="3842533"/>
                      <a:pt x="1240038" y="3842533"/>
                    </a:cubicBezTo>
                    <a:cubicBezTo>
                      <a:pt x="1100847" y="3842533"/>
                      <a:pt x="988010" y="3729696"/>
                      <a:pt x="988010" y="3590505"/>
                    </a:cubicBezTo>
                    <a:lnTo>
                      <a:pt x="988010" y="3096582"/>
                    </a:lnTo>
                    <a:lnTo>
                      <a:pt x="879975" y="3096582"/>
                    </a:lnTo>
                    <a:cubicBezTo>
                      <a:pt x="714268" y="3096582"/>
                      <a:pt x="579936" y="2962250"/>
                      <a:pt x="579936" y="2796543"/>
                    </a:cubicBezTo>
                    <a:close/>
                    <a:moveTo>
                      <a:pt x="3067842" y="1281925"/>
                    </a:moveTo>
                    <a:cubicBezTo>
                      <a:pt x="3207033" y="1281925"/>
                      <a:pt x="3319870" y="1394762"/>
                      <a:pt x="3319870" y="1533953"/>
                    </a:cubicBezTo>
                    <a:lnTo>
                      <a:pt x="3319870" y="2505897"/>
                    </a:lnTo>
                    <a:cubicBezTo>
                      <a:pt x="3319870" y="2645088"/>
                      <a:pt x="3207033" y="2757925"/>
                      <a:pt x="3067842" y="2757925"/>
                    </a:cubicBezTo>
                    <a:cubicBezTo>
                      <a:pt x="2928651" y="2757925"/>
                      <a:pt x="2815814" y="2645088"/>
                      <a:pt x="2815814" y="2505897"/>
                    </a:cubicBezTo>
                    <a:lnTo>
                      <a:pt x="2815814" y="1533953"/>
                    </a:lnTo>
                    <a:cubicBezTo>
                      <a:pt x="2815814" y="1394762"/>
                      <a:pt x="2928651" y="1281925"/>
                      <a:pt x="3067842" y="1281925"/>
                    </a:cubicBezTo>
                    <a:close/>
                    <a:moveTo>
                      <a:pt x="252028" y="1281925"/>
                    </a:moveTo>
                    <a:cubicBezTo>
                      <a:pt x="391219" y="1281925"/>
                      <a:pt x="504056" y="1394762"/>
                      <a:pt x="504056" y="1533953"/>
                    </a:cubicBezTo>
                    <a:lnTo>
                      <a:pt x="504056" y="2505897"/>
                    </a:lnTo>
                    <a:cubicBezTo>
                      <a:pt x="504056" y="2645088"/>
                      <a:pt x="391219" y="2757925"/>
                      <a:pt x="252028" y="2757925"/>
                    </a:cubicBezTo>
                    <a:cubicBezTo>
                      <a:pt x="112837" y="2757925"/>
                      <a:pt x="0" y="2645088"/>
                      <a:pt x="0" y="2505897"/>
                    </a:cubicBezTo>
                    <a:lnTo>
                      <a:pt x="0" y="1533953"/>
                    </a:lnTo>
                    <a:cubicBezTo>
                      <a:pt x="0" y="1394762"/>
                      <a:pt x="112837" y="1281925"/>
                      <a:pt x="252028" y="1281925"/>
                    </a:cubicBezTo>
                    <a:close/>
                    <a:moveTo>
                      <a:pt x="2134062" y="558521"/>
                    </a:moveTo>
                    <a:cubicBezTo>
                      <a:pt x="2073373" y="558521"/>
                      <a:pt x="2024174" y="607720"/>
                      <a:pt x="2024174" y="668409"/>
                    </a:cubicBezTo>
                    <a:cubicBezTo>
                      <a:pt x="2024174" y="729098"/>
                      <a:pt x="2073373" y="778297"/>
                      <a:pt x="2134062" y="778297"/>
                    </a:cubicBezTo>
                    <a:cubicBezTo>
                      <a:pt x="2194751" y="778297"/>
                      <a:pt x="2243950" y="729098"/>
                      <a:pt x="2243950" y="668409"/>
                    </a:cubicBezTo>
                    <a:cubicBezTo>
                      <a:pt x="2243950" y="607720"/>
                      <a:pt x="2194751" y="558521"/>
                      <a:pt x="2134062" y="558521"/>
                    </a:cubicBezTo>
                    <a:close/>
                    <a:moveTo>
                      <a:pt x="1177409" y="558521"/>
                    </a:moveTo>
                    <a:cubicBezTo>
                      <a:pt x="1116720" y="558521"/>
                      <a:pt x="1067521" y="607720"/>
                      <a:pt x="1067521" y="668409"/>
                    </a:cubicBezTo>
                    <a:cubicBezTo>
                      <a:pt x="1067521" y="729098"/>
                      <a:pt x="1116720" y="778297"/>
                      <a:pt x="1177409" y="778297"/>
                    </a:cubicBezTo>
                    <a:cubicBezTo>
                      <a:pt x="1238098" y="778297"/>
                      <a:pt x="1287297" y="729098"/>
                      <a:pt x="1287297" y="668409"/>
                    </a:cubicBezTo>
                    <a:cubicBezTo>
                      <a:pt x="1287297" y="607720"/>
                      <a:pt x="1238098" y="558521"/>
                      <a:pt x="1177409" y="558521"/>
                    </a:cubicBezTo>
                    <a:close/>
                    <a:moveTo>
                      <a:pt x="1041854" y="0"/>
                    </a:moveTo>
                    <a:lnTo>
                      <a:pt x="1215617" y="300965"/>
                    </a:lnTo>
                    <a:cubicBezTo>
                      <a:pt x="1350827" y="238508"/>
                      <a:pt x="1501239" y="204386"/>
                      <a:pt x="1659158" y="204272"/>
                    </a:cubicBezTo>
                    <a:cubicBezTo>
                      <a:pt x="1823689" y="204153"/>
                      <a:pt x="1980124" y="240963"/>
                      <a:pt x="2119837" y="308065"/>
                    </a:cubicBezTo>
                    <a:lnTo>
                      <a:pt x="2297698" y="0"/>
                    </a:lnTo>
                    <a:lnTo>
                      <a:pt x="2391229" y="54000"/>
                    </a:lnTo>
                    <a:lnTo>
                      <a:pt x="2215205" y="358882"/>
                    </a:lnTo>
                    <a:cubicBezTo>
                      <a:pt x="2507692" y="533629"/>
                      <a:pt x="2710924" y="843756"/>
                      <a:pt x="2737127" y="1206450"/>
                    </a:cubicBezTo>
                    <a:cubicBezTo>
                      <a:pt x="2018962" y="1206967"/>
                      <a:pt x="1300797" y="1207483"/>
                      <a:pt x="582632" y="1208000"/>
                    </a:cubicBezTo>
                    <a:cubicBezTo>
                      <a:pt x="608780" y="838665"/>
                      <a:pt x="818541" y="523565"/>
                      <a:pt x="1119462" y="350420"/>
                    </a:cubicBezTo>
                    <a:lnTo>
                      <a:pt x="948323" y="5400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118" name="Google Shape;3118;p57"/>
              <p:cNvSpPr/>
              <p:nvPr/>
            </p:nvSpPr>
            <p:spPr>
              <a:xfrm>
                <a:off x="10645011" y="2518278"/>
                <a:ext cx="340001" cy="338281"/>
              </a:xfrm>
              <a:custGeom>
                <a:rect b="b" l="l" r="r" t="t"/>
                <a:pathLst>
                  <a:path extrusionOk="0" h="2941055" w="2956013">
                    <a:moveTo>
                      <a:pt x="2169165" y="2259549"/>
                    </a:moveTo>
                    <a:cubicBezTo>
                      <a:pt x="2305163" y="2320579"/>
                      <a:pt x="2430502" y="2400997"/>
                      <a:pt x="2542352" y="2496872"/>
                    </a:cubicBezTo>
                    <a:cubicBezTo>
                      <a:pt x="2303978" y="2744099"/>
                      <a:pt x="1979593" y="2907447"/>
                      <a:pt x="1617206" y="2939204"/>
                    </a:cubicBezTo>
                    <a:lnTo>
                      <a:pt x="1588575" y="2925411"/>
                    </a:lnTo>
                    <a:cubicBezTo>
                      <a:pt x="1835671" y="2758142"/>
                      <a:pt x="2037335" y="2529257"/>
                      <a:pt x="2169165" y="2259549"/>
                    </a:cubicBezTo>
                    <a:close/>
                    <a:moveTo>
                      <a:pt x="797309" y="2254509"/>
                    </a:moveTo>
                    <a:cubicBezTo>
                      <a:pt x="928512" y="2525684"/>
                      <a:pt x="1129977" y="2756161"/>
                      <a:pt x="1376879" y="2925229"/>
                    </a:cubicBezTo>
                    <a:cubicBezTo>
                      <a:pt x="1367940" y="2931748"/>
                      <a:pt x="1358086" y="2936536"/>
                      <a:pt x="1348086" y="2941055"/>
                    </a:cubicBezTo>
                    <a:cubicBezTo>
                      <a:pt x="981929" y="2910776"/>
                      <a:pt x="654006" y="2746454"/>
                      <a:pt x="413461" y="2497054"/>
                    </a:cubicBezTo>
                    <a:cubicBezTo>
                      <a:pt x="528278" y="2398621"/>
                      <a:pt x="657289" y="2316447"/>
                      <a:pt x="797309" y="2254509"/>
                    </a:cubicBezTo>
                    <a:close/>
                    <a:moveTo>
                      <a:pt x="1426305" y="2108791"/>
                    </a:moveTo>
                    <a:lnTo>
                      <a:pt x="1426305" y="2824067"/>
                    </a:lnTo>
                    <a:cubicBezTo>
                      <a:pt x="1203050" y="2668305"/>
                      <a:pt x="1020431" y="2458508"/>
                      <a:pt x="899682" y="2212532"/>
                    </a:cubicBezTo>
                    <a:cubicBezTo>
                      <a:pt x="1063835" y="2148883"/>
                      <a:pt x="1241204" y="2112683"/>
                      <a:pt x="1426305" y="2108791"/>
                    </a:cubicBezTo>
                    <a:close/>
                    <a:moveTo>
                      <a:pt x="1527809" y="2108695"/>
                    </a:moveTo>
                    <a:cubicBezTo>
                      <a:pt x="1717707" y="2112557"/>
                      <a:pt x="1899494" y="2150291"/>
                      <a:pt x="2067336" y="2216559"/>
                    </a:cubicBezTo>
                    <a:cubicBezTo>
                      <a:pt x="1943936" y="2466549"/>
                      <a:pt x="1756622" y="2679032"/>
                      <a:pt x="1527809" y="2835300"/>
                    </a:cubicBezTo>
                    <a:close/>
                    <a:moveTo>
                      <a:pt x="2354776" y="1530125"/>
                    </a:moveTo>
                    <a:lnTo>
                      <a:pt x="2955077" y="1530125"/>
                    </a:lnTo>
                    <a:cubicBezTo>
                      <a:pt x="2942393" y="1866074"/>
                      <a:pt x="2817414" y="2173186"/>
                      <a:pt x="2615767" y="2414127"/>
                    </a:cubicBezTo>
                    <a:cubicBezTo>
                      <a:pt x="2496453" y="2311434"/>
                      <a:pt x="2362630" y="2225327"/>
                      <a:pt x="2217376" y="2159975"/>
                    </a:cubicBezTo>
                    <a:cubicBezTo>
                      <a:pt x="2300477" y="1965771"/>
                      <a:pt x="2348521" y="1753185"/>
                      <a:pt x="2354776" y="1530125"/>
                    </a:cubicBezTo>
                    <a:close/>
                    <a:moveTo>
                      <a:pt x="1527809" y="1530125"/>
                    </a:moveTo>
                    <a:lnTo>
                      <a:pt x="2244039" y="1530125"/>
                    </a:lnTo>
                    <a:cubicBezTo>
                      <a:pt x="2237819" y="1737690"/>
                      <a:pt x="2192963" y="1935525"/>
                      <a:pt x="2115825" y="2116496"/>
                    </a:cubicBezTo>
                    <a:cubicBezTo>
                      <a:pt x="1933189" y="2043464"/>
                      <a:pt x="1735000" y="2001899"/>
                      <a:pt x="1527809" y="1997958"/>
                    </a:cubicBezTo>
                    <a:close/>
                    <a:moveTo>
                      <a:pt x="725097" y="1530125"/>
                    </a:moveTo>
                    <a:lnTo>
                      <a:pt x="1426305" y="1530125"/>
                    </a:lnTo>
                    <a:lnTo>
                      <a:pt x="1426305" y="1998054"/>
                    </a:lnTo>
                    <a:cubicBezTo>
                      <a:pt x="1224105" y="2002029"/>
                      <a:pt x="1030504" y="2041966"/>
                      <a:pt x="851699" y="2112283"/>
                    </a:cubicBezTo>
                    <a:cubicBezTo>
                      <a:pt x="775482" y="1932518"/>
                      <a:pt x="731260" y="1736112"/>
                      <a:pt x="725097" y="1530125"/>
                    </a:cubicBezTo>
                    <a:close/>
                    <a:moveTo>
                      <a:pt x="934" y="1530125"/>
                    </a:moveTo>
                    <a:lnTo>
                      <a:pt x="614360" y="1530125"/>
                    </a:lnTo>
                    <a:cubicBezTo>
                      <a:pt x="620543" y="1751166"/>
                      <a:pt x="667772" y="1961919"/>
                      <a:pt x="749235" y="2154869"/>
                    </a:cubicBezTo>
                    <a:cubicBezTo>
                      <a:pt x="599936" y="2221117"/>
                      <a:pt x="462426" y="2308980"/>
                      <a:pt x="340129" y="2414234"/>
                    </a:cubicBezTo>
                    <a:cubicBezTo>
                      <a:pt x="138582" y="2173144"/>
                      <a:pt x="13619" y="1866051"/>
                      <a:pt x="934" y="1530125"/>
                    </a:cubicBezTo>
                    <a:close/>
                    <a:moveTo>
                      <a:pt x="883886" y="768586"/>
                    </a:moveTo>
                    <a:cubicBezTo>
                      <a:pt x="1053566" y="831753"/>
                      <a:pt x="1236128" y="867407"/>
                      <a:pt x="1426305" y="871035"/>
                    </a:cubicBezTo>
                    <a:lnTo>
                      <a:pt x="1426305" y="1428622"/>
                    </a:lnTo>
                    <a:lnTo>
                      <a:pt x="724559" y="1428622"/>
                    </a:lnTo>
                    <a:cubicBezTo>
                      <a:pt x="730221" y="1192426"/>
                      <a:pt x="785872" y="968634"/>
                      <a:pt x="883886" y="768586"/>
                    </a:cubicBezTo>
                    <a:close/>
                    <a:moveTo>
                      <a:pt x="2083288" y="764501"/>
                    </a:moveTo>
                    <a:cubicBezTo>
                      <a:pt x="2182501" y="965616"/>
                      <a:pt x="2238869" y="1190833"/>
                      <a:pt x="2244577" y="1428622"/>
                    </a:cubicBezTo>
                    <a:lnTo>
                      <a:pt x="1527809" y="1428622"/>
                    </a:lnTo>
                    <a:lnTo>
                      <a:pt x="1527809" y="871130"/>
                    </a:lnTo>
                    <a:cubicBezTo>
                      <a:pt x="1722835" y="867528"/>
                      <a:pt x="1909881" y="830382"/>
                      <a:pt x="2083288" y="764501"/>
                    </a:cubicBezTo>
                    <a:close/>
                    <a:moveTo>
                      <a:pt x="375750" y="484510"/>
                    </a:moveTo>
                    <a:cubicBezTo>
                      <a:pt x="497688" y="583858"/>
                      <a:pt x="633678" y="666438"/>
                      <a:pt x="780212" y="729142"/>
                    </a:cubicBezTo>
                    <a:cubicBezTo>
                      <a:pt x="677519" y="941475"/>
                      <a:pt x="619429" y="1178562"/>
                      <a:pt x="613822" y="1428622"/>
                    </a:cubicBezTo>
                    <a:lnTo>
                      <a:pt x="0" y="1428622"/>
                    </a:lnTo>
                    <a:cubicBezTo>
                      <a:pt x="9263" y="1065848"/>
                      <a:pt x="149371" y="735691"/>
                      <a:pt x="375750" y="484510"/>
                    </a:cubicBezTo>
                    <a:close/>
                    <a:moveTo>
                      <a:pt x="2580304" y="484479"/>
                    </a:moveTo>
                    <a:cubicBezTo>
                      <a:pt x="2806628" y="735651"/>
                      <a:pt x="2946750" y="1065827"/>
                      <a:pt x="2956013" y="1428622"/>
                    </a:cubicBezTo>
                    <a:lnTo>
                      <a:pt x="2355314" y="1428622"/>
                    </a:lnTo>
                    <a:cubicBezTo>
                      <a:pt x="2349636" y="1176504"/>
                      <a:pt x="2290630" y="937573"/>
                      <a:pt x="2186241" y="724113"/>
                    </a:cubicBezTo>
                    <a:cubicBezTo>
                      <a:pt x="2328935" y="662418"/>
                      <a:pt x="2461323" y="581449"/>
                      <a:pt x="2580304" y="484479"/>
                    </a:cubicBezTo>
                    <a:close/>
                    <a:moveTo>
                      <a:pt x="1426305" y="124032"/>
                    </a:moveTo>
                    <a:lnTo>
                      <a:pt x="1426305" y="760298"/>
                    </a:lnTo>
                    <a:cubicBezTo>
                      <a:pt x="1253727" y="756791"/>
                      <a:pt x="1087879" y="724966"/>
                      <a:pt x="933247" y="668842"/>
                    </a:cubicBezTo>
                    <a:cubicBezTo>
                      <a:pt x="1054039" y="451822"/>
                      <a:pt x="1223389" y="265609"/>
                      <a:pt x="1426305" y="124032"/>
                    </a:cubicBezTo>
                    <a:close/>
                    <a:moveTo>
                      <a:pt x="1527809" y="112799"/>
                    </a:moveTo>
                    <a:cubicBezTo>
                      <a:pt x="1736145" y="255085"/>
                      <a:pt x="1910079" y="443973"/>
                      <a:pt x="2033951" y="664748"/>
                    </a:cubicBezTo>
                    <a:cubicBezTo>
                      <a:pt x="1875578" y="723616"/>
                      <a:pt x="1705238" y="756901"/>
                      <a:pt x="1527809" y="760394"/>
                    </a:cubicBezTo>
                    <a:close/>
                    <a:moveTo>
                      <a:pt x="1632157" y="1693"/>
                    </a:moveTo>
                    <a:cubicBezTo>
                      <a:pt x="1969090" y="34839"/>
                      <a:pt x="2272411" y="181752"/>
                      <a:pt x="2502559" y="404493"/>
                    </a:cubicBezTo>
                    <a:cubicBezTo>
                      <a:pt x="2392455" y="493535"/>
                      <a:pt x="2270018" y="567692"/>
                      <a:pt x="2138287" y="624414"/>
                    </a:cubicBezTo>
                    <a:cubicBezTo>
                      <a:pt x="2004803" y="382989"/>
                      <a:pt x="1815448" y="176841"/>
                      <a:pt x="1587368" y="23269"/>
                    </a:cubicBezTo>
                    <a:close/>
                    <a:moveTo>
                      <a:pt x="1333466" y="0"/>
                    </a:moveTo>
                    <a:lnTo>
                      <a:pt x="1376468" y="23177"/>
                    </a:lnTo>
                    <a:cubicBezTo>
                      <a:pt x="1149236" y="178863"/>
                      <a:pt x="960516" y="386575"/>
                      <a:pt x="827965" y="629347"/>
                    </a:cubicBezTo>
                    <a:cubicBezTo>
                      <a:pt x="692459" y="571593"/>
                      <a:pt x="566467" y="495851"/>
                      <a:pt x="453430" y="404475"/>
                    </a:cubicBezTo>
                    <a:cubicBezTo>
                      <a:pt x="685742" y="179438"/>
                      <a:pt x="992667" y="31629"/>
                      <a:pt x="1333466"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3119" name="Google Shape;3119;p57"/>
              <p:cNvSpPr/>
              <p:nvPr/>
            </p:nvSpPr>
            <p:spPr>
              <a:xfrm flipH="1">
                <a:off x="10345251" y="2251006"/>
                <a:ext cx="441966" cy="281210"/>
              </a:xfrm>
              <a:custGeom>
                <a:rect b="b" l="l" r="r" t="t"/>
                <a:pathLst>
                  <a:path extrusionOk="0" h="2532594" w="3980365">
                    <a:moveTo>
                      <a:pt x="1988360" y="58973"/>
                    </a:moveTo>
                    <a:cubicBezTo>
                      <a:pt x="1988306" y="58975"/>
                      <a:pt x="1988252" y="58977"/>
                      <a:pt x="1988199" y="58995"/>
                    </a:cubicBezTo>
                    <a:cubicBezTo>
                      <a:pt x="1988145" y="58977"/>
                      <a:pt x="1988091" y="58975"/>
                      <a:pt x="1988037" y="58973"/>
                    </a:cubicBezTo>
                    <a:lnTo>
                      <a:pt x="1988037" y="59017"/>
                    </a:lnTo>
                    <a:cubicBezTo>
                      <a:pt x="1574406" y="74019"/>
                      <a:pt x="1375335" y="406725"/>
                      <a:pt x="1370318" y="708381"/>
                    </a:cubicBezTo>
                    <a:cubicBezTo>
                      <a:pt x="1362506" y="1089140"/>
                      <a:pt x="1497435" y="1312904"/>
                      <a:pt x="1568575" y="1407072"/>
                    </a:cubicBezTo>
                    <a:cubicBezTo>
                      <a:pt x="1631785" y="1490670"/>
                      <a:pt x="1727890" y="1649476"/>
                      <a:pt x="1617443" y="1704159"/>
                    </a:cubicBezTo>
                    <a:cubicBezTo>
                      <a:pt x="1318592" y="1846636"/>
                      <a:pt x="1062028" y="1946829"/>
                      <a:pt x="927030" y="2049664"/>
                    </a:cubicBezTo>
                    <a:cubicBezTo>
                      <a:pt x="705669" y="2234426"/>
                      <a:pt x="740656" y="2445615"/>
                      <a:pt x="754501" y="2532594"/>
                    </a:cubicBezTo>
                    <a:lnTo>
                      <a:pt x="1988199" y="2531551"/>
                    </a:lnTo>
                    <a:lnTo>
                      <a:pt x="3221896" y="2532594"/>
                    </a:lnTo>
                    <a:cubicBezTo>
                      <a:pt x="3235741" y="2445615"/>
                      <a:pt x="3270728" y="2234426"/>
                      <a:pt x="3049367" y="2049664"/>
                    </a:cubicBezTo>
                    <a:cubicBezTo>
                      <a:pt x="2914369" y="1946829"/>
                      <a:pt x="2657805" y="1846636"/>
                      <a:pt x="2358954" y="1704159"/>
                    </a:cubicBezTo>
                    <a:cubicBezTo>
                      <a:pt x="2248507" y="1649476"/>
                      <a:pt x="2344612" y="1490670"/>
                      <a:pt x="2407822" y="1407072"/>
                    </a:cubicBezTo>
                    <a:cubicBezTo>
                      <a:pt x="2478962" y="1312904"/>
                      <a:pt x="2613891" y="1089140"/>
                      <a:pt x="2606079" y="708381"/>
                    </a:cubicBezTo>
                    <a:cubicBezTo>
                      <a:pt x="2601062" y="406725"/>
                      <a:pt x="2401991" y="74019"/>
                      <a:pt x="1988360" y="59017"/>
                    </a:cubicBezTo>
                    <a:close/>
                    <a:moveTo>
                      <a:pt x="1093515" y="0"/>
                    </a:moveTo>
                    <a:cubicBezTo>
                      <a:pt x="736613" y="12826"/>
                      <a:pt x="553627" y="327881"/>
                      <a:pt x="549299" y="588096"/>
                    </a:cubicBezTo>
                    <a:cubicBezTo>
                      <a:pt x="542562" y="916461"/>
                      <a:pt x="658924" y="1109434"/>
                      <a:pt x="720275" y="1190644"/>
                    </a:cubicBezTo>
                    <a:cubicBezTo>
                      <a:pt x="774787" y="1262738"/>
                      <a:pt x="857667" y="1399692"/>
                      <a:pt x="762418" y="1446850"/>
                    </a:cubicBezTo>
                    <a:cubicBezTo>
                      <a:pt x="504691" y="1569722"/>
                      <a:pt x="283431" y="1656128"/>
                      <a:pt x="167010" y="1744812"/>
                    </a:cubicBezTo>
                    <a:cubicBezTo>
                      <a:pt x="-23891" y="1904150"/>
                      <a:pt x="672" y="2013351"/>
                      <a:pt x="1392" y="2161289"/>
                    </a:cubicBezTo>
                    <a:cubicBezTo>
                      <a:pt x="356083" y="2160989"/>
                      <a:pt x="261990" y="2166300"/>
                      <a:pt x="616681" y="2166000"/>
                    </a:cubicBezTo>
                    <a:cubicBezTo>
                      <a:pt x="794788" y="1846239"/>
                      <a:pt x="1045824" y="1778915"/>
                      <a:pt x="1453932" y="1593789"/>
                    </a:cubicBezTo>
                    <a:cubicBezTo>
                      <a:pt x="1171572" y="1115084"/>
                      <a:pt x="1046285" y="714919"/>
                      <a:pt x="1414663" y="124017"/>
                    </a:cubicBezTo>
                    <a:cubicBezTo>
                      <a:pt x="1309485" y="41539"/>
                      <a:pt x="1305280" y="26381"/>
                      <a:pt x="1093515" y="0"/>
                    </a:cubicBezTo>
                    <a:close/>
                    <a:moveTo>
                      <a:pt x="2886850" y="0"/>
                    </a:moveTo>
                    <a:cubicBezTo>
                      <a:pt x="2675085" y="26381"/>
                      <a:pt x="2670880" y="41539"/>
                      <a:pt x="2565702" y="124017"/>
                    </a:cubicBezTo>
                    <a:cubicBezTo>
                      <a:pt x="2934080" y="714919"/>
                      <a:pt x="2808793" y="1115084"/>
                      <a:pt x="2526433" y="1593789"/>
                    </a:cubicBezTo>
                    <a:cubicBezTo>
                      <a:pt x="2934542" y="1778915"/>
                      <a:pt x="3185577" y="1846239"/>
                      <a:pt x="3363685" y="2166000"/>
                    </a:cubicBezTo>
                    <a:cubicBezTo>
                      <a:pt x="3718376" y="2166300"/>
                      <a:pt x="3624282" y="2160989"/>
                      <a:pt x="3978973" y="2161289"/>
                    </a:cubicBezTo>
                    <a:cubicBezTo>
                      <a:pt x="3979693" y="2013351"/>
                      <a:pt x="4004256" y="1904150"/>
                      <a:pt x="3813355" y="1744812"/>
                    </a:cubicBezTo>
                    <a:cubicBezTo>
                      <a:pt x="3696934" y="1656128"/>
                      <a:pt x="3475674" y="1569722"/>
                      <a:pt x="3217947" y="1446850"/>
                    </a:cubicBezTo>
                    <a:cubicBezTo>
                      <a:pt x="3122698" y="1399692"/>
                      <a:pt x="3205579" y="1262738"/>
                      <a:pt x="3260090" y="1190644"/>
                    </a:cubicBezTo>
                    <a:cubicBezTo>
                      <a:pt x="3321441" y="1109434"/>
                      <a:pt x="3437803" y="916461"/>
                      <a:pt x="3431066" y="588096"/>
                    </a:cubicBezTo>
                    <a:cubicBezTo>
                      <a:pt x="3426739" y="327881"/>
                      <a:pt x="3243752" y="12826"/>
                      <a:pt x="288685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120" name="Google Shape;3120;p57"/>
              <p:cNvSpPr/>
              <p:nvPr/>
            </p:nvSpPr>
            <p:spPr>
              <a:xfrm>
                <a:off x="11003273" y="3365017"/>
                <a:ext cx="357359" cy="364685"/>
              </a:xfrm>
              <a:custGeom>
                <a:rect b="b" l="l" r="r" t="t"/>
                <a:pathLst>
                  <a:path extrusionOk="0" h="3940019" w="3860876">
                    <a:moveTo>
                      <a:pt x="3248876" y="1942264"/>
                    </a:moveTo>
                    <a:lnTo>
                      <a:pt x="3860876" y="1942264"/>
                    </a:lnTo>
                    <a:lnTo>
                      <a:pt x="3860876" y="2090815"/>
                    </a:lnTo>
                    <a:lnTo>
                      <a:pt x="3859023" y="2090815"/>
                    </a:lnTo>
                    <a:cubicBezTo>
                      <a:pt x="3817225" y="2949620"/>
                      <a:pt x="3215273" y="3679864"/>
                      <a:pt x="2378197" y="3884304"/>
                    </a:cubicBezTo>
                    <a:cubicBezTo>
                      <a:pt x="2219818" y="3922985"/>
                      <a:pt x="2060231" y="3941082"/>
                      <a:pt x="1902626" y="3939971"/>
                    </a:cubicBezTo>
                    <a:cubicBezTo>
                      <a:pt x="1286982" y="3935631"/>
                      <a:pt x="701577" y="3638194"/>
                      <a:pt x="337583" y="3128887"/>
                    </a:cubicBezTo>
                    <a:lnTo>
                      <a:pt x="30667" y="3435803"/>
                    </a:lnTo>
                    <a:lnTo>
                      <a:pt x="30667" y="2342045"/>
                    </a:lnTo>
                    <a:lnTo>
                      <a:pt x="1124425" y="2342045"/>
                    </a:lnTo>
                    <a:lnTo>
                      <a:pt x="781340" y="2685130"/>
                    </a:lnTo>
                    <a:cubicBezTo>
                      <a:pt x="1079782" y="3180935"/>
                      <a:pt x="1667379" y="3425841"/>
                      <a:pt x="2232517" y="3287817"/>
                    </a:cubicBezTo>
                    <a:cubicBezTo>
                      <a:pt x="2810639" y="3146622"/>
                      <a:pt x="3224897" y="2638979"/>
                      <a:pt x="3247291" y="2044286"/>
                    </a:cubicBezTo>
                    <a:lnTo>
                      <a:pt x="3248876" y="2044345"/>
                    </a:lnTo>
                    <a:close/>
                    <a:moveTo>
                      <a:pt x="1958249" y="48"/>
                    </a:moveTo>
                    <a:cubicBezTo>
                      <a:pt x="2573893" y="4388"/>
                      <a:pt x="3159298" y="301825"/>
                      <a:pt x="3523293" y="811132"/>
                    </a:cubicBezTo>
                    <a:lnTo>
                      <a:pt x="3830209" y="504216"/>
                    </a:lnTo>
                    <a:lnTo>
                      <a:pt x="3830209" y="1597974"/>
                    </a:lnTo>
                    <a:lnTo>
                      <a:pt x="2736450" y="1597974"/>
                    </a:lnTo>
                    <a:lnTo>
                      <a:pt x="3079535" y="1254889"/>
                    </a:lnTo>
                    <a:cubicBezTo>
                      <a:pt x="2781093" y="759084"/>
                      <a:pt x="2193496" y="514178"/>
                      <a:pt x="1628358" y="652202"/>
                    </a:cubicBezTo>
                    <a:cubicBezTo>
                      <a:pt x="1050236" y="793397"/>
                      <a:pt x="635978" y="1301040"/>
                      <a:pt x="613584" y="1895733"/>
                    </a:cubicBezTo>
                    <a:lnTo>
                      <a:pt x="612000" y="1895674"/>
                    </a:lnTo>
                    <a:lnTo>
                      <a:pt x="612000" y="1985958"/>
                    </a:lnTo>
                    <a:lnTo>
                      <a:pt x="0" y="1985958"/>
                    </a:lnTo>
                    <a:lnTo>
                      <a:pt x="0" y="1837407"/>
                    </a:lnTo>
                    <a:lnTo>
                      <a:pt x="2787" y="1837407"/>
                    </a:lnTo>
                    <a:cubicBezTo>
                      <a:pt x="49183" y="983705"/>
                      <a:pt x="649445" y="259216"/>
                      <a:pt x="1482678" y="55715"/>
                    </a:cubicBezTo>
                    <a:cubicBezTo>
                      <a:pt x="1641057" y="17034"/>
                      <a:pt x="1800644" y="-1063"/>
                      <a:pt x="1958249" y="4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121" name="Google Shape;3121;p57"/>
              <p:cNvSpPr/>
              <p:nvPr/>
            </p:nvSpPr>
            <p:spPr>
              <a:xfrm>
                <a:off x="9028038" y="5418963"/>
                <a:ext cx="353455" cy="397548"/>
              </a:xfrm>
              <a:custGeom>
                <a:rect b="b" l="l" r="r" t="t"/>
                <a:pathLst>
                  <a:path extrusionOk="0" h="3110058" w="2765122">
                    <a:moveTo>
                      <a:pt x="1376433" y="2257187"/>
                    </a:moveTo>
                    <a:lnTo>
                      <a:pt x="1145400" y="2354829"/>
                    </a:lnTo>
                    <a:lnTo>
                      <a:pt x="1036105" y="2389775"/>
                    </a:lnTo>
                    <a:lnTo>
                      <a:pt x="1040146" y="2406930"/>
                    </a:lnTo>
                    <a:cubicBezTo>
                      <a:pt x="1121535" y="2704580"/>
                      <a:pt x="1244707" y="2894301"/>
                      <a:pt x="1382560" y="2894301"/>
                    </a:cubicBezTo>
                    <a:cubicBezTo>
                      <a:pt x="1520414" y="2894301"/>
                      <a:pt x="1643585" y="2704580"/>
                      <a:pt x="1724974" y="2406930"/>
                    </a:cubicBezTo>
                    <a:lnTo>
                      <a:pt x="1726723" y="2399874"/>
                    </a:lnTo>
                    <a:lnTo>
                      <a:pt x="1605728" y="2358846"/>
                    </a:lnTo>
                    <a:close/>
                    <a:moveTo>
                      <a:pt x="1795887" y="2033026"/>
                    </a:moveTo>
                    <a:lnTo>
                      <a:pt x="1694075" y="2094586"/>
                    </a:lnTo>
                    <a:lnTo>
                      <a:pt x="1578650" y="2155153"/>
                    </a:lnTo>
                    <a:lnTo>
                      <a:pt x="1618821" y="2173994"/>
                    </a:lnTo>
                    <a:lnTo>
                      <a:pt x="1763952" y="2229138"/>
                    </a:lnTo>
                    <a:lnTo>
                      <a:pt x="1791432" y="2076334"/>
                    </a:lnTo>
                    <a:close/>
                    <a:moveTo>
                      <a:pt x="969005" y="2030800"/>
                    </a:moveTo>
                    <a:lnTo>
                      <a:pt x="973688" y="2076334"/>
                    </a:lnTo>
                    <a:lnTo>
                      <a:pt x="997942" y="2219324"/>
                    </a:lnTo>
                    <a:lnTo>
                      <a:pt x="1135534" y="2169774"/>
                    </a:lnTo>
                    <a:lnTo>
                      <a:pt x="1176026" y="2151638"/>
                    </a:lnTo>
                    <a:lnTo>
                      <a:pt x="1061678" y="2089068"/>
                    </a:lnTo>
                    <a:close/>
                    <a:moveTo>
                      <a:pt x="2270995" y="1682607"/>
                    </a:moveTo>
                    <a:lnTo>
                      <a:pt x="2193789" y="1749541"/>
                    </a:lnTo>
                    <a:cubicBezTo>
                      <a:pt x="2157450" y="1779622"/>
                      <a:pt x="2119670" y="1809519"/>
                      <a:pt x="2080535" y="1839120"/>
                    </a:cubicBezTo>
                    <a:lnTo>
                      <a:pt x="1988274" y="1905861"/>
                    </a:lnTo>
                    <a:lnTo>
                      <a:pt x="1956628" y="2160317"/>
                    </a:lnTo>
                    <a:lnTo>
                      <a:pt x="1929983" y="2282840"/>
                    </a:lnTo>
                    <a:lnTo>
                      <a:pt x="2032699" y="2311732"/>
                    </a:lnTo>
                    <a:cubicBezTo>
                      <a:pt x="2281801" y="2367725"/>
                      <a:pt x="2467430" y="2349840"/>
                      <a:pt x="2530541" y="2244806"/>
                    </a:cubicBezTo>
                    <a:cubicBezTo>
                      <a:pt x="2601541" y="2126643"/>
                      <a:pt x="2502356" y="1923350"/>
                      <a:pt x="2289139" y="1700285"/>
                    </a:cubicBezTo>
                    <a:close/>
                    <a:moveTo>
                      <a:pt x="491768" y="1666932"/>
                    </a:moveTo>
                    <a:lnTo>
                      <a:pt x="473585" y="1684439"/>
                    </a:lnTo>
                    <a:cubicBezTo>
                      <a:pt x="256508" y="1903749"/>
                      <a:pt x="153790" y="2105280"/>
                      <a:pt x="222717" y="2224664"/>
                    </a:cubicBezTo>
                    <a:cubicBezTo>
                      <a:pt x="283985" y="2330784"/>
                      <a:pt x="469273" y="2351906"/>
                      <a:pt x="719315" y="2300269"/>
                    </a:cubicBezTo>
                    <a:lnTo>
                      <a:pt x="831176" y="2270901"/>
                    </a:lnTo>
                    <a:lnTo>
                      <a:pt x="808495" y="2160317"/>
                    </a:lnTo>
                    <a:lnTo>
                      <a:pt x="776012" y="1899134"/>
                    </a:lnTo>
                    <a:lnTo>
                      <a:pt x="679735" y="1826895"/>
                    </a:lnTo>
                    <a:cubicBezTo>
                      <a:pt x="616990" y="1777691"/>
                      <a:pt x="557836" y="1727770"/>
                      <a:pt x="502637" y="1677612"/>
                    </a:cubicBezTo>
                    <a:close/>
                    <a:moveTo>
                      <a:pt x="2001099" y="1443878"/>
                    </a:moveTo>
                    <a:lnTo>
                      <a:pt x="2005588" y="1555029"/>
                    </a:lnTo>
                    <a:lnTo>
                      <a:pt x="2000712" y="1675767"/>
                    </a:lnTo>
                    <a:lnTo>
                      <a:pt x="2038461" y="1648469"/>
                    </a:lnTo>
                    <a:cubicBezTo>
                      <a:pt x="2070345" y="1623579"/>
                      <a:pt x="2101053" y="1598643"/>
                      <a:pt x="2130505" y="1573751"/>
                    </a:cubicBezTo>
                    <a:lnTo>
                      <a:pt x="2143759" y="1562074"/>
                    </a:lnTo>
                    <a:lnTo>
                      <a:pt x="2039991" y="1473050"/>
                    </a:lnTo>
                    <a:close/>
                    <a:moveTo>
                      <a:pt x="764411" y="1434288"/>
                    </a:moveTo>
                    <a:lnTo>
                      <a:pt x="726661" y="1461587"/>
                    </a:lnTo>
                    <a:cubicBezTo>
                      <a:pt x="694778" y="1486477"/>
                      <a:pt x="664070" y="1511412"/>
                      <a:pt x="634617" y="1536305"/>
                    </a:cubicBezTo>
                    <a:lnTo>
                      <a:pt x="621360" y="1547985"/>
                    </a:lnTo>
                    <a:lnTo>
                      <a:pt x="725129" y="1637009"/>
                    </a:lnTo>
                    <a:lnTo>
                      <a:pt x="764024" y="1666183"/>
                    </a:lnTo>
                    <a:lnTo>
                      <a:pt x="759534" y="1555029"/>
                    </a:lnTo>
                    <a:close/>
                    <a:moveTo>
                      <a:pt x="1386966" y="1049980"/>
                    </a:moveTo>
                    <a:lnTo>
                      <a:pt x="1160689" y="1170734"/>
                    </a:lnTo>
                    <a:lnTo>
                      <a:pt x="947211" y="1303680"/>
                    </a:lnTo>
                    <a:lnTo>
                      <a:pt x="938816" y="1555028"/>
                    </a:lnTo>
                    <a:lnTo>
                      <a:pt x="947046" y="1801432"/>
                    </a:lnTo>
                    <a:lnTo>
                      <a:pt x="1154015" y="1935392"/>
                    </a:lnTo>
                    <a:lnTo>
                      <a:pt x="1378151" y="2060078"/>
                    </a:lnTo>
                    <a:lnTo>
                      <a:pt x="1604433" y="1939321"/>
                    </a:lnTo>
                    <a:lnTo>
                      <a:pt x="1817909" y="1806377"/>
                    </a:lnTo>
                    <a:lnTo>
                      <a:pt x="1826304" y="1555028"/>
                    </a:lnTo>
                    <a:lnTo>
                      <a:pt x="1818074" y="1308628"/>
                    </a:lnTo>
                    <a:lnTo>
                      <a:pt x="1611105" y="1174667"/>
                    </a:lnTo>
                    <a:close/>
                    <a:moveTo>
                      <a:pt x="1767179" y="890733"/>
                    </a:moveTo>
                    <a:lnTo>
                      <a:pt x="1629589" y="940281"/>
                    </a:lnTo>
                    <a:lnTo>
                      <a:pt x="1589093" y="958419"/>
                    </a:lnTo>
                    <a:lnTo>
                      <a:pt x="1703444" y="1020991"/>
                    </a:lnTo>
                    <a:lnTo>
                      <a:pt x="1796116" y="1079257"/>
                    </a:lnTo>
                    <a:lnTo>
                      <a:pt x="1791432" y="1033723"/>
                    </a:lnTo>
                    <a:close/>
                    <a:moveTo>
                      <a:pt x="1001168" y="880921"/>
                    </a:moveTo>
                    <a:lnTo>
                      <a:pt x="973688" y="1033723"/>
                    </a:lnTo>
                    <a:lnTo>
                      <a:pt x="969233" y="1077033"/>
                    </a:lnTo>
                    <a:lnTo>
                      <a:pt x="1071048" y="1015472"/>
                    </a:lnTo>
                    <a:lnTo>
                      <a:pt x="1186470" y="954907"/>
                    </a:lnTo>
                    <a:lnTo>
                      <a:pt x="1146299" y="936065"/>
                    </a:lnTo>
                    <a:close/>
                    <a:moveTo>
                      <a:pt x="2296662" y="783036"/>
                    </a:moveTo>
                    <a:cubicBezTo>
                      <a:pt x="2224233" y="781291"/>
                      <a:pt x="2139574" y="790423"/>
                      <a:pt x="2045808" y="809787"/>
                    </a:cubicBezTo>
                    <a:lnTo>
                      <a:pt x="1933945" y="839155"/>
                    </a:lnTo>
                    <a:lnTo>
                      <a:pt x="1956628" y="949742"/>
                    </a:lnTo>
                    <a:lnTo>
                      <a:pt x="1989111" y="1210925"/>
                    </a:lnTo>
                    <a:lnTo>
                      <a:pt x="2085387" y="1283163"/>
                    </a:lnTo>
                    <a:cubicBezTo>
                      <a:pt x="2148132" y="1332368"/>
                      <a:pt x="2207286" y="1382289"/>
                      <a:pt x="2262485" y="1432446"/>
                    </a:cubicBezTo>
                    <a:lnTo>
                      <a:pt x="2273353" y="1443125"/>
                    </a:lnTo>
                    <a:lnTo>
                      <a:pt x="2291537" y="1425616"/>
                    </a:lnTo>
                    <a:cubicBezTo>
                      <a:pt x="2508615" y="1206306"/>
                      <a:pt x="2611333" y="1004776"/>
                      <a:pt x="2542406" y="885391"/>
                    </a:cubicBezTo>
                    <a:cubicBezTo>
                      <a:pt x="2504113" y="819067"/>
                      <a:pt x="2417375" y="785944"/>
                      <a:pt x="2296662" y="783036"/>
                    </a:cubicBezTo>
                    <a:close/>
                    <a:moveTo>
                      <a:pt x="482072" y="767202"/>
                    </a:moveTo>
                    <a:cubicBezTo>
                      <a:pt x="361326" y="768003"/>
                      <a:pt x="274023" y="799606"/>
                      <a:pt x="234579" y="865253"/>
                    </a:cubicBezTo>
                    <a:cubicBezTo>
                      <a:pt x="163579" y="983417"/>
                      <a:pt x="262764" y="1186709"/>
                      <a:pt x="475981" y="1409774"/>
                    </a:cubicBezTo>
                    <a:lnTo>
                      <a:pt x="494126" y="1427453"/>
                    </a:lnTo>
                    <a:lnTo>
                      <a:pt x="571333" y="1360517"/>
                    </a:lnTo>
                    <a:cubicBezTo>
                      <a:pt x="607672" y="1330436"/>
                      <a:pt x="645452" y="1300540"/>
                      <a:pt x="684587" y="1270938"/>
                    </a:cubicBezTo>
                    <a:lnTo>
                      <a:pt x="776848" y="1204197"/>
                    </a:lnTo>
                    <a:lnTo>
                      <a:pt x="808495" y="949742"/>
                    </a:lnTo>
                    <a:lnTo>
                      <a:pt x="835139" y="827220"/>
                    </a:lnTo>
                    <a:lnTo>
                      <a:pt x="732420" y="798327"/>
                    </a:lnTo>
                    <a:cubicBezTo>
                      <a:pt x="639007" y="777329"/>
                      <a:pt x="554520" y="766721"/>
                      <a:pt x="482072" y="767202"/>
                    </a:cubicBezTo>
                    <a:close/>
                    <a:moveTo>
                      <a:pt x="1382560" y="215755"/>
                    </a:moveTo>
                    <a:cubicBezTo>
                      <a:pt x="1244707" y="215755"/>
                      <a:pt x="1121535" y="405476"/>
                      <a:pt x="1040146" y="703126"/>
                    </a:cubicBezTo>
                    <a:lnTo>
                      <a:pt x="1038397" y="710184"/>
                    </a:lnTo>
                    <a:lnTo>
                      <a:pt x="1159394" y="751212"/>
                    </a:lnTo>
                    <a:lnTo>
                      <a:pt x="1388689" y="852872"/>
                    </a:lnTo>
                    <a:lnTo>
                      <a:pt x="1619722" y="755229"/>
                    </a:lnTo>
                    <a:lnTo>
                      <a:pt x="1729016" y="720284"/>
                    </a:lnTo>
                    <a:lnTo>
                      <a:pt x="1724974" y="703126"/>
                    </a:lnTo>
                    <a:cubicBezTo>
                      <a:pt x="1643585" y="405476"/>
                      <a:pt x="1520414" y="215755"/>
                      <a:pt x="1382560" y="215755"/>
                    </a:cubicBezTo>
                    <a:close/>
                    <a:moveTo>
                      <a:pt x="1382561" y="0"/>
                    </a:moveTo>
                    <a:cubicBezTo>
                      <a:pt x="1576111" y="0"/>
                      <a:pt x="1749046" y="220285"/>
                      <a:pt x="1863319" y="565886"/>
                    </a:cubicBezTo>
                    <a:lnTo>
                      <a:pt x="1892754" y="669221"/>
                    </a:lnTo>
                    <a:lnTo>
                      <a:pt x="1998805" y="644109"/>
                    </a:lnTo>
                    <a:cubicBezTo>
                      <a:pt x="2355240" y="570272"/>
                      <a:pt x="2632481" y="609896"/>
                      <a:pt x="2729256" y="777515"/>
                    </a:cubicBezTo>
                    <a:cubicBezTo>
                      <a:pt x="2826030" y="945133"/>
                      <a:pt x="2721726" y="1205043"/>
                      <a:pt x="2479563" y="1476806"/>
                    </a:cubicBezTo>
                    <a:lnTo>
                      <a:pt x="2396868" y="1564493"/>
                    </a:lnTo>
                    <a:lnTo>
                      <a:pt x="2415853" y="1583149"/>
                    </a:lnTo>
                    <a:cubicBezTo>
                      <a:pt x="2697403" y="1884053"/>
                      <a:pt x="2823474" y="2176199"/>
                      <a:pt x="2715481" y="2355928"/>
                    </a:cubicBezTo>
                    <a:cubicBezTo>
                      <a:pt x="2615796" y="2521833"/>
                      <a:pt x="2337906" y="2556612"/>
                      <a:pt x="1982813" y="2476565"/>
                    </a:cubicBezTo>
                    <a:lnTo>
                      <a:pt x="1890625" y="2453030"/>
                    </a:lnTo>
                    <a:lnTo>
                      <a:pt x="1863319" y="2544172"/>
                    </a:lnTo>
                    <a:cubicBezTo>
                      <a:pt x="1749047" y="2889773"/>
                      <a:pt x="1576111" y="3110058"/>
                      <a:pt x="1382561" y="3110058"/>
                    </a:cubicBezTo>
                    <a:cubicBezTo>
                      <a:pt x="1189012" y="3110058"/>
                      <a:pt x="1016076" y="2889773"/>
                      <a:pt x="901803" y="2544172"/>
                    </a:cubicBezTo>
                    <a:lnTo>
                      <a:pt x="872368" y="2440837"/>
                    </a:lnTo>
                    <a:lnTo>
                      <a:pt x="766317" y="2465949"/>
                    </a:lnTo>
                    <a:cubicBezTo>
                      <a:pt x="409882" y="2539787"/>
                      <a:pt x="132641" y="2500163"/>
                      <a:pt x="35866" y="2332544"/>
                    </a:cubicBezTo>
                    <a:cubicBezTo>
                      <a:pt x="-60908" y="2164925"/>
                      <a:pt x="43396" y="1905015"/>
                      <a:pt x="285559" y="1633252"/>
                    </a:cubicBezTo>
                    <a:lnTo>
                      <a:pt x="368254" y="1545565"/>
                    </a:lnTo>
                    <a:lnTo>
                      <a:pt x="349269" y="1526910"/>
                    </a:lnTo>
                    <a:cubicBezTo>
                      <a:pt x="67719" y="1226005"/>
                      <a:pt x="-58351" y="933860"/>
                      <a:pt x="49641" y="754130"/>
                    </a:cubicBezTo>
                    <a:cubicBezTo>
                      <a:pt x="149326" y="588226"/>
                      <a:pt x="427216" y="553446"/>
                      <a:pt x="782309" y="633493"/>
                    </a:cubicBezTo>
                    <a:lnTo>
                      <a:pt x="874497" y="657029"/>
                    </a:lnTo>
                    <a:lnTo>
                      <a:pt x="901803" y="565886"/>
                    </a:lnTo>
                    <a:cubicBezTo>
                      <a:pt x="1016076" y="220285"/>
                      <a:pt x="1189012" y="0"/>
                      <a:pt x="138256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3122" name="Google Shape;3122;p57"/>
              <p:cNvSpPr/>
              <p:nvPr/>
            </p:nvSpPr>
            <p:spPr>
              <a:xfrm>
                <a:off x="7496004" y="3682990"/>
                <a:ext cx="320490" cy="269438"/>
              </a:xfrm>
              <a:custGeom>
                <a:rect b="b" l="l" r="r" t="t"/>
                <a:pathLst>
                  <a:path extrusionOk="0" h="3350285" w="3985089">
                    <a:moveTo>
                      <a:pt x="1489879" y="1687056"/>
                    </a:moveTo>
                    <a:cubicBezTo>
                      <a:pt x="1413602" y="1687056"/>
                      <a:pt x="1351768" y="1748890"/>
                      <a:pt x="1351768" y="1825167"/>
                    </a:cubicBezTo>
                    <a:lnTo>
                      <a:pt x="1351768" y="1828965"/>
                    </a:lnTo>
                    <a:cubicBezTo>
                      <a:pt x="1351768" y="1905242"/>
                      <a:pt x="1413602" y="1967076"/>
                      <a:pt x="1489879" y="1967076"/>
                    </a:cubicBezTo>
                    <a:lnTo>
                      <a:pt x="1717713" y="1967076"/>
                    </a:lnTo>
                    <a:cubicBezTo>
                      <a:pt x="1793990" y="1967076"/>
                      <a:pt x="1855824" y="1905242"/>
                      <a:pt x="1855824" y="1828965"/>
                    </a:cubicBezTo>
                    <a:lnTo>
                      <a:pt x="1855824" y="1825167"/>
                    </a:lnTo>
                    <a:cubicBezTo>
                      <a:pt x="1855824" y="1748890"/>
                      <a:pt x="1793990" y="1687056"/>
                      <a:pt x="1717713" y="1687056"/>
                    </a:cubicBezTo>
                    <a:close/>
                    <a:moveTo>
                      <a:pt x="2281462" y="1675141"/>
                    </a:moveTo>
                    <a:cubicBezTo>
                      <a:pt x="2205185" y="1675141"/>
                      <a:pt x="2143351" y="1736975"/>
                      <a:pt x="2143351" y="1813252"/>
                    </a:cubicBezTo>
                    <a:lnTo>
                      <a:pt x="2143351" y="1817050"/>
                    </a:lnTo>
                    <a:cubicBezTo>
                      <a:pt x="2143351" y="1893327"/>
                      <a:pt x="2205185" y="1955161"/>
                      <a:pt x="2281462" y="1955161"/>
                    </a:cubicBezTo>
                    <a:lnTo>
                      <a:pt x="2509296" y="1955161"/>
                    </a:lnTo>
                    <a:cubicBezTo>
                      <a:pt x="2585573" y="1955161"/>
                      <a:pt x="2647407" y="1893327"/>
                      <a:pt x="2647407" y="1817050"/>
                    </a:cubicBezTo>
                    <a:lnTo>
                      <a:pt x="2647407" y="1813252"/>
                    </a:lnTo>
                    <a:cubicBezTo>
                      <a:pt x="2647407" y="1736975"/>
                      <a:pt x="2585573" y="1675141"/>
                      <a:pt x="2509296" y="1675141"/>
                    </a:cubicBezTo>
                    <a:close/>
                    <a:moveTo>
                      <a:pt x="2837535" y="1159396"/>
                    </a:moveTo>
                    <a:cubicBezTo>
                      <a:pt x="2731595" y="1159396"/>
                      <a:pt x="2645713" y="1245278"/>
                      <a:pt x="2645713" y="1351218"/>
                    </a:cubicBezTo>
                    <a:cubicBezTo>
                      <a:pt x="2645713" y="1457158"/>
                      <a:pt x="2731595" y="1543040"/>
                      <a:pt x="2837535" y="1543040"/>
                    </a:cubicBezTo>
                    <a:cubicBezTo>
                      <a:pt x="2943475" y="1543040"/>
                      <a:pt x="3029357" y="1457158"/>
                      <a:pt x="3029357" y="1351218"/>
                    </a:cubicBezTo>
                    <a:cubicBezTo>
                      <a:pt x="3029357" y="1245278"/>
                      <a:pt x="2943475" y="1159396"/>
                      <a:pt x="2837535" y="1159396"/>
                    </a:cubicBezTo>
                    <a:close/>
                    <a:moveTo>
                      <a:pt x="3235655" y="750352"/>
                    </a:moveTo>
                    <a:cubicBezTo>
                      <a:pt x="3129715" y="750352"/>
                      <a:pt x="3043833" y="836234"/>
                      <a:pt x="3043833" y="942174"/>
                    </a:cubicBezTo>
                    <a:cubicBezTo>
                      <a:pt x="3043833" y="1048114"/>
                      <a:pt x="3129715" y="1133996"/>
                      <a:pt x="3235655" y="1133996"/>
                    </a:cubicBezTo>
                    <a:cubicBezTo>
                      <a:pt x="3341595" y="1133996"/>
                      <a:pt x="3427477" y="1048114"/>
                      <a:pt x="3427477" y="942174"/>
                    </a:cubicBezTo>
                    <a:cubicBezTo>
                      <a:pt x="3427477" y="836234"/>
                      <a:pt x="3341595" y="750352"/>
                      <a:pt x="3235655" y="750352"/>
                    </a:cubicBezTo>
                    <a:close/>
                    <a:moveTo>
                      <a:pt x="2455585" y="750352"/>
                    </a:moveTo>
                    <a:cubicBezTo>
                      <a:pt x="2349645" y="750352"/>
                      <a:pt x="2263763" y="836234"/>
                      <a:pt x="2263763" y="942174"/>
                    </a:cubicBezTo>
                    <a:cubicBezTo>
                      <a:pt x="2263763" y="1048114"/>
                      <a:pt x="2349645" y="1133996"/>
                      <a:pt x="2455585" y="1133996"/>
                    </a:cubicBezTo>
                    <a:cubicBezTo>
                      <a:pt x="2561525" y="1133996"/>
                      <a:pt x="2647407" y="1048114"/>
                      <a:pt x="2647407" y="942174"/>
                    </a:cubicBezTo>
                    <a:cubicBezTo>
                      <a:pt x="2647407" y="836234"/>
                      <a:pt x="2561525" y="750352"/>
                      <a:pt x="2455585" y="750352"/>
                    </a:cubicBezTo>
                    <a:close/>
                    <a:moveTo>
                      <a:pt x="941776" y="640989"/>
                    </a:moveTo>
                    <a:lnTo>
                      <a:pt x="1181794" y="640989"/>
                    </a:lnTo>
                    <a:lnTo>
                      <a:pt x="1181794" y="881020"/>
                    </a:lnTo>
                    <a:lnTo>
                      <a:pt x="1421825" y="881020"/>
                    </a:lnTo>
                    <a:lnTo>
                      <a:pt x="1421825" y="1121038"/>
                    </a:lnTo>
                    <a:lnTo>
                      <a:pt x="1181794" y="1121038"/>
                    </a:lnTo>
                    <a:lnTo>
                      <a:pt x="1181794" y="1361069"/>
                    </a:lnTo>
                    <a:lnTo>
                      <a:pt x="941776" y="1361069"/>
                    </a:lnTo>
                    <a:lnTo>
                      <a:pt x="941776" y="1121038"/>
                    </a:lnTo>
                    <a:lnTo>
                      <a:pt x="701745" y="1121038"/>
                    </a:lnTo>
                    <a:lnTo>
                      <a:pt x="701745" y="881020"/>
                    </a:lnTo>
                    <a:lnTo>
                      <a:pt x="941776" y="881020"/>
                    </a:lnTo>
                    <a:close/>
                    <a:moveTo>
                      <a:pt x="1061785" y="459017"/>
                    </a:moveTo>
                    <a:cubicBezTo>
                      <a:pt x="762440" y="459017"/>
                      <a:pt x="519773" y="701684"/>
                      <a:pt x="519773" y="1001029"/>
                    </a:cubicBezTo>
                    <a:cubicBezTo>
                      <a:pt x="519773" y="1300374"/>
                      <a:pt x="762440" y="1543041"/>
                      <a:pt x="1061785" y="1543041"/>
                    </a:cubicBezTo>
                    <a:cubicBezTo>
                      <a:pt x="1361130" y="1543041"/>
                      <a:pt x="1603797" y="1300374"/>
                      <a:pt x="1603797" y="1001029"/>
                    </a:cubicBezTo>
                    <a:cubicBezTo>
                      <a:pt x="1603797" y="701684"/>
                      <a:pt x="1361130" y="459017"/>
                      <a:pt x="1061785" y="459017"/>
                    </a:cubicBezTo>
                    <a:close/>
                    <a:moveTo>
                      <a:pt x="2837535" y="359296"/>
                    </a:moveTo>
                    <a:cubicBezTo>
                      <a:pt x="2731595" y="359296"/>
                      <a:pt x="2645713" y="445178"/>
                      <a:pt x="2645713" y="551118"/>
                    </a:cubicBezTo>
                    <a:cubicBezTo>
                      <a:pt x="2645713" y="657058"/>
                      <a:pt x="2731595" y="742940"/>
                      <a:pt x="2837535" y="742940"/>
                    </a:cubicBezTo>
                    <a:cubicBezTo>
                      <a:pt x="2943475" y="742940"/>
                      <a:pt x="3029357" y="657058"/>
                      <a:pt x="3029357" y="551118"/>
                    </a:cubicBezTo>
                    <a:cubicBezTo>
                      <a:pt x="3029357" y="445178"/>
                      <a:pt x="2943475" y="359296"/>
                      <a:pt x="2837535" y="359296"/>
                    </a:cubicBezTo>
                    <a:close/>
                    <a:moveTo>
                      <a:pt x="927799" y="0"/>
                    </a:moveTo>
                    <a:lnTo>
                      <a:pt x="2978398" y="0"/>
                    </a:lnTo>
                    <a:cubicBezTo>
                      <a:pt x="3447374" y="0"/>
                      <a:pt x="3902811" y="418280"/>
                      <a:pt x="3926614" y="887256"/>
                    </a:cubicBezTo>
                    <a:cubicBezTo>
                      <a:pt x="4011721" y="1784310"/>
                      <a:pt x="4065643" y="3326870"/>
                      <a:pt x="3630620" y="3349891"/>
                    </a:cubicBezTo>
                    <a:cubicBezTo>
                      <a:pt x="3101375" y="3362701"/>
                      <a:pt x="2778421" y="2566209"/>
                      <a:pt x="2352321" y="2174369"/>
                    </a:cubicBezTo>
                    <a:lnTo>
                      <a:pt x="1572952" y="2174369"/>
                    </a:lnTo>
                    <a:cubicBezTo>
                      <a:pt x="1161652" y="2566210"/>
                      <a:pt x="901104" y="3370635"/>
                      <a:pt x="339051" y="3349892"/>
                    </a:cubicBezTo>
                    <a:cubicBezTo>
                      <a:pt x="-171518" y="3349299"/>
                      <a:pt x="45251" y="1463012"/>
                      <a:pt x="48163" y="849156"/>
                    </a:cubicBezTo>
                    <a:cubicBezTo>
                      <a:pt x="48163" y="380180"/>
                      <a:pt x="458823" y="0"/>
                      <a:pt x="927799"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123" name="Google Shape;3123;p57"/>
              <p:cNvSpPr/>
              <p:nvPr/>
            </p:nvSpPr>
            <p:spPr>
              <a:xfrm>
                <a:off x="7501595" y="3961380"/>
                <a:ext cx="348693" cy="269437"/>
              </a:xfrm>
              <a:custGeom>
                <a:rect b="b" l="l" r="r" t="t"/>
                <a:pathLst>
                  <a:path extrusionOk="0" h="3051548" w="3949160">
                    <a:moveTo>
                      <a:pt x="2339911" y="638678"/>
                    </a:moveTo>
                    <a:cubicBezTo>
                      <a:pt x="3228675" y="638678"/>
                      <a:pt x="3949160" y="1138384"/>
                      <a:pt x="3949160" y="1754802"/>
                    </a:cubicBezTo>
                    <a:cubicBezTo>
                      <a:pt x="3949160" y="2075792"/>
                      <a:pt x="3753790" y="2365135"/>
                      <a:pt x="3440317" y="2567662"/>
                    </a:cubicBezTo>
                    <a:lnTo>
                      <a:pt x="3655878" y="3051548"/>
                    </a:lnTo>
                    <a:lnTo>
                      <a:pt x="2882697" y="2804439"/>
                    </a:lnTo>
                    <a:cubicBezTo>
                      <a:pt x="2713357" y="2847946"/>
                      <a:pt x="2530504" y="2870926"/>
                      <a:pt x="2339911" y="2870926"/>
                    </a:cubicBezTo>
                    <a:cubicBezTo>
                      <a:pt x="1451147" y="2870926"/>
                      <a:pt x="730662" y="2371220"/>
                      <a:pt x="730662" y="1754802"/>
                    </a:cubicBezTo>
                    <a:cubicBezTo>
                      <a:pt x="730662" y="1138384"/>
                      <a:pt x="1451147" y="638678"/>
                      <a:pt x="2339911" y="638678"/>
                    </a:cubicBezTo>
                    <a:close/>
                    <a:moveTo>
                      <a:pt x="1609249" y="0"/>
                    </a:moveTo>
                    <a:cubicBezTo>
                      <a:pt x="2214487" y="0"/>
                      <a:pt x="2741687" y="231736"/>
                      <a:pt x="3015976" y="574644"/>
                    </a:cubicBezTo>
                    <a:cubicBezTo>
                      <a:pt x="2789246" y="488504"/>
                      <a:pt x="2533611" y="440957"/>
                      <a:pt x="2263344" y="440957"/>
                    </a:cubicBezTo>
                    <a:cubicBezTo>
                      <a:pt x="1318096" y="440957"/>
                      <a:pt x="551821" y="1022559"/>
                      <a:pt x="551821" y="1740001"/>
                    </a:cubicBezTo>
                    <a:cubicBezTo>
                      <a:pt x="551821" y="1819940"/>
                      <a:pt x="561334" y="1898193"/>
                      <a:pt x="580963" y="1973803"/>
                    </a:cubicBezTo>
                    <a:cubicBezTo>
                      <a:pt x="578579" y="1972737"/>
                      <a:pt x="677277" y="2155498"/>
                      <a:pt x="675039" y="2154187"/>
                    </a:cubicBezTo>
                    <a:lnTo>
                      <a:pt x="502119" y="2089690"/>
                    </a:lnTo>
                    <a:lnTo>
                      <a:pt x="213774" y="2502637"/>
                    </a:lnTo>
                    <a:cubicBezTo>
                      <a:pt x="162937" y="2145510"/>
                      <a:pt x="82414" y="1758692"/>
                      <a:pt x="31577" y="1383752"/>
                    </a:cubicBezTo>
                    <a:cubicBezTo>
                      <a:pt x="6733" y="1307252"/>
                      <a:pt x="0" y="1197870"/>
                      <a:pt x="0" y="1116124"/>
                    </a:cubicBezTo>
                    <a:cubicBezTo>
                      <a:pt x="0" y="499706"/>
                      <a:pt x="720485" y="0"/>
                      <a:pt x="1609249"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124" name="Google Shape;3124;p57"/>
              <p:cNvSpPr/>
              <p:nvPr/>
            </p:nvSpPr>
            <p:spPr>
              <a:xfrm rot="10800000">
                <a:off x="7556822" y="3332187"/>
                <a:ext cx="299221" cy="322665"/>
              </a:xfrm>
              <a:custGeom>
                <a:rect b="b" l="l" r="r" t="t"/>
                <a:pathLst>
                  <a:path extrusionOk="0" h="3963955" w="3672275">
                    <a:moveTo>
                      <a:pt x="984766" y="3417555"/>
                    </a:moveTo>
                    <a:cubicBezTo>
                      <a:pt x="932254" y="3417555"/>
                      <a:pt x="882982" y="3403623"/>
                      <a:pt x="841068" y="3378104"/>
                    </a:cubicBezTo>
                    <a:lnTo>
                      <a:pt x="840676" y="3378710"/>
                    </a:lnTo>
                    <a:lnTo>
                      <a:pt x="835545" y="3375094"/>
                    </a:lnTo>
                    <a:cubicBezTo>
                      <a:pt x="823791" y="3369308"/>
                      <a:pt x="813094" y="3361844"/>
                      <a:pt x="803763" y="3352697"/>
                    </a:cubicBezTo>
                    <a:cubicBezTo>
                      <a:pt x="147868" y="2908007"/>
                      <a:pt x="-148746" y="2089941"/>
                      <a:pt x="72539" y="1325492"/>
                    </a:cubicBezTo>
                    <a:cubicBezTo>
                      <a:pt x="298018" y="546553"/>
                      <a:pt x="1007805" y="7791"/>
                      <a:pt x="1818686" y="83"/>
                    </a:cubicBezTo>
                    <a:cubicBezTo>
                      <a:pt x="2629567" y="-7624"/>
                      <a:pt x="3349467" y="517549"/>
                      <a:pt x="3589711" y="1292061"/>
                    </a:cubicBezTo>
                    <a:cubicBezTo>
                      <a:pt x="3828334" y="2061344"/>
                      <a:pt x="3537615" y="2895621"/>
                      <a:pt x="2873980" y="3349798"/>
                    </a:cubicBezTo>
                    <a:cubicBezTo>
                      <a:pt x="2824845" y="3391084"/>
                      <a:pt x="2761401" y="3415171"/>
                      <a:pt x="2692355" y="3415171"/>
                    </a:cubicBezTo>
                    <a:cubicBezTo>
                      <a:pt x="2531252" y="3415171"/>
                      <a:pt x="2400652" y="3284038"/>
                      <a:pt x="2400652" y="3122277"/>
                    </a:cubicBezTo>
                    <a:cubicBezTo>
                      <a:pt x="2400652" y="3018609"/>
                      <a:pt x="2454292" y="2927520"/>
                      <a:pt x="2535552" y="2875976"/>
                    </a:cubicBezTo>
                    <a:lnTo>
                      <a:pt x="2534959" y="2875094"/>
                    </a:lnTo>
                    <a:cubicBezTo>
                      <a:pt x="2993902" y="2566441"/>
                      <a:pt x="3196002" y="1993261"/>
                      <a:pt x="3032146" y="1465012"/>
                    </a:cubicBezTo>
                    <a:cubicBezTo>
                      <a:pt x="2868290" y="936764"/>
                      <a:pt x="2377289" y="578575"/>
                      <a:pt x="1824236" y="583831"/>
                    </a:cubicBezTo>
                    <a:cubicBezTo>
                      <a:pt x="1271183" y="589088"/>
                      <a:pt x="787080" y="956545"/>
                      <a:pt x="633294" y="1487812"/>
                    </a:cubicBezTo>
                    <a:cubicBezTo>
                      <a:pt x="479508" y="2019079"/>
                      <a:pt x="692467" y="2588315"/>
                      <a:pt x="1157194" y="2888188"/>
                    </a:cubicBezTo>
                    <a:lnTo>
                      <a:pt x="1156634" y="2889057"/>
                    </a:lnTo>
                    <a:cubicBezTo>
                      <a:pt x="1229500" y="2941659"/>
                      <a:pt x="1276469" y="3027652"/>
                      <a:pt x="1276469" y="3124661"/>
                    </a:cubicBezTo>
                    <a:cubicBezTo>
                      <a:pt x="1276469" y="3286422"/>
                      <a:pt x="1145869" y="3417555"/>
                      <a:pt x="984766" y="3417555"/>
                    </a:cubicBezTo>
                    <a:close/>
                    <a:moveTo>
                      <a:pt x="1836138" y="3963955"/>
                    </a:moveTo>
                    <a:cubicBezTo>
                      <a:pt x="1677062" y="3963955"/>
                      <a:pt x="1548106" y="3834999"/>
                      <a:pt x="1548106" y="3675923"/>
                    </a:cubicBezTo>
                    <a:lnTo>
                      <a:pt x="1548106" y="1958036"/>
                    </a:lnTo>
                    <a:cubicBezTo>
                      <a:pt x="1548106" y="1798960"/>
                      <a:pt x="1677062" y="1670004"/>
                      <a:pt x="1836138" y="1670004"/>
                    </a:cubicBezTo>
                    <a:cubicBezTo>
                      <a:pt x="1995214" y="1670004"/>
                      <a:pt x="2124170" y="1798960"/>
                      <a:pt x="2124170" y="1958036"/>
                    </a:cubicBezTo>
                    <a:lnTo>
                      <a:pt x="2124170" y="3675923"/>
                    </a:lnTo>
                    <a:cubicBezTo>
                      <a:pt x="2124170" y="3834999"/>
                      <a:pt x="1995214" y="3963955"/>
                      <a:pt x="1836138" y="396395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125" name="Google Shape;3125;p57"/>
              <p:cNvSpPr/>
              <p:nvPr/>
            </p:nvSpPr>
            <p:spPr>
              <a:xfrm>
                <a:off x="8516432" y="2099615"/>
                <a:ext cx="296548" cy="296548"/>
              </a:xfrm>
              <a:custGeom>
                <a:rect b="b" l="l" r="r" t="t"/>
                <a:pathLst>
                  <a:path extrusionOk="0" h="3960000" w="3960440">
                    <a:moveTo>
                      <a:pt x="1588743" y="1414211"/>
                    </a:moveTo>
                    <a:cubicBezTo>
                      <a:pt x="1540407" y="1411706"/>
                      <a:pt x="1506842" y="1440258"/>
                      <a:pt x="1506842" y="1478573"/>
                    </a:cubicBezTo>
                    <a:lnTo>
                      <a:pt x="1506842" y="2462752"/>
                    </a:lnTo>
                    <a:cubicBezTo>
                      <a:pt x="1506842" y="2484086"/>
                      <a:pt x="1516471" y="2503171"/>
                      <a:pt x="1532201" y="2515206"/>
                    </a:cubicBezTo>
                    <a:cubicBezTo>
                      <a:pt x="1552351" y="2541621"/>
                      <a:pt x="1589483" y="2548946"/>
                      <a:pt x="1619199" y="2531790"/>
                    </a:cubicBezTo>
                    <a:lnTo>
                      <a:pt x="2471524" y="2039700"/>
                    </a:lnTo>
                    <a:cubicBezTo>
                      <a:pt x="2509339" y="2017643"/>
                      <a:pt x="2509577" y="1945490"/>
                      <a:pt x="2464719" y="1913406"/>
                    </a:cubicBezTo>
                    <a:cubicBezTo>
                      <a:pt x="2315501" y="1808322"/>
                      <a:pt x="1748389" y="1486683"/>
                      <a:pt x="1588743" y="1414211"/>
                    </a:cubicBezTo>
                    <a:close/>
                    <a:moveTo>
                      <a:pt x="1982320" y="904379"/>
                    </a:moveTo>
                    <a:cubicBezTo>
                      <a:pt x="2575020" y="904379"/>
                      <a:pt x="3055498" y="1384857"/>
                      <a:pt x="3055498" y="1977557"/>
                    </a:cubicBezTo>
                    <a:cubicBezTo>
                      <a:pt x="3055498" y="2570257"/>
                      <a:pt x="2575020" y="3050735"/>
                      <a:pt x="1982320" y="3050735"/>
                    </a:cubicBezTo>
                    <a:cubicBezTo>
                      <a:pt x="1389620" y="3050735"/>
                      <a:pt x="909142" y="2570257"/>
                      <a:pt x="909142" y="1977557"/>
                    </a:cubicBezTo>
                    <a:cubicBezTo>
                      <a:pt x="909142" y="1384857"/>
                      <a:pt x="1389620" y="904379"/>
                      <a:pt x="1982320" y="904379"/>
                    </a:cubicBezTo>
                    <a:close/>
                    <a:moveTo>
                      <a:pt x="1982320" y="537397"/>
                    </a:moveTo>
                    <a:cubicBezTo>
                      <a:pt x="1186942" y="537397"/>
                      <a:pt x="542160" y="1182179"/>
                      <a:pt x="542160" y="1977557"/>
                    </a:cubicBezTo>
                    <a:cubicBezTo>
                      <a:pt x="542160" y="2772935"/>
                      <a:pt x="1186942" y="3417717"/>
                      <a:pt x="1982320" y="3417717"/>
                    </a:cubicBezTo>
                    <a:cubicBezTo>
                      <a:pt x="2777698" y="3417717"/>
                      <a:pt x="3422480" y="2772935"/>
                      <a:pt x="3422480" y="1977557"/>
                    </a:cubicBezTo>
                    <a:cubicBezTo>
                      <a:pt x="3422480" y="1182179"/>
                      <a:pt x="2777698" y="537397"/>
                      <a:pt x="1982320" y="537397"/>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126" name="Google Shape;3126;p57"/>
              <p:cNvSpPr/>
              <p:nvPr/>
            </p:nvSpPr>
            <p:spPr>
              <a:xfrm flipH="1">
                <a:off x="7608791" y="4297323"/>
                <a:ext cx="336694" cy="323742"/>
              </a:xfrm>
              <a:custGeom>
                <a:rect b="b" l="l" r="r" t="t"/>
                <a:pathLst>
                  <a:path extrusionOk="0" h="3817544" w="3948393">
                    <a:moveTo>
                      <a:pt x="1888045" y="2370407"/>
                    </a:moveTo>
                    <a:lnTo>
                      <a:pt x="1180379" y="2998560"/>
                    </a:lnTo>
                    <a:lnTo>
                      <a:pt x="695350" y="2712314"/>
                    </a:lnTo>
                    <a:lnTo>
                      <a:pt x="703301" y="3014463"/>
                    </a:lnTo>
                    <a:lnTo>
                      <a:pt x="1888044" y="3817544"/>
                    </a:lnTo>
                    <a:cubicBezTo>
                      <a:pt x="1885393" y="3356368"/>
                      <a:pt x="1874793" y="2911096"/>
                      <a:pt x="1888045" y="2370407"/>
                    </a:cubicBezTo>
                    <a:close/>
                    <a:moveTo>
                      <a:pt x="2059390" y="2370407"/>
                    </a:moveTo>
                    <a:cubicBezTo>
                      <a:pt x="2072642" y="2911096"/>
                      <a:pt x="2062042" y="3356368"/>
                      <a:pt x="2059391" y="3817544"/>
                    </a:cubicBezTo>
                    <a:lnTo>
                      <a:pt x="3244134" y="3014463"/>
                    </a:lnTo>
                    <a:lnTo>
                      <a:pt x="3252085" y="2712314"/>
                    </a:lnTo>
                    <a:lnTo>
                      <a:pt x="2767056" y="2998560"/>
                    </a:lnTo>
                    <a:close/>
                    <a:moveTo>
                      <a:pt x="733907" y="1451867"/>
                    </a:moveTo>
                    <a:lnTo>
                      <a:pt x="0" y="2113471"/>
                    </a:lnTo>
                    <a:lnTo>
                      <a:pt x="1170450" y="2848461"/>
                    </a:lnTo>
                    <a:lnTo>
                      <a:pt x="1919327" y="2170968"/>
                    </a:lnTo>
                    <a:close/>
                    <a:moveTo>
                      <a:pt x="3206900" y="1451867"/>
                    </a:moveTo>
                    <a:lnTo>
                      <a:pt x="2021479" y="2170968"/>
                    </a:lnTo>
                    <a:lnTo>
                      <a:pt x="2770356" y="2848461"/>
                    </a:lnTo>
                    <a:lnTo>
                      <a:pt x="3940806" y="2113471"/>
                    </a:lnTo>
                    <a:close/>
                    <a:moveTo>
                      <a:pt x="1195981" y="0"/>
                    </a:moveTo>
                    <a:lnTo>
                      <a:pt x="10560" y="719101"/>
                    </a:lnTo>
                    <a:lnTo>
                      <a:pt x="759438" y="1396594"/>
                    </a:lnTo>
                    <a:lnTo>
                      <a:pt x="1929887" y="661605"/>
                    </a:lnTo>
                    <a:close/>
                    <a:moveTo>
                      <a:pt x="2762973" y="0"/>
                    </a:moveTo>
                    <a:lnTo>
                      <a:pt x="2029067" y="661605"/>
                    </a:lnTo>
                    <a:lnTo>
                      <a:pt x="3199516" y="1396594"/>
                    </a:lnTo>
                    <a:lnTo>
                      <a:pt x="3948393" y="719101"/>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sp>
          <p:nvSpPr>
            <p:cNvPr id="3127" name="Google Shape;3127;p57"/>
            <p:cNvSpPr/>
            <p:nvPr/>
          </p:nvSpPr>
          <p:spPr>
            <a:xfrm>
              <a:off x="7350231" y="1734252"/>
              <a:ext cx="4243993" cy="4243993"/>
            </a:xfrm>
            <a:prstGeom prst="donut">
              <a:avLst>
                <a:gd fmla="val 14003" name="adj"/>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grpSp>
          <p:nvGrpSpPr>
            <p:cNvPr id="3128" name="Google Shape;3128;p57"/>
            <p:cNvGrpSpPr/>
            <p:nvPr/>
          </p:nvGrpSpPr>
          <p:grpSpPr>
            <a:xfrm>
              <a:off x="7907899" y="2308624"/>
              <a:ext cx="4313146" cy="4771421"/>
              <a:chOff x="7907899" y="2308624"/>
              <a:chExt cx="4313146" cy="4771421"/>
            </a:xfrm>
          </p:grpSpPr>
          <p:sp>
            <p:nvSpPr>
              <p:cNvPr id="3129" name="Google Shape;3129;p57"/>
              <p:cNvSpPr/>
              <p:nvPr/>
            </p:nvSpPr>
            <p:spPr>
              <a:xfrm rot="8348922">
                <a:off x="11198871" y="4958370"/>
                <a:ext cx="306777" cy="2301677"/>
              </a:xfrm>
              <a:custGeom>
                <a:rect b="b" l="l" r="r" t="t"/>
                <a:pathLst>
                  <a:path extrusionOk="0" h="2109330" w="281140">
                    <a:moveTo>
                      <a:pt x="0" y="2109328"/>
                    </a:moveTo>
                    <a:lnTo>
                      <a:pt x="0" y="0"/>
                    </a:lnTo>
                    <a:lnTo>
                      <a:pt x="281140" y="243113"/>
                    </a:lnTo>
                    <a:lnTo>
                      <a:pt x="281140" y="2109330"/>
                    </a:lnTo>
                    <a:close/>
                  </a:path>
                </a:pathLst>
              </a:custGeom>
              <a:solidFill>
                <a:srgbClr val="3F3F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130" name="Google Shape;3130;p57"/>
              <p:cNvSpPr/>
              <p:nvPr/>
            </p:nvSpPr>
            <p:spPr>
              <a:xfrm>
                <a:off x="7907899" y="2308624"/>
                <a:ext cx="3099805" cy="3099806"/>
              </a:xfrm>
              <a:prstGeom prst="donut">
                <a:avLst>
                  <a:gd fmla="val 3665" name="adj"/>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131" name="Google Shape;3131;p57"/>
              <p:cNvSpPr/>
              <p:nvPr/>
            </p:nvSpPr>
            <p:spPr>
              <a:xfrm rot="8399802">
                <a:off x="10257449" y="4979836"/>
                <a:ext cx="498891" cy="307559"/>
              </a:xfrm>
              <a:prstGeom prst="round2SameRect">
                <a:avLst>
                  <a:gd fmla="val 31004" name="adj1"/>
                  <a:gd fmla="val 0" name="adj2"/>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grpSp>
        <p:grpSp>
          <p:nvGrpSpPr>
            <p:cNvPr id="3132" name="Google Shape;3132;p57"/>
            <p:cNvGrpSpPr/>
            <p:nvPr/>
          </p:nvGrpSpPr>
          <p:grpSpPr>
            <a:xfrm>
              <a:off x="8045579" y="2409380"/>
              <a:ext cx="2811142" cy="2844985"/>
              <a:chOff x="8045579" y="2409380"/>
              <a:chExt cx="2811142" cy="2844985"/>
            </a:xfrm>
          </p:grpSpPr>
          <p:sp>
            <p:nvSpPr>
              <p:cNvPr id="3133" name="Google Shape;3133;p57"/>
              <p:cNvSpPr/>
              <p:nvPr/>
            </p:nvSpPr>
            <p:spPr>
              <a:xfrm>
                <a:off x="10509374" y="3444941"/>
                <a:ext cx="343339" cy="343339"/>
              </a:xfrm>
              <a:custGeom>
                <a:rect b="b" l="l" r="r" t="t"/>
                <a:pathLst>
                  <a:path extrusionOk="0" h="2700265" w="2376266">
                    <a:moveTo>
                      <a:pt x="1656387" y="1972892"/>
                    </a:moveTo>
                    <a:cubicBezTo>
                      <a:pt x="1611887" y="1973356"/>
                      <a:pt x="1563385" y="2005080"/>
                      <a:pt x="1534629" y="2057337"/>
                    </a:cubicBezTo>
                    <a:cubicBezTo>
                      <a:pt x="1496288" y="2127013"/>
                      <a:pt x="1507568" y="2206808"/>
                      <a:pt x="1559826" y="2235565"/>
                    </a:cubicBezTo>
                    <a:cubicBezTo>
                      <a:pt x="1612084" y="2264320"/>
                      <a:pt x="1685527" y="2231149"/>
                      <a:pt x="1723869" y="2161473"/>
                    </a:cubicBezTo>
                    <a:cubicBezTo>
                      <a:pt x="1762211" y="2091796"/>
                      <a:pt x="1750931" y="2012000"/>
                      <a:pt x="1698673" y="1983245"/>
                    </a:cubicBezTo>
                    <a:cubicBezTo>
                      <a:pt x="1685608" y="1976055"/>
                      <a:pt x="1671220" y="1972736"/>
                      <a:pt x="1656387" y="1972892"/>
                    </a:cubicBezTo>
                    <a:close/>
                    <a:moveTo>
                      <a:pt x="312688" y="1634792"/>
                    </a:moveTo>
                    <a:cubicBezTo>
                      <a:pt x="281116" y="1626772"/>
                      <a:pt x="249981" y="1631172"/>
                      <a:pt x="226763" y="1649891"/>
                    </a:cubicBezTo>
                    <a:cubicBezTo>
                      <a:pt x="180329" y="1687329"/>
                      <a:pt x="183153" y="1767868"/>
                      <a:pt x="233071" y="1829780"/>
                    </a:cubicBezTo>
                    <a:cubicBezTo>
                      <a:pt x="282989" y="1891692"/>
                      <a:pt x="361097" y="1911533"/>
                      <a:pt x="407532" y="1874094"/>
                    </a:cubicBezTo>
                    <a:cubicBezTo>
                      <a:pt x="453966" y="1836657"/>
                      <a:pt x="451142" y="1756118"/>
                      <a:pt x="401224" y="1694205"/>
                    </a:cubicBezTo>
                    <a:cubicBezTo>
                      <a:pt x="376265" y="1663249"/>
                      <a:pt x="344258" y="1642811"/>
                      <a:pt x="312688" y="1634792"/>
                    </a:cubicBezTo>
                    <a:close/>
                    <a:moveTo>
                      <a:pt x="1869299" y="1519920"/>
                    </a:moveTo>
                    <a:cubicBezTo>
                      <a:pt x="1824865" y="1522388"/>
                      <a:pt x="1777842" y="1556264"/>
                      <a:pt x="1751468" y="1609764"/>
                    </a:cubicBezTo>
                    <a:cubicBezTo>
                      <a:pt x="1716305" y="1681096"/>
                      <a:pt x="1731168" y="1760303"/>
                      <a:pt x="1784668" y="1786676"/>
                    </a:cubicBezTo>
                    <a:cubicBezTo>
                      <a:pt x="1838168" y="1813049"/>
                      <a:pt x="1910044" y="1776602"/>
                      <a:pt x="1945208" y="1705269"/>
                    </a:cubicBezTo>
                    <a:cubicBezTo>
                      <a:pt x="1980371" y="1633937"/>
                      <a:pt x="1965508" y="1554730"/>
                      <a:pt x="1912008" y="1528357"/>
                    </a:cubicBezTo>
                    <a:cubicBezTo>
                      <a:pt x="1898633" y="1521764"/>
                      <a:pt x="1884109" y="1519097"/>
                      <a:pt x="1869299" y="1519920"/>
                    </a:cubicBezTo>
                    <a:close/>
                    <a:moveTo>
                      <a:pt x="741251" y="1329992"/>
                    </a:moveTo>
                    <a:cubicBezTo>
                      <a:pt x="709680" y="1321974"/>
                      <a:pt x="678544" y="1326372"/>
                      <a:pt x="655326" y="1345092"/>
                    </a:cubicBezTo>
                    <a:cubicBezTo>
                      <a:pt x="608892" y="1382530"/>
                      <a:pt x="611716" y="1463069"/>
                      <a:pt x="661634" y="1524981"/>
                    </a:cubicBezTo>
                    <a:cubicBezTo>
                      <a:pt x="711552" y="1586893"/>
                      <a:pt x="789660" y="1606734"/>
                      <a:pt x="836094" y="1569294"/>
                    </a:cubicBezTo>
                    <a:cubicBezTo>
                      <a:pt x="882529" y="1531856"/>
                      <a:pt x="879704" y="1451317"/>
                      <a:pt x="829787" y="1389406"/>
                    </a:cubicBezTo>
                    <a:cubicBezTo>
                      <a:pt x="804828" y="1358450"/>
                      <a:pt x="772822" y="1338012"/>
                      <a:pt x="741251" y="1329992"/>
                    </a:cubicBezTo>
                    <a:close/>
                    <a:moveTo>
                      <a:pt x="2079316" y="1065457"/>
                    </a:moveTo>
                    <a:cubicBezTo>
                      <a:pt x="2035146" y="1070876"/>
                      <a:pt x="1990481" y="1107807"/>
                      <a:pt x="1967725" y="1162943"/>
                    </a:cubicBezTo>
                    <a:cubicBezTo>
                      <a:pt x="1937386" y="1236457"/>
                      <a:pt x="1957487" y="1314499"/>
                      <a:pt x="2012623" y="1337253"/>
                    </a:cubicBezTo>
                    <a:cubicBezTo>
                      <a:pt x="2067759" y="1360009"/>
                      <a:pt x="2137051" y="1318860"/>
                      <a:pt x="2167391" y="1245345"/>
                    </a:cubicBezTo>
                    <a:cubicBezTo>
                      <a:pt x="2197730" y="1171831"/>
                      <a:pt x="2177629" y="1093789"/>
                      <a:pt x="2122493" y="1071035"/>
                    </a:cubicBezTo>
                    <a:cubicBezTo>
                      <a:pt x="2108709" y="1065345"/>
                      <a:pt x="2094040" y="1063650"/>
                      <a:pt x="2079316" y="1065457"/>
                    </a:cubicBezTo>
                    <a:close/>
                    <a:moveTo>
                      <a:pt x="0" y="654162"/>
                    </a:moveTo>
                    <a:lnTo>
                      <a:pt x="1082073" y="1244384"/>
                    </a:lnTo>
                    <a:lnTo>
                      <a:pt x="1121421" y="2700265"/>
                    </a:lnTo>
                    <a:lnTo>
                      <a:pt x="4918" y="1923139"/>
                    </a:lnTo>
                    <a:cubicBezTo>
                      <a:pt x="3279" y="1498508"/>
                      <a:pt x="1639" y="1073875"/>
                      <a:pt x="0" y="654162"/>
                    </a:cubicBezTo>
                    <a:close/>
                    <a:moveTo>
                      <a:pt x="2375644" y="688592"/>
                    </a:moveTo>
                    <a:lnTo>
                      <a:pt x="2360889" y="1967406"/>
                    </a:lnTo>
                    <a:lnTo>
                      <a:pt x="1293570" y="2700265"/>
                    </a:lnTo>
                    <a:lnTo>
                      <a:pt x="1249303" y="1239466"/>
                    </a:lnTo>
                    <a:close/>
                    <a:moveTo>
                      <a:pt x="1214923" y="371219"/>
                    </a:moveTo>
                    <a:cubicBezTo>
                      <a:pt x="1197013" y="368793"/>
                      <a:pt x="1177834" y="369067"/>
                      <a:pt x="1158247" y="372480"/>
                    </a:cubicBezTo>
                    <a:cubicBezTo>
                      <a:pt x="1079899" y="386133"/>
                      <a:pt x="1024686" y="444836"/>
                      <a:pt x="1034926" y="503598"/>
                    </a:cubicBezTo>
                    <a:cubicBezTo>
                      <a:pt x="1045165" y="562359"/>
                      <a:pt x="1116980" y="598927"/>
                      <a:pt x="1195328" y="585274"/>
                    </a:cubicBezTo>
                    <a:cubicBezTo>
                      <a:pt x="1273676" y="571621"/>
                      <a:pt x="1328889" y="512918"/>
                      <a:pt x="1318650" y="454156"/>
                    </a:cubicBezTo>
                    <a:cubicBezTo>
                      <a:pt x="1310970" y="410086"/>
                      <a:pt x="1268654" y="378499"/>
                      <a:pt x="1214923" y="371219"/>
                    </a:cubicBezTo>
                    <a:close/>
                    <a:moveTo>
                      <a:pt x="1185985" y="0"/>
                    </a:moveTo>
                    <a:lnTo>
                      <a:pt x="2376266" y="506608"/>
                    </a:lnTo>
                    <a:lnTo>
                      <a:pt x="1161392" y="1101748"/>
                    </a:lnTo>
                    <a:lnTo>
                      <a:pt x="10460" y="491852"/>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134" name="Google Shape;3134;p57"/>
              <p:cNvSpPr/>
              <p:nvPr/>
            </p:nvSpPr>
            <p:spPr>
              <a:xfrm>
                <a:off x="8174482" y="4174830"/>
                <a:ext cx="392828" cy="392828"/>
              </a:xfrm>
              <a:custGeom>
                <a:rect b="b" l="l" r="r" t="t"/>
                <a:pathLst>
                  <a:path extrusionOk="0" h="4259405" w="4088964">
                    <a:moveTo>
                      <a:pt x="1480605" y="2231940"/>
                    </a:moveTo>
                    <a:lnTo>
                      <a:pt x="1199818" y="2044620"/>
                    </a:lnTo>
                    <a:lnTo>
                      <a:pt x="761621" y="2687221"/>
                    </a:lnTo>
                    <a:cubicBezTo>
                      <a:pt x="501536" y="2652619"/>
                      <a:pt x="265323" y="2467912"/>
                      <a:pt x="39127" y="2272940"/>
                    </a:cubicBezTo>
                    <a:cubicBezTo>
                      <a:pt x="-80639" y="2070133"/>
                      <a:pt x="269496" y="1743507"/>
                      <a:pt x="374515" y="1494038"/>
                    </a:cubicBezTo>
                    <a:lnTo>
                      <a:pt x="93728" y="1306717"/>
                    </a:lnTo>
                    <a:lnTo>
                      <a:pt x="1091841" y="1312633"/>
                    </a:lnTo>
                    <a:close/>
                    <a:moveTo>
                      <a:pt x="2759566" y="226796"/>
                    </a:moveTo>
                    <a:cubicBezTo>
                      <a:pt x="2331051" y="377379"/>
                      <a:pt x="2150002" y="492309"/>
                      <a:pt x="1991062" y="643648"/>
                    </a:cubicBezTo>
                    <a:lnTo>
                      <a:pt x="1463599" y="1446568"/>
                    </a:lnTo>
                    <a:lnTo>
                      <a:pt x="610317" y="909936"/>
                    </a:lnTo>
                    <a:cubicBezTo>
                      <a:pt x="810411" y="627556"/>
                      <a:pt x="1020899" y="239191"/>
                      <a:pt x="1244930" y="61882"/>
                    </a:cubicBezTo>
                    <a:cubicBezTo>
                      <a:pt x="1491876" y="-75367"/>
                      <a:pt x="1697752" y="31605"/>
                      <a:pt x="2759566" y="226796"/>
                    </a:cubicBezTo>
                    <a:close/>
                    <a:moveTo>
                      <a:pt x="1722488" y="3820535"/>
                    </a:moveTo>
                    <a:cubicBezTo>
                      <a:pt x="1376925" y="3801485"/>
                      <a:pt x="936112" y="3830060"/>
                      <a:pt x="666750" y="3734810"/>
                    </a:cubicBezTo>
                    <a:cubicBezTo>
                      <a:pt x="419100" y="3598835"/>
                      <a:pt x="400050" y="3367610"/>
                      <a:pt x="0" y="2364860"/>
                    </a:cubicBezTo>
                    <a:cubicBezTo>
                      <a:pt x="355600" y="2647435"/>
                      <a:pt x="549276" y="2739510"/>
                      <a:pt x="762000" y="2793485"/>
                    </a:cubicBezTo>
                    <a:lnTo>
                      <a:pt x="1722487" y="2812535"/>
                    </a:lnTo>
                    <a:close/>
                    <a:moveTo>
                      <a:pt x="3605396" y="869465"/>
                    </a:moveTo>
                    <a:lnTo>
                      <a:pt x="3069019" y="1711228"/>
                    </a:lnTo>
                    <a:lnTo>
                      <a:pt x="2083849" y="1550906"/>
                    </a:lnTo>
                    <a:lnTo>
                      <a:pt x="2391902" y="1412941"/>
                    </a:lnTo>
                    <a:lnTo>
                      <a:pt x="2081217" y="699900"/>
                    </a:lnTo>
                    <a:cubicBezTo>
                      <a:pt x="2248971" y="498156"/>
                      <a:pt x="2531081" y="396532"/>
                      <a:pt x="2816547" y="308854"/>
                    </a:cubicBezTo>
                    <a:cubicBezTo>
                      <a:pt x="3051986" y="315439"/>
                      <a:pt x="3142075" y="785719"/>
                      <a:pt x="3297344" y="1007430"/>
                    </a:cubicBezTo>
                    <a:close/>
                    <a:moveTo>
                      <a:pt x="3222215" y="3788662"/>
                    </a:moveTo>
                    <a:cubicBezTo>
                      <a:pt x="3089072" y="3954283"/>
                      <a:pt x="2662122" y="3869088"/>
                      <a:pt x="2413930" y="3921936"/>
                    </a:cubicBezTo>
                    <a:lnTo>
                      <a:pt x="2420658" y="4259405"/>
                    </a:lnTo>
                    <a:lnTo>
                      <a:pt x="1855155" y="3436926"/>
                    </a:lnTo>
                    <a:lnTo>
                      <a:pt x="2387428" y="2592563"/>
                    </a:lnTo>
                    <a:lnTo>
                      <a:pt x="2394156" y="2930032"/>
                    </a:lnTo>
                    <a:lnTo>
                      <a:pt x="3171906" y="2922431"/>
                    </a:lnTo>
                    <a:cubicBezTo>
                      <a:pt x="3292132" y="3155642"/>
                      <a:pt x="3275533" y="3455038"/>
                      <a:pt x="3244786" y="3752078"/>
                    </a:cubicBezTo>
                    <a:cubicBezTo>
                      <a:pt x="3238662" y="3765464"/>
                      <a:pt x="3231091" y="3777620"/>
                      <a:pt x="3222215" y="3788662"/>
                    </a:cubicBezTo>
                    <a:close/>
                    <a:moveTo>
                      <a:pt x="3948285" y="2834020"/>
                    </a:moveTo>
                    <a:cubicBezTo>
                      <a:pt x="3833022" y="3018741"/>
                      <a:pt x="3639730" y="3281008"/>
                      <a:pt x="3342579" y="3731662"/>
                    </a:cubicBezTo>
                    <a:cubicBezTo>
                      <a:pt x="3371271" y="3278367"/>
                      <a:pt x="3336159" y="3066813"/>
                      <a:pt x="3258895" y="2861397"/>
                    </a:cubicBezTo>
                    <a:lnTo>
                      <a:pt x="2725671" y="2062291"/>
                    </a:lnTo>
                    <a:lnTo>
                      <a:pt x="3552883" y="1486284"/>
                    </a:lnTo>
                    <a:cubicBezTo>
                      <a:pt x="3734716" y="1780754"/>
                      <a:pt x="4010062" y="2126176"/>
                      <a:pt x="4085819" y="2401657"/>
                    </a:cubicBezTo>
                    <a:cubicBezTo>
                      <a:pt x="4100783" y="2542124"/>
                      <a:pt x="4063549" y="2649298"/>
                      <a:pt x="3948285" y="283402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135" name="Google Shape;3135;p57"/>
              <p:cNvSpPr/>
              <p:nvPr/>
            </p:nvSpPr>
            <p:spPr>
              <a:xfrm>
                <a:off x="9225535" y="2409380"/>
                <a:ext cx="393582" cy="392828"/>
              </a:xfrm>
              <a:custGeom>
                <a:rect b="b" l="l" r="r" t="t"/>
                <a:pathLst>
                  <a:path extrusionOk="0" h="4012920" w="4020621">
                    <a:moveTo>
                      <a:pt x="780213" y="3724888"/>
                    </a:moveTo>
                    <a:lnTo>
                      <a:pt x="2868445" y="3724888"/>
                    </a:lnTo>
                    <a:lnTo>
                      <a:pt x="2868445" y="4012920"/>
                    </a:lnTo>
                    <a:lnTo>
                      <a:pt x="780213" y="4012920"/>
                    </a:lnTo>
                    <a:close/>
                    <a:moveTo>
                      <a:pt x="4020621" y="2152587"/>
                    </a:moveTo>
                    <a:lnTo>
                      <a:pt x="4020621" y="3448731"/>
                    </a:lnTo>
                    <a:lnTo>
                      <a:pt x="3903908" y="3386593"/>
                    </a:lnTo>
                    <a:lnTo>
                      <a:pt x="3903908" y="2214725"/>
                    </a:lnTo>
                    <a:close/>
                    <a:moveTo>
                      <a:pt x="1582587" y="1544569"/>
                    </a:moveTo>
                    <a:cubicBezTo>
                      <a:pt x="1525677" y="1652847"/>
                      <a:pt x="1434945" y="1739939"/>
                      <a:pt x="1324158" y="1792547"/>
                    </a:cubicBezTo>
                    <a:lnTo>
                      <a:pt x="1790243" y="1792547"/>
                    </a:lnTo>
                    <a:cubicBezTo>
                      <a:pt x="1708293" y="1721838"/>
                      <a:pt x="1638004" y="1638154"/>
                      <a:pt x="1582587" y="1544569"/>
                    </a:cubicBezTo>
                    <a:close/>
                    <a:moveTo>
                      <a:pt x="1238323" y="1312673"/>
                    </a:moveTo>
                    <a:cubicBezTo>
                      <a:pt x="1173622" y="1312673"/>
                      <a:pt x="1121172" y="1365123"/>
                      <a:pt x="1121172" y="1429824"/>
                    </a:cubicBezTo>
                    <a:cubicBezTo>
                      <a:pt x="1121172" y="1494525"/>
                      <a:pt x="1173622" y="1546975"/>
                      <a:pt x="1238323" y="1546975"/>
                    </a:cubicBezTo>
                    <a:cubicBezTo>
                      <a:pt x="1303024" y="1546975"/>
                      <a:pt x="1355474" y="1494525"/>
                      <a:pt x="1355474" y="1429824"/>
                    </a:cubicBezTo>
                    <a:cubicBezTo>
                      <a:pt x="1355474" y="1365123"/>
                      <a:pt x="1303024" y="1312673"/>
                      <a:pt x="1238323" y="1312673"/>
                    </a:cubicBezTo>
                    <a:close/>
                    <a:moveTo>
                      <a:pt x="870057" y="1312673"/>
                    </a:moveTo>
                    <a:cubicBezTo>
                      <a:pt x="805356" y="1312673"/>
                      <a:pt x="752906" y="1365123"/>
                      <a:pt x="752906" y="1429824"/>
                    </a:cubicBezTo>
                    <a:cubicBezTo>
                      <a:pt x="752906" y="1494525"/>
                      <a:pt x="805356" y="1546975"/>
                      <a:pt x="870057" y="1546975"/>
                    </a:cubicBezTo>
                    <a:cubicBezTo>
                      <a:pt x="934758" y="1546975"/>
                      <a:pt x="987208" y="1494525"/>
                      <a:pt x="987208" y="1429824"/>
                    </a:cubicBezTo>
                    <a:cubicBezTo>
                      <a:pt x="987208" y="1365123"/>
                      <a:pt x="934758" y="1312673"/>
                      <a:pt x="870057" y="1312673"/>
                    </a:cubicBezTo>
                    <a:close/>
                    <a:moveTo>
                      <a:pt x="2775838" y="1127627"/>
                    </a:moveTo>
                    <a:cubicBezTo>
                      <a:pt x="2666578" y="1127627"/>
                      <a:pt x="2578006" y="1216199"/>
                      <a:pt x="2578006" y="1325459"/>
                    </a:cubicBezTo>
                    <a:cubicBezTo>
                      <a:pt x="2578006" y="1434719"/>
                      <a:pt x="2666578" y="1523291"/>
                      <a:pt x="2775838" y="1523291"/>
                    </a:cubicBezTo>
                    <a:cubicBezTo>
                      <a:pt x="2885098" y="1523291"/>
                      <a:pt x="2973670" y="1434719"/>
                      <a:pt x="2973670" y="1325459"/>
                    </a:cubicBezTo>
                    <a:cubicBezTo>
                      <a:pt x="2973670" y="1216199"/>
                      <a:pt x="2885098" y="1127627"/>
                      <a:pt x="2775838" y="1127627"/>
                    </a:cubicBezTo>
                    <a:close/>
                    <a:moveTo>
                      <a:pt x="2153949" y="1127627"/>
                    </a:moveTo>
                    <a:cubicBezTo>
                      <a:pt x="2044689" y="1127627"/>
                      <a:pt x="1956117" y="1216199"/>
                      <a:pt x="1956117" y="1325459"/>
                    </a:cubicBezTo>
                    <a:cubicBezTo>
                      <a:pt x="1956117" y="1434719"/>
                      <a:pt x="2044689" y="1523291"/>
                      <a:pt x="2153949" y="1523291"/>
                    </a:cubicBezTo>
                    <a:cubicBezTo>
                      <a:pt x="2263209" y="1523291"/>
                      <a:pt x="2351781" y="1434719"/>
                      <a:pt x="2351781" y="1325459"/>
                    </a:cubicBezTo>
                    <a:cubicBezTo>
                      <a:pt x="2351781" y="1216199"/>
                      <a:pt x="2263209" y="1127627"/>
                      <a:pt x="2153949" y="1127627"/>
                    </a:cubicBezTo>
                    <a:close/>
                    <a:moveTo>
                      <a:pt x="1238323" y="956510"/>
                    </a:moveTo>
                    <a:cubicBezTo>
                      <a:pt x="1173622" y="956510"/>
                      <a:pt x="1121172" y="1008960"/>
                      <a:pt x="1121172" y="1073661"/>
                    </a:cubicBezTo>
                    <a:cubicBezTo>
                      <a:pt x="1121172" y="1138362"/>
                      <a:pt x="1173622" y="1190812"/>
                      <a:pt x="1238323" y="1190812"/>
                    </a:cubicBezTo>
                    <a:cubicBezTo>
                      <a:pt x="1303024" y="1190812"/>
                      <a:pt x="1355474" y="1138362"/>
                      <a:pt x="1355474" y="1073661"/>
                    </a:cubicBezTo>
                    <a:cubicBezTo>
                      <a:pt x="1355474" y="1008960"/>
                      <a:pt x="1303024" y="956510"/>
                      <a:pt x="1238323" y="956510"/>
                    </a:cubicBezTo>
                    <a:close/>
                    <a:moveTo>
                      <a:pt x="870057" y="956510"/>
                    </a:moveTo>
                    <a:cubicBezTo>
                      <a:pt x="805356" y="956510"/>
                      <a:pt x="752906" y="1008960"/>
                      <a:pt x="752906" y="1073661"/>
                    </a:cubicBezTo>
                    <a:cubicBezTo>
                      <a:pt x="752906" y="1138362"/>
                      <a:pt x="805356" y="1190812"/>
                      <a:pt x="870057" y="1190812"/>
                    </a:cubicBezTo>
                    <a:cubicBezTo>
                      <a:pt x="934758" y="1190812"/>
                      <a:pt x="987208" y="1138362"/>
                      <a:pt x="987208" y="1073661"/>
                    </a:cubicBezTo>
                    <a:cubicBezTo>
                      <a:pt x="987208" y="1008960"/>
                      <a:pt x="934758" y="956510"/>
                      <a:pt x="870057" y="956510"/>
                    </a:cubicBezTo>
                    <a:close/>
                    <a:moveTo>
                      <a:pt x="2775838" y="526176"/>
                    </a:moveTo>
                    <a:cubicBezTo>
                      <a:pt x="2666578" y="526176"/>
                      <a:pt x="2578006" y="614748"/>
                      <a:pt x="2578006" y="724008"/>
                    </a:cubicBezTo>
                    <a:cubicBezTo>
                      <a:pt x="2578006" y="833268"/>
                      <a:pt x="2666578" y="921840"/>
                      <a:pt x="2775838" y="921840"/>
                    </a:cubicBezTo>
                    <a:cubicBezTo>
                      <a:pt x="2885098" y="921840"/>
                      <a:pt x="2973670" y="833268"/>
                      <a:pt x="2973670" y="724008"/>
                    </a:cubicBezTo>
                    <a:cubicBezTo>
                      <a:pt x="2973670" y="614748"/>
                      <a:pt x="2885098" y="526176"/>
                      <a:pt x="2775838" y="526176"/>
                    </a:cubicBezTo>
                    <a:close/>
                    <a:moveTo>
                      <a:pt x="2153949" y="526176"/>
                    </a:moveTo>
                    <a:cubicBezTo>
                      <a:pt x="2044689" y="526176"/>
                      <a:pt x="1956117" y="614748"/>
                      <a:pt x="1956117" y="724008"/>
                    </a:cubicBezTo>
                    <a:cubicBezTo>
                      <a:pt x="1956117" y="833268"/>
                      <a:pt x="2044689" y="921840"/>
                      <a:pt x="2153949" y="921840"/>
                    </a:cubicBezTo>
                    <a:cubicBezTo>
                      <a:pt x="2263209" y="921840"/>
                      <a:pt x="2351781" y="833268"/>
                      <a:pt x="2351781" y="724008"/>
                    </a:cubicBezTo>
                    <a:cubicBezTo>
                      <a:pt x="2351781" y="614748"/>
                      <a:pt x="2263209" y="526176"/>
                      <a:pt x="2153949" y="526176"/>
                    </a:cubicBezTo>
                    <a:close/>
                    <a:moveTo>
                      <a:pt x="2464893" y="0"/>
                    </a:moveTo>
                    <a:cubicBezTo>
                      <a:pt x="3030837" y="0"/>
                      <a:pt x="3489626" y="458789"/>
                      <a:pt x="3489626" y="1024733"/>
                    </a:cubicBezTo>
                    <a:cubicBezTo>
                      <a:pt x="3489626" y="1442455"/>
                      <a:pt x="3239684" y="1801800"/>
                      <a:pt x="2880320" y="1959209"/>
                    </a:cubicBezTo>
                    <a:lnTo>
                      <a:pt x="2880320" y="2008571"/>
                    </a:lnTo>
                    <a:lnTo>
                      <a:pt x="3250857" y="2008571"/>
                    </a:lnTo>
                    <a:lnTo>
                      <a:pt x="3250857" y="2359970"/>
                    </a:lnTo>
                    <a:lnTo>
                      <a:pt x="3437294" y="2359970"/>
                    </a:lnTo>
                    <a:lnTo>
                      <a:pt x="3437294" y="2360694"/>
                    </a:lnTo>
                    <a:lnTo>
                      <a:pt x="3852060" y="2233461"/>
                    </a:lnTo>
                    <a:lnTo>
                      <a:pt x="3852060" y="3367858"/>
                    </a:lnTo>
                    <a:lnTo>
                      <a:pt x="3437294" y="3240624"/>
                    </a:lnTo>
                    <a:lnTo>
                      <a:pt x="3437294" y="3241349"/>
                    </a:lnTo>
                    <a:lnTo>
                      <a:pt x="3250857" y="3241349"/>
                    </a:lnTo>
                    <a:lnTo>
                      <a:pt x="3250857" y="3633063"/>
                    </a:lnTo>
                    <a:lnTo>
                      <a:pt x="298529" y="3633063"/>
                    </a:lnTo>
                    <a:lnTo>
                      <a:pt x="298529" y="2431730"/>
                    </a:lnTo>
                    <a:lnTo>
                      <a:pt x="0" y="2008571"/>
                    </a:lnTo>
                    <a:lnTo>
                      <a:pt x="298529" y="2008571"/>
                    </a:lnTo>
                    <a:lnTo>
                      <a:pt x="792088" y="2008571"/>
                    </a:lnTo>
                    <a:lnTo>
                      <a:pt x="792088" y="1796817"/>
                    </a:lnTo>
                    <a:cubicBezTo>
                      <a:pt x="587745" y="1700755"/>
                      <a:pt x="447370" y="1492642"/>
                      <a:pt x="447370" y="1251742"/>
                    </a:cubicBezTo>
                    <a:cubicBezTo>
                      <a:pt x="447370" y="916605"/>
                      <a:pt x="719053" y="644923"/>
                      <a:pt x="1054190" y="644923"/>
                    </a:cubicBezTo>
                    <a:cubicBezTo>
                      <a:pt x="1212753" y="644923"/>
                      <a:pt x="1357112" y="705740"/>
                      <a:pt x="1463939" y="806702"/>
                    </a:cubicBezTo>
                    <a:cubicBezTo>
                      <a:pt x="1563407" y="345444"/>
                      <a:pt x="1973809" y="0"/>
                      <a:pt x="2464893"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136" name="Google Shape;3136;p57"/>
              <p:cNvSpPr/>
              <p:nvPr/>
            </p:nvSpPr>
            <p:spPr>
              <a:xfrm rot="9900000">
                <a:off x="10073915" y="2714730"/>
                <a:ext cx="351357" cy="423598"/>
              </a:xfrm>
              <a:custGeom>
                <a:rect b="b" l="l" r="r" t="t"/>
                <a:pathLst>
                  <a:path extrusionOk="0" h="4064034" w="3370953">
                    <a:moveTo>
                      <a:pt x="307836" y="3226369"/>
                    </a:moveTo>
                    <a:lnTo>
                      <a:pt x="307836" y="2810144"/>
                    </a:lnTo>
                    <a:lnTo>
                      <a:pt x="1258549" y="2810144"/>
                    </a:lnTo>
                    <a:lnTo>
                      <a:pt x="1331954" y="2516524"/>
                    </a:lnTo>
                    <a:lnTo>
                      <a:pt x="1639161" y="2516524"/>
                    </a:lnTo>
                    <a:lnTo>
                      <a:pt x="1806826" y="1890788"/>
                    </a:lnTo>
                    <a:cubicBezTo>
                      <a:pt x="1709407" y="1836984"/>
                      <a:pt x="1651662" y="1730051"/>
                      <a:pt x="1660897" y="1618049"/>
                    </a:cubicBezTo>
                    <a:lnTo>
                      <a:pt x="497736" y="946498"/>
                    </a:lnTo>
                    <a:lnTo>
                      <a:pt x="415801" y="1252284"/>
                    </a:lnTo>
                    <a:cubicBezTo>
                      <a:pt x="388670" y="1353539"/>
                      <a:pt x="284592" y="1413628"/>
                      <a:pt x="183338" y="1386497"/>
                    </a:cubicBezTo>
                    <a:lnTo>
                      <a:pt x="0" y="1337372"/>
                    </a:lnTo>
                    <a:lnTo>
                      <a:pt x="358348" y="0"/>
                    </a:lnTo>
                    <a:lnTo>
                      <a:pt x="541685" y="49125"/>
                    </a:lnTo>
                    <a:cubicBezTo>
                      <a:pt x="642940" y="76256"/>
                      <a:pt x="703029" y="180334"/>
                      <a:pt x="675898" y="281588"/>
                    </a:cubicBezTo>
                    <a:lnTo>
                      <a:pt x="574914" y="658466"/>
                    </a:lnTo>
                    <a:lnTo>
                      <a:pt x="1826395" y="1381009"/>
                    </a:lnTo>
                    <a:cubicBezTo>
                      <a:pt x="1885142" y="1352063"/>
                      <a:pt x="1954182" y="1344264"/>
                      <a:pt x="2022379" y="1362537"/>
                    </a:cubicBezTo>
                    <a:cubicBezTo>
                      <a:pt x="2176035" y="1403709"/>
                      <a:pt x="2267221" y="1561647"/>
                      <a:pt x="2226049" y="1715303"/>
                    </a:cubicBezTo>
                    <a:cubicBezTo>
                      <a:pt x="2207347" y="1785100"/>
                      <a:pt x="2164552" y="1842007"/>
                      <a:pt x="2108323" y="1878457"/>
                    </a:cubicBezTo>
                    <a:lnTo>
                      <a:pt x="1937353" y="2516524"/>
                    </a:lnTo>
                    <a:lnTo>
                      <a:pt x="2236046" y="2516524"/>
                    </a:lnTo>
                    <a:lnTo>
                      <a:pt x="2309451" y="2810144"/>
                    </a:lnTo>
                    <a:lnTo>
                      <a:pt x="2828116" y="2810144"/>
                    </a:lnTo>
                    <a:lnTo>
                      <a:pt x="2828116" y="2930119"/>
                    </a:lnTo>
                    <a:lnTo>
                      <a:pt x="2945247" y="2930119"/>
                    </a:lnTo>
                    <a:lnTo>
                      <a:pt x="3109201" y="2856867"/>
                    </a:lnTo>
                    <a:cubicBezTo>
                      <a:pt x="3112004" y="2849082"/>
                      <a:pt x="3119624" y="2844415"/>
                      <a:pt x="3128335" y="2844415"/>
                    </a:cubicBezTo>
                    <a:lnTo>
                      <a:pt x="3223771" y="2844415"/>
                    </a:lnTo>
                    <a:cubicBezTo>
                      <a:pt x="3236949" y="2844415"/>
                      <a:pt x="3247631" y="2855097"/>
                      <a:pt x="3247631" y="2868275"/>
                    </a:cubicBezTo>
                    <a:lnTo>
                      <a:pt x="3247631" y="3606750"/>
                    </a:lnTo>
                    <a:cubicBezTo>
                      <a:pt x="3247631" y="3619928"/>
                      <a:pt x="3236949" y="3630610"/>
                      <a:pt x="3223771" y="3630610"/>
                    </a:cubicBezTo>
                    <a:lnTo>
                      <a:pt x="3128335" y="3630610"/>
                    </a:lnTo>
                    <a:cubicBezTo>
                      <a:pt x="3120852" y="3630610"/>
                      <a:pt x="3114174" y="3627166"/>
                      <a:pt x="3110472" y="3621230"/>
                    </a:cubicBezTo>
                    <a:lnTo>
                      <a:pt x="3110472" y="3624351"/>
                    </a:lnTo>
                    <a:lnTo>
                      <a:pt x="2954172" y="3554518"/>
                    </a:lnTo>
                    <a:lnTo>
                      <a:pt x="2954172" y="3558788"/>
                    </a:lnTo>
                    <a:lnTo>
                      <a:pt x="2828116" y="3558788"/>
                    </a:lnTo>
                    <a:lnTo>
                      <a:pt x="2828116" y="3630610"/>
                    </a:lnTo>
                    <a:lnTo>
                      <a:pt x="2038337" y="3226369"/>
                    </a:lnTo>
                    <a:close/>
                    <a:moveTo>
                      <a:pt x="77048" y="4064034"/>
                    </a:moveTo>
                    <a:lnTo>
                      <a:pt x="77048" y="3342578"/>
                    </a:lnTo>
                    <a:lnTo>
                      <a:pt x="2050947" y="3342578"/>
                    </a:lnTo>
                    <a:lnTo>
                      <a:pt x="3370953" y="4058524"/>
                    </a:lnTo>
                    <a:lnTo>
                      <a:pt x="3370953" y="4064034"/>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137" name="Google Shape;3137;p57"/>
              <p:cNvSpPr/>
              <p:nvPr/>
            </p:nvSpPr>
            <p:spPr>
              <a:xfrm rot="3600000">
                <a:off x="8507130" y="4424299"/>
                <a:ext cx="162074" cy="478539"/>
              </a:xfrm>
              <a:custGeom>
                <a:rect b="b" l="l" r="r" t="t"/>
                <a:pathLst>
                  <a:path extrusionOk="0" h="3920353" w="1327763">
                    <a:moveTo>
                      <a:pt x="483881" y="2840232"/>
                    </a:moveTo>
                    <a:lnTo>
                      <a:pt x="843881" y="2840232"/>
                    </a:lnTo>
                    <a:lnTo>
                      <a:pt x="843881" y="3920353"/>
                    </a:lnTo>
                    <a:lnTo>
                      <a:pt x="483881" y="3920353"/>
                    </a:lnTo>
                    <a:close/>
                    <a:moveTo>
                      <a:pt x="757697" y="168239"/>
                    </a:moveTo>
                    <a:lnTo>
                      <a:pt x="757697" y="384263"/>
                    </a:lnTo>
                    <a:lnTo>
                      <a:pt x="930062" y="384263"/>
                    </a:lnTo>
                    <a:lnTo>
                      <a:pt x="930062" y="168239"/>
                    </a:lnTo>
                    <a:close/>
                    <a:moveTo>
                      <a:pt x="432932" y="168239"/>
                    </a:moveTo>
                    <a:lnTo>
                      <a:pt x="432932" y="384263"/>
                    </a:lnTo>
                    <a:lnTo>
                      <a:pt x="605297" y="384263"/>
                    </a:lnTo>
                    <a:lnTo>
                      <a:pt x="605297" y="168239"/>
                    </a:lnTo>
                    <a:close/>
                    <a:moveTo>
                      <a:pt x="168643" y="0"/>
                    </a:moveTo>
                    <a:lnTo>
                      <a:pt x="1159119" y="0"/>
                    </a:lnTo>
                    <a:lnTo>
                      <a:pt x="1159119" y="539093"/>
                    </a:lnTo>
                    <a:lnTo>
                      <a:pt x="1327763" y="539093"/>
                    </a:lnTo>
                    <a:lnTo>
                      <a:pt x="1327763" y="2245406"/>
                    </a:lnTo>
                    <a:lnTo>
                      <a:pt x="1318300" y="2245406"/>
                    </a:lnTo>
                    <a:lnTo>
                      <a:pt x="1127664" y="2719000"/>
                    </a:lnTo>
                    <a:lnTo>
                      <a:pt x="200100" y="2719000"/>
                    </a:lnTo>
                    <a:lnTo>
                      <a:pt x="9464" y="2245406"/>
                    </a:lnTo>
                    <a:lnTo>
                      <a:pt x="0" y="2245406"/>
                    </a:lnTo>
                    <a:lnTo>
                      <a:pt x="0" y="539093"/>
                    </a:lnTo>
                    <a:lnTo>
                      <a:pt x="168643" y="539093"/>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138" name="Google Shape;3138;p57"/>
              <p:cNvSpPr/>
              <p:nvPr/>
            </p:nvSpPr>
            <p:spPr>
              <a:xfrm>
                <a:off x="8045579" y="3848133"/>
                <a:ext cx="330939" cy="260933"/>
              </a:xfrm>
              <a:custGeom>
                <a:rect b="b" l="l" r="r" t="t"/>
                <a:pathLst>
                  <a:path extrusionOk="0" h="2952328" w="3744416">
                    <a:moveTo>
                      <a:pt x="184806" y="576064"/>
                    </a:moveTo>
                    <a:lnTo>
                      <a:pt x="895314" y="576064"/>
                    </a:lnTo>
                    <a:cubicBezTo>
                      <a:pt x="997380" y="576064"/>
                      <a:pt x="1080120" y="658804"/>
                      <a:pt x="1080120" y="760870"/>
                    </a:cubicBezTo>
                    <a:lnTo>
                      <a:pt x="1080120" y="792088"/>
                    </a:lnTo>
                    <a:lnTo>
                      <a:pt x="3312368" y="792088"/>
                    </a:lnTo>
                    <a:lnTo>
                      <a:pt x="3312368" y="2952328"/>
                    </a:lnTo>
                    <a:lnTo>
                      <a:pt x="0" y="2952328"/>
                    </a:lnTo>
                    <a:lnTo>
                      <a:pt x="0" y="1072569"/>
                    </a:lnTo>
                    <a:lnTo>
                      <a:pt x="0" y="792088"/>
                    </a:lnTo>
                    <a:lnTo>
                      <a:pt x="0" y="760870"/>
                    </a:lnTo>
                    <a:cubicBezTo>
                      <a:pt x="0" y="658804"/>
                      <a:pt x="82740" y="576064"/>
                      <a:pt x="184806" y="576064"/>
                    </a:cubicBezTo>
                    <a:close/>
                    <a:moveTo>
                      <a:pt x="616854" y="0"/>
                    </a:moveTo>
                    <a:lnTo>
                      <a:pt x="1327362" y="0"/>
                    </a:lnTo>
                    <a:cubicBezTo>
                      <a:pt x="1429428" y="0"/>
                      <a:pt x="1512168" y="82740"/>
                      <a:pt x="1512168" y="184806"/>
                    </a:cubicBezTo>
                    <a:lnTo>
                      <a:pt x="1512168" y="216024"/>
                    </a:lnTo>
                    <a:lnTo>
                      <a:pt x="3744416" y="216024"/>
                    </a:lnTo>
                    <a:lnTo>
                      <a:pt x="3744416" y="2376264"/>
                    </a:lnTo>
                    <a:lnTo>
                      <a:pt x="3464768" y="2376264"/>
                    </a:lnTo>
                    <a:lnTo>
                      <a:pt x="3464768" y="648072"/>
                    </a:lnTo>
                    <a:lnTo>
                      <a:pt x="1232520" y="648072"/>
                    </a:lnTo>
                    <a:lnTo>
                      <a:pt x="1232520" y="616854"/>
                    </a:lnTo>
                    <a:cubicBezTo>
                      <a:pt x="1232520" y="514788"/>
                      <a:pt x="1149780" y="432048"/>
                      <a:pt x="1047714" y="432048"/>
                    </a:cubicBezTo>
                    <a:lnTo>
                      <a:pt x="432048" y="432048"/>
                    </a:lnTo>
                    <a:lnTo>
                      <a:pt x="432048" y="216024"/>
                    </a:lnTo>
                    <a:lnTo>
                      <a:pt x="432048" y="184806"/>
                    </a:lnTo>
                    <a:cubicBezTo>
                      <a:pt x="432048" y="82740"/>
                      <a:pt x="514788" y="0"/>
                      <a:pt x="61685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139" name="Google Shape;3139;p57"/>
              <p:cNvSpPr/>
              <p:nvPr/>
            </p:nvSpPr>
            <p:spPr>
              <a:xfrm>
                <a:off x="9003511" y="4923426"/>
                <a:ext cx="304410" cy="330939"/>
              </a:xfrm>
              <a:custGeom>
                <a:rect b="b" l="l" r="r" t="t"/>
                <a:pathLst>
                  <a:path extrusionOk="0" h="4031150" w="3708000">
                    <a:moveTo>
                      <a:pt x="2226025" y="2078010"/>
                    </a:moveTo>
                    <a:lnTo>
                      <a:pt x="1976753" y="2339372"/>
                    </a:lnTo>
                    <a:lnTo>
                      <a:pt x="1976910" y="2339581"/>
                    </a:lnTo>
                    <a:lnTo>
                      <a:pt x="1976204" y="2339948"/>
                    </a:lnTo>
                    <a:lnTo>
                      <a:pt x="1975656" y="2340523"/>
                    </a:lnTo>
                    <a:lnTo>
                      <a:pt x="1975499" y="2340314"/>
                    </a:lnTo>
                    <a:lnTo>
                      <a:pt x="1688579" y="2489240"/>
                    </a:lnTo>
                    <a:cubicBezTo>
                      <a:pt x="1740712" y="2519877"/>
                      <a:pt x="1801557" y="2536438"/>
                      <a:pt x="1866270" y="2536438"/>
                    </a:cubicBezTo>
                    <a:cubicBezTo>
                      <a:pt x="2071258" y="2536438"/>
                      <a:pt x="2237434" y="2370262"/>
                      <a:pt x="2237434" y="2165274"/>
                    </a:cubicBezTo>
                    <a:cubicBezTo>
                      <a:pt x="2237434" y="2135129"/>
                      <a:pt x="2233840" y="2105822"/>
                      <a:pt x="2226025" y="2078010"/>
                    </a:cubicBezTo>
                    <a:close/>
                    <a:moveTo>
                      <a:pt x="1866270" y="1794110"/>
                    </a:moveTo>
                    <a:cubicBezTo>
                      <a:pt x="1661282" y="1794110"/>
                      <a:pt x="1495106" y="1960286"/>
                      <a:pt x="1495106" y="2165274"/>
                    </a:cubicBezTo>
                    <a:cubicBezTo>
                      <a:pt x="1495106" y="2194876"/>
                      <a:pt x="1498572" y="2223668"/>
                      <a:pt x="1506052" y="2251046"/>
                    </a:cubicBezTo>
                    <a:lnTo>
                      <a:pt x="1731247" y="2014929"/>
                    </a:lnTo>
                    <a:lnTo>
                      <a:pt x="1731090" y="2014720"/>
                    </a:lnTo>
                    <a:lnTo>
                      <a:pt x="1731796" y="2014353"/>
                    </a:lnTo>
                    <a:lnTo>
                      <a:pt x="1732344" y="2013778"/>
                    </a:lnTo>
                    <a:lnTo>
                      <a:pt x="1732501" y="2013987"/>
                    </a:lnTo>
                    <a:lnTo>
                      <a:pt x="2054335" y="1846939"/>
                    </a:lnTo>
                    <a:cubicBezTo>
                      <a:pt x="1999773" y="1812909"/>
                      <a:pt x="1935217" y="1794110"/>
                      <a:pt x="1866270" y="1794110"/>
                    </a:cubicBezTo>
                    <a:close/>
                    <a:moveTo>
                      <a:pt x="1866270" y="1281021"/>
                    </a:moveTo>
                    <a:lnTo>
                      <a:pt x="1995916" y="1728077"/>
                    </a:lnTo>
                    <a:cubicBezTo>
                      <a:pt x="2049420" y="1742880"/>
                      <a:pt x="2098387" y="1768442"/>
                      <a:pt x="2141027" y="1801941"/>
                    </a:cubicBezTo>
                    <a:lnTo>
                      <a:pt x="2830781" y="1443923"/>
                    </a:lnTo>
                    <a:lnTo>
                      <a:pt x="2293677" y="2007077"/>
                    </a:lnTo>
                    <a:lnTo>
                      <a:pt x="2302169" y="2036187"/>
                    </a:lnTo>
                    <a:lnTo>
                      <a:pt x="2755181" y="2167560"/>
                    </a:lnTo>
                    <a:lnTo>
                      <a:pt x="2301207" y="2299213"/>
                    </a:lnTo>
                    <a:cubicBezTo>
                      <a:pt x="2288949" y="2340747"/>
                      <a:pt x="2270868" y="2379745"/>
                      <a:pt x="2246307" y="2414255"/>
                    </a:cubicBezTo>
                    <a:lnTo>
                      <a:pt x="2368615" y="2636476"/>
                    </a:lnTo>
                    <a:lnTo>
                      <a:pt x="2152396" y="2517472"/>
                    </a:lnTo>
                    <a:cubicBezTo>
                      <a:pt x="2112986" y="2553805"/>
                      <a:pt x="2065424" y="2580505"/>
                      <a:pt x="2013636" y="2598144"/>
                    </a:cubicBezTo>
                    <a:lnTo>
                      <a:pt x="1875846" y="3073280"/>
                    </a:lnTo>
                    <a:lnTo>
                      <a:pt x="1739624" y="2603548"/>
                    </a:lnTo>
                    <a:cubicBezTo>
                      <a:pt x="1688445" y="2589723"/>
                      <a:pt x="1641302" y="2566161"/>
                      <a:pt x="1599709" y="2535368"/>
                    </a:cubicBezTo>
                    <a:lnTo>
                      <a:pt x="877219" y="2910378"/>
                    </a:lnTo>
                    <a:lnTo>
                      <a:pt x="1438400" y="2321979"/>
                    </a:lnTo>
                    <a:lnTo>
                      <a:pt x="1437655" y="2319411"/>
                    </a:lnTo>
                    <a:lnTo>
                      <a:pt x="963153" y="2181805"/>
                    </a:lnTo>
                    <a:lnTo>
                      <a:pt x="1425898" y="2047609"/>
                    </a:lnTo>
                    <a:cubicBezTo>
                      <a:pt x="1440318" y="1991458"/>
                      <a:pt x="1465316" y="1939627"/>
                      <a:pt x="1501635" y="1896529"/>
                    </a:cubicBezTo>
                    <a:lnTo>
                      <a:pt x="1375628" y="1667588"/>
                    </a:lnTo>
                    <a:lnTo>
                      <a:pt x="1605635" y="1794181"/>
                    </a:lnTo>
                    <a:cubicBezTo>
                      <a:pt x="1643852" y="1764149"/>
                      <a:pt x="1688437" y="1742763"/>
                      <a:pt x="1736328" y="1729097"/>
                    </a:cubicBezTo>
                    <a:close/>
                    <a:moveTo>
                      <a:pt x="1801446" y="873772"/>
                    </a:moveTo>
                    <a:cubicBezTo>
                      <a:pt x="1122607" y="899096"/>
                      <a:pt x="577020" y="1443990"/>
                      <a:pt x="550657" y="2122563"/>
                    </a:cubicBezTo>
                    <a:lnTo>
                      <a:pt x="754935" y="2181804"/>
                    </a:lnTo>
                    <a:lnTo>
                      <a:pt x="551187" y="2240891"/>
                    </a:lnTo>
                    <a:cubicBezTo>
                      <a:pt x="582476" y="2925954"/>
                      <a:pt x="1143118" y="3472541"/>
                      <a:pt x="1833783" y="3482192"/>
                    </a:cubicBezTo>
                    <a:lnTo>
                      <a:pt x="1883029" y="3312376"/>
                    </a:lnTo>
                    <a:lnTo>
                      <a:pt x="1931451" y="3479348"/>
                    </a:lnTo>
                    <a:cubicBezTo>
                      <a:pt x="2602724" y="3441618"/>
                      <a:pt x="3137685" y="2895457"/>
                      <a:pt x="3157888" y="2219621"/>
                    </a:cubicBezTo>
                    <a:lnTo>
                      <a:pt x="2970483" y="2165273"/>
                    </a:lnTo>
                    <a:lnTo>
                      <a:pt x="3156785" y="2111246"/>
                    </a:lnTo>
                    <a:cubicBezTo>
                      <a:pt x="3124894" y="1437932"/>
                      <a:pt x="2581609" y="898954"/>
                      <a:pt x="1906553" y="873772"/>
                    </a:cubicBezTo>
                    <a:lnTo>
                      <a:pt x="1853999" y="1054992"/>
                    </a:lnTo>
                    <a:close/>
                    <a:moveTo>
                      <a:pt x="1842112" y="204015"/>
                    </a:moveTo>
                    <a:cubicBezTo>
                      <a:pt x="1750186" y="208331"/>
                      <a:pt x="1671595" y="261235"/>
                      <a:pt x="1631665" y="337724"/>
                    </a:cubicBezTo>
                    <a:cubicBezTo>
                      <a:pt x="1704451" y="327639"/>
                      <a:pt x="1778701" y="323150"/>
                      <a:pt x="1854000" y="323150"/>
                    </a:cubicBezTo>
                    <a:cubicBezTo>
                      <a:pt x="1929687" y="323150"/>
                      <a:pt x="2004315" y="327685"/>
                      <a:pt x="2077458" y="337895"/>
                    </a:cubicBezTo>
                    <a:cubicBezTo>
                      <a:pt x="2032849" y="253989"/>
                      <a:pt x="1942703" y="199292"/>
                      <a:pt x="1842112" y="204015"/>
                    </a:cubicBezTo>
                    <a:close/>
                    <a:moveTo>
                      <a:pt x="1832557" y="511"/>
                    </a:moveTo>
                    <a:cubicBezTo>
                      <a:pt x="2064724" y="-10390"/>
                      <a:pt x="2266043" y="154192"/>
                      <a:pt x="2302551" y="380077"/>
                    </a:cubicBezTo>
                    <a:cubicBezTo>
                      <a:pt x="3110034" y="578670"/>
                      <a:pt x="3708000" y="1308079"/>
                      <a:pt x="3708000" y="2177150"/>
                    </a:cubicBezTo>
                    <a:cubicBezTo>
                      <a:pt x="3708000" y="3201086"/>
                      <a:pt x="2877936" y="4031150"/>
                      <a:pt x="1854000" y="4031150"/>
                    </a:cubicBezTo>
                    <a:cubicBezTo>
                      <a:pt x="830064" y="4031150"/>
                      <a:pt x="0" y="3201086"/>
                      <a:pt x="0" y="2177150"/>
                    </a:cubicBezTo>
                    <a:cubicBezTo>
                      <a:pt x="0" y="1308490"/>
                      <a:pt x="597400" y="579361"/>
                      <a:pt x="1404307" y="380371"/>
                    </a:cubicBezTo>
                    <a:cubicBezTo>
                      <a:pt x="1438620" y="172028"/>
                      <a:pt x="1614858" y="10733"/>
                      <a:pt x="1832557" y="51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140" name="Google Shape;3140;p57"/>
              <p:cNvSpPr/>
              <p:nvPr/>
            </p:nvSpPr>
            <p:spPr>
              <a:xfrm>
                <a:off x="9848127" y="4821478"/>
                <a:ext cx="257012" cy="330939"/>
              </a:xfrm>
              <a:custGeom>
                <a:rect b="b" l="l" r="r" t="t"/>
                <a:pathLst>
                  <a:path extrusionOk="0" h="3913585" w="3039346">
                    <a:moveTo>
                      <a:pt x="1527178" y="2618567"/>
                    </a:moveTo>
                    <a:cubicBezTo>
                      <a:pt x="1429201" y="2618567"/>
                      <a:pt x="1349775" y="2697993"/>
                      <a:pt x="1349775" y="2795971"/>
                    </a:cubicBezTo>
                    <a:cubicBezTo>
                      <a:pt x="1349775" y="2861110"/>
                      <a:pt x="1384883" y="2918050"/>
                      <a:pt x="1437574" y="2948279"/>
                    </a:cubicBezTo>
                    <a:lnTo>
                      <a:pt x="1275150" y="3311239"/>
                    </a:lnTo>
                    <a:lnTo>
                      <a:pt x="1779206" y="3311239"/>
                    </a:lnTo>
                    <a:lnTo>
                      <a:pt x="1616782" y="2948279"/>
                    </a:lnTo>
                    <a:cubicBezTo>
                      <a:pt x="1669475" y="2918050"/>
                      <a:pt x="1704582" y="2861110"/>
                      <a:pt x="1704582" y="2795971"/>
                    </a:cubicBezTo>
                    <a:cubicBezTo>
                      <a:pt x="1704582" y="2697993"/>
                      <a:pt x="1625156" y="2618567"/>
                      <a:pt x="1527178" y="2618567"/>
                    </a:cubicBezTo>
                    <a:close/>
                    <a:moveTo>
                      <a:pt x="1527178" y="0"/>
                    </a:moveTo>
                    <a:cubicBezTo>
                      <a:pt x="2026975" y="0"/>
                      <a:pt x="2435288" y="391686"/>
                      <a:pt x="2460697" y="884907"/>
                    </a:cubicBezTo>
                    <a:lnTo>
                      <a:pt x="2463282" y="884907"/>
                    </a:lnTo>
                    <a:lnTo>
                      <a:pt x="2463282" y="936104"/>
                    </a:lnTo>
                    <a:lnTo>
                      <a:pt x="2463282" y="1656184"/>
                    </a:lnTo>
                    <a:lnTo>
                      <a:pt x="2067282" y="1656184"/>
                    </a:lnTo>
                    <a:lnTo>
                      <a:pt x="2067282" y="1427425"/>
                    </a:lnTo>
                    <a:lnTo>
                      <a:pt x="2310132" y="1427584"/>
                    </a:lnTo>
                    <a:cubicBezTo>
                      <a:pt x="2310132" y="1320268"/>
                      <a:pt x="2206785" y="1230216"/>
                      <a:pt x="2067282" y="1206340"/>
                    </a:cubicBezTo>
                    <a:lnTo>
                      <a:pt x="2067282" y="936104"/>
                    </a:lnTo>
                    <a:lnTo>
                      <a:pt x="2066786" y="936104"/>
                    </a:lnTo>
                    <a:cubicBezTo>
                      <a:pt x="2066786" y="638087"/>
                      <a:pt x="1825195" y="396496"/>
                      <a:pt x="1527178" y="396496"/>
                    </a:cubicBezTo>
                    <a:cubicBezTo>
                      <a:pt x="1229161" y="396496"/>
                      <a:pt x="987570" y="638087"/>
                      <a:pt x="987570" y="936104"/>
                    </a:cubicBezTo>
                    <a:lnTo>
                      <a:pt x="987074" y="936104"/>
                    </a:lnTo>
                    <a:lnTo>
                      <a:pt x="987074" y="1872209"/>
                    </a:lnTo>
                    <a:lnTo>
                      <a:pt x="2699110" y="1872209"/>
                    </a:lnTo>
                    <a:cubicBezTo>
                      <a:pt x="2887017" y="1872209"/>
                      <a:pt x="3039346" y="2024538"/>
                      <a:pt x="3039346" y="2212445"/>
                    </a:cubicBezTo>
                    <a:lnTo>
                      <a:pt x="3039346" y="3573349"/>
                    </a:lnTo>
                    <a:cubicBezTo>
                      <a:pt x="3039346" y="3761256"/>
                      <a:pt x="2887017" y="3913585"/>
                      <a:pt x="2699110" y="3913585"/>
                    </a:cubicBezTo>
                    <a:lnTo>
                      <a:pt x="340236" y="3913585"/>
                    </a:lnTo>
                    <a:cubicBezTo>
                      <a:pt x="152329" y="3913585"/>
                      <a:pt x="0" y="3761256"/>
                      <a:pt x="0" y="3573349"/>
                    </a:cubicBezTo>
                    <a:lnTo>
                      <a:pt x="0" y="2212445"/>
                    </a:lnTo>
                    <a:cubicBezTo>
                      <a:pt x="0" y="2024538"/>
                      <a:pt x="152329" y="1872209"/>
                      <a:pt x="340236" y="1872209"/>
                    </a:cubicBezTo>
                    <a:lnTo>
                      <a:pt x="591074" y="1872209"/>
                    </a:lnTo>
                    <a:lnTo>
                      <a:pt x="591074" y="936104"/>
                    </a:lnTo>
                    <a:cubicBezTo>
                      <a:pt x="591074" y="419108"/>
                      <a:pt x="1010182" y="0"/>
                      <a:pt x="1527178"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141" name="Google Shape;3141;p57"/>
              <p:cNvSpPr/>
              <p:nvPr/>
            </p:nvSpPr>
            <p:spPr>
              <a:xfrm>
                <a:off x="10547386" y="3842640"/>
                <a:ext cx="309335" cy="309300"/>
              </a:xfrm>
              <a:custGeom>
                <a:rect b="b" l="l" r="r" t="t"/>
                <a:pathLst>
                  <a:path extrusionOk="0" h="3960000" w="3960440">
                    <a:moveTo>
                      <a:pt x="2117745" y="2289258"/>
                    </a:moveTo>
                    <a:cubicBezTo>
                      <a:pt x="2253931" y="2373161"/>
                      <a:pt x="2290104" y="2397532"/>
                      <a:pt x="2392952" y="2510010"/>
                    </a:cubicBezTo>
                    <a:cubicBezTo>
                      <a:pt x="2551302" y="2699530"/>
                      <a:pt x="2456894" y="2911213"/>
                      <a:pt x="2285214" y="2987744"/>
                    </a:cubicBezTo>
                    <a:cubicBezTo>
                      <a:pt x="2046443" y="3084914"/>
                      <a:pt x="1864058" y="3073352"/>
                      <a:pt x="1634211" y="2962065"/>
                    </a:cubicBezTo>
                    <a:cubicBezTo>
                      <a:pt x="1390134" y="2803501"/>
                      <a:pt x="1391670" y="2463226"/>
                      <a:pt x="1703848" y="2355742"/>
                    </a:cubicBezTo>
                    <a:cubicBezTo>
                      <a:pt x="1867216" y="2309770"/>
                      <a:pt x="1932946" y="2304275"/>
                      <a:pt x="2117745" y="2289258"/>
                    </a:cubicBezTo>
                    <a:close/>
                    <a:moveTo>
                      <a:pt x="1895201" y="880902"/>
                    </a:moveTo>
                    <a:cubicBezTo>
                      <a:pt x="2049819" y="878570"/>
                      <a:pt x="2210983" y="1023567"/>
                      <a:pt x="2276065" y="1236504"/>
                    </a:cubicBezTo>
                    <a:cubicBezTo>
                      <a:pt x="2350446" y="1479859"/>
                      <a:pt x="2271166" y="1719799"/>
                      <a:pt x="2098990" y="1772423"/>
                    </a:cubicBezTo>
                    <a:cubicBezTo>
                      <a:pt x="1926813" y="1825048"/>
                      <a:pt x="1726940" y="1670429"/>
                      <a:pt x="1652559" y="1427074"/>
                    </a:cubicBezTo>
                    <a:cubicBezTo>
                      <a:pt x="1578180" y="1183717"/>
                      <a:pt x="1657458" y="943778"/>
                      <a:pt x="1829635" y="891153"/>
                    </a:cubicBezTo>
                    <a:close/>
                    <a:moveTo>
                      <a:pt x="2577034" y="759541"/>
                    </a:moveTo>
                    <a:lnTo>
                      <a:pt x="1972441" y="767241"/>
                    </a:lnTo>
                    <a:cubicBezTo>
                      <a:pt x="1929619" y="768623"/>
                      <a:pt x="1886068" y="773785"/>
                      <a:pt x="1842289" y="783004"/>
                    </a:cubicBezTo>
                    <a:cubicBezTo>
                      <a:pt x="1492048" y="856758"/>
                      <a:pt x="1259862" y="1162246"/>
                      <a:pt x="1323686" y="1465331"/>
                    </a:cubicBezTo>
                    <a:cubicBezTo>
                      <a:pt x="1380617" y="1735681"/>
                      <a:pt x="1653838" y="1912801"/>
                      <a:pt x="1960688" y="1894227"/>
                    </a:cubicBezTo>
                    <a:lnTo>
                      <a:pt x="1954787" y="1896039"/>
                    </a:lnTo>
                    <a:cubicBezTo>
                      <a:pt x="1858317" y="2000800"/>
                      <a:pt x="1978682" y="2148499"/>
                      <a:pt x="2028445" y="2210716"/>
                    </a:cubicBezTo>
                    <a:lnTo>
                      <a:pt x="1914361" y="2213518"/>
                    </a:lnTo>
                    <a:cubicBezTo>
                      <a:pt x="1373805" y="2249742"/>
                      <a:pt x="1143478" y="2466102"/>
                      <a:pt x="1177422" y="2809298"/>
                    </a:cubicBezTo>
                    <a:cubicBezTo>
                      <a:pt x="1211366" y="3152493"/>
                      <a:pt x="1741992" y="3244646"/>
                      <a:pt x="2060873" y="3229704"/>
                    </a:cubicBezTo>
                    <a:cubicBezTo>
                      <a:pt x="2379755" y="3214763"/>
                      <a:pt x="2698110" y="2930571"/>
                      <a:pt x="2719230" y="2648210"/>
                    </a:cubicBezTo>
                    <a:cubicBezTo>
                      <a:pt x="2699867" y="2070575"/>
                      <a:pt x="2052418" y="2112562"/>
                      <a:pt x="2282832" y="1799863"/>
                    </a:cubicBezTo>
                    <a:cubicBezTo>
                      <a:pt x="2510843" y="1673695"/>
                      <a:pt x="2641919" y="1435236"/>
                      <a:pt x="2592014" y="1198247"/>
                    </a:cubicBezTo>
                    <a:cubicBezTo>
                      <a:pt x="2566015" y="1074781"/>
                      <a:pt x="2494906" y="970760"/>
                      <a:pt x="2395028" y="897200"/>
                    </a:cubicBezTo>
                    <a:lnTo>
                      <a:pt x="2564389" y="891152"/>
                    </a:lnTo>
                    <a:cubicBezTo>
                      <a:pt x="2644558" y="859402"/>
                      <a:pt x="2739013" y="796695"/>
                      <a:pt x="2769176" y="767327"/>
                    </a:cubicBezTo>
                    <a:cubicBezTo>
                      <a:pt x="2755484" y="761968"/>
                      <a:pt x="2680847" y="759625"/>
                      <a:pt x="2577034" y="759541"/>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142" name="Google Shape;3142;p57"/>
              <p:cNvSpPr/>
              <p:nvPr/>
            </p:nvSpPr>
            <p:spPr>
              <a:xfrm>
                <a:off x="10401733" y="3025716"/>
                <a:ext cx="257188" cy="377708"/>
              </a:xfrm>
              <a:custGeom>
                <a:rect b="b" l="l" r="r" t="t"/>
                <a:pathLst>
                  <a:path extrusionOk="0" h="4032448" w="2745756">
                    <a:moveTo>
                      <a:pt x="1622229" y="1008112"/>
                    </a:moveTo>
                    <a:lnTo>
                      <a:pt x="2371247" y="1008112"/>
                    </a:lnTo>
                    <a:lnTo>
                      <a:pt x="2371247" y="3081405"/>
                    </a:lnTo>
                    <a:lnTo>
                      <a:pt x="2745756" y="3081405"/>
                    </a:lnTo>
                    <a:lnTo>
                      <a:pt x="1996738" y="4032448"/>
                    </a:lnTo>
                    <a:lnTo>
                      <a:pt x="1247720" y="3081405"/>
                    </a:lnTo>
                    <a:lnTo>
                      <a:pt x="1622229" y="3081405"/>
                    </a:lnTo>
                    <a:close/>
                    <a:moveTo>
                      <a:pt x="749018" y="0"/>
                    </a:moveTo>
                    <a:lnTo>
                      <a:pt x="1498036" y="951043"/>
                    </a:lnTo>
                    <a:lnTo>
                      <a:pt x="1123527" y="951043"/>
                    </a:lnTo>
                    <a:lnTo>
                      <a:pt x="1123527" y="3024336"/>
                    </a:lnTo>
                    <a:lnTo>
                      <a:pt x="374509" y="3024336"/>
                    </a:lnTo>
                    <a:lnTo>
                      <a:pt x="374509" y="951043"/>
                    </a:lnTo>
                    <a:lnTo>
                      <a:pt x="0" y="951043"/>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143" name="Google Shape;3143;p57"/>
              <p:cNvSpPr/>
              <p:nvPr/>
            </p:nvSpPr>
            <p:spPr>
              <a:xfrm>
                <a:off x="9438297" y="5013963"/>
                <a:ext cx="300437" cy="209342"/>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144" name="Google Shape;3144;p57"/>
              <p:cNvSpPr/>
              <p:nvPr/>
            </p:nvSpPr>
            <p:spPr>
              <a:xfrm rot="678773">
                <a:off x="10108027" y="4569149"/>
                <a:ext cx="338104" cy="343148"/>
              </a:xfrm>
              <a:custGeom>
                <a:rect b="b" l="l" r="r" t="t"/>
                <a:pathLst>
                  <a:path extrusionOk="0" h="3948462" w="3890413">
                    <a:moveTo>
                      <a:pt x="1853384" y="1371624"/>
                    </a:moveTo>
                    <a:lnTo>
                      <a:pt x="1768767" y="1390324"/>
                    </a:lnTo>
                    <a:cubicBezTo>
                      <a:pt x="1579409" y="1463487"/>
                      <a:pt x="1490873" y="1833773"/>
                      <a:pt x="1517577" y="2042010"/>
                    </a:cubicBezTo>
                    <a:cubicBezTo>
                      <a:pt x="1544281" y="2250247"/>
                      <a:pt x="1644086" y="2624290"/>
                      <a:pt x="1928990" y="2639747"/>
                    </a:cubicBezTo>
                    <a:cubicBezTo>
                      <a:pt x="2177093" y="2653207"/>
                      <a:pt x="2337423" y="2363017"/>
                      <a:pt x="2318674" y="2006358"/>
                    </a:cubicBezTo>
                    <a:cubicBezTo>
                      <a:pt x="2310210" y="1948950"/>
                      <a:pt x="2301678" y="1891436"/>
                      <a:pt x="2293344" y="1834228"/>
                    </a:cubicBezTo>
                    <a:cubicBezTo>
                      <a:pt x="2229725" y="1555945"/>
                      <a:pt x="2050691" y="1359067"/>
                      <a:pt x="1853384" y="1371624"/>
                    </a:cubicBezTo>
                    <a:close/>
                    <a:moveTo>
                      <a:pt x="1594841" y="45653"/>
                    </a:moveTo>
                    <a:cubicBezTo>
                      <a:pt x="2527821" y="-128041"/>
                      <a:pt x="3626282" y="158796"/>
                      <a:pt x="3869632" y="1517323"/>
                    </a:cubicBezTo>
                    <a:cubicBezTo>
                      <a:pt x="3939308" y="2058696"/>
                      <a:pt x="3820785" y="2251376"/>
                      <a:pt x="3706266" y="2457195"/>
                    </a:cubicBezTo>
                    <a:cubicBezTo>
                      <a:pt x="3132098" y="3124925"/>
                      <a:pt x="2589274" y="2611359"/>
                      <a:pt x="2548384" y="2446988"/>
                    </a:cubicBezTo>
                    <a:cubicBezTo>
                      <a:pt x="2411721" y="3024903"/>
                      <a:pt x="2005702" y="3164775"/>
                      <a:pt x="1746058" y="3093574"/>
                    </a:cubicBezTo>
                    <a:cubicBezTo>
                      <a:pt x="1486414" y="3022373"/>
                      <a:pt x="990519" y="2612821"/>
                      <a:pt x="990519" y="2019783"/>
                    </a:cubicBezTo>
                    <a:cubicBezTo>
                      <a:pt x="990519" y="1500875"/>
                      <a:pt x="1249504" y="1067935"/>
                      <a:pt x="1593790" y="967808"/>
                    </a:cubicBezTo>
                    <a:cubicBezTo>
                      <a:pt x="1642974" y="953504"/>
                      <a:pt x="1694009" y="949376"/>
                      <a:pt x="1746058" y="945992"/>
                    </a:cubicBezTo>
                    <a:cubicBezTo>
                      <a:pt x="2004670" y="929176"/>
                      <a:pt x="2081338" y="1030119"/>
                      <a:pt x="2206475" y="1173924"/>
                    </a:cubicBezTo>
                    <a:cubicBezTo>
                      <a:pt x="2194343" y="1061758"/>
                      <a:pt x="2187003" y="961165"/>
                      <a:pt x="2185910" y="877882"/>
                    </a:cubicBezTo>
                    <a:lnTo>
                      <a:pt x="2656644" y="803138"/>
                    </a:lnTo>
                    <a:lnTo>
                      <a:pt x="2828567" y="2099525"/>
                    </a:lnTo>
                    <a:cubicBezTo>
                      <a:pt x="2888366" y="2544108"/>
                      <a:pt x="3261961" y="2420799"/>
                      <a:pt x="3362812" y="2002360"/>
                    </a:cubicBezTo>
                    <a:cubicBezTo>
                      <a:pt x="3355320" y="1625023"/>
                      <a:pt x="3366534" y="1729632"/>
                      <a:pt x="3289926" y="1346695"/>
                    </a:cubicBezTo>
                    <a:lnTo>
                      <a:pt x="3290031" y="1346798"/>
                    </a:lnTo>
                    <a:cubicBezTo>
                      <a:pt x="3068547" y="637774"/>
                      <a:pt x="2419129" y="439933"/>
                      <a:pt x="1700745" y="575031"/>
                    </a:cubicBezTo>
                    <a:cubicBezTo>
                      <a:pt x="890947" y="727320"/>
                      <a:pt x="415476" y="1491783"/>
                      <a:pt x="571995" y="2274165"/>
                    </a:cubicBezTo>
                    <a:cubicBezTo>
                      <a:pt x="728513" y="3056546"/>
                      <a:pt x="1580131" y="3572543"/>
                      <a:pt x="2267548" y="3408286"/>
                    </a:cubicBezTo>
                    <a:cubicBezTo>
                      <a:pt x="2796517" y="3281890"/>
                      <a:pt x="2641988" y="3320887"/>
                      <a:pt x="3194376" y="3072653"/>
                    </a:cubicBezTo>
                    <a:cubicBezTo>
                      <a:pt x="3249441" y="3306078"/>
                      <a:pt x="3239115" y="3309742"/>
                      <a:pt x="3268026" y="3509545"/>
                    </a:cubicBezTo>
                    <a:cubicBezTo>
                      <a:pt x="3021841" y="3717756"/>
                      <a:pt x="2685602" y="3836362"/>
                      <a:pt x="2347298" y="3904041"/>
                    </a:cubicBezTo>
                    <a:cubicBezTo>
                      <a:pt x="1157336" y="4112956"/>
                      <a:pt x="289475" y="3581660"/>
                      <a:pt x="42617" y="2380068"/>
                    </a:cubicBezTo>
                    <a:cubicBezTo>
                      <a:pt x="-204242" y="1178477"/>
                      <a:pt x="661862" y="219348"/>
                      <a:pt x="1594841" y="45653"/>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145" name="Google Shape;3145;p57"/>
              <p:cNvSpPr/>
              <p:nvPr/>
            </p:nvSpPr>
            <p:spPr>
              <a:xfrm>
                <a:off x="8506880" y="2771935"/>
                <a:ext cx="315652" cy="359610"/>
              </a:xfrm>
              <a:custGeom>
                <a:rect b="b" l="l" r="r" t="t"/>
                <a:pathLst>
                  <a:path extrusionOk="0" h="3938119" w="3456727">
                    <a:moveTo>
                      <a:pt x="1728364" y="1961325"/>
                    </a:moveTo>
                    <a:cubicBezTo>
                      <a:pt x="1726089" y="2407152"/>
                      <a:pt x="1737463" y="2812034"/>
                      <a:pt x="1735188" y="3257861"/>
                    </a:cubicBezTo>
                    <a:cubicBezTo>
                      <a:pt x="2394830" y="3057694"/>
                      <a:pt x="2610919" y="2352560"/>
                      <a:pt x="2765594" y="1981796"/>
                    </a:cubicBezTo>
                    <a:close/>
                    <a:moveTo>
                      <a:pt x="1728362" y="682044"/>
                    </a:moveTo>
                    <a:cubicBezTo>
                      <a:pt x="1355324" y="868563"/>
                      <a:pt x="1166530" y="952725"/>
                      <a:pt x="609247" y="1002767"/>
                    </a:cubicBezTo>
                    <a:cubicBezTo>
                      <a:pt x="606972" y="1330312"/>
                      <a:pt x="631992" y="1623739"/>
                      <a:pt x="704780" y="1964933"/>
                    </a:cubicBezTo>
                    <a:lnTo>
                      <a:pt x="1728363" y="1971757"/>
                    </a:lnTo>
                    <a:cubicBezTo>
                      <a:pt x="1728363" y="1541853"/>
                      <a:pt x="1728362" y="1111948"/>
                      <a:pt x="1728362" y="682044"/>
                    </a:cubicBezTo>
                    <a:close/>
                    <a:moveTo>
                      <a:pt x="1723409" y="487996"/>
                    </a:moveTo>
                    <a:cubicBezTo>
                      <a:pt x="1725062" y="488690"/>
                      <a:pt x="1726712" y="489384"/>
                      <a:pt x="1728363" y="490064"/>
                    </a:cubicBezTo>
                    <a:cubicBezTo>
                      <a:pt x="1730015" y="489384"/>
                      <a:pt x="1731666" y="488690"/>
                      <a:pt x="1733319" y="487996"/>
                    </a:cubicBezTo>
                    <a:lnTo>
                      <a:pt x="1733319" y="492131"/>
                    </a:lnTo>
                    <a:cubicBezTo>
                      <a:pt x="2179467" y="679460"/>
                      <a:pt x="2405896" y="769409"/>
                      <a:pt x="2817789" y="813808"/>
                    </a:cubicBezTo>
                    <a:cubicBezTo>
                      <a:pt x="2971516" y="823489"/>
                      <a:pt x="3036247" y="875307"/>
                      <a:pt x="3033236" y="1061333"/>
                    </a:cubicBezTo>
                    <a:cubicBezTo>
                      <a:pt x="3015439" y="2441328"/>
                      <a:pt x="2363638" y="3359629"/>
                      <a:pt x="1733319" y="3448048"/>
                    </a:cubicBezTo>
                    <a:lnTo>
                      <a:pt x="1733319" y="3450123"/>
                    </a:lnTo>
                    <a:lnTo>
                      <a:pt x="1728363" y="3449086"/>
                    </a:lnTo>
                    <a:lnTo>
                      <a:pt x="1723409" y="3450123"/>
                    </a:lnTo>
                    <a:lnTo>
                      <a:pt x="1723409" y="3448048"/>
                    </a:lnTo>
                    <a:cubicBezTo>
                      <a:pt x="1093089" y="3359629"/>
                      <a:pt x="441289" y="2441328"/>
                      <a:pt x="423491" y="1061333"/>
                    </a:cubicBezTo>
                    <a:cubicBezTo>
                      <a:pt x="420479" y="875307"/>
                      <a:pt x="485211" y="823489"/>
                      <a:pt x="638937" y="813808"/>
                    </a:cubicBezTo>
                    <a:cubicBezTo>
                      <a:pt x="1050832" y="769409"/>
                      <a:pt x="1277261" y="679460"/>
                      <a:pt x="1723409" y="492131"/>
                    </a:cubicBezTo>
                    <a:close/>
                    <a:moveTo>
                      <a:pt x="1722802" y="306889"/>
                    </a:moveTo>
                    <a:lnTo>
                      <a:pt x="1722802" y="311530"/>
                    </a:lnTo>
                    <a:cubicBezTo>
                      <a:pt x="1222099" y="521767"/>
                      <a:pt x="967982" y="622713"/>
                      <a:pt x="505720" y="672542"/>
                    </a:cubicBezTo>
                    <a:cubicBezTo>
                      <a:pt x="333196" y="683408"/>
                      <a:pt x="260550" y="741561"/>
                      <a:pt x="263929" y="950334"/>
                    </a:cubicBezTo>
                    <a:cubicBezTo>
                      <a:pt x="283902" y="2499079"/>
                      <a:pt x="1015407" y="3529669"/>
                      <a:pt x="1722802" y="3628902"/>
                    </a:cubicBezTo>
                    <a:lnTo>
                      <a:pt x="1722802" y="3631230"/>
                    </a:lnTo>
                    <a:lnTo>
                      <a:pt x="1728365" y="3630065"/>
                    </a:lnTo>
                    <a:lnTo>
                      <a:pt x="1733925" y="3631230"/>
                    </a:lnTo>
                    <a:lnTo>
                      <a:pt x="1733925" y="3628902"/>
                    </a:lnTo>
                    <a:cubicBezTo>
                      <a:pt x="2441322" y="3529669"/>
                      <a:pt x="3172826" y="2499079"/>
                      <a:pt x="3192800" y="950334"/>
                    </a:cubicBezTo>
                    <a:cubicBezTo>
                      <a:pt x="3196179" y="741561"/>
                      <a:pt x="3123532" y="683408"/>
                      <a:pt x="2951007" y="672542"/>
                    </a:cubicBezTo>
                    <a:cubicBezTo>
                      <a:pt x="2488747" y="622713"/>
                      <a:pt x="2234630" y="521767"/>
                      <a:pt x="1733925" y="311530"/>
                    </a:cubicBezTo>
                    <a:lnTo>
                      <a:pt x="1733925" y="306889"/>
                    </a:lnTo>
                    <a:cubicBezTo>
                      <a:pt x="1732071" y="307669"/>
                      <a:pt x="1730218" y="308445"/>
                      <a:pt x="1728365" y="309209"/>
                    </a:cubicBezTo>
                    <a:cubicBezTo>
                      <a:pt x="1726510" y="308445"/>
                      <a:pt x="1724659" y="307669"/>
                      <a:pt x="1722802" y="306889"/>
                    </a:cubicBezTo>
                    <a:close/>
                    <a:moveTo>
                      <a:pt x="1721800" y="0"/>
                    </a:moveTo>
                    <a:cubicBezTo>
                      <a:pt x="1723991" y="923"/>
                      <a:pt x="1726176" y="1844"/>
                      <a:pt x="1728363" y="2749"/>
                    </a:cubicBezTo>
                    <a:cubicBezTo>
                      <a:pt x="1730551" y="1844"/>
                      <a:pt x="1732737" y="923"/>
                      <a:pt x="1734926" y="0"/>
                    </a:cubicBezTo>
                    <a:lnTo>
                      <a:pt x="1734926" y="5497"/>
                    </a:lnTo>
                    <a:cubicBezTo>
                      <a:pt x="2325825" y="254550"/>
                      <a:pt x="2625718" y="374136"/>
                      <a:pt x="3171248" y="433164"/>
                    </a:cubicBezTo>
                    <a:cubicBezTo>
                      <a:pt x="3374850" y="446035"/>
                      <a:pt x="3460584" y="514926"/>
                      <a:pt x="3456595" y="762245"/>
                    </a:cubicBezTo>
                    <a:cubicBezTo>
                      <a:pt x="3433024" y="2596936"/>
                      <a:pt x="2569749" y="3817807"/>
                      <a:pt x="1734926" y="3935360"/>
                    </a:cubicBezTo>
                    <a:lnTo>
                      <a:pt x="1734926" y="3938119"/>
                    </a:lnTo>
                    <a:lnTo>
                      <a:pt x="1728363" y="3936740"/>
                    </a:lnTo>
                    <a:lnTo>
                      <a:pt x="1721800" y="3938119"/>
                    </a:lnTo>
                    <a:lnTo>
                      <a:pt x="1721800" y="3935360"/>
                    </a:lnTo>
                    <a:cubicBezTo>
                      <a:pt x="886977" y="3817807"/>
                      <a:pt x="23703" y="2596936"/>
                      <a:pt x="132" y="762245"/>
                    </a:cubicBezTo>
                    <a:cubicBezTo>
                      <a:pt x="-3858" y="514926"/>
                      <a:pt x="81876" y="446035"/>
                      <a:pt x="285478" y="433164"/>
                    </a:cubicBezTo>
                    <a:cubicBezTo>
                      <a:pt x="831010" y="374136"/>
                      <a:pt x="1130903" y="254550"/>
                      <a:pt x="1721800" y="549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146" name="Google Shape;3146;p57"/>
              <p:cNvSpPr/>
              <p:nvPr/>
            </p:nvSpPr>
            <p:spPr>
              <a:xfrm>
                <a:off x="9655543" y="2519661"/>
                <a:ext cx="338578" cy="338540"/>
              </a:xfrm>
              <a:custGeom>
                <a:rect b="b" l="l" r="r" t="t"/>
                <a:pathLst>
                  <a:path extrusionOk="0" h="3960000" w="3960440">
                    <a:moveTo>
                      <a:pt x="2764687" y="782779"/>
                    </a:moveTo>
                    <a:cubicBezTo>
                      <a:pt x="2512183" y="782779"/>
                      <a:pt x="2307488" y="987475"/>
                      <a:pt x="2307487" y="1239980"/>
                    </a:cubicBezTo>
                    <a:cubicBezTo>
                      <a:pt x="2307487" y="1241985"/>
                      <a:pt x="2307500" y="1243987"/>
                      <a:pt x="2308092" y="1245978"/>
                    </a:cubicBezTo>
                    <a:lnTo>
                      <a:pt x="1570677" y="1632536"/>
                    </a:lnTo>
                    <a:cubicBezTo>
                      <a:pt x="1488749" y="1552118"/>
                      <a:pt x="1376387" y="1502860"/>
                      <a:pt x="1252520" y="1502859"/>
                    </a:cubicBezTo>
                    <a:cubicBezTo>
                      <a:pt x="1000014" y="1502859"/>
                      <a:pt x="795319" y="1707555"/>
                      <a:pt x="795319" y="1960060"/>
                    </a:cubicBezTo>
                    <a:cubicBezTo>
                      <a:pt x="795319" y="2212565"/>
                      <a:pt x="1000014" y="2417260"/>
                      <a:pt x="1252520" y="2417260"/>
                    </a:cubicBezTo>
                    <a:cubicBezTo>
                      <a:pt x="1361432" y="2417260"/>
                      <a:pt x="1461449" y="2379178"/>
                      <a:pt x="1538674" y="2313987"/>
                    </a:cubicBezTo>
                    <a:lnTo>
                      <a:pt x="2308734" y="2717656"/>
                    </a:lnTo>
                    <a:cubicBezTo>
                      <a:pt x="2314220" y="2964461"/>
                      <a:pt x="2516327" y="3162492"/>
                      <a:pt x="2764688" y="3162492"/>
                    </a:cubicBezTo>
                    <a:cubicBezTo>
                      <a:pt x="3017192" y="3162492"/>
                      <a:pt x="3221888" y="2957797"/>
                      <a:pt x="3221887" y="2705292"/>
                    </a:cubicBezTo>
                    <a:cubicBezTo>
                      <a:pt x="3221887" y="2452786"/>
                      <a:pt x="3017192" y="2248092"/>
                      <a:pt x="2764688" y="2248092"/>
                    </a:cubicBezTo>
                    <a:cubicBezTo>
                      <a:pt x="2638870" y="2248092"/>
                      <a:pt x="2524924" y="2298913"/>
                      <a:pt x="2442337" y="2381228"/>
                    </a:cubicBezTo>
                    <a:lnTo>
                      <a:pt x="1706164" y="1995322"/>
                    </a:lnTo>
                    <a:lnTo>
                      <a:pt x="1709074" y="1966451"/>
                    </a:lnTo>
                    <a:lnTo>
                      <a:pt x="2455698" y="1575067"/>
                    </a:lnTo>
                    <a:cubicBezTo>
                      <a:pt x="2536225" y="1651261"/>
                      <a:pt x="2645094" y="1697180"/>
                      <a:pt x="2764687" y="1697179"/>
                    </a:cubicBezTo>
                    <a:cubicBezTo>
                      <a:pt x="3017193" y="1697180"/>
                      <a:pt x="3221887" y="1492485"/>
                      <a:pt x="3221888" y="1239980"/>
                    </a:cubicBezTo>
                    <a:cubicBezTo>
                      <a:pt x="3221887" y="987475"/>
                      <a:pt x="3017193" y="782779"/>
                      <a:pt x="2764687" y="782779"/>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147" name="Google Shape;3147;p57"/>
              <p:cNvSpPr/>
              <p:nvPr/>
            </p:nvSpPr>
            <p:spPr>
              <a:xfrm rot="2648398">
                <a:off x="8942310" y="2514803"/>
                <a:ext cx="148930" cy="380894"/>
              </a:xfrm>
              <a:custGeom>
                <a:rect b="b" l="l" r="r" t="t"/>
                <a:pathLst>
                  <a:path extrusionOk="0" h="4764557" w="1862952">
                    <a:moveTo>
                      <a:pt x="289679" y="2004751"/>
                    </a:moveTo>
                    <a:cubicBezTo>
                      <a:pt x="458860" y="1838972"/>
                      <a:pt x="691283" y="1737733"/>
                      <a:pt x="946849" y="1740329"/>
                    </a:cubicBezTo>
                    <a:cubicBezTo>
                      <a:pt x="982916" y="1740695"/>
                      <a:pt x="1018481" y="1743119"/>
                      <a:pt x="1053366" y="1748014"/>
                    </a:cubicBezTo>
                    <a:cubicBezTo>
                      <a:pt x="1317748" y="1888655"/>
                      <a:pt x="1203170" y="2165630"/>
                      <a:pt x="978473" y="2204473"/>
                    </a:cubicBezTo>
                    <a:cubicBezTo>
                      <a:pt x="966642" y="2201190"/>
                      <a:pt x="954470" y="2200566"/>
                      <a:pt x="942176" y="2200441"/>
                    </a:cubicBezTo>
                    <a:cubicBezTo>
                      <a:pt x="697403" y="2197955"/>
                      <a:pt x="496962" y="2394367"/>
                      <a:pt x="494475" y="2639137"/>
                    </a:cubicBezTo>
                    <a:lnTo>
                      <a:pt x="482110" y="3856696"/>
                    </a:lnTo>
                    <a:cubicBezTo>
                      <a:pt x="479624" y="4101467"/>
                      <a:pt x="676035" y="4301910"/>
                      <a:pt x="920807" y="4304396"/>
                    </a:cubicBezTo>
                    <a:cubicBezTo>
                      <a:pt x="1043193" y="4305639"/>
                      <a:pt x="1154496" y="4257158"/>
                      <a:pt x="1235513" y="4177768"/>
                    </a:cubicBezTo>
                    <a:cubicBezTo>
                      <a:pt x="1316531" y="4098380"/>
                      <a:pt x="1367262" y="3988084"/>
                      <a:pt x="1368506" y="3865699"/>
                    </a:cubicBezTo>
                    <a:lnTo>
                      <a:pt x="1375662" y="3161156"/>
                    </a:lnTo>
                    <a:cubicBezTo>
                      <a:pt x="1504082" y="3167548"/>
                      <a:pt x="1792622" y="2981572"/>
                      <a:pt x="1861834" y="2783546"/>
                    </a:cubicBezTo>
                    <a:lnTo>
                      <a:pt x="1851019" y="3848423"/>
                    </a:lnTo>
                    <a:cubicBezTo>
                      <a:pt x="1848423" y="4103989"/>
                      <a:pt x="1742485" y="4334308"/>
                      <a:pt x="1573304" y="4500088"/>
                    </a:cubicBezTo>
                    <a:cubicBezTo>
                      <a:pt x="1404123" y="4665866"/>
                      <a:pt x="1171700" y="4767105"/>
                      <a:pt x="916134" y="4764509"/>
                    </a:cubicBezTo>
                    <a:cubicBezTo>
                      <a:pt x="405002" y="4759318"/>
                      <a:pt x="-5143" y="4340756"/>
                      <a:pt x="48" y="3829624"/>
                    </a:cubicBezTo>
                    <a:lnTo>
                      <a:pt x="11964" y="2656415"/>
                    </a:lnTo>
                    <a:cubicBezTo>
                      <a:pt x="14559" y="2400849"/>
                      <a:pt x="120498" y="2170529"/>
                      <a:pt x="289679" y="2004751"/>
                    </a:cubicBezTo>
                    <a:close/>
                    <a:moveTo>
                      <a:pt x="282968" y="271082"/>
                    </a:moveTo>
                    <a:cubicBezTo>
                      <a:pt x="450457" y="103594"/>
                      <a:pt x="681840" y="0"/>
                      <a:pt x="937419" y="0"/>
                    </a:cubicBezTo>
                    <a:cubicBezTo>
                      <a:pt x="1448577" y="0"/>
                      <a:pt x="1862952" y="414375"/>
                      <a:pt x="1862952" y="925533"/>
                    </a:cubicBezTo>
                    <a:lnTo>
                      <a:pt x="1862952" y="2098803"/>
                    </a:lnTo>
                    <a:cubicBezTo>
                      <a:pt x="1862952" y="2609961"/>
                      <a:pt x="1448577" y="3024336"/>
                      <a:pt x="937419" y="3024336"/>
                    </a:cubicBezTo>
                    <a:cubicBezTo>
                      <a:pt x="901350" y="3024336"/>
                      <a:pt x="865762" y="3022273"/>
                      <a:pt x="830829" y="3017733"/>
                    </a:cubicBezTo>
                    <a:cubicBezTo>
                      <a:pt x="565032" y="2879784"/>
                      <a:pt x="676792" y="2601660"/>
                      <a:pt x="901083" y="2560538"/>
                    </a:cubicBezTo>
                    <a:cubicBezTo>
                      <a:pt x="912947" y="2563700"/>
                      <a:pt x="925124" y="2564200"/>
                      <a:pt x="937419" y="2564200"/>
                    </a:cubicBezTo>
                    <a:cubicBezTo>
                      <a:pt x="1182204" y="2564200"/>
                      <a:pt x="1380640" y="2365763"/>
                      <a:pt x="1380641" y="2120980"/>
                    </a:cubicBezTo>
                    <a:lnTo>
                      <a:pt x="1380640" y="903358"/>
                    </a:lnTo>
                    <a:cubicBezTo>
                      <a:pt x="1380640" y="658574"/>
                      <a:pt x="1182204" y="460137"/>
                      <a:pt x="937419" y="460137"/>
                    </a:cubicBezTo>
                    <a:cubicBezTo>
                      <a:pt x="815027" y="460137"/>
                      <a:pt x="704222" y="509746"/>
                      <a:pt x="624015" y="589954"/>
                    </a:cubicBezTo>
                    <a:cubicBezTo>
                      <a:pt x="543808" y="670161"/>
                      <a:pt x="494199" y="780966"/>
                      <a:pt x="494199" y="903358"/>
                    </a:cubicBezTo>
                    <a:lnTo>
                      <a:pt x="494198" y="1607937"/>
                    </a:lnTo>
                    <a:cubicBezTo>
                      <a:pt x="365720" y="1602850"/>
                      <a:pt x="79084" y="1791747"/>
                      <a:pt x="11886" y="1990465"/>
                    </a:cubicBezTo>
                    <a:lnTo>
                      <a:pt x="11886" y="925533"/>
                    </a:lnTo>
                    <a:cubicBezTo>
                      <a:pt x="11886" y="669954"/>
                      <a:pt x="115480" y="438571"/>
                      <a:pt x="282968" y="271082"/>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148" name="Google Shape;3148;p57"/>
              <p:cNvSpPr/>
              <p:nvPr/>
            </p:nvSpPr>
            <p:spPr>
              <a:xfrm rot="8580000">
                <a:off x="8651645" y="4749636"/>
                <a:ext cx="318301" cy="317452"/>
              </a:xfrm>
              <a:custGeom>
                <a:rect b="b" l="l" r="r" t="t"/>
                <a:pathLst>
                  <a:path extrusionOk="0" h="3862045" w="3872365">
                    <a:moveTo>
                      <a:pt x="1786489" y="808318"/>
                    </a:moveTo>
                    <a:cubicBezTo>
                      <a:pt x="1525809" y="610106"/>
                      <a:pt x="1257124" y="397966"/>
                      <a:pt x="1040385" y="230829"/>
                    </a:cubicBezTo>
                    <a:cubicBezTo>
                      <a:pt x="1905215" y="-194386"/>
                      <a:pt x="2650439" y="24572"/>
                      <a:pt x="3162062" y="429660"/>
                    </a:cubicBezTo>
                    <a:cubicBezTo>
                      <a:pt x="3007351" y="875340"/>
                      <a:pt x="2905932" y="1443216"/>
                      <a:pt x="2745609" y="1410478"/>
                    </a:cubicBezTo>
                    <a:cubicBezTo>
                      <a:pt x="2633182" y="1430335"/>
                      <a:pt x="2220955" y="1138671"/>
                      <a:pt x="1786489" y="808318"/>
                    </a:cubicBezTo>
                    <a:close/>
                    <a:moveTo>
                      <a:pt x="2701004" y="2590217"/>
                    </a:moveTo>
                    <a:cubicBezTo>
                      <a:pt x="2682933" y="2576481"/>
                      <a:pt x="2672282" y="2559744"/>
                      <a:pt x="2670336" y="2539383"/>
                    </a:cubicBezTo>
                    <a:cubicBezTo>
                      <a:pt x="2587360" y="2376647"/>
                      <a:pt x="3042640" y="1246798"/>
                      <a:pt x="3299881" y="563773"/>
                    </a:cubicBezTo>
                    <a:cubicBezTo>
                      <a:pt x="3959368" y="1266493"/>
                      <a:pt x="3967860" y="2043171"/>
                      <a:pt x="3730056" y="2650875"/>
                    </a:cubicBezTo>
                    <a:cubicBezTo>
                      <a:pt x="3317547" y="2635434"/>
                      <a:pt x="2827499" y="2686366"/>
                      <a:pt x="2701004" y="2590217"/>
                    </a:cubicBezTo>
                    <a:close/>
                    <a:moveTo>
                      <a:pt x="19691" y="2248546"/>
                    </a:moveTo>
                    <a:cubicBezTo>
                      <a:pt x="-100797" y="1292396"/>
                      <a:pt x="348853" y="659059"/>
                      <a:pt x="898439" y="307194"/>
                    </a:cubicBezTo>
                    <a:cubicBezTo>
                      <a:pt x="1269469" y="598575"/>
                      <a:pt x="1773388" y="879352"/>
                      <a:pt x="1690237" y="1020281"/>
                    </a:cubicBezTo>
                    <a:cubicBezTo>
                      <a:pt x="1661713" y="1200709"/>
                      <a:pt x="629275" y="1847170"/>
                      <a:pt x="19691" y="2248546"/>
                    </a:cubicBezTo>
                    <a:close/>
                    <a:moveTo>
                      <a:pt x="1805382" y="3858278"/>
                    </a:moveTo>
                    <a:cubicBezTo>
                      <a:pt x="1676483" y="3404460"/>
                      <a:pt x="1433840" y="2881111"/>
                      <a:pt x="1583946" y="2815971"/>
                    </a:cubicBezTo>
                    <a:cubicBezTo>
                      <a:pt x="1713076" y="2686769"/>
                      <a:pt x="2928316" y="2770622"/>
                      <a:pt x="3657403" y="2804207"/>
                    </a:cubicBezTo>
                    <a:cubicBezTo>
                      <a:pt x="3192869" y="3648569"/>
                      <a:pt x="2456828" y="3896652"/>
                      <a:pt x="1805382" y="3858278"/>
                    </a:cubicBezTo>
                    <a:close/>
                    <a:moveTo>
                      <a:pt x="762284" y="3480575"/>
                    </a:moveTo>
                    <a:cubicBezTo>
                      <a:pt x="380940" y="3198297"/>
                      <a:pt x="161300" y="2806810"/>
                      <a:pt x="58293" y="2412172"/>
                    </a:cubicBezTo>
                    <a:cubicBezTo>
                      <a:pt x="450067" y="2149344"/>
                      <a:pt x="872820" y="1756853"/>
                      <a:pt x="981158" y="1879484"/>
                    </a:cubicBezTo>
                    <a:cubicBezTo>
                      <a:pt x="1143940" y="1962367"/>
                      <a:pt x="1439720" y="3144041"/>
                      <a:pt x="1633080" y="3847823"/>
                    </a:cubicBezTo>
                    <a:cubicBezTo>
                      <a:pt x="1278110" y="3779994"/>
                      <a:pt x="991090" y="3649942"/>
                      <a:pt x="762284" y="348057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149" name="Google Shape;3149;p57"/>
              <p:cNvSpPr/>
              <p:nvPr/>
            </p:nvSpPr>
            <p:spPr>
              <a:xfrm>
                <a:off x="8268788" y="3120081"/>
                <a:ext cx="291831" cy="251871"/>
              </a:xfrm>
              <a:custGeom>
                <a:rect b="b" l="l" r="r" t="t"/>
                <a:pathLst>
                  <a:path extrusionOk="0" h="316007" w="366142">
                    <a:moveTo>
                      <a:pt x="241139" y="0"/>
                    </a:moveTo>
                    <a:cubicBezTo>
                      <a:pt x="265040" y="0"/>
                      <a:pt x="292051" y="14516"/>
                      <a:pt x="306633" y="31202"/>
                    </a:cubicBezTo>
                    <a:cubicBezTo>
                      <a:pt x="327151" y="29858"/>
                      <a:pt x="335397" y="19692"/>
                      <a:pt x="349699" y="10558"/>
                    </a:cubicBezTo>
                    <a:cubicBezTo>
                      <a:pt x="343170" y="29574"/>
                      <a:pt x="336047" y="54091"/>
                      <a:pt x="325569" y="59830"/>
                    </a:cubicBezTo>
                    <a:cubicBezTo>
                      <a:pt x="340338" y="61437"/>
                      <a:pt x="353079" y="55334"/>
                      <a:pt x="366142" y="52395"/>
                    </a:cubicBezTo>
                    <a:cubicBezTo>
                      <a:pt x="361514" y="66282"/>
                      <a:pt x="342655" y="74263"/>
                      <a:pt x="334454" y="94697"/>
                    </a:cubicBezTo>
                    <a:cubicBezTo>
                      <a:pt x="326254" y="115131"/>
                      <a:pt x="329982" y="126199"/>
                      <a:pt x="316939" y="174999"/>
                    </a:cubicBezTo>
                    <a:cubicBezTo>
                      <a:pt x="296102" y="242622"/>
                      <a:pt x="276174" y="279635"/>
                      <a:pt x="184305" y="311458"/>
                    </a:cubicBezTo>
                    <a:cubicBezTo>
                      <a:pt x="152057" y="320905"/>
                      <a:pt x="83508" y="315693"/>
                      <a:pt x="27716" y="295316"/>
                    </a:cubicBezTo>
                    <a:lnTo>
                      <a:pt x="0" y="281129"/>
                    </a:lnTo>
                    <a:lnTo>
                      <a:pt x="0" y="268036"/>
                    </a:lnTo>
                    <a:lnTo>
                      <a:pt x="23178" y="266110"/>
                    </a:lnTo>
                    <a:cubicBezTo>
                      <a:pt x="63548" y="261698"/>
                      <a:pt x="90116" y="254801"/>
                      <a:pt x="108726" y="240807"/>
                    </a:cubicBezTo>
                    <a:cubicBezTo>
                      <a:pt x="87700" y="241375"/>
                      <a:pt x="35310" y="244403"/>
                      <a:pt x="20535" y="200079"/>
                    </a:cubicBezTo>
                    <a:cubicBezTo>
                      <a:pt x="37583" y="203299"/>
                      <a:pt x="59856" y="197334"/>
                      <a:pt x="70653" y="194871"/>
                    </a:cubicBezTo>
                    <a:cubicBezTo>
                      <a:pt x="57204" y="189662"/>
                      <a:pt x="37595" y="181773"/>
                      <a:pt x="20899" y="168840"/>
                    </a:cubicBezTo>
                    <a:lnTo>
                      <a:pt x="0" y="146258"/>
                    </a:lnTo>
                    <a:lnTo>
                      <a:pt x="0" y="116697"/>
                    </a:lnTo>
                    <a:lnTo>
                      <a:pt x="14104" y="121836"/>
                    </a:lnTo>
                    <a:cubicBezTo>
                      <a:pt x="23887" y="123910"/>
                      <a:pt x="33812" y="125203"/>
                      <a:pt x="40441" y="126434"/>
                    </a:cubicBezTo>
                    <a:cubicBezTo>
                      <a:pt x="9945" y="103325"/>
                      <a:pt x="-5039" y="60063"/>
                      <a:pt x="20722" y="8541"/>
                    </a:cubicBezTo>
                    <a:cubicBezTo>
                      <a:pt x="76047" y="73391"/>
                      <a:pt x="116697" y="97001"/>
                      <a:pt x="168525" y="104817"/>
                    </a:cubicBezTo>
                    <a:cubicBezTo>
                      <a:pt x="166649" y="98530"/>
                      <a:pt x="164888" y="89662"/>
                      <a:pt x="165796" y="68430"/>
                    </a:cubicBezTo>
                    <a:cubicBezTo>
                      <a:pt x="166838" y="44047"/>
                      <a:pt x="190944" y="0"/>
                      <a:pt x="241139"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3150" name="Google Shape;3150;p57"/>
              <p:cNvSpPr/>
              <p:nvPr/>
            </p:nvSpPr>
            <p:spPr>
              <a:xfrm>
                <a:off x="10509375" y="4197069"/>
                <a:ext cx="172150" cy="348350"/>
              </a:xfrm>
              <a:custGeom>
                <a:rect b="b" l="l" r="r" t="t"/>
                <a:pathLst>
                  <a:path extrusionOk="0" h="455920" w="225309">
                    <a:moveTo>
                      <a:pt x="139383" y="455355"/>
                    </a:moveTo>
                    <a:lnTo>
                      <a:pt x="139383" y="455920"/>
                    </a:lnTo>
                    <a:lnTo>
                      <a:pt x="139383" y="455355"/>
                    </a:lnTo>
                    <a:close/>
                    <a:moveTo>
                      <a:pt x="54403" y="455920"/>
                    </a:moveTo>
                    <a:lnTo>
                      <a:pt x="54403" y="455355"/>
                    </a:lnTo>
                    <a:lnTo>
                      <a:pt x="54403" y="455920"/>
                    </a:lnTo>
                    <a:close/>
                    <a:moveTo>
                      <a:pt x="193296" y="6"/>
                    </a:moveTo>
                    <a:cubicBezTo>
                      <a:pt x="204595" y="73"/>
                      <a:pt x="214144" y="770"/>
                      <a:pt x="225309" y="2823"/>
                    </a:cubicBezTo>
                    <a:cubicBezTo>
                      <a:pt x="225271" y="27274"/>
                      <a:pt x="222913" y="50194"/>
                      <a:pt x="219909" y="69600"/>
                    </a:cubicBezTo>
                    <a:cubicBezTo>
                      <a:pt x="188141" y="67117"/>
                      <a:pt x="138250" y="66776"/>
                      <a:pt x="139383" y="96177"/>
                    </a:cubicBezTo>
                    <a:lnTo>
                      <a:pt x="139383" y="140898"/>
                    </a:lnTo>
                    <a:lnTo>
                      <a:pt x="217171" y="140898"/>
                    </a:lnTo>
                    <a:lnTo>
                      <a:pt x="211626" y="215050"/>
                    </a:lnTo>
                    <a:lnTo>
                      <a:pt x="139383" y="216436"/>
                    </a:lnTo>
                    <a:lnTo>
                      <a:pt x="139383" y="455355"/>
                    </a:lnTo>
                    <a:lnTo>
                      <a:pt x="54403" y="455355"/>
                    </a:lnTo>
                    <a:lnTo>
                      <a:pt x="54403" y="216436"/>
                    </a:lnTo>
                    <a:lnTo>
                      <a:pt x="0" y="216436"/>
                    </a:lnTo>
                    <a:lnTo>
                      <a:pt x="0" y="140898"/>
                    </a:lnTo>
                    <a:lnTo>
                      <a:pt x="54403" y="140898"/>
                    </a:lnTo>
                    <a:lnTo>
                      <a:pt x="54403" y="90429"/>
                    </a:lnTo>
                    <a:cubicBezTo>
                      <a:pt x="54356" y="90266"/>
                      <a:pt x="54310" y="90103"/>
                      <a:pt x="54263" y="89940"/>
                    </a:cubicBezTo>
                    <a:cubicBezTo>
                      <a:pt x="54393" y="21715"/>
                      <a:pt x="104084" y="2174"/>
                      <a:pt x="150786" y="971"/>
                    </a:cubicBezTo>
                    <a:cubicBezTo>
                      <a:pt x="168948" y="503"/>
                      <a:pt x="181997" y="-60"/>
                      <a:pt x="193296" y="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3151" name="Google Shape;3151;p57"/>
              <p:cNvSpPr/>
              <p:nvPr/>
            </p:nvSpPr>
            <p:spPr>
              <a:xfrm>
                <a:off x="8105957" y="3478924"/>
                <a:ext cx="284621" cy="282605"/>
              </a:xfrm>
              <a:custGeom>
                <a:rect b="b" l="l" r="r" t="t"/>
                <a:pathLst>
                  <a:path extrusionOk="0" h="297454" w="299575">
                    <a:moveTo>
                      <a:pt x="249204" y="123541"/>
                    </a:moveTo>
                    <a:cubicBezTo>
                      <a:pt x="240190" y="123011"/>
                      <a:pt x="239659" y="128843"/>
                      <a:pt x="241250" y="136266"/>
                    </a:cubicBezTo>
                    <a:cubicBezTo>
                      <a:pt x="245492" y="158536"/>
                      <a:pt x="240720" y="179214"/>
                      <a:pt x="229055" y="198302"/>
                    </a:cubicBezTo>
                    <a:cubicBezTo>
                      <a:pt x="206255" y="234888"/>
                      <a:pt x="158536" y="250264"/>
                      <a:pt x="116648" y="234888"/>
                    </a:cubicBezTo>
                    <a:cubicBezTo>
                      <a:pt x="83774" y="222692"/>
                      <a:pt x="50901" y="185577"/>
                      <a:pt x="59914" y="135736"/>
                    </a:cubicBezTo>
                    <a:cubicBezTo>
                      <a:pt x="60444" y="132555"/>
                      <a:pt x="62565" y="127252"/>
                      <a:pt x="58324" y="125662"/>
                    </a:cubicBezTo>
                    <a:cubicBezTo>
                      <a:pt x="51431" y="122481"/>
                      <a:pt x="43477" y="123541"/>
                      <a:pt x="36585" y="125131"/>
                    </a:cubicBezTo>
                    <a:cubicBezTo>
                      <a:pt x="30222" y="126722"/>
                      <a:pt x="31813" y="133085"/>
                      <a:pt x="31813" y="137857"/>
                    </a:cubicBezTo>
                    <a:cubicBezTo>
                      <a:pt x="31813" y="174442"/>
                      <a:pt x="31813" y="210497"/>
                      <a:pt x="31813" y="247082"/>
                    </a:cubicBezTo>
                    <a:cubicBezTo>
                      <a:pt x="31813" y="262989"/>
                      <a:pt x="35524" y="266701"/>
                      <a:pt x="51961" y="266701"/>
                    </a:cubicBezTo>
                    <a:cubicBezTo>
                      <a:pt x="84835" y="266701"/>
                      <a:pt x="117178" y="266701"/>
                      <a:pt x="150052" y="266701"/>
                    </a:cubicBezTo>
                    <a:cubicBezTo>
                      <a:pt x="183456" y="266701"/>
                      <a:pt x="217390" y="266701"/>
                      <a:pt x="250794" y="266701"/>
                    </a:cubicBezTo>
                    <a:cubicBezTo>
                      <a:pt x="262459" y="266701"/>
                      <a:pt x="269352" y="261929"/>
                      <a:pt x="269352" y="250264"/>
                    </a:cubicBezTo>
                    <a:cubicBezTo>
                      <a:pt x="269352" y="211558"/>
                      <a:pt x="269352" y="173382"/>
                      <a:pt x="269352" y="134675"/>
                    </a:cubicBezTo>
                    <a:cubicBezTo>
                      <a:pt x="268822" y="126987"/>
                      <a:pt x="265773" y="124337"/>
                      <a:pt x="261863" y="123541"/>
                    </a:cubicBezTo>
                    <a:cubicBezTo>
                      <a:pt x="257952" y="122746"/>
                      <a:pt x="253180" y="123806"/>
                      <a:pt x="249204" y="123541"/>
                    </a:cubicBezTo>
                    <a:close/>
                    <a:moveTo>
                      <a:pt x="151642" y="88016"/>
                    </a:moveTo>
                    <a:cubicBezTo>
                      <a:pt x="116648" y="87486"/>
                      <a:pt x="89076" y="113997"/>
                      <a:pt x="89076" y="147931"/>
                    </a:cubicBezTo>
                    <a:cubicBezTo>
                      <a:pt x="89076" y="180805"/>
                      <a:pt x="117178" y="208377"/>
                      <a:pt x="150582" y="208377"/>
                    </a:cubicBezTo>
                    <a:cubicBezTo>
                      <a:pt x="183986" y="208377"/>
                      <a:pt x="212088" y="181335"/>
                      <a:pt x="212088" y="148461"/>
                    </a:cubicBezTo>
                    <a:cubicBezTo>
                      <a:pt x="212088" y="115058"/>
                      <a:pt x="185577" y="88546"/>
                      <a:pt x="151642" y="88016"/>
                    </a:cubicBezTo>
                    <a:close/>
                    <a:moveTo>
                      <a:pt x="234357" y="29162"/>
                    </a:moveTo>
                    <a:cubicBezTo>
                      <a:pt x="207846" y="29162"/>
                      <a:pt x="204135" y="32873"/>
                      <a:pt x="203605" y="60444"/>
                    </a:cubicBezTo>
                    <a:cubicBezTo>
                      <a:pt x="203605" y="90137"/>
                      <a:pt x="205195" y="92258"/>
                      <a:pt x="235948" y="92258"/>
                    </a:cubicBezTo>
                    <a:cubicBezTo>
                      <a:pt x="267762" y="92258"/>
                      <a:pt x="268822" y="91197"/>
                      <a:pt x="268822" y="59914"/>
                    </a:cubicBezTo>
                    <a:cubicBezTo>
                      <a:pt x="268822" y="57794"/>
                      <a:pt x="268822" y="55673"/>
                      <a:pt x="268822" y="53552"/>
                    </a:cubicBezTo>
                    <a:cubicBezTo>
                      <a:pt x="268822" y="35524"/>
                      <a:pt x="263519" y="29692"/>
                      <a:pt x="245492" y="29162"/>
                    </a:cubicBezTo>
                    <a:cubicBezTo>
                      <a:pt x="241781" y="29162"/>
                      <a:pt x="238069" y="29162"/>
                      <a:pt x="234357" y="29162"/>
                    </a:cubicBezTo>
                    <a:close/>
                    <a:moveTo>
                      <a:pt x="41887" y="0"/>
                    </a:moveTo>
                    <a:cubicBezTo>
                      <a:pt x="113998" y="0"/>
                      <a:pt x="186108" y="0"/>
                      <a:pt x="258217" y="0"/>
                    </a:cubicBezTo>
                    <a:cubicBezTo>
                      <a:pt x="284728" y="0"/>
                      <a:pt x="299575" y="14846"/>
                      <a:pt x="299575" y="41887"/>
                    </a:cubicBezTo>
                    <a:cubicBezTo>
                      <a:pt x="299575" y="112937"/>
                      <a:pt x="299575" y="184517"/>
                      <a:pt x="299575" y="255567"/>
                    </a:cubicBezTo>
                    <a:cubicBezTo>
                      <a:pt x="299575" y="283138"/>
                      <a:pt x="285789" y="297454"/>
                      <a:pt x="257687" y="297454"/>
                    </a:cubicBezTo>
                    <a:cubicBezTo>
                      <a:pt x="221632" y="297454"/>
                      <a:pt x="185577" y="297454"/>
                      <a:pt x="149522" y="297454"/>
                    </a:cubicBezTo>
                    <a:cubicBezTo>
                      <a:pt x="113467" y="297454"/>
                      <a:pt x="77412" y="297454"/>
                      <a:pt x="41357" y="297454"/>
                    </a:cubicBezTo>
                    <a:cubicBezTo>
                      <a:pt x="14315" y="297454"/>
                      <a:pt x="0" y="283138"/>
                      <a:pt x="0" y="256096"/>
                    </a:cubicBezTo>
                    <a:cubicBezTo>
                      <a:pt x="0" y="184517"/>
                      <a:pt x="0" y="112937"/>
                      <a:pt x="0" y="41357"/>
                    </a:cubicBezTo>
                    <a:cubicBezTo>
                      <a:pt x="0" y="14315"/>
                      <a:pt x="14846" y="0"/>
                      <a:pt x="41887"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grpSp>
        <p:grpSp>
          <p:nvGrpSpPr>
            <p:cNvPr id="3152" name="Google Shape;3152;p57"/>
            <p:cNvGrpSpPr/>
            <p:nvPr/>
          </p:nvGrpSpPr>
          <p:grpSpPr>
            <a:xfrm>
              <a:off x="8955547" y="3191206"/>
              <a:ext cx="1044109" cy="1340343"/>
              <a:chOff x="3425013" y="0"/>
              <a:chExt cx="5341478" cy="6856954"/>
            </a:xfrm>
          </p:grpSpPr>
          <p:sp>
            <p:nvSpPr>
              <p:cNvPr id="3153" name="Google Shape;3153;p57"/>
              <p:cNvSpPr/>
              <p:nvPr/>
            </p:nvSpPr>
            <p:spPr>
              <a:xfrm>
                <a:off x="3425013" y="0"/>
                <a:ext cx="5341478" cy="6856954"/>
              </a:xfrm>
              <a:custGeom>
                <a:rect b="b" l="l" r="r" t="t"/>
                <a:pathLst>
                  <a:path extrusionOk="0" h="6856954" w="5341478">
                    <a:moveTo>
                      <a:pt x="2688415" y="0"/>
                    </a:moveTo>
                    <a:cubicBezTo>
                      <a:pt x="2688415" y="0"/>
                      <a:pt x="956487" y="1166644"/>
                      <a:pt x="25123" y="1019550"/>
                    </a:cubicBezTo>
                    <a:cubicBezTo>
                      <a:pt x="-26116" y="2058707"/>
                      <a:pt x="15276" y="3058651"/>
                      <a:pt x="25123" y="3846231"/>
                    </a:cubicBezTo>
                    <a:cubicBezTo>
                      <a:pt x="54577" y="5744861"/>
                      <a:pt x="2642056" y="6856955"/>
                      <a:pt x="2642056" y="6856955"/>
                    </a:cubicBezTo>
                    <a:cubicBezTo>
                      <a:pt x="2642056" y="6856955"/>
                      <a:pt x="5064141" y="5921234"/>
                      <a:pt x="5338636" y="3952543"/>
                    </a:cubicBezTo>
                    <a:cubicBezTo>
                      <a:pt x="5328789" y="2980224"/>
                      <a:pt x="5348483" y="1950827"/>
                      <a:pt x="5338636" y="1048917"/>
                    </a:cubicBezTo>
                    <a:cubicBezTo>
                      <a:pt x="3593636" y="764663"/>
                      <a:pt x="2688415" y="0"/>
                      <a:pt x="2688415" y="0"/>
                    </a:cubicBezTo>
                    <a:close/>
                  </a:path>
                </a:pathLst>
              </a:custGeom>
              <a:noFill/>
              <a:ln cap="flat" cmpd="sng" w="3175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154" name="Google Shape;3154;p57"/>
              <p:cNvSpPr/>
              <p:nvPr/>
            </p:nvSpPr>
            <p:spPr>
              <a:xfrm>
                <a:off x="3692070" y="321376"/>
                <a:ext cx="4817313" cy="6184138"/>
              </a:xfrm>
              <a:custGeom>
                <a:rect b="b" l="l" r="r" t="t"/>
                <a:pathLst>
                  <a:path extrusionOk="0" h="6184138" w="4817313">
                    <a:moveTo>
                      <a:pt x="2424582" y="0"/>
                    </a:moveTo>
                    <a:cubicBezTo>
                      <a:pt x="2424582" y="0"/>
                      <a:pt x="862578" y="1052141"/>
                      <a:pt x="22626" y="919512"/>
                    </a:cubicBezTo>
                    <a:cubicBezTo>
                      <a:pt x="-23559" y="1856714"/>
                      <a:pt x="13825" y="2758537"/>
                      <a:pt x="22626" y="3468824"/>
                    </a:cubicBezTo>
                    <a:cubicBezTo>
                      <a:pt x="49117" y="5181145"/>
                      <a:pt x="2382841" y="6184138"/>
                      <a:pt x="2382841" y="6184138"/>
                    </a:cubicBezTo>
                    <a:cubicBezTo>
                      <a:pt x="2382841" y="6184138"/>
                      <a:pt x="4567206" y="5340265"/>
                      <a:pt x="4814773" y="3564766"/>
                    </a:cubicBezTo>
                    <a:cubicBezTo>
                      <a:pt x="4805973" y="2687778"/>
                      <a:pt x="4823575" y="1759465"/>
                      <a:pt x="4814773" y="946003"/>
                    </a:cubicBezTo>
                    <a:cubicBezTo>
                      <a:pt x="3240919" y="689634"/>
                      <a:pt x="2424582" y="0"/>
                      <a:pt x="2424582"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155" name="Google Shape;3155;p57"/>
              <p:cNvSpPr/>
              <p:nvPr/>
            </p:nvSpPr>
            <p:spPr>
              <a:xfrm>
                <a:off x="5077582" y="3107623"/>
                <a:ext cx="1971904" cy="1813799"/>
              </a:xfrm>
              <a:custGeom>
                <a:rect b="b" l="l" r="r" t="t"/>
                <a:pathLst>
                  <a:path extrusionOk="0" h="1813799" w="1971904">
                    <a:moveTo>
                      <a:pt x="1970433" y="1441139"/>
                    </a:moveTo>
                    <a:cubicBezTo>
                      <a:pt x="1467194" y="1954225"/>
                      <a:pt x="555524" y="1921547"/>
                      <a:pt x="0" y="1441139"/>
                    </a:cubicBezTo>
                    <a:cubicBezTo>
                      <a:pt x="0" y="1079329"/>
                      <a:pt x="0" y="0"/>
                      <a:pt x="0" y="0"/>
                    </a:cubicBezTo>
                    <a:lnTo>
                      <a:pt x="1970433" y="0"/>
                    </a:lnTo>
                    <a:cubicBezTo>
                      <a:pt x="1970433" y="87"/>
                      <a:pt x="1973745" y="1079329"/>
                      <a:pt x="1970433" y="144113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156" name="Google Shape;3156;p57"/>
              <p:cNvSpPr/>
              <p:nvPr/>
            </p:nvSpPr>
            <p:spPr>
              <a:xfrm>
                <a:off x="5332382" y="1718072"/>
                <a:ext cx="1483576" cy="1261366"/>
              </a:xfrm>
              <a:custGeom>
                <a:rect b="b" l="l" r="r" t="t"/>
                <a:pathLst>
                  <a:path extrusionOk="0" h="1261366" w="1483576">
                    <a:moveTo>
                      <a:pt x="741832" y="0"/>
                    </a:moveTo>
                    <a:lnTo>
                      <a:pt x="741832" y="0"/>
                    </a:lnTo>
                    <a:cubicBezTo>
                      <a:pt x="332182" y="0"/>
                      <a:pt x="0" y="332095"/>
                      <a:pt x="0" y="741745"/>
                    </a:cubicBezTo>
                    <a:lnTo>
                      <a:pt x="0" y="1261367"/>
                    </a:lnTo>
                    <a:lnTo>
                      <a:pt x="292445" y="1261367"/>
                    </a:lnTo>
                    <a:lnTo>
                      <a:pt x="292445" y="735209"/>
                    </a:lnTo>
                    <a:cubicBezTo>
                      <a:pt x="292445" y="499231"/>
                      <a:pt x="483720" y="307956"/>
                      <a:pt x="719698" y="307956"/>
                    </a:cubicBezTo>
                    <a:lnTo>
                      <a:pt x="719698" y="307956"/>
                    </a:lnTo>
                    <a:cubicBezTo>
                      <a:pt x="955676" y="307956"/>
                      <a:pt x="1146950" y="499231"/>
                      <a:pt x="1146950" y="735209"/>
                    </a:cubicBezTo>
                    <a:lnTo>
                      <a:pt x="1146950" y="1261367"/>
                    </a:lnTo>
                    <a:lnTo>
                      <a:pt x="1483576" y="1261367"/>
                    </a:lnTo>
                    <a:lnTo>
                      <a:pt x="1483576" y="741745"/>
                    </a:lnTo>
                    <a:cubicBezTo>
                      <a:pt x="1483664" y="332095"/>
                      <a:pt x="1151569" y="0"/>
                      <a:pt x="741832"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157" name="Google Shape;3157;p57"/>
              <p:cNvSpPr/>
              <p:nvPr/>
            </p:nvSpPr>
            <p:spPr>
              <a:xfrm>
                <a:off x="5864640" y="3547424"/>
                <a:ext cx="405205" cy="796469"/>
              </a:xfrm>
              <a:custGeom>
                <a:rect b="b" l="l" r="r" t="t"/>
                <a:pathLst>
                  <a:path extrusionOk="0" h="796469" w="405205">
                    <a:moveTo>
                      <a:pt x="353618" y="639528"/>
                    </a:moveTo>
                    <a:lnTo>
                      <a:pt x="310135" y="639528"/>
                    </a:lnTo>
                    <a:cubicBezTo>
                      <a:pt x="311006" y="635781"/>
                      <a:pt x="311529" y="631947"/>
                      <a:pt x="311529" y="628026"/>
                    </a:cubicBezTo>
                    <a:lnTo>
                      <a:pt x="311529" y="570861"/>
                    </a:lnTo>
                    <a:cubicBezTo>
                      <a:pt x="311529" y="543324"/>
                      <a:pt x="289221" y="521016"/>
                      <a:pt x="261685" y="521016"/>
                    </a:cubicBezTo>
                    <a:lnTo>
                      <a:pt x="261423" y="521016"/>
                    </a:lnTo>
                    <a:lnTo>
                      <a:pt x="261423" y="396492"/>
                    </a:lnTo>
                    <a:cubicBezTo>
                      <a:pt x="344643" y="371308"/>
                      <a:pt x="405206" y="294014"/>
                      <a:pt x="405206" y="202603"/>
                    </a:cubicBezTo>
                    <a:cubicBezTo>
                      <a:pt x="405206" y="90714"/>
                      <a:pt x="314492" y="0"/>
                      <a:pt x="202603" y="0"/>
                    </a:cubicBezTo>
                    <a:cubicBezTo>
                      <a:pt x="90714" y="0"/>
                      <a:pt x="0" y="90714"/>
                      <a:pt x="0" y="202603"/>
                    </a:cubicBezTo>
                    <a:cubicBezTo>
                      <a:pt x="0" y="294014"/>
                      <a:pt x="60563" y="371308"/>
                      <a:pt x="143783" y="396492"/>
                    </a:cubicBezTo>
                    <a:lnTo>
                      <a:pt x="143783" y="521016"/>
                    </a:lnTo>
                    <a:lnTo>
                      <a:pt x="143521" y="521016"/>
                    </a:lnTo>
                    <a:cubicBezTo>
                      <a:pt x="115985" y="521016"/>
                      <a:pt x="93677" y="543324"/>
                      <a:pt x="93677" y="570861"/>
                    </a:cubicBezTo>
                    <a:lnTo>
                      <a:pt x="93677" y="628026"/>
                    </a:lnTo>
                    <a:cubicBezTo>
                      <a:pt x="93677" y="632034"/>
                      <a:pt x="94199" y="635868"/>
                      <a:pt x="95071" y="639528"/>
                    </a:cubicBezTo>
                    <a:lnTo>
                      <a:pt x="51587" y="639528"/>
                    </a:lnTo>
                    <a:cubicBezTo>
                      <a:pt x="35118" y="639528"/>
                      <a:pt x="21785" y="652861"/>
                      <a:pt x="21785" y="669330"/>
                    </a:cubicBezTo>
                    <a:lnTo>
                      <a:pt x="21785" y="766667"/>
                    </a:lnTo>
                    <a:cubicBezTo>
                      <a:pt x="21785" y="783137"/>
                      <a:pt x="35118" y="796469"/>
                      <a:pt x="51587" y="796469"/>
                    </a:cubicBezTo>
                    <a:lnTo>
                      <a:pt x="353705" y="796469"/>
                    </a:lnTo>
                    <a:cubicBezTo>
                      <a:pt x="370175" y="796469"/>
                      <a:pt x="383508" y="783137"/>
                      <a:pt x="383508" y="766667"/>
                    </a:cubicBezTo>
                    <a:lnTo>
                      <a:pt x="383508" y="669330"/>
                    </a:lnTo>
                    <a:cubicBezTo>
                      <a:pt x="383333" y="652861"/>
                      <a:pt x="370001" y="639528"/>
                      <a:pt x="353618" y="63952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grpSp>
      <p:sp>
        <p:nvSpPr>
          <p:cNvPr id="3158" name="Google Shape;3158;p57"/>
          <p:cNvSpPr txBox="1"/>
          <p:nvPr/>
        </p:nvSpPr>
        <p:spPr>
          <a:xfrm>
            <a:off x="3700817" y="5810071"/>
            <a:ext cx="5650173"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F0"/>
              </a:buClr>
              <a:buSzPts val="2800"/>
              <a:buFont typeface="Impact"/>
              <a:buNone/>
            </a:pPr>
            <a:r>
              <a:rPr b="0" i="0" lang="en-US" sz="2800" u="none" cap="none" strike="noStrike">
                <a:solidFill>
                  <a:srgbClr val="00B0F0"/>
                </a:solidFill>
                <a:latin typeface="Impact"/>
                <a:ea typeface="Impact"/>
                <a:cs typeface="Impact"/>
                <a:sym typeface="Impact"/>
              </a:rPr>
              <a:t>A. HE'S BEEN DRINKING COFFEE.</a:t>
            </a:r>
            <a:endParaRPr b="0" i="0" sz="3200" u="none" cap="none" strike="noStrike">
              <a:solidFill>
                <a:srgbClr val="00B0F0"/>
              </a:solidFill>
              <a:latin typeface="Arial"/>
              <a:ea typeface="Arial"/>
              <a:cs typeface="Arial"/>
              <a:sym typeface="Arial"/>
            </a:endParaRPr>
          </a:p>
          <a:p>
            <a:pPr indent="0" lvl="0" marL="0" marR="0" rtl="0" algn="l">
              <a:lnSpc>
                <a:spcPct val="100000"/>
              </a:lnSpc>
              <a:spcBef>
                <a:spcPts val="0"/>
              </a:spcBef>
              <a:spcAft>
                <a:spcPts val="0"/>
              </a:spcAft>
              <a:buClr>
                <a:srgbClr val="00B0F0"/>
              </a:buClr>
              <a:buSzPts val="2800"/>
              <a:buFont typeface="Impact"/>
              <a:buNone/>
            </a:pPr>
            <a:r>
              <a:rPr b="0" i="0" lang="en-US" sz="2800" u="none" cap="none" strike="noStrike">
                <a:solidFill>
                  <a:srgbClr val="00B0F0"/>
                </a:solidFill>
                <a:latin typeface="Impact"/>
                <a:ea typeface="Impact"/>
                <a:cs typeface="Impact"/>
                <a:sym typeface="Impact"/>
              </a:rPr>
              <a:t>B. HE'S DRUNK THE COFFEE.</a:t>
            </a:r>
            <a:endParaRPr b="0" i="0" sz="3200" u="none" cap="none" strike="noStrike">
              <a:solidFill>
                <a:srgbClr val="00B0F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B0F0"/>
              </a:solidFill>
              <a:latin typeface="Arial"/>
              <a:ea typeface="Arial"/>
              <a:cs typeface="Arial"/>
              <a:sym typeface="Arial"/>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8">
                                            <p:txEl>
                                              <p:pRg end="0" st="0"/>
                                            </p:txEl>
                                          </p:spTgt>
                                        </p:tgtEl>
                                        <p:attrNameLst>
                                          <p:attrName>style.visibility</p:attrName>
                                        </p:attrNameLst>
                                      </p:cBhvr>
                                      <p:to>
                                        <p:strVal val="visible"/>
                                      </p:to>
                                    </p:set>
                                    <p:animEffect filter="fade" transition="in">
                                      <p:cBhvr>
                                        <p:cTn dur="500"/>
                                        <p:tgtEl>
                                          <p:spTgt spid="31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8">
                                            <p:txEl>
                                              <p:pRg end="1" st="1"/>
                                            </p:txEl>
                                          </p:spTgt>
                                        </p:tgtEl>
                                        <p:attrNameLst>
                                          <p:attrName>style.visibility</p:attrName>
                                        </p:attrNameLst>
                                      </p:cBhvr>
                                      <p:to>
                                        <p:strVal val="visible"/>
                                      </p:to>
                                    </p:set>
                                    <p:animEffect filter="fade" transition="in">
                                      <p:cBhvr>
                                        <p:cTn dur="500"/>
                                        <p:tgtEl>
                                          <p:spTgt spid="31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8">
                                            <p:txEl>
                                              <p:pRg end="2" st="2"/>
                                            </p:txEl>
                                          </p:spTgt>
                                        </p:tgtEl>
                                        <p:attrNameLst>
                                          <p:attrName>style.visibility</p:attrName>
                                        </p:attrNameLst>
                                      </p:cBhvr>
                                      <p:to>
                                        <p:strVal val="visible"/>
                                      </p:to>
                                    </p:set>
                                    <p:animEffect filter="fade" transition="in">
                                      <p:cBhvr>
                                        <p:cTn dur="500"/>
                                        <p:tgtEl>
                                          <p:spTgt spid="3158">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2" name="Shape 3162"/>
        <p:cNvGrpSpPr/>
        <p:nvPr/>
      </p:nvGrpSpPr>
      <p:grpSpPr>
        <a:xfrm>
          <a:off x="0" y="0"/>
          <a:ext cx="0" cy="0"/>
          <a:chOff x="0" y="0"/>
          <a:chExt cx="0" cy="0"/>
        </a:xfrm>
      </p:grpSpPr>
      <p:sp>
        <p:nvSpPr>
          <p:cNvPr id="3163" name="Google Shape;3163;p58"/>
          <p:cNvSpPr txBox="1"/>
          <p:nvPr/>
        </p:nvSpPr>
        <p:spPr>
          <a:xfrm>
            <a:off x="1313598" y="425003"/>
            <a:ext cx="10394707" cy="1213360"/>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accent1"/>
              </a:buClr>
              <a:buSzPts val="5400"/>
              <a:buFont typeface="Impact"/>
              <a:buNone/>
            </a:pPr>
            <a:r>
              <a:rPr b="0" i="0" lang="en-US" sz="5400" u="none" cap="none" strike="noStrike">
                <a:solidFill>
                  <a:srgbClr val="169C7C"/>
                </a:solidFill>
                <a:latin typeface="Impact"/>
                <a:ea typeface="Impact"/>
                <a:cs typeface="Impact"/>
                <a:sym typeface="Impact"/>
              </a:rPr>
              <a:t>NOW YOU TELL ME:</a:t>
            </a:r>
            <a:endParaRPr b="0" i="0" sz="5400" u="none" cap="none" strike="noStrike">
              <a:solidFill>
                <a:srgbClr val="169C7C"/>
              </a:solidFill>
              <a:latin typeface="Impact"/>
              <a:ea typeface="Impact"/>
              <a:cs typeface="Impact"/>
              <a:sym typeface="Impact"/>
            </a:endParaRPr>
          </a:p>
        </p:txBody>
      </p:sp>
      <p:sp>
        <p:nvSpPr>
          <p:cNvPr id="3164" name="Google Shape;3164;p58"/>
          <p:cNvSpPr txBox="1"/>
          <p:nvPr/>
        </p:nvSpPr>
        <p:spPr>
          <a:xfrm>
            <a:off x="7545186" y="4381185"/>
            <a:ext cx="4385557" cy="937241"/>
          </a:xfrm>
          <a:prstGeom prst="rect">
            <a:avLst/>
          </a:prstGeom>
          <a:noFill/>
          <a:ln>
            <a:noFill/>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Clr>
                <a:schemeClr val="accent1"/>
              </a:buClr>
              <a:buSzPts val="2400"/>
              <a:buFont typeface="Arial"/>
              <a:buNone/>
            </a:pPr>
            <a:r>
              <a:rPr b="0" i="0" lang="en-US" sz="2800" u="none" cap="none" strike="noStrike">
                <a:solidFill>
                  <a:srgbClr val="7F7F7F"/>
                </a:solidFill>
                <a:latin typeface="Impact"/>
                <a:ea typeface="Impact"/>
                <a:cs typeface="Impact"/>
                <a:sym typeface="Impact"/>
              </a:rPr>
              <a:t>WHAT HAPPENED, JOE? WHY ARE YOU SO MESSY? JOE HAS...</a:t>
            </a:r>
            <a:endParaRPr b="0" i="0" sz="2800" u="none" cap="none" strike="noStrike">
              <a:solidFill>
                <a:srgbClr val="7F7F7F"/>
              </a:solidFill>
              <a:latin typeface="Impact"/>
              <a:ea typeface="Impact"/>
              <a:cs typeface="Impact"/>
              <a:sym typeface="Impact"/>
            </a:endParaRPr>
          </a:p>
        </p:txBody>
      </p:sp>
      <p:sp>
        <p:nvSpPr>
          <p:cNvPr id="3165" name="Google Shape;3165;p58"/>
          <p:cNvSpPr txBox="1"/>
          <p:nvPr/>
        </p:nvSpPr>
        <p:spPr>
          <a:xfrm>
            <a:off x="694297" y="4589001"/>
            <a:ext cx="3879267" cy="1587338"/>
          </a:xfrm>
          <a:prstGeom prst="rect">
            <a:avLst/>
          </a:prstGeom>
          <a:noFill/>
          <a:ln>
            <a:noFill/>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Clr>
                <a:schemeClr val="accent1"/>
              </a:buClr>
              <a:buSzPts val="2400"/>
              <a:buFont typeface="Arial"/>
              <a:buNone/>
            </a:pPr>
            <a:r>
              <a:rPr b="0" i="0" lang="en-US" sz="2400" u="none" cap="none" strike="noStrike">
                <a:solidFill>
                  <a:srgbClr val="7F7F7F"/>
                </a:solidFill>
                <a:latin typeface="Impact"/>
                <a:ea typeface="Impact"/>
                <a:cs typeface="Impact"/>
                <a:sym typeface="Impact"/>
              </a:rPr>
              <a:t>OOH! THESE LOOK DELICIOUS.</a:t>
            </a:r>
            <a:endParaRPr b="0" i="0" sz="2000" u="none" cap="none" strike="noStrike">
              <a:solidFill>
                <a:schemeClr val="dk1"/>
              </a:solidFill>
              <a:latin typeface="Arial"/>
              <a:ea typeface="Arial"/>
              <a:cs typeface="Arial"/>
              <a:sym typeface="Arial"/>
            </a:endParaRPr>
          </a:p>
          <a:p>
            <a:pPr indent="0" lvl="0" marL="0" marR="0" rtl="0" algn="ctr">
              <a:lnSpc>
                <a:spcPct val="120000"/>
              </a:lnSpc>
              <a:spcBef>
                <a:spcPts val="1000"/>
              </a:spcBef>
              <a:spcAft>
                <a:spcPts val="0"/>
              </a:spcAft>
              <a:buClr>
                <a:schemeClr val="accent1"/>
              </a:buClr>
              <a:buSzPts val="2400"/>
              <a:buFont typeface="Arial"/>
              <a:buNone/>
            </a:pPr>
            <a:r>
              <a:rPr b="0" i="0" lang="en-US" sz="2400" u="none" cap="none" strike="noStrike">
                <a:solidFill>
                  <a:srgbClr val="7F7F7F"/>
                </a:solidFill>
                <a:latin typeface="Impact"/>
                <a:ea typeface="Impact"/>
                <a:cs typeface="Impact"/>
                <a:sym typeface="Impact"/>
              </a:rPr>
              <a:t>JOE HAS...</a:t>
            </a:r>
            <a:endParaRPr b="0" i="0" sz="2400" u="none" cap="none" strike="noStrike">
              <a:solidFill>
                <a:srgbClr val="7F7F7F"/>
              </a:solidFill>
              <a:latin typeface="Impact"/>
              <a:ea typeface="Impact"/>
              <a:cs typeface="Impact"/>
              <a:sym typeface="Impact"/>
            </a:endParaRPr>
          </a:p>
        </p:txBody>
      </p:sp>
      <p:pic>
        <p:nvPicPr>
          <p:cNvPr descr="http://thumbs.dreamstime.com/x/8657838http:/www.dreamstime.com/royalty-free-stock-photos-flour-chef-8657838.jpg" id="3166" name="Google Shape;3166;p58"/>
          <p:cNvPicPr preferRelativeResize="0"/>
          <p:nvPr/>
        </p:nvPicPr>
        <p:blipFill rotWithShape="1">
          <a:blip r:embed="rId3">
            <a:alphaModFix/>
          </a:blip>
          <a:srcRect b="0" l="0" r="0" t="0"/>
          <a:stretch/>
        </p:blipFill>
        <p:spPr>
          <a:xfrm>
            <a:off x="7649049" y="1095326"/>
            <a:ext cx="3472794" cy="3097277"/>
          </a:xfrm>
          <a:prstGeom prst="rect">
            <a:avLst/>
          </a:prstGeom>
          <a:noFill/>
          <a:ln>
            <a:noFill/>
          </a:ln>
        </p:spPr>
      </p:pic>
      <p:pic>
        <p:nvPicPr>
          <p:cNvPr descr="http://www.ihop.com/menus/main-menu/pancakes/-/media/ihop/MenuItems/Pancakes/Strawberry%20Banana%20Pancakes/Strawberry_Banana_Pancakes.png?mh=367" id="3167" name="Google Shape;3167;p58"/>
          <p:cNvPicPr preferRelativeResize="0"/>
          <p:nvPr/>
        </p:nvPicPr>
        <p:blipFill rotWithShape="1">
          <a:blip r:embed="rId4">
            <a:alphaModFix/>
          </a:blip>
          <a:srcRect b="0" l="0" r="0" t="0"/>
          <a:stretch/>
        </p:blipFill>
        <p:spPr>
          <a:xfrm>
            <a:off x="0" y="1436914"/>
            <a:ext cx="5466381" cy="3006278"/>
          </a:xfrm>
          <a:prstGeom prst="rect">
            <a:avLst/>
          </a:prstGeom>
          <a:noFill/>
          <a:ln>
            <a:noFill/>
          </a:ln>
        </p:spPr>
      </p:pic>
      <p:grpSp>
        <p:nvGrpSpPr>
          <p:cNvPr id="3168" name="Google Shape;3168;p58"/>
          <p:cNvGrpSpPr/>
          <p:nvPr/>
        </p:nvGrpSpPr>
        <p:grpSpPr>
          <a:xfrm>
            <a:off x="155100" y="20496"/>
            <a:ext cx="768029" cy="1252175"/>
            <a:chOff x="169229" y="2084489"/>
            <a:chExt cx="1306245" cy="1903654"/>
          </a:xfrm>
        </p:grpSpPr>
        <p:sp>
          <p:nvSpPr>
            <p:cNvPr id="3169" name="Google Shape;3169;p58"/>
            <p:cNvSpPr/>
            <p:nvPr/>
          </p:nvSpPr>
          <p:spPr>
            <a:xfrm>
              <a:off x="1162276" y="2834478"/>
              <a:ext cx="313198" cy="613622"/>
            </a:xfrm>
            <a:custGeom>
              <a:rect b="b" l="l" r="r" t="t"/>
              <a:pathLst>
                <a:path extrusionOk="0" h="613622" w="313198">
                  <a:moveTo>
                    <a:pt x="297384" y="307094"/>
                  </a:moveTo>
                  <a:cubicBezTo>
                    <a:pt x="292364" y="293707"/>
                    <a:pt x="287509" y="280038"/>
                    <a:pt x="294721" y="265708"/>
                  </a:cubicBezTo>
                  <a:cubicBezTo>
                    <a:pt x="294815" y="265520"/>
                    <a:pt x="294203" y="264954"/>
                    <a:pt x="293543" y="264011"/>
                  </a:cubicBezTo>
                  <a:cubicBezTo>
                    <a:pt x="278907" y="272732"/>
                    <a:pt x="270799" y="262338"/>
                    <a:pt x="263140" y="252463"/>
                  </a:cubicBezTo>
                  <a:cubicBezTo>
                    <a:pt x="257860" y="245675"/>
                    <a:pt x="254396" y="237474"/>
                    <a:pt x="249187" y="230639"/>
                  </a:cubicBezTo>
                  <a:cubicBezTo>
                    <a:pt x="243413" y="223050"/>
                    <a:pt x="236790" y="216027"/>
                    <a:pt x="230050" y="209262"/>
                  </a:cubicBezTo>
                  <a:cubicBezTo>
                    <a:pt x="225972" y="205162"/>
                    <a:pt x="219798" y="202828"/>
                    <a:pt x="216592" y="198280"/>
                  </a:cubicBezTo>
                  <a:cubicBezTo>
                    <a:pt x="205209" y="182135"/>
                    <a:pt x="194980" y="165190"/>
                    <a:pt x="183785" y="148904"/>
                  </a:cubicBezTo>
                  <a:cubicBezTo>
                    <a:pt x="175701" y="137120"/>
                    <a:pt x="167075" y="125642"/>
                    <a:pt x="158049" y="114565"/>
                  </a:cubicBezTo>
                  <a:cubicBezTo>
                    <a:pt x="155527" y="111478"/>
                    <a:pt x="150672" y="108697"/>
                    <a:pt x="146830" y="108626"/>
                  </a:cubicBezTo>
                  <a:cubicBezTo>
                    <a:pt x="138110" y="108461"/>
                    <a:pt x="135494" y="107259"/>
                    <a:pt x="134905" y="98445"/>
                  </a:cubicBezTo>
                  <a:cubicBezTo>
                    <a:pt x="133538" y="78011"/>
                    <a:pt x="121895" y="64318"/>
                    <a:pt x="105633" y="53806"/>
                  </a:cubicBezTo>
                  <a:cubicBezTo>
                    <a:pt x="103276" y="52274"/>
                    <a:pt x="98044" y="51284"/>
                    <a:pt x="97030" y="52510"/>
                  </a:cubicBezTo>
                  <a:cubicBezTo>
                    <a:pt x="95192" y="54678"/>
                    <a:pt x="94014" y="59581"/>
                    <a:pt x="95286" y="61749"/>
                  </a:cubicBezTo>
                  <a:cubicBezTo>
                    <a:pt x="99293" y="68607"/>
                    <a:pt x="104007" y="75277"/>
                    <a:pt x="109474" y="81028"/>
                  </a:cubicBezTo>
                  <a:cubicBezTo>
                    <a:pt x="116309" y="88192"/>
                    <a:pt x="121094" y="95711"/>
                    <a:pt x="121023" y="108202"/>
                  </a:cubicBezTo>
                  <a:cubicBezTo>
                    <a:pt x="115744" y="104879"/>
                    <a:pt x="111619" y="103135"/>
                    <a:pt x="108602" y="100212"/>
                  </a:cubicBezTo>
                  <a:cubicBezTo>
                    <a:pt x="92930" y="85105"/>
                    <a:pt x="77540" y="69715"/>
                    <a:pt x="62032" y="54419"/>
                  </a:cubicBezTo>
                  <a:cubicBezTo>
                    <a:pt x="45652" y="38275"/>
                    <a:pt x="29390" y="21989"/>
                    <a:pt x="12798" y="6081"/>
                  </a:cubicBezTo>
                  <a:cubicBezTo>
                    <a:pt x="9922" y="3323"/>
                    <a:pt x="5656" y="1980"/>
                    <a:pt x="2027" y="0"/>
                  </a:cubicBezTo>
                  <a:cubicBezTo>
                    <a:pt x="1343" y="683"/>
                    <a:pt x="660" y="1367"/>
                    <a:pt x="0" y="2050"/>
                  </a:cubicBezTo>
                  <a:cubicBezTo>
                    <a:pt x="2098" y="6623"/>
                    <a:pt x="3465" y="11713"/>
                    <a:pt x="6387" y="15649"/>
                  </a:cubicBezTo>
                  <a:cubicBezTo>
                    <a:pt x="23686" y="38840"/>
                    <a:pt x="40537" y="62409"/>
                    <a:pt x="59062" y="84586"/>
                  </a:cubicBezTo>
                  <a:cubicBezTo>
                    <a:pt x="92623" y="124747"/>
                    <a:pt x="125077" y="165755"/>
                    <a:pt x="149328" y="212185"/>
                  </a:cubicBezTo>
                  <a:cubicBezTo>
                    <a:pt x="181735" y="274240"/>
                    <a:pt x="204949" y="340137"/>
                    <a:pt x="225713" y="406929"/>
                  </a:cubicBezTo>
                  <a:cubicBezTo>
                    <a:pt x="236932" y="443012"/>
                    <a:pt x="237969" y="480863"/>
                    <a:pt x="246312" y="517417"/>
                  </a:cubicBezTo>
                  <a:cubicBezTo>
                    <a:pt x="252722" y="545534"/>
                    <a:pt x="259062" y="573651"/>
                    <a:pt x="265756" y="601697"/>
                  </a:cubicBezTo>
                  <a:cubicBezTo>
                    <a:pt x="266769" y="605892"/>
                    <a:pt x="269621" y="609663"/>
                    <a:pt x="271600" y="613623"/>
                  </a:cubicBezTo>
                  <a:cubicBezTo>
                    <a:pt x="272308" y="613481"/>
                    <a:pt x="272991" y="613316"/>
                    <a:pt x="273698" y="613175"/>
                  </a:cubicBezTo>
                  <a:cubicBezTo>
                    <a:pt x="274452" y="610417"/>
                    <a:pt x="275914" y="607660"/>
                    <a:pt x="275843" y="604926"/>
                  </a:cubicBezTo>
                  <a:cubicBezTo>
                    <a:pt x="275442" y="587391"/>
                    <a:pt x="276927" y="569432"/>
                    <a:pt x="273698" y="552392"/>
                  </a:cubicBezTo>
                  <a:cubicBezTo>
                    <a:pt x="263776" y="500071"/>
                    <a:pt x="251945" y="448103"/>
                    <a:pt x="240985" y="395970"/>
                  </a:cubicBezTo>
                  <a:cubicBezTo>
                    <a:pt x="234457" y="364836"/>
                    <a:pt x="228070" y="333656"/>
                    <a:pt x="221895" y="302451"/>
                  </a:cubicBezTo>
                  <a:cubicBezTo>
                    <a:pt x="221188" y="298845"/>
                    <a:pt x="222154" y="294909"/>
                    <a:pt x="222366" y="291139"/>
                  </a:cubicBezTo>
                  <a:cubicBezTo>
                    <a:pt x="223521" y="290879"/>
                    <a:pt x="224676" y="290620"/>
                    <a:pt x="225831" y="290361"/>
                  </a:cubicBezTo>
                  <a:cubicBezTo>
                    <a:pt x="228730" y="295286"/>
                    <a:pt x="232336" y="299953"/>
                    <a:pt x="234363" y="305209"/>
                  </a:cubicBezTo>
                  <a:cubicBezTo>
                    <a:pt x="240090" y="319915"/>
                    <a:pt x="244332" y="335235"/>
                    <a:pt x="250719" y="349635"/>
                  </a:cubicBezTo>
                  <a:cubicBezTo>
                    <a:pt x="256847" y="363517"/>
                    <a:pt x="264082" y="377092"/>
                    <a:pt x="272402" y="389748"/>
                  </a:cubicBezTo>
                  <a:cubicBezTo>
                    <a:pt x="277917" y="398138"/>
                    <a:pt x="285789" y="398728"/>
                    <a:pt x="295805" y="394650"/>
                  </a:cubicBezTo>
                  <a:cubicBezTo>
                    <a:pt x="294792" y="393236"/>
                    <a:pt x="294132" y="391468"/>
                    <a:pt x="292883" y="390691"/>
                  </a:cubicBezTo>
                  <a:cubicBezTo>
                    <a:pt x="283644" y="384869"/>
                    <a:pt x="278011" y="376055"/>
                    <a:pt x="274075" y="366415"/>
                  </a:cubicBezTo>
                  <a:cubicBezTo>
                    <a:pt x="266439" y="347726"/>
                    <a:pt x="259793" y="328612"/>
                    <a:pt x="252227" y="309875"/>
                  </a:cubicBezTo>
                  <a:cubicBezTo>
                    <a:pt x="247632" y="298468"/>
                    <a:pt x="242376" y="287297"/>
                    <a:pt x="236743" y="276361"/>
                  </a:cubicBezTo>
                  <a:cubicBezTo>
                    <a:pt x="235305" y="273557"/>
                    <a:pt x="231417" y="271742"/>
                    <a:pt x="228306" y="270139"/>
                  </a:cubicBezTo>
                  <a:cubicBezTo>
                    <a:pt x="223686" y="267782"/>
                    <a:pt x="217653" y="267170"/>
                    <a:pt x="214188" y="263776"/>
                  </a:cubicBezTo>
                  <a:cubicBezTo>
                    <a:pt x="207330" y="257106"/>
                    <a:pt x="201202" y="249493"/>
                    <a:pt x="195899" y="241504"/>
                  </a:cubicBezTo>
                  <a:cubicBezTo>
                    <a:pt x="178930" y="215979"/>
                    <a:pt x="162267" y="190219"/>
                    <a:pt x="145887" y="164294"/>
                  </a:cubicBezTo>
                  <a:cubicBezTo>
                    <a:pt x="138911" y="153241"/>
                    <a:pt x="132760" y="141669"/>
                    <a:pt x="126609" y="130120"/>
                  </a:cubicBezTo>
                  <a:cubicBezTo>
                    <a:pt x="125030" y="127174"/>
                    <a:pt x="124888" y="123498"/>
                    <a:pt x="124063" y="120151"/>
                  </a:cubicBezTo>
                  <a:cubicBezTo>
                    <a:pt x="124912" y="119632"/>
                    <a:pt x="125760" y="119114"/>
                    <a:pt x="126609" y="118595"/>
                  </a:cubicBezTo>
                  <a:cubicBezTo>
                    <a:pt x="133066" y="125171"/>
                    <a:pt x="140207" y="131228"/>
                    <a:pt x="145887" y="138440"/>
                  </a:cubicBezTo>
                  <a:cubicBezTo>
                    <a:pt x="176998" y="177893"/>
                    <a:pt x="208296" y="217181"/>
                    <a:pt x="238393" y="257389"/>
                  </a:cubicBezTo>
                  <a:cubicBezTo>
                    <a:pt x="258049" y="283667"/>
                    <a:pt x="277610" y="310205"/>
                    <a:pt x="291115" y="340538"/>
                  </a:cubicBezTo>
                  <a:cubicBezTo>
                    <a:pt x="293330" y="345510"/>
                    <a:pt x="297526" y="350130"/>
                    <a:pt x="301909" y="353406"/>
                  </a:cubicBezTo>
                  <a:cubicBezTo>
                    <a:pt x="304549" y="355362"/>
                    <a:pt x="309357" y="354443"/>
                    <a:pt x="313199" y="354796"/>
                  </a:cubicBezTo>
                  <a:cubicBezTo>
                    <a:pt x="313199" y="351332"/>
                    <a:pt x="313199" y="347867"/>
                    <a:pt x="313199" y="344379"/>
                  </a:cubicBezTo>
                  <a:cubicBezTo>
                    <a:pt x="307848" y="331959"/>
                    <a:pt x="302121" y="319727"/>
                    <a:pt x="297384" y="3070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170" name="Google Shape;3170;p58"/>
            <p:cNvSpPr/>
            <p:nvPr/>
          </p:nvSpPr>
          <p:spPr>
            <a:xfrm>
              <a:off x="720533" y="2084489"/>
              <a:ext cx="230932" cy="61420"/>
            </a:xfrm>
            <a:custGeom>
              <a:rect b="b" l="l" r="r" t="t"/>
              <a:pathLst>
                <a:path extrusionOk="0" h="61420" w="230932">
                  <a:moveTo>
                    <a:pt x="21640" y="61089"/>
                  </a:moveTo>
                  <a:cubicBezTo>
                    <a:pt x="44878" y="58190"/>
                    <a:pt x="68163" y="54938"/>
                    <a:pt x="91543" y="53830"/>
                  </a:cubicBezTo>
                  <a:cubicBezTo>
                    <a:pt x="124421" y="52251"/>
                    <a:pt x="157369" y="52628"/>
                    <a:pt x="190294" y="51803"/>
                  </a:cubicBezTo>
                  <a:cubicBezTo>
                    <a:pt x="200145" y="51544"/>
                    <a:pt x="210044" y="50554"/>
                    <a:pt x="219754" y="48975"/>
                  </a:cubicBezTo>
                  <a:cubicBezTo>
                    <a:pt x="230855" y="47160"/>
                    <a:pt x="233730" y="42022"/>
                    <a:pt x="228192" y="32359"/>
                  </a:cubicBezTo>
                  <a:cubicBezTo>
                    <a:pt x="221758" y="21117"/>
                    <a:pt x="213768" y="10747"/>
                    <a:pt x="206438" y="0"/>
                  </a:cubicBezTo>
                  <a:cubicBezTo>
                    <a:pt x="204953" y="0"/>
                    <a:pt x="203469" y="0"/>
                    <a:pt x="201984" y="0"/>
                  </a:cubicBezTo>
                  <a:cubicBezTo>
                    <a:pt x="202926" y="3983"/>
                    <a:pt x="203398" y="8178"/>
                    <a:pt x="204883" y="11949"/>
                  </a:cubicBezTo>
                  <a:cubicBezTo>
                    <a:pt x="208159" y="20222"/>
                    <a:pt x="207075" y="24935"/>
                    <a:pt x="198637" y="27787"/>
                  </a:cubicBezTo>
                  <a:cubicBezTo>
                    <a:pt x="191025" y="30356"/>
                    <a:pt x="182870" y="32171"/>
                    <a:pt x="174880" y="32548"/>
                  </a:cubicBezTo>
                  <a:cubicBezTo>
                    <a:pt x="131633" y="34622"/>
                    <a:pt x="89210" y="27622"/>
                    <a:pt x="46834" y="20057"/>
                  </a:cubicBezTo>
                  <a:cubicBezTo>
                    <a:pt x="36158" y="18148"/>
                    <a:pt x="25387" y="16356"/>
                    <a:pt x="14593" y="15696"/>
                  </a:cubicBezTo>
                  <a:cubicBezTo>
                    <a:pt x="4293" y="15060"/>
                    <a:pt x="287" y="19067"/>
                    <a:pt x="27" y="29036"/>
                  </a:cubicBezTo>
                  <a:cubicBezTo>
                    <a:pt x="-138" y="35164"/>
                    <a:pt x="452" y="41409"/>
                    <a:pt x="1512" y="47466"/>
                  </a:cubicBezTo>
                  <a:cubicBezTo>
                    <a:pt x="3539" y="59251"/>
                    <a:pt x="9643" y="62574"/>
                    <a:pt x="21640" y="6108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171" name="Google Shape;3171;p58"/>
            <p:cNvSpPr/>
            <p:nvPr/>
          </p:nvSpPr>
          <p:spPr>
            <a:xfrm>
              <a:off x="517440" y="2721140"/>
              <a:ext cx="900505" cy="1154323"/>
            </a:xfrm>
            <a:custGeom>
              <a:rect b="b" l="l" r="r" t="t"/>
              <a:pathLst>
                <a:path extrusionOk="0" h="1154323" w="900505">
                  <a:moveTo>
                    <a:pt x="894354" y="849656"/>
                  </a:moveTo>
                  <a:cubicBezTo>
                    <a:pt x="889475" y="846993"/>
                    <a:pt x="887283" y="843835"/>
                    <a:pt x="886671" y="839027"/>
                  </a:cubicBezTo>
                  <a:cubicBezTo>
                    <a:pt x="884573" y="822859"/>
                    <a:pt x="881981" y="806715"/>
                    <a:pt x="880896" y="790477"/>
                  </a:cubicBezTo>
                  <a:cubicBezTo>
                    <a:pt x="878869" y="760592"/>
                    <a:pt x="878115" y="730637"/>
                    <a:pt x="876253" y="700752"/>
                  </a:cubicBezTo>
                  <a:cubicBezTo>
                    <a:pt x="873590" y="658023"/>
                    <a:pt x="867439" y="615695"/>
                    <a:pt x="858059" y="573955"/>
                  </a:cubicBezTo>
                  <a:cubicBezTo>
                    <a:pt x="854170" y="556727"/>
                    <a:pt x="848019" y="539993"/>
                    <a:pt x="842433" y="523213"/>
                  </a:cubicBezTo>
                  <a:cubicBezTo>
                    <a:pt x="841608" y="520714"/>
                    <a:pt x="838191" y="519065"/>
                    <a:pt x="835952" y="517014"/>
                  </a:cubicBezTo>
                  <a:cubicBezTo>
                    <a:pt x="834019" y="519630"/>
                    <a:pt x="830814" y="522034"/>
                    <a:pt x="830390" y="524862"/>
                  </a:cubicBezTo>
                  <a:cubicBezTo>
                    <a:pt x="829070" y="533583"/>
                    <a:pt x="828245" y="542492"/>
                    <a:pt x="828268" y="551306"/>
                  </a:cubicBezTo>
                  <a:cubicBezTo>
                    <a:pt x="828292" y="560356"/>
                    <a:pt x="829565" y="569406"/>
                    <a:pt x="830272" y="578433"/>
                  </a:cubicBezTo>
                  <a:cubicBezTo>
                    <a:pt x="829565" y="578551"/>
                    <a:pt x="828858" y="578645"/>
                    <a:pt x="828174" y="578763"/>
                  </a:cubicBezTo>
                  <a:cubicBezTo>
                    <a:pt x="824380" y="566602"/>
                    <a:pt x="820609" y="554441"/>
                    <a:pt x="816791" y="542279"/>
                  </a:cubicBezTo>
                  <a:cubicBezTo>
                    <a:pt x="802744" y="497570"/>
                    <a:pt x="790159" y="452414"/>
                    <a:pt x="770833" y="409496"/>
                  </a:cubicBezTo>
                  <a:cubicBezTo>
                    <a:pt x="757564" y="380036"/>
                    <a:pt x="745497" y="350010"/>
                    <a:pt x="733100" y="320149"/>
                  </a:cubicBezTo>
                  <a:cubicBezTo>
                    <a:pt x="730625" y="314186"/>
                    <a:pt x="729070" y="307823"/>
                    <a:pt x="727090" y="301648"/>
                  </a:cubicBezTo>
                  <a:cubicBezTo>
                    <a:pt x="727797" y="301318"/>
                    <a:pt x="728480" y="300964"/>
                    <a:pt x="729188" y="300634"/>
                  </a:cubicBezTo>
                  <a:cubicBezTo>
                    <a:pt x="731851" y="304664"/>
                    <a:pt x="734867" y="308482"/>
                    <a:pt x="737106" y="312725"/>
                  </a:cubicBezTo>
                  <a:cubicBezTo>
                    <a:pt x="753321" y="343269"/>
                    <a:pt x="768994" y="374120"/>
                    <a:pt x="785633" y="404452"/>
                  </a:cubicBezTo>
                  <a:cubicBezTo>
                    <a:pt x="799162" y="429128"/>
                    <a:pt x="813680" y="453262"/>
                    <a:pt x="828009" y="477490"/>
                  </a:cubicBezTo>
                  <a:cubicBezTo>
                    <a:pt x="829848" y="480578"/>
                    <a:pt x="833123" y="482817"/>
                    <a:pt x="837107" y="486800"/>
                  </a:cubicBezTo>
                  <a:cubicBezTo>
                    <a:pt x="838827" y="473861"/>
                    <a:pt x="834632" y="464481"/>
                    <a:pt x="831262" y="455171"/>
                  </a:cubicBezTo>
                  <a:cubicBezTo>
                    <a:pt x="815518" y="411664"/>
                    <a:pt x="795839" y="369854"/>
                    <a:pt x="773449" y="329458"/>
                  </a:cubicBezTo>
                  <a:cubicBezTo>
                    <a:pt x="758624" y="302708"/>
                    <a:pt x="741844" y="277019"/>
                    <a:pt x="725676" y="251023"/>
                  </a:cubicBezTo>
                  <a:cubicBezTo>
                    <a:pt x="723413" y="247370"/>
                    <a:pt x="719619" y="244660"/>
                    <a:pt x="716531" y="241525"/>
                  </a:cubicBezTo>
                  <a:cubicBezTo>
                    <a:pt x="715824" y="241973"/>
                    <a:pt x="715141" y="242421"/>
                    <a:pt x="714434" y="242868"/>
                  </a:cubicBezTo>
                  <a:cubicBezTo>
                    <a:pt x="715212" y="246639"/>
                    <a:pt x="716154" y="250363"/>
                    <a:pt x="716696" y="254181"/>
                  </a:cubicBezTo>
                  <a:cubicBezTo>
                    <a:pt x="717545" y="260003"/>
                    <a:pt x="719006" y="265942"/>
                    <a:pt x="718535" y="271716"/>
                  </a:cubicBezTo>
                  <a:cubicBezTo>
                    <a:pt x="718275" y="274898"/>
                    <a:pt x="715235" y="279234"/>
                    <a:pt x="712336" y="280554"/>
                  </a:cubicBezTo>
                  <a:cubicBezTo>
                    <a:pt x="702320" y="285079"/>
                    <a:pt x="700364" y="287742"/>
                    <a:pt x="703522" y="298490"/>
                  </a:cubicBezTo>
                  <a:cubicBezTo>
                    <a:pt x="709814" y="319772"/>
                    <a:pt x="715871" y="341124"/>
                    <a:pt x="722942" y="362147"/>
                  </a:cubicBezTo>
                  <a:cubicBezTo>
                    <a:pt x="737083" y="404240"/>
                    <a:pt x="752190" y="446097"/>
                    <a:pt x="756503" y="490689"/>
                  </a:cubicBezTo>
                  <a:cubicBezTo>
                    <a:pt x="758789" y="514280"/>
                    <a:pt x="760251" y="537990"/>
                    <a:pt x="761547" y="561653"/>
                  </a:cubicBezTo>
                  <a:cubicBezTo>
                    <a:pt x="761853" y="567450"/>
                    <a:pt x="761476" y="573908"/>
                    <a:pt x="755914" y="578457"/>
                  </a:cubicBezTo>
                  <a:cubicBezTo>
                    <a:pt x="748584" y="574167"/>
                    <a:pt x="746746" y="566838"/>
                    <a:pt x="745803" y="560026"/>
                  </a:cubicBezTo>
                  <a:cubicBezTo>
                    <a:pt x="742834" y="538744"/>
                    <a:pt x="741160" y="517273"/>
                    <a:pt x="738214" y="495991"/>
                  </a:cubicBezTo>
                  <a:cubicBezTo>
                    <a:pt x="730484" y="440158"/>
                    <a:pt x="715754" y="386328"/>
                    <a:pt x="691997" y="335067"/>
                  </a:cubicBezTo>
                  <a:cubicBezTo>
                    <a:pt x="687660" y="325711"/>
                    <a:pt x="684102" y="315930"/>
                    <a:pt x="680943" y="306126"/>
                  </a:cubicBezTo>
                  <a:cubicBezTo>
                    <a:pt x="678469" y="298466"/>
                    <a:pt x="680637" y="292008"/>
                    <a:pt x="687048" y="286258"/>
                  </a:cubicBezTo>
                  <a:cubicBezTo>
                    <a:pt x="691219" y="282534"/>
                    <a:pt x="694637" y="277019"/>
                    <a:pt x="696333" y="271669"/>
                  </a:cubicBezTo>
                  <a:cubicBezTo>
                    <a:pt x="700316" y="259178"/>
                    <a:pt x="697630" y="246757"/>
                    <a:pt x="693411" y="234667"/>
                  </a:cubicBezTo>
                  <a:cubicBezTo>
                    <a:pt x="686883" y="215930"/>
                    <a:pt x="674344" y="201483"/>
                    <a:pt x="660345" y="187884"/>
                  </a:cubicBezTo>
                  <a:cubicBezTo>
                    <a:pt x="664658" y="203957"/>
                    <a:pt x="670078" y="219512"/>
                    <a:pt x="674745" y="235279"/>
                  </a:cubicBezTo>
                  <a:cubicBezTo>
                    <a:pt x="678092" y="246592"/>
                    <a:pt x="681226" y="258070"/>
                    <a:pt x="683017" y="269689"/>
                  </a:cubicBezTo>
                  <a:cubicBezTo>
                    <a:pt x="684573" y="279753"/>
                    <a:pt x="682640" y="280837"/>
                    <a:pt x="672671" y="279588"/>
                  </a:cubicBezTo>
                  <a:cubicBezTo>
                    <a:pt x="670220" y="279281"/>
                    <a:pt x="667722" y="279234"/>
                    <a:pt x="665247" y="279281"/>
                  </a:cubicBezTo>
                  <a:cubicBezTo>
                    <a:pt x="657422" y="279423"/>
                    <a:pt x="653722" y="282463"/>
                    <a:pt x="654971" y="290146"/>
                  </a:cubicBezTo>
                  <a:cubicBezTo>
                    <a:pt x="656597" y="300021"/>
                    <a:pt x="659402" y="309826"/>
                    <a:pt x="662796" y="319277"/>
                  </a:cubicBezTo>
                  <a:cubicBezTo>
                    <a:pt x="671375" y="343175"/>
                    <a:pt x="680660" y="366814"/>
                    <a:pt x="689357" y="390665"/>
                  </a:cubicBezTo>
                  <a:cubicBezTo>
                    <a:pt x="690583" y="393988"/>
                    <a:pt x="691832" y="399314"/>
                    <a:pt x="690182" y="401294"/>
                  </a:cubicBezTo>
                  <a:cubicBezTo>
                    <a:pt x="686058" y="406244"/>
                    <a:pt x="689169" y="409519"/>
                    <a:pt x="691101" y="413173"/>
                  </a:cubicBezTo>
                  <a:cubicBezTo>
                    <a:pt x="692704" y="416213"/>
                    <a:pt x="695061" y="418852"/>
                    <a:pt x="696852" y="421822"/>
                  </a:cubicBezTo>
                  <a:cubicBezTo>
                    <a:pt x="706161" y="437165"/>
                    <a:pt x="709956" y="453710"/>
                    <a:pt x="706751" y="471480"/>
                  </a:cubicBezTo>
                  <a:cubicBezTo>
                    <a:pt x="705737" y="477066"/>
                    <a:pt x="703899" y="483406"/>
                    <a:pt x="696758" y="483477"/>
                  </a:cubicBezTo>
                  <a:cubicBezTo>
                    <a:pt x="689451" y="483524"/>
                    <a:pt x="687165" y="477608"/>
                    <a:pt x="685963" y="471457"/>
                  </a:cubicBezTo>
                  <a:cubicBezTo>
                    <a:pt x="685115" y="467097"/>
                    <a:pt x="684832" y="462595"/>
                    <a:pt x="683630" y="458353"/>
                  </a:cubicBezTo>
                  <a:cubicBezTo>
                    <a:pt x="669866" y="410227"/>
                    <a:pt x="656480" y="362006"/>
                    <a:pt x="641985" y="314092"/>
                  </a:cubicBezTo>
                  <a:cubicBezTo>
                    <a:pt x="624120" y="254982"/>
                    <a:pt x="595131" y="202166"/>
                    <a:pt x="551389" y="157811"/>
                  </a:cubicBezTo>
                  <a:cubicBezTo>
                    <a:pt x="538568" y="144825"/>
                    <a:pt x="526948" y="130495"/>
                    <a:pt x="515966" y="115859"/>
                  </a:cubicBezTo>
                  <a:cubicBezTo>
                    <a:pt x="505525" y="101907"/>
                    <a:pt x="506727" y="94506"/>
                    <a:pt x="518629" y="81897"/>
                  </a:cubicBezTo>
                  <a:cubicBezTo>
                    <a:pt x="521858" y="78480"/>
                    <a:pt x="525275" y="75204"/>
                    <a:pt x="528952" y="72305"/>
                  </a:cubicBezTo>
                  <a:cubicBezTo>
                    <a:pt x="538803" y="64480"/>
                    <a:pt x="542928" y="65541"/>
                    <a:pt x="547712" y="76854"/>
                  </a:cubicBezTo>
                  <a:cubicBezTo>
                    <a:pt x="550658" y="83783"/>
                    <a:pt x="555136" y="89651"/>
                    <a:pt x="562678" y="90971"/>
                  </a:cubicBezTo>
                  <a:cubicBezTo>
                    <a:pt x="566402" y="91631"/>
                    <a:pt x="572341" y="90311"/>
                    <a:pt x="574250" y="87672"/>
                  </a:cubicBezTo>
                  <a:cubicBezTo>
                    <a:pt x="576489" y="84631"/>
                    <a:pt x="576725" y="78716"/>
                    <a:pt x="575428" y="74874"/>
                  </a:cubicBezTo>
                  <a:cubicBezTo>
                    <a:pt x="574108" y="71032"/>
                    <a:pt x="570196" y="67733"/>
                    <a:pt x="566779" y="64999"/>
                  </a:cubicBezTo>
                  <a:cubicBezTo>
                    <a:pt x="549668" y="51282"/>
                    <a:pt x="530790" y="40606"/>
                    <a:pt x="509814" y="34054"/>
                  </a:cubicBezTo>
                  <a:cubicBezTo>
                    <a:pt x="505030" y="32569"/>
                    <a:pt x="499656" y="32852"/>
                    <a:pt x="494542" y="32475"/>
                  </a:cubicBezTo>
                  <a:cubicBezTo>
                    <a:pt x="488839" y="32050"/>
                    <a:pt x="482734" y="32993"/>
                    <a:pt x="477502" y="31249"/>
                  </a:cubicBezTo>
                  <a:cubicBezTo>
                    <a:pt x="469866" y="28680"/>
                    <a:pt x="462748" y="24414"/>
                    <a:pt x="455607" y="20549"/>
                  </a:cubicBezTo>
                  <a:cubicBezTo>
                    <a:pt x="443894" y="14233"/>
                    <a:pt x="432393" y="7540"/>
                    <a:pt x="420656" y="1270"/>
                  </a:cubicBezTo>
                  <a:cubicBezTo>
                    <a:pt x="415164" y="-1652"/>
                    <a:pt x="410545" y="823"/>
                    <a:pt x="406868" y="5088"/>
                  </a:cubicBezTo>
                  <a:cubicBezTo>
                    <a:pt x="404936" y="7304"/>
                    <a:pt x="403357" y="9873"/>
                    <a:pt x="401895" y="12442"/>
                  </a:cubicBezTo>
                  <a:cubicBezTo>
                    <a:pt x="396121" y="22670"/>
                    <a:pt x="387448" y="29340"/>
                    <a:pt x="375805" y="29529"/>
                  </a:cubicBezTo>
                  <a:cubicBezTo>
                    <a:pt x="354099" y="29906"/>
                    <a:pt x="332345" y="29387"/>
                    <a:pt x="310639" y="28657"/>
                  </a:cubicBezTo>
                  <a:cubicBezTo>
                    <a:pt x="292845" y="28067"/>
                    <a:pt x="275098" y="26182"/>
                    <a:pt x="257328" y="25711"/>
                  </a:cubicBezTo>
                  <a:cubicBezTo>
                    <a:pt x="231685" y="25051"/>
                    <a:pt x="209060" y="34619"/>
                    <a:pt x="187683" y="47841"/>
                  </a:cubicBezTo>
                  <a:cubicBezTo>
                    <a:pt x="154381" y="68440"/>
                    <a:pt x="121409" y="89510"/>
                    <a:pt x="93905" y="117792"/>
                  </a:cubicBezTo>
                  <a:cubicBezTo>
                    <a:pt x="88296" y="123542"/>
                    <a:pt x="83818" y="130519"/>
                    <a:pt x="79529" y="137377"/>
                  </a:cubicBezTo>
                  <a:cubicBezTo>
                    <a:pt x="78350" y="139262"/>
                    <a:pt x="78940" y="143410"/>
                    <a:pt x="80330" y="145319"/>
                  </a:cubicBezTo>
                  <a:cubicBezTo>
                    <a:pt x="81273" y="146592"/>
                    <a:pt x="85562" y="146710"/>
                    <a:pt x="87518" y="145720"/>
                  </a:cubicBezTo>
                  <a:cubicBezTo>
                    <a:pt x="94518" y="142138"/>
                    <a:pt x="101754" y="138603"/>
                    <a:pt x="107858" y="133724"/>
                  </a:cubicBezTo>
                  <a:cubicBezTo>
                    <a:pt x="129328" y="116566"/>
                    <a:pt x="150163" y="98654"/>
                    <a:pt x="171610" y="81450"/>
                  </a:cubicBezTo>
                  <a:cubicBezTo>
                    <a:pt x="185939" y="69972"/>
                    <a:pt x="201306" y="60097"/>
                    <a:pt x="219713" y="56161"/>
                  </a:cubicBezTo>
                  <a:cubicBezTo>
                    <a:pt x="248631" y="49962"/>
                    <a:pt x="277808" y="50528"/>
                    <a:pt x="306868" y="53898"/>
                  </a:cubicBezTo>
                  <a:cubicBezTo>
                    <a:pt x="350846" y="58989"/>
                    <a:pt x="389027" y="79352"/>
                    <a:pt x="426312" y="101577"/>
                  </a:cubicBezTo>
                  <a:cubicBezTo>
                    <a:pt x="428009" y="102590"/>
                    <a:pt x="429612" y="106385"/>
                    <a:pt x="428999" y="108035"/>
                  </a:cubicBezTo>
                  <a:cubicBezTo>
                    <a:pt x="428174" y="110250"/>
                    <a:pt x="425322" y="112819"/>
                    <a:pt x="423036" y="113149"/>
                  </a:cubicBezTo>
                  <a:cubicBezTo>
                    <a:pt x="419524" y="113667"/>
                    <a:pt x="415518" y="113031"/>
                    <a:pt x="412124" y="111805"/>
                  </a:cubicBezTo>
                  <a:cubicBezTo>
                    <a:pt x="389875" y="103769"/>
                    <a:pt x="367556" y="95873"/>
                    <a:pt x="345614" y="87035"/>
                  </a:cubicBezTo>
                  <a:cubicBezTo>
                    <a:pt x="323319" y="78056"/>
                    <a:pt x="300646" y="71268"/>
                    <a:pt x="276418" y="74520"/>
                  </a:cubicBezTo>
                  <a:cubicBezTo>
                    <a:pt x="212336" y="83123"/>
                    <a:pt x="159402" y="112560"/>
                    <a:pt x="118110" y="162218"/>
                  </a:cubicBezTo>
                  <a:cubicBezTo>
                    <a:pt x="67815" y="222694"/>
                    <a:pt x="45638" y="293517"/>
                    <a:pt x="44388" y="371245"/>
                  </a:cubicBezTo>
                  <a:cubicBezTo>
                    <a:pt x="44011" y="394931"/>
                    <a:pt x="46934" y="418664"/>
                    <a:pt x="48301" y="442397"/>
                  </a:cubicBezTo>
                  <a:cubicBezTo>
                    <a:pt x="50775" y="485810"/>
                    <a:pt x="60179" y="527219"/>
                    <a:pt x="80660" y="566107"/>
                  </a:cubicBezTo>
                  <a:cubicBezTo>
                    <a:pt x="91242" y="586211"/>
                    <a:pt x="103427" y="606904"/>
                    <a:pt x="92609" y="633583"/>
                  </a:cubicBezTo>
                  <a:cubicBezTo>
                    <a:pt x="100245" y="626041"/>
                    <a:pt x="105972" y="628987"/>
                    <a:pt x="111487" y="632687"/>
                  </a:cubicBezTo>
                  <a:cubicBezTo>
                    <a:pt x="132227" y="646640"/>
                    <a:pt x="149786" y="664127"/>
                    <a:pt x="165246" y="683547"/>
                  </a:cubicBezTo>
                  <a:cubicBezTo>
                    <a:pt x="172718" y="692928"/>
                    <a:pt x="179717" y="703109"/>
                    <a:pt x="184620" y="713974"/>
                  </a:cubicBezTo>
                  <a:cubicBezTo>
                    <a:pt x="187566" y="720479"/>
                    <a:pt x="190724" y="723967"/>
                    <a:pt x="197205" y="723873"/>
                  </a:cubicBezTo>
                  <a:cubicBezTo>
                    <a:pt x="211747" y="723684"/>
                    <a:pt x="226383" y="723826"/>
                    <a:pt x="240806" y="722270"/>
                  </a:cubicBezTo>
                  <a:cubicBezTo>
                    <a:pt x="264398" y="719748"/>
                    <a:pt x="287613" y="715082"/>
                    <a:pt x="309767" y="706102"/>
                  </a:cubicBezTo>
                  <a:cubicBezTo>
                    <a:pt x="317804" y="702850"/>
                    <a:pt x="324356" y="698160"/>
                    <a:pt x="328409" y="690123"/>
                  </a:cubicBezTo>
                  <a:cubicBezTo>
                    <a:pt x="340429" y="666319"/>
                    <a:pt x="352638" y="642633"/>
                    <a:pt x="364846" y="618947"/>
                  </a:cubicBezTo>
                  <a:cubicBezTo>
                    <a:pt x="366779" y="615200"/>
                    <a:pt x="369112" y="611641"/>
                    <a:pt x="371257" y="607988"/>
                  </a:cubicBezTo>
                  <a:cubicBezTo>
                    <a:pt x="372058" y="608176"/>
                    <a:pt x="372836" y="608365"/>
                    <a:pt x="373637" y="608553"/>
                  </a:cubicBezTo>
                  <a:cubicBezTo>
                    <a:pt x="374910" y="624085"/>
                    <a:pt x="376206" y="639616"/>
                    <a:pt x="377479" y="655124"/>
                  </a:cubicBezTo>
                  <a:cubicBezTo>
                    <a:pt x="378327" y="655148"/>
                    <a:pt x="379199" y="655171"/>
                    <a:pt x="380047" y="655195"/>
                  </a:cubicBezTo>
                  <a:cubicBezTo>
                    <a:pt x="381132" y="653050"/>
                    <a:pt x="382192" y="650929"/>
                    <a:pt x="383276" y="648784"/>
                  </a:cubicBezTo>
                  <a:cubicBezTo>
                    <a:pt x="390842" y="633818"/>
                    <a:pt x="393316" y="617627"/>
                    <a:pt x="392633" y="601247"/>
                  </a:cubicBezTo>
                  <a:cubicBezTo>
                    <a:pt x="392138" y="589534"/>
                    <a:pt x="389734" y="577773"/>
                    <a:pt x="386812" y="566366"/>
                  </a:cubicBezTo>
                  <a:cubicBezTo>
                    <a:pt x="384808" y="558612"/>
                    <a:pt x="380142" y="557505"/>
                    <a:pt x="373213" y="561723"/>
                  </a:cubicBezTo>
                  <a:cubicBezTo>
                    <a:pt x="367933" y="564905"/>
                    <a:pt x="363243" y="569053"/>
                    <a:pt x="357988" y="572235"/>
                  </a:cubicBezTo>
                  <a:cubicBezTo>
                    <a:pt x="349786" y="577208"/>
                    <a:pt x="342833" y="576595"/>
                    <a:pt x="335504" y="570396"/>
                  </a:cubicBezTo>
                  <a:cubicBezTo>
                    <a:pt x="332110" y="567545"/>
                    <a:pt x="328952" y="564316"/>
                    <a:pt x="326218" y="560828"/>
                  </a:cubicBezTo>
                  <a:cubicBezTo>
                    <a:pt x="324709" y="558895"/>
                    <a:pt x="324261" y="556114"/>
                    <a:pt x="323342" y="553710"/>
                  </a:cubicBezTo>
                  <a:cubicBezTo>
                    <a:pt x="325558" y="552909"/>
                    <a:pt x="327773" y="551495"/>
                    <a:pt x="330012" y="551471"/>
                  </a:cubicBezTo>
                  <a:cubicBezTo>
                    <a:pt x="335574" y="551400"/>
                    <a:pt x="339157" y="548761"/>
                    <a:pt x="340429" y="543741"/>
                  </a:cubicBezTo>
                  <a:cubicBezTo>
                    <a:pt x="342079" y="537307"/>
                    <a:pt x="344106" y="530684"/>
                    <a:pt x="343988" y="524179"/>
                  </a:cubicBezTo>
                  <a:cubicBezTo>
                    <a:pt x="343540" y="498937"/>
                    <a:pt x="342786" y="473696"/>
                    <a:pt x="341231" y="448525"/>
                  </a:cubicBezTo>
                  <a:cubicBezTo>
                    <a:pt x="339062" y="413620"/>
                    <a:pt x="332369" y="379494"/>
                    <a:pt x="320255" y="346616"/>
                  </a:cubicBezTo>
                  <a:cubicBezTo>
                    <a:pt x="309885" y="318452"/>
                    <a:pt x="294990" y="293092"/>
                    <a:pt x="273660" y="271598"/>
                  </a:cubicBezTo>
                  <a:cubicBezTo>
                    <a:pt x="264422" y="262289"/>
                    <a:pt x="254287" y="260498"/>
                    <a:pt x="242574" y="265070"/>
                  </a:cubicBezTo>
                  <a:cubicBezTo>
                    <a:pt x="237766" y="266955"/>
                    <a:pt x="233099" y="269288"/>
                    <a:pt x="228409" y="271480"/>
                  </a:cubicBezTo>
                  <a:cubicBezTo>
                    <a:pt x="214103" y="278197"/>
                    <a:pt x="199868" y="285056"/>
                    <a:pt x="185468" y="291584"/>
                  </a:cubicBezTo>
                  <a:cubicBezTo>
                    <a:pt x="182475" y="292951"/>
                    <a:pt x="178916" y="293045"/>
                    <a:pt x="175593" y="293729"/>
                  </a:cubicBezTo>
                  <a:cubicBezTo>
                    <a:pt x="175122" y="292904"/>
                    <a:pt x="174650" y="292102"/>
                    <a:pt x="174179" y="291278"/>
                  </a:cubicBezTo>
                  <a:cubicBezTo>
                    <a:pt x="178256" y="285574"/>
                    <a:pt x="182404" y="279894"/>
                    <a:pt x="186434" y="274120"/>
                  </a:cubicBezTo>
                  <a:cubicBezTo>
                    <a:pt x="191996" y="266154"/>
                    <a:pt x="197888" y="257740"/>
                    <a:pt x="195532" y="247653"/>
                  </a:cubicBezTo>
                  <a:cubicBezTo>
                    <a:pt x="193693" y="239805"/>
                    <a:pt x="197323" y="236576"/>
                    <a:pt x="203144" y="235279"/>
                  </a:cubicBezTo>
                  <a:cubicBezTo>
                    <a:pt x="214669" y="232687"/>
                    <a:pt x="226335" y="230283"/>
                    <a:pt x="238072" y="229317"/>
                  </a:cubicBezTo>
                  <a:cubicBezTo>
                    <a:pt x="256856" y="227761"/>
                    <a:pt x="274768" y="230849"/>
                    <a:pt x="288721" y="245131"/>
                  </a:cubicBezTo>
                  <a:cubicBezTo>
                    <a:pt x="307575" y="264457"/>
                    <a:pt x="321881" y="286894"/>
                    <a:pt x="332251" y="311782"/>
                  </a:cubicBezTo>
                  <a:cubicBezTo>
                    <a:pt x="333241" y="314162"/>
                    <a:pt x="333217" y="317038"/>
                    <a:pt x="333264" y="319701"/>
                  </a:cubicBezTo>
                  <a:cubicBezTo>
                    <a:pt x="333359" y="327596"/>
                    <a:pt x="332958" y="335492"/>
                    <a:pt x="333288" y="343387"/>
                  </a:cubicBezTo>
                  <a:cubicBezTo>
                    <a:pt x="333547" y="349326"/>
                    <a:pt x="334631" y="355218"/>
                    <a:pt x="335339" y="361110"/>
                  </a:cubicBezTo>
                  <a:cubicBezTo>
                    <a:pt x="336211" y="361322"/>
                    <a:pt x="337083" y="361535"/>
                    <a:pt x="337955" y="361747"/>
                  </a:cubicBezTo>
                  <a:cubicBezTo>
                    <a:pt x="341490" y="357222"/>
                    <a:pt x="344907" y="352602"/>
                    <a:pt x="348607" y="348219"/>
                  </a:cubicBezTo>
                  <a:cubicBezTo>
                    <a:pt x="353250" y="342727"/>
                    <a:pt x="356668" y="342491"/>
                    <a:pt x="361429" y="347841"/>
                  </a:cubicBezTo>
                  <a:cubicBezTo>
                    <a:pt x="364516" y="351306"/>
                    <a:pt x="367132" y="355313"/>
                    <a:pt x="369324" y="359413"/>
                  </a:cubicBezTo>
                  <a:cubicBezTo>
                    <a:pt x="376913" y="373531"/>
                    <a:pt x="384007" y="387931"/>
                    <a:pt x="391761" y="401978"/>
                  </a:cubicBezTo>
                  <a:cubicBezTo>
                    <a:pt x="394236" y="406432"/>
                    <a:pt x="397653" y="410698"/>
                    <a:pt x="401589" y="413856"/>
                  </a:cubicBezTo>
                  <a:cubicBezTo>
                    <a:pt x="403734" y="415577"/>
                    <a:pt x="408212" y="415789"/>
                    <a:pt x="410969" y="414822"/>
                  </a:cubicBezTo>
                  <a:cubicBezTo>
                    <a:pt x="412619" y="414233"/>
                    <a:pt x="414009" y="409967"/>
                    <a:pt x="413774" y="407516"/>
                  </a:cubicBezTo>
                  <a:cubicBezTo>
                    <a:pt x="413349" y="403180"/>
                    <a:pt x="412100" y="398749"/>
                    <a:pt x="410309" y="394766"/>
                  </a:cubicBezTo>
                  <a:cubicBezTo>
                    <a:pt x="390347" y="350269"/>
                    <a:pt x="368829" y="306621"/>
                    <a:pt x="336918" y="269100"/>
                  </a:cubicBezTo>
                  <a:cubicBezTo>
                    <a:pt x="319619" y="248761"/>
                    <a:pt x="300175" y="231061"/>
                    <a:pt x="275687" y="219465"/>
                  </a:cubicBezTo>
                  <a:cubicBezTo>
                    <a:pt x="258058" y="211122"/>
                    <a:pt x="239510" y="210439"/>
                    <a:pt x="220608" y="210839"/>
                  </a:cubicBezTo>
                  <a:cubicBezTo>
                    <a:pt x="215682" y="210934"/>
                    <a:pt x="210757" y="209896"/>
                    <a:pt x="205831" y="209354"/>
                  </a:cubicBezTo>
                  <a:cubicBezTo>
                    <a:pt x="205666" y="208600"/>
                    <a:pt x="205501" y="207846"/>
                    <a:pt x="205312" y="207092"/>
                  </a:cubicBezTo>
                  <a:cubicBezTo>
                    <a:pt x="207245" y="205395"/>
                    <a:pt x="209036" y="203486"/>
                    <a:pt x="211134" y="202025"/>
                  </a:cubicBezTo>
                  <a:cubicBezTo>
                    <a:pt x="220396" y="195543"/>
                    <a:pt x="231143" y="192904"/>
                    <a:pt x="242008" y="193304"/>
                  </a:cubicBezTo>
                  <a:cubicBezTo>
                    <a:pt x="263950" y="194106"/>
                    <a:pt x="286010" y="194954"/>
                    <a:pt x="307669" y="198089"/>
                  </a:cubicBezTo>
                  <a:cubicBezTo>
                    <a:pt x="321598" y="200116"/>
                    <a:pt x="335079" y="205796"/>
                    <a:pt x="348442" y="210721"/>
                  </a:cubicBezTo>
                  <a:cubicBezTo>
                    <a:pt x="354311" y="212890"/>
                    <a:pt x="359237" y="217344"/>
                    <a:pt x="358836" y="226536"/>
                  </a:cubicBezTo>
                  <a:cubicBezTo>
                    <a:pt x="349385" y="224556"/>
                    <a:pt x="340806" y="222765"/>
                    <a:pt x="332251" y="220974"/>
                  </a:cubicBezTo>
                  <a:cubicBezTo>
                    <a:pt x="331685" y="221704"/>
                    <a:pt x="331096" y="222411"/>
                    <a:pt x="330531" y="223142"/>
                  </a:cubicBezTo>
                  <a:cubicBezTo>
                    <a:pt x="333547" y="228633"/>
                    <a:pt x="336211" y="234337"/>
                    <a:pt x="339604" y="239569"/>
                  </a:cubicBezTo>
                  <a:cubicBezTo>
                    <a:pt x="356574" y="265682"/>
                    <a:pt x="374839" y="291018"/>
                    <a:pt x="390559" y="317863"/>
                  </a:cubicBezTo>
                  <a:cubicBezTo>
                    <a:pt x="411653" y="353875"/>
                    <a:pt x="430861" y="390971"/>
                    <a:pt x="438591" y="432758"/>
                  </a:cubicBezTo>
                  <a:cubicBezTo>
                    <a:pt x="445379" y="469524"/>
                    <a:pt x="450587" y="506456"/>
                    <a:pt x="450847" y="543906"/>
                  </a:cubicBezTo>
                  <a:cubicBezTo>
                    <a:pt x="450894" y="551754"/>
                    <a:pt x="449456" y="559626"/>
                    <a:pt x="448325" y="567427"/>
                  </a:cubicBezTo>
                  <a:cubicBezTo>
                    <a:pt x="448089" y="569077"/>
                    <a:pt x="446204" y="570491"/>
                    <a:pt x="445096" y="572022"/>
                  </a:cubicBezTo>
                  <a:cubicBezTo>
                    <a:pt x="443423" y="570797"/>
                    <a:pt x="440971" y="569901"/>
                    <a:pt x="440194" y="568252"/>
                  </a:cubicBezTo>
                  <a:cubicBezTo>
                    <a:pt x="438025" y="563609"/>
                    <a:pt x="436046" y="558730"/>
                    <a:pt x="434844" y="553757"/>
                  </a:cubicBezTo>
                  <a:cubicBezTo>
                    <a:pt x="429187" y="530236"/>
                    <a:pt x="429093" y="506220"/>
                    <a:pt x="428598" y="482180"/>
                  </a:cubicBezTo>
                  <a:cubicBezTo>
                    <a:pt x="428339" y="469406"/>
                    <a:pt x="426359" y="456609"/>
                    <a:pt x="424167" y="443976"/>
                  </a:cubicBezTo>
                  <a:cubicBezTo>
                    <a:pt x="422824" y="436222"/>
                    <a:pt x="417827" y="431367"/>
                    <a:pt x="409296" y="429482"/>
                  </a:cubicBezTo>
                  <a:cubicBezTo>
                    <a:pt x="403121" y="428115"/>
                    <a:pt x="396168" y="425357"/>
                    <a:pt x="391997" y="420926"/>
                  </a:cubicBezTo>
                  <a:cubicBezTo>
                    <a:pt x="385374" y="413880"/>
                    <a:pt x="380260" y="405207"/>
                    <a:pt x="375452" y="396698"/>
                  </a:cubicBezTo>
                  <a:cubicBezTo>
                    <a:pt x="370384" y="387695"/>
                    <a:pt x="366590" y="377985"/>
                    <a:pt x="361806" y="368794"/>
                  </a:cubicBezTo>
                  <a:cubicBezTo>
                    <a:pt x="360721" y="366720"/>
                    <a:pt x="357846" y="365588"/>
                    <a:pt x="355819" y="364009"/>
                  </a:cubicBezTo>
                  <a:cubicBezTo>
                    <a:pt x="354759" y="366272"/>
                    <a:pt x="352685" y="368558"/>
                    <a:pt x="352779" y="370750"/>
                  </a:cubicBezTo>
                  <a:cubicBezTo>
                    <a:pt x="353321" y="382298"/>
                    <a:pt x="354170" y="393870"/>
                    <a:pt x="355395" y="405372"/>
                  </a:cubicBezTo>
                  <a:cubicBezTo>
                    <a:pt x="358954" y="438532"/>
                    <a:pt x="362678" y="471645"/>
                    <a:pt x="366496" y="504782"/>
                  </a:cubicBezTo>
                  <a:cubicBezTo>
                    <a:pt x="367179" y="510651"/>
                    <a:pt x="368028" y="516614"/>
                    <a:pt x="369890" y="522152"/>
                  </a:cubicBezTo>
                  <a:cubicBezTo>
                    <a:pt x="370809" y="524886"/>
                    <a:pt x="374250" y="526795"/>
                    <a:pt x="376536" y="529081"/>
                  </a:cubicBezTo>
                  <a:cubicBezTo>
                    <a:pt x="378657" y="526889"/>
                    <a:pt x="382192" y="524980"/>
                    <a:pt x="382664" y="522482"/>
                  </a:cubicBezTo>
                  <a:cubicBezTo>
                    <a:pt x="384408" y="513361"/>
                    <a:pt x="385916" y="504052"/>
                    <a:pt x="386034" y="494789"/>
                  </a:cubicBezTo>
                  <a:cubicBezTo>
                    <a:pt x="386199" y="483689"/>
                    <a:pt x="384643" y="472565"/>
                    <a:pt x="384290" y="461464"/>
                  </a:cubicBezTo>
                  <a:cubicBezTo>
                    <a:pt x="384196" y="458400"/>
                    <a:pt x="385704" y="455265"/>
                    <a:pt x="386482" y="452178"/>
                  </a:cubicBezTo>
                  <a:cubicBezTo>
                    <a:pt x="387354" y="452060"/>
                    <a:pt x="388226" y="451942"/>
                    <a:pt x="389121" y="451824"/>
                  </a:cubicBezTo>
                  <a:cubicBezTo>
                    <a:pt x="390983" y="454771"/>
                    <a:pt x="393741" y="457504"/>
                    <a:pt x="394518" y="460733"/>
                  </a:cubicBezTo>
                  <a:cubicBezTo>
                    <a:pt x="396969" y="470797"/>
                    <a:pt x="399798" y="480955"/>
                    <a:pt x="400434" y="491207"/>
                  </a:cubicBezTo>
                  <a:cubicBezTo>
                    <a:pt x="402720" y="528256"/>
                    <a:pt x="405336" y="565353"/>
                    <a:pt x="405572" y="602426"/>
                  </a:cubicBezTo>
                  <a:cubicBezTo>
                    <a:pt x="405737" y="629553"/>
                    <a:pt x="402979" y="656750"/>
                    <a:pt x="400340" y="683783"/>
                  </a:cubicBezTo>
                  <a:cubicBezTo>
                    <a:pt x="399326" y="694177"/>
                    <a:pt x="394872" y="704217"/>
                    <a:pt x="392374" y="714516"/>
                  </a:cubicBezTo>
                  <a:cubicBezTo>
                    <a:pt x="391808" y="716849"/>
                    <a:pt x="392845" y="719560"/>
                    <a:pt x="393128" y="722105"/>
                  </a:cubicBezTo>
                  <a:cubicBezTo>
                    <a:pt x="395461" y="721704"/>
                    <a:pt x="397936" y="721657"/>
                    <a:pt x="400104" y="720809"/>
                  </a:cubicBezTo>
                  <a:cubicBezTo>
                    <a:pt x="404252" y="719159"/>
                    <a:pt x="408212" y="717062"/>
                    <a:pt x="412242" y="715129"/>
                  </a:cubicBezTo>
                  <a:cubicBezTo>
                    <a:pt x="411488" y="721516"/>
                    <a:pt x="408919" y="726277"/>
                    <a:pt x="407811" y="731367"/>
                  </a:cubicBezTo>
                  <a:cubicBezTo>
                    <a:pt x="407316" y="733724"/>
                    <a:pt x="409036" y="738108"/>
                    <a:pt x="410945" y="739004"/>
                  </a:cubicBezTo>
                  <a:cubicBezTo>
                    <a:pt x="412878" y="739899"/>
                    <a:pt x="417380" y="738438"/>
                    <a:pt x="418794" y="736529"/>
                  </a:cubicBezTo>
                  <a:cubicBezTo>
                    <a:pt x="421386" y="733112"/>
                    <a:pt x="423602" y="728704"/>
                    <a:pt x="424097" y="724485"/>
                  </a:cubicBezTo>
                  <a:cubicBezTo>
                    <a:pt x="425699" y="711028"/>
                    <a:pt x="426336" y="697453"/>
                    <a:pt x="427537" y="683925"/>
                  </a:cubicBezTo>
                  <a:cubicBezTo>
                    <a:pt x="429399" y="662784"/>
                    <a:pt x="430743" y="641572"/>
                    <a:pt x="433571" y="620550"/>
                  </a:cubicBezTo>
                  <a:cubicBezTo>
                    <a:pt x="435174" y="608600"/>
                    <a:pt x="442503" y="599857"/>
                    <a:pt x="454712" y="596180"/>
                  </a:cubicBezTo>
                  <a:cubicBezTo>
                    <a:pt x="457776" y="595261"/>
                    <a:pt x="460792" y="594177"/>
                    <a:pt x="463809" y="593069"/>
                  </a:cubicBezTo>
                  <a:cubicBezTo>
                    <a:pt x="472317" y="589958"/>
                    <a:pt x="477526" y="583877"/>
                    <a:pt x="477761" y="574851"/>
                  </a:cubicBezTo>
                  <a:cubicBezTo>
                    <a:pt x="478068" y="563019"/>
                    <a:pt x="478139" y="551094"/>
                    <a:pt x="476960" y="539333"/>
                  </a:cubicBezTo>
                  <a:cubicBezTo>
                    <a:pt x="474839" y="518193"/>
                    <a:pt x="471940" y="497123"/>
                    <a:pt x="468923" y="476076"/>
                  </a:cubicBezTo>
                  <a:cubicBezTo>
                    <a:pt x="464186" y="443081"/>
                    <a:pt x="459802" y="409802"/>
                    <a:pt x="447759" y="378574"/>
                  </a:cubicBezTo>
                  <a:cubicBezTo>
                    <a:pt x="438992" y="355831"/>
                    <a:pt x="427090" y="334313"/>
                    <a:pt x="416720" y="312183"/>
                  </a:cubicBezTo>
                  <a:cubicBezTo>
                    <a:pt x="407339" y="292150"/>
                    <a:pt x="398101" y="272046"/>
                    <a:pt x="388815" y="251966"/>
                  </a:cubicBezTo>
                  <a:cubicBezTo>
                    <a:pt x="389357" y="251636"/>
                    <a:pt x="389875" y="251282"/>
                    <a:pt x="390418" y="250952"/>
                  </a:cubicBezTo>
                  <a:cubicBezTo>
                    <a:pt x="401188" y="265305"/>
                    <a:pt x="412925" y="279022"/>
                    <a:pt x="422494" y="294129"/>
                  </a:cubicBezTo>
                  <a:cubicBezTo>
                    <a:pt x="440005" y="321775"/>
                    <a:pt x="452096" y="352131"/>
                    <a:pt x="462984" y="382887"/>
                  </a:cubicBezTo>
                  <a:cubicBezTo>
                    <a:pt x="480707" y="433017"/>
                    <a:pt x="497252" y="483453"/>
                    <a:pt x="497488" y="537542"/>
                  </a:cubicBezTo>
                  <a:cubicBezTo>
                    <a:pt x="497512" y="543010"/>
                    <a:pt x="499609" y="548714"/>
                    <a:pt x="501825" y="553828"/>
                  </a:cubicBezTo>
                  <a:cubicBezTo>
                    <a:pt x="502744" y="555925"/>
                    <a:pt x="506868" y="558400"/>
                    <a:pt x="508942" y="557952"/>
                  </a:cubicBezTo>
                  <a:cubicBezTo>
                    <a:pt x="522305" y="555030"/>
                    <a:pt x="526147" y="556538"/>
                    <a:pt x="529824" y="569666"/>
                  </a:cubicBezTo>
                  <a:cubicBezTo>
                    <a:pt x="532652" y="579824"/>
                    <a:pt x="534679" y="590288"/>
                    <a:pt x="536187" y="600752"/>
                  </a:cubicBezTo>
                  <a:cubicBezTo>
                    <a:pt x="542951" y="647370"/>
                    <a:pt x="540901" y="693493"/>
                    <a:pt x="526901" y="738674"/>
                  </a:cubicBezTo>
                  <a:cubicBezTo>
                    <a:pt x="524238" y="747229"/>
                    <a:pt x="519477" y="755242"/>
                    <a:pt x="514881" y="763020"/>
                  </a:cubicBezTo>
                  <a:cubicBezTo>
                    <a:pt x="513609" y="765164"/>
                    <a:pt x="509154" y="767050"/>
                    <a:pt x="506774" y="766460"/>
                  </a:cubicBezTo>
                  <a:cubicBezTo>
                    <a:pt x="504511" y="765918"/>
                    <a:pt x="501707" y="762077"/>
                    <a:pt x="501542" y="759531"/>
                  </a:cubicBezTo>
                  <a:cubicBezTo>
                    <a:pt x="501165" y="753757"/>
                    <a:pt x="502084" y="747865"/>
                    <a:pt x="502791" y="742067"/>
                  </a:cubicBezTo>
                  <a:cubicBezTo>
                    <a:pt x="503545" y="735963"/>
                    <a:pt x="505666" y="729859"/>
                    <a:pt x="505266" y="723873"/>
                  </a:cubicBezTo>
                  <a:cubicBezTo>
                    <a:pt x="505030" y="720290"/>
                    <a:pt x="501306" y="714351"/>
                    <a:pt x="498714" y="714092"/>
                  </a:cubicBezTo>
                  <a:cubicBezTo>
                    <a:pt x="494566" y="713691"/>
                    <a:pt x="489711" y="716637"/>
                    <a:pt x="485845" y="719206"/>
                  </a:cubicBezTo>
                  <a:cubicBezTo>
                    <a:pt x="484031" y="720408"/>
                    <a:pt x="483583" y="723967"/>
                    <a:pt x="482970" y="726583"/>
                  </a:cubicBezTo>
                  <a:cubicBezTo>
                    <a:pt x="481037" y="734785"/>
                    <a:pt x="476724" y="738249"/>
                    <a:pt x="468546" y="740300"/>
                  </a:cubicBezTo>
                  <a:cubicBezTo>
                    <a:pt x="462772" y="741761"/>
                    <a:pt x="455914" y="743576"/>
                    <a:pt x="452237" y="747653"/>
                  </a:cubicBezTo>
                  <a:cubicBezTo>
                    <a:pt x="440854" y="760239"/>
                    <a:pt x="430814" y="774026"/>
                    <a:pt x="420161" y="787271"/>
                  </a:cubicBezTo>
                  <a:cubicBezTo>
                    <a:pt x="413208" y="795897"/>
                    <a:pt x="406232" y="804523"/>
                    <a:pt x="398855" y="812796"/>
                  </a:cubicBezTo>
                  <a:cubicBezTo>
                    <a:pt x="397394" y="814446"/>
                    <a:pt x="394141" y="814493"/>
                    <a:pt x="391737" y="815270"/>
                  </a:cubicBezTo>
                  <a:cubicBezTo>
                    <a:pt x="391266" y="812725"/>
                    <a:pt x="389781" y="809873"/>
                    <a:pt x="390488" y="807728"/>
                  </a:cubicBezTo>
                  <a:cubicBezTo>
                    <a:pt x="392869" y="800493"/>
                    <a:pt x="395768" y="793399"/>
                    <a:pt x="398973" y="786470"/>
                  </a:cubicBezTo>
                  <a:cubicBezTo>
                    <a:pt x="406138" y="771056"/>
                    <a:pt x="403757" y="756562"/>
                    <a:pt x="394848" y="742869"/>
                  </a:cubicBezTo>
                  <a:cubicBezTo>
                    <a:pt x="390865" y="736717"/>
                    <a:pt x="385657" y="731415"/>
                    <a:pt x="377266" y="732805"/>
                  </a:cubicBezTo>
                  <a:cubicBezTo>
                    <a:pt x="369112" y="734172"/>
                    <a:pt x="365200" y="740606"/>
                    <a:pt x="363243" y="747512"/>
                  </a:cubicBezTo>
                  <a:cubicBezTo>
                    <a:pt x="362088" y="751565"/>
                    <a:pt x="362819" y="756845"/>
                    <a:pt x="364681" y="760639"/>
                  </a:cubicBezTo>
                  <a:cubicBezTo>
                    <a:pt x="365294" y="761912"/>
                    <a:pt x="371964" y="760286"/>
                    <a:pt x="375829" y="759885"/>
                  </a:cubicBezTo>
                  <a:cubicBezTo>
                    <a:pt x="376536" y="759814"/>
                    <a:pt x="377196" y="759037"/>
                    <a:pt x="377856" y="759037"/>
                  </a:cubicBezTo>
                  <a:cubicBezTo>
                    <a:pt x="380637" y="759107"/>
                    <a:pt x="384290" y="758377"/>
                    <a:pt x="385987" y="759814"/>
                  </a:cubicBezTo>
                  <a:cubicBezTo>
                    <a:pt x="387731" y="761299"/>
                    <a:pt x="388579" y="765164"/>
                    <a:pt x="388155" y="767710"/>
                  </a:cubicBezTo>
                  <a:cubicBezTo>
                    <a:pt x="386717" y="776430"/>
                    <a:pt x="381744" y="783170"/>
                    <a:pt x="374203" y="787743"/>
                  </a:cubicBezTo>
                  <a:cubicBezTo>
                    <a:pt x="368358" y="791278"/>
                    <a:pt x="363408" y="788945"/>
                    <a:pt x="361994" y="782416"/>
                  </a:cubicBezTo>
                  <a:cubicBezTo>
                    <a:pt x="359661" y="771551"/>
                    <a:pt x="357446" y="770632"/>
                    <a:pt x="347995" y="776760"/>
                  </a:cubicBezTo>
                  <a:cubicBezTo>
                    <a:pt x="345709" y="778245"/>
                    <a:pt x="343517" y="779894"/>
                    <a:pt x="341537" y="781733"/>
                  </a:cubicBezTo>
                  <a:cubicBezTo>
                    <a:pt x="316484" y="805136"/>
                    <a:pt x="286599" y="807493"/>
                    <a:pt x="254806" y="801789"/>
                  </a:cubicBezTo>
                  <a:cubicBezTo>
                    <a:pt x="230389" y="797406"/>
                    <a:pt x="208471" y="786706"/>
                    <a:pt x="186788" y="775322"/>
                  </a:cubicBezTo>
                  <a:cubicBezTo>
                    <a:pt x="183017" y="773343"/>
                    <a:pt x="179057" y="771763"/>
                    <a:pt x="174603" y="769713"/>
                  </a:cubicBezTo>
                  <a:cubicBezTo>
                    <a:pt x="174886" y="771433"/>
                    <a:pt x="174815" y="772023"/>
                    <a:pt x="175074" y="772353"/>
                  </a:cubicBezTo>
                  <a:cubicBezTo>
                    <a:pt x="176253" y="773932"/>
                    <a:pt x="177549" y="775440"/>
                    <a:pt x="178775" y="776996"/>
                  </a:cubicBezTo>
                  <a:cubicBezTo>
                    <a:pt x="193599" y="795567"/>
                    <a:pt x="213726" y="806574"/>
                    <a:pt x="234820" y="816072"/>
                  </a:cubicBezTo>
                  <a:cubicBezTo>
                    <a:pt x="256927" y="826017"/>
                    <a:pt x="279435" y="834832"/>
                    <a:pt x="303828" y="837448"/>
                  </a:cubicBezTo>
                  <a:cubicBezTo>
                    <a:pt x="310710" y="838179"/>
                    <a:pt x="316767" y="837684"/>
                    <a:pt x="321009" y="830448"/>
                  </a:cubicBezTo>
                  <a:cubicBezTo>
                    <a:pt x="322871" y="827267"/>
                    <a:pt x="327396" y="824721"/>
                    <a:pt x="331190" y="823708"/>
                  </a:cubicBezTo>
                  <a:cubicBezTo>
                    <a:pt x="346345" y="819678"/>
                    <a:pt x="361240" y="820927"/>
                    <a:pt x="374792" y="829199"/>
                  </a:cubicBezTo>
                  <a:cubicBezTo>
                    <a:pt x="378798" y="831627"/>
                    <a:pt x="381792" y="835987"/>
                    <a:pt x="384667" y="839876"/>
                  </a:cubicBezTo>
                  <a:cubicBezTo>
                    <a:pt x="385680" y="841266"/>
                    <a:pt x="385657" y="844283"/>
                    <a:pt x="384808" y="845862"/>
                  </a:cubicBezTo>
                  <a:cubicBezTo>
                    <a:pt x="384266" y="846852"/>
                    <a:pt x="381202" y="847040"/>
                    <a:pt x="379458" y="846663"/>
                  </a:cubicBezTo>
                  <a:cubicBezTo>
                    <a:pt x="375852" y="845909"/>
                    <a:pt x="372388" y="844495"/>
                    <a:pt x="368829" y="843458"/>
                  </a:cubicBezTo>
                  <a:cubicBezTo>
                    <a:pt x="353792" y="839051"/>
                    <a:pt x="339699" y="840536"/>
                    <a:pt x="326288" y="849279"/>
                  </a:cubicBezTo>
                  <a:cubicBezTo>
                    <a:pt x="321645" y="852320"/>
                    <a:pt x="316154" y="854912"/>
                    <a:pt x="310733" y="855808"/>
                  </a:cubicBezTo>
                  <a:cubicBezTo>
                    <a:pt x="282546" y="860498"/>
                    <a:pt x="255042" y="857340"/>
                    <a:pt x="228551" y="846640"/>
                  </a:cubicBezTo>
                  <a:cubicBezTo>
                    <a:pt x="220420" y="843364"/>
                    <a:pt x="213114" y="838815"/>
                    <a:pt x="212548" y="828280"/>
                  </a:cubicBezTo>
                  <a:cubicBezTo>
                    <a:pt x="212336" y="824226"/>
                    <a:pt x="209955" y="822152"/>
                    <a:pt x="205265" y="824603"/>
                  </a:cubicBezTo>
                  <a:cubicBezTo>
                    <a:pt x="203286" y="825640"/>
                    <a:pt x="199986" y="825711"/>
                    <a:pt x="197936" y="824792"/>
                  </a:cubicBezTo>
                  <a:cubicBezTo>
                    <a:pt x="193717" y="822859"/>
                    <a:pt x="189475" y="820479"/>
                    <a:pt x="186010" y="817415"/>
                  </a:cubicBezTo>
                  <a:cubicBezTo>
                    <a:pt x="153722" y="788780"/>
                    <a:pt x="120467" y="761535"/>
                    <a:pt x="101871" y="720290"/>
                  </a:cubicBezTo>
                  <a:cubicBezTo>
                    <a:pt x="90794" y="695732"/>
                    <a:pt x="71138" y="676124"/>
                    <a:pt x="51530" y="657410"/>
                  </a:cubicBezTo>
                  <a:cubicBezTo>
                    <a:pt x="48489" y="654511"/>
                    <a:pt x="44483" y="652626"/>
                    <a:pt x="40924" y="650269"/>
                  </a:cubicBezTo>
                  <a:cubicBezTo>
                    <a:pt x="40358" y="650693"/>
                    <a:pt x="39793" y="651141"/>
                    <a:pt x="39203" y="651565"/>
                  </a:cubicBezTo>
                  <a:cubicBezTo>
                    <a:pt x="39604" y="654629"/>
                    <a:pt x="39368" y="657952"/>
                    <a:pt x="40523" y="660710"/>
                  </a:cubicBezTo>
                  <a:cubicBezTo>
                    <a:pt x="43564" y="667992"/>
                    <a:pt x="46722" y="675275"/>
                    <a:pt x="50658" y="682110"/>
                  </a:cubicBezTo>
                  <a:cubicBezTo>
                    <a:pt x="75286" y="724957"/>
                    <a:pt x="106891" y="762289"/>
                    <a:pt x="142244" y="796534"/>
                  </a:cubicBezTo>
                  <a:cubicBezTo>
                    <a:pt x="164681" y="818264"/>
                    <a:pt x="188249" y="838697"/>
                    <a:pt x="214999" y="855077"/>
                  </a:cubicBezTo>
                  <a:cubicBezTo>
                    <a:pt x="228362" y="863255"/>
                    <a:pt x="242268" y="870467"/>
                    <a:pt x="258294" y="871033"/>
                  </a:cubicBezTo>
                  <a:cubicBezTo>
                    <a:pt x="282004" y="871881"/>
                    <a:pt x="305737" y="872918"/>
                    <a:pt x="329423" y="872235"/>
                  </a:cubicBezTo>
                  <a:cubicBezTo>
                    <a:pt x="355442" y="871504"/>
                    <a:pt x="379105" y="863208"/>
                    <a:pt x="396852" y="842987"/>
                  </a:cubicBezTo>
                  <a:cubicBezTo>
                    <a:pt x="410380" y="827549"/>
                    <a:pt x="422989" y="811287"/>
                    <a:pt x="436258" y="795638"/>
                  </a:cubicBezTo>
                  <a:cubicBezTo>
                    <a:pt x="443611" y="786965"/>
                    <a:pt x="451365" y="778622"/>
                    <a:pt x="459284" y="770467"/>
                  </a:cubicBezTo>
                  <a:cubicBezTo>
                    <a:pt x="460839" y="768864"/>
                    <a:pt x="464328" y="767969"/>
                    <a:pt x="466449" y="768534"/>
                  </a:cubicBezTo>
                  <a:cubicBezTo>
                    <a:pt x="467816" y="768912"/>
                    <a:pt x="469277" y="772730"/>
                    <a:pt x="468947" y="774733"/>
                  </a:cubicBezTo>
                  <a:cubicBezTo>
                    <a:pt x="467792" y="781921"/>
                    <a:pt x="467179" y="789652"/>
                    <a:pt x="464045" y="796039"/>
                  </a:cubicBezTo>
                  <a:cubicBezTo>
                    <a:pt x="446557" y="831627"/>
                    <a:pt x="419807" y="859649"/>
                    <a:pt x="389239" y="884160"/>
                  </a:cubicBezTo>
                  <a:cubicBezTo>
                    <a:pt x="378987" y="892386"/>
                    <a:pt x="366425" y="896439"/>
                    <a:pt x="353321" y="896227"/>
                  </a:cubicBezTo>
                  <a:cubicBezTo>
                    <a:pt x="327632" y="895779"/>
                    <a:pt x="301872" y="895426"/>
                    <a:pt x="276300" y="893211"/>
                  </a:cubicBezTo>
                  <a:cubicBezTo>
                    <a:pt x="239392" y="890005"/>
                    <a:pt x="204912" y="878363"/>
                    <a:pt x="173448" y="858447"/>
                  </a:cubicBezTo>
                  <a:cubicBezTo>
                    <a:pt x="138049" y="836034"/>
                    <a:pt x="110592" y="805725"/>
                    <a:pt x="87990" y="770891"/>
                  </a:cubicBezTo>
                  <a:cubicBezTo>
                    <a:pt x="71704" y="745815"/>
                    <a:pt x="56620" y="719960"/>
                    <a:pt x="40382" y="694860"/>
                  </a:cubicBezTo>
                  <a:cubicBezTo>
                    <a:pt x="35338" y="687083"/>
                    <a:pt x="29423" y="678716"/>
                    <a:pt x="21787" y="674120"/>
                  </a:cubicBezTo>
                  <a:cubicBezTo>
                    <a:pt x="14716" y="669854"/>
                    <a:pt x="13443" y="666720"/>
                    <a:pt x="17026" y="660521"/>
                  </a:cubicBezTo>
                  <a:cubicBezTo>
                    <a:pt x="25227" y="646286"/>
                    <a:pt x="12383" y="617934"/>
                    <a:pt x="599" y="608954"/>
                  </a:cubicBezTo>
                  <a:cubicBezTo>
                    <a:pt x="363" y="611216"/>
                    <a:pt x="-132" y="613102"/>
                    <a:pt x="33" y="614917"/>
                  </a:cubicBezTo>
                  <a:cubicBezTo>
                    <a:pt x="2013" y="636647"/>
                    <a:pt x="5831" y="658023"/>
                    <a:pt x="13703" y="678433"/>
                  </a:cubicBezTo>
                  <a:cubicBezTo>
                    <a:pt x="49738" y="771669"/>
                    <a:pt x="111794" y="842916"/>
                    <a:pt x="197276" y="893918"/>
                  </a:cubicBezTo>
                  <a:cubicBezTo>
                    <a:pt x="248277" y="924344"/>
                    <a:pt x="303286" y="929859"/>
                    <a:pt x="360439" y="916991"/>
                  </a:cubicBezTo>
                  <a:cubicBezTo>
                    <a:pt x="395249" y="909143"/>
                    <a:pt x="425346" y="893423"/>
                    <a:pt x="444954" y="861794"/>
                  </a:cubicBezTo>
                  <a:cubicBezTo>
                    <a:pt x="457493" y="841572"/>
                    <a:pt x="472411" y="825499"/>
                    <a:pt x="499044" y="824556"/>
                  </a:cubicBezTo>
                  <a:cubicBezTo>
                    <a:pt x="513727" y="824038"/>
                    <a:pt x="524262" y="808907"/>
                    <a:pt x="522588" y="794083"/>
                  </a:cubicBezTo>
                  <a:cubicBezTo>
                    <a:pt x="519595" y="795850"/>
                    <a:pt x="516790" y="797194"/>
                    <a:pt x="514339" y="799008"/>
                  </a:cubicBezTo>
                  <a:cubicBezTo>
                    <a:pt x="507575" y="804005"/>
                    <a:pt x="501094" y="809425"/>
                    <a:pt x="494188" y="814210"/>
                  </a:cubicBezTo>
                  <a:cubicBezTo>
                    <a:pt x="487236" y="819041"/>
                    <a:pt x="484596" y="817863"/>
                    <a:pt x="483559" y="809661"/>
                  </a:cubicBezTo>
                  <a:cubicBezTo>
                    <a:pt x="483017" y="805277"/>
                    <a:pt x="482829" y="800729"/>
                    <a:pt x="483371" y="796369"/>
                  </a:cubicBezTo>
                  <a:cubicBezTo>
                    <a:pt x="484690" y="785621"/>
                    <a:pt x="489663" y="781827"/>
                    <a:pt x="500411" y="783005"/>
                  </a:cubicBezTo>
                  <a:cubicBezTo>
                    <a:pt x="505053" y="783524"/>
                    <a:pt x="509696" y="784278"/>
                    <a:pt x="514292" y="785244"/>
                  </a:cubicBezTo>
                  <a:cubicBezTo>
                    <a:pt x="529894" y="788520"/>
                    <a:pt x="535622" y="784867"/>
                    <a:pt x="536706" y="768864"/>
                  </a:cubicBezTo>
                  <a:cubicBezTo>
                    <a:pt x="537955" y="750175"/>
                    <a:pt x="545426" y="734526"/>
                    <a:pt x="557823" y="721045"/>
                  </a:cubicBezTo>
                  <a:cubicBezTo>
                    <a:pt x="570173" y="707611"/>
                    <a:pt x="575381" y="691608"/>
                    <a:pt x="576135" y="673743"/>
                  </a:cubicBezTo>
                  <a:cubicBezTo>
                    <a:pt x="577314" y="645225"/>
                    <a:pt x="568806" y="619112"/>
                    <a:pt x="555961" y="594247"/>
                  </a:cubicBezTo>
                  <a:cubicBezTo>
                    <a:pt x="544365" y="571763"/>
                    <a:pt x="534160" y="548784"/>
                    <a:pt x="529447" y="523825"/>
                  </a:cubicBezTo>
                  <a:cubicBezTo>
                    <a:pt x="527679" y="514445"/>
                    <a:pt x="527443" y="504735"/>
                    <a:pt x="527137" y="495143"/>
                  </a:cubicBezTo>
                  <a:cubicBezTo>
                    <a:pt x="527066" y="493092"/>
                    <a:pt x="529447" y="489651"/>
                    <a:pt x="531309" y="489180"/>
                  </a:cubicBezTo>
                  <a:cubicBezTo>
                    <a:pt x="533241" y="488685"/>
                    <a:pt x="536329" y="490524"/>
                    <a:pt x="538073" y="492220"/>
                  </a:cubicBezTo>
                  <a:cubicBezTo>
                    <a:pt x="539934" y="494035"/>
                    <a:pt x="541254" y="496722"/>
                    <a:pt x="541985" y="499267"/>
                  </a:cubicBezTo>
                  <a:cubicBezTo>
                    <a:pt x="546039" y="513220"/>
                    <a:pt x="550470" y="527078"/>
                    <a:pt x="553604" y="541242"/>
                  </a:cubicBezTo>
                  <a:cubicBezTo>
                    <a:pt x="558223" y="562195"/>
                    <a:pt x="561429" y="583524"/>
                    <a:pt x="571705" y="602756"/>
                  </a:cubicBezTo>
                  <a:cubicBezTo>
                    <a:pt x="573637" y="606385"/>
                    <a:pt x="576300" y="609850"/>
                    <a:pt x="579341" y="612583"/>
                  </a:cubicBezTo>
                  <a:cubicBezTo>
                    <a:pt x="581038" y="614115"/>
                    <a:pt x="584997" y="615270"/>
                    <a:pt x="586458" y="614328"/>
                  </a:cubicBezTo>
                  <a:cubicBezTo>
                    <a:pt x="588155" y="613243"/>
                    <a:pt x="588933" y="609637"/>
                    <a:pt x="588886" y="607116"/>
                  </a:cubicBezTo>
                  <a:cubicBezTo>
                    <a:pt x="588839" y="603463"/>
                    <a:pt x="587825" y="599810"/>
                    <a:pt x="587047" y="596204"/>
                  </a:cubicBezTo>
                  <a:cubicBezTo>
                    <a:pt x="580778" y="567026"/>
                    <a:pt x="574533" y="537825"/>
                    <a:pt x="568169" y="508671"/>
                  </a:cubicBezTo>
                  <a:cubicBezTo>
                    <a:pt x="562890" y="484561"/>
                    <a:pt x="557752" y="460356"/>
                    <a:pt x="544695" y="438885"/>
                  </a:cubicBezTo>
                  <a:cubicBezTo>
                    <a:pt x="541796" y="434125"/>
                    <a:pt x="538568" y="427973"/>
                    <a:pt x="531709" y="430448"/>
                  </a:cubicBezTo>
                  <a:cubicBezTo>
                    <a:pt x="524238" y="433135"/>
                    <a:pt x="526948" y="440323"/>
                    <a:pt x="527184" y="446003"/>
                  </a:cubicBezTo>
                  <a:cubicBezTo>
                    <a:pt x="527278" y="448148"/>
                    <a:pt x="528339" y="450269"/>
                    <a:pt x="528928" y="452414"/>
                  </a:cubicBezTo>
                  <a:cubicBezTo>
                    <a:pt x="529329" y="453828"/>
                    <a:pt x="530177" y="455407"/>
                    <a:pt x="529894" y="456703"/>
                  </a:cubicBezTo>
                  <a:cubicBezTo>
                    <a:pt x="528952" y="460969"/>
                    <a:pt x="528857" y="466979"/>
                    <a:pt x="526076" y="468935"/>
                  </a:cubicBezTo>
                  <a:cubicBezTo>
                    <a:pt x="521410" y="472211"/>
                    <a:pt x="517262" y="467403"/>
                    <a:pt x="514716" y="463514"/>
                  </a:cubicBezTo>
                  <a:cubicBezTo>
                    <a:pt x="511346" y="458400"/>
                    <a:pt x="508117" y="452979"/>
                    <a:pt x="506091" y="447229"/>
                  </a:cubicBezTo>
                  <a:cubicBezTo>
                    <a:pt x="499326" y="428162"/>
                    <a:pt x="493623" y="408742"/>
                    <a:pt x="486647" y="389769"/>
                  </a:cubicBezTo>
                  <a:cubicBezTo>
                    <a:pt x="470950" y="347017"/>
                    <a:pt x="452591" y="305489"/>
                    <a:pt x="426406" y="267922"/>
                  </a:cubicBezTo>
                  <a:cubicBezTo>
                    <a:pt x="418864" y="257104"/>
                    <a:pt x="410309" y="247653"/>
                    <a:pt x="397276" y="242515"/>
                  </a:cubicBezTo>
                  <a:cubicBezTo>
                    <a:pt x="384950" y="237683"/>
                    <a:pt x="380448" y="220314"/>
                    <a:pt x="387212" y="208836"/>
                  </a:cubicBezTo>
                  <a:cubicBezTo>
                    <a:pt x="392986" y="199031"/>
                    <a:pt x="402555" y="197759"/>
                    <a:pt x="410262" y="205866"/>
                  </a:cubicBezTo>
                  <a:cubicBezTo>
                    <a:pt x="412972" y="208742"/>
                    <a:pt x="415565" y="211758"/>
                    <a:pt x="417874" y="214964"/>
                  </a:cubicBezTo>
                  <a:cubicBezTo>
                    <a:pt x="444530" y="252013"/>
                    <a:pt x="466755" y="291631"/>
                    <a:pt x="485539" y="333158"/>
                  </a:cubicBezTo>
                  <a:cubicBezTo>
                    <a:pt x="490064" y="343175"/>
                    <a:pt x="494212" y="353804"/>
                    <a:pt x="495956" y="364575"/>
                  </a:cubicBezTo>
                  <a:cubicBezTo>
                    <a:pt x="499185" y="384443"/>
                    <a:pt x="509932" y="398466"/>
                    <a:pt x="525746" y="409496"/>
                  </a:cubicBezTo>
                  <a:cubicBezTo>
                    <a:pt x="527514" y="410745"/>
                    <a:pt x="529800" y="411264"/>
                    <a:pt x="533548" y="412866"/>
                  </a:cubicBezTo>
                  <a:cubicBezTo>
                    <a:pt x="532181" y="407634"/>
                    <a:pt x="531521" y="404311"/>
                    <a:pt x="530436" y="401153"/>
                  </a:cubicBezTo>
                  <a:cubicBezTo>
                    <a:pt x="513043" y="350033"/>
                    <a:pt x="490606" y="301176"/>
                    <a:pt x="463927" y="254323"/>
                  </a:cubicBezTo>
                  <a:cubicBezTo>
                    <a:pt x="456008" y="240394"/>
                    <a:pt x="448089" y="225781"/>
                    <a:pt x="437177" y="214398"/>
                  </a:cubicBezTo>
                  <a:cubicBezTo>
                    <a:pt x="407528" y="183476"/>
                    <a:pt x="376324" y="154016"/>
                    <a:pt x="341513" y="128798"/>
                  </a:cubicBezTo>
                  <a:cubicBezTo>
                    <a:pt x="328080" y="119064"/>
                    <a:pt x="313444" y="111876"/>
                    <a:pt x="296192" y="113149"/>
                  </a:cubicBezTo>
                  <a:cubicBezTo>
                    <a:pt x="283371" y="114092"/>
                    <a:pt x="270620" y="116637"/>
                    <a:pt x="257799" y="116755"/>
                  </a:cubicBezTo>
                  <a:cubicBezTo>
                    <a:pt x="242268" y="116896"/>
                    <a:pt x="229682" y="123071"/>
                    <a:pt x="217709" y="131886"/>
                  </a:cubicBezTo>
                  <a:cubicBezTo>
                    <a:pt x="188909" y="153073"/>
                    <a:pt x="162135" y="176571"/>
                    <a:pt x="137837" y="202802"/>
                  </a:cubicBezTo>
                  <a:cubicBezTo>
                    <a:pt x="133830" y="207139"/>
                    <a:pt x="130200" y="211923"/>
                    <a:pt x="127042" y="216920"/>
                  </a:cubicBezTo>
                  <a:cubicBezTo>
                    <a:pt x="125675" y="219088"/>
                    <a:pt x="125746" y="222270"/>
                    <a:pt x="125463" y="225027"/>
                  </a:cubicBezTo>
                  <a:cubicBezTo>
                    <a:pt x="125086" y="228822"/>
                    <a:pt x="126005" y="233088"/>
                    <a:pt x="124568" y="236340"/>
                  </a:cubicBezTo>
                  <a:cubicBezTo>
                    <a:pt x="121999" y="242138"/>
                    <a:pt x="117992" y="247323"/>
                    <a:pt x="114740" y="252838"/>
                  </a:cubicBezTo>
                  <a:cubicBezTo>
                    <a:pt x="112218" y="257104"/>
                    <a:pt x="107363" y="261629"/>
                    <a:pt x="111699" y="266272"/>
                  </a:cubicBezTo>
                  <a:cubicBezTo>
                    <a:pt x="112713" y="267356"/>
                    <a:pt x="121409" y="263679"/>
                    <a:pt x="124143" y="260238"/>
                  </a:cubicBezTo>
                  <a:cubicBezTo>
                    <a:pt x="133641" y="248266"/>
                    <a:pt x="142503" y="235727"/>
                    <a:pt x="150846" y="222906"/>
                  </a:cubicBezTo>
                  <a:cubicBezTo>
                    <a:pt x="161169" y="206998"/>
                    <a:pt x="172859" y="192432"/>
                    <a:pt x="187542" y="180365"/>
                  </a:cubicBezTo>
                  <a:cubicBezTo>
                    <a:pt x="215093" y="157716"/>
                    <a:pt x="247240" y="145767"/>
                    <a:pt x="282098" y="141171"/>
                  </a:cubicBezTo>
                  <a:cubicBezTo>
                    <a:pt x="295414" y="139404"/>
                    <a:pt x="309366" y="138697"/>
                    <a:pt x="322565" y="140606"/>
                  </a:cubicBezTo>
                  <a:cubicBezTo>
                    <a:pt x="341537" y="143340"/>
                    <a:pt x="353840" y="157716"/>
                    <a:pt x="365742" y="171410"/>
                  </a:cubicBezTo>
                  <a:cubicBezTo>
                    <a:pt x="370714" y="177113"/>
                    <a:pt x="374957" y="183641"/>
                    <a:pt x="378445" y="190382"/>
                  </a:cubicBezTo>
                  <a:cubicBezTo>
                    <a:pt x="381579" y="196415"/>
                    <a:pt x="378728" y="200163"/>
                    <a:pt x="371964" y="199361"/>
                  </a:cubicBezTo>
                  <a:cubicBezTo>
                    <a:pt x="366920" y="198749"/>
                    <a:pt x="361688" y="197405"/>
                    <a:pt x="357163" y="195119"/>
                  </a:cubicBezTo>
                  <a:cubicBezTo>
                    <a:pt x="346368" y="189698"/>
                    <a:pt x="335881" y="183594"/>
                    <a:pt x="325346" y="177679"/>
                  </a:cubicBezTo>
                  <a:cubicBezTo>
                    <a:pt x="304417" y="165895"/>
                    <a:pt x="281980" y="162548"/>
                    <a:pt x="258695" y="167049"/>
                  </a:cubicBezTo>
                  <a:cubicBezTo>
                    <a:pt x="214127" y="175699"/>
                    <a:pt x="186953" y="205230"/>
                    <a:pt x="168711" y="244589"/>
                  </a:cubicBezTo>
                  <a:cubicBezTo>
                    <a:pt x="167014" y="248242"/>
                    <a:pt x="168334" y="253191"/>
                    <a:pt x="167415" y="257339"/>
                  </a:cubicBezTo>
                  <a:cubicBezTo>
                    <a:pt x="166543" y="261252"/>
                    <a:pt x="165671" y="266696"/>
                    <a:pt x="162913" y="268393"/>
                  </a:cubicBezTo>
                  <a:cubicBezTo>
                    <a:pt x="155348" y="273012"/>
                    <a:pt x="150611" y="279564"/>
                    <a:pt x="148372" y="287389"/>
                  </a:cubicBezTo>
                  <a:cubicBezTo>
                    <a:pt x="144153" y="302048"/>
                    <a:pt x="140406" y="316920"/>
                    <a:pt x="137954" y="331956"/>
                  </a:cubicBezTo>
                  <a:cubicBezTo>
                    <a:pt x="136658" y="339781"/>
                    <a:pt x="137695" y="348289"/>
                    <a:pt x="139180" y="356185"/>
                  </a:cubicBezTo>
                  <a:cubicBezTo>
                    <a:pt x="140476" y="363043"/>
                    <a:pt x="146203" y="364575"/>
                    <a:pt x="150469" y="359131"/>
                  </a:cubicBezTo>
                  <a:cubicBezTo>
                    <a:pt x="154217" y="354323"/>
                    <a:pt x="156668" y="348077"/>
                    <a:pt x="158247" y="342091"/>
                  </a:cubicBezTo>
                  <a:cubicBezTo>
                    <a:pt x="160368" y="334054"/>
                    <a:pt x="160627" y="325522"/>
                    <a:pt x="162583" y="317415"/>
                  </a:cubicBezTo>
                  <a:cubicBezTo>
                    <a:pt x="163809" y="312277"/>
                    <a:pt x="166849" y="307328"/>
                    <a:pt x="173472" y="308695"/>
                  </a:cubicBezTo>
                  <a:cubicBezTo>
                    <a:pt x="179835" y="310014"/>
                    <a:pt x="180542" y="315482"/>
                    <a:pt x="180754" y="320903"/>
                  </a:cubicBezTo>
                  <a:cubicBezTo>
                    <a:pt x="181202" y="333535"/>
                    <a:pt x="176159" y="344471"/>
                    <a:pt x="170267" y="355171"/>
                  </a:cubicBezTo>
                  <a:cubicBezTo>
                    <a:pt x="162866" y="368605"/>
                    <a:pt x="163667" y="373696"/>
                    <a:pt x="174957" y="384184"/>
                  </a:cubicBezTo>
                  <a:cubicBezTo>
                    <a:pt x="180377" y="389227"/>
                    <a:pt x="182286" y="395072"/>
                    <a:pt x="179552" y="402237"/>
                  </a:cubicBezTo>
                  <a:cubicBezTo>
                    <a:pt x="177879" y="406621"/>
                    <a:pt x="173684" y="411923"/>
                    <a:pt x="180142" y="415152"/>
                  </a:cubicBezTo>
                  <a:cubicBezTo>
                    <a:pt x="186835" y="418499"/>
                    <a:pt x="188815" y="411782"/>
                    <a:pt x="191596" y="407705"/>
                  </a:cubicBezTo>
                  <a:cubicBezTo>
                    <a:pt x="192680" y="406102"/>
                    <a:pt x="193505" y="404217"/>
                    <a:pt x="194023" y="402331"/>
                  </a:cubicBezTo>
                  <a:cubicBezTo>
                    <a:pt x="197559" y="389510"/>
                    <a:pt x="200929" y="376665"/>
                    <a:pt x="204464" y="363844"/>
                  </a:cubicBezTo>
                  <a:cubicBezTo>
                    <a:pt x="208306" y="349845"/>
                    <a:pt x="211864" y="335751"/>
                    <a:pt x="216319" y="321963"/>
                  </a:cubicBezTo>
                  <a:cubicBezTo>
                    <a:pt x="218581" y="314940"/>
                    <a:pt x="222235" y="308459"/>
                    <a:pt x="231190" y="307045"/>
                  </a:cubicBezTo>
                  <a:cubicBezTo>
                    <a:pt x="232934" y="306762"/>
                    <a:pt x="234679" y="301883"/>
                    <a:pt x="235056" y="298937"/>
                  </a:cubicBezTo>
                  <a:cubicBezTo>
                    <a:pt x="235315" y="296840"/>
                    <a:pt x="233264" y="294459"/>
                    <a:pt x="232322" y="292173"/>
                  </a:cubicBezTo>
                  <a:cubicBezTo>
                    <a:pt x="228999" y="283971"/>
                    <a:pt x="231261" y="280837"/>
                    <a:pt x="239769" y="281897"/>
                  </a:cubicBezTo>
                  <a:cubicBezTo>
                    <a:pt x="255489" y="283877"/>
                    <a:pt x="266048" y="293988"/>
                    <a:pt x="275357" y="305442"/>
                  </a:cubicBezTo>
                  <a:cubicBezTo>
                    <a:pt x="292963" y="327078"/>
                    <a:pt x="303498" y="352343"/>
                    <a:pt x="310851" y="378951"/>
                  </a:cubicBezTo>
                  <a:cubicBezTo>
                    <a:pt x="321528" y="417533"/>
                    <a:pt x="324921" y="456515"/>
                    <a:pt x="317639" y="496321"/>
                  </a:cubicBezTo>
                  <a:cubicBezTo>
                    <a:pt x="312831" y="522529"/>
                    <a:pt x="308966" y="548949"/>
                    <a:pt x="305831" y="575416"/>
                  </a:cubicBezTo>
                  <a:cubicBezTo>
                    <a:pt x="304016" y="590783"/>
                    <a:pt x="300740" y="597948"/>
                    <a:pt x="285751" y="601719"/>
                  </a:cubicBezTo>
                  <a:cubicBezTo>
                    <a:pt x="252850" y="610038"/>
                    <a:pt x="222140" y="607233"/>
                    <a:pt x="196474" y="581662"/>
                  </a:cubicBezTo>
                  <a:cubicBezTo>
                    <a:pt x="186458" y="571693"/>
                    <a:pt x="174391" y="567167"/>
                    <a:pt x="159920" y="571669"/>
                  </a:cubicBezTo>
                  <a:cubicBezTo>
                    <a:pt x="156785" y="572659"/>
                    <a:pt x="151553" y="572847"/>
                    <a:pt x="149880" y="571009"/>
                  </a:cubicBezTo>
                  <a:cubicBezTo>
                    <a:pt x="148136" y="569100"/>
                    <a:pt x="149385" y="564316"/>
                    <a:pt x="149550" y="560804"/>
                  </a:cubicBezTo>
                  <a:cubicBezTo>
                    <a:pt x="149880" y="553569"/>
                    <a:pt x="151553" y="546168"/>
                    <a:pt x="150446" y="539192"/>
                  </a:cubicBezTo>
                  <a:cubicBezTo>
                    <a:pt x="149456" y="532970"/>
                    <a:pt x="144648" y="528068"/>
                    <a:pt x="137177" y="528681"/>
                  </a:cubicBezTo>
                  <a:cubicBezTo>
                    <a:pt x="129894" y="529270"/>
                    <a:pt x="125652" y="534360"/>
                    <a:pt x="125322" y="540865"/>
                  </a:cubicBezTo>
                  <a:cubicBezTo>
                    <a:pt x="124968" y="547582"/>
                    <a:pt x="125840" y="554794"/>
                    <a:pt x="128079" y="561110"/>
                  </a:cubicBezTo>
                  <a:cubicBezTo>
                    <a:pt x="138402" y="590052"/>
                    <a:pt x="155018" y="615082"/>
                    <a:pt x="178185" y="635280"/>
                  </a:cubicBezTo>
                  <a:cubicBezTo>
                    <a:pt x="185327" y="641502"/>
                    <a:pt x="194212" y="645838"/>
                    <a:pt x="202649" y="650387"/>
                  </a:cubicBezTo>
                  <a:cubicBezTo>
                    <a:pt x="205242" y="651777"/>
                    <a:pt x="209036" y="650976"/>
                    <a:pt x="212289" y="651188"/>
                  </a:cubicBezTo>
                  <a:cubicBezTo>
                    <a:pt x="211181" y="647959"/>
                    <a:pt x="210992" y="643717"/>
                    <a:pt x="208777" y="641643"/>
                  </a:cubicBezTo>
                  <a:cubicBezTo>
                    <a:pt x="200717" y="634054"/>
                    <a:pt x="191666" y="627502"/>
                    <a:pt x="183606" y="619913"/>
                  </a:cubicBezTo>
                  <a:cubicBezTo>
                    <a:pt x="175781" y="612536"/>
                    <a:pt x="168287" y="604665"/>
                    <a:pt x="161570" y="596274"/>
                  </a:cubicBezTo>
                  <a:cubicBezTo>
                    <a:pt x="159684" y="593941"/>
                    <a:pt x="161028" y="589039"/>
                    <a:pt x="160886" y="585291"/>
                  </a:cubicBezTo>
                  <a:cubicBezTo>
                    <a:pt x="164304" y="585786"/>
                    <a:pt x="168357" y="585268"/>
                    <a:pt x="170997" y="586965"/>
                  </a:cubicBezTo>
                  <a:cubicBezTo>
                    <a:pt x="178233" y="591631"/>
                    <a:pt x="184455" y="597995"/>
                    <a:pt x="191879" y="602308"/>
                  </a:cubicBezTo>
                  <a:cubicBezTo>
                    <a:pt x="202225" y="608294"/>
                    <a:pt x="212854" y="614445"/>
                    <a:pt x="224167" y="617863"/>
                  </a:cubicBezTo>
                  <a:cubicBezTo>
                    <a:pt x="234891" y="621115"/>
                    <a:pt x="238968" y="625075"/>
                    <a:pt x="236163" y="636081"/>
                  </a:cubicBezTo>
                  <a:cubicBezTo>
                    <a:pt x="234702" y="641785"/>
                    <a:pt x="233052" y="647535"/>
                    <a:pt x="232605" y="653357"/>
                  </a:cubicBezTo>
                  <a:cubicBezTo>
                    <a:pt x="231827" y="663302"/>
                    <a:pt x="237530" y="668275"/>
                    <a:pt x="246887" y="664716"/>
                  </a:cubicBezTo>
                  <a:cubicBezTo>
                    <a:pt x="256432" y="661063"/>
                    <a:pt x="266095" y="656468"/>
                    <a:pt x="274014" y="650128"/>
                  </a:cubicBezTo>
                  <a:cubicBezTo>
                    <a:pt x="285963" y="640583"/>
                    <a:pt x="296215" y="628963"/>
                    <a:pt x="307575" y="618641"/>
                  </a:cubicBezTo>
                  <a:cubicBezTo>
                    <a:pt x="315282" y="611641"/>
                    <a:pt x="322470" y="603675"/>
                    <a:pt x="334113" y="600116"/>
                  </a:cubicBezTo>
                  <a:cubicBezTo>
                    <a:pt x="334113" y="603486"/>
                    <a:pt x="334467" y="605867"/>
                    <a:pt x="334066" y="608105"/>
                  </a:cubicBezTo>
                  <a:cubicBezTo>
                    <a:pt x="329140" y="635515"/>
                    <a:pt x="317026" y="659555"/>
                    <a:pt x="298761" y="680366"/>
                  </a:cubicBezTo>
                  <a:cubicBezTo>
                    <a:pt x="295815" y="683736"/>
                    <a:pt x="290582" y="686305"/>
                    <a:pt x="286104" y="686894"/>
                  </a:cubicBezTo>
                  <a:cubicBezTo>
                    <a:pt x="265034" y="689699"/>
                    <a:pt x="243894" y="692103"/>
                    <a:pt x="222706" y="693823"/>
                  </a:cubicBezTo>
                  <a:cubicBezTo>
                    <a:pt x="209767" y="694860"/>
                    <a:pt x="197111" y="692008"/>
                    <a:pt x="187778" y="682393"/>
                  </a:cubicBezTo>
                  <a:cubicBezTo>
                    <a:pt x="175404" y="669642"/>
                    <a:pt x="162913" y="656750"/>
                    <a:pt x="152472" y="642468"/>
                  </a:cubicBezTo>
                  <a:cubicBezTo>
                    <a:pt x="129800" y="611476"/>
                    <a:pt x="105006" y="581615"/>
                    <a:pt x="94777" y="543128"/>
                  </a:cubicBezTo>
                  <a:cubicBezTo>
                    <a:pt x="92303" y="533748"/>
                    <a:pt x="85986" y="525475"/>
                    <a:pt x="82357" y="516307"/>
                  </a:cubicBezTo>
                  <a:cubicBezTo>
                    <a:pt x="69559" y="484160"/>
                    <a:pt x="65953" y="450128"/>
                    <a:pt x="65105" y="416071"/>
                  </a:cubicBezTo>
                  <a:cubicBezTo>
                    <a:pt x="64351" y="386187"/>
                    <a:pt x="65906" y="356185"/>
                    <a:pt x="67792" y="326324"/>
                  </a:cubicBezTo>
                  <a:cubicBezTo>
                    <a:pt x="70149" y="288897"/>
                    <a:pt x="79882" y="253356"/>
                    <a:pt x="99043" y="220761"/>
                  </a:cubicBezTo>
                  <a:cubicBezTo>
                    <a:pt x="136870" y="156420"/>
                    <a:pt x="188697" y="110438"/>
                    <a:pt x="264304" y="96957"/>
                  </a:cubicBezTo>
                  <a:cubicBezTo>
                    <a:pt x="303168" y="90028"/>
                    <a:pt x="339840" y="95001"/>
                    <a:pt x="372364" y="120502"/>
                  </a:cubicBezTo>
                  <a:cubicBezTo>
                    <a:pt x="419666" y="157575"/>
                    <a:pt x="458223" y="202143"/>
                    <a:pt x="485586" y="255407"/>
                  </a:cubicBezTo>
                  <a:cubicBezTo>
                    <a:pt x="521716" y="325711"/>
                    <a:pt x="551577" y="398867"/>
                    <a:pt x="576866" y="473790"/>
                  </a:cubicBezTo>
                  <a:cubicBezTo>
                    <a:pt x="583795" y="494318"/>
                    <a:pt x="590300" y="514964"/>
                    <a:pt x="591502" y="537047"/>
                  </a:cubicBezTo>
                  <a:cubicBezTo>
                    <a:pt x="592162" y="549303"/>
                    <a:pt x="596145" y="561110"/>
                    <a:pt x="603498" y="571622"/>
                  </a:cubicBezTo>
                  <a:cubicBezTo>
                    <a:pt x="607952" y="578009"/>
                    <a:pt x="612218" y="584985"/>
                    <a:pt x="614528" y="592338"/>
                  </a:cubicBezTo>
                  <a:cubicBezTo>
                    <a:pt x="626265" y="629741"/>
                    <a:pt x="629659" y="668346"/>
                    <a:pt x="628858" y="707328"/>
                  </a:cubicBezTo>
                  <a:cubicBezTo>
                    <a:pt x="628693" y="715883"/>
                    <a:pt x="626925" y="724509"/>
                    <a:pt x="624851" y="732852"/>
                  </a:cubicBezTo>
                  <a:cubicBezTo>
                    <a:pt x="624144" y="735657"/>
                    <a:pt x="619053" y="740088"/>
                    <a:pt x="617945" y="739569"/>
                  </a:cubicBezTo>
                  <a:cubicBezTo>
                    <a:pt x="614387" y="737872"/>
                    <a:pt x="610380" y="734738"/>
                    <a:pt x="609178" y="731226"/>
                  </a:cubicBezTo>
                  <a:cubicBezTo>
                    <a:pt x="607858" y="727384"/>
                    <a:pt x="609272" y="722506"/>
                    <a:pt x="609862" y="718122"/>
                  </a:cubicBezTo>
                  <a:cubicBezTo>
                    <a:pt x="610828" y="711052"/>
                    <a:pt x="612996" y="704028"/>
                    <a:pt x="612925" y="697005"/>
                  </a:cubicBezTo>
                  <a:cubicBezTo>
                    <a:pt x="612878" y="693493"/>
                    <a:pt x="609461" y="687648"/>
                    <a:pt x="606798" y="687153"/>
                  </a:cubicBezTo>
                  <a:cubicBezTo>
                    <a:pt x="603757" y="686588"/>
                    <a:pt x="598077" y="690052"/>
                    <a:pt x="596640" y="693163"/>
                  </a:cubicBezTo>
                  <a:cubicBezTo>
                    <a:pt x="593647" y="699739"/>
                    <a:pt x="591903" y="707139"/>
                    <a:pt x="591054" y="714375"/>
                  </a:cubicBezTo>
                  <a:cubicBezTo>
                    <a:pt x="587896" y="741360"/>
                    <a:pt x="585256" y="768417"/>
                    <a:pt x="582522" y="795473"/>
                  </a:cubicBezTo>
                  <a:cubicBezTo>
                    <a:pt x="581132" y="809213"/>
                    <a:pt x="579458" y="822977"/>
                    <a:pt x="579011" y="836741"/>
                  </a:cubicBezTo>
                  <a:cubicBezTo>
                    <a:pt x="578775" y="844189"/>
                    <a:pt x="581910" y="845508"/>
                    <a:pt x="588414" y="842586"/>
                  </a:cubicBezTo>
                  <a:cubicBezTo>
                    <a:pt x="599232" y="837731"/>
                    <a:pt x="601353" y="839051"/>
                    <a:pt x="601542" y="850788"/>
                  </a:cubicBezTo>
                  <a:cubicBezTo>
                    <a:pt x="601565" y="852273"/>
                    <a:pt x="601542" y="853757"/>
                    <a:pt x="601448" y="855242"/>
                  </a:cubicBezTo>
                  <a:cubicBezTo>
                    <a:pt x="599091" y="895025"/>
                    <a:pt x="587542" y="932357"/>
                    <a:pt x="570668" y="968134"/>
                  </a:cubicBezTo>
                  <a:cubicBezTo>
                    <a:pt x="561594" y="987366"/>
                    <a:pt x="551931" y="1006385"/>
                    <a:pt x="533877" y="1019395"/>
                  </a:cubicBezTo>
                  <a:cubicBezTo>
                    <a:pt x="529211" y="1022742"/>
                    <a:pt x="527420" y="1027927"/>
                    <a:pt x="529517" y="1033960"/>
                  </a:cubicBezTo>
                  <a:cubicBezTo>
                    <a:pt x="531803" y="1040536"/>
                    <a:pt x="536446" y="1044307"/>
                    <a:pt x="543140" y="1044754"/>
                  </a:cubicBezTo>
                  <a:cubicBezTo>
                    <a:pt x="547523" y="1045061"/>
                    <a:pt x="551978" y="1043977"/>
                    <a:pt x="557281" y="1043435"/>
                  </a:cubicBezTo>
                  <a:cubicBezTo>
                    <a:pt x="555230" y="1045956"/>
                    <a:pt x="553934" y="1048078"/>
                    <a:pt x="552143" y="1049680"/>
                  </a:cubicBezTo>
                  <a:cubicBezTo>
                    <a:pt x="535409" y="1064764"/>
                    <a:pt x="519029" y="1080248"/>
                    <a:pt x="501683" y="1094578"/>
                  </a:cubicBezTo>
                  <a:cubicBezTo>
                    <a:pt x="492044" y="1102544"/>
                    <a:pt x="480825" y="1108648"/>
                    <a:pt x="470125" y="1115271"/>
                  </a:cubicBezTo>
                  <a:cubicBezTo>
                    <a:pt x="467745" y="1116732"/>
                    <a:pt x="464563" y="1116897"/>
                    <a:pt x="459590" y="1118264"/>
                  </a:cubicBezTo>
                  <a:cubicBezTo>
                    <a:pt x="461546" y="1114139"/>
                    <a:pt x="462018" y="1111830"/>
                    <a:pt x="463408" y="1110463"/>
                  </a:cubicBezTo>
                  <a:cubicBezTo>
                    <a:pt x="469183" y="1104712"/>
                    <a:pt x="475240" y="1099244"/>
                    <a:pt x="481155" y="1093635"/>
                  </a:cubicBezTo>
                  <a:cubicBezTo>
                    <a:pt x="493340" y="1082087"/>
                    <a:pt x="505878" y="1070868"/>
                    <a:pt x="517474" y="1058777"/>
                  </a:cubicBezTo>
                  <a:cubicBezTo>
                    <a:pt x="520538" y="1055596"/>
                    <a:pt x="520797" y="1049704"/>
                    <a:pt x="522353" y="1045061"/>
                  </a:cubicBezTo>
                  <a:cubicBezTo>
                    <a:pt x="517875" y="1046451"/>
                    <a:pt x="512595" y="1046758"/>
                    <a:pt x="509060" y="1049397"/>
                  </a:cubicBezTo>
                  <a:cubicBezTo>
                    <a:pt x="498596" y="1057269"/>
                    <a:pt x="488768" y="1065989"/>
                    <a:pt x="478775" y="1074497"/>
                  </a:cubicBezTo>
                  <a:cubicBezTo>
                    <a:pt x="465011" y="1086235"/>
                    <a:pt x="451153" y="1097830"/>
                    <a:pt x="433430" y="1103298"/>
                  </a:cubicBezTo>
                  <a:cubicBezTo>
                    <a:pt x="424851" y="1105938"/>
                    <a:pt x="419524" y="1104311"/>
                    <a:pt x="416743" y="1098514"/>
                  </a:cubicBezTo>
                  <a:cubicBezTo>
                    <a:pt x="413868" y="1092551"/>
                    <a:pt x="415824" y="1087908"/>
                    <a:pt x="423554" y="1082699"/>
                  </a:cubicBezTo>
                  <a:cubicBezTo>
                    <a:pt x="425393" y="1081474"/>
                    <a:pt x="427325" y="1080248"/>
                    <a:pt x="429376" y="1079470"/>
                  </a:cubicBezTo>
                  <a:cubicBezTo>
                    <a:pt x="437908" y="1076265"/>
                    <a:pt x="446722" y="1073743"/>
                    <a:pt x="455018" y="1070043"/>
                  </a:cubicBezTo>
                  <a:cubicBezTo>
                    <a:pt x="463291" y="1066366"/>
                    <a:pt x="471374" y="1062101"/>
                    <a:pt x="478916" y="1057104"/>
                  </a:cubicBezTo>
                  <a:cubicBezTo>
                    <a:pt x="483465" y="1054087"/>
                    <a:pt x="484101" y="1044896"/>
                    <a:pt x="480990" y="1040866"/>
                  </a:cubicBezTo>
                  <a:cubicBezTo>
                    <a:pt x="477361" y="1036199"/>
                    <a:pt x="473024" y="1039004"/>
                    <a:pt x="468947" y="1040276"/>
                  </a:cubicBezTo>
                  <a:cubicBezTo>
                    <a:pt x="467533" y="1040724"/>
                    <a:pt x="466072" y="1041125"/>
                    <a:pt x="464822" y="1041879"/>
                  </a:cubicBezTo>
                  <a:cubicBezTo>
                    <a:pt x="447217" y="1052367"/>
                    <a:pt x="429093" y="1062124"/>
                    <a:pt x="412195" y="1073649"/>
                  </a:cubicBezTo>
                  <a:cubicBezTo>
                    <a:pt x="394212" y="1085905"/>
                    <a:pt x="395414" y="1097759"/>
                    <a:pt x="414316" y="1109025"/>
                  </a:cubicBezTo>
                  <a:cubicBezTo>
                    <a:pt x="423130" y="1114281"/>
                    <a:pt x="432345" y="1118052"/>
                    <a:pt x="442928" y="1118028"/>
                  </a:cubicBezTo>
                  <a:cubicBezTo>
                    <a:pt x="445826" y="1118028"/>
                    <a:pt x="450092" y="1119136"/>
                    <a:pt x="451271" y="1121186"/>
                  </a:cubicBezTo>
                  <a:cubicBezTo>
                    <a:pt x="452308" y="1122977"/>
                    <a:pt x="450517" y="1127149"/>
                    <a:pt x="448914" y="1129576"/>
                  </a:cubicBezTo>
                  <a:cubicBezTo>
                    <a:pt x="445096" y="1135351"/>
                    <a:pt x="440594" y="1140654"/>
                    <a:pt x="436517" y="1146263"/>
                  </a:cubicBezTo>
                  <a:cubicBezTo>
                    <a:pt x="435079" y="1148243"/>
                    <a:pt x="434160" y="1150576"/>
                    <a:pt x="432157" y="1154323"/>
                  </a:cubicBezTo>
                  <a:cubicBezTo>
                    <a:pt x="436682" y="1153498"/>
                    <a:pt x="439487" y="1153522"/>
                    <a:pt x="441820" y="1152485"/>
                  </a:cubicBezTo>
                  <a:cubicBezTo>
                    <a:pt x="453321" y="1147465"/>
                    <a:pt x="465223" y="1143058"/>
                    <a:pt x="476065" y="1136835"/>
                  </a:cubicBezTo>
                  <a:cubicBezTo>
                    <a:pt x="513727" y="1115247"/>
                    <a:pt x="548867" y="1090076"/>
                    <a:pt x="581415" y="1061229"/>
                  </a:cubicBezTo>
                  <a:cubicBezTo>
                    <a:pt x="591313" y="1052438"/>
                    <a:pt x="592327" y="1042727"/>
                    <a:pt x="588721" y="1031179"/>
                  </a:cubicBezTo>
                  <a:cubicBezTo>
                    <a:pt x="586364" y="1023684"/>
                    <a:pt x="580637" y="1017722"/>
                    <a:pt x="572152" y="1020903"/>
                  </a:cubicBezTo>
                  <a:cubicBezTo>
                    <a:pt x="570809" y="1021422"/>
                    <a:pt x="568994" y="1020715"/>
                    <a:pt x="566048" y="1020432"/>
                  </a:cubicBezTo>
                  <a:cubicBezTo>
                    <a:pt x="568216" y="1016378"/>
                    <a:pt x="569913" y="1013173"/>
                    <a:pt x="571634" y="1010015"/>
                  </a:cubicBezTo>
                  <a:cubicBezTo>
                    <a:pt x="575523" y="1002874"/>
                    <a:pt x="580142" y="996015"/>
                    <a:pt x="583206" y="988544"/>
                  </a:cubicBezTo>
                  <a:cubicBezTo>
                    <a:pt x="603310" y="939546"/>
                    <a:pt x="617498" y="888756"/>
                    <a:pt x="627821" y="836859"/>
                  </a:cubicBezTo>
                  <a:cubicBezTo>
                    <a:pt x="630625" y="822812"/>
                    <a:pt x="633359" y="808553"/>
                    <a:pt x="629329" y="794271"/>
                  </a:cubicBezTo>
                  <a:cubicBezTo>
                    <a:pt x="627326" y="787177"/>
                    <a:pt x="624191" y="781096"/>
                    <a:pt x="615306" y="780059"/>
                  </a:cubicBezTo>
                  <a:cubicBezTo>
                    <a:pt x="608518" y="779258"/>
                    <a:pt x="603687" y="772400"/>
                    <a:pt x="604323" y="766296"/>
                  </a:cubicBezTo>
                  <a:cubicBezTo>
                    <a:pt x="604936" y="760356"/>
                    <a:pt x="610168" y="756043"/>
                    <a:pt x="617922" y="756633"/>
                  </a:cubicBezTo>
                  <a:cubicBezTo>
                    <a:pt x="625134" y="757175"/>
                    <a:pt x="628386" y="753687"/>
                    <a:pt x="630319" y="747700"/>
                  </a:cubicBezTo>
                  <a:cubicBezTo>
                    <a:pt x="631144" y="745131"/>
                    <a:pt x="632086" y="742539"/>
                    <a:pt x="632558" y="739899"/>
                  </a:cubicBezTo>
                  <a:cubicBezTo>
                    <a:pt x="641679" y="688285"/>
                    <a:pt x="639463" y="636977"/>
                    <a:pt x="628127" y="585951"/>
                  </a:cubicBezTo>
                  <a:cubicBezTo>
                    <a:pt x="625770" y="575322"/>
                    <a:pt x="621457" y="565871"/>
                    <a:pt x="611629" y="559744"/>
                  </a:cubicBezTo>
                  <a:cubicBezTo>
                    <a:pt x="609249" y="558259"/>
                    <a:pt x="607175" y="555548"/>
                    <a:pt x="606114" y="552956"/>
                  </a:cubicBezTo>
                  <a:cubicBezTo>
                    <a:pt x="605219" y="550740"/>
                    <a:pt x="605030" y="547134"/>
                    <a:pt x="606303" y="545485"/>
                  </a:cubicBezTo>
                  <a:cubicBezTo>
                    <a:pt x="607505" y="543906"/>
                    <a:pt x="611441" y="542916"/>
                    <a:pt x="613350" y="543693"/>
                  </a:cubicBezTo>
                  <a:cubicBezTo>
                    <a:pt x="618982" y="545980"/>
                    <a:pt x="624709" y="548596"/>
                    <a:pt x="629541" y="552249"/>
                  </a:cubicBezTo>
                  <a:cubicBezTo>
                    <a:pt x="649857" y="567615"/>
                    <a:pt x="657045" y="589793"/>
                    <a:pt x="659096" y="613785"/>
                  </a:cubicBezTo>
                  <a:cubicBezTo>
                    <a:pt x="660910" y="634973"/>
                    <a:pt x="660816" y="656326"/>
                    <a:pt x="662466" y="677538"/>
                  </a:cubicBezTo>
                  <a:cubicBezTo>
                    <a:pt x="662961" y="683830"/>
                    <a:pt x="665341" y="690618"/>
                    <a:pt x="668806" y="695897"/>
                  </a:cubicBezTo>
                  <a:cubicBezTo>
                    <a:pt x="672765" y="701931"/>
                    <a:pt x="678634" y="700469"/>
                    <a:pt x="680778" y="693493"/>
                  </a:cubicBezTo>
                  <a:cubicBezTo>
                    <a:pt x="682145" y="689062"/>
                    <a:pt x="683229" y="684207"/>
                    <a:pt x="682876" y="679659"/>
                  </a:cubicBezTo>
                  <a:cubicBezTo>
                    <a:pt x="681203" y="658000"/>
                    <a:pt x="680142" y="636199"/>
                    <a:pt x="676654" y="614799"/>
                  </a:cubicBezTo>
                  <a:cubicBezTo>
                    <a:pt x="671870" y="585456"/>
                    <a:pt x="659143" y="559861"/>
                    <a:pt x="635009" y="540983"/>
                  </a:cubicBezTo>
                  <a:cubicBezTo>
                    <a:pt x="630743" y="537660"/>
                    <a:pt x="626925" y="533630"/>
                    <a:pt x="623460" y="529435"/>
                  </a:cubicBezTo>
                  <a:cubicBezTo>
                    <a:pt x="614457" y="518523"/>
                    <a:pt x="606421" y="507281"/>
                    <a:pt x="604040" y="492574"/>
                  </a:cubicBezTo>
                  <a:cubicBezTo>
                    <a:pt x="601778" y="478527"/>
                    <a:pt x="599350" y="464174"/>
                    <a:pt x="594330" y="451000"/>
                  </a:cubicBezTo>
                  <a:cubicBezTo>
                    <a:pt x="587212" y="432357"/>
                    <a:pt x="577455" y="414752"/>
                    <a:pt x="569112" y="396581"/>
                  </a:cubicBezTo>
                  <a:cubicBezTo>
                    <a:pt x="556055" y="368087"/>
                    <a:pt x="542833" y="339593"/>
                    <a:pt x="535268" y="309001"/>
                  </a:cubicBezTo>
                  <a:cubicBezTo>
                    <a:pt x="532086" y="296156"/>
                    <a:pt x="529989" y="282864"/>
                    <a:pt x="536399" y="270561"/>
                  </a:cubicBezTo>
                  <a:cubicBezTo>
                    <a:pt x="539298" y="264999"/>
                    <a:pt x="544436" y="258188"/>
                    <a:pt x="549645" y="257104"/>
                  </a:cubicBezTo>
                  <a:cubicBezTo>
                    <a:pt x="553345" y="256326"/>
                    <a:pt x="560085" y="263373"/>
                    <a:pt x="563338" y="268322"/>
                  </a:cubicBezTo>
                  <a:cubicBezTo>
                    <a:pt x="579341" y="292668"/>
                    <a:pt x="589993" y="319442"/>
                    <a:pt x="596899" y="347700"/>
                  </a:cubicBezTo>
                  <a:cubicBezTo>
                    <a:pt x="597653" y="350787"/>
                    <a:pt x="597936" y="353993"/>
                    <a:pt x="598431" y="357151"/>
                  </a:cubicBezTo>
                  <a:cubicBezTo>
                    <a:pt x="597512" y="357575"/>
                    <a:pt x="596593" y="357999"/>
                    <a:pt x="595673" y="358447"/>
                  </a:cubicBezTo>
                  <a:cubicBezTo>
                    <a:pt x="577879" y="333535"/>
                    <a:pt x="560062" y="308647"/>
                    <a:pt x="542268" y="283736"/>
                  </a:cubicBezTo>
                  <a:cubicBezTo>
                    <a:pt x="542126" y="286753"/>
                    <a:pt x="542881" y="289274"/>
                    <a:pt x="543941" y="291655"/>
                  </a:cubicBezTo>
                  <a:cubicBezTo>
                    <a:pt x="561641" y="330802"/>
                    <a:pt x="579694" y="369783"/>
                    <a:pt x="596993" y="409095"/>
                  </a:cubicBezTo>
                  <a:cubicBezTo>
                    <a:pt x="606515" y="430731"/>
                    <a:pt x="615188" y="452649"/>
                    <a:pt x="618440" y="476524"/>
                  </a:cubicBezTo>
                  <a:cubicBezTo>
                    <a:pt x="620891" y="494389"/>
                    <a:pt x="631733" y="507658"/>
                    <a:pt x="647194" y="516779"/>
                  </a:cubicBezTo>
                  <a:cubicBezTo>
                    <a:pt x="649621" y="518216"/>
                    <a:pt x="653675" y="518782"/>
                    <a:pt x="656055" y="517674"/>
                  </a:cubicBezTo>
                  <a:cubicBezTo>
                    <a:pt x="657540" y="516991"/>
                    <a:pt x="658059" y="512324"/>
                    <a:pt x="657611" y="509708"/>
                  </a:cubicBezTo>
                  <a:cubicBezTo>
                    <a:pt x="656126" y="500917"/>
                    <a:pt x="650493" y="494766"/>
                    <a:pt x="643588" y="489534"/>
                  </a:cubicBezTo>
                  <a:cubicBezTo>
                    <a:pt x="635810" y="483618"/>
                    <a:pt x="632605" y="475982"/>
                    <a:pt x="634679" y="466107"/>
                  </a:cubicBezTo>
                  <a:cubicBezTo>
                    <a:pt x="635480" y="462289"/>
                    <a:pt x="635763" y="458117"/>
                    <a:pt x="635103" y="454323"/>
                  </a:cubicBezTo>
                  <a:cubicBezTo>
                    <a:pt x="632133" y="437047"/>
                    <a:pt x="629682" y="419607"/>
                    <a:pt x="625346" y="402661"/>
                  </a:cubicBezTo>
                  <a:cubicBezTo>
                    <a:pt x="614481" y="360120"/>
                    <a:pt x="602932" y="317768"/>
                    <a:pt x="591101" y="275487"/>
                  </a:cubicBezTo>
                  <a:cubicBezTo>
                    <a:pt x="588744" y="267097"/>
                    <a:pt x="585351" y="258353"/>
                    <a:pt x="580118" y="251518"/>
                  </a:cubicBezTo>
                  <a:cubicBezTo>
                    <a:pt x="562560" y="228539"/>
                    <a:pt x="543588" y="206620"/>
                    <a:pt x="525864" y="183759"/>
                  </a:cubicBezTo>
                  <a:cubicBezTo>
                    <a:pt x="515188" y="169972"/>
                    <a:pt x="505902" y="155124"/>
                    <a:pt x="495720" y="140936"/>
                  </a:cubicBezTo>
                  <a:cubicBezTo>
                    <a:pt x="493976" y="138485"/>
                    <a:pt x="491195" y="136010"/>
                    <a:pt x="488414" y="135256"/>
                  </a:cubicBezTo>
                  <a:cubicBezTo>
                    <a:pt x="482263" y="133583"/>
                    <a:pt x="475805" y="133205"/>
                    <a:pt x="469536" y="131933"/>
                  </a:cubicBezTo>
                  <a:cubicBezTo>
                    <a:pt x="464681" y="130966"/>
                    <a:pt x="458671" y="129859"/>
                    <a:pt x="460698" y="122953"/>
                  </a:cubicBezTo>
                  <a:cubicBezTo>
                    <a:pt x="462324" y="117344"/>
                    <a:pt x="460250" y="113385"/>
                    <a:pt x="456833" y="110344"/>
                  </a:cubicBezTo>
                  <a:cubicBezTo>
                    <a:pt x="448160" y="102661"/>
                    <a:pt x="439133" y="95402"/>
                    <a:pt x="429942" y="88355"/>
                  </a:cubicBezTo>
                  <a:cubicBezTo>
                    <a:pt x="420726" y="81308"/>
                    <a:pt x="410804" y="75133"/>
                    <a:pt x="401942" y="67709"/>
                  </a:cubicBezTo>
                  <a:cubicBezTo>
                    <a:pt x="398596" y="64905"/>
                    <a:pt x="397370" y="59602"/>
                    <a:pt x="395178" y="55430"/>
                  </a:cubicBezTo>
                  <a:cubicBezTo>
                    <a:pt x="400057" y="55077"/>
                    <a:pt x="405289" y="53427"/>
                    <a:pt x="409767" y="54582"/>
                  </a:cubicBezTo>
                  <a:cubicBezTo>
                    <a:pt x="428032" y="59272"/>
                    <a:pt x="443941" y="68652"/>
                    <a:pt x="457941" y="81261"/>
                  </a:cubicBezTo>
                  <a:cubicBezTo>
                    <a:pt x="501801" y="120785"/>
                    <a:pt x="538167" y="166790"/>
                    <a:pt x="572223" y="214681"/>
                  </a:cubicBezTo>
                  <a:cubicBezTo>
                    <a:pt x="591030" y="241101"/>
                    <a:pt x="608117" y="268416"/>
                    <a:pt x="616649" y="300422"/>
                  </a:cubicBezTo>
                  <a:cubicBezTo>
                    <a:pt x="619124" y="309684"/>
                    <a:pt x="624238" y="318947"/>
                    <a:pt x="630366" y="326347"/>
                  </a:cubicBezTo>
                  <a:cubicBezTo>
                    <a:pt x="636187" y="333370"/>
                    <a:pt x="640100" y="340582"/>
                    <a:pt x="641349" y="349232"/>
                  </a:cubicBezTo>
                  <a:cubicBezTo>
                    <a:pt x="642833" y="359484"/>
                    <a:pt x="643305" y="369878"/>
                    <a:pt x="644601" y="380153"/>
                  </a:cubicBezTo>
                  <a:cubicBezTo>
                    <a:pt x="646251" y="393092"/>
                    <a:pt x="647901" y="406055"/>
                    <a:pt x="650375" y="418829"/>
                  </a:cubicBezTo>
                  <a:cubicBezTo>
                    <a:pt x="651436" y="424368"/>
                    <a:pt x="654405" y="429058"/>
                    <a:pt x="661594" y="429906"/>
                  </a:cubicBezTo>
                  <a:cubicBezTo>
                    <a:pt x="666520" y="430472"/>
                    <a:pt x="669041" y="434148"/>
                    <a:pt x="666920" y="439852"/>
                  </a:cubicBezTo>
                  <a:cubicBezTo>
                    <a:pt x="665765" y="443010"/>
                    <a:pt x="664846" y="446687"/>
                    <a:pt x="665294" y="449915"/>
                  </a:cubicBezTo>
                  <a:cubicBezTo>
                    <a:pt x="668971" y="476524"/>
                    <a:pt x="671799" y="503368"/>
                    <a:pt x="677243" y="529623"/>
                  </a:cubicBezTo>
                  <a:cubicBezTo>
                    <a:pt x="683371" y="559272"/>
                    <a:pt x="691879" y="588450"/>
                    <a:pt x="699609" y="617769"/>
                  </a:cubicBezTo>
                  <a:cubicBezTo>
                    <a:pt x="700529" y="621233"/>
                    <a:pt x="702980" y="624273"/>
                    <a:pt x="704724" y="627526"/>
                  </a:cubicBezTo>
                  <a:cubicBezTo>
                    <a:pt x="707151" y="624792"/>
                    <a:pt x="708000" y="622765"/>
                    <a:pt x="708353" y="620644"/>
                  </a:cubicBezTo>
                  <a:cubicBezTo>
                    <a:pt x="711676" y="600092"/>
                    <a:pt x="710097" y="579635"/>
                    <a:pt x="705973" y="559437"/>
                  </a:cubicBezTo>
                  <a:cubicBezTo>
                    <a:pt x="702673" y="543269"/>
                    <a:pt x="697960" y="527408"/>
                    <a:pt x="694731" y="511216"/>
                  </a:cubicBezTo>
                  <a:cubicBezTo>
                    <a:pt x="693906" y="507021"/>
                    <a:pt x="696239" y="502213"/>
                    <a:pt x="697135" y="497665"/>
                  </a:cubicBezTo>
                  <a:cubicBezTo>
                    <a:pt x="700387" y="500658"/>
                    <a:pt x="705172" y="503038"/>
                    <a:pt x="706586" y="506738"/>
                  </a:cubicBezTo>
                  <a:cubicBezTo>
                    <a:pt x="712006" y="520714"/>
                    <a:pt x="717168" y="534903"/>
                    <a:pt x="720939" y="549373"/>
                  </a:cubicBezTo>
                  <a:cubicBezTo>
                    <a:pt x="731002" y="588143"/>
                    <a:pt x="738662" y="627266"/>
                    <a:pt x="740029" y="667592"/>
                  </a:cubicBezTo>
                  <a:cubicBezTo>
                    <a:pt x="740760" y="689487"/>
                    <a:pt x="743871" y="711382"/>
                    <a:pt x="747288" y="733064"/>
                  </a:cubicBezTo>
                  <a:cubicBezTo>
                    <a:pt x="748584" y="741243"/>
                    <a:pt x="751907" y="750717"/>
                    <a:pt x="757587" y="756208"/>
                  </a:cubicBezTo>
                  <a:cubicBezTo>
                    <a:pt x="765129" y="763491"/>
                    <a:pt x="767604" y="771598"/>
                    <a:pt x="767510" y="780578"/>
                  </a:cubicBezTo>
                  <a:cubicBezTo>
                    <a:pt x="767297" y="800587"/>
                    <a:pt x="766732" y="820667"/>
                    <a:pt x="764728" y="840559"/>
                  </a:cubicBezTo>
                  <a:cubicBezTo>
                    <a:pt x="760580" y="881733"/>
                    <a:pt x="751153" y="921775"/>
                    <a:pt x="735622" y="960262"/>
                  </a:cubicBezTo>
                  <a:cubicBezTo>
                    <a:pt x="732181" y="968794"/>
                    <a:pt x="729117" y="977491"/>
                    <a:pt x="725888" y="986117"/>
                  </a:cubicBezTo>
                  <a:cubicBezTo>
                    <a:pt x="735645" y="978221"/>
                    <a:pt x="744248" y="969713"/>
                    <a:pt x="752732" y="961087"/>
                  </a:cubicBezTo>
                  <a:cubicBezTo>
                    <a:pt x="761971" y="951707"/>
                    <a:pt x="768806" y="940701"/>
                    <a:pt x="771021" y="927738"/>
                  </a:cubicBezTo>
                  <a:cubicBezTo>
                    <a:pt x="774910" y="904900"/>
                    <a:pt x="778445" y="881968"/>
                    <a:pt x="780943" y="858942"/>
                  </a:cubicBezTo>
                  <a:cubicBezTo>
                    <a:pt x="783112" y="839027"/>
                    <a:pt x="784102" y="818947"/>
                    <a:pt x="784761" y="798914"/>
                  </a:cubicBezTo>
                  <a:cubicBezTo>
                    <a:pt x="785846" y="766484"/>
                    <a:pt x="786317" y="734031"/>
                    <a:pt x="786883" y="701577"/>
                  </a:cubicBezTo>
                  <a:cubicBezTo>
                    <a:pt x="786953" y="697901"/>
                    <a:pt x="785893" y="694224"/>
                    <a:pt x="785351" y="690547"/>
                  </a:cubicBezTo>
                  <a:cubicBezTo>
                    <a:pt x="777880" y="704193"/>
                    <a:pt x="778210" y="720149"/>
                    <a:pt x="769701" y="733583"/>
                  </a:cubicBezTo>
                  <a:cubicBezTo>
                    <a:pt x="762183" y="721775"/>
                    <a:pt x="753180" y="607233"/>
                    <a:pt x="759378" y="596298"/>
                  </a:cubicBezTo>
                  <a:cubicBezTo>
                    <a:pt x="769254" y="611429"/>
                    <a:pt x="778728" y="625923"/>
                    <a:pt x="788202" y="640418"/>
                  </a:cubicBezTo>
                  <a:cubicBezTo>
                    <a:pt x="789381" y="639970"/>
                    <a:pt x="790559" y="639546"/>
                    <a:pt x="791738" y="639098"/>
                  </a:cubicBezTo>
                  <a:cubicBezTo>
                    <a:pt x="788603" y="607941"/>
                    <a:pt x="785445" y="576807"/>
                    <a:pt x="782310" y="545650"/>
                  </a:cubicBezTo>
                  <a:cubicBezTo>
                    <a:pt x="783135" y="545438"/>
                    <a:pt x="783937" y="545225"/>
                    <a:pt x="784761" y="545013"/>
                  </a:cubicBezTo>
                  <a:cubicBezTo>
                    <a:pt x="785987" y="547512"/>
                    <a:pt x="787354" y="549939"/>
                    <a:pt x="788438" y="552508"/>
                  </a:cubicBezTo>
                  <a:cubicBezTo>
                    <a:pt x="792115" y="561134"/>
                    <a:pt x="795037" y="570161"/>
                    <a:pt x="799492" y="578362"/>
                  </a:cubicBezTo>
                  <a:cubicBezTo>
                    <a:pt x="804040" y="586753"/>
                    <a:pt x="809579" y="594742"/>
                    <a:pt x="815589" y="602190"/>
                  </a:cubicBezTo>
                  <a:cubicBezTo>
                    <a:pt x="819666" y="607233"/>
                    <a:pt x="825228" y="609897"/>
                    <a:pt x="832723" y="608270"/>
                  </a:cubicBezTo>
                  <a:cubicBezTo>
                    <a:pt x="835928" y="607587"/>
                    <a:pt x="841113" y="610038"/>
                    <a:pt x="843494" y="612748"/>
                  </a:cubicBezTo>
                  <a:cubicBezTo>
                    <a:pt x="852261" y="622694"/>
                    <a:pt x="845473" y="642350"/>
                    <a:pt x="832487" y="644896"/>
                  </a:cubicBezTo>
                  <a:cubicBezTo>
                    <a:pt x="826336" y="646121"/>
                    <a:pt x="822518" y="649232"/>
                    <a:pt x="820915" y="654888"/>
                  </a:cubicBezTo>
                  <a:cubicBezTo>
                    <a:pt x="817851" y="665801"/>
                    <a:pt x="814222" y="676642"/>
                    <a:pt x="812525" y="687790"/>
                  </a:cubicBezTo>
                  <a:cubicBezTo>
                    <a:pt x="807034" y="723896"/>
                    <a:pt x="805808" y="760333"/>
                    <a:pt x="809697" y="796628"/>
                  </a:cubicBezTo>
                  <a:cubicBezTo>
                    <a:pt x="811394" y="812466"/>
                    <a:pt x="809932" y="830495"/>
                    <a:pt x="828009" y="841549"/>
                  </a:cubicBezTo>
                  <a:cubicBezTo>
                    <a:pt x="822659" y="841148"/>
                    <a:pt x="818723" y="840606"/>
                    <a:pt x="814787" y="840630"/>
                  </a:cubicBezTo>
                  <a:cubicBezTo>
                    <a:pt x="810144" y="840653"/>
                    <a:pt x="805289" y="840418"/>
                    <a:pt x="800953" y="841690"/>
                  </a:cubicBezTo>
                  <a:cubicBezTo>
                    <a:pt x="798054" y="842539"/>
                    <a:pt x="794236" y="845626"/>
                    <a:pt x="793835" y="848172"/>
                  </a:cubicBezTo>
                  <a:cubicBezTo>
                    <a:pt x="793364" y="851165"/>
                    <a:pt x="795626" y="855101"/>
                    <a:pt x="797724" y="857811"/>
                  </a:cubicBezTo>
                  <a:cubicBezTo>
                    <a:pt x="799185" y="859696"/>
                    <a:pt x="802320" y="860592"/>
                    <a:pt x="804889" y="861252"/>
                  </a:cubicBezTo>
                  <a:cubicBezTo>
                    <a:pt x="818935" y="864881"/>
                    <a:pt x="826194" y="889251"/>
                    <a:pt x="815777" y="901436"/>
                  </a:cubicBezTo>
                  <a:cubicBezTo>
                    <a:pt x="809084" y="893211"/>
                    <a:pt x="802461" y="885127"/>
                    <a:pt x="795862" y="877043"/>
                  </a:cubicBezTo>
                  <a:cubicBezTo>
                    <a:pt x="795367" y="881049"/>
                    <a:pt x="796121" y="884349"/>
                    <a:pt x="797300" y="887483"/>
                  </a:cubicBezTo>
                  <a:cubicBezTo>
                    <a:pt x="802414" y="901059"/>
                    <a:pt x="801354" y="914587"/>
                    <a:pt x="794660" y="926913"/>
                  </a:cubicBezTo>
                  <a:cubicBezTo>
                    <a:pt x="786317" y="942256"/>
                    <a:pt x="776395" y="956751"/>
                    <a:pt x="767392" y="971764"/>
                  </a:cubicBezTo>
                  <a:cubicBezTo>
                    <a:pt x="761830" y="981049"/>
                    <a:pt x="755961" y="990241"/>
                    <a:pt x="751554" y="1000092"/>
                  </a:cubicBezTo>
                  <a:cubicBezTo>
                    <a:pt x="747854" y="1008341"/>
                    <a:pt x="750045" y="1011924"/>
                    <a:pt x="757776" y="1016567"/>
                  </a:cubicBezTo>
                  <a:cubicBezTo>
                    <a:pt x="760958" y="1018476"/>
                    <a:pt x="763856" y="1020833"/>
                    <a:pt x="767910" y="1023708"/>
                  </a:cubicBezTo>
                  <a:cubicBezTo>
                    <a:pt x="764021" y="1026395"/>
                    <a:pt x="761806" y="1028351"/>
                    <a:pt x="759261" y="1029624"/>
                  </a:cubicBezTo>
                  <a:cubicBezTo>
                    <a:pt x="746934" y="1035775"/>
                    <a:pt x="740312" y="1045414"/>
                    <a:pt x="739228" y="1059343"/>
                  </a:cubicBezTo>
                  <a:cubicBezTo>
                    <a:pt x="738379" y="1070420"/>
                    <a:pt x="729235" y="1077962"/>
                    <a:pt x="717757" y="1077514"/>
                  </a:cubicBezTo>
                  <a:cubicBezTo>
                    <a:pt x="711276" y="1077255"/>
                    <a:pt x="702343" y="1078151"/>
                    <a:pt x="700694" y="1070585"/>
                  </a:cubicBezTo>
                  <a:cubicBezTo>
                    <a:pt x="699727" y="1066107"/>
                    <a:pt x="704370" y="1059225"/>
                    <a:pt x="708306" y="1055171"/>
                  </a:cubicBezTo>
                  <a:cubicBezTo>
                    <a:pt x="715494" y="1047771"/>
                    <a:pt x="724168" y="1041785"/>
                    <a:pt x="731992" y="1034974"/>
                  </a:cubicBezTo>
                  <a:cubicBezTo>
                    <a:pt x="740712" y="1027408"/>
                    <a:pt x="741137" y="1022482"/>
                    <a:pt x="733713" y="1013597"/>
                  </a:cubicBezTo>
                  <a:cubicBezTo>
                    <a:pt x="728952" y="1007894"/>
                    <a:pt x="723908" y="1002402"/>
                    <a:pt x="718558" y="997241"/>
                  </a:cubicBezTo>
                  <a:cubicBezTo>
                    <a:pt x="706185" y="985315"/>
                    <a:pt x="704394" y="972023"/>
                    <a:pt x="712148" y="956915"/>
                  </a:cubicBezTo>
                  <a:cubicBezTo>
                    <a:pt x="724144" y="933559"/>
                    <a:pt x="733359" y="909213"/>
                    <a:pt x="738898" y="883430"/>
                  </a:cubicBezTo>
                  <a:cubicBezTo>
                    <a:pt x="745662" y="851966"/>
                    <a:pt x="751460" y="820385"/>
                    <a:pt x="751200" y="788049"/>
                  </a:cubicBezTo>
                  <a:cubicBezTo>
                    <a:pt x="751153" y="782463"/>
                    <a:pt x="750163" y="776689"/>
                    <a:pt x="748490" y="771339"/>
                  </a:cubicBezTo>
                  <a:cubicBezTo>
                    <a:pt x="746817" y="765966"/>
                    <a:pt x="743140" y="765612"/>
                    <a:pt x="740053" y="770349"/>
                  </a:cubicBezTo>
                  <a:cubicBezTo>
                    <a:pt x="737813" y="773790"/>
                    <a:pt x="735810" y="777820"/>
                    <a:pt x="735150" y="781827"/>
                  </a:cubicBezTo>
                  <a:cubicBezTo>
                    <a:pt x="733218" y="793493"/>
                    <a:pt x="731332" y="805230"/>
                    <a:pt x="730649" y="817014"/>
                  </a:cubicBezTo>
                  <a:cubicBezTo>
                    <a:pt x="728952" y="846757"/>
                    <a:pt x="725487" y="876289"/>
                    <a:pt x="714552" y="904099"/>
                  </a:cubicBezTo>
                  <a:cubicBezTo>
                    <a:pt x="701000" y="938532"/>
                    <a:pt x="685846" y="972329"/>
                    <a:pt x="671492" y="1006432"/>
                  </a:cubicBezTo>
                  <a:cubicBezTo>
                    <a:pt x="667910" y="1014941"/>
                    <a:pt x="664776" y="1023614"/>
                    <a:pt x="661452" y="1032216"/>
                  </a:cubicBezTo>
                  <a:cubicBezTo>
                    <a:pt x="662136" y="1032640"/>
                    <a:pt x="662819" y="1033064"/>
                    <a:pt x="663526" y="1033489"/>
                  </a:cubicBezTo>
                  <a:cubicBezTo>
                    <a:pt x="666449" y="1030283"/>
                    <a:pt x="669206" y="1026937"/>
                    <a:pt x="672341" y="1023944"/>
                  </a:cubicBezTo>
                  <a:cubicBezTo>
                    <a:pt x="680331" y="1016307"/>
                    <a:pt x="688179" y="1008483"/>
                    <a:pt x="696734" y="1001507"/>
                  </a:cubicBezTo>
                  <a:cubicBezTo>
                    <a:pt x="698926" y="999715"/>
                    <a:pt x="704606" y="999362"/>
                    <a:pt x="706656" y="1000964"/>
                  </a:cubicBezTo>
                  <a:cubicBezTo>
                    <a:pt x="708683" y="1002567"/>
                    <a:pt x="709037" y="1007564"/>
                    <a:pt x="708518" y="1010816"/>
                  </a:cubicBezTo>
                  <a:cubicBezTo>
                    <a:pt x="707882" y="1014823"/>
                    <a:pt x="706232" y="1019018"/>
                    <a:pt x="703922" y="1022388"/>
                  </a:cubicBezTo>
                  <a:cubicBezTo>
                    <a:pt x="698596" y="1030118"/>
                    <a:pt x="692374" y="1037212"/>
                    <a:pt x="686953" y="1044849"/>
                  </a:cubicBezTo>
                  <a:cubicBezTo>
                    <a:pt x="678964" y="1056114"/>
                    <a:pt x="671186" y="1067545"/>
                    <a:pt x="663762" y="1079188"/>
                  </a:cubicBezTo>
                  <a:cubicBezTo>
                    <a:pt x="662419" y="1081309"/>
                    <a:pt x="663149" y="1084773"/>
                    <a:pt x="662914" y="1087601"/>
                  </a:cubicBezTo>
                  <a:cubicBezTo>
                    <a:pt x="665671" y="1087814"/>
                    <a:pt x="668546" y="1088662"/>
                    <a:pt x="671162" y="1088120"/>
                  </a:cubicBezTo>
                  <a:cubicBezTo>
                    <a:pt x="676465" y="1087036"/>
                    <a:pt x="681509" y="1084726"/>
                    <a:pt x="686835" y="1083831"/>
                  </a:cubicBezTo>
                  <a:cubicBezTo>
                    <a:pt x="689970" y="1083312"/>
                    <a:pt x="695367" y="1083501"/>
                    <a:pt x="696263" y="1085198"/>
                  </a:cubicBezTo>
                  <a:cubicBezTo>
                    <a:pt x="697583" y="1087743"/>
                    <a:pt x="696899" y="1092574"/>
                    <a:pt x="695202" y="1095214"/>
                  </a:cubicBezTo>
                  <a:cubicBezTo>
                    <a:pt x="688744" y="1105136"/>
                    <a:pt x="681674" y="1114681"/>
                    <a:pt x="674533" y="1124132"/>
                  </a:cubicBezTo>
                  <a:cubicBezTo>
                    <a:pt x="669607" y="1130684"/>
                    <a:pt x="664186" y="1136859"/>
                    <a:pt x="659001" y="1143223"/>
                  </a:cubicBezTo>
                  <a:cubicBezTo>
                    <a:pt x="662089" y="1142963"/>
                    <a:pt x="664139" y="1141785"/>
                    <a:pt x="666072" y="1140394"/>
                  </a:cubicBezTo>
                  <a:cubicBezTo>
                    <a:pt x="724662" y="1098160"/>
                    <a:pt x="775994" y="1048078"/>
                    <a:pt x="823319" y="993800"/>
                  </a:cubicBezTo>
                  <a:cubicBezTo>
                    <a:pt x="832369" y="983430"/>
                    <a:pt x="839888" y="971646"/>
                    <a:pt x="847571" y="960168"/>
                  </a:cubicBezTo>
                  <a:cubicBezTo>
                    <a:pt x="849173" y="957764"/>
                    <a:pt x="848396" y="953781"/>
                    <a:pt x="848702" y="950529"/>
                  </a:cubicBezTo>
                  <a:cubicBezTo>
                    <a:pt x="844955" y="950269"/>
                    <a:pt x="839817" y="948313"/>
                    <a:pt x="837743" y="950034"/>
                  </a:cubicBezTo>
                  <a:cubicBezTo>
                    <a:pt x="832511" y="954441"/>
                    <a:pt x="827349" y="959909"/>
                    <a:pt x="824498" y="966036"/>
                  </a:cubicBezTo>
                  <a:cubicBezTo>
                    <a:pt x="818299" y="979258"/>
                    <a:pt x="811040" y="991443"/>
                    <a:pt x="799303" y="1000352"/>
                  </a:cubicBezTo>
                  <a:cubicBezTo>
                    <a:pt x="792044" y="1005867"/>
                    <a:pt x="784149" y="1010415"/>
                    <a:pt x="773001" y="1008954"/>
                  </a:cubicBezTo>
                  <a:cubicBezTo>
                    <a:pt x="775028" y="1004170"/>
                    <a:pt x="776230" y="999833"/>
                    <a:pt x="778539" y="996227"/>
                  </a:cubicBezTo>
                  <a:cubicBezTo>
                    <a:pt x="786128" y="984349"/>
                    <a:pt x="794094" y="972730"/>
                    <a:pt x="801966" y="961040"/>
                  </a:cubicBezTo>
                  <a:cubicBezTo>
                    <a:pt x="817922" y="937354"/>
                    <a:pt x="832888" y="913456"/>
                    <a:pt x="834302" y="883500"/>
                  </a:cubicBezTo>
                  <a:cubicBezTo>
                    <a:pt x="834891" y="871056"/>
                    <a:pt x="840194" y="867592"/>
                    <a:pt x="852968" y="867922"/>
                  </a:cubicBezTo>
                  <a:cubicBezTo>
                    <a:pt x="856904" y="868016"/>
                    <a:pt x="860816" y="868935"/>
                    <a:pt x="864752" y="869030"/>
                  </a:cubicBezTo>
                  <a:cubicBezTo>
                    <a:pt x="873826" y="869289"/>
                    <a:pt x="882970" y="869949"/>
                    <a:pt x="891950" y="869030"/>
                  </a:cubicBezTo>
                  <a:cubicBezTo>
                    <a:pt x="895202" y="868700"/>
                    <a:pt x="900576" y="864222"/>
                    <a:pt x="900505" y="861794"/>
                  </a:cubicBezTo>
                  <a:cubicBezTo>
                    <a:pt x="900317" y="857623"/>
                    <a:pt x="897771" y="851542"/>
                    <a:pt x="894354" y="849656"/>
                  </a:cubicBezTo>
                  <a:close/>
                  <a:moveTo>
                    <a:pt x="443917" y="128492"/>
                  </a:moveTo>
                  <a:cubicBezTo>
                    <a:pt x="470644" y="147676"/>
                    <a:pt x="494566" y="169595"/>
                    <a:pt x="510403" y="199055"/>
                  </a:cubicBezTo>
                  <a:cubicBezTo>
                    <a:pt x="515023" y="207634"/>
                    <a:pt x="516578" y="216448"/>
                    <a:pt x="513255" y="226111"/>
                  </a:cubicBezTo>
                  <a:cubicBezTo>
                    <a:pt x="510710" y="233441"/>
                    <a:pt x="512878" y="235892"/>
                    <a:pt x="520750" y="234714"/>
                  </a:cubicBezTo>
                  <a:cubicBezTo>
                    <a:pt x="526783" y="233818"/>
                    <a:pt x="532605" y="231556"/>
                    <a:pt x="538544" y="230047"/>
                  </a:cubicBezTo>
                  <a:cubicBezTo>
                    <a:pt x="541325" y="229340"/>
                    <a:pt x="544177" y="228963"/>
                    <a:pt x="547005" y="228445"/>
                  </a:cubicBezTo>
                  <a:cubicBezTo>
                    <a:pt x="547264" y="229057"/>
                    <a:pt x="547547" y="229670"/>
                    <a:pt x="547806" y="230259"/>
                  </a:cubicBezTo>
                  <a:cubicBezTo>
                    <a:pt x="538332" y="240865"/>
                    <a:pt x="528999" y="251636"/>
                    <a:pt x="519171" y="261888"/>
                  </a:cubicBezTo>
                  <a:cubicBezTo>
                    <a:pt x="517898" y="263208"/>
                    <a:pt x="513255" y="263019"/>
                    <a:pt x="511440" y="261723"/>
                  </a:cubicBezTo>
                  <a:cubicBezTo>
                    <a:pt x="508589" y="259673"/>
                    <a:pt x="506043" y="256444"/>
                    <a:pt x="504700" y="253168"/>
                  </a:cubicBezTo>
                  <a:cubicBezTo>
                    <a:pt x="490653" y="219041"/>
                    <a:pt x="468806" y="189675"/>
                    <a:pt x="448207" y="159531"/>
                  </a:cubicBezTo>
                  <a:cubicBezTo>
                    <a:pt x="443093" y="152036"/>
                    <a:pt x="438945" y="143835"/>
                    <a:pt x="434797" y="135727"/>
                  </a:cubicBezTo>
                  <a:cubicBezTo>
                    <a:pt x="433430" y="133088"/>
                    <a:pt x="433453" y="129741"/>
                    <a:pt x="432345" y="124320"/>
                  </a:cubicBezTo>
                  <a:cubicBezTo>
                    <a:pt x="437554" y="126111"/>
                    <a:pt x="441254" y="126559"/>
                    <a:pt x="443917" y="128492"/>
                  </a:cubicBezTo>
                  <a:close/>
                  <a:moveTo>
                    <a:pt x="457634" y="61511"/>
                  </a:moveTo>
                  <a:cubicBezTo>
                    <a:pt x="445921" y="53993"/>
                    <a:pt x="435598" y="44235"/>
                    <a:pt x="425086" y="34997"/>
                  </a:cubicBezTo>
                  <a:cubicBezTo>
                    <a:pt x="423107" y="33252"/>
                    <a:pt x="422918" y="29458"/>
                    <a:pt x="421928" y="26606"/>
                  </a:cubicBezTo>
                  <a:cubicBezTo>
                    <a:pt x="425157" y="26465"/>
                    <a:pt x="428904" y="25216"/>
                    <a:pt x="431497" y="26441"/>
                  </a:cubicBezTo>
                  <a:cubicBezTo>
                    <a:pt x="437200" y="29081"/>
                    <a:pt x="443658" y="31909"/>
                    <a:pt x="447382" y="36576"/>
                  </a:cubicBezTo>
                  <a:cubicBezTo>
                    <a:pt x="456691" y="48336"/>
                    <a:pt x="468240" y="49703"/>
                    <a:pt x="481815" y="47959"/>
                  </a:cubicBezTo>
                  <a:cubicBezTo>
                    <a:pt x="490700" y="46828"/>
                    <a:pt x="499845" y="46969"/>
                    <a:pt x="508801" y="47653"/>
                  </a:cubicBezTo>
                  <a:cubicBezTo>
                    <a:pt x="511912" y="47888"/>
                    <a:pt x="515494" y="50929"/>
                    <a:pt x="517568" y="53686"/>
                  </a:cubicBezTo>
                  <a:cubicBezTo>
                    <a:pt x="523319" y="61299"/>
                    <a:pt x="521975" y="64080"/>
                    <a:pt x="512855" y="66389"/>
                  </a:cubicBezTo>
                  <a:cubicBezTo>
                    <a:pt x="504771" y="68440"/>
                    <a:pt x="496781" y="70844"/>
                    <a:pt x="486552" y="73719"/>
                  </a:cubicBezTo>
                  <a:cubicBezTo>
                    <a:pt x="477738" y="70137"/>
                    <a:pt x="466708" y="67332"/>
                    <a:pt x="457634" y="61511"/>
                  </a:cubicBezTo>
                  <a:close/>
                  <a:moveTo>
                    <a:pt x="867415" y="745720"/>
                  </a:moveTo>
                  <a:cubicBezTo>
                    <a:pt x="866991" y="749821"/>
                    <a:pt x="866261" y="754158"/>
                    <a:pt x="864469" y="757787"/>
                  </a:cubicBezTo>
                  <a:cubicBezTo>
                    <a:pt x="857493" y="771952"/>
                    <a:pt x="857587" y="786800"/>
                    <a:pt x="858954" y="801954"/>
                  </a:cubicBezTo>
                  <a:cubicBezTo>
                    <a:pt x="859520" y="808082"/>
                    <a:pt x="859049" y="814281"/>
                    <a:pt x="859049" y="820455"/>
                  </a:cubicBezTo>
                  <a:cubicBezTo>
                    <a:pt x="857540" y="820785"/>
                    <a:pt x="856032" y="821092"/>
                    <a:pt x="854500" y="821422"/>
                  </a:cubicBezTo>
                  <a:cubicBezTo>
                    <a:pt x="838945" y="797901"/>
                    <a:pt x="832959" y="770255"/>
                    <a:pt x="821269" y="745061"/>
                  </a:cubicBezTo>
                  <a:cubicBezTo>
                    <a:pt x="822023" y="744377"/>
                    <a:pt x="822801" y="743694"/>
                    <a:pt x="823555" y="742987"/>
                  </a:cubicBezTo>
                  <a:cubicBezTo>
                    <a:pt x="826124" y="743788"/>
                    <a:pt x="828811" y="744330"/>
                    <a:pt x="831238" y="745438"/>
                  </a:cubicBezTo>
                  <a:cubicBezTo>
                    <a:pt x="840359" y="749538"/>
                    <a:pt x="848961" y="748007"/>
                    <a:pt x="853039" y="741313"/>
                  </a:cubicBezTo>
                  <a:cubicBezTo>
                    <a:pt x="857399" y="734172"/>
                    <a:pt x="855749" y="725782"/>
                    <a:pt x="847241" y="720149"/>
                  </a:cubicBezTo>
                  <a:cubicBezTo>
                    <a:pt x="831804" y="709897"/>
                    <a:pt x="830979" y="675888"/>
                    <a:pt x="839723" y="665141"/>
                  </a:cubicBezTo>
                  <a:cubicBezTo>
                    <a:pt x="841962" y="662407"/>
                    <a:pt x="846015" y="660074"/>
                    <a:pt x="849480" y="659626"/>
                  </a:cubicBezTo>
                  <a:cubicBezTo>
                    <a:pt x="857517" y="658589"/>
                    <a:pt x="857470" y="661252"/>
                    <a:pt x="856527" y="669077"/>
                  </a:cubicBezTo>
                  <a:cubicBezTo>
                    <a:pt x="855396" y="678551"/>
                    <a:pt x="856315" y="688732"/>
                    <a:pt x="858577" y="698066"/>
                  </a:cubicBezTo>
                  <a:cubicBezTo>
                    <a:pt x="862490" y="713809"/>
                    <a:pt x="869159" y="728987"/>
                    <a:pt x="867415" y="74572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172" name="Google Shape;3172;p58"/>
            <p:cNvSpPr/>
            <p:nvPr/>
          </p:nvSpPr>
          <p:spPr>
            <a:xfrm>
              <a:off x="342903" y="2442120"/>
              <a:ext cx="1122602" cy="585900"/>
            </a:xfrm>
            <a:custGeom>
              <a:rect b="b" l="l" r="r" t="t"/>
              <a:pathLst>
                <a:path extrusionOk="0" h="585900" w="1122602">
                  <a:moveTo>
                    <a:pt x="1037851" y="440319"/>
                  </a:moveTo>
                  <a:cubicBezTo>
                    <a:pt x="1032172" y="434356"/>
                    <a:pt x="1025313" y="429313"/>
                    <a:pt x="1020600" y="422690"/>
                  </a:cubicBezTo>
                  <a:cubicBezTo>
                    <a:pt x="1014896" y="414701"/>
                    <a:pt x="1010984" y="405462"/>
                    <a:pt x="1006105" y="396883"/>
                  </a:cubicBezTo>
                  <a:cubicBezTo>
                    <a:pt x="1003300" y="391957"/>
                    <a:pt x="1000543" y="386890"/>
                    <a:pt x="996913" y="382577"/>
                  </a:cubicBezTo>
                  <a:cubicBezTo>
                    <a:pt x="994981" y="380291"/>
                    <a:pt x="991304" y="379466"/>
                    <a:pt x="988405" y="378005"/>
                  </a:cubicBezTo>
                  <a:cubicBezTo>
                    <a:pt x="986897" y="380951"/>
                    <a:pt x="984422" y="383779"/>
                    <a:pt x="984069" y="386843"/>
                  </a:cubicBezTo>
                  <a:cubicBezTo>
                    <a:pt x="982867" y="397637"/>
                    <a:pt x="986755" y="407088"/>
                    <a:pt x="992600" y="416091"/>
                  </a:cubicBezTo>
                  <a:cubicBezTo>
                    <a:pt x="996183" y="421583"/>
                    <a:pt x="999129" y="427616"/>
                    <a:pt x="1001439" y="433744"/>
                  </a:cubicBezTo>
                  <a:cubicBezTo>
                    <a:pt x="1002287" y="436006"/>
                    <a:pt x="1001439" y="440366"/>
                    <a:pt x="999718" y="441710"/>
                  </a:cubicBezTo>
                  <a:cubicBezTo>
                    <a:pt x="998233" y="442888"/>
                    <a:pt x="994227" y="441663"/>
                    <a:pt x="991752" y="440579"/>
                  </a:cubicBezTo>
                  <a:cubicBezTo>
                    <a:pt x="988641" y="439212"/>
                    <a:pt x="985601" y="437232"/>
                    <a:pt x="983079" y="434922"/>
                  </a:cubicBezTo>
                  <a:cubicBezTo>
                    <a:pt x="965544" y="418896"/>
                    <a:pt x="948316" y="402563"/>
                    <a:pt x="930687" y="386631"/>
                  </a:cubicBezTo>
                  <a:cubicBezTo>
                    <a:pt x="919515" y="376544"/>
                    <a:pt x="908273" y="366409"/>
                    <a:pt x="896277" y="357359"/>
                  </a:cubicBezTo>
                  <a:cubicBezTo>
                    <a:pt x="885318" y="349110"/>
                    <a:pt x="872756" y="346824"/>
                    <a:pt x="859086" y="351090"/>
                  </a:cubicBezTo>
                  <a:cubicBezTo>
                    <a:pt x="853571" y="352810"/>
                    <a:pt x="847279" y="353447"/>
                    <a:pt x="841575" y="352693"/>
                  </a:cubicBezTo>
                  <a:cubicBezTo>
                    <a:pt x="838346" y="352268"/>
                    <a:pt x="834905" y="348497"/>
                    <a:pt x="832808" y="345410"/>
                  </a:cubicBezTo>
                  <a:cubicBezTo>
                    <a:pt x="829697" y="340791"/>
                    <a:pt x="828660" y="334592"/>
                    <a:pt x="825077" y="330538"/>
                  </a:cubicBezTo>
                  <a:cubicBezTo>
                    <a:pt x="812633" y="316468"/>
                    <a:pt x="799341" y="303129"/>
                    <a:pt x="786614" y="289318"/>
                  </a:cubicBezTo>
                  <a:cubicBezTo>
                    <a:pt x="776574" y="278429"/>
                    <a:pt x="766628" y="267399"/>
                    <a:pt x="757106" y="256039"/>
                  </a:cubicBezTo>
                  <a:cubicBezTo>
                    <a:pt x="754349" y="252763"/>
                    <a:pt x="753194" y="248120"/>
                    <a:pt x="751309" y="244114"/>
                  </a:cubicBezTo>
                  <a:cubicBezTo>
                    <a:pt x="752063" y="243407"/>
                    <a:pt x="752841" y="242676"/>
                    <a:pt x="753595" y="241969"/>
                  </a:cubicBezTo>
                  <a:cubicBezTo>
                    <a:pt x="758780" y="244891"/>
                    <a:pt x="764507" y="247154"/>
                    <a:pt x="769032" y="250901"/>
                  </a:cubicBezTo>
                  <a:cubicBezTo>
                    <a:pt x="781995" y="261625"/>
                    <a:pt x="794062" y="273456"/>
                    <a:pt x="807236" y="283897"/>
                  </a:cubicBezTo>
                  <a:cubicBezTo>
                    <a:pt x="818808" y="293065"/>
                    <a:pt x="831087" y="301432"/>
                    <a:pt x="843626" y="309256"/>
                  </a:cubicBezTo>
                  <a:cubicBezTo>
                    <a:pt x="850861" y="313781"/>
                    <a:pt x="859228" y="314088"/>
                    <a:pt x="867948" y="312132"/>
                  </a:cubicBezTo>
                  <a:cubicBezTo>
                    <a:pt x="881759" y="309021"/>
                    <a:pt x="893614" y="312603"/>
                    <a:pt x="903041" y="324057"/>
                  </a:cubicBezTo>
                  <a:cubicBezTo>
                    <a:pt x="919562" y="344137"/>
                    <a:pt x="936343" y="363982"/>
                    <a:pt x="953524" y="383496"/>
                  </a:cubicBezTo>
                  <a:cubicBezTo>
                    <a:pt x="956258" y="386607"/>
                    <a:pt x="961608" y="387409"/>
                    <a:pt x="965733" y="389270"/>
                  </a:cubicBezTo>
                  <a:cubicBezTo>
                    <a:pt x="965591" y="384368"/>
                    <a:pt x="965615" y="379443"/>
                    <a:pt x="965167" y="374540"/>
                  </a:cubicBezTo>
                  <a:cubicBezTo>
                    <a:pt x="965026" y="372985"/>
                    <a:pt x="963682" y="371429"/>
                    <a:pt x="962645" y="370062"/>
                  </a:cubicBezTo>
                  <a:cubicBezTo>
                    <a:pt x="955575" y="360847"/>
                    <a:pt x="948976" y="351208"/>
                    <a:pt x="941245" y="342558"/>
                  </a:cubicBezTo>
                  <a:cubicBezTo>
                    <a:pt x="896371" y="292429"/>
                    <a:pt x="846949" y="247036"/>
                    <a:pt x="795075" y="204330"/>
                  </a:cubicBezTo>
                  <a:cubicBezTo>
                    <a:pt x="770635" y="184203"/>
                    <a:pt x="745817" y="164477"/>
                    <a:pt x="717135" y="150430"/>
                  </a:cubicBezTo>
                  <a:cubicBezTo>
                    <a:pt x="670328" y="127522"/>
                    <a:pt x="620906" y="112249"/>
                    <a:pt x="570352" y="100418"/>
                  </a:cubicBezTo>
                  <a:cubicBezTo>
                    <a:pt x="546548" y="94856"/>
                    <a:pt x="522579" y="89482"/>
                    <a:pt x="497856" y="91415"/>
                  </a:cubicBezTo>
                  <a:cubicBezTo>
                    <a:pt x="494273" y="91698"/>
                    <a:pt x="490927" y="94880"/>
                    <a:pt x="487486" y="96741"/>
                  </a:cubicBezTo>
                  <a:cubicBezTo>
                    <a:pt x="489748" y="99758"/>
                    <a:pt x="491422" y="104425"/>
                    <a:pt x="494415" y="105509"/>
                  </a:cubicBezTo>
                  <a:cubicBezTo>
                    <a:pt x="503818" y="108973"/>
                    <a:pt x="513623" y="112815"/>
                    <a:pt x="523451" y="113404"/>
                  </a:cubicBezTo>
                  <a:cubicBezTo>
                    <a:pt x="557601" y="115455"/>
                    <a:pt x="591327" y="119603"/>
                    <a:pt x="623969" y="130208"/>
                  </a:cubicBezTo>
                  <a:cubicBezTo>
                    <a:pt x="653830" y="139895"/>
                    <a:pt x="683574" y="149746"/>
                    <a:pt x="707566" y="171641"/>
                  </a:cubicBezTo>
                  <a:cubicBezTo>
                    <a:pt x="712822" y="176426"/>
                    <a:pt x="720411" y="178782"/>
                    <a:pt x="727128" y="181823"/>
                  </a:cubicBezTo>
                  <a:cubicBezTo>
                    <a:pt x="733774" y="184840"/>
                    <a:pt x="741363" y="186301"/>
                    <a:pt x="747373" y="190213"/>
                  </a:cubicBezTo>
                  <a:cubicBezTo>
                    <a:pt x="779614" y="211236"/>
                    <a:pt x="808768" y="236195"/>
                    <a:pt x="836626" y="262638"/>
                  </a:cubicBezTo>
                  <a:cubicBezTo>
                    <a:pt x="846289" y="271830"/>
                    <a:pt x="855197" y="281823"/>
                    <a:pt x="864177" y="291722"/>
                  </a:cubicBezTo>
                  <a:cubicBezTo>
                    <a:pt x="866180" y="293937"/>
                    <a:pt x="867029" y="297213"/>
                    <a:pt x="868419" y="299994"/>
                  </a:cubicBezTo>
                  <a:cubicBezTo>
                    <a:pt x="867618" y="300701"/>
                    <a:pt x="866817" y="301432"/>
                    <a:pt x="866015" y="302139"/>
                  </a:cubicBezTo>
                  <a:cubicBezTo>
                    <a:pt x="856847" y="296553"/>
                    <a:pt x="847137" y="291651"/>
                    <a:pt x="838582" y="285217"/>
                  </a:cubicBezTo>
                  <a:cubicBezTo>
                    <a:pt x="807542" y="261837"/>
                    <a:pt x="777139" y="237656"/>
                    <a:pt x="745982" y="214441"/>
                  </a:cubicBezTo>
                  <a:cubicBezTo>
                    <a:pt x="736178" y="207135"/>
                    <a:pt x="724912" y="201762"/>
                    <a:pt x="714118" y="195869"/>
                  </a:cubicBezTo>
                  <a:cubicBezTo>
                    <a:pt x="705162" y="190967"/>
                    <a:pt x="695711" y="186961"/>
                    <a:pt x="686849" y="181870"/>
                  </a:cubicBezTo>
                  <a:cubicBezTo>
                    <a:pt x="680038" y="177958"/>
                    <a:pt x="674240" y="172207"/>
                    <a:pt x="667288" y="168648"/>
                  </a:cubicBezTo>
                  <a:cubicBezTo>
                    <a:pt x="645935" y="157783"/>
                    <a:pt x="622862" y="152551"/>
                    <a:pt x="599270" y="149393"/>
                  </a:cubicBezTo>
                  <a:cubicBezTo>
                    <a:pt x="590502" y="148214"/>
                    <a:pt x="581735" y="147130"/>
                    <a:pt x="572944" y="145999"/>
                  </a:cubicBezTo>
                  <a:cubicBezTo>
                    <a:pt x="572756" y="146848"/>
                    <a:pt x="572543" y="147672"/>
                    <a:pt x="572355" y="148521"/>
                  </a:cubicBezTo>
                  <a:cubicBezTo>
                    <a:pt x="583974" y="153729"/>
                    <a:pt x="595570" y="158962"/>
                    <a:pt x="607189" y="164147"/>
                  </a:cubicBezTo>
                  <a:cubicBezTo>
                    <a:pt x="647349" y="182082"/>
                    <a:pt x="687651" y="199711"/>
                    <a:pt x="724158" y="224670"/>
                  </a:cubicBezTo>
                  <a:cubicBezTo>
                    <a:pt x="728612" y="227710"/>
                    <a:pt x="732690" y="231481"/>
                    <a:pt x="736249" y="235535"/>
                  </a:cubicBezTo>
                  <a:cubicBezTo>
                    <a:pt x="737663" y="237137"/>
                    <a:pt x="737168" y="240390"/>
                    <a:pt x="737568" y="242888"/>
                  </a:cubicBezTo>
                  <a:cubicBezTo>
                    <a:pt x="734882" y="243242"/>
                    <a:pt x="732030" y="244326"/>
                    <a:pt x="729532" y="243784"/>
                  </a:cubicBezTo>
                  <a:cubicBezTo>
                    <a:pt x="727033" y="243242"/>
                    <a:pt x="724889" y="241097"/>
                    <a:pt x="722555" y="239683"/>
                  </a:cubicBezTo>
                  <a:cubicBezTo>
                    <a:pt x="717088" y="236313"/>
                    <a:pt x="711879" y="232400"/>
                    <a:pt x="706105" y="229713"/>
                  </a:cubicBezTo>
                  <a:cubicBezTo>
                    <a:pt x="652770" y="204778"/>
                    <a:pt x="597573" y="185052"/>
                    <a:pt x="540396" y="170981"/>
                  </a:cubicBezTo>
                  <a:cubicBezTo>
                    <a:pt x="533915" y="169379"/>
                    <a:pt x="526727" y="169497"/>
                    <a:pt x="520033" y="170251"/>
                  </a:cubicBezTo>
                  <a:cubicBezTo>
                    <a:pt x="514872" y="170840"/>
                    <a:pt x="512444" y="175318"/>
                    <a:pt x="515037" y="180338"/>
                  </a:cubicBezTo>
                  <a:cubicBezTo>
                    <a:pt x="518831" y="187644"/>
                    <a:pt x="515296" y="191014"/>
                    <a:pt x="508980" y="192947"/>
                  </a:cubicBezTo>
                  <a:cubicBezTo>
                    <a:pt x="495357" y="197142"/>
                    <a:pt x="481641" y="197024"/>
                    <a:pt x="468230" y="192216"/>
                  </a:cubicBezTo>
                  <a:cubicBezTo>
                    <a:pt x="462032" y="190001"/>
                    <a:pt x="458355" y="185806"/>
                    <a:pt x="458025" y="178311"/>
                  </a:cubicBezTo>
                  <a:cubicBezTo>
                    <a:pt x="457884" y="175059"/>
                    <a:pt x="454396" y="170722"/>
                    <a:pt x="451285" y="169143"/>
                  </a:cubicBezTo>
                  <a:cubicBezTo>
                    <a:pt x="446830" y="166904"/>
                    <a:pt x="441363" y="166008"/>
                    <a:pt x="436272" y="165867"/>
                  </a:cubicBezTo>
                  <a:cubicBezTo>
                    <a:pt x="422154" y="165466"/>
                    <a:pt x="408037" y="165844"/>
                    <a:pt x="393920" y="165679"/>
                  </a:cubicBezTo>
                  <a:cubicBezTo>
                    <a:pt x="389937" y="165631"/>
                    <a:pt x="385954" y="164712"/>
                    <a:pt x="381146" y="164076"/>
                  </a:cubicBezTo>
                  <a:cubicBezTo>
                    <a:pt x="396701" y="148662"/>
                    <a:pt x="396041" y="148969"/>
                    <a:pt x="387509" y="129431"/>
                  </a:cubicBezTo>
                  <a:cubicBezTo>
                    <a:pt x="383173" y="119485"/>
                    <a:pt x="381004" y="108384"/>
                    <a:pt x="379213" y="97566"/>
                  </a:cubicBezTo>
                  <a:cubicBezTo>
                    <a:pt x="378270" y="91910"/>
                    <a:pt x="380816" y="86395"/>
                    <a:pt x="388263" y="85429"/>
                  </a:cubicBezTo>
                  <a:cubicBezTo>
                    <a:pt x="406859" y="83001"/>
                    <a:pt x="425383" y="79796"/>
                    <a:pt x="444026" y="77887"/>
                  </a:cubicBezTo>
                  <a:cubicBezTo>
                    <a:pt x="489442" y="73244"/>
                    <a:pt x="534740" y="71783"/>
                    <a:pt x="579638" y="83425"/>
                  </a:cubicBezTo>
                  <a:cubicBezTo>
                    <a:pt x="595193" y="87456"/>
                    <a:pt x="610135" y="86206"/>
                    <a:pt x="620246" y="70369"/>
                  </a:cubicBezTo>
                  <a:cubicBezTo>
                    <a:pt x="623993" y="64500"/>
                    <a:pt x="631087" y="62945"/>
                    <a:pt x="637568" y="64288"/>
                  </a:cubicBezTo>
                  <a:cubicBezTo>
                    <a:pt x="650554" y="66998"/>
                    <a:pt x="663328" y="70675"/>
                    <a:pt x="676197" y="73951"/>
                  </a:cubicBezTo>
                  <a:cubicBezTo>
                    <a:pt x="683574" y="75836"/>
                    <a:pt x="690903" y="78028"/>
                    <a:pt x="698351" y="79560"/>
                  </a:cubicBezTo>
                  <a:cubicBezTo>
                    <a:pt x="702876" y="80503"/>
                    <a:pt x="704973" y="77651"/>
                    <a:pt x="704031" y="73385"/>
                  </a:cubicBezTo>
                  <a:cubicBezTo>
                    <a:pt x="701344" y="61177"/>
                    <a:pt x="697361" y="49676"/>
                    <a:pt x="687156" y="41262"/>
                  </a:cubicBezTo>
                  <a:cubicBezTo>
                    <a:pt x="672968" y="29548"/>
                    <a:pt x="656659" y="22030"/>
                    <a:pt x="639194" y="17151"/>
                  </a:cubicBezTo>
                  <a:cubicBezTo>
                    <a:pt x="619727" y="11707"/>
                    <a:pt x="600048" y="8243"/>
                    <a:pt x="580792" y="18424"/>
                  </a:cubicBezTo>
                  <a:cubicBezTo>
                    <a:pt x="580156" y="18754"/>
                    <a:pt x="579048" y="18165"/>
                    <a:pt x="577894" y="17953"/>
                  </a:cubicBezTo>
                  <a:cubicBezTo>
                    <a:pt x="578223" y="16609"/>
                    <a:pt x="578365" y="15643"/>
                    <a:pt x="578718" y="14747"/>
                  </a:cubicBezTo>
                  <a:cubicBezTo>
                    <a:pt x="582419" y="5650"/>
                    <a:pt x="581287" y="2115"/>
                    <a:pt x="571813" y="677"/>
                  </a:cubicBezTo>
                  <a:cubicBezTo>
                    <a:pt x="563682" y="-548"/>
                    <a:pt x="555150" y="112"/>
                    <a:pt x="546901" y="913"/>
                  </a:cubicBezTo>
                  <a:cubicBezTo>
                    <a:pt x="543743" y="1219"/>
                    <a:pt x="538629" y="3977"/>
                    <a:pt x="538393" y="6098"/>
                  </a:cubicBezTo>
                  <a:cubicBezTo>
                    <a:pt x="538016" y="9185"/>
                    <a:pt x="540373" y="13923"/>
                    <a:pt x="543060" y="15808"/>
                  </a:cubicBezTo>
                  <a:cubicBezTo>
                    <a:pt x="551544" y="21724"/>
                    <a:pt x="560736" y="26555"/>
                    <a:pt x="569597" y="31929"/>
                  </a:cubicBezTo>
                  <a:cubicBezTo>
                    <a:pt x="572261" y="33555"/>
                    <a:pt x="574688" y="35582"/>
                    <a:pt x="577210" y="37420"/>
                  </a:cubicBezTo>
                  <a:cubicBezTo>
                    <a:pt x="576904" y="38104"/>
                    <a:pt x="576597" y="38764"/>
                    <a:pt x="576291" y="39447"/>
                  </a:cubicBezTo>
                  <a:cubicBezTo>
                    <a:pt x="571153" y="39801"/>
                    <a:pt x="565992" y="40720"/>
                    <a:pt x="560901" y="40413"/>
                  </a:cubicBezTo>
                  <a:cubicBezTo>
                    <a:pt x="537945" y="39070"/>
                    <a:pt x="515013" y="36855"/>
                    <a:pt x="492034" y="35959"/>
                  </a:cubicBezTo>
                  <a:cubicBezTo>
                    <a:pt x="475277" y="35299"/>
                    <a:pt x="458450" y="35770"/>
                    <a:pt x="441693" y="36595"/>
                  </a:cubicBezTo>
                  <a:cubicBezTo>
                    <a:pt x="434669" y="36949"/>
                    <a:pt x="428188" y="39636"/>
                    <a:pt x="427740" y="48921"/>
                  </a:cubicBezTo>
                  <a:cubicBezTo>
                    <a:pt x="427481" y="54342"/>
                    <a:pt x="423569" y="57524"/>
                    <a:pt x="418148" y="57123"/>
                  </a:cubicBezTo>
                  <a:cubicBezTo>
                    <a:pt x="413057" y="56723"/>
                    <a:pt x="408037" y="55285"/>
                    <a:pt x="403017" y="54177"/>
                  </a:cubicBezTo>
                  <a:cubicBezTo>
                    <a:pt x="398893" y="53258"/>
                    <a:pt x="394839" y="52174"/>
                    <a:pt x="390738" y="51160"/>
                  </a:cubicBezTo>
                  <a:cubicBezTo>
                    <a:pt x="395805" y="60022"/>
                    <a:pt x="391751" y="65608"/>
                    <a:pt x="385836" y="69308"/>
                  </a:cubicBezTo>
                  <a:cubicBezTo>
                    <a:pt x="374782" y="76213"/>
                    <a:pt x="363116" y="82106"/>
                    <a:pt x="351709" y="88493"/>
                  </a:cubicBezTo>
                  <a:cubicBezTo>
                    <a:pt x="347372" y="90920"/>
                    <a:pt x="343130" y="93489"/>
                    <a:pt x="338864" y="95987"/>
                  </a:cubicBezTo>
                  <a:cubicBezTo>
                    <a:pt x="339053" y="96789"/>
                    <a:pt x="339241" y="97590"/>
                    <a:pt x="339430" y="98391"/>
                  </a:cubicBezTo>
                  <a:cubicBezTo>
                    <a:pt x="350248" y="99829"/>
                    <a:pt x="361042" y="101267"/>
                    <a:pt x="371860" y="102704"/>
                  </a:cubicBezTo>
                  <a:cubicBezTo>
                    <a:pt x="372001" y="103671"/>
                    <a:pt x="372166" y="104660"/>
                    <a:pt x="372308" y="105627"/>
                  </a:cubicBezTo>
                  <a:cubicBezTo>
                    <a:pt x="363870" y="112179"/>
                    <a:pt x="355433" y="118731"/>
                    <a:pt x="345699" y="126272"/>
                  </a:cubicBezTo>
                  <a:cubicBezTo>
                    <a:pt x="352982" y="127309"/>
                    <a:pt x="357719" y="127993"/>
                    <a:pt x="364954" y="129030"/>
                  </a:cubicBezTo>
                  <a:cubicBezTo>
                    <a:pt x="358591" y="134804"/>
                    <a:pt x="354419" y="139824"/>
                    <a:pt x="349187" y="143100"/>
                  </a:cubicBezTo>
                  <a:cubicBezTo>
                    <a:pt x="317818" y="162827"/>
                    <a:pt x="286566" y="182789"/>
                    <a:pt x="254537" y="201384"/>
                  </a:cubicBezTo>
                  <a:cubicBezTo>
                    <a:pt x="239053" y="210388"/>
                    <a:pt x="222013" y="216704"/>
                    <a:pt x="205539" y="223963"/>
                  </a:cubicBezTo>
                  <a:cubicBezTo>
                    <a:pt x="203300" y="224953"/>
                    <a:pt x="200377" y="224387"/>
                    <a:pt x="197761" y="224528"/>
                  </a:cubicBezTo>
                  <a:cubicBezTo>
                    <a:pt x="197525" y="223798"/>
                    <a:pt x="197266" y="223067"/>
                    <a:pt x="197031" y="222360"/>
                  </a:cubicBezTo>
                  <a:cubicBezTo>
                    <a:pt x="209592" y="203859"/>
                    <a:pt x="229131" y="192405"/>
                    <a:pt x="244426" y="176473"/>
                  </a:cubicBezTo>
                  <a:cubicBezTo>
                    <a:pt x="241221" y="177604"/>
                    <a:pt x="238251" y="179183"/>
                    <a:pt x="235400" y="180904"/>
                  </a:cubicBezTo>
                  <a:cubicBezTo>
                    <a:pt x="219279" y="190567"/>
                    <a:pt x="203323" y="200489"/>
                    <a:pt x="187038" y="209893"/>
                  </a:cubicBezTo>
                  <a:cubicBezTo>
                    <a:pt x="168419" y="220640"/>
                    <a:pt x="149446" y="230774"/>
                    <a:pt x="130780" y="241403"/>
                  </a:cubicBezTo>
                  <a:cubicBezTo>
                    <a:pt x="119915" y="247602"/>
                    <a:pt x="108485" y="254696"/>
                    <a:pt x="105586" y="267328"/>
                  </a:cubicBezTo>
                  <a:cubicBezTo>
                    <a:pt x="101202" y="286395"/>
                    <a:pt x="91233" y="302068"/>
                    <a:pt x="79496" y="316633"/>
                  </a:cubicBezTo>
                  <a:cubicBezTo>
                    <a:pt x="57672" y="343689"/>
                    <a:pt x="37615" y="371429"/>
                    <a:pt x="26090" y="404849"/>
                  </a:cubicBezTo>
                  <a:cubicBezTo>
                    <a:pt x="19679" y="423421"/>
                    <a:pt x="10181" y="440932"/>
                    <a:pt x="2616" y="459150"/>
                  </a:cubicBezTo>
                  <a:cubicBezTo>
                    <a:pt x="683" y="463817"/>
                    <a:pt x="825" y="469332"/>
                    <a:pt x="0" y="474470"/>
                  </a:cubicBezTo>
                  <a:cubicBezTo>
                    <a:pt x="1084" y="474965"/>
                    <a:pt x="2145" y="475460"/>
                    <a:pt x="3229" y="475954"/>
                  </a:cubicBezTo>
                  <a:cubicBezTo>
                    <a:pt x="5586" y="473668"/>
                    <a:pt x="8485" y="471712"/>
                    <a:pt x="10229" y="469025"/>
                  </a:cubicBezTo>
                  <a:cubicBezTo>
                    <a:pt x="14942" y="461790"/>
                    <a:pt x="19844" y="454578"/>
                    <a:pt x="23450" y="446777"/>
                  </a:cubicBezTo>
                  <a:cubicBezTo>
                    <a:pt x="45510" y="398981"/>
                    <a:pt x="73038" y="354460"/>
                    <a:pt x="104572" y="312438"/>
                  </a:cubicBezTo>
                  <a:cubicBezTo>
                    <a:pt x="122249" y="288870"/>
                    <a:pt x="140231" y="265467"/>
                    <a:pt x="163281" y="246635"/>
                  </a:cubicBezTo>
                  <a:cubicBezTo>
                    <a:pt x="169927" y="241215"/>
                    <a:pt x="177163" y="237114"/>
                    <a:pt x="186071" y="237161"/>
                  </a:cubicBezTo>
                  <a:cubicBezTo>
                    <a:pt x="191233" y="237185"/>
                    <a:pt x="193236" y="239589"/>
                    <a:pt x="190054" y="244114"/>
                  </a:cubicBezTo>
                  <a:cubicBezTo>
                    <a:pt x="186071" y="249770"/>
                    <a:pt x="181947" y="255356"/>
                    <a:pt x="177280" y="260446"/>
                  </a:cubicBezTo>
                  <a:cubicBezTo>
                    <a:pt x="160900" y="278358"/>
                    <a:pt x="143578" y="295469"/>
                    <a:pt x="127952" y="313994"/>
                  </a:cubicBezTo>
                  <a:cubicBezTo>
                    <a:pt x="117346" y="326555"/>
                    <a:pt x="108579" y="340743"/>
                    <a:pt x="99906" y="354790"/>
                  </a:cubicBezTo>
                  <a:cubicBezTo>
                    <a:pt x="97950" y="357972"/>
                    <a:pt x="98185" y="365961"/>
                    <a:pt x="100330" y="367423"/>
                  </a:cubicBezTo>
                  <a:cubicBezTo>
                    <a:pt x="104148" y="370015"/>
                    <a:pt x="110464" y="370557"/>
                    <a:pt x="115272" y="369638"/>
                  </a:cubicBezTo>
                  <a:cubicBezTo>
                    <a:pt x="119491" y="368837"/>
                    <a:pt x="123993" y="365584"/>
                    <a:pt x="126774" y="362120"/>
                  </a:cubicBezTo>
                  <a:cubicBezTo>
                    <a:pt x="131204" y="356652"/>
                    <a:pt x="134410" y="350171"/>
                    <a:pt x="137992" y="344019"/>
                  </a:cubicBezTo>
                  <a:cubicBezTo>
                    <a:pt x="145652" y="330868"/>
                    <a:pt x="152298" y="316963"/>
                    <a:pt x="161136" y="304660"/>
                  </a:cubicBezTo>
                  <a:cubicBezTo>
                    <a:pt x="169644" y="292782"/>
                    <a:pt x="180910" y="283096"/>
                    <a:pt x="195074" y="277887"/>
                  </a:cubicBezTo>
                  <a:cubicBezTo>
                    <a:pt x="203040" y="274965"/>
                    <a:pt x="208202" y="276756"/>
                    <a:pt x="210818" y="282671"/>
                  </a:cubicBezTo>
                  <a:cubicBezTo>
                    <a:pt x="214165" y="290190"/>
                    <a:pt x="211973" y="297213"/>
                    <a:pt x="204337" y="300654"/>
                  </a:cubicBezTo>
                  <a:cubicBezTo>
                    <a:pt x="200165" y="302539"/>
                    <a:pt x="195263" y="302657"/>
                    <a:pt x="190832" y="304048"/>
                  </a:cubicBezTo>
                  <a:cubicBezTo>
                    <a:pt x="185553" y="305721"/>
                    <a:pt x="179944" y="307135"/>
                    <a:pt x="175395" y="310058"/>
                  </a:cubicBezTo>
                  <a:cubicBezTo>
                    <a:pt x="171035" y="312862"/>
                    <a:pt x="170634" y="323185"/>
                    <a:pt x="173981" y="327050"/>
                  </a:cubicBezTo>
                  <a:cubicBezTo>
                    <a:pt x="178176" y="331858"/>
                    <a:pt x="183125" y="329666"/>
                    <a:pt x="187485" y="327380"/>
                  </a:cubicBezTo>
                  <a:cubicBezTo>
                    <a:pt x="191610" y="325212"/>
                    <a:pt x="195711" y="322667"/>
                    <a:pt x="199175" y="319556"/>
                  </a:cubicBezTo>
                  <a:cubicBezTo>
                    <a:pt x="210370" y="309445"/>
                    <a:pt x="221117" y="298792"/>
                    <a:pt x="232336" y="288705"/>
                  </a:cubicBezTo>
                  <a:cubicBezTo>
                    <a:pt x="244285" y="277958"/>
                    <a:pt x="256022" y="266881"/>
                    <a:pt x="268867" y="257265"/>
                  </a:cubicBezTo>
                  <a:cubicBezTo>
                    <a:pt x="295923" y="236972"/>
                    <a:pt x="326467" y="226037"/>
                    <a:pt x="360641" y="226602"/>
                  </a:cubicBezTo>
                  <a:cubicBezTo>
                    <a:pt x="363305" y="226650"/>
                    <a:pt x="365944" y="227451"/>
                    <a:pt x="368607" y="227899"/>
                  </a:cubicBezTo>
                  <a:cubicBezTo>
                    <a:pt x="368796" y="228676"/>
                    <a:pt x="369008" y="229431"/>
                    <a:pt x="369197" y="230208"/>
                  </a:cubicBezTo>
                  <a:cubicBezTo>
                    <a:pt x="366133" y="232400"/>
                    <a:pt x="363328" y="235087"/>
                    <a:pt x="359958" y="236666"/>
                  </a:cubicBezTo>
                  <a:cubicBezTo>
                    <a:pt x="352581" y="240083"/>
                    <a:pt x="345110" y="243454"/>
                    <a:pt x="337403" y="245928"/>
                  </a:cubicBezTo>
                  <a:cubicBezTo>
                    <a:pt x="314448" y="253258"/>
                    <a:pt x="294155" y="265184"/>
                    <a:pt x="275466" y="280149"/>
                  </a:cubicBezTo>
                  <a:cubicBezTo>
                    <a:pt x="239618" y="308856"/>
                    <a:pt x="209640" y="343053"/>
                    <a:pt x="183149" y="380338"/>
                  </a:cubicBezTo>
                  <a:cubicBezTo>
                    <a:pt x="145840" y="432848"/>
                    <a:pt x="114919" y="488540"/>
                    <a:pt x="100283" y="552033"/>
                  </a:cubicBezTo>
                  <a:cubicBezTo>
                    <a:pt x="98256" y="560824"/>
                    <a:pt x="97101" y="569827"/>
                    <a:pt x="95546" y="578736"/>
                  </a:cubicBezTo>
                  <a:cubicBezTo>
                    <a:pt x="96253" y="578901"/>
                    <a:pt x="96960" y="579042"/>
                    <a:pt x="97667" y="579207"/>
                  </a:cubicBezTo>
                  <a:cubicBezTo>
                    <a:pt x="99104" y="576685"/>
                    <a:pt x="100778" y="574258"/>
                    <a:pt x="101909" y="571618"/>
                  </a:cubicBezTo>
                  <a:cubicBezTo>
                    <a:pt x="110040" y="552551"/>
                    <a:pt x="118030" y="533437"/>
                    <a:pt x="126137" y="514371"/>
                  </a:cubicBezTo>
                  <a:cubicBezTo>
                    <a:pt x="129885" y="505533"/>
                    <a:pt x="133161" y="496412"/>
                    <a:pt x="137709" y="487998"/>
                  </a:cubicBezTo>
                  <a:cubicBezTo>
                    <a:pt x="144756" y="474941"/>
                    <a:pt x="153476" y="471382"/>
                    <a:pt x="167994" y="474399"/>
                  </a:cubicBezTo>
                  <a:cubicBezTo>
                    <a:pt x="179614" y="476827"/>
                    <a:pt x="189724" y="474069"/>
                    <a:pt x="197573" y="465160"/>
                  </a:cubicBezTo>
                  <a:cubicBezTo>
                    <a:pt x="201956" y="460187"/>
                    <a:pt x="205798" y="454649"/>
                    <a:pt x="209310" y="449016"/>
                  </a:cubicBezTo>
                  <a:cubicBezTo>
                    <a:pt x="217417" y="436006"/>
                    <a:pt x="224511" y="422360"/>
                    <a:pt x="233161" y="409728"/>
                  </a:cubicBezTo>
                  <a:cubicBezTo>
                    <a:pt x="266675" y="360847"/>
                    <a:pt x="309828" y="323256"/>
                    <a:pt x="364907" y="300371"/>
                  </a:cubicBezTo>
                  <a:cubicBezTo>
                    <a:pt x="407636" y="282601"/>
                    <a:pt x="451261" y="277581"/>
                    <a:pt x="496701" y="290095"/>
                  </a:cubicBezTo>
                  <a:cubicBezTo>
                    <a:pt x="509734" y="293701"/>
                    <a:pt x="524087" y="293136"/>
                    <a:pt x="537828" y="293348"/>
                  </a:cubicBezTo>
                  <a:cubicBezTo>
                    <a:pt x="542565" y="293418"/>
                    <a:pt x="547844" y="290732"/>
                    <a:pt x="551992" y="287974"/>
                  </a:cubicBezTo>
                  <a:cubicBezTo>
                    <a:pt x="558120" y="283873"/>
                    <a:pt x="557507" y="278995"/>
                    <a:pt x="551191" y="275318"/>
                  </a:cubicBezTo>
                  <a:cubicBezTo>
                    <a:pt x="549305" y="274210"/>
                    <a:pt x="547184" y="273150"/>
                    <a:pt x="545063" y="272820"/>
                  </a:cubicBezTo>
                  <a:cubicBezTo>
                    <a:pt x="527505" y="270251"/>
                    <a:pt x="509946" y="265914"/>
                    <a:pt x="492364" y="265844"/>
                  </a:cubicBezTo>
                  <a:cubicBezTo>
                    <a:pt x="463234" y="265749"/>
                    <a:pt x="433986" y="267258"/>
                    <a:pt x="404997" y="270274"/>
                  </a:cubicBezTo>
                  <a:cubicBezTo>
                    <a:pt x="376079" y="273268"/>
                    <a:pt x="348504" y="281469"/>
                    <a:pt x="324158" y="298792"/>
                  </a:cubicBezTo>
                  <a:cubicBezTo>
                    <a:pt x="282324" y="328535"/>
                    <a:pt x="244992" y="363110"/>
                    <a:pt x="212232" y="402539"/>
                  </a:cubicBezTo>
                  <a:cubicBezTo>
                    <a:pt x="199505" y="417859"/>
                    <a:pt x="186189" y="433225"/>
                    <a:pt x="184209" y="454531"/>
                  </a:cubicBezTo>
                  <a:cubicBezTo>
                    <a:pt x="184092" y="455709"/>
                    <a:pt x="183408" y="456864"/>
                    <a:pt x="182842" y="457948"/>
                  </a:cubicBezTo>
                  <a:cubicBezTo>
                    <a:pt x="178883" y="465490"/>
                    <a:pt x="171247" y="468012"/>
                    <a:pt x="163234" y="464170"/>
                  </a:cubicBezTo>
                  <a:cubicBezTo>
                    <a:pt x="155056" y="460234"/>
                    <a:pt x="158921" y="454319"/>
                    <a:pt x="161325" y="449087"/>
                  </a:cubicBezTo>
                  <a:cubicBezTo>
                    <a:pt x="174688" y="419886"/>
                    <a:pt x="192883" y="393890"/>
                    <a:pt x="212892" y="368813"/>
                  </a:cubicBezTo>
                  <a:cubicBezTo>
                    <a:pt x="235023" y="341073"/>
                    <a:pt x="256635" y="313381"/>
                    <a:pt x="287839" y="294715"/>
                  </a:cubicBezTo>
                  <a:cubicBezTo>
                    <a:pt x="318690" y="276261"/>
                    <a:pt x="349564" y="258349"/>
                    <a:pt x="385577" y="251868"/>
                  </a:cubicBezTo>
                  <a:cubicBezTo>
                    <a:pt x="389418" y="251184"/>
                    <a:pt x="393236" y="249864"/>
                    <a:pt x="396842" y="248332"/>
                  </a:cubicBezTo>
                  <a:cubicBezTo>
                    <a:pt x="404620" y="245009"/>
                    <a:pt x="405892" y="241238"/>
                    <a:pt x="400519" y="234804"/>
                  </a:cubicBezTo>
                  <a:cubicBezTo>
                    <a:pt x="388570" y="220522"/>
                    <a:pt x="374099" y="210340"/>
                    <a:pt x="354773" y="208832"/>
                  </a:cubicBezTo>
                  <a:cubicBezTo>
                    <a:pt x="352817" y="208691"/>
                    <a:pt x="350884" y="207913"/>
                    <a:pt x="348645" y="207371"/>
                  </a:cubicBezTo>
                  <a:cubicBezTo>
                    <a:pt x="357035" y="193301"/>
                    <a:pt x="374735" y="187338"/>
                    <a:pt x="388475" y="194974"/>
                  </a:cubicBezTo>
                  <a:cubicBezTo>
                    <a:pt x="398963" y="200795"/>
                    <a:pt x="408037" y="209091"/>
                    <a:pt x="417794" y="216256"/>
                  </a:cubicBezTo>
                  <a:cubicBezTo>
                    <a:pt x="420788" y="218448"/>
                    <a:pt x="423875" y="220522"/>
                    <a:pt x="426915" y="222643"/>
                  </a:cubicBezTo>
                  <a:cubicBezTo>
                    <a:pt x="427457" y="222195"/>
                    <a:pt x="427999" y="221771"/>
                    <a:pt x="428518" y="221323"/>
                  </a:cubicBezTo>
                  <a:cubicBezTo>
                    <a:pt x="427339" y="217411"/>
                    <a:pt x="425878" y="213546"/>
                    <a:pt x="425077" y="209539"/>
                  </a:cubicBezTo>
                  <a:cubicBezTo>
                    <a:pt x="423757" y="203058"/>
                    <a:pt x="421990" y="196506"/>
                    <a:pt x="421990" y="190001"/>
                  </a:cubicBezTo>
                  <a:cubicBezTo>
                    <a:pt x="421990" y="182860"/>
                    <a:pt x="427882" y="179961"/>
                    <a:pt x="433915" y="183850"/>
                  </a:cubicBezTo>
                  <a:cubicBezTo>
                    <a:pt x="436838" y="185735"/>
                    <a:pt x="440302" y="189058"/>
                    <a:pt x="440679" y="192099"/>
                  </a:cubicBezTo>
                  <a:cubicBezTo>
                    <a:pt x="441645" y="199852"/>
                    <a:pt x="446713" y="202963"/>
                    <a:pt x="452840" y="204213"/>
                  </a:cubicBezTo>
                  <a:cubicBezTo>
                    <a:pt x="463187" y="206334"/>
                    <a:pt x="473745" y="207441"/>
                    <a:pt x="484210" y="208903"/>
                  </a:cubicBezTo>
                  <a:cubicBezTo>
                    <a:pt x="505680" y="211896"/>
                    <a:pt x="527363" y="213852"/>
                    <a:pt x="548551" y="218212"/>
                  </a:cubicBezTo>
                  <a:cubicBezTo>
                    <a:pt x="560170" y="220593"/>
                    <a:pt x="570823" y="227357"/>
                    <a:pt x="582183" y="231481"/>
                  </a:cubicBezTo>
                  <a:cubicBezTo>
                    <a:pt x="592718" y="235299"/>
                    <a:pt x="596088" y="233579"/>
                    <a:pt x="600873" y="223609"/>
                  </a:cubicBezTo>
                  <a:cubicBezTo>
                    <a:pt x="604431" y="216209"/>
                    <a:pt x="610158" y="211401"/>
                    <a:pt x="618077" y="209704"/>
                  </a:cubicBezTo>
                  <a:cubicBezTo>
                    <a:pt x="620387" y="209209"/>
                    <a:pt x="624040" y="209845"/>
                    <a:pt x="625336" y="211401"/>
                  </a:cubicBezTo>
                  <a:cubicBezTo>
                    <a:pt x="626444" y="212697"/>
                    <a:pt x="625713" y="216492"/>
                    <a:pt x="624606" y="218542"/>
                  </a:cubicBezTo>
                  <a:cubicBezTo>
                    <a:pt x="615155" y="236100"/>
                    <a:pt x="594674" y="245999"/>
                    <a:pt x="575136" y="242558"/>
                  </a:cubicBezTo>
                  <a:cubicBezTo>
                    <a:pt x="569550" y="241568"/>
                    <a:pt x="564059" y="240178"/>
                    <a:pt x="558544" y="238834"/>
                  </a:cubicBezTo>
                  <a:cubicBezTo>
                    <a:pt x="538747" y="233979"/>
                    <a:pt x="518808" y="230821"/>
                    <a:pt x="498374" y="234144"/>
                  </a:cubicBezTo>
                  <a:cubicBezTo>
                    <a:pt x="491681" y="235228"/>
                    <a:pt x="484846" y="236195"/>
                    <a:pt x="479284" y="243053"/>
                  </a:cubicBezTo>
                  <a:cubicBezTo>
                    <a:pt x="483715" y="244774"/>
                    <a:pt x="487179" y="246730"/>
                    <a:pt x="490903" y="247460"/>
                  </a:cubicBezTo>
                  <a:cubicBezTo>
                    <a:pt x="504950" y="250194"/>
                    <a:pt x="519067" y="252551"/>
                    <a:pt x="533161" y="254979"/>
                  </a:cubicBezTo>
                  <a:cubicBezTo>
                    <a:pt x="568560" y="261036"/>
                    <a:pt x="603465" y="268507"/>
                    <a:pt x="634222" y="288610"/>
                  </a:cubicBezTo>
                  <a:cubicBezTo>
                    <a:pt x="637686" y="290873"/>
                    <a:pt x="641669" y="292523"/>
                    <a:pt x="645582" y="293937"/>
                  </a:cubicBezTo>
                  <a:cubicBezTo>
                    <a:pt x="654113" y="296977"/>
                    <a:pt x="655739" y="295964"/>
                    <a:pt x="657507" y="287267"/>
                  </a:cubicBezTo>
                  <a:cubicBezTo>
                    <a:pt x="659228" y="278783"/>
                    <a:pt x="662833" y="276119"/>
                    <a:pt x="671130" y="278688"/>
                  </a:cubicBezTo>
                  <a:cubicBezTo>
                    <a:pt x="677422" y="280644"/>
                    <a:pt x="683951" y="283119"/>
                    <a:pt x="689183" y="286961"/>
                  </a:cubicBezTo>
                  <a:cubicBezTo>
                    <a:pt x="712115" y="303788"/>
                    <a:pt x="735047" y="320640"/>
                    <a:pt x="757059" y="338599"/>
                  </a:cubicBezTo>
                  <a:cubicBezTo>
                    <a:pt x="768466" y="347908"/>
                    <a:pt x="778082" y="359457"/>
                    <a:pt x="788146" y="370345"/>
                  </a:cubicBezTo>
                  <a:cubicBezTo>
                    <a:pt x="789819" y="372136"/>
                    <a:pt x="789583" y="375695"/>
                    <a:pt x="790220" y="378429"/>
                  </a:cubicBezTo>
                  <a:cubicBezTo>
                    <a:pt x="787439" y="378759"/>
                    <a:pt x="784516" y="379772"/>
                    <a:pt x="781900" y="379254"/>
                  </a:cubicBezTo>
                  <a:cubicBezTo>
                    <a:pt x="777092" y="378288"/>
                    <a:pt x="772497" y="376355"/>
                    <a:pt x="767759" y="374941"/>
                  </a:cubicBezTo>
                  <a:cubicBezTo>
                    <a:pt x="758898" y="372278"/>
                    <a:pt x="755905" y="374729"/>
                    <a:pt x="757931" y="383779"/>
                  </a:cubicBezTo>
                  <a:cubicBezTo>
                    <a:pt x="759416" y="390496"/>
                    <a:pt x="762126" y="396930"/>
                    <a:pt x="764083" y="403553"/>
                  </a:cubicBezTo>
                  <a:cubicBezTo>
                    <a:pt x="764766" y="405886"/>
                    <a:pt x="764837" y="408384"/>
                    <a:pt x="765473" y="412839"/>
                  </a:cubicBezTo>
                  <a:cubicBezTo>
                    <a:pt x="760406" y="409421"/>
                    <a:pt x="757130" y="407324"/>
                    <a:pt x="753972" y="405061"/>
                  </a:cubicBezTo>
                  <a:cubicBezTo>
                    <a:pt x="746124" y="399476"/>
                    <a:pt x="738488" y="393513"/>
                    <a:pt x="730404" y="388304"/>
                  </a:cubicBezTo>
                  <a:cubicBezTo>
                    <a:pt x="727458" y="386419"/>
                    <a:pt x="723427" y="386230"/>
                    <a:pt x="717653" y="384628"/>
                  </a:cubicBezTo>
                  <a:cubicBezTo>
                    <a:pt x="719515" y="390732"/>
                    <a:pt x="720034" y="394715"/>
                    <a:pt x="721872" y="397967"/>
                  </a:cubicBezTo>
                  <a:cubicBezTo>
                    <a:pt x="726114" y="405485"/>
                    <a:pt x="730498" y="413004"/>
                    <a:pt x="735659" y="419909"/>
                  </a:cubicBezTo>
                  <a:cubicBezTo>
                    <a:pt x="748457" y="436973"/>
                    <a:pt x="761844" y="453659"/>
                    <a:pt x="781028" y="464147"/>
                  </a:cubicBezTo>
                  <a:cubicBezTo>
                    <a:pt x="789819" y="468955"/>
                    <a:pt x="799529" y="473221"/>
                    <a:pt x="808839" y="466244"/>
                  </a:cubicBezTo>
                  <a:cubicBezTo>
                    <a:pt x="818125" y="459268"/>
                    <a:pt x="816711" y="448615"/>
                    <a:pt x="814778" y="438882"/>
                  </a:cubicBezTo>
                  <a:cubicBezTo>
                    <a:pt x="811172" y="420522"/>
                    <a:pt x="804620" y="402445"/>
                    <a:pt x="803536" y="383991"/>
                  </a:cubicBezTo>
                  <a:cubicBezTo>
                    <a:pt x="802711" y="369850"/>
                    <a:pt x="796913" y="360069"/>
                    <a:pt x="788523" y="350689"/>
                  </a:cubicBezTo>
                  <a:cubicBezTo>
                    <a:pt x="761961" y="320993"/>
                    <a:pt x="731629" y="295681"/>
                    <a:pt x="698445" y="273715"/>
                  </a:cubicBezTo>
                  <a:cubicBezTo>
                    <a:pt x="685718" y="265278"/>
                    <a:pt x="672143" y="260164"/>
                    <a:pt x="656635" y="261201"/>
                  </a:cubicBezTo>
                  <a:cubicBezTo>
                    <a:pt x="648975" y="261719"/>
                    <a:pt x="641316" y="262238"/>
                    <a:pt x="633656" y="262379"/>
                  </a:cubicBezTo>
                  <a:cubicBezTo>
                    <a:pt x="625855" y="262520"/>
                    <a:pt x="622909" y="259174"/>
                    <a:pt x="623427" y="251420"/>
                  </a:cubicBezTo>
                  <a:cubicBezTo>
                    <a:pt x="624394" y="236454"/>
                    <a:pt x="635306" y="226650"/>
                    <a:pt x="650130" y="227781"/>
                  </a:cubicBezTo>
                  <a:cubicBezTo>
                    <a:pt x="655009" y="228158"/>
                    <a:pt x="660312" y="228488"/>
                    <a:pt x="664554" y="230585"/>
                  </a:cubicBezTo>
                  <a:cubicBezTo>
                    <a:pt x="680604" y="238622"/>
                    <a:pt x="697290" y="245976"/>
                    <a:pt x="711973" y="256133"/>
                  </a:cubicBezTo>
                  <a:cubicBezTo>
                    <a:pt x="758521" y="288351"/>
                    <a:pt x="796560" y="329855"/>
                    <a:pt x="835235" y="370746"/>
                  </a:cubicBezTo>
                  <a:cubicBezTo>
                    <a:pt x="854585" y="391203"/>
                    <a:pt x="875890" y="409798"/>
                    <a:pt x="896513" y="428983"/>
                  </a:cubicBezTo>
                  <a:cubicBezTo>
                    <a:pt x="899600" y="431835"/>
                    <a:pt x="903913" y="433367"/>
                    <a:pt x="907660" y="435511"/>
                  </a:cubicBezTo>
                  <a:cubicBezTo>
                    <a:pt x="908462" y="435087"/>
                    <a:pt x="909263" y="434663"/>
                    <a:pt x="910064" y="434215"/>
                  </a:cubicBezTo>
                  <a:cubicBezTo>
                    <a:pt x="909381" y="430114"/>
                    <a:pt x="909805" y="425330"/>
                    <a:pt x="907778" y="422077"/>
                  </a:cubicBezTo>
                  <a:cubicBezTo>
                    <a:pt x="900260" y="409940"/>
                    <a:pt x="892482" y="397920"/>
                    <a:pt x="883786" y="386631"/>
                  </a:cubicBezTo>
                  <a:cubicBezTo>
                    <a:pt x="875608" y="376002"/>
                    <a:pt x="866157" y="366339"/>
                    <a:pt x="857248" y="356228"/>
                  </a:cubicBezTo>
                  <a:cubicBezTo>
                    <a:pt x="861255" y="358019"/>
                    <a:pt x="864366" y="360682"/>
                    <a:pt x="867594" y="363204"/>
                  </a:cubicBezTo>
                  <a:cubicBezTo>
                    <a:pt x="915037" y="400277"/>
                    <a:pt x="957602" y="442252"/>
                    <a:pt x="994769" y="489671"/>
                  </a:cubicBezTo>
                  <a:cubicBezTo>
                    <a:pt x="1015367" y="515973"/>
                    <a:pt x="1035872" y="542346"/>
                    <a:pt x="1056777" y="568413"/>
                  </a:cubicBezTo>
                  <a:cubicBezTo>
                    <a:pt x="1061538" y="574328"/>
                    <a:pt x="1067453" y="579490"/>
                    <a:pt x="1073534" y="584086"/>
                  </a:cubicBezTo>
                  <a:cubicBezTo>
                    <a:pt x="1075985" y="585947"/>
                    <a:pt x="1080251" y="585382"/>
                    <a:pt x="1083692" y="585900"/>
                  </a:cubicBezTo>
                  <a:cubicBezTo>
                    <a:pt x="1083220" y="582954"/>
                    <a:pt x="1083645" y="579466"/>
                    <a:pt x="1082160" y="577157"/>
                  </a:cubicBezTo>
                  <a:cubicBezTo>
                    <a:pt x="1073817" y="564029"/>
                    <a:pt x="1065214" y="551019"/>
                    <a:pt x="1056353" y="538245"/>
                  </a:cubicBezTo>
                  <a:cubicBezTo>
                    <a:pt x="1041434" y="516704"/>
                    <a:pt x="1025949" y="495563"/>
                    <a:pt x="1011361" y="473810"/>
                  </a:cubicBezTo>
                  <a:cubicBezTo>
                    <a:pt x="1007778" y="468483"/>
                    <a:pt x="1005775" y="461672"/>
                    <a:pt x="1004597" y="455238"/>
                  </a:cubicBezTo>
                  <a:cubicBezTo>
                    <a:pt x="1002994" y="446447"/>
                    <a:pt x="1007802" y="442700"/>
                    <a:pt x="1015132" y="447248"/>
                  </a:cubicBezTo>
                  <a:cubicBezTo>
                    <a:pt x="1022344" y="451703"/>
                    <a:pt x="1029155" y="457501"/>
                    <a:pt x="1034528" y="464052"/>
                  </a:cubicBezTo>
                  <a:cubicBezTo>
                    <a:pt x="1044262" y="475884"/>
                    <a:pt x="1051969" y="489388"/>
                    <a:pt x="1061985" y="500937"/>
                  </a:cubicBezTo>
                  <a:cubicBezTo>
                    <a:pt x="1078153" y="519603"/>
                    <a:pt x="1095429" y="537326"/>
                    <a:pt x="1112445" y="555214"/>
                  </a:cubicBezTo>
                  <a:cubicBezTo>
                    <a:pt x="1114708" y="557595"/>
                    <a:pt x="1118290" y="558726"/>
                    <a:pt x="1122603" y="561201"/>
                  </a:cubicBezTo>
                  <a:cubicBezTo>
                    <a:pt x="1122037" y="557595"/>
                    <a:pt x="1122108" y="556016"/>
                    <a:pt x="1121542" y="554743"/>
                  </a:cubicBezTo>
                  <a:cubicBezTo>
                    <a:pt x="1119586" y="550477"/>
                    <a:pt x="1117866" y="545999"/>
                    <a:pt x="1115226" y="542205"/>
                  </a:cubicBezTo>
                  <a:cubicBezTo>
                    <a:pt x="1097738" y="517034"/>
                    <a:pt x="1080416" y="491745"/>
                    <a:pt x="1062245" y="467069"/>
                  </a:cubicBezTo>
                  <a:cubicBezTo>
                    <a:pt x="1055316" y="457312"/>
                    <a:pt x="1046218" y="449063"/>
                    <a:pt x="1037851" y="440319"/>
                  </a:cubicBezTo>
                  <a:close/>
                  <a:moveTo>
                    <a:pt x="503418" y="55780"/>
                  </a:moveTo>
                  <a:cubicBezTo>
                    <a:pt x="488617" y="59999"/>
                    <a:pt x="475254" y="59598"/>
                    <a:pt x="460736" y="55945"/>
                  </a:cubicBezTo>
                  <a:cubicBezTo>
                    <a:pt x="470187" y="47390"/>
                    <a:pt x="493331" y="47272"/>
                    <a:pt x="503418" y="55780"/>
                  </a:cubicBezTo>
                  <a:close/>
                  <a:moveTo>
                    <a:pt x="341999" y="187126"/>
                  </a:moveTo>
                  <a:cubicBezTo>
                    <a:pt x="311926" y="208266"/>
                    <a:pt x="281782" y="229313"/>
                    <a:pt x="251214" y="249699"/>
                  </a:cubicBezTo>
                  <a:cubicBezTo>
                    <a:pt x="243342" y="254955"/>
                    <a:pt x="234056" y="258372"/>
                    <a:pt x="225006" y="261436"/>
                  </a:cubicBezTo>
                  <a:cubicBezTo>
                    <a:pt x="214801" y="264877"/>
                    <a:pt x="210040" y="259951"/>
                    <a:pt x="212986" y="249676"/>
                  </a:cubicBezTo>
                  <a:cubicBezTo>
                    <a:pt x="214636" y="243949"/>
                    <a:pt x="217417" y="239235"/>
                    <a:pt x="223757" y="236572"/>
                  </a:cubicBezTo>
                  <a:cubicBezTo>
                    <a:pt x="240703" y="229454"/>
                    <a:pt x="257766" y="222337"/>
                    <a:pt x="273981" y="213711"/>
                  </a:cubicBezTo>
                  <a:cubicBezTo>
                    <a:pt x="296842" y="201573"/>
                    <a:pt x="318878" y="187927"/>
                    <a:pt x="341457" y="175247"/>
                  </a:cubicBezTo>
                  <a:cubicBezTo>
                    <a:pt x="346642" y="172325"/>
                    <a:pt x="352581" y="170699"/>
                    <a:pt x="358167" y="168483"/>
                  </a:cubicBezTo>
                  <a:cubicBezTo>
                    <a:pt x="358756" y="169402"/>
                    <a:pt x="359369" y="170321"/>
                    <a:pt x="359958" y="171241"/>
                  </a:cubicBezTo>
                  <a:cubicBezTo>
                    <a:pt x="353972" y="176567"/>
                    <a:pt x="348480" y="182553"/>
                    <a:pt x="341999" y="18712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173" name="Google Shape;3173;p58"/>
            <p:cNvSpPr/>
            <p:nvPr/>
          </p:nvSpPr>
          <p:spPr>
            <a:xfrm>
              <a:off x="190581" y="2180046"/>
              <a:ext cx="1006655" cy="452263"/>
            </a:xfrm>
            <a:custGeom>
              <a:rect b="b" l="l" r="r" t="t"/>
              <a:pathLst>
                <a:path extrusionOk="0" h="452263" w="1006655">
                  <a:moveTo>
                    <a:pt x="12020" y="446890"/>
                  </a:moveTo>
                  <a:cubicBezTo>
                    <a:pt x="21777" y="438900"/>
                    <a:pt x="31794" y="431099"/>
                    <a:pt x="40726" y="422238"/>
                  </a:cubicBezTo>
                  <a:cubicBezTo>
                    <a:pt x="69031" y="394144"/>
                    <a:pt x="96465" y="365155"/>
                    <a:pt x="125077" y="337368"/>
                  </a:cubicBezTo>
                  <a:cubicBezTo>
                    <a:pt x="141362" y="321554"/>
                    <a:pt x="158709" y="306659"/>
                    <a:pt x="176668" y="292777"/>
                  </a:cubicBezTo>
                  <a:cubicBezTo>
                    <a:pt x="188900" y="283326"/>
                    <a:pt x="195334" y="285518"/>
                    <a:pt x="204313" y="297986"/>
                  </a:cubicBezTo>
                  <a:cubicBezTo>
                    <a:pt x="211172" y="307507"/>
                    <a:pt x="216734" y="309039"/>
                    <a:pt x="226114" y="302252"/>
                  </a:cubicBezTo>
                  <a:cubicBezTo>
                    <a:pt x="235305" y="295605"/>
                    <a:pt x="243649" y="287781"/>
                    <a:pt x="252416" y="280545"/>
                  </a:cubicBezTo>
                  <a:cubicBezTo>
                    <a:pt x="264719" y="270364"/>
                    <a:pt x="278223" y="262303"/>
                    <a:pt x="293590" y="257661"/>
                  </a:cubicBezTo>
                  <a:cubicBezTo>
                    <a:pt x="303677" y="254620"/>
                    <a:pt x="313717" y="254997"/>
                    <a:pt x="324888" y="258061"/>
                  </a:cubicBezTo>
                  <a:cubicBezTo>
                    <a:pt x="314330" y="272344"/>
                    <a:pt x="296088" y="277811"/>
                    <a:pt x="288499" y="294828"/>
                  </a:cubicBezTo>
                  <a:cubicBezTo>
                    <a:pt x="291280" y="295228"/>
                    <a:pt x="292223" y="295440"/>
                    <a:pt x="293165" y="295488"/>
                  </a:cubicBezTo>
                  <a:cubicBezTo>
                    <a:pt x="294155" y="295535"/>
                    <a:pt x="295239" y="295676"/>
                    <a:pt x="296111" y="295346"/>
                  </a:cubicBezTo>
                  <a:cubicBezTo>
                    <a:pt x="313246" y="289077"/>
                    <a:pt x="325407" y="277387"/>
                    <a:pt x="332972" y="260937"/>
                  </a:cubicBezTo>
                  <a:cubicBezTo>
                    <a:pt x="333561" y="259664"/>
                    <a:pt x="332666" y="256317"/>
                    <a:pt x="331700" y="255940"/>
                  </a:cubicBezTo>
                  <a:cubicBezTo>
                    <a:pt x="325878" y="253725"/>
                    <a:pt x="328259" y="249977"/>
                    <a:pt x="330050" y="247031"/>
                  </a:cubicBezTo>
                  <a:cubicBezTo>
                    <a:pt x="334033" y="240503"/>
                    <a:pt x="338676" y="234399"/>
                    <a:pt x="342753" y="227917"/>
                  </a:cubicBezTo>
                  <a:cubicBezTo>
                    <a:pt x="344709" y="224806"/>
                    <a:pt x="346005" y="221248"/>
                    <a:pt x="348598" y="215827"/>
                  </a:cubicBezTo>
                  <a:cubicBezTo>
                    <a:pt x="342659" y="216746"/>
                    <a:pt x="338746" y="216487"/>
                    <a:pt x="335659" y="217948"/>
                  </a:cubicBezTo>
                  <a:cubicBezTo>
                    <a:pt x="320293" y="225231"/>
                    <a:pt x="304950" y="232584"/>
                    <a:pt x="289984" y="240668"/>
                  </a:cubicBezTo>
                  <a:cubicBezTo>
                    <a:pt x="268914" y="252028"/>
                    <a:pt x="248315" y="264307"/>
                    <a:pt x="227198" y="275620"/>
                  </a:cubicBezTo>
                  <a:cubicBezTo>
                    <a:pt x="221424" y="278707"/>
                    <a:pt x="214542" y="279744"/>
                    <a:pt x="208178" y="281724"/>
                  </a:cubicBezTo>
                  <a:cubicBezTo>
                    <a:pt x="207707" y="281017"/>
                    <a:pt x="207236" y="280333"/>
                    <a:pt x="206764" y="279626"/>
                  </a:cubicBezTo>
                  <a:cubicBezTo>
                    <a:pt x="207471" y="277151"/>
                    <a:pt x="207636" y="274347"/>
                    <a:pt x="208980" y="272273"/>
                  </a:cubicBezTo>
                  <a:cubicBezTo>
                    <a:pt x="219303" y="256459"/>
                    <a:pt x="232029" y="243920"/>
                    <a:pt x="252062" y="241563"/>
                  </a:cubicBezTo>
                  <a:cubicBezTo>
                    <a:pt x="255409" y="241163"/>
                    <a:pt x="258897" y="239961"/>
                    <a:pt x="261820" y="238264"/>
                  </a:cubicBezTo>
                  <a:cubicBezTo>
                    <a:pt x="274405" y="230981"/>
                    <a:pt x="286826" y="223392"/>
                    <a:pt x="299270" y="215874"/>
                  </a:cubicBezTo>
                  <a:cubicBezTo>
                    <a:pt x="309404" y="209746"/>
                    <a:pt x="319208" y="203006"/>
                    <a:pt x="329673" y="197561"/>
                  </a:cubicBezTo>
                  <a:cubicBezTo>
                    <a:pt x="337050" y="193720"/>
                    <a:pt x="344992" y="191410"/>
                    <a:pt x="353759" y="195582"/>
                  </a:cubicBezTo>
                  <a:cubicBezTo>
                    <a:pt x="359864" y="198504"/>
                    <a:pt x="363446" y="195700"/>
                    <a:pt x="364672" y="188888"/>
                  </a:cubicBezTo>
                  <a:cubicBezTo>
                    <a:pt x="366086" y="181087"/>
                    <a:pt x="370870" y="176350"/>
                    <a:pt x="378836" y="175054"/>
                  </a:cubicBezTo>
                  <a:cubicBezTo>
                    <a:pt x="382489" y="174465"/>
                    <a:pt x="386260" y="174323"/>
                    <a:pt x="389866" y="173545"/>
                  </a:cubicBezTo>
                  <a:cubicBezTo>
                    <a:pt x="398751" y="171636"/>
                    <a:pt x="406953" y="168195"/>
                    <a:pt x="411949" y="160064"/>
                  </a:cubicBezTo>
                  <a:cubicBezTo>
                    <a:pt x="413151" y="158108"/>
                    <a:pt x="413693" y="154337"/>
                    <a:pt x="412586" y="152711"/>
                  </a:cubicBezTo>
                  <a:cubicBezTo>
                    <a:pt x="411431" y="150991"/>
                    <a:pt x="407896" y="150001"/>
                    <a:pt x="405492" y="150142"/>
                  </a:cubicBezTo>
                  <a:cubicBezTo>
                    <a:pt x="390290" y="151038"/>
                    <a:pt x="388334" y="149317"/>
                    <a:pt x="388570" y="134069"/>
                  </a:cubicBezTo>
                  <a:cubicBezTo>
                    <a:pt x="388711" y="125231"/>
                    <a:pt x="386378" y="123581"/>
                    <a:pt x="378553" y="127045"/>
                  </a:cubicBezTo>
                  <a:cubicBezTo>
                    <a:pt x="373887" y="129096"/>
                    <a:pt x="368749" y="131618"/>
                    <a:pt x="365614" y="125584"/>
                  </a:cubicBezTo>
                  <a:cubicBezTo>
                    <a:pt x="362503" y="119598"/>
                    <a:pt x="365897" y="115026"/>
                    <a:pt x="371200" y="112150"/>
                  </a:cubicBezTo>
                  <a:cubicBezTo>
                    <a:pt x="382913" y="105787"/>
                    <a:pt x="395263" y="104844"/>
                    <a:pt x="407660" y="109628"/>
                  </a:cubicBezTo>
                  <a:cubicBezTo>
                    <a:pt x="410182" y="110618"/>
                    <a:pt x="413741" y="114955"/>
                    <a:pt x="413246" y="116722"/>
                  </a:cubicBezTo>
                  <a:cubicBezTo>
                    <a:pt x="411195" y="123958"/>
                    <a:pt x="415603" y="124712"/>
                    <a:pt x="420269" y="124524"/>
                  </a:cubicBezTo>
                  <a:cubicBezTo>
                    <a:pt x="430356" y="124123"/>
                    <a:pt x="440443" y="123180"/>
                    <a:pt x="450531" y="122261"/>
                  </a:cubicBezTo>
                  <a:cubicBezTo>
                    <a:pt x="456918" y="121672"/>
                    <a:pt x="463281" y="120729"/>
                    <a:pt x="469645" y="119928"/>
                  </a:cubicBezTo>
                  <a:cubicBezTo>
                    <a:pt x="470375" y="121177"/>
                    <a:pt x="471106" y="122450"/>
                    <a:pt x="471836" y="123699"/>
                  </a:cubicBezTo>
                  <a:cubicBezTo>
                    <a:pt x="469173" y="125396"/>
                    <a:pt x="466345" y="126880"/>
                    <a:pt x="463870" y="128837"/>
                  </a:cubicBezTo>
                  <a:cubicBezTo>
                    <a:pt x="458049" y="133432"/>
                    <a:pt x="452228" y="138099"/>
                    <a:pt x="446736" y="143072"/>
                  </a:cubicBezTo>
                  <a:cubicBezTo>
                    <a:pt x="445134" y="144533"/>
                    <a:pt x="443389" y="147620"/>
                    <a:pt x="443955" y="149152"/>
                  </a:cubicBezTo>
                  <a:cubicBezTo>
                    <a:pt x="444544" y="150802"/>
                    <a:pt x="447679" y="152263"/>
                    <a:pt x="449847" y="152523"/>
                  </a:cubicBezTo>
                  <a:cubicBezTo>
                    <a:pt x="456965" y="153347"/>
                    <a:pt x="464177" y="154196"/>
                    <a:pt x="471294" y="153960"/>
                  </a:cubicBezTo>
                  <a:cubicBezTo>
                    <a:pt x="506175" y="152758"/>
                    <a:pt x="541033" y="150708"/>
                    <a:pt x="575937" y="149907"/>
                  </a:cubicBezTo>
                  <a:cubicBezTo>
                    <a:pt x="634410" y="148563"/>
                    <a:pt x="692647" y="152051"/>
                    <a:pt x="750649" y="159923"/>
                  </a:cubicBezTo>
                  <a:cubicBezTo>
                    <a:pt x="804267" y="167206"/>
                    <a:pt x="857177" y="177576"/>
                    <a:pt x="909169" y="192683"/>
                  </a:cubicBezTo>
                  <a:cubicBezTo>
                    <a:pt x="916027" y="194686"/>
                    <a:pt x="922909" y="196784"/>
                    <a:pt x="929909" y="198056"/>
                  </a:cubicBezTo>
                  <a:cubicBezTo>
                    <a:pt x="933208" y="198669"/>
                    <a:pt x="936838" y="197420"/>
                    <a:pt x="940326" y="197019"/>
                  </a:cubicBezTo>
                  <a:cubicBezTo>
                    <a:pt x="939053" y="193531"/>
                    <a:pt x="938676" y="189218"/>
                    <a:pt x="936343" y="186767"/>
                  </a:cubicBezTo>
                  <a:cubicBezTo>
                    <a:pt x="932855" y="183138"/>
                    <a:pt x="928330" y="179791"/>
                    <a:pt x="923616" y="178283"/>
                  </a:cubicBezTo>
                  <a:cubicBezTo>
                    <a:pt x="916428" y="175973"/>
                    <a:pt x="908721" y="175360"/>
                    <a:pt x="901226" y="173993"/>
                  </a:cubicBezTo>
                  <a:cubicBezTo>
                    <a:pt x="892577" y="172438"/>
                    <a:pt x="891563" y="169704"/>
                    <a:pt x="897055" y="162893"/>
                  </a:cubicBezTo>
                  <a:cubicBezTo>
                    <a:pt x="905799" y="151981"/>
                    <a:pt x="917253" y="150849"/>
                    <a:pt x="929178" y="155327"/>
                  </a:cubicBezTo>
                  <a:cubicBezTo>
                    <a:pt x="943225" y="160630"/>
                    <a:pt x="956565" y="167818"/>
                    <a:pt x="970682" y="172956"/>
                  </a:cubicBezTo>
                  <a:cubicBezTo>
                    <a:pt x="979049" y="175997"/>
                    <a:pt x="988240" y="177175"/>
                    <a:pt x="997173" y="178236"/>
                  </a:cubicBezTo>
                  <a:cubicBezTo>
                    <a:pt x="1002405" y="178848"/>
                    <a:pt x="1006435" y="175384"/>
                    <a:pt x="1006647" y="169892"/>
                  </a:cubicBezTo>
                  <a:cubicBezTo>
                    <a:pt x="1006883" y="163906"/>
                    <a:pt x="1002051" y="162068"/>
                    <a:pt x="997149" y="161596"/>
                  </a:cubicBezTo>
                  <a:cubicBezTo>
                    <a:pt x="974618" y="159428"/>
                    <a:pt x="953972" y="151108"/>
                    <a:pt x="934010" y="141375"/>
                  </a:cubicBezTo>
                  <a:cubicBezTo>
                    <a:pt x="898398" y="123981"/>
                    <a:pt x="861632" y="109958"/>
                    <a:pt x="823380" y="99800"/>
                  </a:cubicBezTo>
                  <a:cubicBezTo>
                    <a:pt x="770941" y="85872"/>
                    <a:pt x="718101" y="74842"/>
                    <a:pt x="663305" y="78306"/>
                  </a:cubicBezTo>
                  <a:cubicBezTo>
                    <a:pt x="661584" y="78424"/>
                    <a:pt x="659840" y="78047"/>
                    <a:pt x="656046" y="77741"/>
                  </a:cubicBezTo>
                  <a:cubicBezTo>
                    <a:pt x="664035" y="74465"/>
                    <a:pt x="670045" y="72296"/>
                    <a:pt x="675796" y="69586"/>
                  </a:cubicBezTo>
                  <a:cubicBezTo>
                    <a:pt x="704644" y="55963"/>
                    <a:pt x="734599" y="54219"/>
                    <a:pt x="765544" y="60300"/>
                  </a:cubicBezTo>
                  <a:cubicBezTo>
                    <a:pt x="799812" y="67041"/>
                    <a:pt x="832548" y="78613"/>
                    <a:pt x="865025" y="91080"/>
                  </a:cubicBezTo>
                  <a:cubicBezTo>
                    <a:pt x="899529" y="104326"/>
                    <a:pt x="933585" y="118938"/>
                    <a:pt x="969951" y="126668"/>
                  </a:cubicBezTo>
                  <a:cubicBezTo>
                    <a:pt x="977635" y="128294"/>
                    <a:pt x="985601" y="130793"/>
                    <a:pt x="994934" y="126975"/>
                  </a:cubicBezTo>
                  <a:cubicBezTo>
                    <a:pt x="992270" y="124076"/>
                    <a:pt x="990691" y="121577"/>
                    <a:pt x="988429" y="120022"/>
                  </a:cubicBezTo>
                  <a:cubicBezTo>
                    <a:pt x="983126" y="116416"/>
                    <a:pt x="977729" y="112857"/>
                    <a:pt x="972025" y="109982"/>
                  </a:cubicBezTo>
                  <a:cubicBezTo>
                    <a:pt x="924559" y="85919"/>
                    <a:pt x="875466" y="65980"/>
                    <a:pt x="823687" y="53371"/>
                  </a:cubicBezTo>
                  <a:cubicBezTo>
                    <a:pt x="775325" y="41587"/>
                    <a:pt x="726727" y="30698"/>
                    <a:pt x="678153" y="19810"/>
                  </a:cubicBezTo>
                  <a:cubicBezTo>
                    <a:pt x="671059" y="18207"/>
                    <a:pt x="663470" y="18796"/>
                    <a:pt x="656117" y="18372"/>
                  </a:cubicBezTo>
                  <a:cubicBezTo>
                    <a:pt x="655975" y="19173"/>
                    <a:pt x="655834" y="19998"/>
                    <a:pt x="655692" y="20800"/>
                  </a:cubicBezTo>
                  <a:cubicBezTo>
                    <a:pt x="658850" y="23463"/>
                    <a:pt x="662244" y="25914"/>
                    <a:pt x="665120" y="28860"/>
                  </a:cubicBezTo>
                  <a:cubicBezTo>
                    <a:pt x="668254" y="32065"/>
                    <a:pt x="671365" y="35742"/>
                    <a:pt x="667971" y="40573"/>
                  </a:cubicBezTo>
                  <a:cubicBezTo>
                    <a:pt x="664389" y="45688"/>
                    <a:pt x="658945" y="47856"/>
                    <a:pt x="653783" y="44627"/>
                  </a:cubicBezTo>
                  <a:cubicBezTo>
                    <a:pt x="649447" y="41917"/>
                    <a:pt x="646359" y="37085"/>
                    <a:pt x="643060" y="32914"/>
                  </a:cubicBezTo>
                  <a:cubicBezTo>
                    <a:pt x="639289" y="28106"/>
                    <a:pt x="636390" y="22544"/>
                    <a:pt x="632218" y="18136"/>
                  </a:cubicBezTo>
                  <a:cubicBezTo>
                    <a:pt x="627575" y="13234"/>
                    <a:pt x="621118" y="10359"/>
                    <a:pt x="614778" y="14153"/>
                  </a:cubicBezTo>
                  <a:cubicBezTo>
                    <a:pt x="608297" y="18042"/>
                    <a:pt x="609970" y="24759"/>
                    <a:pt x="611596" y="30934"/>
                  </a:cubicBezTo>
                  <a:cubicBezTo>
                    <a:pt x="612350" y="33786"/>
                    <a:pt x="613269" y="36755"/>
                    <a:pt x="613128" y="39607"/>
                  </a:cubicBezTo>
                  <a:cubicBezTo>
                    <a:pt x="613010" y="41823"/>
                    <a:pt x="611902" y="44556"/>
                    <a:pt x="610300" y="46065"/>
                  </a:cubicBezTo>
                  <a:cubicBezTo>
                    <a:pt x="603041" y="52923"/>
                    <a:pt x="581523" y="49176"/>
                    <a:pt x="577139" y="40243"/>
                  </a:cubicBezTo>
                  <a:cubicBezTo>
                    <a:pt x="575937" y="37792"/>
                    <a:pt x="575631" y="34469"/>
                    <a:pt x="576032" y="31688"/>
                  </a:cubicBezTo>
                  <a:cubicBezTo>
                    <a:pt x="577493" y="21625"/>
                    <a:pt x="575160" y="17807"/>
                    <a:pt x="565025" y="17524"/>
                  </a:cubicBezTo>
                  <a:cubicBezTo>
                    <a:pt x="556446" y="17288"/>
                    <a:pt x="547679" y="17665"/>
                    <a:pt x="539242" y="19173"/>
                  </a:cubicBezTo>
                  <a:cubicBezTo>
                    <a:pt x="522791" y="22096"/>
                    <a:pt x="507189" y="27587"/>
                    <a:pt x="494674" y="39348"/>
                  </a:cubicBezTo>
                  <a:cubicBezTo>
                    <a:pt x="492058" y="41799"/>
                    <a:pt x="490361" y="45264"/>
                    <a:pt x="488263" y="48280"/>
                  </a:cubicBezTo>
                  <a:cubicBezTo>
                    <a:pt x="488735" y="49176"/>
                    <a:pt x="489230" y="50071"/>
                    <a:pt x="489701" y="50967"/>
                  </a:cubicBezTo>
                  <a:cubicBezTo>
                    <a:pt x="503559" y="49647"/>
                    <a:pt x="517441" y="48351"/>
                    <a:pt x="531299" y="47031"/>
                  </a:cubicBezTo>
                  <a:cubicBezTo>
                    <a:pt x="526114" y="50519"/>
                    <a:pt x="520646" y="52711"/>
                    <a:pt x="515697" y="55799"/>
                  </a:cubicBezTo>
                  <a:cubicBezTo>
                    <a:pt x="509734" y="59522"/>
                    <a:pt x="510017" y="64118"/>
                    <a:pt x="516592" y="66475"/>
                  </a:cubicBezTo>
                  <a:cubicBezTo>
                    <a:pt x="522791" y="68690"/>
                    <a:pt x="529508" y="70647"/>
                    <a:pt x="535989" y="70694"/>
                  </a:cubicBezTo>
                  <a:cubicBezTo>
                    <a:pt x="559699" y="70835"/>
                    <a:pt x="583432" y="70317"/>
                    <a:pt x="607165" y="69680"/>
                  </a:cubicBezTo>
                  <a:cubicBezTo>
                    <a:pt x="620411" y="69327"/>
                    <a:pt x="633632" y="68313"/>
                    <a:pt x="646854" y="67583"/>
                  </a:cubicBezTo>
                  <a:cubicBezTo>
                    <a:pt x="635494" y="71872"/>
                    <a:pt x="623946" y="74959"/>
                    <a:pt x="612350" y="77835"/>
                  </a:cubicBezTo>
                  <a:cubicBezTo>
                    <a:pt x="578648" y="86154"/>
                    <a:pt x="544851" y="92942"/>
                    <a:pt x="509875" y="85895"/>
                  </a:cubicBezTo>
                  <a:cubicBezTo>
                    <a:pt x="505115" y="84929"/>
                    <a:pt x="499812" y="84952"/>
                    <a:pt x="495145" y="86060"/>
                  </a:cubicBezTo>
                  <a:cubicBezTo>
                    <a:pt x="491869" y="86838"/>
                    <a:pt x="487580" y="89690"/>
                    <a:pt x="486614" y="92589"/>
                  </a:cubicBezTo>
                  <a:cubicBezTo>
                    <a:pt x="484233" y="99683"/>
                    <a:pt x="479331" y="103430"/>
                    <a:pt x="472921" y="104773"/>
                  </a:cubicBezTo>
                  <a:cubicBezTo>
                    <a:pt x="466227" y="106187"/>
                    <a:pt x="459227" y="106541"/>
                    <a:pt x="452345" y="106494"/>
                  </a:cubicBezTo>
                  <a:cubicBezTo>
                    <a:pt x="440656" y="106447"/>
                    <a:pt x="437050" y="101686"/>
                    <a:pt x="440019" y="90467"/>
                  </a:cubicBezTo>
                  <a:cubicBezTo>
                    <a:pt x="448150" y="59829"/>
                    <a:pt x="463022" y="33338"/>
                    <a:pt x="487981" y="13022"/>
                  </a:cubicBezTo>
                  <a:cubicBezTo>
                    <a:pt x="491327" y="10288"/>
                    <a:pt x="493731" y="6399"/>
                    <a:pt x="497431" y="2039"/>
                  </a:cubicBezTo>
                  <a:cubicBezTo>
                    <a:pt x="493401" y="955"/>
                    <a:pt x="491469" y="-129"/>
                    <a:pt x="489654" y="12"/>
                  </a:cubicBezTo>
                  <a:cubicBezTo>
                    <a:pt x="470658" y="1544"/>
                    <a:pt x="451780" y="4090"/>
                    <a:pt x="434999" y="13941"/>
                  </a:cubicBezTo>
                  <a:cubicBezTo>
                    <a:pt x="427316" y="18466"/>
                    <a:pt x="425454" y="25136"/>
                    <a:pt x="427599" y="33856"/>
                  </a:cubicBezTo>
                  <a:cubicBezTo>
                    <a:pt x="428353" y="36944"/>
                    <a:pt x="429366" y="40149"/>
                    <a:pt x="429296" y="43260"/>
                  </a:cubicBezTo>
                  <a:cubicBezTo>
                    <a:pt x="429107" y="51179"/>
                    <a:pt x="422862" y="55469"/>
                    <a:pt x="416192" y="51462"/>
                  </a:cubicBezTo>
                  <a:cubicBezTo>
                    <a:pt x="410960" y="48351"/>
                    <a:pt x="406293" y="43519"/>
                    <a:pt x="402852" y="38429"/>
                  </a:cubicBezTo>
                  <a:cubicBezTo>
                    <a:pt x="399623" y="33644"/>
                    <a:pt x="396677" y="29520"/>
                    <a:pt x="390667" y="28789"/>
                  </a:cubicBezTo>
                  <a:cubicBezTo>
                    <a:pt x="370257" y="26291"/>
                    <a:pt x="351355" y="30510"/>
                    <a:pt x="334834" y="42860"/>
                  </a:cubicBezTo>
                  <a:cubicBezTo>
                    <a:pt x="332359" y="44721"/>
                    <a:pt x="330969" y="50307"/>
                    <a:pt x="331652" y="53654"/>
                  </a:cubicBezTo>
                  <a:cubicBezTo>
                    <a:pt x="332878" y="59734"/>
                    <a:pt x="330545" y="62775"/>
                    <a:pt x="325619" y="64519"/>
                  </a:cubicBezTo>
                  <a:cubicBezTo>
                    <a:pt x="322414" y="65650"/>
                    <a:pt x="318878" y="65886"/>
                    <a:pt x="315461" y="66357"/>
                  </a:cubicBezTo>
                  <a:cubicBezTo>
                    <a:pt x="308862" y="67253"/>
                    <a:pt x="302145" y="67535"/>
                    <a:pt x="295687" y="68973"/>
                  </a:cubicBezTo>
                  <a:cubicBezTo>
                    <a:pt x="253264" y="78495"/>
                    <a:pt x="213411" y="94851"/>
                    <a:pt x="175018" y="115026"/>
                  </a:cubicBezTo>
                  <a:cubicBezTo>
                    <a:pt x="162668" y="121507"/>
                    <a:pt x="151473" y="129284"/>
                    <a:pt x="143154" y="141021"/>
                  </a:cubicBezTo>
                  <a:cubicBezTo>
                    <a:pt x="138534" y="147526"/>
                    <a:pt x="132100" y="151863"/>
                    <a:pt x="122885" y="150873"/>
                  </a:cubicBezTo>
                  <a:cubicBezTo>
                    <a:pt x="116074" y="150142"/>
                    <a:pt x="112633" y="155233"/>
                    <a:pt x="109804" y="163505"/>
                  </a:cubicBezTo>
                  <a:cubicBezTo>
                    <a:pt x="117276" y="161832"/>
                    <a:pt x="123380" y="161337"/>
                    <a:pt x="128824" y="159122"/>
                  </a:cubicBezTo>
                  <a:cubicBezTo>
                    <a:pt x="159651" y="146560"/>
                    <a:pt x="190290" y="133527"/>
                    <a:pt x="221070" y="120776"/>
                  </a:cubicBezTo>
                  <a:cubicBezTo>
                    <a:pt x="251355" y="108238"/>
                    <a:pt x="281381" y="95040"/>
                    <a:pt x="313717" y="88040"/>
                  </a:cubicBezTo>
                  <a:cubicBezTo>
                    <a:pt x="331016" y="84293"/>
                    <a:pt x="346053" y="75855"/>
                    <a:pt x="355739" y="59970"/>
                  </a:cubicBezTo>
                  <a:cubicBezTo>
                    <a:pt x="357035" y="57825"/>
                    <a:pt x="359133" y="56176"/>
                    <a:pt x="361113" y="53984"/>
                  </a:cubicBezTo>
                  <a:cubicBezTo>
                    <a:pt x="370328" y="73098"/>
                    <a:pt x="359793" y="94922"/>
                    <a:pt x="339053" y="102110"/>
                  </a:cubicBezTo>
                  <a:cubicBezTo>
                    <a:pt x="310630" y="111962"/>
                    <a:pt x="281853" y="120988"/>
                    <a:pt x="253995" y="132254"/>
                  </a:cubicBezTo>
                  <a:cubicBezTo>
                    <a:pt x="218784" y="146466"/>
                    <a:pt x="184280" y="162421"/>
                    <a:pt x="149635" y="178000"/>
                  </a:cubicBezTo>
                  <a:cubicBezTo>
                    <a:pt x="143012" y="180969"/>
                    <a:pt x="136625" y="184623"/>
                    <a:pt x="133561" y="192471"/>
                  </a:cubicBezTo>
                  <a:cubicBezTo>
                    <a:pt x="132477" y="195275"/>
                    <a:pt x="128093" y="197609"/>
                    <a:pt x="124747" y="198528"/>
                  </a:cubicBezTo>
                  <a:cubicBezTo>
                    <a:pt x="118619" y="200225"/>
                    <a:pt x="111973" y="200060"/>
                    <a:pt x="105869" y="201827"/>
                  </a:cubicBezTo>
                  <a:cubicBezTo>
                    <a:pt x="96536" y="204514"/>
                    <a:pt x="87203" y="207578"/>
                    <a:pt x="78412" y="211679"/>
                  </a:cubicBezTo>
                  <a:cubicBezTo>
                    <a:pt x="73392" y="214012"/>
                    <a:pt x="70846" y="219409"/>
                    <a:pt x="70493" y="226598"/>
                  </a:cubicBezTo>
                  <a:cubicBezTo>
                    <a:pt x="74617" y="224759"/>
                    <a:pt x="77587" y="222803"/>
                    <a:pt x="80816" y="222120"/>
                  </a:cubicBezTo>
                  <a:cubicBezTo>
                    <a:pt x="84586" y="221342"/>
                    <a:pt x="88569" y="221719"/>
                    <a:pt x="92458" y="221578"/>
                  </a:cubicBezTo>
                  <a:cubicBezTo>
                    <a:pt x="92364" y="225961"/>
                    <a:pt x="93000" y="230510"/>
                    <a:pt x="91916" y="234634"/>
                  </a:cubicBezTo>
                  <a:cubicBezTo>
                    <a:pt x="91186" y="237439"/>
                    <a:pt x="88475" y="240220"/>
                    <a:pt x="85930" y="241964"/>
                  </a:cubicBezTo>
                  <a:cubicBezTo>
                    <a:pt x="77822" y="247526"/>
                    <a:pt x="69762" y="253418"/>
                    <a:pt x="60947" y="257590"/>
                  </a:cubicBezTo>
                  <a:cubicBezTo>
                    <a:pt x="51756" y="261950"/>
                    <a:pt x="41692" y="264425"/>
                    <a:pt x="30827" y="255964"/>
                  </a:cubicBezTo>
                  <a:cubicBezTo>
                    <a:pt x="33231" y="271754"/>
                    <a:pt x="38605" y="284246"/>
                    <a:pt x="47372" y="296100"/>
                  </a:cubicBezTo>
                  <a:cubicBezTo>
                    <a:pt x="50931" y="293437"/>
                    <a:pt x="54042" y="291410"/>
                    <a:pt x="56776" y="288983"/>
                  </a:cubicBezTo>
                  <a:cubicBezTo>
                    <a:pt x="76008" y="271849"/>
                    <a:pt x="94980" y="254432"/>
                    <a:pt x="114353" y="237463"/>
                  </a:cubicBezTo>
                  <a:cubicBezTo>
                    <a:pt x="174193" y="185070"/>
                    <a:pt x="241740" y="146772"/>
                    <a:pt x="318973" y="126433"/>
                  </a:cubicBezTo>
                  <a:cubicBezTo>
                    <a:pt x="323026" y="125372"/>
                    <a:pt x="327269" y="124948"/>
                    <a:pt x="331440" y="124241"/>
                  </a:cubicBezTo>
                  <a:cubicBezTo>
                    <a:pt x="331770" y="124995"/>
                    <a:pt x="332124" y="125749"/>
                    <a:pt x="332454" y="126527"/>
                  </a:cubicBezTo>
                  <a:cubicBezTo>
                    <a:pt x="329178" y="129261"/>
                    <a:pt x="326232" y="132607"/>
                    <a:pt x="322555" y="134658"/>
                  </a:cubicBezTo>
                  <a:cubicBezTo>
                    <a:pt x="303135" y="145452"/>
                    <a:pt x="283903" y="156671"/>
                    <a:pt x="263894" y="166286"/>
                  </a:cubicBezTo>
                  <a:cubicBezTo>
                    <a:pt x="243743" y="175973"/>
                    <a:pt x="223568" y="185966"/>
                    <a:pt x="200778" y="189053"/>
                  </a:cubicBezTo>
                  <a:cubicBezTo>
                    <a:pt x="196583" y="189619"/>
                    <a:pt x="192741" y="195275"/>
                    <a:pt x="189394" y="199164"/>
                  </a:cubicBezTo>
                  <a:cubicBezTo>
                    <a:pt x="185836" y="203265"/>
                    <a:pt x="183903" y="209228"/>
                    <a:pt x="179731" y="212268"/>
                  </a:cubicBezTo>
                  <a:cubicBezTo>
                    <a:pt x="173674" y="216699"/>
                    <a:pt x="166085" y="218985"/>
                    <a:pt x="159416" y="222638"/>
                  </a:cubicBezTo>
                  <a:cubicBezTo>
                    <a:pt x="154278" y="225443"/>
                    <a:pt x="148975" y="228365"/>
                    <a:pt x="144827" y="232372"/>
                  </a:cubicBezTo>
                  <a:cubicBezTo>
                    <a:pt x="142753" y="234399"/>
                    <a:pt x="141928" y="239207"/>
                    <a:pt x="142611" y="242294"/>
                  </a:cubicBezTo>
                  <a:cubicBezTo>
                    <a:pt x="144379" y="250519"/>
                    <a:pt x="142682" y="253371"/>
                    <a:pt x="134693" y="255304"/>
                  </a:cubicBezTo>
                  <a:cubicBezTo>
                    <a:pt x="129083" y="256671"/>
                    <a:pt x="123026" y="258344"/>
                    <a:pt x="118501" y="261714"/>
                  </a:cubicBezTo>
                  <a:cubicBezTo>
                    <a:pt x="82347" y="288676"/>
                    <a:pt x="51143" y="320706"/>
                    <a:pt x="23757" y="356482"/>
                  </a:cubicBezTo>
                  <a:cubicBezTo>
                    <a:pt x="20646" y="360536"/>
                    <a:pt x="18784" y="365556"/>
                    <a:pt x="16333" y="370128"/>
                  </a:cubicBezTo>
                  <a:cubicBezTo>
                    <a:pt x="17040" y="370741"/>
                    <a:pt x="17770" y="371377"/>
                    <a:pt x="18478" y="371990"/>
                  </a:cubicBezTo>
                  <a:cubicBezTo>
                    <a:pt x="22225" y="369515"/>
                    <a:pt x="26302" y="367418"/>
                    <a:pt x="29696" y="364542"/>
                  </a:cubicBezTo>
                  <a:cubicBezTo>
                    <a:pt x="58308" y="340126"/>
                    <a:pt x="86731" y="315450"/>
                    <a:pt x="115367" y="291057"/>
                  </a:cubicBezTo>
                  <a:cubicBezTo>
                    <a:pt x="138346" y="271495"/>
                    <a:pt x="161537" y="252122"/>
                    <a:pt x="184775" y="232843"/>
                  </a:cubicBezTo>
                  <a:cubicBezTo>
                    <a:pt x="189701" y="228742"/>
                    <a:pt x="196041" y="225348"/>
                    <a:pt x="201273" y="231288"/>
                  </a:cubicBezTo>
                  <a:cubicBezTo>
                    <a:pt x="205892" y="236520"/>
                    <a:pt x="201815" y="242506"/>
                    <a:pt x="198185" y="246560"/>
                  </a:cubicBezTo>
                  <a:cubicBezTo>
                    <a:pt x="188452" y="257378"/>
                    <a:pt x="178977" y="268761"/>
                    <a:pt x="167688" y="277788"/>
                  </a:cubicBezTo>
                  <a:cubicBezTo>
                    <a:pt x="128188" y="309416"/>
                    <a:pt x="89984" y="342459"/>
                    <a:pt x="55503" y="379508"/>
                  </a:cubicBezTo>
                  <a:cubicBezTo>
                    <a:pt x="38346" y="397962"/>
                    <a:pt x="22626" y="417760"/>
                    <a:pt x="6599" y="437251"/>
                  </a:cubicBezTo>
                  <a:cubicBezTo>
                    <a:pt x="3559" y="440951"/>
                    <a:pt x="2168" y="446018"/>
                    <a:pt x="0" y="450472"/>
                  </a:cubicBezTo>
                  <a:cubicBezTo>
                    <a:pt x="660" y="451062"/>
                    <a:pt x="1343" y="451674"/>
                    <a:pt x="2003" y="452263"/>
                  </a:cubicBezTo>
                  <a:cubicBezTo>
                    <a:pt x="5468" y="450590"/>
                    <a:pt x="9144" y="449247"/>
                    <a:pt x="12020" y="446890"/>
                  </a:cubicBezTo>
                  <a:close/>
                  <a:moveTo>
                    <a:pt x="522508" y="114248"/>
                  </a:moveTo>
                  <a:cubicBezTo>
                    <a:pt x="571342" y="111042"/>
                    <a:pt x="620198" y="107366"/>
                    <a:pt x="669103" y="105905"/>
                  </a:cubicBezTo>
                  <a:cubicBezTo>
                    <a:pt x="702428" y="104915"/>
                    <a:pt x="735966" y="106022"/>
                    <a:pt x="769197" y="108662"/>
                  </a:cubicBezTo>
                  <a:cubicBezTo>
                    <a:pt x="788429" y="110194"/>
                    <a:pt x="807354" y="116204"/>
                    <a:pt x="826232" y="120988"/>
                  </a:cubicBezTo>
                  <a:cubicBezTo>
                    <a:pt x="842447" y="125089"/>
                    <a:pt x="858403" y="130180"/>
                    <a:pt x="874406" y="135035"/>
                  </a:cubicBezTo>
                  <a:cubicBezTo>
                    <a:pt x="877187" y="135883"/>
                    <a:pt x="879803" y="137486"/>
                    <a:pt x="882325" y="138994"/>
                  </a:cubicBezTo>
                  <a:cubicBezTo>
                    <a:pt x="892435" y="145004"/>
                    <a:pt x="893449" y="150944"/>
                    <a:pt x="886166" y="160088"/>
                  </a:cubicBezTo>
                  <a:cubicBezTo>
                    <a:pt x="879190" y="168879"/>
                    <a:pt x="865733" y="172343"/>
                    <a:pt x="856918" y="161879"/>
                  </a:cubicBezTo>
                  <a:cubicBezTo>
                    <a:pt x="848622" y="152051"/>
                    <a:pt x="835165" y="150236"/>
                    <a:pt x="823145" y="148540"/>
                  </a:cubicBezTo>
                  <a:cubicBezTo>
                    <a:pt x="786520" y="143355"/>
                    <a:pt x="749824" y="137392"/>
                    <a:pt x="712963" y="135294"/>
                  </a:cubicBezTo>
                  <a:cubicBezTo>
                    <a:pt x="656659" y="132089"/>
                    <a:pt x="600189" y="131971"/>
                    <a:pt x="543790" y="130251"/>
                  </a:cubicBezTo>
                  <a:cubicBezTo>
                    <a:pt x="531959" y="129897"/>
                    <a:pt x="520128" y="128530"/>
                    <a:pt x="508344" y="127281"/>
                  </a:cubicBezTo>
                  <a:cubicBezTo>
                    <a:pt x="505091" y="126927"/>
                    <a:pt x="501980" y="125348"/>
                    <a:pt x="497243" y="123840"/>
                  </a:cubicBezTo>
                  <a:cubicBezTo>
                    <a:pt x="505233" y="115450"/>
                    <a:pt x="514212" y="114790"/>
                    <a:pt x="522508" y="114248"/>
                  </a:cubicBezTo>
                  <a:close/>
                  <a:moveTo>
                    <a:pt x="214188" y="222379"/>
                  </a:moveTo>
                  <a:cubicBezTo>
                    <a:pt x="222956" y="215615"/>
                    <a:pt x="231652" y="208544"/>
                    <a:pt x="241150" y="202959"/>
                  </a:cubicBezTo>
                  <a:cubicBezTo>
                    <a:pt x="275631" y="182690"/>
                    <a:pt x="311242" y="164707"/>
                    <a:pt x="349847" y="153489"/>
                  </a:cubicBezTo>
                  <a:cubicBezTo>
                    <a:pt x="356281" y="151627"/>
                    <a:pt x="363210" y="151415"/>
                    <a:pt x="369927" y="150449"/>
                  </a:cubicBezTo>
                  <a:cubicBezTo>
                    <a:pt x="370399" y="151344"/>
                    <a:pt x="370870" y="152216"/>
                    <a:pt x="371365" y="153112"/>
                  </a:cubicBezTo>
                  <a:cubicBezTo>
                    <a:pt x="367806" y="156435"/>
                    <a:pt x="364648" y="160465"/>
                    <a:pt x="360571" y="162963"/>
                  </a:cubicBezTo>
                  <a:cubicBezTo>
                    <a:pt x="344803" y="172626"/>
                    <a:pt x="329083" y="182431"/>
                    <a:pt x="312751" y="191033"/>
                  </a:cubicBezTo>
                  <a:cubicBezTo>
                    <a:pt x="283550" y="206447"/>
                    <a:pt x="253854" y="220894"/>
                    <a:pt x="222036" y="230345"/>
                  </a:cubicBezTo>
                  <a:cubicBezTo>
                    <a:pt x="218407" y="231429"/>
                    <a:pt x="214518" y="231618"/>
                    <a:pt x="210747" y="232207"/>
                  </a:cubicBezTo>
                  <a:cubicBezTo>
                    <a:pt x="210205" y="231382"/>
                    <a:pt x="209640" y="230581"/>
                    <a:pt x="209098" y="229756"/>
                  </a:cubicBezTo>
                  <a:cubicBezTo>
                    <a:pt x="210771" y="227234"/>
                    <a:pt x="211949" y="224123"/>
                    <a:pt x="214188" y="22237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174" name="Google Shape;3174;p58"/>
            <p:cNvSpPr/>
            <p:nvPr/>
          </p:nvSpPr>
          <p:spPr>
            <a:xfrm>
              <a:off x="169229" y="2355877"/>
              <a:ext cx="1154991" cy="545553"/>
            </a:xfrm>
            <a:custGeom>
              <a:rect b="b" l="l" r="r" t="t"/>
              <a:pathLst>
                <a:path extrusionOk="0" h="545553" w="1154991">
                  <a:moveTo>
                    <a:pt x="21541" y="418383"/>
                  </a:moveTo>
                  <a:cubicBezTo>
                    <a:pt x="22083" y="410606"/>
                    <a:pt x="27032" y="407024"/>
                    <a:pt x="33584" y="405138"/>
                  </a:cubicBezTo>
                  <a:cubicBezTo>
                    <a:pt x="37331" y="404077"/>
                    <a:pt x="41338" y="403960"/>
                    <a:pt x="45227" y="403488"/>
                  </a:cubicBezTo>
                  <a:cubicBezTo>
                    <a:pt x="55832" y="402192"/>
                    <a:pt x="58778" y="397950"/>
                    <a:pt x="59415" y="387627"/>
                  </a:cubicBezTo>
                  <a:cubicBezTo>
                    <a:pt x="59792" y="381263"/>
                    <a:pt x="61748" y="374429"/>
                    <a:pt x="64906" y="368890"/>
                  </a:cubicBezTo>
                  <a:cubicBezTo>
                    <a:pt x="75818" y="349729"/>
                    <a:pt x="90831" y="333986"/>
                    <a:pt x="108625" y="320999"/>
                  </a:cubicBezTo>
                  <a:cubicBezTo>
                    <a:pt x="111760" y="318713"/>
                    <a:pt x="115389" y="316686"/>
                    <a:pt x="119090" y="315697"/>
                  </a:cubicBezTo>
                  <a:cubicBezTo>
                    <a:pt x="121729" y="314990"/>
                    <a:pt x="126207" y="315202"/>
                    <a:pt x="127456" y="316851"/>
                  </a:cubicBezTo>
                  <a:cubicBezTo>
                    <a:pt x="128776" y="318619"/>
                    <a:pt x="128399" y="323545"/>
                    <a:pt x="126796" y="325289"/>
                  </a:cubicBezTo>
                  <a:cubicBezTo>
                    <a:pt x="122342" y="330120"/>
                    <a:pt x="117133" y="334433"/>
                    <a:pt x="111713" y="338204"/>
                  </a:cubicBezTo>
                  <a:cubicBezTo>
                    <a:pt x="100824" y="345793"/>
                    <a:pt x="91043" y="354513"/>
                    <a:pt x="89441" y="368254"/>
                  </a:cubicBezTo>
                  <a:cubicBezTo>
                    <a:pt x="87673" y="383502"/>
                    <a:pt x="80791" y="395781"/>
                    <a:pt x="71387" y="407259"/>
                  </a:cubicBezTo>
                  <a:cubicBezTo>
                    <a:pt x="44496" y="440090"/>
                    <a:pt x="23921" y="476456"/>
                    <a:pt x="11147" y="516993"/>
                  </a:cubicBezTo>
                  <a:cubicBezTo>
                    <a:pt x="9403" y="522532"/>
                    <a:pt x="8366" y="528706"/>
                    <a:pt x="8884" y="534410"/>
                  </a:cubicBezTo>
                  <a:cubicBezTo>
                    <a:pt x="9262" y="538487"/>
                    <a:pt x="12373" y="545086"/>
                    <a:pt x="15036" y="545487"/>
                  </a:cubicBezTo>
                  <a:cubicBezTo>
                    <a:pt x="18760" y="546053"/>
                    <a:pt x="24581" y="542918"/>
                    <a:pt x="27008" y="539548"/>
                  </a:cubicBezTo>
                  <a:cubicBezTo>
                    <a:pt x="30779" y="534316"/>
                    <a:pt x="34150" y="527717"/>
                    <a:pt x="34668" y="521447"/>
                  </a:cubicBezTo>
                  <a:cubicBezTo>
                    <a:pt x="35823" y="507424"/>
                    <a:pt x="41149" y="495098"/>
                    <a:pt x="47395" y="483055"/>
                  </a:cubicBezTo>
                  <a:cubicBezTo>
                    <a:pt x="70586" y="438275"/>
                    <a:pt x="99881" y="397526"/>
                    <a:pt x="130827" y="357931"/>
                  </a:cubicBezTo>
                  <a:cubicBezTo>
                    <a:pt x="155102" y="326868"/>
                    <a:pt x="180037" y="296253"/>
                    <a:pt x="210723" y="271223"/>
                  </a:cubicBezTo>
                  <a:cubicBezTo>
                    <a:pt x="269596" y="223215"/>
                    <a:pt x="333773" y="183267"/>
                    <a:pt x="401296" y="148668"/>
                  </a:cubicBezTo>
                  <a:cubicBezTo>
                    <a:pt x="413716" y="142305"/>
                    <a:pt x="427268" y="138039"/>
                    <a:pt x="440631" y="133797"/>
                  </a:cubicBezTo>
                  <a:cubicBezTo>
                    <a:pt x="443766" y="132807"/>
                    <a:pt x="449634" y="134740"/>
                    <a:pt x="451614" y="137332"/>
                  </a:cubicBezTo>
                  <a:cubicBezTo>
                    <a:pt x="453523" y="139830"/>
                    <a:pt x="453122" y="145322"/>
                    <a:pt x="451850" y="148810"/>
                  </a:cubicBezTo>
                  <a:cubicBezTo>
                    <a:pt x="449516" y="155173"/>
                    <a:pt x="444049" y="158308"/>
                    <a:pt x="437355" y="160170"/>
                  </a:cubicBezTo>
                  <a:cubicBezTo>
                    <a:pt x="426726" y="163116"/>
                    <a:pt x="416120" y="166439"/>
                    <a:pt x="405986" y="170752"/>
                  </a:cubicBezTo>
                  <a:cubicBezTo>
                    <a:pt x="396252" y="174900"/>
                    <a:pt x="386684" y="179826"/>
                    <a:pt x="377893" y="185671"/>
                  </a:cubicBezTo>
                  <a:cubicBezTo>
                    <a:pt x="349469" y="204502"/>
                    <a:pt x="321447" y="223969"/>
                    <a:pt x="293188" y="243059"/>
                  </a:cubicBezTo>
                  <a:cubicBezTo>
                    <a:pt x="289370" y="245652"/>
                    <a:pt x="284115" y="250177"/>
                    <a:pt x="281145" y="249140"/>
                  </a:cubicBezTo>
                  <a:cubicBezTo>
                    <a:pt x="274758" y="246948"/>
                    <a:pt x="272024" y="250554"/>
                    <a:pt x="268654" y="253618"/>
                  </a:cubicBezTo>
                  <a:cubicBezTo>
                    <a:pt x="213410" y="303488"/>
                    <a:pt x="161913" y="357035"/>
                    <a:pt x="112679" y="412751"/>
                  </a:cubicBezTo>
                  <a:cubicBezTo>
                    <a:pt x="102898" y="423828"/>
                    <a:pt x="94531" y="436177"/>
                    <a:pt x="85882" y="448197"/>
                  </a:cubicBezTo>
                  <a:cubicBezTo>
                    <a:pt x="84232" y="450483"/>
                    <a:pt x="84044" y="453971"/>
                    <a:pt x="83714" y="456965"/>
                  </a:cubicBezTo>
                  <a:cubicBezTo>
                    <a:pt x="83360" y="459934"/>
                    <a:pt x="84704" y="463493"/>
                    <a:pt x="83478" y="465873"/>
                  </a:cubicBezTo>
                  <a:cubicBezTo>
                    <a:pt x="80768" y="471106"/>
                    <a:pt x="76525" y="475513"/>
                    <a:pt x="73674" y="480674"/>
                  </a:cubicBezTo>
                  <a:cubicBezTo>
                    <a:pt x="70492" y="486449"/>
                    <a:pt x="67452" y="492482"/>
                    <a:pt x="65778" y="498798"/>
                  </a:cubicBezTo>
                  <a:cubicBezTo>
                    <a:pt x="65024" y="501650"/>
                    <a:pt x="66815" y="506529"/>
                    <a:pt x="69125" y="508438"/>
                  </a:cubicBezTo>
                  <a:cubicBezTo>
                    <a:pt x="71034" y="509993"/>
                    <a:pt x="76266" y="509734"/>
                    <a:pt x="78576" y="508155"/>
                  </a:cubicBezTo>
                  <a:cubicBezTo>
                    <a:pt x="83124" y="505020"/>
                    <a:pt x="87225" y="500825"/>
                    <a:pt x="90548" y="496347"/>
                  </a:cubicBezTo>
                  <a:cubicBezTo>
                    <a:pt x="101296" y="481876"/>
                    <a:pt x="103393" y="481711"/>
                    <a:pt x="114635" y="496017"/>
                  </a:cubicBezTo>
                  <a:cubicBezTo>
                    <a:pt x="114942" y="496418"/>
                    <a:pt x="115224" y="496819"/>
                    <a:pt x="115554" y="497196"/>
                  </a:cubicBezTo>
                  <a:cubicBezTo>
                    <a:pt x="120386" y="502781"/>
                    <a:pt x="124227" y="502993"/>
                    <a:pt x="129035" y="497573"/>
                  </a:cubicBezTo>
                  <a:cubicBezTo>
                    <a:pt x="131157" y="495192"/>
                    <a:pt x="133231" y="492553"/>
                    <a:pt x="134503" y="489677"/>
                  </a:cubicBezTo>
                  <a:cubicBezTo>
                    <a:pt x="141126" y="474547"/>
                    <a:pt x="147607" y="459345"/>
                    <a:pt x="153829" y="444049"/>
                  </a:cubicBezTo>
                  <a:cubicBezTo>
                    <a:pt x="155102" y="440938"/>
                    <a:pt x="155055" y="437262"/>
                    <a:pt x="155620" y="433844"/>
                  </a:cubicBezTo>
                  <a:cubicBezTo>
                    <a:pt x="139570" y="445652"/>
                    <a:pt x="135658" y="466651"/>
                    <a:pt x="118335" y="477398"/>
                  </a:cubicBezTo>
                  <a:cubicBezTo>
                    <a:pt x="117133" y="473533"/>
                    <a:pt x="116285" y="469762"/>
                    <a:pt x="117275" y="466533"/>
                  </a:cubicBezTo>
                  <a:cubicBezTo>
                    <a:pt x="122177" y="450295"/>
                    <a:pt x="125830" y="433373"/>
                    <a:pt x="133160" y="418266"/>
                  </a:cubicBezTo>
                  <a:cubicBezTo>
                    <a:pt x="144496" y="394909"/>
                    <a:pt x="163092" y="376479"/>
                    <a:pt x="181357" y="358355"/>
                  </a:cubicBezTo>
                  <a:cubicBezTo>
                    <a:pt x="239288" y="300943"/>
                    <a:pt x="303464" y="251402"/>
                    <a:pt x="372920" y="208815"/>
                  </a:cubicBezTo>
                  <a:cubicBezTo>
                    <a:pt x="400518" y="191893"/>
                    <a:pt x="428989" y="176479"/>
                    <a:pt x="460523" y="167759"/>
                  </a:cubicBezTo>
                  <a:cubicBezTo>
                    <a:pt x="467876" y="165732"/>
                    <a:pt x="475300" y="163729"/>
                    <a:pt x="482300" y="160759"/>
                  </a:cubicBezTo>
                  <a:cubicBezTo>
                    <a:pt x="489182" y="157860"/>
                    <a:pt x="489253" y="153971"/>
                    <a:pt x="483290" y="149234"/>
                  </a:cubicBezTo>
                  <a:cubicBezTo>
                    <a:pt x="479613" y="146312"/>
                    <a:pt x="475607" y="143766"/>
                    <a:pt x="472166" y="140608"/>
                  </a:cubicBezTo>
                  <a:cubicBezTo>
                    <a:pt x="467923" y="136696"/>
                    <a:pt x="466509" y="131652"/>
                    <a:pt x="469927" y="126585"/>
                  </a:cubicBezTo>
                  <a:cubicBezTo>
                    <a:pt x="478411" y="114000"/>
                    <a:pt x="488828" y="107306"/>
                    <a:pt x="502451" y="121306"/>
                  </a:cubicBezTo>
                  <a:cubicBezTo>
                    <a:pt x="506080" y="125030"/>
                    <a:pt x="509191" y="129295"/>
                    <a:pt x="513104" y="132689"/>
                  </a:cubicBezTo>
                  <a:cubicBezTo>
                    <a:pt x="517912" y="136884"/>
                    <a:pt x="522908" y="141150"/>
                    <a:pt x="528494" y="144096"/>
                  </a:cubicBezTo>
                  <a:cubicBezTo>
                    <a:pt x="538180" y="149234"/>
                    <a:pt x="546052" y="145063"/>
                    <a:pt x="546641" y="133962"/>
                  </a:cubicBezTo>
                  <a:cubicBezTo>
                    <a:pt x="547348" y="120222"/>
                    <a:pt x="554914" y="113128"/>
                    <a:pt x="567146" y="110582"/>
                  </a:cubicBezTo>
                  <a:cubicBezTo>
                    <a:pt x="581357" y="107636"/>
                    <a:pt x="595757" y="104478"/>
                    <a:pt x="610181" y="103912"/>
                  </a:cubicBezTo>
                  <a:cubicBezTo>
                    <a:pt x="629908" y="103135"/>
                    <a:pt x="649729" y="104502"/>
                    <a:pt x="669503" y="105374"/>
                  </a:cubicBezTo>
                  <a:cubicBezTo>
                    <a:pt x="680038" y="105845"/>
                    <a:pt x="689583" y="103465"/>
                    <a:pt x="695970" y="95051"/>
                  </a:cubicBezTo>
                  <a:cubicBezTo>
                    <a:pt x="699057" y="90950"/>
                    <a:pt x="699363" y="84751"/>
                    <a:pt x="700919" y="79496"/>
                  </a:cubicBezTo>
                  <a:cubicBezTo>
                    <a:pt x="696323" y="78341"/>
                    <a:pt x="691586" y="75795"/>
                    <a:pt x="687179" y="76290"/>
                  </a:cubicBezTo>
                  <a:cubicBezTo>
                    <a:pt x="671247" y="78058"/>
                    <a:pt x="655432" y="80792"/>
                    <a:pt x="639594" y="83219"/>
                  </a:cubicBezTo>
                  <a:cubicBezTo>
                    <a:pt x="622036" y="85906"/>
                    <a:pt x="604525" y="88805"/>
                    <a:pt x="586943" y="91327"/>
                  </a:cubicBezTo>
                  <a:cubicBezTo>
                    <a:pt x="582182" y="92010"/>
                    <a:pt x="577115" y="91657"/>
                    <a:pt x="575489" y="85741"/>
                  </a:cubicBezTo>
                  <a:cubicBezTo>
                    <a:pt x="573768" y="79496"/>
                    <a:pt x="574758" y="73486"/>
                    <a:pt x="580886" y="70280"/>
                  </a:cubicBezTo>
                  <a:cubicBezTo>
                    <a:pt x="585128" y="68089"/>
                    <a:pt x="590078" y="66627"/>
                    <a:pt x="594838" y="66227"/>
                  </a:cubicBezTo>
                  <a:cubicBezTo>
                    <a:pt x="607565" y="65119"/>
                    <a:pt x="611713" y="62055"/>
                    <a:pt x="615413" y="49540"/>
                  </a:cubicBezTo>
                  <a:cubicBezTo>
                    <a:pt x="617134" y="43719"/>
                    <a:pt x="621093" y="43059"/>
                    <a:pt x="626490" y="44497"/>
                  </a:cubicBezTo>
                  <a:cubicBezTo>
                    <a:pt x="641456" y="48433"/>
                    <a:pt x="656328" y="53029"/>
                    <a:pt x="671553" y="55527"/>
                  </a:cubicBezTo>
                  <a:cubicBezTo>
                    <a:pt x="695663" y="59510"/>
                    <a:pt x="720127" y="61348"/>
                    <a:pt x="744261" y="65284"/>
                  </a:cubicBezTo>
                  <a:cubicBezTo>
                    <a:pt x="798680" y="74146"/>
                    <a:pt x="851614" y="88970"/>
                    <a:pt x="903417" y="107801"/>
                  </a:cubicBezTo>
                  <a:cubicBezTo>
                    <a:pt x="969597" y="131841"/>
                    <a:pt x="1033161" y="161018"/>
                    <a:pt x="1090361" y="202875"/>
                  </a:cubicBezTo>
                  <a:cubicBezTo>
                    <a:pt x="1098044" y="208485"/>
                    <a:pt x="1106859" y="212774"/>
                    <a:pt x="1115626" y="216592"/>
                  </a:cubicBezTo>
                  <a:cubicBezTo>
                    <a:pt x="1124323" y="220363"/>
                    <a:pt x="1132996" y="218501"/>
                    <a:pt x="1139171" y="211124"/>
                  </a:cubicBezTo>
                  <a:cubicBezTo>
                    <a:pt x="1144356" y="204926"/>
                    <a:pt x="1148645" y="197926"/>
                    <a:pt x="1152793" y="190950"/>
                  </a:cubicBezTo>
                  <a:cubicBezTo>
                    <a:pt x="1156116" y="185341"/>
                    <a:pt x="1155692" y="179142"/>
                    <a:pt x="1151379" y="174287"/>
                  </a:cubicBezTo>
                  <a:cubicBezTo>
                    <a:pt x="1141575" y="163210"/>
                    <a:pt x="1131817" y="151992"/>
                    <a:pt x="1121070" y="141881"/>
                  </a:cubicBezTo>
                  <a:cubicBezTo>
                    <a:pt x="1110818" y="132241"/>
                    <a:pt x="1099529" y="123615"/>
                    <a:pt x="1085341" y="120151"/>
                  </a:cubicBezTo>
                  <a:cubicBezTo>
                    <a:pt x="1078459" y="118454"/>
                    <a:pt x="1077021" y="115673"/>
                    <a:pt x="1079732" y="109074"/>
                  </a:cubicBezTo>
                  <a:cubicBezTo>
                    <a:pt x="1083691" y="99505"/>
                    <a:pt x="1091893" y="96701"/>
                    <a:pt x="1102357" y="100306"/>
                  </a:cubicBezTo>
                  <a:cubicBezTo>
                    <a:pt x="1105444" y="101367"/>
                    <a:pt x="1110629" y="101202"/>
                    <a:pt x="1112751" y="99269"/>
                  </a:cubicBezTo>
                  <a:cubicBezTo>
                    <a:pt x="1116498" y="95852"/>
                    <a:pt x="1114188" y="91539"/>
                    <a:pt x="1110771" y="88381"/>
                  </a:cubicBezTo>
                  <a:cubicBezTo>
                    <a:pt x="1107872" y="85694"/>
                    <a:pt x="1105067" y="82842"/>
                    <a:pt x="1101862" y="80556"/>
                  </a:cubicBezTo>
                  <a:cubicBezTo>
                    <a:pt x="1068489" y="56469"/>
                    <a:pt x="1031582" y="39524"/>
                    <a:pt x="992670" y="26774"/>
                  </a:cubicBezTo>
                  <a:cubicBezTo>
                    <a:pt x="988876" y="25524"/>
                    <a:pt x="984634" y="25666"/>
                    <a:pt x="980603" y="25171"/>
                  </a:cubicBezTo>
                  <a:cubicBezTo>
                    <a:pt x="980179" y="25925"/>
                    <a:pt x="979731" y="26679"/>
                    <a:pt x="979307" y="27433"/>
                  </a:cubicBezTo>
                  <a:cubicBezTo>
                    <a:pt x="982560" y="30474"/>
                    <a:pt x="985388" y="34292"/>
                    <a:pt x="989159" y="36413"/>
                  </a:cubicBezTo>
                  <a:cubicBezTo>
                    <a:pt x="1006387" y="46076"/>
                    <a:pt x="1024040" y="54938"/>
                    <a:pt x="1041197" y="64695"/>
                  </a:cubicBezTo>
                  <a:cubicBezTo>
                    <a:pt x="1051874" y="70775"/>
                    <a:pt x="1062197" y="77610"/>
                    <a:pt x="1072143" y="84822"/>
                  </a:cubicBezTo>
                  <a:cubicBezTo>
                    <a:pt x="1074829" y="86778"/>
                    <a:pt x="1075536" y="91421"/>
                    <a:pt x="1077163" y="94839"/>
                  </a:cubicBezTo>
                  <a:cubicBezTo>
                    <a:pt x="1073627" y="96182"/>
                    <a:pt x="1069715" y="99246"/>
                    <a:pt x="1066604" y="98562"/>
                  </a:cubicBezTo>
                  <a:cubicBezTo>
                    <a:pt x="1054184" y="95899"/>
                    <a:pt x="1041504" y="93283"/>
                    <a:pt x="1029837" y="88428"/>
                  </a:cubicBezTo>
                  <a:cubicBezTo>
                    <a:pt x="1008461" y="79566"/>
                    <a:pt x="988216" y="67947"/>
                    <a:pt x="964577" y="65402"/>
                  </a:cubicBezTo>
                  <a:cubicBezTo>
                    <a:pt x="959086" y="64813"/>
                    <a:pt x="953665" y="62008"/>
                    <a:pt x="952793" y="55715"/>
                  </a:cubicBezTo>
                  <a:cubicBezTo>
                    <a:pt x="951614" y="47207"/>
                    <a:pt x="945652" y="44285"/>
                    <a:pt x="938746" y="42517"/>
                  </a:cubicBezTo>
                  <a:cubicBezTo>
                    <a:pt x="932548" y="40938"/>
                    <a:pt x="926114" y="40302"/>
                    <a:pt x="919821" y="39005"/>
                  </a:cubicBezTo>
                  <a:cubicBezTo>
                    <a:pt x="858944" y="26467"/>
                    <a:pt x="798822" y="10181"/>
                    <a:pt x="736955" y="2852"/>
                  </a:cubicBezTo>
                  <a:cubicBezTo>
                    <a:pt x="723898" y="1320"/>
                    <a:pt x="710700" y="919"/>
                    <a:pt x="697572" y="0"/>
                  </a:cubicBezTo>
                  <a:cubicBezTo>
                    <a:pt x="697337" y="1013"/>
                    <a:pt x="697101" y="2027"/>
                    <a:pt x="696865" y="3040"/>
                  </a:cubicBezTo>
                  <a:cubicBezTo>
                    <a:pt x="702357" y="5209"/>
                    <a:pt x="707683" y="7990"/>
                    <a:pt x="713339" y="9427"/>
                  </a:cubicBezTo>
                  <a:cubicBezTo>
                    <a:pt x="744402" y="17323"/>
                    <a:pt x="775725" y="24205"/>
                    <a:pt x="806599" y="32736"/>
                  </a:cubicBezTo>
                  <a:cubicBezTo>
                    <a:pt x="897007" y="57719"/>
                    <a:pt x="983927" y="92010"/>
                    <a:pt x="1068112" y="133161"/>
                  </a:cubicBezTo>
                  <a:cubicBezTo>
                    <a:pt x="1088240" y="142989"/>
                    <a:pt x="1107471" y="154891"/>
                    <a:pt x="1126232" y="167170"/>
                  </a:cubicBezTo>
                  <a:cubicBezTo>
                    <a:pt x="1132571" y="171318"/>
                    <a:pt x="1137144" y="179095"/>
                    <a:pt x="1140820" y="186095"/>
                  </a:cubicBezTo>
                  <a:cubicBezTo>
                    <a:pt x="1144143" y="192411"/>
                    <a:pt x="1140891" y="196111"/>
                    <a:pt x="1133773" y="195569"/>
                  </a:cubicBezTo>
                  <a:cubicBezTo>
                    <a:pt x="1129908" y="195263"/>
                    <a:pt x="1125737" y="194650"/>
                    <a:pt x="1122343" y="192906"/>
                  </a:cubicBezTo>
                  <a:cubicBezTo>
                    <a:pt x="1103512" y="183172"/>
                    <a:pt x="1084351" y="173886"/>
                    <a:pt x="1066250" y="162880"/>
                  </a:cubicBezTo>
                  <a:cubicBezTo>
                    <a:pt x="1029696" y="140702"/>
                    <a:pt x="993967" y="116804"/>
                    <a:pt x="954348" y="100495"/>
                  </a:cubicBezTo>
                  <a:cubicBezTo>
                    <a:pt x="906316" y="80698"/>
                    <a:pt x="855739" y="68843"/>
                    <a:pt x="804902" y="58873"/>
                  </a:cubicBezTo>
                  <a:cubicBezTo>
                    <a:pt x="760853" y="50224"/>
                    <a:pt x="716498" y="43153"/>
                    <a:pt x="672142" y="36248"/>
                  </a:cubicBezTo>
                  <a:cubicBezTo>
                    <a:pt x="634457" y="30379"/>
                    <a:pt x="596465" y="27292"/>
                    <a:pt x="558237" y="29060"/>
                  </a:cubicBezTo>
                  <a:cubicBezTo>
                    <a:pt x="550671" y="29413"/>
                    <a:pt x="542917" y="30639"/>
                    <a:pt x="535753" y="33019"/>
                  </a:cubicBezTo>
                  <a:cubicBezTo>
                    <a:pt x="532359" y="34150"/>
                    <a:pt x="530167" y="38935"/>
                    <a:pt x="527433" y="42069"/>
                  </a:cubicBezTo>
                  <a:cubicBezTo>
                    <a:pt x="530921" y="43625"/>
                    <a:pt x="534527" y="46759"/>
                    <a:pt x="537874" y="46477"/>
                  </a:cubicBezTo>
                  <a:cubicBezTo>
                    <a:pt x="550884" y="45416"/>
                    <a:pt x="563775" y="42941"/>
                    <a:pt x="576785" y="41716"/>
                  </a:cubicBezTo>
                  <a:cubicBezTo>
                    <a:pt x="584563" y="40985"/>
                    <a:pt x="592481" y="41574"/>
                    <a:pt x="600330" y="41574"/>
                  </a:cubicBezTo>
                  <a:cubicBezTo>
                    <a:pt x="599269" y="44709"/>
                    <a:pt x="597879" y="46594"/>
                    <a:pt x="596040" y="47301"/>
                  </a:cubicBezTo>
                  <a:cubicBezTo>
                    <a:pt x="587108" y="50766"/>
                    <a:pt x="578246" y="54773"/>
                    <a:pt x="568984" y="57059"/>
                  </a:cubicBezTo>
                  <a:cubicBezTo>
                    <a:pt x="543153" y="63469"/>
                    <a:pt x="516875" y="68207"/>
                    <a:pt x="491256" y="75348"/>
                  </a:cubicBezTo>
                  <a:cubicBezTo>
                    <a:pt x="470681" y="81098"/>
                    <a:pt x="450718" y="89182"/>
                    <a:pt x="430662" y="96701"/>
                  </a:cubicBezTo>
                  <a:cubicBezTo>
                    <a:pt x="424676" y="98939"/>
                    <a:pt x="419231" y="102215"/>
                    <a:pt x="420150" y="110724"/>
                  </a:cubicBezTo>
                  <a:cubicBezTo>
                    <a:pt x="420433" y="113340"/>
                    <a:pt x="417322" y="117016"/>
                    <a:pt x="414824" y="119090"/>
                  </a:cubicBezTo>
                  <a:cubicBezTo>
                    <a:pt x="409333" y="123639"/>
                    <a:pt x="403535" y="128023"/>
                    <a:pt x="397336" y="131511"/>
                  </a:cubicBezTo>
                  <a:cubicBezTo>
                    <a:pt x="367499" y="148244"/>
                    <a:pt x="336130" y="159911"/>
                    <a:pt x="301414" y="161513"/>
                  </a:cubicBezTo>
                  <a:cubicBezTo>
                    <a:pt x="291774" y="161961"/>
                    <a:pt x="282465" y="165261"/>
                    <a:pt x="277845" y="175536"/>
                  </a:cubicBezTo>
                  <a:cubicBezTo>
                    <a:pt x="275159" y="181523"/>
                    <a:pt x="272825" y="187980"/>
                    <a:pt x="268842" y="193047"/>
                  </a:cubicBezTo>
                  <a:cubicBezTo>
                    <a:pt x="242870" y="225949"/>
                    <a:pt x="210912" y="252628"/>
                    <a:pt x="178081" y="278270"/>
                  </a:cubicBezTo>
                  <a:cubicBezTo>
                    <a:pt x="167405" y="286613"/>
                    <a:pt x="155668" y="293637"/>
                    <a:pt x="144001" y="300589"/>
                  </a:cubicBezTo>
                  <a:cubicBezTo>
                    <a:pt x="140914" y="302428"/>
                    <a:pt x="136342" y="301744"/>
                    <a:pt x="132429" y="302239"/>
                  </a:cubicBezTo>
                  <a:cubicBezTo>
                    <a:pt x="133160" y="298162"/>
                    <a:pt x="132688" y="293165"/>
                    <a:pt x="134904" y="290172"/>
                  </a:cubicBezTo>
                  <a:cubicBezTo>
                    <a:pt x="140277" y="282866"/>
                    <a:pt x="146335" y="275843"/>
                    <a:pt x="153099" y="269833"/>
                  </a:cubicBezTo>
                  <a:cubicBezTo>
                    <a:pt x="175465" y="249894"/>
                    <a:pt x="199057" y="231299"/>
                    <a:pt x="220645" y="210559"/>
                  </a:cubicBezTo>
                  <a:cubicBezTo>
                    <a:pt x="243271" y="188805"/>
                    <a:pt x="264223" y="165284"/>
                    <a:pt x="285599" y="142258"/>
                  </a:cubicBezTo>
                  <a:cubicBezTo>
                    <a:pt x="288404" y="139241"/>
                    <a:pt x="290148" y="134645"/>
                    <a:pt x="290949" y="130521"/>
                  </a:cubicBezTo>
                  <a:cubicBezTo>
                    <a:pt x="291468" y="127834"/>
                    <a:pt x="290266" y="123285"/>
                    <a:pt x="288263" y="122060"/>
                  </a:cubicBezTo>
                  <a:cubicBezTo>
                    <a:pt x="286377" y="120882"/>
                    <a:pt x="281899" y="122107"/>
                    <a:pt x="279613" y="123757"/>
                  </a:cubicBezTo>
                  <a:cubicBezTo>
                    <a:pt x="273415" y="128211"/>
                    <a:pt x="267782" y="133491"/>
                    <a:pt x="261913" y="138393"/>
                  </a:cubicBezTo>
                  <a:cubicBezTo>
                    <a:pt x="256045" y="143295"/>
                    <a:pt x="250435" y="148598"/>
                    <a:pt x="244166" y="152934"/>
                  </a:cubicBezTo>
                  <a:cubicBezTo>
                    <a:pt x="238557" y="156823"/>
                    <a:pt x="231439" y="157978"/>
                    <a:pt x="226160" y="153194"/>
                  </a:cubicBezTo>
                  <a:cubicBezTo>
                    <a:pt x="216214" y="144190"/>
                    <a:pt x="206740" y="146736"/>
                    <a:pt x="198161" y="153759"/>
                  </a:cubicBezTo>
                  <a:cubicBezTo>
                    <a:pt x="177727" y="170516"/>
                    <a:pt x="157317" y="187415"/>
                    <a:pt x="137921" y="205350"/>
                  </a:cubicBezTo>
                  <a:cubicBezTo>
                    <a:pt x="101555" y="238982"/>
                    <a:pt x="66108" y="273580"/>
                    <a:pt x="29860" y="307353"/>
                  </a:cubicBezTo>
                  <a:cubicBezTo>
                    <a:pt x="22342" y="314377"/>
                    <a:pt x="13056" y="319491"/>
                    <a:pt x="4642" y="325548"/>
                  </a:cubicBezTo>
                  <a:cubicBezTo>
                    <a:pt x="-1768" y="330168"/>
                    <a:pt x="-1509" y="332901"/>
                    <a:pt x="5231" y="336790"/>
                  </a:cubicBezTo>
                  <a:cubicBezTo>
                    <a:pt x="11595" y="340443"/>
                    <a:pt x="17982" y="340962"/>
                    <a:pt x="24157" y="336932"/>
                  </a:cubicBezTo>
                  <a:cubicBezTo>
                    <a:pt x="32641" y="331417"/>
                    <a:pt x="41833" y="326514"/>
                    <a:pt x="49021" y="319585"/>
                  </a:cubicBezTo>
                  <a:cubicBezTo>
                    <a:pt x="73249" y="296206"/>
                    <a:pt x="96323" y="271648"/>
                    <a:pt x="120598" y="248339"/>
                  </a:cubicBezTo>
                  <a:cubicBezTo>
                    <a:pt x="141809" y="227976"/>
                    <a:pt x="163893" y="208508"/>
                    <a:pt x="185929" y="189017"/>
                  </a:cubicBezTo>
                  <a:cubicBezTo>
                    <a:pt x="191727" y="183879"/>
                    <a:pt x="198727" y="180226"/>
                    <a:pt x="207070" y="185765"/>
                  </a:cubicBezTo>
                  <a:cubicBezTo>
                    <a:pt x="207565" y="185176"/>
                    <a:pt x="208036" y="184610"/>
                    <a:pt x="208531" y="184021"/>
                  </a:cubicBezTo>
                  <a:cubicBezTo>
                    <a:pt x="206740" y="179849"/>
                    <a:pt x="204949" y="175678"/>
                    <a:pt x="203134" y="171530"/>
                  </a:cubicBezTo>
                  <a:cubicBezTo>
                    <a:pt x="201249" y="167287"/>
                    <a:pt x="201696" y="162597"/>
                    <a:pt x="206151" y="161702"/>
                  </a:cubicBezTo>
                  <a:cubicBezTo>
                    <a:pt x="210794" y="160783"/>
                    <a:pt x="216238" y="161914"/>
                    <a:pt x="220739" y="163705"/>
                  </a:cubicBezTo>
                  <a:cubicBezTo>
                    <a:pt x="221753" y="164106"/>
                    <a:pt x="220787" y="171035"/>
                    <a:pt x="219726" y="174664"/>
                  </a:cubicBezTo>
                  <a:cubicBezTo>
                    <a:pt x="218925" y="177351"/>
                    <a:pt x="216780" y="179826"/>
                    <a:pt x="214777" y="181970"/>
                  </a:cubicBezTo>
                  <a:cubicBezTo>
                    <a:pt x="199269" y="198633"/>
                    <a:pt x="184232" y="215814"/>
                    <a:pt x="167923" y="231699"/>
                  </a:cubicBezTo>
                  <a:cubicBezTo>
                    <a:pt x="123002" y="275442"/>
                    <a:pt x="77916" y="318996"/>
                    <a:pt x="39028" y="368372"/>
                  </a:cubicBezTo>
                  <a:cubicBezTo>
                    <a:pt x="26702" y="384021"/>
                    <a:pt x="16143" y="401131"/>
                    <a:pt x="5420" y="417983"/>
                  </a:cubicBezTo>
                  <a:cubicBezTo>
                    <a:pt x="3558" y="420929"/>
                    <a:pt x="4878" y="425902"/>
                    <a:pt x="4736" y="429932"/>
                  </a:cubicBezTo>
                  <a:cubicBezTo>
                    <a:pt x="9379" y="428306"/>
                    <a:pt x="14258" y="427127"/>
                    <a:pt x="18571" y="424841"/>
                  </a:cubicBezTo>
                  <a:cubicBezTo>
                    <a:pt x="20197" y="423946"/>
                    <a:pt x="21376" y="420670"/>
                    <a:pt x="21541" y="418383"/>
                  </a:cubicBezTo>
                  <a:close/>
                  <a:moveTo>
                    <a:pt x="498161" y="87203"/>
                  </a:moveTo>
                  <a:cubicBezTo>
                    <a:pt x="508319" y="78694"/>
                    <a:pt x="545015" y="76691"/>
                    <a:pt x="557954" y="84304"/>
                  </a:cubicBezTo>
                  <a:cubicBezTo>
                    <a:pt x="546712" y="95828"/>
                    <a:pt x="533632" y="102192"/>
                    <a:pt x="518831" y="104784"/>
                  </a:cubicBezTo>
                  <a:cubicBezTo>
                    <a:pt x="513410" y="105727"/>
                    <a:pt x="507329" y="105680"/>
                    <a:pt x="502144" y="104101"/>
                  </a:cubicBezTo>
                  <a:cubicBezTo>
                    <a:pt x="498916" y="103111"/>
                    <a:pt x="495922" y="98704"/>
                    <a:pt x="494650" y="95192"/>
                  </a:cubicBezTo>
                  <a:cubicBezTo>
                    <a:pt x="493895" y="93142"/>
                    <a:pt x="496064" y="88947"/>
                    <a:pt x="498161" y="8720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175" name="Google Shape;3175;p58"/>
            <p:cNvSpPr/>
            <p:nvPr/>
          </p:nvSpPr>
          <p:spPr>
            <a:xfrm>
              <a:off x="437812" y="2880888"/>
              <a:ext cx="459214" cy="631201"/>
            </a:xfrm>
            <a:custGeom>
              <a:rect b="b" l="l" r="r" t="t"/>
              <a:pathLst>
                <a:path extrusionOk="0" h="631201" w="459214">
                  <a:moveTo>
                    <a:pt x="119444" y="78172"/>
                  </a:moveTo>
                  <a:cubicBezTo>
                    <a:pt x="124488" y="60284"/>
                    <a:pt x="132595" y="43762"/>
                    <a:pt x="147066" y="30776"/>
                  </a:cubicBezTo>
                  <a:cubicBezTo>
                    <a:pt x="151874" y="26463"/>
                    <a:pt x="154844" y="19298"/>
                    <a:pt x="156706" y="12888"/>
                  </a:cubicBezTo>
                  <a:cubicBezTo>
                    <a:pt x="157625" y="9753"/>
                    <a:pt x="155103" y="4144"/>
                    <a:pt x="152322" y="1787"/>
                  </a:cubicBezTo>
                  <a:cubicBezTo>
                    <a:pt x="148339" y="-1583"/>
                    <a:pt x="143460" y="67"/>
                    <a:pt x="140231" y="4615"/>
                  </a:cubicBezTo>
                  <a:cubicBezTo>
                    <a:pt x="137804" y="8033"/>
                    <a:pt x="134811" y="11191"/>
                    <a:pt x="132972" y="14915"/>
                  </a:cubicBezTo>
                  <a:cubicBezTo>
                    <a:pt x="119256" y="42513"/>
                    <a:pt x="105068" y="69947"/>
                    <a:pt x="92388" y="98016"/>
                  </a:cubicBezTo>
                  <a:cubicBezTo>
                    <a:pt x="83267" y="118191"/>
                    <a:pt x="75183" y="138907"/>
                    <a:pt x="72190" y="161274"/>
                  </a:cubicBezTo>
                  <a:cubicBezTo>
                    <a:pt x="71695" y="165044"/>
                    <a:pt x="66793" y="169499"/>
                    <a:pt x="62880" y="171196"/>
                  </a:cubicBezTo>
                  <a:cubicBezTo>
                    <a:pt x="58992" y="172893"/>
                    <a:pt x="53689" y="172068"/>
                    <a:pt x="49164" y="171408"/>
                  </a:cubicBezTo>
                  <a:cubicBezTo>
                    <a:pt x="33255" y="169004"/>
                    <a:pt x="28282" y="171266"/>
                    <a:pt x="23639" y="187081"/>
                  </a:cubicBezTo>
                  <a:cubicBezTo>
                    <a:pt x="18077" y="205982"/>
                    <a:pt x="13434" y="225167"/>
                    <a:pt x="9192" y="244422"/>
                  </a:cubicBezTo>
                  <a:cubicBezTo>
                    <a:pt x="5586" y="260779"/>
                    <a:pt x="2758" y="277347"/>
                    <a:pt x="283" y="293939"/>
                  </a:cubicBezTo>
                  <a:cubicBezTo>
                    <a:pt x="-660" y="300350"/>
                    <a:pt x="472" y="307279"/>
                    <a:pt x="7990" y="309777"/>
                  </a:cubicBezTo>
                  <a:cubicBezTo>
                    <a:pt x="13151" y="311497"/>
                    <a:pt x="18737" y="306383"/>
                    <a:pt x="20505" y="296862"/>
                  </a:cubicBezTo>
                  <a:cubicBezTo>
                    <a:pt x="22461" y="286232"/>
                    <a:pt x="22249" y="275202"/>
                    <a:pt x="23969" y="264502"/>
                  </a:cubicBezTo>
                  <a:cubicBezTo>
                    <a:pt x="26585" y="248240"/>
                    <a:pt x="29084" y="231860"/>
                    <a:pt x="33538" y="216046"/>
                  </a:cubicBezTo>
                  <a:cubicBezTo>
                    <a:pt x="35777" y="208104"/>
                    <a:pt x="41245" y="200538"/>
                    <a:pt x="46878" y="194222"/>
                  </a:cubicBezTo>
                  <a:cubicBezTo>
                    <a:pt x="53948" y="186303"/>
                    <a:pt x="67830" y="187741"/>
                    <a:pt x="73816" y="195660"/>
                  </a:cubicBezTo>
                  <a:cubicBezTo>
                    <a:pt x="79590" y="203319"/>
                    <a:pt x="76809" y="211332"/>
                    <a:pt x="66204" y="218002"/>
                  </a:cubicBezTo>
                  <a:cubicBezTo>
                    <a:pt x="64153" y="219299"/>
                    <a:pt x="61985" y="220854"/>
                    <a:pt x="60712" y="222834"/>
                  </a:cubicBezTo>
                  <a:cubicBezTo>
                    <a:pt x="48692" y="241806"/>
                    <a:pt x="42235" y="262570"/>
                    <a:pt x="41858" y="285054"/>
                  </a:cubicBezTo>
                  <a:cubicBezTo>
                    <a:pt x="41740" y="291653"/>
                    <a:pt x="45628" y="296107"/>
                    <a:pt x="52251" y="296320"/>
                  </a:cubicBezTo>
                  <a:cubicBezTo>
                    <a:pt x="64624" y="296744"/>
                    <a:pt x="73840" y="302919"/>
                    <a:pt x="79779" y="312700"/>
                  </a:cubicBezTo>
                  <a:cubicBezTo>
                    <a:pt x="86119" y="323117"/>
                    <a:pt x="91280" y="334477"/>
                    <a:pt x="95546" y="345931"/>
                  </a:cubicBezTo>
                  <a:cubicBezTo>
                    <a:pt x="100990" y="360543"/>
                    <a:pt x="104384" y="375815"/>
                    <a:pt x="102664" y="391677"/>
                  </a:cubicBezTo>
                  <a:cubicBezTo>
                    <a:pt x="101980" y="398064"/>
                    <a:pt x="99270" y="403437"/>
                    <a:pt x="92529" y="404733"/>
                  </a:cubicBezTo>
                  <a:cubicBezTo>
                    <a:pt x="85412" y="406100"/>
                    <a:pt x="81664" y="401128"/>
                    <a:pt x="79095" y="395424"/>
                  </a:cubicBezTo>
                  <a:cubicBezTo>
                    <a:pt x="78011" y="393020"/>
                    <a:pt x="77799" y="390192"/>
                    <a:pt x="77210" y="387576"/>
                  </a:cubicBezTo>
                  <a:cubicBezTo>
                    <a:pt x="75890" y="381849"/>
                    <a:pt x="75207" y="375862"/>
                    <a:pt x="72968" y="370536"/>
                  </a:cubicBezTo>
                  <a:cubicBezTo>
                    <a:pt x="71907" y="368014"/>
                    <a:pt x="67735" y="365139"/>
                    <a:pt x="65237" y="365375"/>
                  </a:cubicBezTo>
                  <a:cubicBezTo>
                    <a:pt x="63116" y="365563"/>
                    <a:pt x="60288" y="369782"/>
                    <a:pt x="59722" y="372610"/>
                  </a:cubicBezTo>
                  <a:cubicBezTo>
                    <a:pt x="56753" y="387387"/>
                    <a:pt x="60170" y="401528"/>
                    <a:pt x="65237" y="415339"/>
                  </a:cubicBezTo>
                  <a:cubicBezTo>
                    <a:pt x="72614" y="435396"/>
                    <a:pt x="85624" y="436268"/>
                    <a:pt x="95617" y="420218"/>
                  </a:cubicBezTo>
                  <a:cubicBezTo>
                    <a:pt x="98963" y="414868"/>
                    <a:pt x="103064" y="414467"/>
                    <a:pt x="107047" y="418615"/>
                  </a:cubicBezTo>
                  <a:cubicBezTo>
                    <a:pt x="113364" y="425167"/>
                    <a:pt x="120081" y="431648"/>
                    <a:pt x="124936" y="439237"/>
                  </a:cubicBezTo>
                  <a:cubicBezTo>
                    <a:pt x="136649" y="457550"/>
                    <a:pt x="147160" y="476617"/>
                    <a:pt x="158520" y="495165"/>
                  </a:cubicBezTo>
                  <a:cubicBezTo>
                    <a:pt x="182041" y="533581"/>
                    <a:pt x="210795" y="567331"/>
                    <a:pt x="252558" y="586280"/>
                  </a:cubicBezTo>
                  <a:cubicBezTo>
                    <a:pt x="287533" y="602141"/>
                    <a:pt x="323616" y="615716"/>
                    <a:pt x="359746" y="628867"/>
                  </a:cubicBezTo>
                  <a:cubicBezTo>
                    <a:pt x="379237" y="635962"/>
                    <a:pt x="402263" y="626181"/>
                    <a:pt x="412704" y="609070"/>
                  </a:cubicBezTo>
                  <a:cubicBezTo>
                    <a:pt x="406741" y="606548"/>
                    <a:pt x="408650" y="602612"/>
                    <a:pt x="411384" y="599101"/>
                  </a:cubicBezTo>
                  <a:cubicBezTo>
                    <a:pt x="420175" y="587788"/>
                    <a:pt x="429720" y="577017"/>
                    <a:pt x="437969" y="565327"/>
                  </a:cubicBezTo>
                  <a:cubicBezTo>
                    <a:pt x="445605" y="554510"/>
                    <a:pt x="452228" y="542938"/>
                    <a:pt x="458709" y="531366"/>
                  </a:cubicBezTo>
                  <a:cubicBezTo>
                    <a:pt x="459982" y="529103"/>
                    <a:pt x="458473" y="525309"/>
                    <a:pt x="458261" y="522245"/>
                  </a:cubicBezTo>
                  <a:cubicBezTo>
                    <a:pt x="455315" y="522763"/>
                    <a:pt x="451639" y="522363"/>
                    <a:pt x="449518" y="523965"/>
                  </a:cubicBezTo>
                  <a:cubicBezTo>
                    <a:pt x="440467" y="530824"/>
                    <a:pt x="431299" y="537682"/>
                    <a:pt x="423263" y="545624"/>
                  </a:cubicBezTo>
                  <a:cubicBezTo>
                    <a:pt x="409734" y="559011"/>
                    <a:pt x="396277" y="572846"/>
                    <a:pt x="389159" y="590946"/>
                  </a:cubicBezTo>
                  <a:cubicBezTo>
                    <a:pt x="386873" y="596791"/>
                    <a:pt x="383998" y="598464"/>
                    <a:pt x="378436" y="598417"/>
                  </a:cubicBezTo>
                  <a:cubicBezTo>
                    <a:pt x="340491" y="598111"/>
                    <a:pt x="304502" y="589956"/>
                    <a:pt x="271082" y="571597"/>
                  </a:cubicBezTo>
                  <a:cubicBezTo>
                    <a:pt x="223592" y="545530"/>
                    <a:pt x="187934" y="507373"/>
                    <a:pt x="159982" y="461651"/>
                  </a:cubicBezTo>
                  <a:cubicBezTo>
                    <a:pt x="124818" y="404121"/>
                    <a:pt x="105280" y="341500"/>
                    <a:pt x="101108" y="274213"/>
                  </a:cubicBezTo>
                  <a:cubicBezTo>
                    <a:pt x="99953" y="255452"/>
                    <a:pt x="100802" y="236574"/>
                    <a:pt x="99435" y="217837"/>
                  </a:cubicBezTo>
                  <a:cubicBezTo>
                    <a:pt x="98492" y="204828"/>
                    <a:pt x="98327" y="190145"/>
                    <a:pt x="78412" y="186986"/>
                  </a:cubicBezTo>
                  <a:cubicBezTo>
                    <a:pt x="81829" y="183428"/>
                    <a:pt x="83880" y="180835"/>
                    <a:pt x="86378" y="178785"/>
                  </a:cubicBezTo>
                  <a:cubicBezTo>
                    <a:pt x="91539" y="174542"/>
                    <a:pt x="97243" y="170937"/>
                    <a:pt x="102074" y="166388"/>
                  </a:cubicBezTo>
                  <a:cubicBezTo>
                    <a:pt x="104031" y="164549"/>
                    <a:pt x="105044" y="160944"/>
                    <a:pt x="105138" y="158115"/>
                  </a:cubicBezTo>
                  <a:cubicBezTo>
                    <a:pt x="105280" y="153520"/>
                    <a:pt x="103111" y="148641"/>
                    <a:pt x="104031" y="144304"/>
                  </a:cubicBezTo>
                  <a:cubicBezTo>
                    <a:pt x="108744" y="122150"/>
                    <a:pt x="113293" y="99949"/>
                    <a:pt x="119444" y="78172"/>
                  </a:cubicBezTo>
                  <a:close/>
                  <a:moveTo>
                    <a:pt x="68631" y="277583"/>
                  </a:moveTo>
                  <a:cubicBezTo>
                    <a:pt x="63917" y="263253"/>
                    <a:pt x="64719" y="249678"/>
                    <a:pt x="68230" y="235113"/>
                  </a:cubicBezTo>
                  <a:cubicBezTo>
                    <a:pt x="77116" y="244422"/>
                    <a:pt x="77210" y="267873"/>
                    <a:pt x="68631" y="27758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176" name="Google Shape;3176;p58"/>
            <p:cNvSpPr/>
            <p:nvPr/>
          </p:nvSpPr>
          <p:spPr>
            <a:xfrm>
              <a:off x="406776" y="3394388"/>
              <a:ext cx="471525" cy="358476"/>
            </a:xfrm>
            <a:custGeom>
              <a:rect b="b" l="l" r="r" t="t"/>
              <a:pathLst>
                <a:path extrusionOk="0" h="358476" w="471525">
                  <a:moveTo>
                    <a:pt x="200798" y="236672"/>
                  </a:moveTo>
                  <a:cubicBezTo>
                    <a:pt x="196296" y="236272"/>
                    <a:pt x="190781" y="237497"/>
                    <a:pt x="187458" y="235329"/>
                  </a:cubicBezTo>
                  <a:cubicBezTo>
                    <a:pt x="177206" y="228659"/>
                    <a:pt x="167355" y="221164"/>
                    <a:pt x="158234" y="213010"/>
                  </a:cubicBezTo>
                  <a:cubicBezTo>
                    <a:pt x="154015" y="209239"/>
                    <a:pt x="151399" y="203418"/>
                    <a:pt x="148877" y="198138"/>
                  </a:cubicBezTo>
                  <a:cubicBezTo>
                    <a:pt x="146143" y="192435"/>
                    <a:pt x="145106" y="185836"/>
                    <a:pt x="141995" y="180415"/>
                  </a:cubicBezTo>
                  <a:cubicBezTo>
                    <a:pt x="135467" y="169079"/>
                    <a:pt x="127736" y="158449"/>
                    <a:pt x="121067" y="147184"/>
                  </a:cubicBezTo>
                  <a:cubicBezTo>
                    <a:pt x="111404" y="130875"/>
                    <a:pt x="101316" y="114707"/>
                    <a:pt x="93138" y="97667"/>
                  </a:cubicBezTo>
                  <a:cubicBezTo>
                    <a:pt x="85714" y="82159"/>
                    <a:pt x="81236" y="65284"/>
                    <a:pt x="74284" y="49517"/>
                  </a:cubicBezTo>
                  <a:cubicBezTo>
                    <a:pt x="67425" y="33985"/>
                    <a:pt x="59200" y="19020"/>
                    <a:pt x="51281" y="3959"/>
                  </a:cubicBezTo>
                  <a:cubicBezTo>
                    <a:pt x="50338" y="2168"/>
                    <a:pt x="47628" y="1296"/>
                    <a:pt x="45742" y="0"/>
                  </a:cubicBezTo>
                  <a:cubicBezTo>
                    <a:pt x="44375" y="2121"/>
                    <a:pt x="42136" y="4148"/>
                    <a:pt x="41830" y="6411"/>
                  </a:cubicBezTo>
                  <a:cubicBezTo>
                    <a:pt x="41359" y="9993"/>
                    <a:pt x="41806" y="13835"/>
                    <a:pt x="42514" y="17417"/>
                  </a:cubicBezTo>
                  <a:cubicBezTo>
                    <a:pt x="47604" y="43625"/>
                    <a:pt x="58116" y="68018"/>
                    <a:pt x="70819" y="91115"/>
                  </a:cubicBezTo>
                  <a:cubicBezTo>
                    <a:pt x="91394" y="128541"/>
                    <a:pt x="114114" y="164766"/>
                    <a:pt x="135349" y="201838"/>
                  </a:cubicBezTo>
                  <a:cubicBezTo>
                    <a:pt x="143291" y="215697"/>
                    <a:pt x="149608" y="230497"/>
                    <a:pt x="156584" y="244898"/>
                  </a:cubicBezTo>
                  <a:cubicBezTo>
                    <a:pt x="159035" y="249965"/>
                    <a:pt x="156702" y="254136"/>
                    <a:pt x="152247" y="255810"/>
                  </a:cubicBezTo>
                  <a:cubicBezTo>
                    <a:pt x="150032" y="256635"/>
                    <a:pt x="146355" y="254443"/>
                    <a:pt x="143716" y="252934"/>
                  </a:cubicBezTo>
                  <a:cubicBezTo>
                    <a:pt x="141901" y="251897"/>
                    <a:pt x="140581" y="249800"/>
                    <a:pt x="139308" y="248009"/>
                  </a:cubicBezTo>
                  <a:cubicBezTo>
                    <a:pt x="125780" y="228801"/>
                    <a:pt x="111946" y="209781"/>
                    <a:pt x="98912" y="190243"/>
                  </a:cubicBezTo>
                  <a:cubicBezTo>
                    <a:pt x="72186" y="150153"/>
                    <a:pt x="45625" y="109970"/>
                    <a:pt x="31154" y="63257"/>
                  </a:cubicBezTo>
                  <a:cubicBezTo>
                    <a:pt x="28962" y="56187"/>
                    <a:pt x="24295" y="49611"/>
                    <a:pt x="19699" y="43625"/>
                  </a:cubicBezTo>
                  <a:cubicBezTo>
                    <a:pt x="15410" y="38039"/>
                    <a:pt x="8952" y="39453"/>
                    <a:pt x="3343" y="41975"/>
                  </a:cubicBezTo>
                  <a:cubicBezTo>
                    <a:pt x="-2973" y="44803"/>
                    <a:pt x="1552" y="49682"/>
                    <a:pt x="1811" y="53641"/>
                  </a:cubicBezTo>
                  <a:cubicBezTo>
                    <a:pt x="1929" y="55527"/>
                    <a:pt x="3060" y="57365"/>
                    <a:pt x="3744" y="59227"/>
                  </a:cubicBezTo>
                  <a:cubicBezTo>
                    <a:pt x="16848" y="94579"/>
                    <a:pt x="34430" y="127716"/>
                    <a:pt x="54486" y="159510"/>
                  </a:cubicBezTo>
                  <a:cubicBezTo>
                    <a:pt x="63843" y="174334"/>
                    <a:pt x="74307" y="188475"/>
                    <a:pt x="84041" y="203088"/>
                  </a:cubicBezTo>
                  <a:cubicBezTo>
                    <a:pt x="85903" y="205869"/>
                    <a:pt x="88566" y="210182"/>
                    <a:pt x="87623" y="212397"/>
                  </a:cubicBezTo>
                  <a:cubicBezTo>
                    <a:pt x="84182" y="220410"/>
                    <a:pt x="89791" y="224299"/>
                    <a:pt x="93845" y="228659"/>
                  </a:cubicBezTo>
                  <a:cubicBezTo>
                    <a:pt x="102448" y="237898"/>
                    <a:pt x="111663" y="246547"/>
                    <a:pt x="120289" y="255763"/>
                  </a:cubicBezTo>
                  <a:cubicBezTo>
                    <a:pt x="126369" y="262244"/>
                    <a:pt x="132497" y="268819"/>
                    <a:pt x="137541" y="276078"/>
                  </a:cubicBezTo>
                  <a:cubicBezTo>
                    <a:pt x="144093" y="285459"/>
                    <a:pt x="142867" y="290125"/>
                    <a:pt x="133911" y="297290"/>
                  </a:cubicBezTo>
                  <a:cubicBezTo>
                    <a:pt x="127289" y="302593"/>
                    <a:pt x="126228" y="307448"/>
                    <a:pt x="131932" y="313599"/>
                  </a:cubicBezTo>
                  <a:cubicBezTo>
                    <a:pt x="137423" y="319538"/>
                    <a:pt x="143763" y="324865"/>
                    <a:pt x="150315" y="329625"/>
                  </a:cubicBezTo>
                  <a:cubicBezTo>
                    <a:pt x="156937" y="334433"/>
                    <a:pt x="161415" y="332760"/>
                    <a:pt x="161934" y="324676"/>
                  </a:cubicBezTo>
                  <a:cubicBezTo>
                    <a:pt x="162994" y="308178"/>
                    <a:pt x="162664" y="291586"/>
                    <a:pt x="162994" y="275041"/>
                  </a:cubicBezTo>
                  <a:cubicBezTo>
                    <a:pt x="163042" y="272213"/>
                    <a:pt x="163489" y="269385"/>
                    <a:pt x="163725" y="266557"/>
                  </a:cubicBezTo>
                  <a:cubicBezTo>
                    <a:pt x="167025" y="266958"/>
                    <a:pt x="170937" y="266345"/>
                    <a:pt x="173506" y="267924"/>
                  </a:cubicBezTo>
                  <a:cubicBezTo>
                    <a:pt x="182745" y="273604"/>
                    <a:pt x="191960" y="279496"/>
                    <a:pt x="200421" y="286236"/>
                  </a:cubicBezTo>
                  <a:cubicBezTo>
                    <a:pt x="225403" y="306199"/>
                    <a:pt x="251281" y="324818"/>
                    <a:pt x="279752" y="339501"/>
                  </a:cubicBezTo>
                  <a:cubicBezTo>
                    <a:pt x="296579" y="348174"/>
                    <a:pt x="314326" y="354325"/>
                    <a:pt x="333487" y="354301"/>
                  </a:cubicBezTo>
                  <a:cubicBezTo>
                    <a:pt x="338083" y="354301"/>
                    <a:pt x="342679" y="351167"/>
                    <a:pt x="347275" y="349446"/>
                  </a:cubicBezTo>
                  <a:cubicBezTo>
                    <a:pt x="344517" y="345628"/>
                    <a:pt x="342184" y="341386"/>
                    <a:pt x="338884" y="338086"/>
                  </a:cubicBezTo>
                  <a:cubicBezTo>
                    <a:pt x="335208" y="334410"/>
                    <a:pt x="330706" y="331582"/>
                    <a:pt x="326535" y="328376"/>
                  </a:cubicBezTo>
                  <a:cubicBezTo>
                    <a:pt x="326794" y="327434"/>
                    <a:pt x="327053" y="326491"/>
                    <a:pt x="327312" y="325548"/>
                  </a:cubicBezTo>
                  <a:cubicBezTo>
                    <a:pt x="332992" y="324959"/>
                    <a:pt x="338672" y="323781"/>
                    <a:pt x="344352" y="323898"/>
                  </a:cubicBezTo>
                  <a:cubicBezTo>
                    <a:pt x="358941" y="324181"/>
                    <a:pt x="373742" y="324087"/>
                    <a:pt x="382957" y="338935"/>
                  </a:cubicBezTo>
                  <a:cubicBezTo>
                    <a:pt x="384748" y="341810"/>
                    <a:pt x="388684" y="343625"/>
                    <a:pt x="391960" y="345204"/>
                  </a:cubicBezTo>
                  <a:cubicBezTo>
                    <a:pt x="408151" y="353052"/>
                    <a:pt x="425474" y="356941"/>
                    <a:pt x="443268" y="358284"/>
                  </a:cubicBezTo>
                  <a:cubicBezTo>
                    <a:pt x="450574" y="358827"/>
                    <a:pt x="458069" y="358143"/>
                    <a:pt x="465351" y="357177"/>
                  </a:cubicBezTo>
                  <a:cubicBezTo>
                    <a:pt x="467732" y="356870"/>
                    <a:pt x="471244" y="354066"/>
                    <a:pt x="471503" y="352039"/>
                  </a:cubicBezTo>
                  <a:cubicBezTo>
                    <a:pt x="471786" y="349894"/>
                    <a:pt x="469358" y="346406"/>
                    <a:pt x="467166" y="345133"/>
                  </a:cubicBezTo>
                  <a:cubicBezTo>
                    <a:pt x="462783" y="342541"/>
                    <a:pt x="457880" y="339948"/>
                    <a:pt x="452931" y="339312"/>
                  </a:cubicBezTo>
                  <a:cubicBezTo>
                    <a:pt x="437282" y="337285"/>
                    <a:pt x="421491" y="336225"/>
                    <a:pt x="405771" y="334645"/>
                  </a:cubicBezTo>
                  <a:cubicBezTo>
                    <a:pt x="402872" y="334363"/>
                    <a:pt x="400044" y="333467"/>
                    <a:pt x="397192" y="332854"/>
                  </a:cubicBezTo>
                  <a:cubicBezTo>
                    <a:pt x="397145" y="332147"/>
                    <a:pt x="397098" y="331440"/>
                    <a:pt x="397027" y="330733"/>
                  </a:cubicBezTo>
                  <a:cubicBezTo>
                    <a:pt x="407020" y="325595"/>
                    <a:pt x="417037" y="320457"/>
                    <a:pt x="427030" y="315320"/>
                  </a:cubicBezTo>
                  <a:cubicBezTo>
                    <a:pt x="426817" y="314565"/>
                    <a:pt x="426629" y="313835"/>
                    <a:pt x="426417" y="313081"/>
                  </a:cubicBezTo>
                  <a:cubicBezTo>
                    <a:pt x="423636" y="312350"/>
                    <a:pt x="420878" y="311195"/>
                    <a:pt x="418074" y="310959"/>
                  </a:cubicBezTo>
                  <a:cubicBezTo>
                    <a:pt x="403791" y="309757"/>
                    <a:pt x="389462" y="308980"/>
                    <a:pt x="375179" y="307707"/>
                  </a:cubicBezTo>
                  <a:cubicBezTo>
                    <a:pt x="364621" y="306764"/>
                    <a:pt x="353992" y="305751"/>
                    <a:pt x="343574" y="303889"/>
                  </a:cubicBezTo>
                  <a:cubicBezTo>
                    <a:pt x="333959" y="302169"/>
                    <a:pt x="329976" y="297549"/>
                    <a:pt x="330188" y="290691"/>
                  </a:cubicBezTo>
                  <a:cubicBezTo>
                    <a:pt x="330353" y="285199"/>
                    <a:pt x="335349" y="281381"/>
                    <a:pt x="344729" y="280839"/>
                  </a:cubicBezTo>
                  <a:cubicBezTo>
                    <a:pt x="351611" y="280439"/>
                    <a:pt x="358540" y="281381"/>
                    <a:pt x="365446" y="281405"/>
                  </a:cubicBezTo>
                  <a:cubicBezTo>
                    <a:pt x="368887" y="281428"/>
                    <a:pt x="372328" y="280721"/>
                    <a:pt x="376476" y="280250"/>
                  </a:cubicBezTo>
                  <a:cubicBezTo>
                    <a:pt x="375533" y="277634"/>
                    <a:pt x="375486" y="277092"/>
                    <a:pt x="375203" y="276738"/>
                  </a:cubicBezTo>
                  <a:cubicBezTo>
                    <a:pt x="364857" y="263823"/>
                    <a:pt x="330989" y="255503"/>
                    <a:pt x="316141" y="262645"/>
                  </a:cubicBezTo>
                  <a:cubicBezTo>
                    <a:pt x="313713" y="263823"/>
                    <a:pt x="311286" y="267028"/>
                    <a:pt x="310697" y="269691"/>
                  </a:cubicBezTo>
                  <a:cubicBezTo>
                    <a:pt x="308175" y="281098"/>
                    <a:pt x="303603" y="284280"/>
                    <a:pt x="292337" y="281476"/>
                  </a:cubicBezTo>
                  <a:cubicBezTo>
                    <a:pt x="276334" y="277516"/>
                    <a:pt x="263513" y="267830"/>
                    <a:pt x="250197" y="258803"/>
                  </a:cubicBezTo>
                  <a:cubicBezTo>
                    <a:pt x="239214" y="251355"/>
                    <a:pt x="227736" y="244521"/>
                    <a:pt x="215929" y="238440"/>
                  </a:cubicBezTo>
                  <a:cubicBezTo>
                    <a:pt x="211710" y="236295"/>
                    <a:pt x="205912" y="237144"/>
                    <a:pt x="200798" y="236672"/>
                  </a:cubicBezTo>
                  <a:close/>
                  <a:moveTo>
                    <a:pt x="306831" y="306717"/>
                  </a:moveTo>
                  <a:cubicBezTo>
                    <a:pt x="307868" y="307401"/>
                    <a:pt x="308811" y="308202"/>
                    <a:pt x="309777" y="308980"/>
                  </a:cubicBezTo>
                  <a:cubicBezTo>
                    <a:pt x="320454" y="317488"/>
                    <a:pt x="319676" y="328070"/>
                    <a:pt x="307374" y="334551"/>
                  </a:cubicBezTo>
                  <a:cubicBezTo>
                    <a:pt x="305111" y="335753"/>
                    <a:pt x="300421" y="334975"/>
                    <a:pt x="298347" y="333279"/>
                  </a:cubicBezTo>
                  <a:cubicBezTo>
                    <a:pt x="294623" y="330238"/>
                    <a:pt x="292031" y="325807"/>
                    <a:pt x="289014" y="321919"/>
                  </a:cubicBezTo>
                  <a:cubicBezTo>
                    <a:pt x="285314" y="317134"/>
                    <a:pt x="280529" y="313269"/>
                    <a:pt x="274496" y="315272"/>
                  </a:cubicBezTo>
                  <a:cubicBezTo>
                    <a:pt x="266200" y="318030"/>
                    <a:pt x="259436" y="315107"/>
                    <a:pt x="254109" y="310158"/>
                  </a:cubicBezTo>
                  <a:cubicBezTo>
                    <a:pt x="240039" y="297125"/>
                    <a:pt x="226629" y="283361"/>
                    <a:pt x="213218" y="269621"/>
                  </a:cubicBezTo>
                  <a:cubicBezTo>
                    <a:pt x="210272" y="266604"/>
                    <a:pt x="208387" y="262550"/>
                    <a:pt x="206030" y="258991"/>
                  </a:cubicBezTo>
                  <a:cubicBezTo>
                    <a:pt x="206643" y="258449"/>
                    <a:pt x="207232" y="257907"/>
                    <a:pt x="207845" y="257389"/>
                  </a:cubicBezTo>
                  <a:cubicBezTo>
                    <a:pt x="241241" y="272991"/>
                    <a:pt x="275721" y="286425"/>
                    <a:pt x="306831" y="30671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177" name="Google Shape;3177;p58"/>
            <p:cNvSpPr/>
            <p:nvPr/>
          </p:nvSpPr>
          <p:spPr>
            <a:xfrm>
              <a:off x="425960" y="3624014"/>
              <a:ext cx="499682" cy="282108"/>
            </a:xfrm>
            <a:custGeom>
              <a:rect b="b" l="l" r="r" t="t"/>
              <a:pathLst>
                <a:path extrusionOk="0" h="282108" w="499682">
                  <a:moveTo>
                    <a:pt x="481968" y="218619"/>
                  </a:moveTo>
                  <a:cubicBezTo>
                    <a:pt x="483618" y="222602"/>
                    <a:pt x="485362" y="226302"/>
                    <a:pt x="486658" y="230168"/>
                  </a:cubicBezTo>
                  <a:cubicBezTo>
                    <a:pt x="488921" y="236932"/>
                    <a:pt x="484843" y="245558"/>
                    <a:pt x="477466" y="250201"/>
                  </a:cubicBezTo>
                  <a:cubicBezTo>
                    <a:pt x="469571" y="255173"/>
                    <a:pt x="461888" y="255221"/>
                    <a:pt x="456561" y="248975"/>
                  </a:cubicBezTo>
                  <a:cubicBezTo>
                    <a:pt x="437259" y="226350"/>
                    <a:pt x="411051" y="215579"/>
                    <a:pt x="384113" y="206128"/>
                  </a:cubicBezTo>
                  <a:cubicBezTo>
                    <a:pt x="348407" y="193613"/>
                    <a:pt x="310839" y="190620"/>
                    <a:pt x="273743" y="185411"/>
                  </a:cubicBezTo>
                  <a:cubicBezTo>
                    <a:pt x="256868" y="183055"/>
                    <a:pt x="240983" y="178907"/>
                    <a:pt x="226441" y="169668"/>
                  </a:cubicBezTo>
                  <a:cubicBezTo>
                    <a:pt x="200775" y="153382"/>
                    <a:pt x="175133" y="137026"/>
                    <a:pt x="149019" y="121494"/>
                  </a:cubicBezTo>
                  <a:cubicBezTo>
                    <a:pt x="107351" y="96724"/>
                    <a:pt x="70325" y="66910"/>
                    <a:pt x="40511" y="28235"/>
                  </a:cubicBezTo>
                  <a:cubicBezTo>
                    <a:pt x="32521" y="17865"/>
                    <a:pt x="21209" y="9969"/>
                    <a:pt x="10909" y="1556"/>
                  </a:cubicBezTo>
                  <a:cubicBezTo>
                    <a:pt x="8576" y="-330"/>
                    <a:pt x="4075" y="448"/>
                    <a:pt x="563" y="0"/>
                  </a:cubicBezTo>
                  <a:cubicBezTo>
                    <a:pt x="516" y="3370"/>
                    <a:pt x="-710" y="7283"/>
                    <a:pt x="610" y="9969"/>
                  </a:cubicBezTo>
                  <a:cubicBezTo>
                    <a:pt x="5371" y="19680"/>
                    <a:pt x="10132" y="29602"/>
                    <a:pt x="16448" y="38322"/>
                  </a:cubicBezTo>
                  <a:cubicBezTo>
                    <a:pt x="37400" y="67311"/>
                    <a:pt x="63914" y="90644"/>
                    <a:pt x="92738" y="111549"/>
                  </a:cubicBezTo>
                  <a:cubicBezTo>
                    <a:pt x="99102" y="116168"/>
                    <a:pt x="105230" y="121400"/>
                    <a:pt x="110297" y="127363"/>
                  </a:cubicBezTo>
                  <a:cubicBezTo>
                    <a:pt x="112913" y="130450"/>
                    <a:pt x="112960" y="135730"/>
                    <a:pt x="114162" y="140019"/>
                  </a:cubicBezTo>
                  <a:cubicBezTo>
                    <a:pt x="110014" y="139571"/>
                    <a:pt x="105017" y="140467"/>
                    <a:pt x="101836" y="138463"/>
                  </a:cubicBezTo>
                  <a:cubicBezTo>
                    <a:pt x="88472" y="130073"/>
                    <a:pt x="75463" y="121094"/>
                    <a:pt x="62689" y="111831"/>
                  </a:cubicBezTo>
                  <a:cubicBezTo>
                    <a:pt x="48289" y="101391"/>
                    <a:pt x="34407" y="90243"/>
                    <a:pt x="20030" y="79802"/>
                  </a:cubicBezTo>
                  <a:cubicBezTo>
                    <a:pt x="16943" y="77563"/>
                    <a:pt x="12630" y="77068"/>
                    <a:pt x="8859" y="75772"/>
                  </a:cubicBezTo>
                  <a:cubicBezTo>
                    <a:pt x="8340" y="76432"/>
                    <a:pt x="7846" y="77068"/>
                    <a:pt x="7327" y="77728"/>
                  </a:cubicBezTo>
                  <a:cubicBezTo>
                    <a:pt x="9425" y="81452"/>
                    <a:pt x="10980" y="85671"/>
                    <a:pt x="13738" y="88805"/>
                  </a:cubicBezTo>
                  <a:cubicBezTo>
                    <a:pt x="19936" y="95876"/>
                    <a:pt x="26134" y="103111"/>
                    <a:pt x="33370" y="109027"/>
                  </a:cubicBezTo>
                  <a:cubicBezTo>
                    <a:pt x="70349" y="139241"/>
                    <a:pt x="107421" y="169362"/>
                    <a:pt x="144966" y="198845"/>
                  </a:cubicBezTo>
                  <a:cubicBezTo>
                    <a:pt x="157480" y="208673"/>
                    <a:pt x="172046" y="214447"/>
                    <a:pt x="188590" y="215390"/>
                  </a:cubicBezTo>
                  <a:cubicBezTo>
                    <a:pt x="200304" y="216050"/>
                    <a:pt x="211145" y="220269"/>
                    <a:pt x="218711" y="230568"/>
                  </a:cubicBezTo>
                  <a:cubicBezTo>
                    <a:pt x="223354" y="236884"/>
                    <a:pt x="229646" y="241598"/>
                    <a:pt x="237942" y="241645"/>
                  </a:cubicBezTo>
                  <a:cubicBezTo>
                    <a:pt x="241077" y="241669"/>
                    <a:pt x="244211" y="239878"/>
                    <a:pt x="247346" y="238911"/>
                  </a:cubicBezTo>
                  <a:cubicBezTo>
                    <a:pt x="246215" y="235871"/>
                    <a:pt x="245979" y="231817"/>
                    <a:pt x="243811" y="229979"/>
                  </a:cubicBezTo>
                  <a:cubicBezTo>
                    <a:pt x="233511" y="221188"/>
                    <a:pt x="223306" y="212020"/>
                    <a:pt x="211923" y="204832"/>
                  </a:cubicBezTo>
                  <a:cubicBezTo>
                    <a:pt x="191065" y="191633"/>
                    <a:pt x="169241" y="179991"/>
                    <a:pt x="148147" y="167146"/>
                  </a:cubicBezTo>
                  <a:cubicBezTo>
                    <a:pt x="141925" y="163351"/>
                    <a:pt x="136717" y="157789"/>
                    <a:pt x="131320" y="152722"/>
                  </a:cubicBezTo>
                  <a:cubicBezTo>
                    <a:pt x="130188" y="151662"/>
                    <a:pt x="129411" y="148692"/>
                    <a:pt x="130070" y="147584"/>
                  </a:cubicBezTo>
                  <a:cubicBezTo>
                    <a:pt x="130825" y="146359"/>
                    <a:pt x="133535" y="145557"/>
                    <a:pt x="135185" y="145817"/>
                  </a:cubicBezTo>
                  <a:cubicBezTo>
                    <a:pt x="139545" y="146524"/>
                    <a:pt x="143929" y="147490"/>
                    <a:pt x="148029" y="149069"/>
                  </a:cubicBezTo>
                  <a:cubicBezTo>
                    <a:pt x="184065" y="162833"/>
                    <a:pt x="216802" y="182583"/>
                    <a:pt x="247982" y="205020"/>
                  </a:cubicBezTo>
                  <a:cubicBezTo>
                    <a:pt x="258447" y="212538"/>
                    <a:pt x="267898" y="221023"/>
                    <a:pt x="273672" y="233208"/>
                  </a:cubicBezTo>
                  <a:cubicBezTo>
                    <a:pt x="275722" y="237521"/>
                    <a:pt x="280530" y="241056"/>
                    <a:pt x="284843" y="243696"/>
                  </a:cubicBezTo>
                  <a:cubicBezTo>
                    <a:pt x="298206" y="251921"/>
                    <a:pt x="313007" y="254113"/>
                    <a:pt x="328374" y="251921"/>
                  </a:cubicBezTo>
                  <a:cubicBezTo>
                    <a:pt x="339168" y="250389"/>
                    <a:pt x="343245" y="245723"/>
                    <a:pt x="345084" y="234528"/>
                  </a:cubicBezTo>
                  <a:cubicBezTo>
                    <a:pt x="345956" y="229296"/>
                    <a:pt x="348147" y="224794"/>
                    <a:pt x="353898" y="223969"/>
                  </a:cubicBezTo>
                  <a:cubicBezTo>
                    <a:pt x="369194" y="221706"/>
                    <a:pt x="382722" y="227669"/>
                    <a:pt x="396510" y="232359"/>
                  </a:cubicBezTo>
                  <a:cubicBezTo>
                    <a:pt x="396674" y="233231"/>
                    <a:pt x="396839" y="234080"/>
                    <a:pt x="397004" y="234952"/>
                  </a:cubicBezTo>
                  <a:cubicBezTo>
                    <a:pt x="387082" y="240066"/>
                    <a:pt x="377160" y="245204"/>
                    <a:pt x="367238" y="250318"/>
                  </a:cubicBezTo>
                  <a:cubicBezTo>
                    <a:pt x="367450" y="251049"/>
                    <a:pt x="367686" y="251780"/>
                    <a:pt x="367898" y="252487"/>
                  </a:cubicBezTo>
                  <a:cubicBezTo>
                    <a:pt x="371244" y="252487"/>
                    <a:pt x="374591" y="252628"/>
                    <a:pt x="377914" y="252463"/>
                  </a:cubicBezTo>
                  <a:cubicBezTo>
                    <a:pt x="389274" y="251874"/>
                    <a:pt x="400610" y="250978"/>
                    <a:pt x="411970" y="250601"/>
                  </a:cubicBezTo>
                  <a:cubicBezTo>
                    <a:pt x="429976" y="249988"/>
                    <a:pt x="445696" y="252958"/>
                    <a:pt x="453450" y="272826"/>
                  </a:cubicBezTo>
                  <a:cubicBezTo>
                    <a:pt x="456986" y="281900"/>
                    <a:pt x="466177" y="284587"/>
                    <a:pt x="473059" y="279708"/>
                  </a:cubicBezTo>
                  <a:cubicBezTo>
                    <a:pt x="488473" y="268796"/>
                    <a:pt x="497877" y="253618"/>
                    <a:pt x="499621" y="234645"/>
                  </a:cubicBezTo>
                  <a:cubicBezTo>
                    <a:pt x="500493" y="225548"/>
                    <a:pt x="492079" y="218430"/>
                    <a:pt x="481968" y="218619"/>
                  </a:cubicBezTo>
                  <a:close/>
                  <a:moveTo>
                    <a:pt x="327879" y="234645"/>
                  </a:moveTo>
                  <a:cubicBezTo>
                    <a:pt x="325711" y="234363"/>
                    <a:pt x="324414" y="234433"/>
                    <a:pt x="323283" y="234033"/>
                  </a:cubicBezTo>
                  <a:cubicBezTo>
                    <a:pt x="308953" y="228730"/>
                    <a:pt x="296274" y="220905"/>
                    <a:pt x="286163" y="209333"/>
                  </a:cubicBezTo>
                  <a:cubicBezTo>
                    <a:pt x="284937" y="207943"/>
                    <a:pt x="284985" y="205444"/>
                    <a:pt x="284442" y="203465"/>
                  </a:cubicBezTo>
                  <a:cubicBezTo>
                    <a:pt x="286257" y="203040"/>
                    <a:pt x="288284" y="201886"/>
                    <a:pt x="289863" y="202310"/>
                  </a:cubicBezTo>
                  <a:cubicBezTo>
                    <a:pt x="305135" y="206364"/>
                    <a:pt x="318946" y="213151"/>
                    <a:pt x="329458" y="225312"/>
                  </a:cubicBezTo>
                  <a:cubicBezTo>
                    <a:pt x="330966" y="227033"/>
                    <a:pt x="331155" y="230191"/>
                    <a:pt x="331202" y="232689"/>
                  </a:cubicBezTo>
                  <a:cubicBezTo>
                    <a:pt x="331225" y="233444"/>
                    <a:pt x="328633" y="234245"/>
                    <a:pt x="327879" y="23464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178" name="Google Shape;3178;p58"/>
            <p:cNvSpPr/>
            <p:nvPr/>
          </p:nvSpPr>
          <p:spPr>
            <a:xfrm>
              <a:off x="1023012" y="2543575"/>
              <a:ext cx="418240" cy="362550"/>
            </a:xfrm>
            <a:custGeom>
              <a:rect b="b" l="l" r="r" t="t"/>
              <a:pathLst>
                <a:path extrusionOk="0" h="362550" w="418240">
                  <a:moveTo>
                    <a:pt x="272001" y="124794"/>
                  </a:moveTo>
                  <a:cubicBezTo>
                    <a:pt x="255103" y="112043"/>
                    <a:pt x="237427" y="100047"/>
                    <a:pt x="216757" y="93613"/>
                  </a:cubicBezTo>
                  <a:cubicBezTo>
                    <a:pt x="209569" y="91374"/>
                    <a:pt x="203865" y="92647"/>
                    <a:pt x="197502" y="97101"/>
                  </a:cubicBezTo>
                  <a:cubicBezTo>
                    <a:pt x="190856" y="101744"/>
                    <a:pt x="182772" y="104431"/>
                    <a:pt x="175088" y="107377"/>
                  </a:cubicBezTo>
                  <a:cubicBezTo>
                    <a:pt x="173415" y="108013"/>
                    <a:pt x="170186" y="106599"/>
                    <a:pt x="168819" y="105091"/>
                  </a:cubicBezTo>
                  <a:cubicBezTo>
                    <a:pt x="168089" y="104289"/>
                    <a:pt x="169173" y="100778"/>
                    <a:pt x="170422" y="99364"/>
                  </a:cubicBezTo>
                  <a:cubicBezTo>
                    <a:pt x="174240" y="95074"/>
                    <a:pt x="172402" y="91610"/>
                    <a:pt x="169385" y="88310"/>
                  </a:cubicBezTo>
                  <a:cubicBezTo>
                    <a:pt x="167570" y="86307"/>
                    <a:pt x="165473" y="84469"/>
                    <a:pt x="163187" y="83007"/>
                  </a:cubicBezTo>
                  <a:cubicBezTo>
                    <a:pt x="115343" y="52156"/>
                    <a:pt x="65072" y="25807"/>
                    <a:pt x="12915" y="3064"/>
                  </a:cubicBezTo>
                  <a:cubicBezTo>
                    <a:pt x="9262" y="1461"/>
                    <a:pt x="5114" y="990"/>
                    <a:pt x="1202" y="0"/>
                  </a:cubicBezTo>
                  <a:cubicBezTo>
                    <a:pt x="801" y="660"/>
                    <a:pt x="401" y="1296"/>
                    <a:pt x="0" y="1956"/>
                  </a:cubicBezTo>
                  <a:cubicBezTo>
                    <a:pt x="2687" y="4643"/>
                    <a:pt x="5020" y="7778"/>
                    <a:pt x="8084" y="9922"/>
                  </a:cubicBezTo>
                  <a:cubicBezTo>
                    <a:pt x="26326" y="22649"/>
                    <a:pt x="44332" y="35777"/>
                    <a:pt x="63163" y="47608"/>
                  </a:cubicBezTo>
                  <a:cubicBezTo>
                    <a:pt x="116026" y="80839"/>
                    <a:pt x="167570" y="115885"/>
                    <a:pt x="214282" y="157459"/>
                  </a:cubicBezTo>
                  <a:cubicBezTo>
                    <a:pt x="251662" y="190714"/>
                    <a:pt x="288593" y="224487"/>
                    <a:pt x="324888" y="258921"/>
                  </a:cubicBezTo>
                  <a:cubicBezTo>
                    <a:pt x="344638" y="277634"/>
                    <a:pt x="366698" y="293849"/>
                    <a:pt x="379779" y="319656"/>
                  </a:cubicBezTo>
                  <a:cubicBezTo>
                    <a:pt x="388004" y="335895"/>
                    <a:pt x="403630" y="348386"/>
                    <a:pt x="415933" y="362550"/>
                  </a:cubicBezTo>
                  <a:cubicBezTo>
                    <a:pt x="416687" y="362197"/>
                    <a:pt x="417417" y="361867"/>
                    <a:pt x="418171" y="361513"/>
                  </a:cubicBezTo>
                  <a:cubicBezTo>
                    <a:pt x="418195" y="344591"/>
                    <a:pt x="419067" y="327599"/>
                    <a:pt x="413858" y="311101"/>
                  </a:cubicBezTo>
                  <a:cubicBezTo>
                    <a:pt x="413057" y="308532"/>
                    <a:pt x="411242" y="305680"/>
                    <a:pt x="409050" y="304313"/>
                  </a:cubicBezTo>
                  <a:cubicBezTo>
                    <a:pt x="404195" y="301296"/>
                    <a:pt x="398091" y="300047"/>
                    <a:pt x="393802" y="296489"/>
                  </a:cubicBezTo>
                  <a:cubicBezTo>
                    <a:pt x="383526" y="287980"/>
                    <a:pt x="373839" y="278718"/>
                    <a:pt x="364200" y="269456"/>
                  </a:cubicBezTo>
                  <a:cubicBezTo>
                    <a:pt x="337427" y="243672"/>
                    <a:pt x="314235" y="214636"/>
                    <a:pt x="282630" y="193330"/>
                  </a:cubicBezTo>
                  <a:cubicBezTo>
                    <a:pt x="253500" y="173698"/>
                    <a:pt x="231157" y="145628"/>
                    <a:pt x="210370" y="117087"/>
                  </a:cubicBezTo>
                  <a:cubicBezTo>
                    <a:pt x="207471" y="113104"/>
                    <a:pt x="206694" y="107565"/>
                    <a:pt x="204949" y="102758"/>
                  </a:cubicBezTo>
                  <a:cubicBezTo>
                    <a:pt x="209946" y="104242"/>
                    <a:pt x="215720" y="104619"/>
                    <a:pt x="219797" y="107424"/>
                  </a:cubicBezTo>
                  <a:cubicBezTo>
                    <a:pt x="233632" y="116946"/>
                    <a:pt x="247679" y="126396"/>
                    <a:pt x="260170" y="137544"/>
                  </a:cubicBezTo>
                  <a:cubicBezTo>
                    <a:pt x="296182" y="169715"/>
                    <a:pt x="331464" y="202710"/>
                    <a:pt x="367075" y="235329"/>
                  </a:cubicBezTo>
                  <a:cubicBezTo>
                    <a:pt x="376102" y="243601"/>
                    <a:pt x="385317" y="251685"/>
                    <a:pt x="395711" y="260995"/>
                  </a:cubicBezTo>
                  <a:cubicBezTo>
                    <a:pt x="395711" y="254843"/>
                    <a:pt x="395947" y="250460"/>
                    <a:pt x="395664" y="246123"/>
                  </a:cubicBezTo>
                  <a:cubicBezTo>
                    <a:pt x="395027" y="236036"/>
                    <a:pt x="394910" y="225831"/>
                    <a:pt x="393118" y="215956"/>
                  </a:cubicBezTo>
                  <a:cubicBezTo>
                    <a:pt x="391657" y="207872"/>
                    <a:pt x="388758" y="207047"/>
                    <a:pt x="381122" y="209451"/>
                  </a:cubicBezTo>
                  <a:cubicBezTo>
                    <a:pt x="375772" y="211124"/>
                    <a:pt x="371223" y="210724"/>
                    <a:pt x="367264" y="205751"/>
                  </a:cubicBezTo>
                  <a:cubicBezTo>
                    <a:pt x="362220" y="199411"/>
                    <a:pt x="357106" y="192835"/>
                    <a:pt x="350884" y="187745"/>
                  </a:cubicBezTo>
                  <a:cubicBezTo>
                    <a:pt x="324888" y="166368"/>
                    <a:pt x="298845" y="145015"/>
                    <a:pt x="272001" y="1247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179" name="Google Shape;3179;p58"/>
            <p:cNvSpPr/>
            <p:nvPr/>
          </p:nvSpPr>
          <p:spPr>
            <a:xfrm>
              <a:off x="700050" y="3045042"/>
              <a:ext cx="117417" cy="253593"/>
            </a:xfrm>
            <a:custGeom>
              <a:rect b="b" l="l" r="r" t="t"/>
              <a:pathLst>
                <a:path extrusionOk="0" h="253593" w="117417">
                  <a:moveTo>
                    <a:pt x="2858" y="188210"/>
                  </a:moveTo>
                  <a:cubicBezTo>
                    <a:pt x="76" y="190920"/>
                    <a:pt x="-324" y="197308"/>
                    <a:pt x="194" y="201785"/>
                  </a:cubicBezTo>
                  <a:cubicBezTo>
                    <a:pt x="736" y="206476"/>
                    <a:pt x="3187" y="211213"/>
                    <a:pt x="5686" y="215384"/>
                  </a:cubicBezTo>
                  <a:cubicBezTo>
                    <a:pt x="14924" y="230822"/>
                    <a:pt x="25412" y="245292"/>
                    <a:pt x="42641" y="252599"/>
                  </a:cubicBezTo>
                  <a:cubicBezTo>
                    <a:pt x="45846" y="253966"/>
                    <a:pt x="52492" y="253612"/>
                    <a:pt x="53859" y="251562"/>
                  </a:cubicBezTo>
                  <a:cubicBezTo>
                    <a:pt x="56193" y="248074"/>
                    <a:pt x="56546" y="242488"/>
                    <a:pt x="55933" y="238033"/>
                  </a:cubicBezTo>
                  <a:cubicBezTo>
                    <a:pt x="55533" y="235135"/>
                    <a:pt x="52374" y="232094"/>
                    <a:pt x="49688" y="230138"/>
                  </a:cubicBezTo>
                  <a:cubicBezTo>
                    <a:pt x="45139" y="226815"/>
                    <a:pt x="40072" y="224199"/>
                    <a:pt x="35099" y="221512"/>
                  </a:cubicBezTo>
                  <a:cubicBezTo>
                    <a:pt x="27227" y="217246"/>
                    <a:pt x="20934" y="211613"/>
                    <a:pt x="18083" y="202822"/>
                  </a:cubicBezTo>
                  <a:cubicBezTo>
                    <a:pt x="15066" y="193489"/>
                    <a:pt x="19803" y="186537"/>
                    <a:pt x="29419" y="187173"/>
                  </a:cubicBezTo>
                  <a:cubicBezTo>
                    <a:pt x="33920" y="187456"/>
                    <a:pt x="38776" y="188894"/>
                    <a:pt x="42641" y="191203"/>
                  </a:cubicBezTo>
                  <a:cubicBezTo>
                    <a:pt x="57206" y="199900"/>
                    <a:pt x="68637" y="211920"/>
                    <a:pt x="75589" y="227404"/>
                  </a:cubicBezTo>
                  <a:cubicBezTo>
                    <a:pt x="77592" y="231835"/>
                    <a:pt x="76343" y="237727"/>
                    <a:pt x="76626" y="242936"/>
                  </a:cubicBezTo>
                  <a:cubicBezTo>
                    <a:pt x="76791" y="246094"/>
                    <a:pt x="75943" y="250972"/>
                    <a:pt x="77545" y="252033"/>
                  </a:cubicBezTo>
                  <a:cubicBezTo>
                    <a:pt x="80067" y="253683"/>
                    <a:pt x="85488" y="254248"/>
                    <a:pt x="87538" y="252622"/>
                  </a:cubicBezTo>
                  <a:cubicBezTo>
                    <a:pt x="92558" y="248592"/>
                    <a:pt x="97555" y="243666"/>
                    <a:pt x="100430" y="238010"/>
                  </a:cubicBezTo>
                  <a:cubicBezTo>
                    <a:pt x="109999" y="219273"/>
                    <a:pt x="113157" y="198651"/>
                    <a:pt x="115255" y="177982"/>
                  </a:cubicBezTo>
                  <a:cubicBezTo>
                    <a:pt x="118413" y="146872"/>
                    <a:pt x="118248" y="115738"/>
                    <a:pt x="113864" y="84698"/>
                  </a:cubicBezTo>
                  <a:cubicBezTo>
                    <a:pt x="109975" y="57053"/>
                    <a:pt x="100006" y="31764"/>
                    <a:pt x="83791" y="9068"/>
                  </a:cubicBezTo>
                  <a:cubicBezTo>
                    <a:pt x="75141" y="-3046"/>
                    <a:pt x="66657" y="-3046"/>
                    <a:pt x="58054" y="9209"/>
                  </a:cubicBezTo>
                  <a:cubicBezTo>
                    <a:pt x="52115" y="17670"/>
                    <a:pt x="46577" y="26579"/>
                    <a:pt x="42217" y="35912"/>
                  </a:cubicBezTo>
                  <a:cubicBezTo>
                    <a:pt x="34392" y="52646"/>
                    <a:pt x="31304" y="70322"/>
                    <a:pt x="37008" y="88469"/>
                  </a:cubicBezTo>
                  <a:cubicBezTo>
                    <a:pt x="40685" y="100183"/>
                    <a:pt x="48415" y="103035"/>
                    <a:pt x="59445" y="97802"/>
                  </a:cubicBezTo>
                  <a:cubicBezTo>
                    <a:pt x="62155" y="96506"/>
                    <a:pt x="65031" y="95563"/>
                    <a:pt x="69344" y="93866"/>
                  </a:cubicBezTo>
                  <a:cubicBezTo>
                    <a:pt x="64983" y="106546"/>
                    <a:pt x="60482" y="111943"/>
                    <a:pt x="50159" y="114371"/>
                  </a:cubicBezTo>
                  <a:cubicBezTo>
                    <a:pt x="43112" y="116044"/>
                    <a:pt x="35547" y="115691"/>
                    <a:pt x="28193" y="115856"/>
                  </a:cubicBezTo>
                  <a:cubicBezTo>
                    <a:pt x="19214" y="116044"/>
                    <a:pt x="15042" y="118613"/>
                    <a:pt x="14335" y="127569"/>
                  </a:cubicBezTo>
                  <a:cubicBezTo>
                    <a:pt x="13510" y="137586"/>
                    <a:pt x="14618" y="147744"/>
                    <a:pt x="14241" y="157831"/>
                  </a:cubicBezTo>
                  <a:cubicBezTo>
                    <a:pt x="13817" y="169096"/>
                    <a:pt x="11648" y="179608"/>
                    <a:pt x="2858" y="188210"/>
                  </a:cubicBezTo>
                  <a:close/>
                  <a:moveTo>
                    <a:pt x="28688" y="124552"/>
                  </a:moveTo>
                  <a:cubicBezTo>
                    <a:pt x="34203" y="127711"/>
                    <a:pt x="39341" y="131599"/>
                    <a:pt x="44455" y="135417"/>
                  </a:cubicBezTo>
                  <a:cubicBezTo>
                    <a:pt x="50560" y="139990"/>
                    <a:pt x="56051" y="145552"/>
                    <a:pt x="62579" y="149393"/>
                  </a:cubicBezTo>
                  <a:cubicBezTo>
                    <a:pt x="69862" y="153683"/>
                    <a:pt x="76414" y="151279"/>
                    <a:pt x="79337" y="143265"/>
                  </a:cubicBezTo>
                  <a:cubicBezTo>
                    <a:pt x="85700" y="125896"/>
                    <a:pt x="86030" y="107890"/>
                    <a:pt x="82118" y="89954"/>
                  </a:cubicBezTo>
                  <a:cubicBezTo>
                    <a:pt x="80751" y="83685"/>
                    <a:pt x="75801" y="80668"/>
                    <a:pt x="68990" y="82530"/>
                  </a:cubicBezTo>
                  <a:cubicBezTo>
                    <a:pt x="64724" y="83685"/>
                    <a:pt x="60529" y="85311"/>
                    <a:pt x="56193" y="86113"/>
                  </a:cubicBezTo>
                  <a:cubicBezTo>
                    <a:pt x="49829" y="87267"/>
                    <a:pt x="46883" y="84793"/>
                    <a:pt x="47873" y="78547"/>
                  </a:cubicBezTo>
                  <a:cubicBezTo>
                    <a:pt x="50583" y="61342"/>
                    <a:pt x="55768" y="44868"/>
                    <a:pt x="64913" y="29973"/>
                  </a:cubicBezTo>
                  <a:cubicBezTo>
                    <a:pt x="70333" y="21158"/>
                    <a:pt x="76791" y="21323"/>
                    <a:pt x="80373" y="30869"/>
                  </a:cubicBezTo>
                  <a:cubicBezTo>
                    <a:pt x="84498" y="41851"/>
                    <a:pt x="87845" y="53400"/>
                    <a:pt x="89518" y="65019"/>
                  </a:cubicBezTo>
                  <a:cubicBezTo>
                    <a:pt x="93289" y="90920"/>
                    <a:pt x="95811" y="116987"/>
                    <a:pt x="98521" y="140319"/>
                  </a:cubicBezTo>
                  <a:cubicBezTo>
                    <a:pt x="97531" y="149558"/>
                    <a:pt x="97932" y="156299"/>
                    <a:pt x="95811" y="162144"/>
                  </a:cubicBezTo>
                  <a:cubicBezTo>
                    <a:pt x="94373" y="166127"/>
                    <a:pt x="89801" y="170958"/>
                    <a:pt x="85936" y="171689"/>
                  </a:cubicBezTo>
                  <a:cubicBezTo>
                    <a:pt x="69414" y="174753"/>
                    <a:pt x="52940" y="174376"/>
                    <a:pt x="37856" y="165184"/>
                  </a:cubicBezTo>
                  <a:cubicBezTo>
                    <a:pt x="24493" y="157029"/>
                    <a:pt x="20769" y="144043"/>
                    <a:pt x="20322" y="129667"/>
                  </a:cubicBezTo>
                  <a:cubicBezTo>
                    <a:pt x="20157" y="124269"/>
                    <a:pt x="23645" y="121653"/>
                    <a:pt x="28688" y="12455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180" name="Google Shape;3180;p58"/>
            <p:cNvSpPr/>
            <p:nvPr/>
          </p:nvSpPr>
          <p:spPr>
            <a:xfrm>
              <a:off x="858634" y="3448973"/>
              <a:ext cx="234682" cy="295687"/>
            </a:xfrm>
            <a:custGeom>
              <a:rect b="b" l="l" r="r" t="t"/>
              <a:pathLst>
                <a:path extrusionOk="0" h="295687" w="234682">
                  <a:moveTo>
                    <a:pt x="136921" y="122248"/>
                  </a:moveTo>
                  <a:cubicBezTo>
                    <a:pt x="124524" y="118336"/>
                    <a:pt x="116864" y="124346"/>
                    <a:pt x="115686" y="137497"/>
                  </a:cubicBezTo>
                  <a:cubicBezTo>
                    <a:pt x="114673" y="148692"/>
                    <a:pt x="111373" y="158567"/>
                    <a:pt x="104090" y="167287"/>
                  </a:cubicBezTo>
                  <a:cubicBezTo>
                    <a:pt x="82361" y="193307"/>
                    <a:pt x="55563" y="209545"/>
                    <a:pt x="21060" y="211737"/>
                  </a:cubicBezTo>
                  <a:cubicBezTo>
                    <a:pt x="7555" y="212585"/>
                    <a:pt x="2087" y="217111"/>
                    <a:pt x="437" y="229484"/>
                  </a:cubicBezTo>
                  <a:cubicBezTo>
                    <a:pt x="-482" y="236437"/>
                    <a:pt x="178" y="243790"/>
                    <a:pt x="1215" y="250790"/>
                  </a:cubicBezTo>
                  <a:cubicBezTo>
                    <a:pt x="2771" y="261254"/>
                    <a:pt x="8121" y="268042"/>
                    <a:pt x="19810" y="269385"/>
                  </a:cubicBezTo>
                  <a:cubicBezTo>
                    <a:pt x="29803" y="270540"/>
                    <a:pt x="32891" y="275230"/>
                    <a:pt x="34258" y="285129"/>
                  </a:cubicBezTo>
                  <a:cubicBezTo>
                    <a:pt x="34753" y="288758"/>
                    <a:pt x="36850" y="292175"/>
                    <a:pt x="38217" y="295687"/>
                  </a:cubicBezTo>
                  <a:cubicBezTo>
                    <a:pt x="38948" y="295522"/>
                    <a:pt x="39702" y="295334"/>
                    <a:pt x="40433" y="295169"/>
                  </a:cubicBezTo>
                  <a:cubicBezTo>
                    <a:pt x="40951" y="294155"/>
                    <a:pt x="41705" y="293189"/>
                    <a:pt x="41941" y="292105"/>
                  </a:cubicBezTo>
                  <a:cubicBezTo>
                    <a:pt x="45193" y="276950"/>
                    <a:pt x="44557" y="262079"/>
                    <a:pt x="37628" y="248032"/>
                  </a:cubicBezTo>
                  <a:cubicBezTo>
                    <a:pt x="36261" y="245298"/>
                    <a:pt x="32891" y="242588"/>
                    <a:pt x="29945" y="241787"/>
                  </a:cubicBezTo>
                  <a:cubicBezTo>
                    <a:pt x="24807" y="240443"/>
                    <a:pt x="23676" y="236814"/>
                    <a:pt x="25420" y="233538"/>
                  </a:cubicBezTo>
                  <a:cubicBezTo>
                    <a:pt x="28154" y="228353"/>
                    <a:pt x="32419" y="223969"/>
                    <a:pt x="36049" y="219232"/>
                  </a:cubicBezTo>
                  <a:cubicBezTo>
                    <a:pt x="39749" y="222131"/>
                    <a:pt x="43473" y="224982"/>
                    <a:pt x="47150" y="227928"/>
                  </a:cubicBezTo>
                  <a:cubicBezTo>
                    <a:pt x="47715" y="228376"/>
                    <a:pt x="48045" y="229107"/>
                    <a:pt x="48493" y="229696"/>
                  </a:cubicBezTo>
                  <a:cubicBezTo>
                    <a:pt x="53607" y="236224"/>
                    <a:pt x="58533" y="237851"/>
                    <a:pt x="65910" y="233797"/>
                  </a:cubicBezTo>
                  <a:cubicBezTo>
                    <a:pt x="72108" y="230380"/>
                    <a:pt x="77529" y="225525"/>
                    <a:pt x="83398" y="221447"/>
                  </a:cubicBezTo>
                  <a:cubicBezTo>
                    <a:pt x="94074" y="213976"/>
                    <a:pt x="104468" y="206010"/>
                    <a:pt x="115686" y="199458"/>
                  </a:cubicBezTo>
                  <a:cubicBezTo>
                    <a:pt x="120447" y="196653"/>
                    <a:pt x="127399" y="194886"/>
                    <a:pt x="132608" y="196041"/>
                  </a:cubicBezTo>
                  <a:cubicBezTo>
                    <a:pt x="146773" y="199175"/>
                    <a:pt x="157166" y="195923"/>
                    <a:pt x="165038" y="183432"/>
                  </a:cubicBezTo>
                  <a:cubicBezTo>
                    <a:pt x="169398" y="176502"/>
                    <a:pt x="173805" y="176785"/>
                    <a:pt x="179132" y="183149"/>
                  </a:cubicBezTo>
                  <a:cubicBezTo>
                    <a:pt x="184882" y="190031"/>
                    <a:pt x="186839" y="190172"/>
                    <a:pt x="190185" y="181381"/>
                  </a:cubicBezTo>
                  <a:cubicBezTo>
                    <a:pt x="195347" y="167829"/>
                    <a:pt x="200108" y="154018"/>
                    <a:pt x="203525" y="139948"/>
                  </a:cubicBezTo>
                  <a:cubicBezTo>
                    <a:pt x="214201" y="95876"/>
                    <a:pt x="224171" y="51638"/>
                    <a:pt x="234352" y="7448"/>
                  </a:cubicBezTo>
                  <a:cubicBezTo>
                    <a:pt x="234800" y="5468"/>
                    <a:pt x="234588" y="3323"/>
                    <a:pt x="234682" y="1249"/>
                  </a:cubicBezTo>
                  <a:cubicBezTo>
                    <a:pt x="233904" y="825"/>
                    <a:pt x="233150" y="424"/>
                    <a:pt x="232373" y="0"/>
                  </a:cubicBezTo>
                  <a:cubicBezTo>
                    <a:pt x="227871" y="5916"/>
                    <a:pt x="222545" y="11407"/>
                    <a:pt x="219009" y="17865"/>
                  </a:cubicBezTo>
                  <a:cubicBezTo>
                    <a:pt x="205740" y="42022"/>
                    <a:pt x="197044" y="67994"/>
                    <a:pt x="191835" y="94980"/>
                  </a:cubicBezTo>
                  <a:cubicBezTo>
                    <a:pt x="189573" y="106693"/>
                    <a:pt x="189243" y="118831"/>
                    <a:pt x="188842" y="130827"/>
                  </a:cubicBezTo>
                  <a:cubicBezTo>
                    <a:pt x="188724" y="134575"/>
                    <a:pt x="191222" y="138416"/>
                    <a:pt x="193343" y="144615"/>
                  </a:cubicBezTo>
                  <a:cubicBezTo>
                    <a:pt x="187286" y="142258"/>
                    <a:pt x="183303" y="140773"/>
                    <a:pt x="179391" y="139170"/>
                  </a:cubicBezTo>
                  <a:cubicBezTo>
                    <a:pt x="165227" y="133443"/>
                    <a:pt x="151416" y="126797"/>
                    <a:pt x="136921" y="122248"/>
                  </a:cubicBezTo>
                  <a:close/>
                  <a:moveTo>
                    <a:pt x="135248" y="182041"/>
                  </a:moveTo>
                  <a:cubicBezTo>
                    <a:pt x="131170" y="182677"/>
                    <a:pt x="128601" y="181169"/>
                    <a:pt x="129120" y="177021"/>
                  </a:cubicBezTo>
                  <a:cubicBezTo>
                    <a:pt x="130840" y="163045"/>
                    <a:pt x="137251" y="151237"/>
                    <a:pt x="147362" y="141669"/>
                  </a:cubicBezTo>
                  <a:cubicBezTo>
                    <a:pt x="149129" y="139995"/>
                    <a:pt x="154149" y="139406"/>
                    <a:pt x="156011" y="140702"/>
                  </a:cubicBezTo>
                  <a:cubicBezTo>
                    <a:pt x="159099" y="142847"/>
                    <a:pt x="160819" y="146948"/>
                    <a:pt x="161880" y="148433"/>
                  </a:cubicBezTo>
                  <a:cubicBezTo>
                    <a:pt x="161903" y="162079"/>
                    <a:pt x="146207" y="180297"/>
                    <a:pt x="135248" y="1820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181" name="Google Shape;3181;p58"/>
            <p:cNvSpPr/>
            <p:nvPr/>
          </p:nvSpPr>
          <p:spPr>
            <a:xfrm>
              <a:off x="719618" y="2154563"/>
              <a:ext cx="409209" cy="90285"/>
            </a:xfrm>
            <a:custGeom>
              <a:rect b="b" l="l" r="r" t="t"/>
              <a:pathLst>
                <a:path extrusionOk="0" h="90285" w="409209">
                  <a:moveTo>
                    <a:pt x="20080" y="18990"/>
                  </a:moveTo>
                  <a:cubicBezTo>
                    <a:pt x="45086" y="19108"/>
                    <a:pt x="70116" y="18000"/>
                    <a:pt x="95098" y="18731"/>
                  </a:cubicBezTo>
                  <a:cubicBezTo>
                    <a:pt x="121188" y="19485"/>
                    <a:pt x="147749" y="15502"/>
                    <a:pt x="172944" y="27687"/>
                  </a:cubicBezTo>
                  <a:cubicBezTo>
                    <a:pt x="179779" y="30986"/>
                    <a:pt x="189394" y="28936"/>
                    <a:pt x="197714" y="28653"/>
                  </a:cubicBezTo>
                  <a:cubicBezTo>
                    <a:pt x="207071" y="28347"/>
                    <a:pt x="216404" y="26791"/>
                    <a:pt x="225737" y="26673"/>
                  </a:cubicBezTo>
                  <a:cubicBezTo>
                    <a:pt x="231652" y="26603"/>
                    <a:pt x="238228" y="27899"/>
                    <a:pt x="239878" y="34993"/>
                  </a:cubicBezTo>
                  <a:cubicBezTo>
                    <a:pt x="241362" y="41427"/>
                    <a:pt x="245463" y="45080"/>
                    <a:pt x="250978" y="46754"/>
                  </a:cubicBezTo>
                  <a:cubicBezTo>
                    <a:pt x="258473" y="49016"/>
                    <a:pt x="266274" y="51255"/>
                    <a:pt x="274028" y="51585"/>
                  </a:cubicBezTo>
                  <a:cubicBezTo>
                    <a:pt x="299647" y="52646"/>
                    <a:pt x="323616" y="59292"/>
                    <a:pt x="346430" y="70722"/>
                  </a:cubicBezTo>
                  <a:cubicBezTo>
                    <a:pt x="356140" y="75577"/>
                    <a:pt x="365709" y="80857"/>
                    <a:pt x="375796" y="84769"/>
                  </a:cubicBezTo>
                  <a:cubicBezTo>
                    <a:pt x="383267" y="87668"/>
                    <a:pt x="391374" y="89553"/>
                    <a:pt x="399340" y="90237"/>
                  </a:cubicBezTo>
                  <a:cubicBezTo>
                    <a:pt x="406859" y="90873"/>
                    <a:pt x="410936" y="85240"/>
                    <a:pt x="408509" y="77981"/>
                  </a:cubicBezTo>
                  <a:cubicBezTo>
                    <a:pt x="406293" y="71312"/>
                    <a:pt x="402805" y="64948"/>
                    <a:pt x="399034" y="58985"/>
                  </a:cubicBezTo>
                  <a:cubicBezTo>
                    <a:pt x="397596" y="56699"/>
                    <a:pt x="393920" y="55073"/>
                    <a:pt x="391021" y="54602"/>
                  </a:cubicBezTo>
                  <a:cubicBezTo>
                    <a:pt x="382748" y="53282"/>
                    <a:pt x="374217" y="53376"/>
                    <a:pt x="366015" y="51703"/>
                  </a:cubicBezTo>
                  <a:cubicBezTo>
                    <a:pt x="344309" y="47248"/>
                    <a:pt x="322532" y="42912"/>
                    <a:pt x="301202" y="37043"/>
                  </a:cubicBezTo>
                  <a:cubicBezTo>
                    <a:pt x="288145" y="33461"/>
                    <a:pt x="287179" y="28017"/>
                    <a:pt x="294815" y="17010"/>
                  </a:cubicBezTo>
                  <a:cubicBezTo>
                    <a:pt x="300377" y="8997"/>
                    <a:pt x="299458" y="5344"/>
                    <a:pt x="289795" y="4001"/>
                  </a:cubicBezTo>
                  <a:cubicBezTo>
                    <a:pt x="274664" y="1880"/>
                    <a:pt x="259345" y="65"/>
                    <a:pt x="244120" y="18"/>
                  </a:cubicBezTo>
                  <a:cubicBezTo>
                    <a:pt x="200307" y="-53"/>
                    <a:pt x="156446" y="18"/>
                    <a:pt x="112656" y="1597"/>
                  </a:cubicBezTo>
                  <a:cubicBezTo>
                    <a:pt x="81310" y="2704"/>
                    <a:pt x="50035" y="6145"/>
                    <a:pt x="18784" y="8950"/>
                  </a:cubicBezTo>
                  <a:cubicBezTo>
                    <a:pt x="12444" y="9516"/>
                    <a:pt x="6246" y="11849"/>
                    <a:pt x="0" y="13357"/>
                  </a:cubicBezTo>
                  <a:cubicBezTo>
                    <a:pt x="71" y="14441"/>
                    <a:pt x="118" y="15526"/>
                    <a:pt x="189" y="16586"/>
                  </a:cubicBezTo>
                  <a:cubicBezTo>
                    <a:pt x="6835" y="17411"/>
                    <a:pt x="13457" y="18943"/>
                    <a:pt x="20080" y="1899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182" name="Google Shape;3182;p58"/>
            <p:cNvSpPr/>
            <p:nvPr/>
          </p:nvSpPr>
          <p:spPr>
            <a:xfrm>
              <a:off x="288460" y="2544271"/>
              <a:ext cx="355244" cy="424215"/>
            </a:xfrm>
            <a:custGeom>
              <a:rect b="b" l="l" r="r" t="t"/>
              <a:pathLst>
                <a:path extrusionOk="0" h="424215" w="355244">
                  <a:moveTo>
                    <a:pt x="64978" y="294991"/>
                  </a:moveTo>
                  <a:cubicBezTo>
                    <a:pt x="80226" y="264517"/>
                    <a:pt x="96536" y="234562"/>
                    <a:pt x="113151" y="204795"/>
                  </a:cubicBezTo>
                  <a:cubicBezTo>
                    <a:pt x="137474" y="161265"/>
                    <a:pt x="172496" y="127209"/>
                    <a:pt x="210747" y="96004"/>
                  </a:cubicBezTo>
                  <a:cubicBezTo>
                    <a:pt x="239995" y="72153"/>
                    <a:pt x="270705" y="50918"/>
                    <a:pt x="305115" y="34986"/>
                  </a:cubicBezTo>
                  <a:cubicBezTo>
                    <a:pt x="319138" y="28505"/>
                    <a:pt x="331935" y="19266"/>
                    <a:pt x="345039" y="10876"/>
                  </a:cubicBezTo>
                  <a:cubicBezTo>
                    <a:pt x="348480" y="8684"/>
                    <a:pt x="350978" y="5031"/>
                    <a:pt x="355244" y="694"/>
                  </a:cubicBezTo>
                  <a:cubicBezTo>
                    <a:pt x="344144" y="-1710"/>
                    <a:pt x="336955" y="2627"/>
                    <a:pt x="329932" y="6092"/>
                  </a:cubicBezTo>
                  <a:cubicBezTo>
                    <a:pt x="284563" y="28387"/>
                    <a:pt x="242588" y="56292"/>
                    <a:pt x="200377" y="83937"/>
                  </a:cubicBezTo>
                  <a:cubicBezTo>
                    <a:pt x="132171" y="128623"/>
                    <a:pt x="89253" y="191550"/>
                    <a:pt x="62692" y="267251"/>
                  </a:cubicBezTo>
                  <a:cubicBezTo>
                    <a:pt x="60641" y="273073"/>
                    <a:pt x="56116" y="278116"/>
                    <a:pt x="52345" y="283231"/>
                  </a:cubicBezTo>
                  <a:cubicBezTo>
                    <a:pt x="47655" y="289570"/>
                    <a:pt x="41810" y="295133"/>
                    <a:pt x="37780" y="301826"/>
                  </a:cubicBezTo>
                  <a:cubicBezTo>
                    <a:pt x="22272" y="327445"/>
                    <a:pt x="12915" y="355491"/>
                    <a:pt x="6882" y="384668"/>
                  </a:cubicBezTo>
                  <a:cubicBezTo>
                    <a:pt x="4219" y="397607"/>
                    <a:pt x="2263" y="410688"/>
                    <a:pt x="0" y="423697"/>
                  </a:cubicBezTo>
                  <a:cubicBezTo>
                    <a:pt x="848" y="423862"/>
                    <a:pt x="1673" y="424051"/>
                    <a:pt x="2522" y="424216"/>
                  </a:cubicBezTo>
                  <a:cubicBezTo>
                    <a:pt x="3983" y="421411"/>
                    <a:pt x="5515" y="418630"/>
                    <a:pt x="6882" y="415778"/>
                  </a:cubicBezTo>
                  <a:cubicBezTo>
                    <a:pt x="26184" y="375500"/>
                    <a:pt x="44992" y="334939"/>
                    <a:pt x="64978" y="2949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183" name="Google Shape;3183;p58"/>
            <p:cNvSpPr/>
            <p:nvPr/>
          </p:nvSpPr>
          <p:spPr>
            <a:xfrm>
              <a:off x="1133971" y="2516189"/>
              <a:ext cx="242198" cy="173723"/>
            </a:xfrm>
            <a:custGeom>
              <a:rect b="b" l="l" r="r" t="t"/>
              <a:pathLst>
                <a:path extrusionOk="0" h="173723" w="242198">
                  <a:moveTo>
                    <a:pt x="186142" y="76927"/>
                  </a:moveTo>
                  <a:cubicBezTo>
                    <a:pt x="190832" y="81310"/>
                    <a:pt x="196324" y="84869"/>
                    <a:pt x="200778" y="89465"/>
                  </a:cubicBezTo>
                  <a:cubicBezTo>
                    <a:pt x="204832" y="93637"/>
                    <a:pt x="208791" y="98280"/>
                    <a:pt x="211337" y="103441"/>
                  </a:cubicBezTo>
                  <a:cubicBezTo>
                    <a:pt x="213976" y="108791"/>
                    <a:pt x="209569" y="113293"/>
                    <a:pt x="203700" y="111973"/>
                  </a:cubicBezTo>
                  <a:cubicBezTo>
                    <a:pt x="200354" y="111219"/>
                    <a:pt x="196842" y="110394"/>
                    <a:pt x="193896" y="108744"/>
                  </a:cubicBezTo>
                  <a:cubicBezTo>
                    <a:pt x="166981" y="93684"/>
                    <a:pt x="139995" y="78765"/>
                    <a:pt x="113410" y="63139"/>
                  </a:cubicBezTo>
                  <a:cubicBezTo>
                    <a:pt x="82300" y="44874"/>
                    <a:pt x="51685" y="25831"/>
                    <a:pt x="20622" y="7495"/>
                  </a:cubicBezTo>
                  <a:cubicBezTo>
                    <a:pt x="14872" y="4101"/>
                    <a:pt x="8084" y="2451"/>
                    <a:pt x="1791" y="0"/>
                  </a:cubicBezTo>
                  <a:cubicBezTo>
                    <a:pt x="1202" y="943"/>
                    <a:pt x="589" y="1862"/>
                    <a:pt x="0" y="2805"/>
                  </a:cubicBezTo>
                  <a:cubicBezTo>
                    <a:pt x="3111" y="6151"/>
                    <a:pt x="5868" y="9922"/>
                    <a:pt x="9404" y="12750"/>
                  </a:cubicBezTo>
                  <a:cubicBezTo>
                    <a:pt x="22508" y="23285"/>
                    <a:pt x="35517" y="34033"/>
                    <a:pt x="49211" y="43743"/>
                  </a:cubicBezTo>
                  <a:cubicBezTo>
                    <a:pt x="104902" y="83196"/>
                    <a:pt x="160830" y="122343"/>
                    <a:pt x="216710" y="161513"/>
                  </a:cubicBezTo>
                  <a:cubicBezTo>
                    <a:pt x="222555" y="165614"/>
                    <a:pt x="228706" y="169361"/>
                    <a:pt x="234952" y="172849"/>
                  </a:cubicBezTo>
                  <a:cubicBezTo>
                    <a:pt x="236649" y="173792"/>
                    <a:pt x="239760" y="174099"/>
                    <a:pt x="241103" y="173132"/>
                  </a:cubicBezTo>
                  <a:cubicBezTo>
                    <a:pt x="242258" y="172307"/>
                    <a:pt x="242376" y="169149"/>
                    <a:pt x="242022" y="167193"/>
                  </a:cubicBezTo>
                  <a:cubicBezTo>
                    <a:pt x="241245" y="163092"/>
                    <a:pt x="240160" y="158991"/>
                    <a:pt x="238629" y="155126"/>
                  </a:cubicBezTo>
                  <a:cubicBezTo>
                    <a:pt x="228494" y="129272"/>
                    <a:pt x="221306" y="102710"/>
                    <a:pt x="218289" y="75041"/>
                  </a:cubicBezTo>
                  <a:cubicBezTo>
                    <a:pt x="216993" y="63257"/>
                    <a:pt x="211784" y="59510"/>
                    <a:pt x="200377" y="62055"/>
                  </a:cubicBezTo>
                  <a:cubicBezTo>
                    <a:pt x="195899" y="63045"/>
                    <a:pt x="191610" y="65308"/>
                    <a:pt x="187438" y="67382"/>
                  </a:cubicBezTo>
                  <a:cubicBezTo>
                    <a:pt x="182630" y="69786"/>
                    <a:pt x="182489" y="73509"/>
                    <a:pt x="186142" y="7692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184" name="Google Shape;3184;p58"/>
            <p:cNvSpPr/>
            <p:nvPr/>
          </p:nvSpPr>
          <p:spPr>
            <a:xfrm>
              <a:off x="434135" y="2112369"/>
              <a:ext cx="278034" cy="117825"/>
            </a:xfrm>
            <a:custGeom>
              <a:rect b="b" l="l" r="r" t="t"/>
              <a:pathLst>
                <a:path extrusionOk="0" h="117825" w="278034">
                  <a:moveTo>
                    <a:pt x="19397" y="115391"/>
                  </a:moveTo>
                  <a:cubicBezTo>
                    <a:pt x="83785" y="94251"/>
                    <a:pt x="148197" y="73157"/>
                    <a:pt x="212421" y="51474"/>
                  </a:cubicBezTo>
                  <a:cubicBezTo>
                    <a:pt x="232006" y="44875"/>
                    <a:pt x="251238" y="37051"/>
                    <a:pt x="270116" y="28684"/>
                  </a:cubicBezTo>
                  <a:cubicBezTo>
                    <a:pt x="279991" y="24300"/>
                    <a:pt x="280179" y="19516"/>
                    <a:pt x="273180" y="11479"/>
                  </a:cubicBezTo>
                  <a:cubicBezTo>
                    <a:pt x="270917" y="8887"/>
                    <a:pt x="268466" y="6388"/>
                    <a:pt x="265779" y="4244"/>
                  </a:cubicBezTo>
                  <a:cubicBezTo>
                    <a:pt x="257719" y="-2214"/>
                    <a:pt x="253217" y="-1177"/>
                    <a:pt x="246288" y="6506"/>
                  </a:cubicBezTo>
                  <a:cubicBezTo>
                    <a:pt x="241763" y="11526"/>
                    <a:pt x="236555" y="16923"/>
                    <a:pt x="230521" y="19351"/>
                  </a:cubicBezTo>
                  <a:cubicBezTo>
                    <a:pt x="210417" y="27411"/>
                    <a:pt x="190078" y="35071"/>
                    <a:pt x="169361" y="41269"/>
                  </a:cubicBezTo>
                  <a:cubicBezTo>
                    <a:pt x="140750" y="49825"/>
                    <a:pt x="111643" y="56777"/>
                    <a:pt x="81664" y="58309"/>
                  </a:cubicBezTo>
                  <a:cubicBezTo>
                    <a:pt x="73297" y="58733"/>
                    <a:pt x="64836" y="57154"/>
                    <a:pt x="56022" y="56471"/>
                  </a:cubicBezTo>
                  <a:cubicBezTo>
                    <a:pt x="56257" y="57390"/>
                    <a:pt x="56422" y="58781"/>
                    <a:pt x="56941" y="60030"/>
                  </a:cubicBezTo>
                  <a:cubicBezTo>
                    <a:pt x="62385" y="72945"/>
                    <a:pt x="61065" y="78436"/>
                    <a:pt x="48951" y="85790"/>
                  </a:cubicBezTo>
                  <a:cubicBezTo>
                    <a:pt x="41622" y="90244"/>
                    <a:pt x="33278" y="92978"/>
                    <a:pt x="25689" y="97079"/>
                  </a:cubicBezTo>
                  <a:cubicBezTo>
                    <a:pt x="17676" y="101392"/>
                    <a:pt x="9993" y="106271"/>
                    <a:pt x="2310" y="111173"/>
                  </a:cubicBezTo>
                  <a:cubicBezTo>
                    <a:pt x="1108" y="111950"/>
                    <a:pt x="754" y="114048"/>
                    <a:pt x="0" y="115509"/>
                  </a:cubicBezTo>
                  <a:cubicBezTo>
                    <a:pt x="1626" y="116334"/>
                    <a:pt x="3323" y="117937"/>
                    <a:pt x="4879" y="117819"/>
                  </a:cubicBezTo>
                  <a:cubicBezTo>
                    <a:pt x="9781" y="117371"/>
                    <a:pt x="14777" y="116900"/>
                    <a:pt x="19397" y="1153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185" name="Google Shape;3185;p58"/>
            <p:cNvSpPr/>
            <p:nvPr/>
          </p:nvSpPr>
          <p:spPr>
            <a:xfrm>
              <a:off x="1170871" y="3380907"/>
              <a:ext cx="64372" cy="255206"/>
            </a:xfrm>
            <a:custGeom>
              <a:rect b="b" l="l" r="r" t="t"/>
              <a:pathLst>
                <a:path extrusionOk="0" h="255206" w="64372">
                  <a:moveTo>
                    <a:pt x="38730" y="250413"/>
                  </a:moveTo>
                  <a:cubicBezTo>
                    <a:pt x="42030" y="243696"/>
                    <a:pt x="44693" y="236319"/>
                    <a:pt x="45753" y="228942"/>
                  </a:cubicBezTo>
                  <a:cubicBezTo>
                    <a:pt x="48110" y="212821"/>
                    <a:pt x="48110" y="196300"/>
                    <a:pt x="51221" y="180344"/>
                  </a:cubicBezTo>
                  <a:cubicBezTo>
                    <a:pt x="59282" y="138935"/>
                    <a:pt x="62605" y="97148"/>
                    <a:pt x="64372" y="55008"/>
                  </a:cubicBezTo>
                  <a:cubicBezTo>
                    <a:pt x="63170" y="39500"/>
                    <a:pt x="62181" y="23945"/>
                    <a:pt x="60601" y="8485"/>
                  </a:cubicBezTo>
                  <a:cubicBezTo>
                    <a:pt x="60295" y="5538"/>
                    <a:pt x="57655" y="2828"/>
                    <a:pt x="56076" y="0"/>
                  </a:cubicBezTo>
                  <a:cubicBezTo>
                    <a:pt x="53649" y="2498"/>
                    <a:pt x="51103" y="4879"/>
                    <a:pt x="48888" y="7542"/>
                  </a:cubicBezTo>
                  <a:cubicBezTo>
                    <a:pt x="48016" y="8602"/>
                    <a:pt x="47710" y="10276"/>
                    <a:pt x="47521" y="11713"/>
                  </a:cubicBezTo>
                  <a:cubicBezTo>
                    <a:pt x="46461" y="19279"/>
                    <a:pt x="45895" y="26915"/>
                    <a:pt x="44410" y="34386"/>
                  </a:cubicBezTo>
                  <a:cubicBezTo>
                    <a:pt x="42619" y="43318"/>
                    <a:pt x="38377" y="51308"/>
                    <a:pt x="28690" y="53029"/>
                  </a:cubicBezTo>
                  <a:cubicBezTo>
                    <a:pt x="21596" y="54278"/>
                    <a:pt x="17448" y="58143"/>
                    <a:pt x="14738" y="63799"/>
                  </a:cubicBezTo>
                  <a:cubicBezTo>
                    <a:pt x="2529" y="89300"/>
                    <a:pt x="-2726" y="116121"/>
                    <a:pt x="1374" y="144332"/>
                  </a:cubicBezTo>
                  <a:cubicBezTo>
                    <a:pt x="2105" y="149352"/>
                    <a:pt x="3307" y="155951"/>
                    <a:pt x="9529" y="155645"/>
                  </a:cubicBezTo>
                  <a:cubicBezTo>
                    <a:pt x="11933" y="155527"/>
                    <a:pt x="15374" y="148786"/>
                    <a:pt x="15987" y="144709"/>
                  </a:cubicBezTo>
                  <a:cubicBezTo>
                    <a:pt x="17707" y="132996"/>
                    <a:pt x="17377" y="120952"/>
                    <a:pt x="19451" y="109333"/>
                  </a:cubicBezTo>
                  <a:cubicBezTo>
                    <a:pt x="21313" y="98798"/>
                    <a:pt x="24966" y="88522"/>
                    <a:pt x="28549" y="78364"/>
                  </a:cubicBezTo>
                  <a:cubicBezTo>
                    <a:pt x="29397" y="75937"/>
                    <a:pt x="33121" y="74546"/>
                    <a:pt x="35525" y="72661"/>
                  </a:cubicBezTo>
                  <a:cubicBezTo>
                    <a:pt x="36986" y="75371"/>
                    <a:pt x="39319" y="77964"/>
                    <a:pt x="39720" y="80815"/>
                  </a:cubicBezTo>
                  <a:cubicBezTo>
                    <a:pt x="40757" y="88145"/>
                    <a:pt x="41629" y="95616"/>
                    <a:pt x="41370" y="102993"/>
                  </a:cubicBezTo>
                  <a:cubicBezTo>
                    <a:pt x="39956" y="143318"/>
                    <a:pt x="35572" y="183267"/>
                    <a:pt x="25673" y="222508"/>
                  </a:cubicBezTo>
                  <a:cubicBezTo>
                    <a:pt x="23764" y="230073"/>
                    <a:pt x="22515" y="238039"/>
                    <a:pt x="22562" y="245793"/>
                  </a:cubicBezTo>
                  <a:cubicBezTo>
                    <a:pt x="22586" y="249046"/>
                    <a:pt x="26192" y="253853"/>
                    <a:pt x="29279" y="255032"/>
                  </a:cubicBezTo>
                  <a:cubicBezTo>
                    <a:pt x="31613" y="255951"/>
                    <a:pt x="37410" y="253076"/>
                    <a:pt x="38730" y="25041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186" name="Google Shape;3186;p58"/>
            <p:cNvSpPr/>
            <p:nvPr/>
          </p:nvSpPr>
          <p:spPr>
            <a:xfrm>
              <a:off x="383276" y="2786340"/>
              <a:ext cx="130642" cy="246511"/>
            </a:xfrm>
            <a:custGeom>
              <a:rect b="b" l="l" r="r" t="t"/>
              <a:pathLst>
                <a:path extrusionOk="0" h="246511" w="130642">
                  <a:moveTo>
                    <a:pt x="14611" y="120233"/>
                  </a:moveTo>
                  <a:cubicBezTo>
                    <a:pt x="20291" y="111913"/>
                    <a:pt x="24250" y="102438"/>
                    <a:pt x="29742" y="93954"/>
                  </a:cubicBezTo>
                  <a:cubicBezTo>
                    <a:pt x="35068" y="85705"/>
                    <a:pt x="40866" y="77598"/>
                    <a:pt x="47630" y="70527"/>
                  </a:cubicBezTo>
                  <a:cubicBezTo>
                    <a:pt x="49869" y="68194"/>
                    <a:pt x="55997" y="68288"/>
                    <a:pt x="59768" y="69349"/>
                  </a:cubicBezTo>
                  <a:cubicBezTo>
                    <a:pt x="61394" y="69797"/>
                    <a:pt x="62266" y="75547"/>
                    <a:pt x="62148" y="78847"/>
                  </a:cubicBezTo>
                  <a:cubicBezTo>
                    <a:pt x="62030" y="82170"/>
                    <a:pt x="60569" y="85564"/>
                    <a:pt x="59131" y="88675"/>
                  </a:cubicBezTo>
                  <a:cubicBezTo>
                    <a:pt x="53616" y="100529"/>
                    <a:pt x="48219" y="112479"/>
                    <a:pt x="42115" y="124027"/>
                  </a:cubicBezTo>
                  <a:cubicBezTo>
                    <a:pt x="25782" y="154925"/>
                    <a:pt x="17958" y="187614"/>
                    <a:pt x="20574" y="222542"/>
                  </a:cubicBezTo>
                  <a:cubicBezTo>
                    <a:pt x="21139" y="230178"/>
                    <a:pt x="22648" y="237744"/>
                    <a:pt x="23897" y="246511"/>
                  </a:cubicBezTo>
                  <a:cubicBezTo>
                    <a:pt x="26536" y="244720"/>
                    <a:pt x="27762" y="244343"/>
                    <a:pt x="28045" y="243612"/>
                  </a:cubicBezTo>
                  <a:cubicBezTo>
                    <a:pt x="31556" y="234727"/>
                    <a:pt x="35846" y="226030"/>
                    <a:pt x="38203" y="216815"/>
                  </a:cubicBezTo>
                  <a:cubicBezTo>
                    <a:pt x="44637" y="191527"/>
                    <a:pt x="48313" y="165366"/>
                    <a:pt x="56610" y="140760"/>
                  </a:cubicBezTo>
                  <a:cubicBezTo>
                    <a:pt x="70138" y="100624"/>
                    <a:pt x="87036" y="61854"/>
                    <a:pt x="119584" y="32347"/>
                  </a:cubicBezTo>
                  <a:cubicBezTo>
                    <a:pt x="125971" y="26572"/>
                    <a:pt x="130826" y="19078"/>
                    <a:pt x="130637" y="9627"/>
                  </a:cubicBezTo>
                  <a:cubicBezTo>
                    <a:pt x="130496" y="1849"/>
                    <a:pt x="123402" y="-2487"/>
                    <a:pt x="116779" y="1519"/>
                  </a:cubicBezTo>
                  <a:cubicBezTo>
                    <a:pt x="113456" y="3523"/>
                    <a:pt x="110157" y="6162"/>
                    <a:pt x="107918" y="9273"/>
                  </a:cubicBezTo>
                  <a:cubicBezTo>
                    <a:pt x="101295" y="18488"/>
                    <a:pt x="95426" y="28246"/>
                    <a:pt x="88851" y="37484"/>
                  </a:cubicBezTo>
                  <a:cubicBezTo>
                    <a:pt x="84444" y="43683"/>
                    <a:pt x="80013" y="50141"/>
                    <a:pt x="74309" y="54972"/>
                  </a:cubicBezTo>
                  <a:cubicBezTo>
                    <a:pt x="71599" y="57282"/>
                    <a:pt x="64623" y="57989"/>
                    <a:pt x="61842" y="56103"/>
                  </a:cubicBezTo>
                  <a:cubicBezTo>
                    <a:pt x="53993" y="50824"/>
                    <a:pt x="46829" y="52002"/>
                    <a:pt x="40701" y="57093"/>
                  </a:cubicBezTo>
                  <a:cubicBezTo>
                    <a:pt x="31816" y="64447"/>
                    <a:pt x="22695" y="72177"/>
                    <a:pt x="16096" y="81463"/>
                  </a:cubicBezTo>
                  <a:cubicBezTo>
                    <a:pt x="9214" y="91102"/>
                    <a:pt x="4477" y="102533"/>
                    <a:pt x="352" y="113728"/>
                  </a:cubicBezTo>
                  <a:cubicBezTo>
                    <a:pt x="-1062" y="117593"/>
                    <a:pt x="2167" y="123155"/>
                    <a:pt x="3275" y="127939"/>
                  </a:cubicBezTo>
                  <a:cubicBezTo>
                    <a:pt x="7093" y="125441"/>
                    <a:pt x="12207" y="123744"/>
                    <a:pt x="14611" y="12023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187" name="Google Shape;3187;p58"/>
            <p:cNvSpPr/>
            <p:nvPr/>
          </p:nvSpPr>
          <p:spPr>
            <a:xfrm>
              <a:off x="395541" y="3043174"/>
              <a:ext cx="61705" cy="337316"/>
            </a:xfrm>
            <a:custGeom>
              <a:rect b="b" l="l" r="r" t="t"/>
              <a:pathLst>
                <a:path extrusionOk="0" h="337316" w="61705">
                  <a:moveTo>
                    <a:pt x="11044" y="214848"/>
                  </a:moveTo>
                  <a:cubicBezTo>
                    <a:pt x="17784" y="221824"/>
                    <a:pt x="18491" y="230733"/>
                    <a:pt x="20047" y="239359"/>
                  </a:cubicBezTo>
                  <a:cubicBezTo>
                    <a:pt x="25326" y="268725"/>
                    <a:pt x="30275" y="298138"/>
                    <a:pt x="35719" y="327481"/>
                  </a:cubicBezTo>
                  <a:cubicBezTo>
                    <a:pt x="37251" y="335800"/>
                    <a:pt x="52217" y="340443"/>
                    <a:pt x="58722" y="334905"/>
                  </a:cubicBezTo>
                  <a:cubicBezTo>
                    <a:pt x="60254" y="333609"/>
                    <a:pt x="61597" y="331205"/>
                    <a:pt x="61668" y="329296"/>
                  </a:cubicBezTo>
                  <a:cubicBezTo>
                    <a:pt x="61786" y="325430"/>
                    <a:pt x="61692" y="321259"/>
                    <a:pt x="60419" y="317676"/>
                  </a:cubicBezTo>
                  <a:cubicBezTo>
                    <a:pt x="47032" y="280698"/>
                    <a:pt x="36945" y="242847"/>
                    <a:pt x="31336" y="203960"/>
                  </a:cubicBezTo>
                  <a:cubicBezTo>
                    <a:pt x="27282" y="175866"/>
                    <a:pt x="24218" y="147608"/>
                    <a:pt x="21767" y="119350"/>
                  </a:cubicBezTo>
                  <a:cubicBezTo>
                    <a:pt x="19080" y="88569"/>
                    <a:pt x="17902" y="57671"/>
                    <a:pt x="15357" y="26868"/>
                  </a:cubicBezTo>
                  <a:cubicBezTo>
                    <a:pt x="14602" y="17818"/>
                    <a:pt x="11491" y="8956"/>
                    <a:pt x="9464" y="0"/>
                  </a:cubicBezTo>
                  <a:cubicBezTo>
                    <a:pt x="7933" y="71"/>
                    <a:pt x="6424" y="141"/>
                    <a:pt x="4892" y="189"/>
                  </a:cubicBezTo>
                  <a:cubicBezTo>
                    <a:pt x="3549" y="9993"/>
                    <a:pt x="1381" y="19750"/>
                    <a:pt x="956" y="29602"/>
                  </a:cubicBezTo>
                  <a:cubicBezTo>
                    <a:pt x="-1542" y="88546"/>
                    <a:pt x="838" y="147302"/>
                    <a:pt x="8286" y="205845"/>
                  </a:cubicBezTo>
                  <a:cubicBezTo>
                    <a:pt x="8663" y="208956"/>
                    <a:pt x="9087" y="212821"/>
                    <a:pt x="11044" y="21484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188" name="Google Shape;3188;p58"/>
            <p:cNvSpPr/>
            <p:nvPr/>
          </p:nvSpPr>
          <p:spPr>
            <a:xfrm>
              <a:off x="946077" y="3590547"/>
              <a:ext cx="147414" cy="163626"/>
            </a:xfrm>
            <a:custGeom>
              <a:rect b="b" l="l" r="r" t="t"/>
              <a:pathLst>
                <a:path extrusionOk="0" h="163626" w="147414">
                  <a:moveTo>
                    <a:pt x="6230" y="163516"/>
                  </a:moveTo>
                  <a:cubicBezTo>
                    <a:pt x="9836" y="163022"/>
                    <a:pt x="13489" y="161890"/>
                    <a:pt x="16788" y="160335"/>
                  </a:cubicBezTo>
                  <a:cubicBezTo>
                    <a:pt x="25697" y="156116"/>
                    <a:pt x="34252" y="151190"/>
                    <a:pt x="43255" y="147184"/>
                  </a:cubicBezTo>
                  <a:cubicBezTo>
                    <a:pt x="49265" y="144520"/>
                    <a:pt x="52565" y="146712"/>
                    <a:pt x="53908" y="153005"/>
                  </a:cubicBezTo>
                  <a:cubicBezTo>
                    <a:pt x="55817" y="161937"/>
                    <a:pt x="58386" y="163069"/>
                    <a:pt x="66494" y="158426"/>
                  </a:cubicBezTo>
                  <a:cubicBezTo>
                    <a:pt x="68850" y="157082"/>
                    <a:pt x="71184" y="155621"/>
                    <a:pt x="73211" y="153830"/>
                  </a:cubicBezTo>
                  <a:cubicBezTo>
                    <a:pt x="105334" y="125902"/>
                    <a:pt x="130670" y="93377"/>
                    <a:pt x="141983" y="51473"/>
                  </a:cubicBezTo>
                  <a:cubicBezTo>
                    <a:pt x="146484" y="34763"/>
                    <a:pt x="149784" y="17935"/>
                    <a:pt x="145235" y="707"/>
                  </a:cubicBezTo>
                  <a:cubicBezTo>
                    <a:pt x="144504" y="471"/>
                    <a:pt x="143774" y="236"/>
                    <a:pt x="143067" y="0"/>
                  </a:cubicBezTo>
                  <a:cubicBezTo>
                    <a:pt x="141040" y="4902"/>
                    <a:pt x="138895" y="9781"/>
                    <a:pt x="136963" y="14754"/>
                  </a:cubicBezTo>
                  <a:cubicBezTo>
                    <a:pt x="131801" y="28046"/>
                    <a:pt x="127488" y="41763"/>
                    <a:pt x="121361" y="54608"/>
                  </a:cubicBezTo>
                  <a:cubicBezTo>
                    <a:pt x="115539" y="66816"/>
                    <a:pt x="107549" y="69338"/>
                    <a:pt x="94304" y="66227"/>
                  </a:cubicBezTo>
                  <a:cubicBezTo>
                    <a:pt x="89543" y="65119"/>
                    <a:pt x="84618" y="64294"/>
                    <a:pt x="79739" y="64082"/>
                  </a:cubicBezTo>
                  <a:cubicBezTo>
                    <a:pt x="73046" y="63799"/>
                    <a:pt x="70005" y="67594"/>
                    <a:pt x="68238" y="74098"/>
                  </a:cubicBezTo>
                  <a:cubicBezTo>
                    <a:pt x="66140" y="81805"/>
                    <a:pt x="64113" y="90549"/>
                    <a:pt x="59070" y="96182"/>
                  </a:cubicBezTo>
                  <a:cubicBezTo>
                    <a:pt x="45471" y="111431"/>
                    <a:pt x="30222" y="125194"/>
                    <a:pt x="15822" y="139760"/>
                  </a:cubicBezTo>
                  <a:cubicBezTo>
                    <a:pt x="10637" y="144992"/>
                    <a:pt x="5523" y="150460"/>
                    <a:pt x="1375" y="156493"/>
                  </a:cubicBezTo>
                  <a:cubicBezTo>
                    <a:pt x="-1736" y="161065"/>
                    <a:pt x="667" y="164271"/>
                    <a:pt x="6230" y="163516"/>
                  </a:cubicBezTo>
                  <a:close/>
                  <a:moveTo>
                    <a:pt x="69935" y="124440"/>
                  </a:moveTo>
                  <a:cubicBezTo>
                    <a:pt x="77688" y="107730"/>
                    <a:pt x="92112" y="97337"/>
                    <a:pt x="106654" y="87250"/>
                  </a:cubicBezTo>
                  <a:cubicBezTo>
                    <a:pt x="107220" y="87721"/>
                    <a:pt x="107809" y="88192"/>
                    <a:pt x="108374" y="88664"/>
                  </a:cubicBezTo>
                  <a:cubicBezTo>
                    <a:pt x="95907" y="105963"/>
                    <a:pt x="83439" y="123238"/>
                    <a:pt x="70972" y="140537"/>
                  </a:cubicBezTo>
                  <a:cubicBezTo>
                    <a:pt x="69982" y="140207"/>
                    <a:pt x="68992" y="139901"/>
                    <a:pt x="68002" y="139571"/>
                  </a:cubicBezTo>
                  <a:cubicBezTo>
                    <a:pt x="68568" y="134504"/>
                    <a:pt x="67884" y="128848"/>
                    <a:pt x="69935" y="12444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189" name="Google Shape;3189;p58"/>
            <p:cNvSpPr/>
            <p:nvPr/>
          </p:nvSpPr>
          <p:spPr>
            <a:xfrm>
              <a:off x="910894" y="3764127"/>
              <a:ext cx="266277" cy="168717"/>
            </a:xfrm>
            <a:custGeom>
              <a:rect b="b" l="l" r="r" t="t"/>
              <a:pathLst>
                <a:path extrusionOk="0" h="168717" w="266277">
                  <a:moveTo>
                    <a:pt x="181950" y="80651"/>
                  </a:moveTo>
                  <a:cubicBezTo>
                    <a:pt x="188950" y="76668"/>
                    <a:pt x="197458" y="74994"/>
                    <a:pt x="203774" y="70257"/>
                  </a:cubicBezTo>
                  <a:cubicBezTo>
                    <a:pt x="224279" y="54867"/>
                    <a:pt x="241295" y="35824"/>
                    <a:pt x="256803" y="15484"/>
                  </a:cubicBezTo>
                  <a:cubicBezTo>
                    <a:pt x="260008" y="11289"/>
                    <a:pt x="262365" y="6458"/>
                    <a:pt x="266277" y="0"/>
                  </a:cubicBezTo>
                  <a:cubicBezTo>
                    <a:pt x="260927" y="448"/>
                    <a:pt x="258146" y="212"/>
                    <a:pt x="255648" y="966"/>
                  </a:cubicBezTo>
                  <a:cubicBezTo>
                    <a:pt x="238325" y="6269"/>
                    <a:pt x="221780" y="13316"/>
                    <a:pt x="207050" y="24016"/>
                  </a:cubicBezTo>
                  <a:cubicBezTo>
                    <a:pt x="203704" y="26444"/>
                    <a:pt x="200875" y="29649"/>
                    <a:pt x="198118" y="32760"/>
                  </a:cubicBezTo>
                  <a:cubicBezTo>
                    <a:pt x="194913" y="36413"/>
                    <a:pt x="192579" y="40985"/>
                    <a:pt x="188926" y="44073"/>
                  </a:cubicBezTo>
                  <a:cubicBezTo>
                    <a:pt x="155695" y="72048"/>
                    <a:pt x="119023" y="94956"/>
                    <a:pt x="81455" y="116498"/>
                  </a:cubicBezTo>
                  <a:cubicBezTo>
                    <a:pt x="73560" y="121023"/>
                    <a:pt x="65405" y="126043"/>
                    <a:pt x="56732" y="128023"/>
                  </a:cubicBezTo>
                  <a:cubicBezTo>
                    <a:pt x="37147" y="132454"/>
                    <a:pt x="21521" y="143083"/>
                    <a:pt x="6767" y="155715"/>
                  </a:cubicBezTo>
                  <a:cubicBezTo>
                    <a:pt x="4740" y="157459"/>
                    <a:pt x="2996" y="159675"/>
                    <a:pt x="1511" y="161914"/>
                  </a:cubicBezTo>
                  <a:cubicBezTo>
                    <a:pt x="-1482" y="166486"/>
                    <a:pt x="50" y="168937"/>
                    <a:pt x="5400" y="168702"/>
                  </a:cubicBezTo>
                  <a:cubicBezTo>
                    <a:pt x="15134" y="168277"/>
                    <a:pt x="22864" y="163870"/>
                    <a:pt x="28615" y="156069"/>
                  </a:cubicBezTo>
                  <a:cubicBezTo>
                    <a:pt x="32645" y="150601"/>
                    <a:pt x="37618" y="145652"/>
                    <a:pt x="44641" y="147820"/>
                  </a:cubicBezTo>
                  <a:cubicBezTo>
                    <a:pt x="52089" y="150130"/>
                    <a:pt x="58405" y="147914"/>
                    <a:pt x="64557" y="145204"/>
                  </a:cubicBezTo>
                  <a:cubicBezTo>
                    <a:pt x="76506" y="139925"/>
                    <a:pt x="88408" y="134386"/>
                    <a:pt x="99768" y="127976"/>
                  </a:cubicBezTo>
                  <a:cubicBezTo>
                    <a:pt x="127319" y="112515"/>
                    <a:pt x="154470" y="96300"/>
                    <a:pt x="181950" y="8065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190" name="Google Shape;3190;p58"/>
            <p:cNvSpPr/>
            <p:nvPr/>
          </p:nvSpPr>
          <p:spPr>
            <a:xfrm>
              <a:off x="537211" y="2345150"/>
              <a:ext cx="282335" cy="124380"/>
            </a:xfrm>
            <a:custGeom>
              <a:rect b="b" l="l" r="r" t="t"/>
              <a:pathLst>
                <a:path extrusionOk="0" h="124380" w="282335">
                  <a:moveTo>
                    <a:pt x="40950" y="87206"/>
                  </a:moveTo>
                  <a:cubicBezTo>
                    <a:pt x="60794" y="84614"/>
                    <a:pt x="80356" y="80536"/>
                    <a:pt x="98668" y="72122"/>
                  </a:cubicBezTo>
                  <a:cubicBezTo>
                    <a:pt x="109486" y="67150"/>
                    <a:pt x="122072" y="61776"/>
                    <a:pt x="124263" y="49238"/>
                  </a:cubicBezTo>
                  <a:cubicBezTo>
                    <a:pt x="126880" y="34272"/>
                    <a:pt x="136330" y="28498"/>
                    <a:pt x="148327" y="24373"/>
                  </a:cubicBezTo>
                  <a:cubicBezTo>
                    <a:pt x="178965" y="13791"/>
                    <a:pt x="210523" y="11529"/>
                    <a:pt x="242600" y="15299"/>
                  </a:cubicBezTo>
                  <a:cubicBezTo>
                    <a:pt x="252875" y="16501"/>
                    <a:pt x="263151" y="18033"/>
                    <a:pt x="273474" y="18623"/>
                  </a:cubicBezTo>
                  <a:cubicBezTo>
                    <a:pt x="276349" y="18788"/>
                    <a:pt x="279390" y="16148"/>
                    <a:pt x="282336" y="14804"/>
                  </a:cubicBezTo>
                  <a:cubicBezTo>
                    <a:pt x="280639" y="11693"/>
                    <a:pt x="279696" y="7522"/>
                    <a:pt x="277080" y="5754"/>
                  </a:cubicBezTo>
                  <a:cubicBezTo>
                    <a:pt x="273356" y="3232"/>
                    <a:pt x="268501" y="1276"/>
                    <a:pt x="264047" y="1135"/>
                  </a:cubicBezTo>
                  <a:cubicBezTo>
                    <a:pt x="243613" y="428"/>
                    <a:pt x="223085" y="-586"/>
                    <a:pt x="202699" y="428"/>
                  </a:cubicBezTo>
                  <a:cubicBezTo>
                    <a:pt x="180026" y="1536"/>
                    <a:pt x="157495" y="5047"/>
                    <a:pt x="134846" y="6862"/>
                  </a:cubicBezTo>
                  <a:cubicBezTo>
                    <a:pt x="116745" y="8300"/>
                    <a:pt x="116910" y="7923"/>
                    <a:pt x="111678" y="25269"/>
                  </a:cubicBezTo>
                  <a:cubicBezTo>
                    <a:pt x="108921" y="34437"/>
                    <a:pt x="105833" y="43581"/>
                    <a:pt x="101897" y="52302"/>
                  </a:cubicBezTo>
                  <a:cubicBezTo>
                    <a:pt x="99069" y="58547"/>
                    <a:pt x="94143" y="62459"/>
                    <a:pt x="86342" y="58359"/>
                  </a:cubicBezTo>
                  <a:cubicBezTo>
                    <a:pt x="83891" y="57062"/>
                    <a:pt x="80568" y="57416"/>
                    <a:pt x="77669" y="57015"/>
                  </a:cubicBezTo>
                  <a:cubicBezTo>
                    <a:pt x="46748" y="62766"/>
                    <a:pt x="20492" y="75540"/>
                    <a:pt x="4584" y="104222"/>
                  </a:cubicBezTo>
                  <a:cubicBezTo>
                    <a:pt x="2463" y="108040"/>
                    <a:pt x="931" y="112353"/>
                    <a:pt x="82" y="116619"/>
                  </a:cubicBezTo>
                  <a:cubicBezTo>
                    <a:pt x="-365" y="118882"/>
                    <a:pt x="1119" y="123619"/>
                    <a:pt x="1968" y="123690"/>
                  </a:cubicBezTo>
                  <a:cubicBezTo>
                    <a:pt x="8567" y="124161"/>
                    <a:pt x="15708" y="125198"/>
                    <a:pt x="21718" y="123195"/>
                  </a:cubicBezTo>
                  <a:cubicBezTo>
                    <a:pt x="27233" y="121357"/>
                    <a:pt x="27657" y="115158"/>
                    <a:pt x="25890" y="109148"/>
                  </a:cubicBezTo>
                  <a:cubicBezTo>
                    <a:pt x="21742" y="94960"/>
                    <a:pt x="26172" y="89139"/>
                    <a:pt x="40950" y="8720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191" name="Google Shape;3191;p58"/>
            <p:cNvSpPr/>
            <p:nvPr/>
          </p:nvSpPr>
          <p:spPr>
            <a:xfrm>
              <a:off x="313772" y="2934986"/>
              <a:ext cx="76125" cy="241349"/>
            </a:xfrm>
            <a:custGeom>
              <a:rect b="b" l="l" r="r" t="t"/>
              <a:pathLst>
                <a:path extrusionOk="0" h="241349" w="76125">
                  <a:moveTo>
                    <a:pt x="73745" y="94778"/>
                  </a:moveTo>
                  <a:cubicBezTo>
                    <a:pt x="66038" y="97182"/>
                    <a:pt x="58379" y="99775"/>
                    <a:pt x="50577" y="101919"/>
                  </a:cubicBezTo>
                  <a:cubicBezTo>
                    <a:pt x="44073" y="103711"/>
                    <a:pt x="41150" y="101425"/>
                    <a:pt x="40962" y="94755"/>
                  </a:cubicBezTo>
                  <a:cubicBezTo>
                    <a:pt x="40891" y="92327"/>
                    <a:pt x="41103" y="89758"/>
                    <a:pt x="41763" y="87425"/>
                  </a:cubicBezTo>
                  <a:cubicBezTo>
                    <a:pt x="47514" y="66779"/>
                    <a:pt x="53382" y="46181"/>
                    <a:pt x="59203" y="25535"/>
                  </a:cubicBezTo>
                  <a:cubicBezTo>
                    <a:pt x="60476" y="21033"/>
                    <a:pt x="62173" y="16555"/>
                    <a:pt x="62715" y="11960"/>
                  </a:cubicBezTo>
                  <a:cubicBezTo>
                    <a:pt x="63540" y="4983"/>
                    <a:pt x="59533" y="199"/>
                    <a:pt x="53641" y="10"/>
                  </a:cubicBezTo>
                  <a:cubicBezTo>
                    <a:pt x="45722" y="-249"/>
                    <a:pt x="40655" y="4347"/>
                    <a:pt x="40938" y="11724"/>
                  </a:cubicBezTo>
                  <a:cubicBezTo>
                    <a:pt x="41127" y="16414"/>
                    <a:pt x="42022" y="21104"/>
                    <a:pt x="41857" y="25747"/>
                  </a:cubicBezTo>
                  <a:cubicBezTo>
                    <a:pt x="41197" y="44177"/>
                    <a:pt x="33726" y="52026"/>
                    <a:pt x="15531" y="53935"/>
                  </a:cubicBezTo>
                  <a:cubicBezTo>
                    <a:pt x="10535" y="54453"/>
                    <a:pt x="5562" y="55089"/>
                    <a:pt x="589" y="55655"/>
                  </a:cubicBezTo>
                  <a:cubicBezTo>
                    <a:pt x="401" y="56315"/>
                    <a:pt x="189" y="56975"/>
                    <a:pt x="0" y="57635"/>
                  </a:cubicBezTo>
                  <a:cubicBezTo>
                    <a:pt x="2522" y="59732"/>
                    <a:pt x="5350" y="61547"/>
                    <a:pt x="7495" y="63975"/>
                  </a:cubicBezTo>
                  <a:cubicBezTo>
                    <a:pt x="12774" y="69985"/>
                    <a:pt x="19420" y="75570"/>
                    <a:pt x="22437" y="82664"/>
                  </a:cubicBezTo>
                  <a:cubicBezTo>
                    <a:pt x="26609" y="92492"/>
                    <a:pt x="29083" y="103381"/>
                    <a:pt x="30332" y="114057"/>
                  </a:cubicBezTo>
                  <a:cubicBezTo>
                    <a:pt x="33019" y="137130"/>
                    <a:pt x="34127" y="160369"/>
                    <a:pt x="36554" y="183466"/>
                  </a:cubicBezTo>
                  <a:cubicBezTo>
                    <a:pt x="38487" y="201731"/>
                    <a:pt x="42564" y="219549"/>
                    <a:pt x="53029" y="235174"/>
                  </a:cubicBezTo>
                  <a:cubicBezTo>
                    <a:pt x="54537" y="237413"/>
                    <a:pt x="56587" y="239299"/>
                    <a:pt x="58402" y="241349"/>
                  </a:cubicBezTo>
                  <a:cubicBezTo>
                    <a:pt x="59109" y="241114"/>
                    <a:pt x="59793" y="240878"/>
                    <a:pt x="60500" y="240619"/>
                  </a:cubicBezTo>
                  <a:cubicBezTo>
                    <a:pt x="60500" y="236306"/>
                    <a:pt x="60877" y="231946"/>
                    <a:pt x="60429" y="227680"/>
                  </a:cubicBezTo>
                  <a:cubicBezTo>
                    <a:pt x="59038" y="214175"/>
                    <a:pt x="56799" y="200718"/>
                    <a:pt x="55904" y="187189"/>
                  </a:cubicBezTo>
                  <a:cubicBezTo>
                    <a:pt x="54042" y="159544"/>
                    <a:pt x="58143" y="132982"/>
                    <a:pt x="72284" y="108519"/>
                  </a:cubicBezTo>
                  <a:cubicBezTo>
                    <a:pt x="74334" y="104960"/>
                    <a:pt x="74876" y="100529"/>
                    <a:pt x="76125" y="96499"/>
                  </a:cubicBezTo>
                  <a:cubicBezTo>
                    <a:pt x="75301" y="95957"/>
                    <a:pt x="74523" y="95368"/>
                    <a:pt x="73745" y="947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192" name="Google Shape;3192;p58"/>
            <p:cNvSpPr/>
            <p:nvPr/>
          </p:nvSpPr>
          <p:spPr>
            <a:xfrm>
              <a:off x="609188" y="3002390"/>
              <a:ext cx="50132" cy="228685"/>
            </a:xfrm>
            <a:custGeom>
              <a:rect b="b" l="l" r="r" t="t"/>
              <a:pathLst>
                <a:path extrusionOk="0" h="228685" w="50132">
                  <a:moveTo>
                    <a:pt x="23251" y="28104"/>
                  </a:moveTo>
                  <a:cubicBezTo>
                    <a:pt x="23062" y="20798"/>
                    <a:pt x="21483" y="13374"/>
                    <a:pt x="19409" y="6351"/>
                  </a:cubicBezTo>
                  <a:cubicBezTo>
                    <a:pt x="17170" y="-1285"/>
                    <a:pt x="11349" y="-2251"/>
                    <a:pt x="7437" y="4631"/>
                  </a:cubicBezTo>
                  <a:cubicBezTo>
                    <a:pt x="4137" y="10405"/>
                    <a:pt x="1497" y="17452"/>
                    <a:pt x="1356" y="23980"/>
                  </a:cubicBezTo>
                  <a:cubicBezTo>
                    <a:pt x="413" y="61854"/>
                    <a:pt x="-459" y="99776"/>
                    <a:pt x="272" y="137650"/>
                  </a:cubicBezTo>
                  <a:cubicBezTo>
                    <a:pt x="625" y="155279"/>
                    <a:pt x="4349" y="172884"/>
                    <a:pt x="7272" y="190372"/>
                  </a:cubicBezTo>
                  <a:cubicBezTo>
                    <a:pt x="7884" y="193978"/>
                    <a:pt x="11019" y="197937"/>
                    <a:pt x="14083" y="200200"/>
                  </a:cubicBezTo>
                  <a:cubicBezTo>
                    <a:pt x="21365" y="205550"/>
                    <a:pt x="22732" y="207977"/>
                    <a:pt x="19621" y="216768"/>
                  </a:cubicBezTo>
                  <a:cubicBezTo>
                    <a:pt x="17500" y="222802"/>
                    <a:pt x="19621" y="227044"/>
                    <a:pt x="25419" y="227963"/>
                  </a:cubicBezTo>
                  <a:cubicBezTo>
                    <a:pt x="31900" y="228977"/>
                    <a:pt x="38664" y="228765"/>
                    <a:pt x="45240" y="228293"/>
                  </a:cubicBezTo>
                  <a:cubicBezTo>
                    <a:pt x="49341" y="227987"/>
                    <a:pt x="51273" y="224923"/>
                    <a:pt x="49435" y="220775"/>
                  </a:cubicBezTo>
                  <a:cubicBezTo>
                    <a:pt x="47620" y="216721"/>
                    <a:pt x="45735" y="212667"/>
                    <a:pt x="43425" y="208920"/>
                  </a:cubicBezTo>
                  <a:cubicBezTo>
                    <a:pt x="35483" y="196028"/>
                    <a:pt x="28954" y="182641"/>
                    <a:pt x="26338" y="167487"/>
                  </a:cubicBezTo>
                  <a:cubicBezTo>
                    <a:pt x="21742" y="140973"/>
                    <a:pt x="21248" y="114317"/>
                    <a:pt x="23439" y="85917"/>
                  </a:cubicBezTo>
                  <a:cubicBezTo>
                    <a:pt x="23439" y="67723"/>
                    <a:pt x="23769" y="47902"/>
                    <a:pt x="23251" y="2810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193" name="Google Shape;3193;p58"/>
            <p:cNvSpPr/>
            <p:nvPr/>
          </p:nvSpPr>
          <p:spPr>
            <a:xfrm>
              <a:off x="357150" y="3447786"/>
              <a:ext cx="154218" cy="225815"/>
            </a:xfrm>
            <a:custGeom>
              <a:rect b="b" l="l" r="r" t="t"/>
              <a:pathLst>
                <a:path extrusionOk="0" h="225815" w="154218">
                  <a:moveTo>
                    <a:pt x="139111" y="216223"/>
                  </a:moveTo>
                  <a:cubicBezTo>
                    <a:pt x="142363" y="220159"/>
                    <a:pt x="147384" y="222657"/>
                    <a:pt x="151579" y="225815"/>
                  </a:cubicBezTo>
                  <a:cubicBezTo>
                    <a:pt x="152451" y="225108"/>
                    <a:pt x="153346" y="224401"/>
                    <a:pt x="154218" y="223694"/>
                  </a:cubicBezTo>
                  <a:cubicBezTo>
                    <a:pt x="153111" y="220607"/>
                    <a:pt x="152333" y="217354"/>
                    <a:pt x="150824" y="214456"/>
                  </a:cubicBezTo>
                  <a:cubicBezTo>
                    <a:pt x="132724" y="179622"/>
                    <a:pt x="110570" y="147427"/>
                    <a:pt x="84857" y="117873"/>
                  </a:cubicBezTo>
                  <a:cubicBezTo>
                    <a:pt x="74298" y="105759"/>
                    <a:pt x="65767" y="92749"/>
                    <a:pt x="58602" y="78585"/>
                  </a:cubicBezTo>
                  <a:cubicBezTo>
                    <a:pt x="53935" y="69322"/>
                    <a:pt x="49976" y="59659"/>
                    <a:pt x="44791" y="50703"/>
                  </a:cubicBezTo>
                  <a:cubicBezTo>
                    <a:pt x="35882" y="35360"/>
                    <a:pt x="26431" y="20324"/>
                    <a:pt x="16745" y="5452"/>
                  </a:cubicBezTo>
                  <a:cubicBezTo>
                    <a:pt x="14011" y="1281"/>
                    <a:pt x="9415" y="-1830"/>
                    <a:pt x="3947" y="1234"/>
                  </a:cubicBezTo>
                  <a:cubicBezTo>
                    <a:pt x="-1379" y="4227"/>
                    <a:pt x="-342" y="9553"/>
                    <a:pt x="1449" y="13772"/>
                  </a:cubicBezTo>
                  <a:cubicBezTo>
                    <a:pt x="5998" y="24401"/>
                    <a:pt x="10051" y="35525"/>
                    <a:pt x="16438" y="45023"/>
                  </a:cubicBezTo>
                  <a:cubicBezTo>
                    <a:pt x="44296" y="86480"/>
                    <a:pt x="72601" y="127630"/>
                    <a:pt x="101402" y="168450"/>
                  </a:cubicBezTo>
                  <a:cubicBezTo>
                    <a:pt x="113092" y="185042"/>
                    <a:pt x="126196" y="200597"/>
                    <a:pt x="139111" y="216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194" name="Google Shape;3194;p58"/>
            <p:cNvSpPr/>
            <p:nvPr/>
          </p:nvSpPr>
          <p:spPr>
            <a:xfrm>
              <a:off x="478628" y="3355901"/>
              <a:ext cx="122887" cy="213703"/>
            </a:xfrm>
            <a:custGeom>
              <a:rect b="b" l="l" r="r" t="t"/>
              <a:pathLst>
                <a:path extrusionOk="0" h="213703" w="122887">
                  <a:moveTo>
                    <a:pt x="115489" y="197950"/>
                  </a:moveTo>
                  <a:cubicBezTo>
                    <a:pt x="107664" y="188405"/>
                    <a:pt x="97931" y="180085"/>
                    <a:pt x="91709" y="169644"/>
                  </a:cubicBezTo>
                  <a:cubicBezTo>
                    <a:pt x="77308" y="145534"/>
                    <a:pt x="63969" y="120740"/>
                    <a:pt x="51218" y="95711"/>
                  </a:cubicBezTo>
                  <a:cubicBezTo>
                    <a:pt x="37455" y="68701"/>
                    <a:pt x="24916" y="41056"/>
                    <a:pt x="11577" y="13811"/>
                  </a:cubicBezTo>
                  <a:cubicBezTo>
                    <a:pt x="9385" y="9333"/>
                    <a:pt x="5802" y="5539"/>
                    <a:pt x="1819" y="0"/>
                  </a:cubicBezTo>
                  <a:cubicBezTo>
                    <a:pt x="688" y="3606"/>
                    <a:pt x="-66" y="4808"/>
                    <a:pt x="5" y="5916"/>
                  </a:cubicBezTo>
                  <a:cubicBezTo>
                    <a:pt x="971" y="19609"/>
                    <a:pt x="3304" y="33019"/>
                    <a:pt x="11765" y="44285"/>
                  </a:cubicBezTo>
                  <a:cubicBezTo>
                    <a:pt x="17940" y="52487"/>
                    <a:pt x="20815" y="61537"/>
                    <a:pt x="22135" y="71553"/>
                  </a:cubicBezTo>
                  <a:cubicBezTo>
                    <a:pt x="23149" y="79331"/>
                    <a:pt x="24351" y="87320"/>
                    <a:pt x="27155" y="94579"/>
                  </a:cubicBezTo>
                  <a:cubicBezTo>
                    <a:pt x="38209" y="123333"/>
                    <a:pt x="53198" y="150083"/>
                    <a:pt x="72171" y="174264"/>
                  </a:cubicBezTo>
                  <a:cubicBezTo>
                    <a:pt x="82022" y="186826"/>
                    <a:pt x="93830" y="197879"/>
                    <a:pt x="105308" y="209050"/>
                  </a:cubicBezTo>
                  <a:cubicBezTo>
                    <a:pt x="109644" y="213269"/>
                    <a:pt x="117139" y="215956"/>
                    <a:pt x="121381" y="211124"/>
                  </a:cubicBezTo>
                  <a:cubicBezTo>
                    <a:pt x="126048" y="205798"/>
                    <a:pt x="118671" y="201815"/>
                    <a:pt x="115489" y="1979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195" name="Google Shape;3195;p58"/>
            <p:cNvSpPr/>
            <p:nvPr/>
          </p:nvSpPr>
          <p:spPr>
            <a:xfrm>
              <a:off x="460579" y="3776288"/>
              <a:ext cx="175526" cy="116078"/>
            </a:xfrm>
            <a:custGeom>
              <a:rect b="b" l="l" r="r" t="t"/>
              <a:pathLst>
                <a:path extrusionOk="0" h="116078" w="175526">
                  <a:moveTo>
                    <a:pt x="169833" y="99199"/>
                  </a:moveTo>
                  <a:cubicBezTo>
                    <a:pt x="160735" y="93307"/>
                    <a:pt x="151685" y="87203"/>
                    <a:pt x="142046" y="82300"/>
                  </a:cubicBezTo>
                  <a:cubicBezTo>
                    <a:pt x="118925" y="70563"/>
                    <a:pt x="95711" y="59227"/>
                    <a:pt x="74735" y="43530"/>
                  </a:cubicBezTo>
                  <a:cubicBezTo>
                    <a:pt x="57389" y="30544"/>
                    <a:pt x="38817" y="19184"/>
                    <a:pt x="20434" y="7660"/>
                  </a:cubicBezTo>
                  <a:cubicBezTo>
                    <a:pt x="14824" y="4148"/>
                    <a:pt x="8060" y="2498"/>
                    <a:pt x="1815" y="0"/>
                  </a:cubicBezTo>
                  <a:cubicBezTo>
                    <a:pt x="1202" y="660"/>
                    <a:pt x="589" y="1343"/>
                    <a:pt x="0" y="2003"/>
                  </a:cubicBezTo>
                  <a:cubicBezTo>
                    <a:pt x="1626" y="5303"/>
                    <a:pt x="2757" y="8979"/>
                    <a:pt x="4926" y="11878"/>
                  </a:cubicBezTo>
                  <a:cubicBezTo>
                    <a:pt x="19844" y="31817"/>
                    <a:pt x="39218" y="46783"/>
                    <a:pt x="60311" y="59463"/>
                  </a:cubicBezTo>
                  <a:cubicBezTo>
                    <a:pt x="69550" y="65025"/>
                    <a:pt x="79991" y="68536"/>
                    <a:pt x="89654" y="73462"/>
                  </a:cubicBezTo>
                  <a:cubicBezTo>
                    <a:pt x="100943" y="79213"/>
                    <a:pt x="102993" y="84162"/>
                    <a:pt x="98727" y="97643"/>
                  </a:cubicBezTo>
                  <a:cubicBezTo>
                    <a:pt x="104266" y="96818"/>
                    <a:pt x="108485" y="96653"/>
                    <a:pt x="112444" y="95522"/>
                  </a:cubicBezTo>
                  <a:cubicBezTo>
                    <a:pt x="125171" y="91845"/>
                    <a:pt x="135706" y="93967"/>
                    <a:pt x="143790" y="105374"/>
                  </a:cubicBezTo>
                  <a:cubicBezTo>
                    <a:pt x="148409" y="111878"/>
                    <a:pt x="155079" y="116238"/>
                    <a:pt x="163163" y="116074"/>
                  </a:cubicBezTo>
                  <a:cubicBezTo>
                    <a:pt x="167028" y="116003"/>
                    <a:pt x="172237" y="113976"/>
                    <a:pt x="174311" y="111030"/>
                  </a:cubicBezTo>
                  <a:cubicBezTo>
                    <a:pt x="177445" y="106505"/>
                    <a:pt x="174004" y="101909"/>
                    <a:pt x="169833" y="9919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196" name="Google Shape;3196;p58"/>
            <p:cNvSpPr/>
            <p:nvPr/>
          </p:nvSpPr>
          <p:spPr>
            <a:xfrm>
              <a:off x="986991" y="3827031"/>
              <a:ext cx="170354" cy="118103"/>
            </a:xfrm>
            <a:custGeom>
              <a:rect b="b" l="l" r="r" t="t"/>
              <a:pathLst>
                <a:path extrusionOk="0" h="118103" w="170354">
                  <a:moveTo>
                    <a:pt x="170313" y="12350"/>
                  </a:moveTo>
                  <a:cubicBezTo>
                    <a:pt x="169393" y="71"/>
                    <a:pt x="162771" y="-3370"/>
                    <a:pt x="152495" y="3464"/>
                  </a:cubicBezTo>
                  <a:cubicBezTo>
                    <a:pt x="147593" y="6740"/>
                    <a:pt x="142691" y="10370"/>
                    <a:pt x="138778" y="14730"/>
                  </a:cubicBezTo>
                  <a:cubicBezTo>
                    <a:pt x="116506" y="39547"/>
                    <a:pt x="88271" y="55668"/>
                    <a:pt x="59070" y="70540"/>
                  </a:cubicBezTo>
                  <a:cubicBezTo>
                    <a:pt x="45448" y="77492"/>
                    <a:pt x="31849" y="84563"/>
                    <a:pt x="18557" y="92105"/>
                  </a:cubicBezTo>
                  <a:cubicBezTo>
                    <a:pt x="13018" y="95239"/>
                    <a:pt x="8116" y="99552"/>
                    <a:pt x="3214" y="103676"/>
                  </a:cubicBezTo>
                  <a:cubicBezTo>
                    <a:pt x="-1123" y="107330"/>
                    <a:pt x="-628" y="112680"/>
                    <a:pt x="2082" y="116356"/>
                  </a:cubicBezTo>
                  <a:cubicBezTo>
                    <a:pt x="3473" y="118242"/>
                    <a:pt x="8776" y="118477"/>
                    <a:pt x="11816" y="117652"/>
                  </a:cubicBezTo>
                  <a:cubicBezTo>
                    <a:pt x="16977" y="116262"/>
                    <a:pt x="22092" y="113952"/>
                    <a:pt x="26640" y="111101"/>
                  </a:cubicBezTo>
                  <a:cubicBezTo>
                    <a:pt x="50327" y="96300"/>
                    <a:pt x="73400" y="80485"/>
                    <a:pt x="97510" y="66439"/>
                  </a:cubicBezTo>
                  <a:cubicBezTo>
                    <a:pt x="115116" y="56210"/>
                    <a:pt x="133546" y="46971"/>
                    <a:pt x="152495" y="39594"/>
                  </a:cubicBezTo>
                  <a:cubicBezTo>
                    <a:pt x="165293" y="34622"/>
                    <a:pt x="170643" y="30639"/>
                    <a:pt x="170313" y="16804"/>
                  </a:cubicBezTo>
                  <a:cubicBezTo>
                    <a:pt x="170313" y="15319"/>
                    <a:pt x="170407" y="13811"/>
                    <a:pt x="170313" y="123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197" name="Google Shape;3197;p58"/>
            <p:cNvSpPr/>
            <p:nvPr/>
          </p:nvSpPr>
          <p:spPr>
            <a:xfrm>
              <a:off x="1126948" y="3562437"/>
              <a:ext cx="48156" cy="187816"/>
            </a:xfrm>
            <a:custGeom>
              <a:rect b="b" l="l" r="r" t="t"/>
              <a:pathLst>
                <a:path extrusionOk="0" h="187816" w="48156">
                  <a:moveTo>
                    <a:pt x="38416" y="3175"/>
                  </a:moveTo>
                  <a:cubicBezTo>
                    <a:pt x="35305" y="7865"/>
                    <a:pt x="32430" y="12814"/>
                    <a:pt x="30356" y="18023"/>
                  </a:cubicBezTo>
                  <a:cubicBezTo>
                    <a:pt x="23757" y="34544"/>
                    <a:pt x="22767" y="52103"/>
                    <a:pt x="21424" y="69614"/>
                  </a:cubicBezTo>
                  <a:cubicBezTo>
                    <a:pt x="20410" y="83001"/>
                    <a:pt x="18124" y="96529"/>
                    <a:pt x="9639" y="107229"/>
                  </a:cubicBezTo>
                  <a:cubicBezTo>
                    <a:pt x="1956" y="116915"/>
                    <a:pt x="306" y="127615"/>
                    <a:pt x="0" y="136972"/>
                  </a:cubicBezTo>
                  <a:cubicBezTo>
                    <a:pt x="283" y="142746"/>
                    <a:pt x="-141" y="146611"/>
                    <a:pt x="754" y="150123"/>
                  </a:cubicBezTo>
                  <a:cubicBezTo>
                    <a:pt x="3417" y="160587"/>
                    <a:pt x="5892" y="171193"/>
                    <a:pt x="9828" y="181209"/>
                  </a:cubicBezTo>
                  <a:cubicBezTo>
                    <a:pt x="12963" y="189175"/>
                    <a:pt x="18525" y="189670"/>
                    <a:pt x="25171" y="184132"/>
                  </a:cubicBezTo>
                  <a:cubicBezTo>
                    <a:pt x="37780" y="173597"/>
                    <a:pt x="37521" y="166503"/>
                    <a:pt x="24228" y="156769"/>
                  </a:cubicBezTo>
                  <a:cubicBezTo>
                    <a:pt x="15225" y="150170"/>
                    <a:pt x="13269" y="144490"/>
                    <a:pt x="16568" y="133625"/>
                  </a:cubicBezTo>
                  <a:cubicBezTo>
                    <a:pt x="17723" y="129854"/>
                    <a:pt x="18855" y="125989"/>
                    <a:pt x="20669" y="122548"/>
                  </a:cubicBezTo>
                  <a:cubicBezTo>
                    <a:pt x="34716" y="95845"/>
                    <a:pt x="44379" y="67752"/>
                    <a:pt x="47396" y="37655"/>
                  </a:cubicBezTo>
                  <a:cubicBezTo>
                    <a:pt x="48456" y="27120"/>
                    <a:pt x="48150" y="16444"/>
                    <a:pt x="47985" y="5838"/>
                  </a:cubicBezTo>
                  <a:cubicBezTo>
                    <a:pt x="47961" y="3788"/>
                    <a:pt x="46052" y="606"/>
                    <a:pt x="44355" y="87"/>
                  </a:cubicBezTo>
                  <a:cubicBezTo>
                    <a:pt x="42776" y="-431"/>
                    <a:pt x="39548" y="1454"/>
                    <a:pt x="38416" y="317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198" name="Google Shape;3198;p58"/>
            <p:cNvSpPr/>
            <p:nvPr/>
          </p:nvSpPr>
          <p:spPr>
            <a:xfrm>
              <a:off x="772286" y="3765846"/>
              <a:ext cx="146553" cy="39818"/>
            </a:xfrm>
            <a:custGeom>
              <a:rect b="b" l="l" r="r" t="t"/>
              <a:pathLst>
                <a:path extrusionOk="0" h="39818" w="146553">
                  <a:moveTo>
                    <a:pt x="146554" y="2688"/>
                  </a:moveTo>
                  <a:cubicBezTo>
                    <a:pt x="142689" y="1533"/>
                    <a:pt x="140756" y="543"/>
                    <a:pt x="138800" y="449"/>
                  </a:cubicBezTo>
                  <a:cubicBezTo>
                    <a:pt x="132884" y="142"/>
                    <a:pt x="126921" y="-235"/>
                    <a:pt x="121029" y="190"/>
                  </a:cubicBezTo>
                  <a:cubicBezTo>
                    <a:pt x="94209" y="2146"/>
                    <a:pt x="67364" y="4055"/>
                    <a:pt x="40615" y="6624"/>
                  </a:cubicBezTo>
                  <a:cubicBezTo>
                    <a:pt x="29632" y="7684"/>
                    <a:pt x="18672" y="9829"/>
                    <a:pt x="7925" y="12398"/>
                  </a:cubicBezTo>
                  <a:cubicBezTo>
                    <a:pt x="-653" y="14472"/>
                    <a:pt x="-1643" y="18667"/>
                    <a:pt x="1986" y="26845"/>
                  </a:cubicBezTo>
                  <a:cubicBezTo>
                    <a:pt x="7313" y="38889"/>
                    <a:pt x="17824" y="40444"/>
                    <a:pt x="28618" y="39643"/>
                  </a:cubicBezTo>
                  <a:cubicBezTo>
                    <a:pt x="67200" y="36815"/>
                    <a:pt x="103047" y="23829"/>
                    <a:pt x="138164" y="8556"/>
                  </a:cubicBezTo>
                  <a:cubicBezTo>
                    <a:pt x="140615" y="7472"/>
                    <a:pt x="142689" y="5422"/>
                    <a:pt x="146554" y="268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199" name="Google Shape;3199;p58"/>
            <p:cNvSpPr/>
            <p:nvPr/>
          </p:nvSpPr>
          <p:spPr>
            <a:xfrm>
              <a:off x="339584" y="3336599"/>
              <a:ext cx="79558" cy="92570"/>
            </a:xfrm>
            <a:custGeom>
              <a:rect b="b" l="l" r="r" t="t"/>
              <a:pathLst>
                <a:path extrusionOk="0" h="92570" w="79558">
                  <a:moveTo>
                    <a:pt x="24011" y="91539"/>
                  </a:moveTo>
                  <a:cubicBezTo>
                    <a:pt x="30611" y="89489"/>
                    <a:pt x="35159" y="84633"/>
                    <a:pt x="35324" y="77445"/>
                  </a:cubicBezTo>
                  <a:cubicBezTo>
                    <a:pt x="35395" y="74216"/>
                    <a:pt x="33109" y="71011"/>
                    <a:pt x="32166" y="67712"/>
                  </a:cubicBezTo>
                  <a:cubicBezTo>
                    <a:pt x="30351" y="61419"/>
                    <a:pt x="33038" y="56281"/>
                    <a:pt x="37681" y="52675"/>
                  </a:cubicBezTo>
                  <a:cubicBezTo>
                    <a:pt x="40274" y="50672"/>
                    <a:pt x="46189" y="48692"/>
                    <a:pt x="47273" y="49823"/>
                  </a:cubicBezTo>
                  <a:cubicBezTo>
                    <a:pt x="50361" y="53099"/>
                    <a:pt x="52128" y="57836"/>
                    <a:pt x="53637" y="62267"/>
                  </a:cubicBezTo>
                  <a:cubicBezTo>
                    <a:pt x="55216" y="66863"/>
                    <a:pt x="55169" y="72095"/>
                    <a:pt x="57101" y="76479"/>
                  </a:cubicBezTo>
                  <a:cubicBezTo>
                    <a:pt x="60354" y="83832"/>
                    <a:pt x="67330" y="86142"/>
                    <a:pt x="74471" y="82819"/>
                  </a:cubicBezTo>
                  <a:cubicBezTo>
                    <a:pt x="81117" y="79731"/>
                    <a:pt x="79868" y="73580"/>
                    <a:pt x="78360" y="68560"/>
                  </a:cubicBezTo>
                  <a:cubicBezTo>
                    <a:pt x="71148" y="44237"/>
                    <a:pt x="56512" y="23615"/>
                    <a:pt x="44445" y="0"/>
                  </a:cubicBezTo>
                  <a:cubicBezTo>
                    <a:pt x="40156" y="15131"/>
                    <a:pt x="36668" y="28635"/>
                    <a:pt x="32402" y="41904"/>
                  </a:cubicBezTo>
                  <a:cubicBezTo>
                    <a:pt x="30964" y="46359"/>
                    <a:pt x="27523" y="50153"/>
                    <a:pt x="25001" y="54254"/>
                  </a:cubicBezTo>
                  <a:cubicBezTo>
                    <a:pt x="21443" y="51143"/>
                    <a:pt x="17577" y="48315"/>
                    <a:pt x="14372" y="44850"/>
                  </a:cubicBezTo>
                  <a:cubicBezTo>
                    <a:pt x="10743" y="40938"/>
                    <a:pt x="7726" y="36460"/>
                    <a:pt x="4426" y="32218"/>
                  </a:cubicBezTo>
                  <a:cubicBezTo>
                    <a:pt x="3507" y="32548"/>
                    <a:pt x="2588" y="32854"/>
                    <a:pt x="1669" y="33184"/>
                  </a:cubicBezTo>
                  <a:cubicBezTo>
                    <a:pt x="-924" y="51426"/>
                    <a:pt x="-1513" y="69644"/>
                    <a:pt x="7537" y="86731"/>
                  </a:cubicBezTo>
                  <a:cubicBezTo>
                    <a:pt x="10931" y="93165"/>
                    <a:pt x="17837" y="93448"/>
                    <a:pt x="24011" y="9153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00" name="Google Shape;3200;p58"/>
            <p:cNvSpPr/>
            <p:nvPr/>
          </p:nvSpPr>
          <p:spPr>
            <a:xfrm>
              <a:off x="1072081" y="2529929"/>
              <a:ext cx="157417" cy="93493"/>
            </a:xfrm>
            <a:custGeom>
              <a:rect b="b" l="l" r="r" t="t"/>
              <a:pathLst>
                <a:path extrusionOk="0" h="93493" w="157417">
                  <a:moveTo>
                    <a:pt x="1391" y="0"/>
                  </a:moveTo>
                  <a:cubicBezTo>
                    <a:pt x="919" y="801"/>
                    <a:pt x="471" y="1603"/>
                    <a:pt x="0" y="2404"/>
                  </a:cubicBezTo>
                  <a:cubicBezTo>
                    <a:pt x="5020" y="6576"/>
                    <a:pt x="9663" y="11289"/>
                    <a:pt x="15084" y="14824"/>
                  </a:cubicBezTo>
                  <a:cubicBezTo>
                    <a:pt x="46712" y="35517"/>
                    <a:pt x="78388" y="56163"/>
                    <a:pt x="110394" y="76290"/>
                  </a:cubicBezTo>
                  <a:cubicBezTo>
                    <a:pt x="119727" y="82159"/>
                    <a:pt x="129955" y="86755"/>
                    <a:pt x="140137" y="91068"/>
                  </a:cubicBezTo>
                  <a:cubicBezTo>
                    <a:pt x="145345" y="93260"/>
                    <a:pt x="152369" y="95946"/>
                    <a:pt x="156116" y="89206"/>
                  </a:cubicBezTo>
                  <a:cubicBezTo>
                    <a:pt x="160311" y="81688"/>
                    <a:pt x="153453" y="78129"/>
                    <a:pt x="148456" y="74735"/>
                  </a:cubicBezTo>
                  <a:cubicBezTo>
                    <a:pt x="106034" y="45864"/>
                    <a:pt x="60853" y="22178"/>
                    <a:pt x="13293" y="3064"/>
                  </a:cubicBezTo>
                  <a:cubicBezTo>
                    <a:pt x="9545" y="1556"/>
                    <a:pt x="5374" y="990"/>
                    <a:pt x="1391"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01" name="Google Shape;3201;p58"/>
            <p:cNvSpPr/>
            <p:nvPr/>
          </p:nvSpPr>
          <p:spPr>
            <a:xfrm>
              <a:off x="965293" y="3326492"/>
              <a:ext cx="40370" cy="117107"/>
            </a:xfrm>
            <a:custGeom>
              <a:rect b="b" l="l" r="r" t="t"/>
              <a:pathLst>
                <a:path extrusionOk="0" h="117107" w="40370">
                  <a:moveTo>
                    <a:pt x="36931" y="34193"/>
                  </a:moveTo>
                  <a:cubicBezTo>
                    <a:pt x="38086" y="26651"/>
                    <a:pt x="39571" y="19157"/>
                    <a:pt x="40302" y="11591"/>
                  </a:cubicBezTo>
                  <a:cubicBezTo>
                    <a:pt x="40773" y="6618"/>
                    <a:pt x="38841" y="2518"/>
                    <a:pt x="33443" y="679"/>
                  </a:cubicBezTo>
                  <a:cubicBezTo>
                    <a:pt x="27622" y="-1324"/>
                    <a:pt x="23828" y="1316"/>
                    <a:pt x="20976" y="5817"/>
                  </a:cubicBezTo>
                  <a:cubicBezTo>
                    <a:pt x="18737" y="9329"/>
                    <a:pt x="16663" y="13029"/>
                    <a:pt x="15060" y="16871"/>
                  </a:cubicBezTo>
                  <a:cubicBezTo>
                    <a:pt x="5421" y="39920"/>
                    <a:pt x="1673" y="64172"/>
                    <a:pt x="0" y="91983"/>
                  </a:cubicBezTo>
                  <a:cubicBezTo>
                    <a:pt x="825" y="96107"/>
                    <a:pt x="1532" y="103295"/>
                    <a:pt x="3818" y="109965"/>
                  </a:cubicBezTo>
                  <a:cubicBezTo>
                    <a:pt x="6293" y="117154"/>
                    <a:pt x="12750" y="118874"/>
                    <a:pt x="19562" y="115315"/>
                  </a:cubicBezTo>
                  <a:cubicBezTo>
                    <a:pt x="28895" y="110484"/>
                    <a:pt x="33349" y="100491"/>
                    <a:pt x="31228" y="89626"/>
                  </a:cubicBezTo>
                  <a:cubicBezTo>
                    <a:pt x="30568" y="86256"/>
                    <a:pt x="29672" y="82720"/>
                    <a:pt x="30120" y="79421"/>
                  </a:cubicBezTo>
                  <a:cubicBezTo>
                    <a:pt x="32147" y="64314"/>
                    <a:pt x="34622" y="49277"/>
                    <a:pt x="36931" y="3419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02" name="Google Shape;3202;p58"/>
            <p:cNvSpPr/>
            <p:nvPr/>
          </p:nvSpPr>
          <p:spPr>
            <a:xfrm>
              <a:off x="1259118" y="3717485"/>
              <a:ext cx="134786" cy="117228"/>
            </a:xfrm>
            <a:custGeom>
              <a:rect b="b" l="l" r="r" t="t"/>
              <a:pathLst>
                <a:path extrusionOk="0" h="117228" w="134786">
                  <a:moveTo>
                    <a:pt x="121801" y="4596"/>
                  </a:moveTo>
                  <a:cubicBezTo>
                    <a:pt x="100141" y="18077"/>
                    <a:pt x="82253" y="35706"/>
                    <a:pt x="67122" y="56140"/>
                  </a:cubicBezTo>
                  <a:cubicBezTo>
                    <a:pt x="64577" y="59580"/>
                    <a:pt x="62574" y="63941"/>
                    <a:pt x="61914" y="68112"/>
                  </a:cubicBezTo>
                  <a:cubicBezTo>
                    <a:pt x="60547" y="76950"/>
                    <a:pt x="58143" y="80627"/>
                    <a:pt x="49258" y="81193"/>
                  </a:cubicBezTo>
                  <a:cubicBezTo>
                    <a:pt x="31204" y="82347"/>
                    <a:pt x="18642" y="92317"/>
                    <a:pt x="7990" y="105633"/>
                  </a:cubicBezTo>
                  <a:cubicBezTo>
                    <a:pt x="5491" y="108767"/>
                    <a:pt x="3394" y="112256"/>
                    <a:pt x="0" y="117228"/>
                  </a:cubicBezTo>
                  <a:cubicBezTo>
                    <a:pt x="13717" y="116427"/>
                    <a:pt x="23639" y="111902"/>
                    <a:pt x="32501" y="105185"/>
                  </a:cubicBezTo>
                  <a:cubicBezTo>
                    <a:pt x="66934" y="79095"/>
                    <a:pt x="97738" y="49187"/>
                    <a:pt x="125595" y="16215"/>
                  </a:cubicBezTo>
                  <a:cubicBezTo>
                    <a:pt x="129225" y="11926"/>
                    <a:pt x="131747" y="6740"/>
                    <a:pt x="134787" y="1980"/>
                  </a:cubicBezTo>
                  <a:cubicBezTo>
                    <a:pt x="134174" y="1320"/>
                    <a:pt x="133538" y="660"/>
                    <a:pt x="132925" y="0"/>
                  </a:cubicBezTo>
                  <a:cubicBezTo>
                    <a:pt x="129225" y="1508"/>
                    <a:pt x="125171" y="2498"/>
                    <a:pt x="121801" y="459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03" name="Google Shape;3203;p58"/>
            <p:cNvSpPr/>
            <p:nvPr/>
          </p:nvSpPr>
          <p:spPr>
            <a:xfrm>
              <a:off x="362760" y="3205159"/>
              <a:ext cx="26916" cy="122436"/>
            </a:xfrm>
            <a:custGeom>
              <a:rect b="b" l="l" r="r" t="t"/>
              <a:pathLst>
                <a:path extrusionOk="0" h="122436" w="26916">
                  <a:moveTo>
                    <a:pt x="13940" y="0"/>
                  </a:moveTo>
                  <a:cubicBezTo>
                    <a:pt x="12502" y="1131"/>
                    <a:pt x="11748" y="1438"/>
                    <a:pt x="11512" y="1980"/>
                  </a:cubicBezTo>
                  <a:cubicBezTo>
                    <a:pt x="10782" y="3535"/>
                    <a:pt x="10098" y="5138"/>
                    <a:pt x="9627" y="6788"/>
                  </a:cubicBezTo>
                  <a:cubicBezTo>
                    <a:pt x="2250" y="32642"/>
                    <a:pt x="-1097" y="59133"/>
                    <a:pt x="317" y="85859"/>
                  </a:cubicBezTo>
                  <a:cubicBezTo>
                    <a:pt x="883" y="96300"/>
                    <a:pt x="4795" y="107023"/>
                    <a:pt x="9297" y="116616"/>
                  </a:cubicBezTo>
                  <a:cubicBezTo>
                    <a:pt x="13256" y="125077"/>
                    <a:pt x="21482" y="124110"/>
                    <a:pt x="24074" y="115037"/>
                  </a:cubicBezTo>
                  <a:cubicBezTo>
                    <a:pt x="26384" y="106953"/>
                    <a:pt x="27492" y="97973"/>
                    <a:pt x="26620" y="89654"/>
                  </a:cubicBezTo>
                  <a:cubicBezTo>
                    <a:pt x="24734" y="71530"/>
                    <a:pt x="21152" y="53594"/>
                    <a:pt x="18489" y="35564"/>
                  </a:cubicBezTo>
                  <a:cubicBezTo>
                    <a:pt x="16768" y="23992"/>
                    <a:pt x="15495" y="12373"/>
                    <a:pt x="1394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04" name="Google Shape;3204;p58"/>
            <p:cNvSpPr/>
            <p:nvPr/>
          </p:nvSpPr>
          <p:spPr>
            <a:xfrm>
              <a:off x="286268" y="3354335"/>
              <a:ext cx="34646" cy="106563"/>
            </a:xfrm>
            <a:custGeom>
              <a:rect b="b" l="l" r="r" t="t"/>
              <a:pathLst>
                <a:path extrusionOk="0" h="106563" w="34646">
                  <a:moveTo>
                    <a:pt x="34386" y="100129"/>
                  </a:moveTo>
                  <a:cubicBezTo>
                    <a:pt x="34481" y="91079"/>
                    <a:pt x="35070" y="81934"/>
                    <a:pt x="34080" y="72978"/>
                  </a:cubicBezTo>
                  <a:cubicBezTo>
                    <a:pt x="31558" y="50424"/>
                    <a:pt x="27080" y="28222"/>
                    <a:pt x="17724" y="7364"/>
                  </a:cubicBezTo>
                  <a:cubicBezTo>
                    <a:pt x="16286" y="4136"/>
                    <a:pt x="10889" y="-578"/>
                    <a:pt x="9475" y="58"/>
                  </a:cubicBezTo>
                  <a:cubicBezTo>
                    <a:pt x="5845" y="1732"/>
                    <a:pt x="3206" y="5880"/>
                    <a:pt x="613" y="9368"/>
                  </a:cubicBezTo>
                  <a:cubicBezTo>
                    <a:pt x="-259" y="10546"/>
                    <a:pt x="48" y="12714"/>
                    <a:pt x="71" y="14435"/>
                  </a:cubicBezTo>
                  <a:cubicBezTo>
                    <a:pt x="495" y="45309"/>
                    <a:pt x="10795" y="73214"/>
                    <a:pt x="25690" y="99752"/>
                  </a:cubicBezTo>
                  <a:cubicBezTo>
                    <a:pt x="27010" y="102085"/>
                    <a:pt x="28565" y="104301"/>
                    <a:pt x="30003" y="106563"/>
                  </a:cubicBezTo>
                  <a:cubicBezTo>
                    <a:pt x="30922" y="105974"/>
                    <a:pt x="31841" y="105408"/>
                    <a:pt x="32760" y="104819"/>
                  </a:cubicBezTo>
                  <a:cubicBezTo>
                    <a:pt x="33326" y="103264"/>
                    <a:pt x="34363" y="101708"/>
                    <a:pt x="34386" y="1001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05" name="Google Shape;3205;p58"/>
            <p:cNvSpPr/>
            <p:nvPr/>
          </p:nvSpPr>
          <p:spPr>
            <a:xfrm>
              <a:off x="513513" y="2105197"/>
              <a:ext cx="137143" cy="31235"/>
            </a:xfrm>
            <a:custGeom>
              <a:rect b="b" l="l" r="r" t="t"/>
              <a:pathLst>
                <a:path extrusionOk="0" h="31235" w="137143">
                  <a:moveTo>
                    <a:pt x="109545" y="21455"/>
                  </a:moveTo>
                  <a:cubicBezTo>
                    <a:pt x="117252" y="20677"/>
                    <a:pt x="124912" y="18038"/>
                    <a:pt x="132194" y="15186"/>
                  </a:cubicBezTo>
                  <a:cubicBezTo>
                    <a:pt x="134645" y="14220"/>
                    <a:pt x="137120" y="10001"/>
                    <a:pt x="137144" y="7244"/>
                  </a:cubicBezTo>
                  <a:cubicBezTo>
                    <a:pt x="137167" y="5287"/>
                    <a:pt x="133255" y="1870"/>
                    <a:pt x="130804" y="1587"/>
                  </a:cubicBezTo>
                  <a:cubicBezTo>
                    <a:pt x="122531" y="621"/>
                    <a:pt x="113740" y="-982"/>
                    <a:pt x="105845" y="809"/>
                  </a:cubicBezTo>
                  <a:cubicBezTo>
                    <a:pt x="70422" y="8823"/>
                    <a:pt x="35258" y="17920"/>
                    <a:pt x="0" y="26640"/>
                  </a:cubicBezTo>
                  <a:cubicBezTo>
                    <a:pt x="189" y="28172"/>
                    <a:pt x="354" y="29704"/>
                    <a:pt x="542" y="31236"/>
                  </a:cubicBezTo>
                  <a:cubicBezTo>
                    <a:pt x="36884" y="28031"/>
                    <a:pt x="73250" y="25061"/>
                    <a:pt x="109545" y="2145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06" name="Google Shape;3206;p58"/>
            <p:cNvSpPr/>
            <p:nvPr/>
          </p:nvSpPr>
          <p:spPr>
            <a:xfrm>
              <a:off x="228856" y="2983641"/>
              <a:ext cx="20797" cy="133891"/>
            </a:xfrm>
            <a:custGeom>
              <a:rect b="b" l="l" r="r" t="t"/>
              <a:pathLst>
                <a:path extrusionOk="0" h="133891" w="20797">
                  <a:moveTo>
                    <a:pt x="7259" y="133891"/>
                  </a:moveTo>
                  <a:cubicBezTo>
                    <a:pt x="17441" y="116309"/>
                    <a:pt x="25619" y="12680"/>
                    <a:pt x="17488" y="0"/>
                  </a:cubicBezTo>
                  <a:cubicBezTo>
                    <a:pt x="519" y="15791"/>
                    <a:pt x="-6434" y="110606"/>
                    <a:pt x="7259" y="1338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07" name="Google Shape;3207;p58"/>
            <p:cNvSpPr/>
            <p:nvPr/>
          </p:nvSpPr>
          <p:spPr>
            <a:xfrm>
              <a:off x="664239" y="3758117"/>
              <a:ext cx="86818" cy="39365"/>
            </a:xfrm>
            <a:custGeom>
              <a:rect b="b" l="l" r="r" t="t"/>
              <a:pathLst>
                <a:path extrusionOk="0" h="39365" w="86818">
                  <a:moveTo>
                    <a:pt x="80314" y="25642"/>
                  </a:moveTo>
                  <a:cubicBezTo>
                    <a:pt x="62284" y="9545"/>
                    <a:pt x="40719" y="2286"/>
                    <a:pt x="17292" y="0"/>
                  </a:cubicBezTo>
                  <a:cubicBezTo>
                    <a:pt x="13851" y="189"/>
                    <a:pt x="10481" y="-165"/>
                    <a:pt x="7512" y="707"/>
                  </a:cubicBezTo>
                  <a:cubicBezTo>
                    <a:pt x="4707" y="1532"/>
                    <a:pt x="912" y="3205"/>
                    <a:pt x="111" y="5421"/>
                  </a:cubicBezTo>
                  <a:cubicBezTo>
                    <a:pt x="-549" y="7259"/>
                    <a:pt x="1855" y="11431"/>
                    <a:pt x="4047" y="12892"/>
                  </a:cubicBezTo>
                  <a:cubicBezTo>
                    <a:pt x="26319" y="27740"/>
                    <a:pt x="50877" y="36625"/>
                    <a:pt x="77509" y="39335"/>
                  </a:cubicBezTo>
                  <a:cubicBezTo>
                    <a:pt x="80479" y="39642"/>
                    <a:pt x="83708" y="37521"/>
                    <a:pt x="86819" y="36531"/>
                  </a:cubicBezTo>
                  <a:cubicBezTo>
                    <a:pt x="85381" y="33561"/>
                    <a:pt x="84038" y="30568"/>
                    <a:pt x="82482" y="27669"/>
                  </a:cubicBezTo>
                  <a:cubicBezTo>
                    <a:pt x="82034" y="26821"/>
                    <a:pt x="81044" y="26302"/>
                    <a:pt x="80314" y="2564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08" name="Google Shape;3208;p58"/>
            <p:cNvSpPr/>
            <p:nvPr/>
          </p:nvSpPr>
          <p:spPr>
            <a:xfrm>
              <a:off x="920278" y="3664283"/>
              <a:ext cx="75865" cy="61617"/>
            </a:xfrm>
            <a:custGeom>
              <a:rect b="b" l="l" r="r" t="t"/>
              <a:pathLst>
                <a:path extrusionOk="0" h="61617" w="75865">
                  <a:moveTo>
                    <a:pt x="75866" y="8635"/>
                  </a:moveTo>
                  <a:cubicBezTo>
                    <a:pt x="75253" y="8305"/>
                    <a:pt x="74664" y="7951"/>
                    <a:pt x="74051" y="7621"/>
                  </a:cubicBezTo>
                  <a:cubicBezTo>
                    <a:pt x="74051" y="127"/>
                    <a:pt x="70445" y="-2254"/>
                    <a:pt x="63492" y="2342"/>
                  </a:cubicBezTo>
                  <a:cubicBezTo>
                    <a:pt x="49728" y="11487"/>
                    <a:pt x="36224" y="21126"/>
                    <a:pt x="23450" y="31543"/>
                  </a:cubicBezTo>
                  <a:cubicBezTo>
                    <a:pt x="15272" y="38213"/>
                    <a:pt x="8437" y="46556"/>
                    <a:pt x="1296" y="54404"/>
                  </a:cubicBezTo>
                  <a:cubicBezTo>
                    <a:pt x="117" y="55701"/>
                    <a:pt x="-331" y="58576"/>
                    <a:pt x="259" y="60249"/>
                  </a:cubicBezTo>
                  <a:cubicBezTo>
                    <a:pt x="612" y="61239"/>
                    <a:pt x="3652" y="61640"/>
                    <a:pt x="5467" y="61616"/>
                  </a:cubicBezTo>
                  <a:cubicBezTo>
                    <a:pt x="7376" y="61593"/>
                    <a:pt x="9332" y="60933"/>
                    <a:pt x="11171" y="60273"/>
                  </a:cubicBezTo>
                  <a:cubicBezTo>
                    <a:pt x="31769" y="53037"/>
                    <a:pt x="50105" y="41913"/>
                    <a:pt x="65495" y="26547"/>
                  </a:cubicBezTo>
                  <a:cubicBezTo>
                    <a:pt x="70233" y="21857"/>
                    <a:pt x="72495" y="14668"/>
                    <a:pt x="75866" y="863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09" name="Google Shape;3209;p58"/>
            <p:cNvSpPr/>
            <p:nvPr/>
          </p:nvSpPr>
          <p:spPr>
            <a:xfrm>
              <a:off x="623675" y="3585848"/>
              <a:ext cx="74872" cy="64444"/>
            </a:xfrm>
            <a:custGeom>
              <a:rect b="b" l="l" r="r" t="t"/>
              <a:pathLst>
                <a:path extrusionOk="0" h="64444" w="74872">
                  <a:moveTo>
                    <a:pt x="10862" y="31944"/>
                  </a:moveTo>
                  <a:cubicBezTo>
                    <a:pt x="14939" y="30719"/>
                    <a:pt x="20336" y="30907"/>
                    <a:pt x="24154" y="32628"/>
                  </a:cubicBezTo>
                  <a:cubicBezTo>
                    <a:pt x="29386" y="35008"/>
                    <a:pt x="33723" y="39392"/>
                    <a:pt x="38389" y="42998"/>
                  </a:cubicBezTo>
                  <a:cubicBezTo>
                    <a:pt x="46756" y="49432"/>
                    <a:pt x="54887" y="56172"/>
                    <a:pt x="63513" y="62182"/>
                  </a:cubicBezTo>
                  <a:cubicBezTo>
                    <a:pt x="66082" y="63973"/>
                    <a:pt x="70065" y="63738"/>
                    <a:pt x="73412" y="64445"/>
                  </a:cubicBezTo>
                  <a:cubicBezTo>
                    <a:pt x="73907" y="63549"/>
                    <a:pt x="74402" y="62653"/>
                    <a:pt x="74873" y="61758"/>
                  </a:cubicBezTo>
                  <a:cubicBezTo>
                    <a:pt x="72469" y="58105"/>
                    <a:pt x="70678" y="53792"/>
                    <a:pt x="67543" y="50940"/>
                  </a:cubicBezTo>
                  <a:cubicBezTo>
                    <a:pt x="50975" y="35762"/>
                    <a:pt x="34147" y="20867"/>
                    <a:pt x="17225" y="6090"/>
                  </a:cubicBezTo>
                  <a:cubicBezTo>
                    <a:pt x="14303" y="3521"/>
                    <a:pt x="10767" y="1258"/>
                    <a:pt x="7138" y="103"/>
                  </a:cubicBezTo>
                  <a:cubicBezTo>
                    <a:pt x="5299" y="-486"/>
                    <a:pt x="609" y="1588"/>
                    <a:pt x="539" y="2672"/>
                  </a:cubicBezTo>
                  <a:cubicBezTo>
                    <a:pt x="20" y="10733"/>
                    <a:pt x="-404" y="18934"/>
                    <a:pt x="657" y="26900"/>
                  </a:cubicBezTo>
                  <a:cubicBezTo>
                    <a:pt x="1293" y="31543"/>
                    <a:pt x="5064" y="33665"/>
                    <a:pt x="10862" y="3194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10" name="Google Shape;3210;p58"/>
            <p:cNvSpPr/>
            <p:nvPr/>
          </p:nvSpPr>
          <p:spPr>
            <a:xfrm>
              <a:off x="470006" y="2948303"/>
              <a:ext cx="44197" cy="79717"/>
            </a:xfrm>
            <a:custGeom>
              <a:rect b="b" l="l" r="r" t="t"/>
              <a:pathLst>
                <a:path extrusionOk="0" h="79717" w="44197">
                  <a:moveTo>
                    <a:pt x="14683" y="71728"/>
                  </a:moveTo>
                  <a:cubicBezTo>
                    <a:pt x="24087" y="52025"/>
                    <a:pt x="33538" y="32345"/>
                    <a:pt x="42611" y="12477"/>
                  </a:cubicBezTo>
                  <a:cubicBezTo>
                    <a:pt x="44261" y="8895"/>
                    <a:pt x="45817" y="4205"/>
                    <a:pt x="40726" y="1400"/>
                  </a:cubicBezTo>
                  <a:cubicBezTo>
                    <a:pt x="35470" y="-1499"/>
                    <a:pt x="31087" y="340"/>
                    <a:pt x="27763" y="4747"/>
                  </a:cubicBezTo>
                  <a:cubicBezTo>
                    <a:pt x="12868" y="24403"/>
                    <a:pt x="4855" y="46910"/>
                    <a:pt x="0" y="71916"/>
                  </a:cubicBezTo>
                  <a:cubicBezTo>
                    <a:pt x="943" y="74132"/>
                    <a:pt x="2145" y="76936"/>
                    <a:pt x="3323" y="79717"/>
                  </a:cubicBezTo>
                  <a:cubicBezTo>
                    <a:pt x="6033" y="78398"/>
                    <a:pt x="8885" y="77290"/>
                    <a:pt x="11431" y="75687"/>
                  </a:cubicBezTo>
                  <a:cubicBezTo>
                    <a:pt x="12798" y="74815"/>
                    <a:pt x="13952" y="73236"/>
                    <a:pt x="14683" y="717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11" name="Google Shape;3211;p58"/>
            <p:cNvSpPr/>
            <p:nvPr/>
          </p:nvSpPr>
          <p:spPr>
            <a:xfrm>
              <a:off x="316044" y="3208741"/>
              <a:ext cx="20637" cy="104784"/>
            </a:xfrm>
            <a:custGeom>
              <a:rect b="b" l="l" r="r" t="t"/>
              <a:pathLst>
                <a:path extrusionOk="0" h="104784" w="20637">
                  <a:moveTo>
                    <a:pt x="18680" y="72567"/>
                  </a:moveTo>
                  <a:cubicBezTo>
                    <a:pt x="21532" y="54089"/>
                    <a:pt x="21697" y="35659"/>
                    <a:pt x="16276" y="17535"/>
                  </a:cubicBezTo>
                  <a:cubicBezTo>
                    <a:pt x="13966" y="9828"/>
                    <a:pt x="10525" y="2805"/>
                    <a:pt x="2064" y="0"/>
                  </a:cubicBezTo>
                  <a:cubicBezTo>
                    <a:pt x="-3875" y="7683"/>
                    <a:pt x="3997" y="86001"/>
                    <a:pt x="13047" y="104784"/>
                  </a:cubicBezTo>
                  <a:cubicBezTo>
                    <a:pt x="15098" y="93118"/>
                    <a:pt x="17077" y="82866"/>
                    <a:pt x="18680" y="725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12" name="Google Shape;3212;p58"/>
            <p:cNvSpPr/>
            <p:nvPr/>
          </p:nvSpPr>
          <p:spPr>
            <a:xfrm>
              <a:off x="797812" y="3933889"/>
              <a:ext cx="62342" cy="39731"/>
            </a:xfrm>
            <a:custGeom>
              <a:rect b="b" l="l" r="r" t="t"/>
              <a:pathLst>
                <a:path extrusionOk="0" h="39731" w="62342">
                  <a:moveTo>
                    <a:pt x="58973" y="10299"/>
                  </a:moveTo>
                  <a:cubicBezTo>
                    <a:pt x="60811" y="8367"/>
                    <a:pt x="61259" y="5138"/>
                    <a:pt x="62343" y="2522"/>
                  </a:cubicBezTo>
                  <a:cubicBezTo>
                    <a:pt x="59774" y="1532"/>
                    <a:pt x="57181" y="566"/>
                    <a:pt x="55697" y="0"/>
                  </a:cubicBezTo>
                  <a:cubicBezTo>
                    <a:pt x="36913" y="2215"/>
                    <a:pt x="20226" y="6222"/>
                    <a:pt x="6580" y="17983"/>
                  </a:cubicBezTo>
                  <a:cubicBezTo>
                    <a:pt x="-231" y="23851"/>
                    <a:pt x="-1810" y="30002"/>
                    <a:pt x="2102" y="35564"/>
                  </a:cubicBezTo>
                  <a:cubicBezTo>
                    <a:pt x="6439" y="41716"/>
                    <a:pt x="12779" y="39783"/>
                    <a:pt x="18270" y="37780"/>
                  </a:cubicBezTo>
                  <a:cubicBezTo>
                    <a:pt x="34037" y="32006"/>
                    <a:pt x="47471" y="22437"/>
                    <a:pt x="58973" y="1029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13" name="Google Shape;3213;p58"/>
            <p:cNvSpPr/>
            <p:nvPr/>
          </p:nvSpPr>
          <p:spPr>
            <a:xfrm>
              <a:off x="652354" y="3096920"/>
              <a:ext cx="30903" cy="53823"/>
            </a:xfrm>
            <a:custGeom>
              <a:rect b="b" l="l" r="r" t="t"/>
              <a:pathLst>
                <a:path extrusionOk="0" h="53823" w="30903">
                  <a:moveTo>
                    <a:pt x="17464" y="956"/>
                  </a:moveTo>
                  <a:cubicBezTo>
                    <a:pt x="11501" y="-1212"/>
                    <a:pt x="6434" y="202"/>
                    <a:pt x="4101" y="6283"/>
                  </a:cubicBezTo>
                  <a:cubicBezTo>
                    <a:pt x="2192" y="11232"/>
                    <a:pt x="1485" y="16653"/>
                    <a:pt x="0" y="22827"/>
                  </a:cubicBezTo>
                  <a:cubicBezTo>
                    <a:pt x="1862" y="30676"/>
                    <a:pt x="3205" y="39184"/>
                    <a:pt x="5939" y="47221"/>
                  </a:cubicBezTo>
                  <a:cubicBezTo>
                    <a:pt x="8626" y="55069"/>
                    <a:pt x="14471" y="55964"/>
                    <a:pt x="19915" y="49672"/>
                  </a:cubicBezTo>
                  <a:cubicBezTo>
                    <a:pt x="27056" y="41423"/>
                    <a:pt x="30686" y="31571"/>
                    <a:pt x="30898" y="20588"/>
                  </a:cubicBezTo>
                  <a:cubicBezTo>
                    <a:pt x="31087" y="10548"/>
                    <a:pt x="26844" y="4350"/>
                    <a:pt x="17464" y="95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14" name="Google Shape;3214;p58"/>
            <p:cNvSpPr/>
            <p:nvPr/>
          </p:nvSpPr>
          <p:spPr>
            <a:xfrm>
              <a:off x="756478" y="2572234"/>
              <a:ext cx="108823" cy="22766"/>
            </a:xfrm>
            <a:custGeom>
              <a:rect b="b" l="l" r="r" t="t"/>
              <a:pathLst>
                <a:path extrusionOk="0" h="22766" w="108823">
                  <a:moveTo>
                    <a:pt x="0" y="2687"/>
                  </a:moveTo>
                  <a:cubicBezTo>
                    <a:pt x="35376" y="9357"/>
                    <a:pt x="70775" y="16003"/>
                    <a:pt x="106646" y="22767"/>
                  </a:cubicBezTo>
                  <a:cubicBezTo>
                    <a:pt x="110794" y="10134"/>
                    <a:pt x="109616" y="7683"/>
                    <a:pt x="97832" y="4337"/>
                  </a:cubicBezTo>
                  <a:cubicBezTo>
                    <a:pt x="95946" y="3794"/>
                    <a:pt x="94037" y="3017"/>
                    <a:pt x="92128" y="2946"/>
                  </a:cubicBezTo>
                  <a:cubicBezTo>
                    <a:pt x="61490" y="1909"/>
                    <a:pt x="30827" y="966"/>
                    <a:pt x="189" y="0"/>
                  </a:cubicBezTo>
                  <a:cubicBezTo>
                    <a:pt x="118" y="896"/>
                    <a:pt x="71" y="1791"/>
                    <a:pt x="0" y="268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15" name="Google Shape;3215;p58"/>
            <p:cNvSpPr/>
            <p:nvPr/>
          </p:nvSpPr>
          <p:spPr>
            <a:xfrm>
              <a:off x="1138920" y="2923280"/>
              <a:ext cx="36297" cy="52054"/>
            </a:xfrm>
            <a:custGeom>
              <a:rect b="b" l="l" r="r" t="t"/>
              <a:pathLst>
                <a:path extrusionOk="0" h="52054" w="36297">
                  <a:moveTo>
                    <a:pt x="6010" y="215"/>
                  </a:moveTo>
                  <a:cubicBezTo>
                    <a:pt x="2828" y="1205"/>
                    <a:pt x="1249" y="7474"/>
                    <a:pt x="0" y="9643"/>
                  </a:cubicBezTo>
                  <a:cubicBezTo>
                    <a:pt x="1862" y="26235"/>
                    <a:pt x="6293" y="38749"/>
                    <a:pt x="16946" y="48342"/>
                  </a:cubicBezTo>
                  <a:cubicBezTo>
                    <a:pt x="21141" y="52136"/>
                    <a:pt x="26043" y="53362"/>
                    <a:pt x="31204" y="50416"/>
                  </a:cubicBezTo>
                  <a:cubicBezTo>
                    <a:pt x="36366" y="47470"/>
                    <a:pt x="37426" y="42355"/>
                    <a:pt x="35187" y="37571"/>
                  </a:cubicBezTo>
                  <a:cubicBezTo>
                    <a:pt x="30026" y="26541"/>
                    <a:pt x="24676" y="15488"/>
                    <a:pt x="18148" y="5259"/>
                  </a:cubicBezTo>
                  <a:cubicBezTo>
                    <a:pt x="16097" y="2054"/>
                    <a:pt x="9357" y="-822"/>
                    <a:pt x="6010" y="21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16" name="Google Shape;3216;p58"/>
            <p:cNvSpPr/>
            <p:nvPr/>
          </p:nvSpPr>
          <p:spPr>
            <a:xfrm>
              <a:off x="206183" y="3138543"/>
              <a:ext cx="41622" cy="60471"/>
            </a:xfrm>
            <a:custGeom>
              <a:rect b="b" l="l" r="r" t="t"/>
              <a:pathLst>
                <a:path extrusionOk="0" h="60471" w="41622">
                  <a:moveTo>
                    <a:pt x="22461" y="1450"/>
                  </a:moveTo>
                  <a:cubicBezTo>
                    <a:pt x="12043" y="5739"/>
                    <a:pt x="5656" y="14389"/>
                    <a:pt x="0" y="24122"/>
                  </a:cubicBezTo>
                  <a:cubicBezTo>
                    <a:pt x="5421" y="21436"/>
                    <a:pt x="10724" y="18513"/>
                    <a:pt x="16286" y="16156"/>
                  </a:cubicBezTo>
                  <a:cubicBezTo>
                    <a:pt x="18360" y="15261"/>
                    <a:pt x="20976" y="15638"/>
                    <a:pt x="23333" y="15449"/>
                  </a:cubicBezTo>
                  <a:cubicBezTo>
                    <a:pt x="23498" y="17735"/>
                    <a:pt x="24157" y="20139"/>
                    <a:pt x="23686" y="22331"/>
                  </a:cubicBezTo>
                  <a:cubicBezTo>
                    <a:pt x="22720" y="26903"/>
                    <a:pt x="20457" y="31287"/>
                    <a:pt x="20057" y="35859"/>
                  </a:cubicBezTo>
                  <a:cubicBezTo>
                    <a:pt x="19491" y="42129"/>
                    <a:pt x="19185" y="48751"/>
                    <a:pt x="20552" y="54808"/>
                  </a:cubicBezTo>
                  <a:cubicBezTo>
                    <a:pt x="22060" y="61525"/>
                    <a:pt x="27481" y="62421"/>
                    <a:pt x="31016" y="56670"/>
                  </a:cubicBezTo>
                  <a:cubicBezTo>
                    <a:pt x="39830" y="42388"/>
                    <a:pt x="44120" y="26809"/>
                    <a:pt x="40113" y="10052"/>
                  </a:cubicBezTo>
                  <a:cubicBezTo>
                    <a:pt x="37945" y="931"/>
                    <a:pt x="31087" y="-2109"/>
                    <a:pt x="22461" y="14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17" name="Google Shape;3217;p58"/>
            <p:cNvSpPr/>
            <p:nvPr/>
          </p:nvSpPr>
          <p:spPr>
            <a:xfrm>
              <a:off x="273948" y="3156773"/>
              <a:ext cx="20357" cy="72849"/>
            </a:xfrm>
            <a:custGeom>
              <a:rect b="b" l="l" r="r" t="t"/>
              <a:pathLst>
                <a:path extrusionOk="0" h="72849" w="20357">
                  <a:moveTo>
                    <a:pt x="3576" y="71223"/>
                  </a:moveTo>
                  <a:cubicBezTo>
                    <a:pt x="4731" y="71765"/>
                    <a:pt x="5909" y="72307"/>
                    <a:pt x="7064" y="72849"/>
                  </a:cubicBezTo>
                  <a:cubicBezTo>
                    <a:pt x="8054" y="70846"/>
                    <a:pt x="8926" y="68772"/>
                    <a:pt x="10057" y="66863"/>
                  </a:cubicBezTo>
                  <a:cubicBezTo>
                    <a:pt x="20852" y="48433"/>
                    <a:pt x="23232" y="28918"/>
                    <a:pt x="16869" y="8626"/>
                  </a:cubicBezTo>
                  <a:cubicBezTo>
                    <a:pt x="15808" y="5209"/>
                    <a:pt x="11424" y="2852"/>
                    <a:pt x="8596" y="0"/>
                  </a:cubicBezTo>
                  <a:cubicBezTo>
                    <a:pt x="6004" y="3300"/>
                    <a:pt x="1431" y="6458"/>
                    <a:pt x="1196" y="9899"/>
                  </a:cubicBezTo>
                  <a:cubicBezTo>
                    <a:pt x="88" y="26019"/>
                    <a:pt x="-101" y="42234"/>
                    <a:pt x="41" y="58402"/>
                  </a:cubicBezTo>
                  <a:cubicBezTo>
                    <a:pt x="64" y="62668"/>
                    <a:pt x="2327" y="66934"/>
                    <a:pt x="3576" y="71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18" name="Google Shape;3218;p58"/>
            <p:cNvSpPr/>
            <p:nvPr/>
          </p:nvSpPr>
          <p:spPr>
            <a:xfrm>
              <a:off x="245628" y="2882038"/>
              <a:ext cx="39110" cy="60416"/>
            </a:xfrm>
            <a:custGeom>
              <a:rect b="b" l="l" r="r" t="t"/>
              <a:pathLst>
                <a:path extrusionOk="0" h="60416" w="39110">
                  <a:moveTo>
                    <a:pt x="37789" y="0"/>
                  </a:moveTo>
                  <a:cubicBezTo>
                    <a:pt x="34631" y="1673"/>
                    <a:pt x="33075" y="2074"/>
                    <a:pt x="32156" y="3064"/>
                  </a:cubicBezTo>
                  <a:cubicBezTo>
                    <a:pt x="18604" y="17653"/>
                    <a:pt x="6797" y="33420"/>
                    <a:pt x="457" y="52581"/>
                  </a:cubicBezTo>
                  <a:cubicBezTo>
                    <a:pt x="-274" y="54773"/>
                    <a:pt x="-180" y="58873"/>
                    <a:pt x="1117" y="59722"/>
                  </a:cubicBezTo>
                  <a:cubicBezTo>
                    <a:pt x="2861" y="60877"/>
                    <a:pt x="6372" y="60429"/>
                    <a:pt x="8682" y="59557"/>
                  </a:cubicBezTo>
                  <a:cubicBezTo>
                    <a:pt x="23789" y="53853"/>
                    <a:pt x="38944" y="31699"/>
                    <a:pt x="39109" y="15154"/>
                  </a:cubicBezTo>
                  <a:cubicBezTo>
                    <a:pt x="39156" y="10606"/>
                    <a:pt x="38354" y="6033"/>
                    <a:pt x="37789"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19" name="Google Shape;3219;p58"/>
            <p:cNvSpPr/>
            <p:nvPr/>
          </p:nvSpPr>
          <p:spPr>
            <a:xfrm>
              <a:off x="183763" y="2948213"/>
              <a:ext cx="43408" cy="40419"/>
            </a:xfrm>
            <a:custGeom>
              <a:rect b="b" l="l" r="r" t="t"/>
              <a:pathLst>
                <a:path extrusionOk="0" h="40419" w="43408">
                  <a:moveTo>
                    <a:pt x="7" y="30973"/>
                  </a:moveTo>
                  <a:cubicBezTo>
                    <a:pt x="-205" y="39741"/>
                    <a:pt x="4367" y="42734"/>
                    <a:pt x="12239" y="38562"/>
                  </a:cubicBezTo>
                  <a:cubicBezTo>
                    <a:pt x="24754" y="31940"/>
                    <a:pt x="34040" y="21805"/>
                    <a:pt x="41558" y="10045"/>
                  </a:cubicBezTo>
                  <a:cubicBezTo>
                    <a:pt x="45117" y="4483"/>
                    <a:pt x="43514" y="1560"/>
                    <a:pt x="37009" y="405"/>
                  </a:cubicBezTo>
                  <a:cubicBezTo>
                    <a:pt x="19215" y="-2729"/>
                    <a:pt x="455" y="12779"/>
                    <a:pt x="7" y="3097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20" name="Google Shape;3220;p58"/>
            <p:cNvSpPr/>
            <p:nvPr/>
          </p:nvSpPr>
          <p:spPr>
            <a:xfrm>
              <a:off x="725180" y="3917369"/>
              <a:ext cx="85599" cy="16684"/>
            </a:xfrm>
            <a:custGeom>
              <a:rect b="b" l="l" r="r" t="t"/>
              <a:pathLst>
                <a:path extrusionOk="0" h="16684" w="85599">
                  <a:moveTo>
                    <a:pt x="0" y="4194"/>
                  </a:moveTo>
                  <a:cubicBezTo>
                    <a:pt x="10818" y="16308"/>
                    <a:pt x="74099" y="21352"/>
                    <a:pt x="85600" y="11382"/>
                  </a:cubicBezTo>
                  <a:cubicBezTo>
                    <a:pt x="72897" y="1154"/>
                    <a:pt x="10464" y="-4314"/>
                    <a:pt x="0" y="41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21" name="Google Shape;3221;p58"/>
            <p:cNvSpPr/>
            <p:nvPr/>
          </p:nvSpPr>
          <p:spPr>
            <a:xfrm>
              <a:off x="302847" y="3044918"/>
              <a:ext cx="21216" cy="73438"/>
            </a:xfrm>
            <a:custGeom>
              <a:rect b="b" l="l" r="r" t="t"/>
              <a:pathLst>
                <a:path extrusionOk="0" h="73438" w="21216">
                  <a:moveTo>
                    <a:pt x="15238" y="73439"/>
                  </a:moveTo>
                  <a:cubicBezTo>
                    <a:pt x="16959" y="70021"/>
                    <a:pt x="18349" y="68254"/>
                    <a:pt x="18773" y="66274"/>
                  </a:cubicBezTo>
                  <a:cubicBezTo>
                    <a:pt x="23204" y="45652"/>
                    <a:pt x="21861" y="25477"/>
                    <a:pt x="12669" y="6340"/>
                  </a:cubicBezTo>
                  <a:cubicBezTo>
                    <a:pt x="11349" y="3582"/>
                    <a:pt x="7343" y="2098"/>
                    <a:pt x="4585" y="0"/>
                  </a:cubicBezTo>
                  <a:cubicBezTo>
                    <a:pt x="3006" y="3252"/>
                    <a:pt x="131" y="6481"/>
                    <a:pt x="37" y="9781"/>
                  </a:cubicBezTo>
                  <a:cubicBezTo>
                    <a:pt x="-482" y="29295"/>
                    <a:pt x="4585" y="47844"/>
                    <a:pt x="11019" y="66038"/>
                  </a:cubicBezTo>
                  <a:cubicBezTo>
                    <a:pt x="11774" y="68183"/>
                    <a:pt x="13282" y="70045"/>
                    <a:pt x="15238" y="7343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22" name="Google Shape;3222;p58"/>
            <p:cNvSpPr/>
            <p:nvPr/>
          </p:nvSpPr>
          <p:spPr>
            <a:xfrm>
              <a:off x="650280" y="3887752"/>
              <a:ext cx="53236" cy="30841"/>
            </a:xfrm>
            <a:custGeom>
              <a:rect b="b" l="l" r="r" t="t"/>
              <a:pathLst>
                <a:path extrusionOk="0" h="30841" w="53236">
                  <a:moveTo>
                    <a:pt x="47961" y="12223"/>
                  </a:moveTo>
                  <a:cubicBezTo>
                    <a:pt x="36601" y="3620"/>
                    <a:pt x="23663" y="-669"/>
                    <a:pt x="9404" y="85"/>
                  </a:cubicBezTo>
                  <a:cubicBezTo>
                    <a:pt x="6198" y="250"/>
                    <a:pt x="3135" y="2890"/>
                    <a:pt x="0" y="4398"/>
                  </a:cubicBezTo>
                  <a:cubicBezTo>
                    <a:pt x="1650" y="7721"/>
                    <a:pt x="2451" y="12223"/>
                    <a:pt x="5114" y="14202"/>
                  </a:cubicBezTo>
                  <a:cubicBezTo>
                    <a:pt x="18666" y="24313"/>
                    <a:pt x="35258" y="26199"/>
                    <a:pt x="50813" y="30841"/>
                  </a:cubicBezTo>
                  <a:cubicBezTo>
                    <a:pt x="54537" y="23182"/>
                    <a:pt x="54254" y="16983"/>
                    <a:pt x="47961" y="12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23" name="Google Shape;3223;p58"/>
            <p:cNvSpPr/>
            <p:nvPr/>
          </p:nvSpPr>
          <p:spPr>
            <a:xfrm>
              <a:off x="273793" y="2995072"/>
              <a:ext cx="15487" cy="74664"/>
            </a:xfrm>
            <a:custGeom>
              <a:rect b="b" l="l" r="r" t="t"/>
              <a:pathLst>
                <a:path extrusionOk="0" h="74664" w="15487">
                  <a:moveTo>
                    <a:pt x="5122" y="74664"/>
                  </a:moveTo>
                  <a:cubicBezTo>
                    <a:pt x="6843" y="71412"/>
                    <a:pt x="9199" y="68324"/>
                    <a:pt x="10142" y="64836"/>
                  </a:cubicBezTo>
                  <a:cubicBezTo>
                    <a:pt x="14809" y="47561"/>
                    <a:pt x="17000" y="29979"/>
                    <a:pt x="14337" y="12114"/>
                  </a:cubicBezTo>
                  <a:cubicBezTo>
                    <a:pt x="13607" y="7212"/>
                    <a:pt x="14361" y="71"/>
                    <a:pt x="7856" y="0"/>
                  </a:cubicBezTo>
                  <a:cubicBezTo>
                    <a:pt x="5381" y="-24"/>
                    <a:pt x="880" y="7471"/>
                    <a:pt x="668" y="11713"/>
                  </a:cubicBezTo>
                  <a:cubicBezTo>
                    <a:pt x="-252" y="29154"/>
                    <a:pt x="8" y="46665"/>
                    <a:pt x="126" y="64129"/>
                  </a:cubicBezTo>
                  <a:cubicBezTo>
                    <a:pt x="149" y="67405"/>
                    <a:pt x="1540" y="70681"/>
                    <a:pt x="2294" y="73957"/>
                  </a:cubicBezTo>
                  <a:cubicBezTo>
                    <a:pt x="3213" y="74216"/>
                    <a:pt x="4179" y="74429"/>
                    <a:pt x="5122" y="7466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24" name="Google Shape;3224;p58"/>
            <p:cNvSpPr/>
            <p:nvPr/>
          </p:nvSpPr>
          <p:spPr>
            <a:xfrm>
              <a:off x="844279" y="3812063"/>
              <a:ext cx="47590" cy="27176"/>
            </a:xfrm>
            <a:custGeom>
              <a:rect b="b" l="l" r="r" t="t"/>
              <a:pathLst>
                <a:path extrusionOk="0" h="27176" w="47590">
                  <a:moveTo>
                    <a:pt x="8004" y="2029"/>
                  </a:moveTo>
                  <a:cubicBezTo>
                    <a:pt x="-1187" y="4857"/>
                    <a:pt x="-2649" y="11527"/>
                    <a:pt x="4587" y="17726"/>
                  </a:cubicBezTo>
                  <a:cubicBezTo>
                    <a:pt x="11492" y="23641"/>
                    <a:pt x="19623" y="26870"/>
                    <a:pt x="30983" y="27176"/>
                  </a:cubicBezTo>
                  <a:cubicBezTo>
                    <a:pt x="32774" y="26634"/>
                    <a:pt x="37158" y="26352"/>
                    <a:pt x="40010" y="24160"/>
                  </a:cubicBezTo>
                  <a:cubicBezTo>
                    <a:pt x="43404" y="21544"/>
                    <a:pt x="47151" y="17443"/>
                    <a:pt x="47575" y="13625"/>
                  </a:cubicBezTo>
                  <a:cubicBezTo>
                    <a:pt x="47882" y="10891"/>
                    <a:pt x="43545" y="6436"/>
                    <a:pt x="40269" y="4740"/>
                  </a:cubicBezTo>
                  <a:cubicBezTo>
                    <a:pt x="30064" y="-563"/>
                    <a:pt x="19034" y="-1341"/>
                    <a:pt x="8004" y="20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25" name="Google Shape;3225;p58"/>
            <p:cNvSpPr/>
            <p:nvPr/>
          </p:nvSpPr>
          <p:spPr>
            <a:xfrm>
              <a:off x="272219" y="3249109"/>
              <a:ext cx="24684" cy="63238"/>
            </a:xfrm>
            <a:custGeom>
              <a:rect b="b" l="l" r="r" t="t"/>
              <a:pathLst>
                <a:path extrusionOk="0" h="63238" w="24684">
                  <a:moveTo>
                    <a:pt x="19753" y="63026"/>
                  </a:moveTo>
                  <a:cubicBezTo>
                    <a:pt x="21167" y="57417"/>
                    <a:pt x="23170" y="51855"/>
                    <a:pt x="23901" y="46151"/>
                  </a:cubicBezTo>
                  <a:cubicBezTo>
                    <a:pt x="26022" y="29418"/>
                    <a:pt x="24608" y="13509"/>
                    <a:pt x="9925" y="2102"/>
                  </a:cubicBezTo>
                  <a:cubicBezTo>
                    <a:pt x="8039" y="641"/>
                    <a:pt x="4858" y="-396"/>
                    <a:pt x="2713" y="146"/>
                  </a:cubicBezTo>
                  <a:cubicBezTo>
                    <a:pt x="1346" y="476"/>
                    <a:pt x="-68" y="4105"/>
                    <a:pt x="3" y="6203"/>
                  </a:cubicBezTo>
                  <a:cubicBezTo>
                    <a:pt x="497" y="26849"/>
                    <a:pt x="8958" y="45044"/>
                    <a:pt x="17255" y="63238"/>
                  </a:cubicBezTo>
                  <a:cubicBezTo>
                    <a:pt x="18056" y="63191"/>
                    <a:pt x="18904" y="63120"/>
                    <a:pt x="19753" y="6302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26" name="Google Shape;3226;p58"/>
            <p:cNvSpPr/>
            <p:nvPr/>
          </p:nvSpPr>
          <p:spPr>
            <a:xfrm>
              <a:off x="353673" y="2233375"/>
              <a:ext cx="66415" cy="25761"/>
            </a:xfrm>
            <a:custGeom>
              <a:rect b="b" l="l" r="r" t="t"/>
              <a:pathLst>
                <a:path extrusionOk="0" h="25761" w="66415">
                  <a:moveTo>
                    <a:pt x="66415" y="2140"/>
                  </a:moveTo>
                  <a:cubicBezTo>
                    <a:pt x="52816" y="-5685"/>
                    <a:pt x="7966" y="9352"/>
                    <a:pt x="0" y="24600"/>
                  </a:cubicBezTo>
                  <a:cubicBezTo>
                    <a:pt x="19208" y="29502"/>
                    <a:pt x="52887" y="18284"/>
                    <a:pt x="66415" y="214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27" name="Google Shape;3227;p58"/>
            <p:cNvSpPr/>
            <p:nvPr/>
          </p:nvSpPr>
          <p:spPr>
            <a:xfrm>
              <a:off x="744105" y="2539634"/>
              <a:ext cx="66910" cy="16852"/>
            </a:xfrm>
            <a:custGeom>
              <a:rect b="b" l="l" r="r" t="t"/>
              <a:pathLst>
                <a:path extrusionOk="0" h="16852" w="66910">
                  <a:moveTo>
                    <a:pt x="19090" y="4224"/>
                  </a:moveTo>
                  <a:cubicBezTo>
                    <a:pt x="12562" y="5285"/>
                    <a:pt x="6340" y="8372"/>
                    <a:pt x="0" y="10540"/>
                  </a:cubicBezTo>
                  <a:cubicBezTo>
                    <a:pt x="118" y="11931"/>
                    <a:pt x="212" y="13298"/>
                    <a:pt x="330" y="14688"/>
                  </a:cubicBezTo>
                  <a:cubicBezTo>
                    <a:pt x="12468" y="15490"/>
                    <a:pt x="24605" y="17045"/>
                    <a:pt x="36719" y="16833"/>
                  </a:cubicBezTo>
                  <a:cubicBezTo>
                    <a:pt x="44662" y="16715"/>
                    <a:pt x="52722" y="14547"/>
                    <a:pt x="60429" y="12285"/>
                  </a:cubicBezTo>
                  <a:cubicBezTo>
                    <a:pt x="63045" y="11530"/>
                    <a:pt x="64789" y="7736"/>
                    <a:pt x="66910" y="5308"/>
                  </a:cubicBezTo>
                  <a:cubicBezTo>
                    <a:pt x="64059" y="3446"/>
                    <a:pt x="61112" y="-160"/>
                    <a:pt x="58402" y="5"/>
                  </a:cubicBezTo>
                  <a:cubicBezTo>
                    <a:pt x="45251" y="807"/>
                    <a:pt x="32100" y="2127"/>
                    <a:pt x="19090" y="422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28" name="Google Shape;3228;p58"/>
            <p:cNvSpPr/>
            <p:nvPr/>
          </p:nvSpPr>
          <p:spPr>
            <a:xfrm>
              <a:off x="1155324" y="3913500"/>
              <a:ext cx="33592" cy="33118"/>
            </a:xfrm>
            <a:custGeom>
              <a:rect b="b" l="l" r="r" t="t"/>
              <a:pathLst>
                <a:path extrusionOk="0" h="33118" w="33592">
                  <a:moveTo>
                    <a:pt x="22248" y="3"/>
                  </a:moveTo>
                  <a:cubicBezTo>
                    <a:pt x="12091" y="-186"/>
                    <a:pt x="-23" y="9053"/>
                    <a:pt x="0" y="16925"/>
                  </a:cubicBezTo>
                  <a:cubicBezTo>
                    <a:pt x="24" y="24137"/>
                    <a:pt x="10182" y="32975"/>
                    <a:pt x="18525" y="33116"/>
                  </a:cubicBezTo>
                  <a:cubicBezTo>
                    <a:pt x="27528" y="33258"/>
                    <a:pt x="33326" y="26258"/>
                    <a:pt x="33585" y="14992"/>
                  </a:cubicBezTo>
                  <a:cubicBezTo>
                    <a:pt x="33797" y="5518"/>
                    <a:pt x="29720" y="144"/>
                    <a:pt x="22248" y="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29" name="Google Shape;3229;p58"/>
            <p:cNvSpPr/>
            <p:nvPr/>
          </p:nvSpPr>
          <p:spPr>
            <a:xfrm>
              <a:off x="614610" y="2571373"/>
              <a:ext cx="41969" cy="39442"/>
            </a:xfrm>
            <a:custGeom>
              <a:rect b="b" l="l" r="r" t="t"/>
              <a:pathLst>
                <a:path extrusionOk="0" h="39442" w="41969">
                  <a:moveTo>
                    <a:pt x="670" y="31900"/>
                  </a:moveTo>
                  <a:cubicBezTo>
                    <a:pt x="-861" y="35718"/>
                    <a:pt x="-37" y="39419"/>
                    <a:pt x="5973" y="39442"/>
                  </a:cubicBezTo>
                  <a:cubicBezTo>
                    <a:pt x="6704" y="39230"/>
                    <a:pt x="7906" y="39018"/>
                    <a:pt x="9037" y="38547"/>
                  </a:cubicBezTo>
                  <a:cubicBezTo>
                    <a:pt x="23320" y="32749"/>
                    <a:pt x="33831" y="22591"/>
                    <a:pt x="41279" y="9346"/>
                  </a:cubicBezTo>
                  <a:cubicBezTo>
                    <a:pt x="42575" y="7036"/>
                    <a:pt x="41632" y="3453"/>
                    <a:pt x="41726" y="460"/>
                  </a:cubicBezTo>
                  <a:cubicBezTo>
                    <a:pt x="38686" y="460"/>
                    <a:pt x="34821" y="-718"/>
                    <a:pt x="32770" y="696"/>
                  </a:cubicBezTo>
                  <a:cubicBezTo>
                    <a:pt x="24121" y="6635"/>
                    <a:pt x="15683" y="12999"/>
                    <a:pt x="7859" y="19998"/>
                  </a:cubicBezTo>
                  <a:cubicBezTo>
                    <a:pt x="4536" y="22968"/>
                    <a:pt x="2367" y="27635"/>
                    <a:pt x="670" y="3190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30" name="Google Shape;3230;p58"/>
            <p:cNvSpPr/>
            <p:nvPr/>
          </p:nvSpPr>
          <p:spPr>
            <a:xfrm>
              <a:off x="601629" y="3717698"/>
              <a:ext cx="41788" cy="33354"/>
            </a:xfrm>
            <a:custGeom>
              <a:rect b="b" l="l" r="r" t="t"/>
              <a:pathLst>
                <a:path extrusionOk="0" h="33354" w="41788">
                  <a:moveTo>
                    <a:pt x="6" y="6552"/>
                  </a:moveTo>
                  <a:cubicBezTo>
                    <a:pt x="760" y="17983"/>
                    <a:pt x="20298" y="34622"/>
                    <a:pt x="31729" y="33278"/>
                  </a:cubicBezTo>
                  <a:cubicBezTo>
                    <a:pt x="35146" y="32878"/>
                    <a:pt x="39082" y="30285"/>
                    <a:pt x="41156" y="27504"/>
                  </a:cubicBezTo>
                  <a:cubicBezTo>
                    <a:pt x="42429" y="25784"/>
                    <a:pt x="41651" y="20787"/>
                    <a:pt x="39977" y="18949"/>
                  </a:cubicBezTo>
                  <a:cubicBezTo>
                    <a:pt x="30739" y="8815"/>
                    <a:pt x="18648" y="3630"/>
                    <a:pt x="3706" y="0"/>
                  </a:cubicBezTo>
                  <a:cubicBezTo>
                    <a:pt x="2410" y="2145"/>
                    <a:pt x="-136" y="4454"/>
                    <a:pt x="6" y="655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31" name="Google Shape;3231;p58"/>
            <p:cNvSpPr/>
            <p:nvPr/>
          </p:nvSpPr>
          <p:spPr>
            <a:xfrm>
              <a:off x="205446" y="2886289"/>
              <a:ext cx="39182" cy="41739"/>
            </a:xfrm>
            <a:custGeom>
              <a:rect b="b" l="l" r="r" t="t"/>
              <a:pathLst>
                <a:path extrusionOk="0" h="41739" w="39182">
                  <a:moveTo>
                    <a:pt x="37857" y="10692"/>
                  </a:moveTo>
                  <a:cubicBezTo>
                    <a:pt x="38564" y="9137"/>
                    <a:pt x="38918" y="7440"/>
                    <a:pt x="39177" y="6615"/>
                  </a:cubicBezTo>
                  <a:cubicBezTo>
                    <a:pt x="39319" y="416"/>
                    <a:pt x="36443" y="-1493"/>
                    <a:pt x="30716" y="1171"/>
                  </a:cubicBezTo>
                  <a:cubicBezTo>
                    <a:pt x="16764" y="7699"/>
                    <a:pt x="6983" y="18587"/>
                    <a:pt x="643" y="32446"/>
                  </a:cubicBezTo>
                  <a:cubicBezTo>
                    <a:pt x="-535" y="34991"/>
                    <a:pt x="290" y="38455"/>
                    <a:pt x="172" y="41496"/>
                  </a:cubicBezTo>
                  <a:cubicBezTo>
                    <a:pt x="3377" y="41402"/>
                    <a:pt x="7195" y="42368"/>
                    <a:pt x="9717" y="41001"/>
                  </a:cubicBezTo>
                  <a:cubicBezTo>
                    <a:pt x="22491" y="34190"/>
                    <a:pt x="31871" y="23914"/>
                    <a:pt x="37857" y="1069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32" name="Google Shape;3232;p58"/>
            <p:cNvSpPr/>
            <p:nvPr/>
          </p:nvSpPr>
          <p:spPr>
            <a:xfrm>
              <a:off x="456519" y="3259342"/>
              <a:ext cx="27537" cy="63021"/>
            </a:xfrm>
            <a:custGeom>
              <a:rect b="b" l="l" r="r" t="t"/>
              <a:pathLst>
                <a:path extrusionOk="0" h="63021" w="27537">
                  <a:moveTo>
                    <a:pt x="1916" y="0"/>
                  </a:moveTo>
                  <a:cubicBezTo>
                    <a:pt x="1279" y="4337"/>
                    <a:pt x="-606" y="8909"/>
                    <a:pt x="195" y="12939"/>
                  </a:cubicBezTo>
                  <a:cubicBezTo>
                    <a:pt x="3518" y="29366"/>
                    <a:pt x="11178" y="44049"/>
                    <a:pt x="20346" y="57931"/>
                  </a:cubicBezTo>
                  <a:cubicBezTo>
                    <a:pt x="21595" y="59816"/>
                    <a:pt x="23433" y="61348"/>
                    <a:pt x="24989" y="63021"/>
                  </a:cubicBezTo>
                  <a:cubicBezTo>
                    <a:pt x="25625" y="62691"/>
                    <a:pt x="26238" y="62338"/>
                    <a:pt x="26874" y="62008"/>
                  </a:cubicBezTo>
                  <a:cubicBezTo>
                    <a:pt x="27110" y="60123"/>
                    <a:pt x="27581" y="58237"/>
                    <a:pt x="27534" y="56352"/>
                  </a:cubicBezTo>
                  <a:cubicBezTo>
                    <a:pt x="27134" y="38558"/>
                    <a:pt x="20652" y="22626"/>
                    <a:pt x="11720" y="7660"/>
                  </a:cubicBezTo>
                  <a:cubicBezTo>
                    <a:pt x="9764" y="4337"/>
                    <a:pt x="5262" y="2522"/>
                    <a:pt x="1916"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33" name="Google Shape;3233;p58"/>
            <p:cNvSpPr/>
            <p:nvPr/>
          </p:nvSpPr>
          <p:spPr>
            <a:xfrm>
              <a:off x="1059613" y="2484313"/>
              <a:ext cx="49611" cy="25818"/>
            </a:xfrm>
            <a:custGeom>
              <a:rect b="b" l="l" r="r" t="t"/>
              <a:pathLst>
                <a:path extrusionOk="0" h="25818" w="49611">
                  <a:moveTo>
                    <a:pt x="43413" y="10688"/>
                  </a:moveTo>
                  <a:cubicBezTo>
                    <a:pt x="33773" y="3334"/>
                    <a:pt x="22555" y="-719"/>
                    <a:pt x="10323" y="106"/>
                  </a:cubicBezTo>
                  <a:cubicBezTo>
                    <a:pt x="6764" y="341"/>
                    <a:pt x="3441" y="3712"/>
                    <a:pt x="0" y="5644"/>
                  </a:cubicBezTo>
                  <a:cubicBezTo>
                    <a:pt x="2239" y="8684"/>
                    <a:pt x="3818" y="13233"/>
                    <a:pt x="6811" y="14506"/>
                  </a:cubicBezTo>
                  <a:cubicBezTo>
                    <a:pt x="17087" y="18913"/>
                    <a:pt x="27858" y="22165"/>
                    <a:pt x="38346" y="25819"/>
                  </a:cubicBezTo>
                  <a:cubicBezTo>
                    <a:pt x="42988" y="23674"/>
                    <a:pt x="46288" y="22142"/>
                    <a:pt x="49611" y="20610"/>
                  </a:cubicBezTo>
                  <a:cubicBezTo>
                    <a:pt x="47584" y="17240"/>
                    <a:pt x="46312" y="12880"/>
                    <a:pt x="43413" y="1068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34" name="Google Shape;3234;p58"/>
            <p:cNvSpPr/>
            <p:nvPr/>
          </p:nvSpPr>
          <p:spPr>
            <a:xfrm>
              <a:off x="1216188" y="3885281"/>
              <a:ext cx="33982" cy="29824"/>
            </a:xfrm>
            <a:custGeom>
              <a:rect b="b" l="l" r="r" t="t"/>
              <a:pathLst>
                <a:path extrusionOk="0" h="29824" w="33982">
                  <a:moveTo>
                    <a:pt x="18867" y="270"/>
                  </a:moveTo>
                  <a:cubicBezTo>
                    <a:pt x="10170" y="1849"/>
                    <a:pt x="4208" y="7246"/>
                    <a:pt x="1144" y="15448"/>
                  </a:cubicBezTo>
                  <a:cubicBezTo>
                    <a:pt x="-2014" y="23862"/>
                    <a:pt x="1379" y="28340"/>
                    <a:pt x="11184" y="29825"/>
                  </a:cubicBezTo>
                  <a:cubicBezTo>
                    <a:pt x="17217" y="26808"/>
                    <a:pt x="23604" y="24333"/>
                    <a:pt x="29143" y="20562"/>
                  </a:cubicBezTo>
                  <a:cubicBezTo>
                    <a:pt x="33762" y="17404"/>
                    <a:pt x="35365" y="11936"/>
                    <a:pt x="32678" y="6657"/>
                  </a:cubicBezTo>
                  <a:cubicBezTo>
                    <a:pt x="29921" y="1260"/>
                    <a:pt x="24688" y="-791"/>
                    <a:pt x="18867" y="27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35" name="Google Shape;3235;p58"/>
            <p:cNvSpPr/>
            <p:nvPr/>
          </p:nvSpPr>
          <p:spPr>
            <a:xfrm>
              <a:off x="177611" y="3034557"/>
              <a:ext cx="27300" cy="35124"/>
            </a:xfrm>
            <a:custGeom>
              <a:rect b="b" l="l" r="r" t="t"/>
              <a:pathLst>
                <a:path extrusionOk="0" h="35124" w="27300">
                  <a:moveTo>
                    <a:pt x="10590" y="4021"/>
                  </a:moveTo>
                  <a:cubicBezTo>
                    <a:pt x="6772" y="7627"/>
                    <a:pt x="3567" y="12270"/>
                    <a:pt x="1304" y="17031"/>
                  </a:cubicBezTo>
                  <a:cubicBezTo>
                    <a:pt x="-1925" y="23819"/>
                    <a:pt x="1116" y="30866"/>
                    <a:pt x="7408" y="33812"/>
                  </a:cubicBezTo>
                  <a:cubicBezTo>
                    <a:pt x="13984" y="36875"/>
                    <a:pt x="20347" y="34542"/>
                    <a:pt x="23741" y="27189"/>
                  </a:cubicBezTo>
                  <a:cubicBezTo>
                    <a:pt x="25556" y="23253"/>
                    <a:pt x="26310" y="18822"/>
                    <a:pt x="27300" y="15452"/>
                  </a:cubicBezTo>
                  <a:cubicBezTo>
                    <a:pt x="26782" y="12482"/>
                    <a:pt x="26593" y="10503"/>
                    <a:pt x="26098" y="8641"/>
                  </a:cubicBezTo>
                  <a:cubicBezTo>
                    <a:pt x="23529" y="-787"/>
                    <a:pt x="17731" y="-2766"/>
                    <a:pt x="10590" y="402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36" name="Google Shape;3236;p58"/>
            <p:cNvSpPr/>
            <p:nvPr/>
          </p:nvSpPr>
          <p:spPr>
            <a:xfrm>
              <a:off x="703551" y="3938976"/>
              <a:ext cx="27543" cy="34163"/>
            </a:xfrm>
            <a:custGeom>
              <a:rect b="b" l="l" r="r" t="t"/>
              <a:pathLst>
                <a:path extrusionOk="0" h="34163" w="27543">
                  <a:moveTo>
                    <a:pt x="11895" y="970"/>
                  </a:moveTo>
                  <a:cubicBezTo>
                    <a:pt x="7370" y="-1387"/>
                    <a:pt x="4329" y="829"/>
                    <a:pt x="2161" y="4623"/>
                  </a:cubicBezTo>
                  <a:cubicBezTo>
                    <a:pt x="-2058" y="11953"/>
                    <a:pt x="87" y="27037"/>
                    <a:pt x="6969" y="31892"/>
                  </a:cubicBezTo>
                  <a:cubicBezTo>
                    <a:pt x="9962" y="33989"/>
                    <a:pt x="15618" y="34885"/>
                    <a:pt x="18824" y="33494"/>
                  </a:cubicBezTo>
                  <a:cubicBezTo>
                    <a:pt x="22713" y="31821"/>
                    <a:pt x="25305" y="27131"/>
                    <a:pt x="27544" y="24727"/>
                  </a:cubicBezTo>
                  <a:cubicBezTo>
                    <a:pt x="25211" y="13014"/>
                    <a:pt x="20591" y="5519"/>
                    <a:pt x="11895" y="97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37" name="Google Shape;3237;p58"/>
            <p:cNvSpPr/>
            <p:nvPr/>
          </p:nvSpPr>
          <p:spPr>
            <a:xfrm>
              <a:off x="392632" y="3641995"/>
              <a:ext cx="27649" cy="35120"/>
            </a:xfrm>
            <a:custGeom>
              <a:rect b="b" l="l" r="r" t="t"/>
              <a:pathLst>
                <a:path extrusionOk="0" h="35120" w="27649">
                  <a:moveTo>
                    <a:pt x="14023" y="2029"/>
                  </a:moveTo>
                  <a:cubicBezTo>
                    <a:pt x="9993" y="-2001"/>
                    <a:pt x="4431" y="332"/>
                    <a:pt x="2310" y="5870"/>
                  </a:cubicBezTo>
                  <a:cubicBezTo>
                    <a:pt x="1273" y="8581"/>
                    <a:pt x="919" y="11574"/>
                    <a:pt x="0" y="15580"/>
                  </a:cubicBezTo>
                  <a:cubicBezTo>
                    <a:pt x="1461" y="19681"/>
                    <a:pt x="2640" y="24796"/>
                    <a:pt x="5020" y="29227"/>
                  </a:cubicBezTo>
                  <a:cubicBezTo>
                    <a:pt x="7943" y="34647"/>
                    <a:pt x="13033" y="36391"/>
                    <a:pt x="18996" y="34199"/>
                  </a:cubicBezTo>
                  <a:cubicBezTo>
                    <a:pt x="24912" y="32031"/>
                    <a:pt x="29460" y="25503"/>
                    <a:pt x="26939" y="20200"/>
                  </a:cubicBezTo>
                  <a:cubicBezTo>
                    <a:pt x="23804" y="13577"/>
                    <a:pt x="19255" y="7237"/>
                    <a:pt x="14023" y="20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38" name="Google Shape;3238;p58"/>
            <p:cNvSpPr/>
            <p:nvPr/>
          </p:nvSpPr>
          <p:spPr>
            <a:xfrm>
              <a:off x="487847" y="3196528"/>
              <a:ext cx="26544" cy="35131"/>
            </a:xfrm>
            <a:custGeom>
              <a:rect b="b" l="l" r="r" t="t"/>
              <a:pathLst>
                <a:path extrusionOk="0" h="35131" w="26544">
                  <a:moveTo>
                    <a:pt x="17959" y="34321"/>
                  </a:moveTo>
                  <a:cubicBezTo>
                    <a:pt x="24370" y="32035"/>
                    <a:pt x="28423" y="25930"/>
                    <a:pt x="25666" y="19213"/>
                  </a:cubicBezTo>
                  <a:cubicBezTo>
                    <a:pt x="23120" y="12944"/>
                    <a:pt x="18666" y="7005"/>
                    <a:pt x="13740" y="2315"/>
                  </a:cubicBezTo>
                  <a:cubicBezTo>
                    <a:pt x="8838" y="-2351"/>
                    <a:pt x="2687" y="430"/>
                    <a:pt x="943" y="7147"/>
                  </a:cubicBezTo>
                  <a:cubicBezTo>
                    <a:pt x="330" y="9503"/>
                    <a:pt x="424" y="12025"/>
                    <a:pt x="0" y="16220"/>
                  </a:cubicBezTo>
                  <a:cubicBezTo>
                    <a:pt x="707" y="18860"/>
                    <a:pt x="1296" y="23291"/>
                    <a:pt x="3040" y="27227"/>
                  </a:cubicBezTo>
                  <a:cubicBezTo>
                    <a:pt x="6222" y="34226"/>
                    <a:pt x="11690" y="36536"/>
                    <a:pt x="17959" y="3432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39" name="Google Shape;3239;p58"/>
            <p:cNvSpPr/>
            <p:nvPr/>
          </p:nvSpPr>
          <p:spPr>
            <a:xfrm>
              <a:off x="1054659" y="3920419"/>
              <a:ext cx="34603" cy="26311"/>
            </a:xfrm>
            <a:custGeom>
              <a:rect b="b" l="l" r="r" t="t"/>
              <a:pathLst>
                <a:path extrusionOk="0" h="26311" w="34603">
                  <a:moveTo>
                    <a:pt x="27981" y="1167"/>
                  </a:moveTo>
                  <a:cubicBezTo>
                    <a:pt x="20462" y="-836"/>
                    <a:pt x="12756" y="-482"/>
                    <a:pt x="5874" y="3972"/>
                  </a:cubicBezTo>
                  <a:cubicBezTo>
                    <a:pt x="-2352" y="9299"/>
                    <a:pt x="-1833" y="20493"/>
                    <a:pt x="6769" y="25160"/>
                  </a:cubicBezTo>
                  <a:cubicBezTo>
                    <a:pt x="15631" y="29968"/>
                    <a:pt x="34368" y="18938"/>
                    <a:pt x="34603" y="6635"/>
                  </a:cubicBezTo>
                  <a:cubicBezTo>
                    <a:pt x="33119" y="5339"/>
                    <a:pt x="30903" y="1922"/>
                    <a:pt x="27981" y="11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40" name="Google Shape;3240;p58"/>
            <p:cNvSpPr/>
            <p:nvPr/>
          </p:nvSpPr>
          <p:spPr>
            <a:xfrm>
              <a:off x="1017722" y="3345274"/>
              <a:ext cx="18939" cy="46993"/>
            </a:xfrm>
            <a:custGeom>
              <a:rect b="b" l="l" r="r" t="t"/>
              <a:pathLst>
                <a:path extrusionOk="0" h="46993" w="18939">
                  <a:moveTo>
                    <a:pt x="14034" y="46994"/>
                  </a:moveTo>
                  <a:cubicBezTo>
                    <a:pt x="14693" y="46051"/>
                    <a:pt x="15919" y="45132"/>
                    <a:pt x="15990" y="44118"/>
                  </a:cubicBezTo>
                  <a:cubicBezTo>
                    <a:pt x="17145" y="30873"/>
                    <a:pt x="18582" y="17651"/>
                    <a:pt x="18936" y="4382"/>
                  </a:cubicBezTo>
                  <a:cubicBezTo>
                    <a:pt x="19077" y="-1180"/>
                    <a:pt x="14788" y="-732"/>
                    <a:pt x="11040" y="1790"/>
                  </a:cubicBezTo>
                  <a:cubicBezTo>
                    <a:pt x="-4868" y="12513"/>
                    <a:pt x="-3336" y="37519"/>
                    <a:pt x="14034" y="469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41" name="Google Shape;3241;p58"/>
            <p:cNvSpPr/>
            <p:nvPr/>
          </p:nvSpPr>
          <p:spPr>
            <a:xfrm>
              <a:off x="663655" y="3166531"/>
              <a:ext cx="22848" cy="48833"/>
            </a:xfrm>
            <a:custGeom>
              <a:rect b="b" l="l" r="r" t="t"/>
              <a:pathLst>
                <a:path extrusionOk="0" h="48833" w="22848">
                  <a:moveTo>
                    <a:pt x="271" y="754"/>
                  </a:moveTo>
                  <a:cubicBezTo>
                    <a:pt x="271" y="7283"/>
                    <a:pt x="-437" y="13905"/>
                    <a:pt x="436" y="20316"/>
                  </a:cubicBezTo>
                  <a:cubicBezTo>
                    <a:pt x="1802" y="30309"/>
                    <a:pt x="3711" y="40420"/>
                    <a:pt x="13209" y="46665"/>
                  </a:cubicBezTo>
                  <a:cubicBezTo>
                    <a:pt x="19149" y="50577"/>
                    <a:pt x="22849" y="49234"/>
                    <a:pt x="22849" y="42329"/>
                  </a:cubicBezTo>
                  <a:cubicBezTo>
                    <a:pt x="22872" y="25336"/>
                    <a:pt x="12974" y="12845"/>
                    <a:pt x="4065" y="0"/>
                  </a:cubicBezTo>
                  <a:cubicBezTo>
                    <a:pt x="2816" y="259"/>
                    <a:pt x="1543" y="519"/>
                    <a:pt x="271" y="75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42" name="Google Shape;3242;p58"/>
            <p:cNvSpPr/>
            <p:nvPr/>
          </p:nvSpPr>
          <p:spPr>
            <a:xfrm>
              <a:off x="1365507" y="3612300"/>
              <a:ext cx="34833" cy="38957"/>
            </a:xfrm>
            <a:custGeom>
              <a:rect b="b" l="l" r="r" t="t"/>
              <a:pathLst>
                <a:path extrusionOk="0" h="38957" w="34833">
                  <a:moveTo>
                    <a:pt x="988" y="29837"/>
                  </a:moveTo>
                  <a:cubicBezTo>
                    <a:pt x="-285" y="31487"/>
                    <a:pt x="-332" y="35635"/>
                    <a:pt x="870" y="37214"/>
                  </a:cubicBezTo>
                  <a:cubicBezTo>
                    <a:pt x="2025" y="38723"/>
                    <a:pt x="5819" y="39312"/>
                    <a:pt x="8035" y="38746"/>
                  </a:cubicBezTo>
                  <a:cubicBezTo>
                    <a:pt x="21728" y="35235"/>
                    <a:pt x="34997" y="16616"/>
                    <a:pt x="34832" y="0"/>
                  </a:cubicBezTo>
                  <a:cubicBezTo>
                    <a:pt x="21209" y="8555"/>
                    <a:pt x="10062" y="18077"/>
                    <a:pt x="988" y="2983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43" name="Google Shape;3243;p58"/>
            <p:cNvSpPr/>
            <p:nvPr/>
          </p:nvSpPr>
          <p:spPr>
            <a:xfrm>
              <a:off x="852306" y="3967506"/>
              <a:ext cx="34710" cy="20637"/>
            </a:xfrm>
            <a:custGeom>
              <a:rect b="b" l="l" r="r" t="t"/>
              <a:pathLst>
                <a:path extrusionOk="0" h="20637" w="34710">
                  <a:moveTo>
                    <a:pt x="1321" y="8806"/>
                  </a:moveTo>
                  <a:cubicBezTo>
                    <a:pt x="-1012" y="13072"/>
                    <a:pt x="-470" y="16536"/>
                    <a:pt x="4691" y="17880"/>
                  </a:cubicBezTo>
                  <a:cubicBezTo>
                    <a:pt x="9193" y="19035"/>
                    <a:pt x="13788" y="19742"/>
                    <a:pt x="18314" y="20637"/>
                  </a:cubicBezTo>
                  <a:cubicBezTo>
                    <a:pt x="21637" y="20072"/>
                    <a:pt x="24889" y="19907"/>
                    <a:pt x="27859" y="18940"/>
                  </a:cubicBezTo>
                  <a:cubicBezTo>
                    <a:pt x="35518" y="16466"/>
                    <a:pt x="36933" y="9749"/>
                    <a:pt x="31205" y="4257"/>
                  </a:cubicBezTo>
                  <a:cubicBezTo>
                    <a:pt x="23522" y="-3096"/>
                    <a:pt x="6412" y="-503"/>
                    <a:pt x="1321" y="880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44" name="Google Shape;3244;p58"/>
            <p:cNvSpPr/>
            <p:nvPr/>
          </p:nvSpPr>
          <p:spPr>
            <a:xfrm>
              <a:off x="802710" y="3663838"/>
              <a:ext cx="31291" cy="26580"/>
            </a:xfrm>
            <a:custGeom>
              <a:rect b="b" l="l" r="r" t="t"/>
              <a:pathLst>
                <a:path extrusionOk="0" h="26580" w="31291">
                  <a:moveTo>
                    <a:pt x="22777" y="26567"/>
                  </a:moveTo>
                  <a:cubicBezTo>
                    <a:pt x="30318" y="26874"/>
                    <a:pt x="33476" y="21830"/>
                    <a:pt x="29682" y="14924"/>
                  </a:cubicBezTo>
                  <a:cubicBezTo>
                    <a:pt x="25133" y="6676"/>
                    <a:pt x="17827" y="1821"/>
                    <a:pt x="8612" y="171"/>
                  </a:cubicBezTo>
                  <a:cubicBezTo>
                    <a:pt x="2084" y="-984"/>
                    <a:pt x="-1593" y="3871"/>
                    <a:pt x="670" y="10187"/>
                  </a:cubicBezTo>
                  <a:cubicBezTo>
                    <a:pt x="3521" y="18153"/>
                    <a:pt x="14433" y="26214"/>
                    <a:pt x="22777" y="265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45" name="Google Shape;3245;p58"/>
            <p:cNvSpPr/>
            <p:nvPr/>
          </p:nvSpPr>
          <p:spPr>
            <a:xfrm>
              <a:off x="770993" y="2664950"/>
              <a:ext cx="26730" cy="26539"/>
            </a:xfrm>
            <a:custGeom>
              <a:rect b="b" l="l" r="r" t="t"/>
              <a:pathLst>
                <a:path extrusionOk="0" h="26539" w="26730">
                  <a:moveTo>
                    <a:pt x="13390" y="1"/>
                  </a:moveTo>
                  <a:cubicBezTo>
                    <a:pt x="6461" y="95"/>
                    <a:pt x="145" y="6317"/>
                    <a:pt x="3" y="13176"/>
                  </a:cubicBezTo>
                  <a:cubicBezTo>
                    <a:pt x="-162" y="20553"/>
                    <a:pt x="6037" y="26586"/>
                    <a:pt x="13673" y="26539"/>
                  </a:cubicBezTo>
                  <a:cubicBezTo>
                    <a:pt x="21262" y="26492"/>
                    <a:pt x="26659" y="21165"/>
                    <a:pt x="26730" y="13647"/>
                  </a:cubicBezTo>
                  <a:cubicBezTo>
                    <a:pt x="26800" y="5987"/>
                    <a:pt x="20861" y="-93"/>
                    <a:pt x="13390" y="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46" name="Google Shape;3246;p58"/>
            <p:cNvSpPr/>
            <p:nvPr/>
          </p:nvSpPr>
          <p:spPr>
            <a:xfrm>
              <a:off x="317727" y="2940566"/>
              <a:ext cx="21710" cy="34107"/>
            </a:xfrm>
            <a:custGeom>
              <a:rect b="b" l="l" r="r" t="t"/>
              <a:pathLst>
                <a:path extrusionOk="0" h="34107" w="21710">
                  <a:moveTo>
                    <a:pt x="52" y="13450"/>
                  </a:moveTo>
                  <a:cubicBezTo>
                    <a:pt x="-585" y="21675"/>
                    <a:pt x="4765" y="27119"/>
                    <a:pt x="10280" y="32069"/>
                  </a:cubicBezTo>
                  <a:cubicBezTo>
                    <a:pt x="14145" y="35533"/>
                    <a:pt x="17728" y="34520"/>
                    <a:pt x="19142" y="29500"/>
                  </a:cubicBezTo>
                  <a:cubicBezTo>
                    <a:pt x="20509" y="24598"/>
                    <a:pt x="21075" y="19460"/>
                    <a:pt x="21711" y="15948"/>
                  </a:cubicBezTo>
                  <a:cubicBezTo>
                    <a:pt x="21711" y="5672"/>
                    <a:pt x="18600" y="370"/>
                    <a:pt x="13344" y="16"/>
                  </a:cubicBezTo>
                  <a:cubicBezTo>
                    <a:pt x="7287" y="-361"/>
                    <a:pt x="641" y="5979"/>
                    <a:pt x="52" y="134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47" name="Google Shape;3247;p58"/>
            <p:cNvSpPr/>
            <p:nvPr/>
          </p:nvSpPr>
          <p:spPr>
            <a:xfrm>
              <a:off x="1176150" y="3654684"/>
              <a:ext cx="26138" cy="31666"/>
            </a:xfrm>
            <a:custGeom>
              <a:rect b="b" l="l" r="r" t="t"/>
              <a:pathLst>
                <a:path extrusionOk="0" h="31666" w="26138">
                  <a:moveTo>
                    <a:pt x="15116" y="1477"/>
                  </a:moveTo>
                  <a:cubicBezTo>
                    <a:pt x="6843" y="5884"/>
                    <a:pt x="1564" y="12790"/>
                    <a:pt x="173" y="22241"/>
                  </a:cubicBezTo>
                  <a:cubicBezTo>
                    <a:pt x="-981" y="30018"/>
                    <a:pt x="3756" y="33883"/>
                    <a:pt x="10755" y="30348"/>
                  </a:cubicBezTo>
                  <a:cubicBezTo>
                    <a:pt x="19617" y="25894"/>
                    <a:pt x="24944" y="18446"/>
                    <a:pt x="26122" y="9443"/>
                  </a:cubicBezTo>
                  <a:cubicBezTo>
                    <a:pt x="26452" y="935"/>
                    <a:pt x="21856" y="-2105"/>
                    <a:pt x="15116" y="147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48" name="Google Shape;3248;p58"/>
            <p:cNvSpPr/>
            <p:nvPr/>
          </p:nvSpPr>
          <p:spPr>
            <a:xfrm>
              <a:off x="839036" y="3893445"/>
              <a:ext cx="26399" cy="26403"/>
            </a:xfrm>
            <a:custGeom>
              <a:rect b="b" l="l" r="r" t="t"/>
              <a:pathLst>
                <a:path extrusionOk="0" h="26403" w="26399">
                  <a:moveTo>
                    <a:pt x="26399" y="13223"/>
                  </a:moveTo>
                  <a:cubicBezTo>
                    <a:pt x="26304" y="6011"/>
                    <a:pt x="20365" y="96"/>
                    <a:pt x="13106" y="1"/>
                  </a:cubicBezTo>
                  <a:cubicBezTo>
                    <a:pt x="5588" y="-93"/>
                    <a:pt x="120" y="5328"/>
                    <a:pt x="2" y="12940"/>
                  </a:cubicBezTo>
                  <a:cubicBezTo>
                    <a:pt x="-116" y="20977"/>
                    <a:pt x="4716" y="26185"/>
                    <a:pt x="12446" y="26398"/>
                  </a:cubicBezTo>
                  <a:cubicBezTo>
                    <a:pt x="20106" y="26610"/>
                    <a:pt x="26469" y="20576"/>
                    <a:pt x="26399" y="13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49" name="Google Shape;3249;p58"/>
            <p:cNvSpPr/>
            <p:nvPr/>
          </p:nvSpPr>
          <p:spPr>
            <a:xfrm>
              <a:off x="318149" y="3481100"/>
              <a:ext cx="22938" cy="32891"/>
            </a:xfrm>
            <a:custGeom>
              <a:rect b="b" l="l" r="r" t="t"/>
              <a:pathLst>
                <a:path extrusionOk="0" h="32891" w="22938">
                  <a:moveTo>
                    <a:pt x="13606" y="161"/>
                  </a:moveTo>
                  <a:cubicBezTo>
                    <a:pt x="10895" y="-923"/>
                    <a:pt x="4273" y="3696"/>
                    <a:pt x="1704" y="7349"/>
                  </a:cubicBezTo>
                  <a:cubicBezTo>
                    <a:pt x="-3387" y="14608"/>
                    <a:pt x="3731" y="30800"/>
                    <a:pt x="12498" y="32850"/>
                  </a:cubicBezTo>
                  <a:cubicBezTo>
                    <a:pt x="14218" y="33251"/>
                    <a:pt x="18037" y="30635"/>
                    <a:pt x="18673" y="28702"/>
                  </a:cubicBezTo>
                  <a:cubicBezTo>
                    <a:pt x="20275" y="23870"/>
                    <a:pt x="20605" y="18615"/>
                    <a:pt x="21454" y="13524"/>
                  </a:cubicBezTo>
                  <a:cubicBezTo>
                    <a:pt x="21949" y="13100"/>
                    <a:pt x="22444" y="12699"/>
                    <a:pt x="22939" y="12275"/>
                  </a:cubicBezTo>
                  <a:cubicBezTo>
                    <a:pt x="19922" y="8009"/>
                    <a:pt x="17683" y="1787"/>
                    <a:pt x="13606" y="16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50" name="Google Shape;3250;p58"/>
            <p:cNvSpPr/>
            <p:nvPr/>
          </p:nvSpPr>
          <p:spPr>
            <a:xfrm>
              <a:off x="447145" y="3206317"/>
              <a:ext cx="21267" cy="32733"/>
            </a:xfrm>
            <a:custGeom>
              <a:rect b="b" l="l" r="r" t="t"/>
              <a:pathLst>
                <a:path extrusionOk="0" h="32733" w="21267">
                  <a:moveTo>
                    <a:pt x="9144" y="67"/>
                  </a:moveTo>
                  <a:cubicBezTo>
                    <a:pt x="7424" y="-428"/>
                    <a:pt x="3441" y="1906"/>
                    <a:pt x="2734" y="3768"/>
                  </a:cubicBezTo>
                  <a:cubicBezTo>
                    <a:pt x="1037" y="8293"/>
                    <a:pt x="660" y="13313"/>
                    <a:pt x="0" y="16848"/>
                  </a:cubicBezTo>
                  <a:cubicBezTo>
                    <a:pt x="236" y="19723"/>
                    <a:pt x="-71" y="21420"/>
                    <a:pt x="589" y="22622"/>
                  </a:cubicBezTo>
                  <a:cubicBezTo>
                    <a:pt x="2569" y="26299"/>
                    <a:pt x="5020" y="32804"/>
                    <a:pt x="7070" y="32733"/>
                  </a:cubicBezTo>
                  <a:cubicBezTo>
                    <a:pt x="11218" y="32568"/>
                    <a:pt x="16404" y="29716"/>
                    <a:pt x="19020" y="26322"/>
                  </a:cubicBezTo>
                  <a:cubicBezTo>
                    <a:pt x="24817" y="18757"/>
                    <a:pt x="18642" y="2825"/>
                    <a:pt x="9144" y="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51" name="Google Shape;3251;p58"/>
            <p:cNvSpPr/>
            <p:nvPr/>
          </p:nvSpPr>
          <p:spPr>
            <a:xfrm>
              <a:off x="1418322" y="3503319"/>
              <a:ext cx="21332" cy="32965"/>
            </a:xfrm>
            <a:custGeom>
              <a:rect b="b" l="l" r="r" t="t"/>
              <a:pathLst>
                <a:path extrusionOk="0" h="32965" w="21332">
                  <a:moveTo>
                    <a:pt x="9121" y="49"/>
                  </a:moveTo>
                  <a:cubicBezTo>
                    <a:pt x="7283" y="-375"/>
                    <a:pt x="3464" y="2052"/>
                    <a:pt x="2663" y="4008"/>
                  </a:cubicBezTo>
                  <a:cubicBezTo>
                    <a:pt x="1013" y="7991"/>
                    <a:pt x="801" y="12587"/>
                    <a:pt x="0" y="16924"/>
                  </a:cubicBezTo>
                  <a:cubicBezTo>
                    <a:pt x="236" y="16971"/>
                    <a:pt x="448" y="16994"/>
                    <a:pt x="683" y="17042"/>
                  </a:cubicBezTo>
                  <a:cubicBezTo>
                    <a:pt x="683" y="19257"/>
                    <a:pt x="0" y="21802"/>
                    <a:pt x="825" y="23641"/>
                  </a:cubicBezTo>
                  <a:cubicBezTo>
                    <a:pt x="2333" y="27034"/>
                    <a:pt x="4148" y="31748"/>
                    <a:pt x="6929" y="32738"/>
                  </a:cubicBezTo>
                  <a:cubicBezTo>
                    <a:pt x="9639" y="33681"/>
                    <a:pt x="14589" y="31536"/>
                    <a:pt x="17111" y="29179"/>
                  </a:cubicBezTo>
                  <a:cubicBezTo>
                    <a:pt x="25595" y="21260"/>
                    <a:pt x="20457" y="2618"/>
                    <a:pt x="9121" y="4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52" name="Google Shape;3252;p58"/>
            <p:cNvSpPr/>
            <p:nvPr/>
          </p:nvSpPr>
          <p:spPr>
            <a:xfrm>
              <a:off x="1431953" y="3262303"/>
              <a:ext cx="26036" cy="32364"/>
            </a:xfrm>
            <a:custGeom>
              <a:rect b="b" l="l" r="r" t="t"/>
              <a:pathLst>
                <a:path extrusionOk="0" h="32364" w="26036">
                  <a:moveTo>
                    <a:pt x="5907" y="32"/>
                  </a:moveTo>
                  <a:cubicBezTo>
                    <a:pt x="4281" y="-227"/>
                    <a:pt x="1335" y="1117"/>
                    <a:pt x="745" y="2483"/>
                  </a:cubicBezTo>
                  <a:cubicBezTo>
                    <a:pt x="-2884" y="11133"/>
                    <a:pt x="7439" y="29988"/>
                    <a:pt x="16630" y="32085"/>
                  </a:cubicBezTo>
                  <a:cubicBezTo>
                    <a:pt x="22122" y="33334"/>
                    <a:pt x="26152" y="30294"/>
                    <a:pt x="26034" y="24944"/>
                  </a:cubicBezTo>
                  <a:cubicBezTo>
                    <a:pt x="25893" y="17355"/>
                    <a:pt x="13095" y="1140"/>
                    <a:pt x="5907" y="3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53" name="Google Shape;3253;p58"/>
            <p:cNvSpPr/>
            <p:nvPr/>
          </p:nvSpPr>
          <p:spPr>
            <a:xfrm>
              <a:off x="354326" y="3574809"/>
              <a:ext cx="18359" cy="48497"/>
            </a:xfrm>
            <a:custGeom>
              <a:rect b="b" l="l" r="r" t="t"/>
              <a:pathLst>
                <a:path extrusionOk="0" h="48497" w="18359">
                  <a:moveTo>
                    <a:pt x="3118" y="41"/>
                  </a:moveTo>
                  <a:cubicBezTo>
                    <a:pt x="1892" y="348"/>
                    <a:pt x="643" y="2869"/>
                    <a:pt x="408" y="4566"/>
                  </a:cubicBezTo>
                  <a:cubicBezTo>
                    <a:pt x="-1643" y="19862"/>
                    <a:pt x="4296" y="32895"/>
                    <a:pt x="12498" y="45174"/>
                  </a:cubicBezTo>
                  <a:cubicBezTo>
                    <a:pt x="13300" y="46353"/>
                    <a:pt x="15161" y="46824"/>
                    <a:pt x="18013" y="48497"/>
                  </a:cubicBezTo>
                  <a:cubicBezTo>
                    <a:pt x="19569" y="30868"/>
                    <a:pt x="15845" y="16209"/>
                    <a:pt x="7785" y="2563"/>
                  </a:cubicBezTo>
                  <a:cubicBezTo>
                    <a:pt x="6960" y="1196"/>
                    <a:pt x="4414" y="-265"/>
                    <a:pt x="3118" y="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54" name="Google Shape;3254;p58"/>
            <p:cNvSpPr/>
            <p:nvPr/>
          </p:nvSpPr>
          <p:spPr>
            <a:xfrm>
              <a:off x="393407" y="3572107"/>
              <a:ext cx="24734" cy="31189"/>
            </a:xfrm>
            <a:custGeom>
              <a:rect b="b" l="l" r="r" t="t"/>
              <a:pathLst>
                <a:path extrusionOk="0" h="31189" w="24734">
                  <a:moveTo>
                    <a:pt x="8134" y="1871"/>
                  </a:moveTo>
                  <a:cubicBezTo>
                    <a:pt x="3538" y="-2112"/>
                    <a:pt x="-115" y="480"/>
                    <a:pt x="3" y="7598"/>
                  </a:cubicBezTo>
                  <a:cubicBezTo>
                    <a:pt x="1228" y="15564"/>
                    <a:pt x="3184" y="24567"/>
                    <a:pt x="11033" y="29823"/>
                  </a:cubicBezTo>
                  <a:cubicBezTo>
                    <a:pt x="14238" y="31968"/>
                    <a:pt x="19612" y="30836"/>
                    <a:pt x="23972" y="31190"/>
                  </a:cubicBezTo>
                  <a:cubicBezTo>
                    <a:pt x="24066" y="27348"/>
                    <a:pt x="25669" y="22517"/>
                    <a:pt x="23925" y="19901"/>
                  </a:cubicBezTo>
                  <a:cubicBezTo>
                    <a:pt x="19517" y="13278"/>
                    <a:pt x="14144" y="7080"/>
                    <a:pt x="8134" y="187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55" name="Google Shape;3255;p58"/>
            <p:cNvSpPr/>
            <p:nvPr/>
          </p:nvSpPr>
          <p:spPr>
            <a:xfrm>
              <a:off x="357392" y="3513644"/>
              <a:ext cx="21384" cy="27248"/>
            </a:xfrm>
            <a:custGeom>
              <a:rect b="b" l="l" r="r" t="t"/>
              <a:pathLst>
                <a:path extrusionOk="0" h="27248" w="21384">
                  <a:moveTo>
                    <a:pt x="9574" y="0"/>
                  </a:moveTo>
                  <a:cubicBezTo>
                    <a:pt x="1938" y="1791"/>
                    <a:pt x="-1974" y="6717"/>
                    <a:pt x="995" y="12043"/>
                  </a:cubicBezTo>
                  <a:cubicBezTo>
                    <a:pt x="4012" y="17464"/>
                    <a:pt x="8514" y="22154"/>
                    <a:pt x="12897" y="26656"/>
                  </a:cubicBezTo>
                  <a:cubicBezTo>
                    <a:pt x="13934" y="27716"/>
                    <a:pt x="18884" y="27127"/>
                    <a:pt x="18978" y="26632"/>
                  </a:cubicBezTo>
                  <a:cubicBezTo>
                    <a:pt x="20109" y="21353"/>
                    <a:pt x="22442" y="15296"/>
                    <a:pt x="20840" y="10747"/>
                  </a:cubicBezTo>
                  <a:cubicBezTo>
                    <a:pt x="19308" y="6387"/>
                    <a:pt x="13510" y="3512"/>
                    <a:pt x="9574"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56" name="Google Shape;3256;p58"/>
            <p:cNvSpPr/>
            <p:nvPr/>
          </p:nvSpPr>
          <p:spPr>
            <a:xfrm>
              <a:off x="424681" y="3070160"/>
              <a:ext cx="22181" cy="26364"/>
            </a:xfrm>
            <a:custGeom>
              <a:rect b="b" l="l" r="r" t="t"/>
              <a:pathLst>
                <a:path extrusionOk="0" h="26364" w="22181">
                  <a:moveTo>
                    <a:pt x="946" y="9428"/>
                  </a:moveTo>
                  <a:cubicBezTo>
                    <a:pt x="3397" y="14377"/>
                    <a:pt x="6814" y="19114"/>
                    <a:pt x="10703" y="23050"/>
                  </a:cubicBezTo>
                  <a:cubicBezTo>
                    <a:pt x="16147" y="28565"/>
                    <a:pt x="19989" y="27080"/>
                    <a:pt x="21780" y="19468"/>
                  </a:cubicBezTo>
                  <a:cubicBezTo>
                    <a:pt x="22181" y="17818"/>
                    <a:pt x="22134" y="16050"/>
                    <a:pt x="22181" y="15555"/>
                  </a:cubicBezTo>
                  <a:cubicBezTo>
                    <a:pt x="22275" y="4950"/>
                    <a:pt x="15794" y="-1013"/>
                    <a:pt x="6673" y="142"/>
                  </a:cubicBezTo>
                  <a:cubicBezTo>
                    <a:pt x="1016" y="873"/>
                    <a:pt x="-1529" y="4431"/>
                    <a:pt x="946" y="94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57" name="Google Shape;3257;p58"/>
            <p:cNvSpPr/>
            <p:nvPr/>
          </p:nvSpPr>
          <p:spPr>
            <a:xfrm>
              <a:off x="1205100" y="2369792"/>
              <a:ext cx="32759" cy="10679"/>
            </a:xfrm>
            <a:custGeom>
              <a:rect b="b" l="l" r="r" t="t"/>
              <a:pathLst>
                <a:path extrusionOk="0" h="10679" w="32759">
                  <a:moveTo>
                    <a:pt x="32760" y="6684"/>
                  </a:moveTo>
                  <a:cubicBezTo>
                    <a:pt x="23804" y="-1989"/>
                    <a:pt x="6599" y="-2366"/>
                    <a:pt x="0" y="6401"/>
                  </a:cubicBezTo>
                  <a:cubicBezTo>
                    <a:pt x="8838" y="12057"/>
                    <a:pt x="25737" y="12057"/>
                    <a:pt x="32760" y="668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58" name="Google Shape;3258;p58"/>
            <p:cNvSpPr/>
            <p:nvPr/>
          </p:nvSpPr>
          <p:spPr>
            <a:xfrm>
              <a:off x="232642" y="3261935"/>
              <a:ext cx="10529" cy="32217"/>
            </a:xfrm>
            <a:custGeom>
              <a:rect b="b" l="l" r="r" t="t"/>
              <a:pathLst>
                <a:path extrusionOk="0" h="32217" w="10529">
                  <a:moveTo>
                    <a:pt x="4793" y="0"/>
                  </a:moveTo>
                  <a:cubicBezTo>
                    <a:pt x="3638" y="1367"/>
                    <a:pt x="1823" y="2569"/>
                    <a:pt x="1470" y="4124"/>
                  </a:cubicBezTo>
                  <a:cubicBezTo>
                    <a:pt x="-769" y="13575"/>
                    <a:pt x="-699" y="22979"/>
                    <a:pt x="3426" y="32218"/>
                  </a:cubicBezTo>
                  <a:cubicBezTo>
                    <a:pt x="10261" y="23545"/>
                    <a:pt x="12405" y="14117"/>
                    <a:pt x="8799" y="3842"/>
                  </a:cubicBezTo>
                  <a:cubicBezTo>
                    <a:pt x="8234" y="2286"/>
                    <a:pt x="6160" y="1273"/>
                    <a:pt x="4793"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59" name="Google Shape;3259;p58"/>
            <p:cNvSpPr/>
            <p:nvPr/>
          </p:nvSpPr>
          <p:spPr>
            <a:xfrm>
              <a:off x="340633" y="3166837"/>
              <a:ext cx="10070" cy="34056"/>
            </a:xfrm>
            <a:custGeom>
              <a:rect b="b" l="l" r="r" t="t"/>
              <a:pathLst>
                <a:path extrusionOk="0" h="34056" w="10070">
                  <a:moveTo>
                    <a:pt x="3047" y="0"/>
                  </a:moveTo>
                  <a:cubicBezTo>
                    <a:pt x="-1667" y="10983"/>
                    <a:pt x="-40" y="21754"/>
                    <a:pt x="2128" y="34056"/>
                  </a:cubicBezTo>
                  <a:cubicBezTo>
                    <a:pt x="12451" y="23780"/>
                    <a:pt x="12663" y="5020"/>
                    <a:pt x="304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260" name="Google Shape;3260;p58"/>
            <p:cNvSpPr/>
            <p:nvPr/>
          </p:nvSpPr>
          <p:spPr>
            <a:xfrm>
              <a:off x="1406508" y="3639982"/>
              <a:ext cx="10152" cy="33383"/>
            </a:xfrm>
            <a:custGeom>
              <a:rect b="b" l="l" r="r" t="t"/>
              <a:pathLst>
                <a:path extrusionOk="0" h="33383" w="10152">
                  <a:moveTo>
                    <a:pt x="4225" y="11"/>
                  </a:moveTo>
                  <a:cubicBezTo>
                    <a:pt x="3565" y="-177"/>
                    <a:pt x="1396" y="2062"/>
                    <a:pt x="1161" y="3381"/>
                  </a:cubicBezTo>
                  <a:cubicBezTo>
                    <a:pt x="-442" y="13044"/>
                    <a:pt x="-701" y="22707"/>
                    <a:pt x="2433" y="33384"/>
                  </a:cubicBezTo>
                  <a:cubicBezTo>
                    <a:pt x="9527" y="25559"/>
                    <a:pt x="12238" y="10475"/>
                    <a:pt x="8420" y="3405"/>
                  </a:cubicBezTo>
                  <a:cubicBezTo>
                    <a:pt x="7618" y="1897"/>
                    <a:pt x="5851" y="483"/>
                    <a:pt x="4225" y="1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grpSp>
      <p:grpSp>
        <p:nvGrpSpPr>
          <p:cNvPr id="3261" name="Google Shape;3261;p58"/>
          <p:cNvGrpSpPr/>
          <p:nvPr/>
        </p:nvGrpSpPr>
        <p:grpSpPr>
          <a:xfrm>
            <a:off x="0" y="0"/>
            <a:ext cx="227000" cy="253951"/>
            <a:chOff x="1582614" y="2839915"/>
            <a:chExt cx="589086" cy="589086"/>
          </a:xfrm>
        </p:grpSpPr>
        <p:sp>
          <p:nvSpPr>
            <p:cNvPr id="3262" name="Google Shape;3262;p58"/>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3263" name="Google Shape;3263;p58"/>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3264" name="Google Shape;3264;p58"/>
          <p:cNvGrpSpPr/>
          <p:nvPr/>
        </p:nvGrpSpPr>
        <p:grpSpPr>
          <a:xfrm rot="5400000">
            <a:off x="833427" y="13476"/>
            <a:ext cx="253951" cy="227000"/>
            <a:chOff x="1582614" y="2839915"/>
            <a:chExt cx="589086" cy="589086"/>
          </a:xfrm>
        </p:grpSpPr>
        <p:sp>
          <p:nvSpPr>
            <p:cNvPr id="3265" name="Google Shape;3265;p58"/>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3266" name="Google Shape;3266;p58"/>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3267" name="Google Shape;3267;p58"/>
          <p:cNvGrpSpPr/>
          <p:nvPr/>
        </p:nvGrpSpPr>
        <p:grpSpPr>
          <a:xfrm flipH="1" rot="10800000">
            <a:off x="0" y="1006216"/>
            <a:ext cx="227000" cy="253951"/>
            <a:chOff x="1582614" y="2839915"/>
            <a:chExt cx="589086" cy="589086"/>
          </a:xfrm>
        </p:grpSpPr>
        <p:sp>
          <p:nvSpPr>
            <p:cNvPr id="3268" name="Google Shape;3268;p58"/>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3269" name="Google Shape;3269;p58"/>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3270" name="Google Shape;3270;p58"/>
          <p:cNvGrpSpPr/>
          <p:nvPr/>
        </p:nvGrpSpPr>
        <p:grpSpPr>
          <a:xfrm flipH="1" rot="5400000">
            <a:off x="847071" y="1019692"/>
            <a:ext cx="253953" cy="227003"/>
            <a:chOff x="1582614" y="2839909"/>
            <a:chExt cx="589091" cy="589092"/>
          </a:xfrm>
        </p:grpSpPr>
        <p:sp>
          <p:nvSpPr>
            <p:cNvPr id="3271" name="Google Shape;3271;p58"/>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3272" name="Google Shape;3272;p58"/>
            <p:cNvSpPr/>
            <p:nvPr/>
          </p:nvSpPr>
          <p:spPr>
            <a:xfrm rot="5400000">
              <a:off x="1808581" y="2613946"/>
              <a:ext cx="137161" cy="58908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3273" name="Google Shape;3273;p58"/>
          <p:cNvGrpSpPr/>
          <p:nvPr/>
        </p:nvGrpSpPr>
        <p:grpSpPr>
          <a:xfrm>
            <a:off x="11027391" y="5854890"/>
            <a:ext cx="1127771" cy="970434"/>
            <a:chOff x="7350231" y="1734252"/>
            <a:chExt cx="4870814" cy="5345793"/>
          </a:xfrm>
        </p:grpSpPr>
        <p:grpSp>
          <p:nvGrpSpPr>
            <p:cNvPr id="3274" name="Google Shape;3274;p58"/>
            <p:cNvGrpSpPr/>
            <p:nvPr/>
          </p:nvGrpSpPr>
          <p:grpSpPr>
            <a:xfrm>
              <a:off x="7496004" y="1839383"/>
              <a:ext cx="3874490" cy="3979118"/>
              <a:chOff x="7496004" y="1839383"/>
              <a:chExt cx="3874490" cy="3979118"/>
            </a:xfrm>
          </p:grpSpPr>
          <p:sp>
            <p:nvSpPr>
              <p:cNvPr id="3275" name="Google Shape;3275;p58"/>
              <p:cNvSpPr/>
              <p:nvPr/>
            </p:nvSpPr>
            <p:spPr>
              <a:xfrm rot="8201235">
                <a:off x="10839502" y="4413955"/>
                <a:ext cx="427534" cy="471394"/>
              </a:xfrm>
              <a:custGeom>
                <a:rect b="b" l="l" r="r" t="t"/>
                <a:pathLst>
                  <a:path extrusionOk="0" h="4725490" w="4285801">
                    <a:moveTo>
                      <a:pt x="1428251" y="4622752"/>
                    </a:moveTo>
                    <a:cubicBezTo>
                      <a:pt x="1313180" y="4505074"/>
                      <a:pt x="1240588" y="4345285"/>
                      <a:pt x="1235771" y="4167715"/>
                    </a:cubicBezTo>
                    <a:cubicBezTo>
                      <a:pt x="1227835" y="3875156"/>
                      <a:pt x="1406218" y="3620819"/>
                      <a:pt x="1664050" y="3520754"/>
                    </a:cubicBezTo>
                    <a:lnTo>
                      <a:pt x="1635892" y="2482688"/>
                    </a:lnTo>
                    <a:lnTo>
                      <a:pt x="1044642" y="2469039"/>
                    </a:lnTo>
                    <a:lnTo>
                      <a:pt x="1044642" y="2667331"/>
                    </a:lnTo>
                    <a:cubicBezTo>
                      <a:pt x="1044642" y="2727000"/>
                      <a:pt x="996271" y="2775371"/>
                      <a:pt x="936601" y="2775372"/>
                    </a:cubicBezTo>
                    <a:lnTo>
                      <a:pt x="657382" y="2775371"/>
                    </a:lnTo>
                    <a:cubicBezTo>
                      <a:pt x="637755" y="2823613"/>
                      <a:pt x="630101" y="2874237"/>
                      <a:pt x="622448" y="2945800"/>
                    </a:cubicBezTo>
                    <a:lnTo>
                      <a:pt x="252030" y="2945800"/>
                    </a:lnTo>
                    <a:cubicBezTo>
                      <a:pt x="256275" y="2883407"/>
                      <a:pt x="252593" y="2828938"/>
                      <a:pt x="235967" y="2775370"/>
                    </a:cubicBezTo>
                    <a:lnTo>
                      <a:pt x="7267" y="2775370"/>
                    </a:lnTo>
                    <a:cubicBezTo>
                      <a:pt x="1003" y="2679903"/>
                      <a:pt x="-1109" y="2594661"/>
                      <a:pt x="535" y="2514852"/>
                    </a:cubicBezTo>
                    <a:cubicBezTo>
                      <a:pt x="5466" y="2275424"/>
                      <a:pt x="44187" y="2084887"/>
                      <a:pt x="105917" y="1813823"/>
                    </a:cubicBezTo>
                    <a:cubicBezTo>
                      <a:pt x="258635" y="1288584"/>
                      <a:pt x="488046" y="911620"/>
                      <a:pt x="870837" y="570445"/>
                    </a:cubicBezTo>
                    <a:cubicBezTo>
                      <a:pt x="674179" y="1284154"/>
                      <a:pt x="622718" y="1497188"/>
                      <a:pt x="741752" y="1669956"/>
                    </a:cubicBezTo>
                    <a:cubicBezTo>
                      <a:pt x="882751" y="1699943"/>
                      <a:pt x="788174" y="1674807"/>
                      <a:pt x="936601" y="1710419"/>
                    </a:cubicBezTo>
                    <a:cubicBezTo>
                      <a:pt x="1001384" y="1730870"/>
                      <a:pt x="1044642" y="1758791"/>
                      <a:pt x="1044642" y="1818460"/>
                    </a:cubicBezTo>
                    <a:lnTo>
                      <a:pt x="1044642" y="1970448"/>
                    </a:lnTo>
                    <a:lnTo>
                      <a:pt x="1621635" y="1957128"/>
                    </a:lnTo>
                    <a:lnTo>
                      <a:pt x="1601569" y="1217379"/>
                    </a:lnTo>
                    <a:cubicBezTo>
                      <a:pt x="1338692" y="1131438"/>
                      <a:pt x="1146783" y="887145"/>
                      <a:pt x="1138847" y="594588"/>
                    </a:cubicBezTo>
                    <a:cubicBezTo>
                      <a:pt x="1132425" y="357828"/>
                      <a:pt x="1248029" y="146099"/>
                      <a:pt x="1428910" y="20243"/>
                    </a:cubicBezTo>
                    <a:lnTo>
                      <a:pt x="1447318" y="698863"/>
                    </a:lnTo>
                    <a:lnTo>
                      <a:pt x="2193594" y="678620"/>
                    </a:lnTo>
                    <a:lnTo>
                      <a:pt x="2175185" y="0"/>
                    </a:lnTo>
                    <a:cubicBezTo>
                      <a:pt x="2362624" y="115865"/>
                      <a:pt x="2489536" y="321015"/>
                      <a:pt x="2495958" y="557775"/>
                    </a:cubicBezTo>
                    <a:cubicBezTo>
                      <a:pt x="2503894" y="850332"/>
                      <a:pt x="2325511" y="1104670"/>
                      <a:pt x="2067679" y="1204735"/>
                    </a:cubicBezTo>
                    <a:lnTo>
                      <a:pt x="2087796" y="1946367"/>
                    </a:lnTo>
                    <a:lnTo>
                      <a:pt x="4285801" y="1895627"/>
                    </a:lnTo>
                    <a:lnTo>
                      <a:pt x="4285801" y="2543859"/>
                    </a:lnTo>
                    <a:lnTo>
                      <a:pt x="2102637" y="2493462"/>
                    </a:lnTo>
                    <a:lnTo>
                      <a:pt x="2130160" y="3508110"/>
                    </a:lnTo>
                    <a:cubicBezTo>
                      <a:pt x="2393037" y="3594051"/>
                      <a:pt x="2584946" y="3838344"/>
                      <a:pt x="2592882" y="4130902"/>
                    </a:cubicBezTo>
                    <a:cubicBezTo>
                      <a:pt x="2599304" y="4367662"/>
                      <a:pt x="2483700" y="4579391"/>
                      <a:pt x="2302820" y="4705247"/>
                    </a:cubicBezTo>
                    <a:lnTo>
                      <a:pt x="2284411" y="4026626"/>
                    </a:lnTo>
                    <a:lnTo>
                      <a:pt x="1538135" y="4046869"/>
                    </a:lnTo>
                    <a:lnTo>
                      <a:pt x="1556544" y="4725490"/>
                    </a:lnTo>
                    <a:cubicBezTo>
                      <a:pt x="1509684" y="4696524"/>
                      <a:pt x="1466607" y="4661977"/>
                      <a:pt x="1428251" y="4622752"/>
                    </a:cubicBezTo>
                    <a:close/>
                    <a:moveTo>
                      <a:pt x="44807" y="3562389"/>
                    </a:moveTo>
                    <a:cubicBezTo>
                      <a:pt x="25255" y="3542837"/>
                      <a:pt x="13162" y="3515827"/>
                      <a:pt x="13162" y="3485992"/>
                    </a:cubicBezTo>
                    <a:lnTo>
                      <a:pt x="13162" y="3053842"/>
                    </a:lnTo>
                    <a:cubicBezTo>
                      <a:pt x="13162" y="2994173"/>
                      <a:pt x="61534" y="2945801"/>
                      <a:pt x="121203" y="2945801"/>
                    </a:cubicBezTo>
                    <a:lnTo>
                      <a:pt x="757287" y="2945801"/>
                    </a:lnTo>
                    <a:cubicBezTo>
                      <a:pt x="816956" y="2945801"/>
                      <a:pt x="865328" y="2994173"/>
                      <a:pt x="865328" y="3053842"/>
                    </a:cubicBezTo>
                    <a:lnTo>
                      <a:pt x="865328" y="3485992"/>
                    </a:lnTo>
                    <a:cubicBezTo>
                      <a:pt x="865328" y="3545662"/>
                      <a:pt x="816956" y="3594033"/>
                      <a:pt x="757287" y="3594033"/>
                    </a:cubicBezTo>
                    <a:lnTo>
                      <a:pt x="121203" y="3594033"/>
                    </a:lnTo>
                    <a:cubicBezTo>
                      <a:pt x="91368" y="3594033"/>
                      <a:pt x="64358" y="3581940"/>
                      <a:pt x="44807" y="356238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276" name="Google Shape;3276;p58"/>
              <p:cNvSpPr/>
              <p:nvPr/>
            </p:nvSpPr>
            <p:spPr>
              <a:xfrm rot="-900000">
                <a:off x="7608221" y="2961416"/>
                <a:ext cx="392828" cy="319096"/>
              </a:xfrm>
              <a:custGeom>
                <a:rect b="b" l="l" r="r" t="t"/>
                <a:pathLst>
                  <a:path extrusionOk="0" h="3321003" w="4088377">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277" name="Google Shape;3277;p58"/>
              <p:cNvSpPr/>
              <p:nvPr/>
            </p:nvSpPr>
            <p:spPr>
              <a:xfrm flipH="1" rot="5400000">
                <a:off x="10824557" y="2917080"/>
                <a:ext cx="392828" cy="392828"/>
              </a:xfrm>
              <a:custGeom>
                <a:rect b="b" l="l" r="r" t="t"/>
                <a:pathLst>
                  <a:path extrusionOk="0" h="3786923" w="3287892">
                    <a:moveTo>
                      <a:pt x="2574092" y="3411971"/>
                    </a:moveTo>
                    <a:cubicBezTo>
                      <a:pt x="2577477" y="3551838"/>
                      <a:pt x="2489596" y="3681234"/>
                      <a:pt x="2347458" y="3745664"/>
                    </a:cubicBezTo>
                    <a:cubicBezTo>
                      <a:pt x="2228355" y="3799653"/>
                      <a:pt x="2086904" y="3800713"/>
                      <a:pt x="1966757" y="3748519"/>
                    </a:cubicBezTo>
                    <a:cubicBezTo>
                      <a:pt x="1823914" y="3686464"/>
                      <a:pt x="1733597" y="3559106"/>
                      <a:pt x="1733597" y="3419734"/>
                    </a:cubicBezTo>
                    <a:cubicBezTo>
                      <a:pt x="2013762" y="3417146"/>
                      <a:pt x="2293927" y="3414559"/>
                      <a:pt x="2574092" y="3411971"/>
                    </a:cubicBezTo>
                    <a:close/>
                    <a:moveTo>
                      <a:pt x="2574187" y="367189"/>
                    </a:moveTo>
                    <a:cubicBezTo>
                      <a:pt x="2294022" y="369777"/>
                      <a:pt x="2013857" y="372364"/>
                      <a:pt x="1733692" y="374952"/>
                    </a:cubicBezTo>
                    <a:cubicBezTo>
                      <a:pt x="1730307" y="235085"/>
                      <a:pt x="1818188" y="105689"/>
                      <a:pt x="1960326" y="41259"/>
                    </a:cubicBezTo>
                    <a:cubicBezTo>
                      <a:pt x="2079429" y="-12730"/>
                      <a:pt x="2220880" y="-13790"/>
                      <a:pt x="2341027" y="38404"/>
                    </a:cubicBezTo>
                    <a:cubicBezTo>
                      <a:pt x="2483870" y="100459"/>
                      <a:pt x="2574187" y="227817"/>
                      <a:pt x="2574187" y="367189"/>
                    </a:cubicBezTo>
                    <a:close/>
                    <a:moveTo>
                      <a:pt x="2688290" y="635445"/>
                    </a:moveTo>
                    <a:lnTo>
                      <a:pt x="2688290" y="1612884"/>
                    </a:lnTo>
                    <a:lnTo>
                      <a:pt x="1619492" y="1612884"/>
                    </a:lnTo>
                    <a:lnTo>
                      <a:pt x="1619492" y="1396859"/>
                    </a:lnTo>
                    <a:lnTo>
                      <a:pt x="201708" y="1396859"/>
                    </a:lnTo>
                    <a:cubicBezTo>
                      <a:pt x="90308" y="1396859"/>
                      <a:pt x="0" y="1306551"/>
                      <a:pt x="0" y="1195151"/>
                    </a:cubicBezTo>
                    <a:lnTo>
                      <a:pt x="0" y="907003"/>
                    </a:lnTo>
                    <a:cubicBezTo>
                      <a:pt x="0" y="795603"/>
                      <a:pt x="90308" y="705295"/>
                      <a:pt x="201708" y="705295"/>
                    </a:cubicBezTo>
                    <a:lnTo>
                      <a:pt x="1619492" y="705295"/>
                    </a:lnTo>
                    <a:lnTo>
                      <a:pt x="1619492" y="635445"/>
                    </a:lnTo>
                    <a:cubicBezTo>
                      <a:pt x="1619492" y="537063"/>
                      <a:pt x="1699247" y="457308"/>
                      <a:pt x="1797629" y="457308"/>
                    </a:cubicBezTo>
                    <a:lnTo>
                      <a:pt x="2510153" y="457308"/>
                    </a:lnTo>
                    <a:cubicBezTo>
                      <a:pt x="2608535" y="457308"/>
                      <a:pt x="2688290" y="537063"/>
                      <a:pt x="2688290" y="635445"/>
                    </a:cubicBezTo>
                    <a:close/>
                    <a:moveTo>
                      <a:pt x="3177333" y="2901044"/>
                    </a:moveTo>
                    <a:lnTo>
                      <a:pt x="1130451" y="2901044"/>
                    </a:lnTo>
                    <a:cubicBezTo>
                      <a:pt x="1350134" y="2526253"/>
                      <a:pt x="1481437" y="2165059"/>
                      <a:pt x="1605942" y="1684892"/>
                    </a:cubicBezTo>
                    <a:lnTo>
                      <a:pt x="2701842" y="1684892"/>
                    </a:lnTo>
                    <a:cubicBezTo>
                      <a:pt x="2809350" y="2117470"/>
                      <a:pt x="2933855" y="2516056"/>
                      <a:pt x="3177333" y="2901044"/>
                    </a:cubicBezTo>
                    <a:close/>
                    <a:moveTo>
                      <a:pt x="3287892" y="3137537"/>
                    </a:moveTo>
                    <a:lnTo>
                      <a:pt x="3287892" y="3248909"/>
                    </a:lnTo>
                    <a:cubicBezTo>
                      <a:pt x="3287892" y="3295849"/>
                      <a:pt x="3249839" y="3333902"/>
                      <a:pt x="3202899" y="3333902"/>
                    </a:cubicBezTo>
                    <a:lnTo>
                      <a:pt x="1104885" y="3333902"/>
                    </a:lnTo>
                    <a:cubicBezTo>
                      <a:pt x="1057945" y="3333902"/>
                      <a:pt x="1019892" y="3295849"/>
                      <a:pt x="1019892" y="3248909"/>
                    </a:cubicBezTo>
                    <a:lnTo>
                      <a:pt x="1019892" y="3137537"/>
                    </a:lnTo>
                    <a:cubicBezTo>
                      <a:pt x="1019892" y="3090597"/>
                      <a:pt x="1057945" y="3052544"/>
                      <a:pt x="1104885" y="3052544"/>
                    </a:cubicBezTo>
                    <a:lnTo>
                      <a:pt x="3202899" y="3052544"/>
                    </a:lnTo>
                    <a:cubicBezTo>
                      <a:pt x="3249839" y="3052544"/>
                      <a:pt x="3287892" y="3090597"/>
                      <a:pt x="3287892" y="313753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278" name="Google Shape;3278;p58"/>
              <p:cNvSpPr/>
              <p:nvPr/>
            </p:nvSpPr>
            <p:spPr>
              <a:xfrm>
                <a:off x="11062223" y="3784811"/>
                <a:ext cx="285020" cy="285020"/>
              </a:xfrm>
              <a:custGeom>
                <a:rect b="b" l="l" r="r" t="t"/>
                <a:pathLst>
                  <a:path extrusionOk="0" h="2964099" w="2801488">
                    <a:moveTo>
                      <a:pt x="1393788" y="2251706"/>
                    </a:moveTo>
                    <a:cubicBezTo>
                      <a:pt x="1338380" y="2251706"/>
                      <a:pt x="1293463" y="2296623"/>
                      <a:pt x="1293463" y="2352031"/>
                    </a:cubicBezTo>
                    <a:cubicBezTo>
                      <a:pt x="1293463" y="2407439"/>
                      <a:pt x="1338380" y="2452356"/>
                      <a:pt x="1393788" y="2452356"/>
                    </a:cubicBezTo>
                    <a:cubicBezTo>
                      <a:pt x="1449196" y="2452356"/>
                      <a:pt x="1494113" y="2407439"/>
                      <a:pt x="1494113" y="2352031"/>
                    </a:cubicBezTo>
                    <a:cubicBezTo>
                      <a:pt x="1494113" y="2296623"/>
                      <a:pt x="1449196" y="2251706"/>
                      <a:pt x="1393788" y="2251706"/>
                    </a:cubicBezTo>
                    <a:close/>
                    <a:moveTo>
                      <a:pt x="2189420" y="1936547"/>
                    </a:moveTo>
                    <a:cubicBezTo>
                      <a:pt x="1959955" y="1936547"/>
                      <a:pt x="1773936" y="2122566"/>
                      <a:pt x="1773936" y="2352031"/>
                    </a:cubicBezTo>
                    <a:cubicBezTo>
                      <a:pt x="1773936" y="2581496"/>
                      <a:pt x="1959955" y="2767515"/>
                      <a:pt x="2189420" y="2767515"/>
                    </a:cubicBezTo>
                    <a:cubicBezTo>
                      <a:pt x="2418885" y="2767515"/>
                      <a:pt x="2604904" y="2581496"/>
                      <a:pt x="2604904" y="2352031"/>
                    </a:cubicBezTo>
                    <a:cubicBezTo>
                      <a:pt x="2604904" y="2122566"/>
                      <a:pt x="2418885" y="1936547"/>
                      <a:pt x="2189420" y="1936547"/>
                    </a:cubicBezTo>
                    <a:close/>
                    <a:moveTo>
                      <a:pt x="612068" y="1936547"/>
                    </a:moveTo>
                    <a:cubicBezTo>
                      <a:pt x="382603" y="1936547"/>
                      <a:pt x="196584" y="2122566"/>
                      <a:pt x="196584" y="2352031"/>
                    </a:cubicBezTo>
                    <a:cubicBezTo>
                      <a:pt x="196584" y="2581496"/>
                      <a:pt x="382603" y="2767515"/>
                      <a:pt x="612068" y="2767515"/>
                    </a:cubicBezTo>
                    <a:cubicBezTo>
                      <a:pt x="841533" y="2767515"/>
                      <a:pt x="1027552" y="2581496"/>
                      <a:pt x="1027552" y="2352031"/>
                    </a:cubicBezTo>
                    <a:cubicBezTo>
                      <a:pt x="1027552" y="2122566"/>
                      <a:pt x="841533" y="1936547"/>
                      <a:pt x="612068" y="1936547"/>
                    </a:cubicBezTo>
                    <a:close/>
                    <a:moveTo>
                      <a:pt x="845776" y="315"/>
                    </a:moveTo>
                    <a:cubicBezTo>
                      <a:pt x="1032101" y="7965"/>
                      <a:pt x="1181399" y="153129"/>
                      <a:pt x="1195696" y="335717"/>
                    </a:cubicBezTo>
                    <a:lnTo>
                      <a:pt x="1198885" y="335806"/>
                    </a:lnTo>
                    <a:lnTo>
                      <a:pt x="1198706" y="366401"/>
                    </a:lnTo>
                    <a:cubicBezTo>
                      <a:pt x="1198883" y="367005"/>
                      <a:pt x="1198884" y="367612"/>
                      <a:pt x="1198884" y="368218"/>
                    </a:cubicBezTo>
                    <a:lnTo>
                      <a:pt x="1198695" y="368210"/>
                    </a:lnTo>
                    <a:lnTo>
                      <a:pt x="1197421" y="585651"/>
                    </a:lnTo>
                    <a:cubicBezTo>
                      <a:pt x="1245519" y="531733"/>
                      <a:pt x="1316597" y="499778"/>
                      <a:pt x="1394104" y="502960"/>
                    </a:cubicBezTo>
                    <a:cubicBezTo>
                      <a:pt x="1472998" y="506199"/>
                      <a:pt x="1542269" y="545176"/>
                      <a:pt x="1585751" y="604519"/>
                    </a:cubicBezTo>
                    <a:cubicBezTo>
                      <a:pt x="1585226" y="514948"/>
                      <a:pt x="1584701" y="425377"/>
                      <a:pt x="1584176" y="335806"/>
                    </a:cubicBezTo>
                    <a:lnTo>
                      <a:pt x="1585829" y="335760"/>
                    </a:lnTo>
                    <a:cubicBezTo>
                      <a:pt x="1602915" y="140060"/>
                      <a:pt x="1770945" y="-7755"/>
                      <a:pt x="1967493" y="315"/>
                    </a:cubicBezTo>
                    <a:cubicBezTo>
                      <a:pt x="2146853" y="7679"/>
                      <a:pt x="2291902" y="142468"/>
                      <a:pt x="2315427" y="315465"/>
                    </a:cubicBezTo>
                    <a:lnTo>
                      <a:pt x="2320109" y="315335"/>
                    </a:lnTo>
                    <a:lnTo>
                      <a:pt x="2729306" y="2069418"/>
                    </a:lnTo>
                    <a:cubicBezTo>
                      <a:pt x="2776307" y="2152970"/>
                      <a:pt x="2801488" y="2249560"/>
                      <a:pt x="2801488" y="2352031"/>
                    </a:cubicBezTo>
                    <a:cubicBezTo>
                      <a:pt x="2801488" y="2690067"/>
                      <a:pt x="2527456" y="2964099"/>
                      <a:pt x="2189420" y="2964099"/>
                    </a:cubicBezTo>
                    <a:cubicBezTo>
                      <a:pt x="1922036" y="2964099"/>
                      <a:pt x="1694697" y="2792645"/>
                      <a:pt x="1613824" y="2552817"/>
                    </a:cubicBezTo>
                    <a:cubicBezTo>
                      <a:pt x="1559905" y="2613347"/>
                      <a:pt x="1481232" y="2650901"/>
                      <a:pt x="1393788" y="2650901"/>
                    </a:cubicBezTo>
                    <a:cubicBezTo>
                      <a:pt x="1311973" y="2650901"/>
                      <a:pt x="1237837" y="2618027"/>
                      <a:pt x="1183996" y="2564635"/>
                    </a:cubicBezTo>
                    <a:cubicBezTo>
                      <a:pt x="1099341" y="2798210"/>
                      <a:pt x="875077" y="2964099"/>
                      <a:pt x="612068" y="2964099"/>
                    </a:cubicBezTo>
                    <a:cubicBezTo>
                      <a:pt x="274032" y="2964099"/>
                      <a:pt x="0" y="2690067"/>
                      <a:pt x="0" y="2352031"/>
                    </a:cubicBezTo>
                    <a:cubicBezTo>
                      <a:pt x="0" y="2288533"/>
                      <a:pt x="9669" y="2227293"/>
                      <a:pt x="30466" y="2170591"/>
                    </a:cubicBezTo>
                    <a:lnTo>
                      <a:pt x="30153" y="2170591"/>
                    </a:lnTo>
                    <a:lnTo>
                      <a:pt x="462952" y="315335"/>
                    </a:lnTo>
                    <a:lnTo>
                      <a:pt x="467801" y="315470"/>
                    </a:lnTo>
                    <a:cubicBezTo>
                      <a:pt x="493068" y="129842"/>
                      <a:pt x="656149" y="-7470"/>
                      <a:pt x="845776" y="3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279" name="Google Shape;3279;p58"/>
              <p:cNvSpPr/>
              <p:nvPr/>
            </p:nvSpPr>
            <p:spPr>
              <a:xfrm>
                <a:off x="8077159" y="2346892"/>
                <a:ext cx="392828" cy="303948"/>
              </a:xfrm>
              <a:custGeom>
                <a:rect b="b" l="l" r="r" t="t"/>
                <a:pathLst>
                  <a:path extrusionOk="0" h="3064028" w="3960000">
                    <a:moveTo>
                      <a:pt x="1955333" y="1285185"/>
                    </a:moveTo>
                    <a:cubicBezTo>
                      <a:pt x="2192176" y="1285185"/>
                      <a:pt x="2384176" y="1477185"/>
                      <a:pt x="2384176" y="1714028"/>
                    </a:cubicBezTo>
                    <a:cubicBezTo>
                      <a:pt x="2384176" y="1950871"/>
                      <a:pt x="2192176" y="2142871"/>
                      <a:pt x="1955333" y="2142871"/>
                    </a:cubicBezTo>
                    <a:cubicBezTo>
                      <a:pt x="1718490" y="2142871"/>
                      <a:pt x="1526490" y="1950871"/>
                      <a:pt x="1526490" y="1714028"/>
                    </a:cubicBezTo>
                    <a:cubicBezTo>
                      <a:pt x="1526490" y="1477185"/>
                      <a:pt x="1718490" y="1285185"/>
                      <a:pt x="1955333" y="1285185"/>
                    </a:cubicBezTo>
                    <a:close/>
                    <a:moveTo>
                      <a:pt x="1955333" y="1074136"/>
                    </a:moveTo>
                    <a:cubicBezTo>
                      <a:pt x="1601930" y="1074136"/>
                      <a:pt x="1315441" y="1360625"/>
                      <a:pt x="1315441" y="1714028"/>
                    </a:cubicBezTo>
                    <a:cubicBezTo>
                      <a:pt x="1315441" y="2067431"/>
                      <a:pt x="1601930" y="2353920"/>
                      <a:pt x="1955333" y="2353920"/>
                    </a:cubicBezTo>
                    <a:cubicBezTo>
                      <a:pt x="2308736" y="2353920"/>
                      <a:pt x="2595225" y="2067431"/>
                      <a:pt x="2595225" y="1714028"/>
                    </a:cubicBezTo>
                    <a:cubicBezTo>
                      <a:pt x="2595225" y="1360625"/>
                      <a:pt x="2308736" y="1074136"/>
                      <a:pt x="1955333" y="1074136"/>
                    </a:cubicBezTo>
                    <a:close/>
                    <a:moveTo>
                      <a:pt x="1955333" y="849503"/>
                    </a:moveTo>
                    <a:cubicBezTo>
                      <a:pt x="2432797" y="849503"/>
                      <a:pt x="2819858" y="1236564"/>
                      <a:pt x="2819858" y="1714028"/>
                    </a:cubicBezTo>
                    <a:cubicBezTo>
                      <a:pt x="2819858" y="2191492"/>
                      <a:pt x="2432797" y="2578553"/>
                      <a:pt x="1955333" y="2578553"/>
                    </a:cubicBezTo>
                    <a:cubicBezTo>
                      <a:pt x="1477869" y="2578553"/>
                      <a:pt x="1090808" y="2191492"/>
                      <a:pt x="1090808" y="1714028"/>
                    </a:cubicBezTo>
                    <a:cubicBezTo>
                      <a:pt x="1090808" y="1236564"/>
                      <a:pt x="1477869" y="849503"/>
                      <a:pt x="1955333" y="849503"/>
                    </a:cubicBezTo>
                    <a:close/>
                    <a:moveTo>
                      <a:pt x="3253503" y="756254"/>
                    </a:moveTo>
                    <a:cubicBezTo>
                      <a:pt x="3162525" y="756254"/>
                      <a:pt x="3088773" y="830006"/>
                      <a:pt x="3088773" y="920984"/>
                    </a:cubicBezTo>
                    <a:cubicBezTo>
                      <a:pt x="3088773" y="1011962"/>
                      <a:pt x="3162525" y="1085714"/>
                      <a:pt x="3253503" y="1085714"/>
                    </a:cubicBezTo>
                    <a:cubicBezTo>
                      <a:pt x="3344481" y="1085714"/>
                      <a:pt x="3418233" y="1011962"/>
                      <a:pt x="3418233" y="920984"/>
                    </a:cubicBezTo>
                    <a:cubicBezTo>
                      <a:pt x="3418233" y="830006"/>
                      <a:pt x="3344481" y="756254"/>
                      <a:pt x="3253503" y="756254"/>
                    </a:cubicBezTo>
                    <a:close/>
                    <a:moveTo>
                      <a:pt x="1955333" y="744677"/>
                    </a:moveTo>
                    <a:cubicBezTo>
                      <a:pt x="1419975" y="744677"/>
                      <a:pt x="985982" y="1178670"/>
                      <a:pt x="985982" y="1714028"/>
                    </a:cubicBezTo>
                    <a:cubicBezTo>
                      <a:pt x="985982" y="2249386"/>
                      <a:pt x="1419975" y="2683379"/>
                      <a:pt x="1955333" y="2683379"/>
                    </a:cubicBezTo>
                    <a:cubicBezTo>
                      <a:pt x="2490691" y="2683379"/>
                      <a:pt x="2924684" y="2249386"/>
                      <a:pt x="2924684" y="1714028"/>
                    </a:cubicBezTo>
                    <a:cubicBezTo>
                      <a:pt x="2924684" y="1178670"/>
                      <a:pt x="2490691" y="744677"/>
                      <a:pt x="1955333" y="744677"/>
                    </a:cubicBezTo>
                    <a:close/>
                    <a:moveTo>
                      <a:pt x="1333922" y="0"/>
                    </a:moveTo>
                    <a:lnTo>
                      <a:pt x="2626078" y="0"/>
                    </a:lnTo>
                    <a:lnTo>
                      <a:pt x="2717085" y="364028"/>
                    </a:lnTo>
                    <a:lnTo>
                      <a:pt x="3699990" y="364028"/>
                    </a:lnTo>
                    <a:cubicBezTo>
                      <a:pt x="3843590" y="364028"/>
                      <a:pt x="3960000" y="480438"/>
                      <a:pt x="3960000" y="624038"/>
                    </a:cubicBezTo>
                    <a:lnTo>
                      <a:pt x="3960000" y="2804018"/>
                    </a:lnTo>
                    <a:cubicBezTo>
                      <a:pt x="3960000" y="2947618"/>
                      <a:pt x="3843590" y="3064028"/>
                      <a:pt x="3699990" y="3064028"/>
                    </a:cubicBezTo>
                    <a:lnTo>
                      <a:pt x="260010" y="3064028"/>
                    </a:lnTo>
                    <a:cubicBezTo>
                      <a:pt x="116410" y="3064028"/>
                      <a:pt x="0" y="2947618"/>
                      <a:pt x="0" y="2804018"/>
                    </a:cubicBezTo>
                    <a:lnTo>
                      <a:pt x="0" y="624038"/>
                    </a:lnTo>
                    <a:cubicBezTo>
                      <a:pt x="0" y="480438"/>
                      <a:pt x="116410" y="364028"/>
                      <a:pt x="260010" y="364028"/>
                    </a:cubicBezTo>
                    <a:lnTo>
                      <a:pt x="443165" y="364028"/>
                    </a:lnTo>
                    <a:lnTo>
                      <a:pt x="443165" y="237982"/>
                    </a:lnTo>
                    <a:cubicBezTo>
                      <a:pt x="443165" y="195266"/>
                      <a:pt x="477794" y="160637"/>
                      <a:pt x="520510" y="160637"/>
                    </a:cubicBezTo>
                    <a:lnTo>
                      <a:pt x="1049896" y="160637"/>
                    </a:lnTo>
                    <a:cubicBezTo>
                      <a:pt x="1092612" y="160637"/>
                      <a:pt x="1127241" y="195266"/>
                      <a:pt x="1127241" y="237982"/>
                    </a:cubicBezTo>
                    <a:lnTo>
                      <a:pt x="1127241" y="364028"/>
                    </a:lnTo>
                    <a:lnTo>
                      <a:pt x="1242915" y="364028"/>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280" name="Google Shape;3280;p58"/>
              <p:cNvSpPr/>
              <p:nvPr/>
            </p:nvSpPr>
            <p:spPr>
              <a:xfrm>
                <a:off x="8560619" y="5355763"/>
                <a:ext cx="372889" cy="259826"/>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281" name="Google Shape;3281;p58"/>
              <p:cNvSpPr/>
              <p:nvPr/>
            </p:nvSpPr>
            <p:spPr>
              <a:xfrm rot="2498363">
                <a:off x="8831623" y="1920263"/>
                <a:ext cx="392828" cy="392828"/>
              </a:xfrm>
              <a:custGeom>
                <a:rect b="b" l="l" r="r" t="t"/>
                <a:pathLst>
                  <a:path extrusionOk="0" h="3938940" w="3860438">
                    <a:moveTo>
                      <a:pt x="1862067" y="2433815"/>
                    </a:moveTo>
                    <a:lnTo>
                      <a:pt x="1970067" y="2433815"/>
                    </a:lnTo>
                    <a:lnTo>
                      <a:pt x="1970067" y="3362873"/>
                    </a:lnTo>
                    <a:lnTo>
                      <a:pt x="2004792" y="3362873"/>
                    </a:lnTo>
                    <a:lnTo>
                      <a:pt x="2004792" y="3650907"/>
                    </a:lnTo>
                    <a:cubicBezTo>
                      <a:pt x="2004792" y="3808349"/>
                      <a:pt x="1878374" y="3936619"/>
                      <a:pt x="1720949" y="3938909"/>
                    </a:cubicBezTo>
                    <a:cubicBezTo>
                      <a:pt x="1564029" y="3941192"/>
                      <a:pt x="1434265" y="3817458"/>
                      <a:pt x="1429045" y="3660794"/>
                    </a:cubicBezTo>
                    <a:lnTo>
                      <a:pt x="1428727" y="3660794"/>
                    </a:lnTo>
                    <a:lnTo>
                      <a:pt x="1428727" y="3588794"/>
                    </a:lnTo>
                    <a:cubicBezTo>
                      <a:pt x="1428727" y="3549029"/>
                      <a:pt x="1460962" y="3516794"/>
                      <a:pt x="1500727" y="3516794"/>
                    </a:cubicBezTo>
                    <a:lnTo>
                      <a:pt x="1536727" y="3516794"/>
                    </a:lnTo>
                    <a:cubicBezTo>
                      <a:pt x="1576492" y="3516794"/>
                      <a:pt x="1608727" y="3549029"/>
                      <a:pt x="1608727" y="3588794"/>
                    </a:cubicBezTo>
                    <a:lnTo>
                      <a:pt x="1608727" y="3654789"/>
                    </a:lnTo>
                    <a:cubicBezTo>
                      <a:pt x="1610687" y="3713589"/>
                      <a:pt x="1659418" y="3760001"/>
                      <a:pt x="1718334" y="3759144"/>
                    </a:cubicBezTo>
                    <a:cubicBezTo>
                      <a:pt x="1777498" y="3758284"/>
                      <a:pt x="1825008" y="3710077"/>
                      <a:pt x="1825008" y="3650907"/>
                    </a:cubicBezTo>
                    <a:lnTo>
                      <a:pt x="1824792" y="3650907"/>
                    </a:lnTo>
                    <a:lnTo>
                      <a:pt x="1824792" y="3362873"/>
                    </a:lnTo>
                    <a:lnTo>
                      <a:pt x="1862067" y="3362873"/>
                    </a:lnTo>
                    <a:close/>
                    <a:moveTo>
                      <a:pt x="1963773" y="341826"/>
                    </a:moveTo>
                    <a:cubicBezTo>
                      <a:pt x="2603866" y="1105515"/>
                      <a:pt x="2803203" y="1464631"/>
                      <a:pt x="2867684" y="2396069"/>
                    </a:cubicBezTo>
                    <a:cubicBezTo>
                      <a:pt x="2523234" y="2107144"/>
                      <a:pt x="2324834" y="2107144"/>
                      <a:pt x="1967684" y="2396069"/>
                    </a:cubicBezTo>
                    <a:cubicBezTo>
                      <a:pt x="1966380" y="1713514"/>
                      <a:pt x="1965077" y="1024381"/>
                      <a:pt x="1963773" y="341826"/>
                    </a:cubicBezTo>
                    <a:close/>
                    <a:moveTo>
                      <a:pt x="1882676" y="341826"/>
                    </a:moveTo>
                    <a:cubicBezTo>
                      <a:pt x="1881372" y="1024381"/>
                      <a:pt x="1880069" y="1713514"/>
                      <a:pt x="1878765" y="2396069"/>
                    </a:cubicBezTo>
                    <a:cubicBezTo>
                      <a:pt x="1521615" y="2107144"/>
                      <a:pt x="1323215" y="2107144"/>
                      <a:pt x="978765" y="2396069"/>
                    </a:cubicBezTo>
                    <a:cubicBezTo>
                      <a:pt x="1043246" y="1464631"/>
                      <a:pt x="1242583" y="1105515"/>
                      <a:pt x="1882676" y="341826"/>
                    </a:cubicBezTo>
                    <a:close/>
                    <a:moveTo>
                      <a:pt x="2058573" y="335248"/>
                    </a:moveTo>
                    <a:cubicBezTo>
                      <a:pt x="3026489" y="598978"/>
                      <a:pt x="3714825" y="1273857"/>
                      <a:pt x="3860438" y="2396070"/>
                    </a:cubicBezTo>
                    <a:cubicBezTo>
                      <a:pt x="3515988" y="2107145"/>
                      <a:pt x="3317588" y="2107145"/>
                      <a:pt x="2960438" y="2396070"/>
                    </a:cubicBezTo>
                    <a:cubicBezTo>
                      <a:pt x="2910892" y="1313327"/>
                      <a:pt x="2647549" y="1036442"/>
                      <a:pt x="2058573" y="335248"/>
                    </a:cubicBezTo>
                    <a:close/>
                    <a:moveTo>
                      <a:pt x="1801865" y="335248"/>
                    </a:moveTo>
                    <a:cubicBezTo>
                      <a:pt x="1212889" y="1036442"/>
                      <a:pt x="949546" y="1313327"/>
                      <a:pt x="900000" y="2396070"/>
                    </a:cubicBezTo>
                    <a:cubicBezTo>
                      <a:pt x="542850" y="2107145"/>
                      <a:pt x="344450" y="2107145"/>
                      <a:pt x="0" y="2396070"/>
                    </a:cubicBezTo>
                    <a:cubicBezTo>
                      <a:pt x="145613" y="1273857"/>
                      <a:pt x="833949" y="598978"/>
                      <a:pt x="1801865" y="335248"/>
                    </a:cubicBezTo>
                    <a:close/>
                    <a:moveTo>
                      <a:pt x="1902679" y="0"/>
                    </a:moveTo>
                    <a:lnTo>
                      <a:pt x="1929455" y="0"/>
                    </a:lnTo>
                    <a:lnTo>
                      <a:pt x="1970067" y="288000"/>
                    </a:lnTo>
                    <a:lnTo>
                      <a:pt x="1862067" y="288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282" name="Google Shape;3282;p58"/>
              <p:cNvSpPr/>
              <p:nvPr/>
            </p:nvSpPr>
            <p:spPr>
              <a:xfrm rot="-2129845">
                <a:off x="10110329" y="1972655"/>
                <a:ext cx="132806" cy="502999"/>
              </a:xfrm>
              <a:custGeom>
                <a:rect b="b" l="l" r="r" t="t"/>
                <a:pathLst>
                  <a:path extrusionOk="0" h="5014044" w="1323851">
                    <a:moveTo>
                      <a:pt x="797140" y="4503940"/>
                    </a:moveTo>
                    <a:cubicBezTo>
                      <a:pt x="732770" y="4439570"/>
                      <a:pt x="628407" y="4439570"/>
                      <a:pt x="564037" y="4503940"/>
                    </a:cubicBezTo>
                    <a:cubicBezTo>
                      <a:pt x="499667" y="4568310"/>
                      <a:pt x="499667" y="4672672"/>
                      <a:pt x="564037" y="4737042"/>
                    </a:cubicBezTo>
                    <a:cubicBezTo>
                      <a:pt x="628407" y="4801412"/>
                      <a:pt x="732770" y="4801413"/>
                      <a:pt x="797140" y="4737043"/>
                    </a:cubicBezTo>
                    <a:cubicBezTo>
                      <a:pt x="861510" y="4672673"/>
                      <a:pt x="861510" y="4568310"/>
                      <a:pt x="797140" y="4503940"/>
                    </a:cubicBezTo>
                    <a:close/>
                    <a:moveTo>
                      <a:pt x="1019859" y="4396571"/>
                    </a:moveTo>
                    <a:lnTo>
                      <a:pt x="1019859" y="4844408"/>
                    </a:lnTo>
                    <a:lnTo>
                      <a:pt x="680589" y="5014044"/>
                    </a:lnTo>
                    <a:lnTo>
                      <a:pt x="341319" y="4844409"/>
                    </a:lnTo>
                    <a:lnTo>
                      <a:pt x="341319" y="4396572"/>
                    </a:lnTo>
                    <a:lnTo>
                      <a:pt x="680589" y="4226937"/>
                    </a:lnTo>
                    <a:close/>
                    <a:moveTo>
                      <a:pt x="800624" y="237293"/>
                    </a:moveTo>
                    <a:cubicBezTo>
                      <a:pt x="730322" y="166991"/>
                      <a:pt x="616339" y="166991"/>
                      <a:pt x="546037" y="237293"/>
                    </a:cubicBezTo>
                    <a:cubicBezTo>
                      <a:pt x="475735" y="307595"/>
                      <a:pt x="475735" y="421577"/>
                      <a:pt x="546037" y="491879"/>
                    </a:cubicBezTo>
                    <a:cubicBezTo>
                      <a:pt x="616339" y="562181"/>
                      <a:pt x="730322" y="562181"/>
                      <a:pt x="800624" y="491879"/>
                    </a:cubicBezTo>
                    <a:cubicBezTo>
                      <a:pt x="870926" y="421577"/>
                      <a:pt x="870926" y="307595"/>
                      <a:pt x="800624" y="237293"/>
                    </a:cubicBezTo>
                    <a:close/>
                    <a:moveTo>
                      <a:pt x="1079384" y="68015"/>
                    </a:moveTo>
                    <a:cubicBezTo>
                      <a:pt x="1121407" y="110039"/>
                      <a:pt x="1147399" y="168093"/>
                      <a:pt x="1147399" y="232219"/>
                    </a:cubicBezTo>
                    <a:cubicBezTo>
                      <a:pt x="1147399" y="1159793"/>
                      <a:pt x="1034554" y="2087367"/>
                      <a:pt x="1023948" y="3014957"/>
                    </a:cubicBezTo>
                    <a:cubicBezTo>
                      <a:pt x="1133082" y="3060182"/>
                      <a:pt x="1235152" y="3127360"/>
                      <a:pt x="1323851" y="3216059"/>
                    </a:cubicBezTo>
                    <a:cubicBezTo>
                      <a:pt x="1689423" y="3581630"/>
                      <a:pt x="1689423" y="4174338"/>
                      <a:pt x="1323851" y="4539910"/>
                    </a:cubicBezTo>
                    <a:cubicBezTo>
                      <a:pt x="1261218" y="4602543"/>
                      <a:pt x="1191917" y="4654446"/>
                      <a:pt x="1117803" y="4694845"/>
                    </a:cubicBezTo>
                    <a:lnTo>
                      <a:pt x="1117303" y="3872699"/>
                    </a:lnTo>
                    <a:lnTo>
                      <a:pt x="684319" y="3565900"/>
                    </a:lnTo>
                    <a:lnTo>
                      <a:pt x="251709" y="3873225"/>
                    </a:lnTo>
                    <a:lnTo>
                      <a:pt x="252223" y="4718882"/>
                    </a:lnTo>
                    <a:cubicBezTo>
                      <a:pt x="160837" y="4675423"/>
                      <a:pt x="75567" y="4615476"/>
                      <a:pt x="0" y="4539910"/>
                    </a:cubicBezTo>
                    <a:cubicBezTo>
                      <a:pt x="-365571" y="4174338"/>
                      <a:pt x="-365571" y="3581630"/>
                      <a:pt x="0" y="3216059"/>
                    </a:cubicBezTo>
                    <a:cubicBezTo>
                      <a:pt x="100968" y="3115091"/>
                      <a:pt x="219261" y="3042010"/>
                      <a:pt x="345675" y="2997831"/>
                    </a:cubicBezTo>
                    <a:lnTo>
                      <a:pt x="211295" y="232219"/>
                    </a:lnTo>
                    <a:cubicBezTo>
                      <a:pt x="211295" y="103968"/>
                      <a:pt x="315263" y="0"/>
                      <a:pt x="443514" y="0"/>
                    </a:cubicBezTo>
                    <a:lnTo>
                      <a:pt x="915180" y="0"/>
                    </a:lnTo>
                    <a:cubicBezTo>
                      <a:pt x="979305" y="0"/>
                      <a:pt x="1037360" y="25992"/>
                      <a:pt x="1079384" y="680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283" name="Google Shape;3283;p58"/>
              <p:cNvSpPr/>
              <p:nvPr/>
            </p:nvSpPr>
            <p:spPr>
              <a:xfrm rot="-8100000">
                <a:off x="9503918" y="5364438"/>
                <a:ext cx="71616" cy="502304"/>
              </a:xfrm>
              <a:custGeom>
                <a:rect b="b" l="l" r="r" t="t"/>
                <a:pathLst>
                  <a:path extrusionOk="0" h="460327" w="65631">
                    <a:moveTo>
                      <a:pt x="42919" y="215685"/>
                    </a:moveTo>
                    <a:lnTo>
                      <a:pt x="22708" y="215685"/>
                    </a:lnTo>
                    <a:lnTo>
                      <a:pt x="0" y="185855"/>
                    </a:lnTo>
                    <a:lnTo>
                      <a:pt x="3" y="185856"/>
                    </a:lnTo>
                    <a:lnTo>
                      <a:pt x="3" y="32814"/>
                    </a:lnTo>
                    <a:cubicBezTo>
                      <a:pt x="3" y="14690"/>
                      <a:pt x="14694" y="0"/>
                      <a:pt x="32817" y="0"/>
                    </a:cubicBezTo>
                    <a:cubicBezTo>
                      <a:pt x="50940" y="0"/>
                      <a:pt x="65631" y="14690"/>
                      <a:pt x="65631" y="32814"/>
                    </a:cubicBezTo>
                    <a:lnTo>
                      <a:pt x="65631" y="185856"/>
                    </a:lnTo>
                    <a:lnTo>
                      <a:pt x="65626" y="185856"/>
                    </a:lnTo>
                    <a:close/>
                    <a:moveTo>
                      <a:pt x="57234" y="460327"/>
                    </a:moveTo>
                    <a:lnTo>
                      <a:pt x="11300" y="460327"/>
                    </a:lnTo>
                    <a:lnTo>
                      <a:pt x="11300" y="366559"/>
                    </a:lnTo>
                    <a:cubicBezTo>
                      <a:pt x="13577" y="349655"/>
                      <a:pt x="25635" y="358815"/>
                      <a:pt x="25452" y="346112"/>
                    </a:cubicBezTo>
                    <a:cubicBezTo>
                      <a:pt x="25288" y="302926"/>
                      <a:pt x="25124" y="259739"/>
                      <a:pt x="24960" y="216553"/>
                    </a:cubicBezTo>
                    <a:lnTo>
                      <a:pt x="42858" y="216553"/>
                    </a:lnTo>
                    <a:cubicBezTo>
                      <a:pt x="42694" y="259576"/>
                      <a:pt x="42530" y="302598"/>
                      <a:pt x="42366" y="345621"/>
                    </a:cubicBezTo>
                    <a:cubicBezTo>
                      <a:pt x="39843" y="359799"/>
                      <a:pt x="54756" y="347441"/>
                      <a:pt x="57234" y="36655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284" name="Google Shape;3284;p58"/>
              <p:cNvSpPr/>
              <p:nvPr/>
            </p:nvSpPr>
            <p:spPr>
              <a:xfrm>
                <a:off x="10146073" y="5282722"/>
                <a:ext cx="141778" cy="392828"/>
              </a:xfrm>
              <a:custGeom>
                <a:rect b="b" l="l" r="r" t="t"/>
                <a:pathLst>
                  <a:path extrusionOk="0" h="3871427" w="1397263">
                    <a:moveTo>
                      <a:pt x="698631" y="1778701"/>
                    </a:moveTo>
                    <a:cubicBezTo>
                      <a:pt x="609151" y="1778701"/>
                      <a:pt x="536613" y="1851239"/>
                      <a:pt x="536613" y="1940719"/>
                    </a:cubicBezTo>
                    <a:cubicBezTo>
                      <a:pt x="536613" y="2030199"/>
                      <a:pt x="609151" y="2102737"/>
                      <a:pt x="698631" y="2102737"/>
                    </a:cubicBezTo>
                    <a:cubicBezTo>
                      <a:pt x="788111" y="2102737"/>
                      <a:pt x="860649" y="2030199"/>
                      <a:pt x="860649" y="1940719"/>
                    </a:cubicBezTo>
                    <a:cubicBezTo>
                      <a:pt x="860649" y="1851239"/>
                      <a:pt x="788111" y="1778701"/>
                      <a:pt x="698631" y="1778701"/>
                    </a:cubicBezTo>
                    <a:close/>
                    <a:moveTo>
                      <a:pt x="999594" y="0"/>
                    </a:moveTo>
                    <a:lnTo>
                      <a:pt x="1321063" y="0"/>
                    </a:lnTo>
                    <a:lnTo>
                      <a:pt x="1390119" y="95250"/>
                    </a:lnTo>
                    <a:cubicBezTo>
                      <a:pt x="1392500" y="284956"/>
                      <a:pt x="1394882" y="474663"/>
                      <a:pt x="1397263" y="664369"/>
                    </a:cubicBezTo>
                    <a:lnTo>
                      <a:pt x="1256769" y="833438"/>
                    </a:lnTo>
                    <a:lnTo>
                      <a:pt x="921013" y="978694"/>
                    </a:lnTo>
                    <a:lnTo>
                      <a:pt x="913199" y="978651"/>
                    </a:lnTo>
                    <a:lnTo>
                      <a:pt x="913199" y="1700779"/>
                    </a:lnTo>
                    <a:cubicBezTo>
                      <a:pt x="979823" y="1759212"/>
                      <a:pt x="1021211" y="1845132"/>
                      <a:pt x="1021211" y="1940719"/>
                    </a:cubicBezTo>
                    <a:cubicBezTo>
                      <a:pt x="1021211" y="2036306"/>
                      <a:pt x="979823" y="2122226"/>
                      <a:pt x="913199" y="2180659"/>
                    </a:cubicBezTo>
                    <a:lnTo>
                      <a:pt x="913199" y="2896482"/>
                    </a:lnTo>
                    <a:lnTo>
                      <a:pt x="1238250" y="3021320"/>
                    </a:lnTo>
                    <a:lnTo>
                      <a:pt x="1390650" y="3199914"/>
                    </a:lnTo>
                    <a:lnTo>
                      <a:pt x="1393032" y="3764270"/>
                    </a:lnTo>
                    <a:lnTo>
                      <a:pt x="1316832" y="3869045"/>
                    </a:lnTo>
                    <a:lnTo>
                      <a:pt x="997744" y="3869045"/>
                    </a:lnTo>
                    <a:lnTo>
                      <a:pt x="995363" y="3276114"/>
                    </a:lnTo>
                    <a:lnTo>
                      <a:pt x="700088" y="3111808"/>
                    </a:lnTo>
                    <a:lnTo>
                      <a:pt x="409575" y="3288020"/>
                    </a:lnTo>
                    <a:lnTo>
                      <a:pt x="397669" y="3871427"/>
                    </a:lnTo>
                    <a:lnTo>
                      <a:pt x="76200" y="3871427"/>
                    </a:lnTo>
                    <a:lnTo>
                      <a:pt x="7144" y="3776177"/>
                    </a:lnTo>
                    <a:cubicBezTo>
                      <a:pt x="4763" y="3586471"/>
                      <a:pt x="2381" y="3396764"/>
                      <a:pt x="0" y="3207058"/>
                    </a:cubicBezTo>
                    <a:lnTo>
                      <a:pt x="140494" y="3037989"/>
                    </a:lnTo>
                    <a:lnTo>
                      <a:pt x="476250" y="2892733"/>
                    </a:lnTo>
                    <a:lnTo>
                      <a:pt x="481151" y="2892760"/>
                    </a:lnTo>
                    <a:lnTo>
                      <a:pt x="481151" y="2180659"/>
                    </a:lnTo>
                    <a:cubicBezTo>
                      <a:pt x="414527" y="2122226"/>
                      <a:pt x="373139" y="2036306"/>
                      <a:pt x="373139" y="1940719"/>
                    </a:cubicBezTo>
                    <a:cubicBezTo>
                      <a:pt x="373139" y="1845132"/>
                      <a:pt x="414527" y="1759212"/>
                      <a:pt x="481151" y="1700779"/>
                    </a:cubicBezTo>
                    <a:lnTo>
                      <a:pt x="481151" y="973827"/>
                    </a:lnTo>
                    <a:lnTo>
                      <a:pt x="159013" y="850107"/>
                    </a:lnTo>
                    <a:lnTo>
                      <a:pt x="6613" y="671513"/>
                    </a:lnTo>
                    <a:lnTo>
                      <a:pt x="4231" y="107157"/>
                    </a:lnTo>
                    <a:lnTo>
                      <a:pt x="80431" y="2382"/>
                    </a:lnTo>
                    <a:lnTo>
                      <a:pt x="399519" y="2382"/>
                    </a:lnTo>
                    <a:cubicBezTo>
                      <a:pt x="400313" y="198438"/>
                      <a:pt x="401106" y="396875"/>
                      <a:pt x="401900" y="595313"/>
                    </a:cubicBezTo>
                    <a:lnTo>
                      <a:pt x="697175" y="759619"/>
                    </a:lnTo>
                    <a:lnTo>
                      <a:pt x="987688" y="583407"/>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285" name="Google Shape;3285;p58"/>
              <p:cNvSpPr/>
              <p:nvPr/>
            </p:nvSpPr>
            <p:spPr>
              <a:xfrm rot="10800000">
                <a:off x="9233259" y="1922064"/>
                <a:ext cx="351266" cy="351266"/>
              </a:xfrm>
              <a:custGeom>
                <a:rect b="b" l="l" r="r" t="t"/>
                <a:pathLst>
                  <a:path extrusionOk="0" h="3915008" w="3982665">
                    <a:moveTo>
                      <a:pt x="0" y="2664000"/>
                    </a:moveTo>
                    <a:lnTo>
                      <a:pt x="1911318" y="72000"/>
                    </a:lnTo>
                    <a:lnTo>
                      <a:pt x="1142725" y="2655962"/>
                    </a:lnTo>
                    <a:close/>
                    <a:moveTo>
                      <a:pt x="3982665" y="2664000"/>
                    </a:moveTo>
                    <a:lnTo>
                      <a:pt x="2839940" y="2655962"/>
                    </a:lnTo>
                    <a:lnTo>
                      <a:pt x="2071347" y="72000"/>
                    </a:lnTo>
                    <a:close/>
                    <a:moveTo>
                      <a:pt x="2621333" y="2664000"/>
                    </a:moveTo>
                    <a:lnTo>
                      <a:pt x="1361333" y="2664000"/>
                    </a:lnTo>
                    <a:lnTo>
                      <a:pt x="1991333" y="0"/>
                    </a:lnTo>
                    <a:close/>
                    <a:moveTo>
                      <a:pt x="1806654" y="3915007"/>
                    </a:moveTo>
                    <a:lnTo>
                      <a:pt x="726654" y="3915007"/>
                    </a:lnTo>
                    <a:lnTo>
                      <a:pt x="1266654" y="2835007"/>
                    </a:lnTo>
                    <a:close/>
                    <a:moveTo>
                      <a:pt x="555902" y="3915008"/>
                    </a:moveTo>
                    <a:lnTo>
                      <a:pt x="15902" y="2835008"/>
                    </a:lnTo>
                    <a:lnTo>
                      <a:pt x="1095902" y="2835008"/>
                    </a:lnTo>
                    <a:close/>
                    <a:moveTo>
                      <a:pt x="1977406" y="3915008"/>
                    </a:moveTo>
                    <a:lnTo>
                      <a:pt x="1437406" y="2835008"/>
                    </a:lnTo>
                    <a:lnTo>
                      <a:pt x="2517406" y="2835008"/>
                    </a:lnTo>
                    <a:close/>
                    <a:moveTo>
                      <a:pt x="3228158" y="3915008"/>
                    </a:moveTo>
                    <a:lnTo>
                      <a:pt x="2148158" y="3915008"/>
                    </a:lnTo>
                    <a:lnTo>
                      <a:pt x="2688158" y="2835008"/>
                    </a:lnTo>
                    <a:close/>
                    <a:moveTo>
                      <a:pt x="3398910" y="3915008"/>
                    </a:moveTo>
                    <a:lnTo>
                      <a:pt x="2858910" y="2835008"/>
                    </a:lnTo>
                    <a:lnTo>
                      <a:pt x="3938910" y="2835008"/>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286" name="Google Shape;3286;p58"/>
              <p:cNvSpPr/>
              <p:nvPr/>
            </p:nvSpPr>
            <p:spPr>
              <a:xfrm>
                <a:off x="8136976" y="5049647"/>
                <a:ext cx="351266" cy="351266"/>
              </a:xfrm>
              <a:custGeom>
                <a:rect b="b" l="l" r="r" t="t"/>
                <a:pathLst>
                  <a:path extrusionOk="0" h="3954781" w="3928707">
                    <a:moveTo>
                      <a:pt x="2773336" y="2238726"/>
                    </a:moveTo>
                    <a:cubicBezTo>
                      <a:pt x="2746826" y="2238726"/>
                      <a:pt x="2725335" y="2260217"/>
                      <a:pt x="2725335" y="2286727"/>
                    </a:cubicBezTo>
                    <a:lnTo>
                      <a:pt x="2725335" y="2478725"/>
                    </a:lnTo>
                    <a:cubicBezTo>
                      <a:pt x="2725335" y="2505235"/>
                      <a:pt x="2746826" y="2526726"/>
                      <a:pt x="2773336" y="2526726"/>
                    </a:cubicBezTo>
                    <a:lnTo>
                      <a:pt x="2965334" y="2526726"/>
                    </a:lnTo>
                    <a:cubicBezTo>
                      <a:pt x="2991844" y="2526726"/>
                      <a:pt x="3013335" y="2505235"/>
                      <a:pt x="3013335" y="2478725"/>
                    </a:cubicBezTo>
                    <a:lnTo>
                      <a:pt x="3013335" y="2286727"/>
                    </a:lnTo>
                    <a:cubicBezTo>
                      <a:pt x="3013335" y="2260217"/>
                      <a:pt x="2991844" y="2238726"/>
                      <a:pt x="2965334" y="2238726"/>
                    </a:cubicBezTo>
                    <a:close/>
                    <a:moveTo>
                      <a:pt x="2313922" y="2238726"/>
                    </a:moveTo>
                    <a:cubicBezTo>
                      <a:pt x="2287412" y="2238726"/>
                      <a:pt x="2265921" y="2260217"/>
                      <a:pt x="2265921" y="2286727"/>
                    </a:cubicBezTo>
                    <a:lnTo>
                      <a:pt x="2265921" y="2478725"/>
                    </a:lnTo>
                    <a:cubicBezTo>
                      <a:pt x="2265921" y="2505235"/>
                      <a:pt x="2287412" y="2526726"/>
                      <a:pt x="2313922" y="2526726"/>
                    </a:cubicBezTo>
                    <a:lnTo>
                      <a:pt x="2505920" y="2526726"/>
                    </a:lnTo>
                    <a:cubicBezTo>
                      <a:pt x="2532430" y="2526726"/>
                      <a:pt x="2553921" y="2505235"/>
                      <a:pt x="2553921" y="2478725"/>
                    </a:cubicBezTo>
                    <a:lnTo>
                      <a:pt x="2553921" y="2286727"/>
                    </a:lnTo>
                    <a:cubicBezTo>
                      <a:pt x="2553921" y="2260217"/>
                      <a:pt x="2532430" y="2238726"/>
                      <a:pt x="2505920" y="2238726"/>
                    </a:cubicBezTo>
                    <a:close/>
                    <a:moveTo>
                      <a:pt x="1854508" y="2238726"/>
                    </a:moveTo>
                    <a:cubicBezTo>
                      <a:pt x="1827998" y="2238726"/>
                      <a:pt x="1806507" y="2260217"/>
                      <a:pt x="1806507" y="2286727"/>
                    </a:cubicBezTo>
                    <a:lnTo>
                      <a:pt x="1806507" y="2478725"/>
                    </a:lnTo>
                    <a:cubicBezTo>
                      <a:pt x="1806507" y="2505235"/>
                      <a:pt x="1827998" y="2526726"/>
                      <a:pt x="1854508" y="2526726"/>
                    </a:cubicBezTo>
                    <a:lnTo>
                      <a:pt x="2046506" y="2526726"/>
                    </a:lnTo>
                    <a:cubicBezTo>
                      <a:pt x="2073016" y="2526726"/>
                      <a:pt x="2094507" y="2505235"/>
                      <a:pt x="2094507" y="2478725"/>
                    </a:cubicBezTo>
                    <a:lnTo>
                      <a:pt x="2094507" y="2286727"/>
                    </a:lnTo>
                    <a:cubicBezTo>
                      <a:pt x="2094507" y="2260217"/>
                      <a:pt x="2073016" y="2238726"/>
                      <a:pt x="2046506" y="2238726"/>
                    </a:cubicBezTo>
                    <a:close/>
                    <a:moveTo>
                      <a:pt x="879732" y="2133675"/>
                    </a:moveTo>
                    <a:cubicBezTo>
                      <a:pt x="767330" y="2133675"/>
                      <a:pt x="676210" y="2224795"/>
                      <a:pt x="676210" y="2337197"/>
                    </a:cubicBezTo>
                    <a:cubicBezTo>
                      <a:pt x="676210" y="2449599"/>
                      <a:pt x="767330" y="2540719"/>
                      <a:pt x="879732" y="2540719"/>
                    </a:cubicBezTo>
                    <a:cubicBezTo>
                      <a:pt x="956121" y="2540719"/>
                      <a:pt x="1022681" y="2498634"/>
                      <a:pt x="1054808" y="2434886"/>
                    </a:cubicBezTo>
                    <a:lnTo>
                      <a:pt x="1469273" y="2434887"/>
                    </a:lnTo>
                    <a:cubicBezTo>
                      <a:pt x="1529381" y="2434887"/>
                      <a:pt x="1578108" y="2386160"/>
                      <a:pt x="1578108" y="2326052"/>
                    </a:cubicBezTo>
                    <a:cubicBezTo>
                      <a:pt x="1578108" y="2265944"/>
                      <a:pt x="1529381" y="2217217"/>
                      <a:pt x="1469273" y="2217217"/>
                    </a:cubicBezTo>
                    <a:lnTo>
                      <a:pt x="1039779" y="2217217"/>
                    </a:lnTo>
                    <a:cubicBezTo>
                      <a:pt x="1005455" y="2165662"/>
                      <a:pt x="946329" y="2133675"/>
                      <a:pt x="879732" y="2133675"/>
                    </a:cubicBezTo>
                    <a:close/>
                    <a:moveTo>
                      <a:pt x="2773336" y="1699178"/>
                    </a:moveTo>
                    <a:cubicBezTo>
                      <a:pt x="2746826" y="1699178"/>
                      <a:pt x="2725335" y="1720669"/>
                      <a:pt x="2725335" y="1747179"/>
                    </a:cubicBezTo>
                    <a:lnTo>
                      <a:pt x="2725335" y="1939177"/>
                    </a:lnTo>
                    <a:cubicBezTo>
                      <a:pt x="2725335" y="1965687"/>
                      <a:pt x="2746826" y="1987178"/>
                      <a:pt x="2773336" y="1987178"/>
                    </a:cubicBezTo>
                    <a:lnTo>
                      <a:pt x="2965334" y="1987178"/>
                    </a:lnTo>
                    <a:cubicBezTo>
                      <a:pt x="2991844" y="1987178"/>
                      <a:pt x="3013335" y="1965687"/>
                      <a:pt x="3013335" y="1939177"/>
                    </a:cubicBezTo>
                    <a:lnTo>
                      <a:pt x="3013335" y="1747179"/>
                    </a:lnTo>
                    <a:cubicBezTo>
                      <a:pt x="3013335" y="1720669"/>
                      <a:pt x="2991844" y="1699178"/>
                      <a:pt x="2965334" y="1699178"/>
                    </a:cubicBezTo>
                    <a:close/>
                    <a:moveTo>
                      <a:pt x="2313922" y="1699178"/>
                    </a:moveTo>
                    <a:cubicBezTo>
                      <a:pt x="2287412" y="1699178"/>
                      <a:pt x="2265921" y="1720669"/>
                      <a:pt x="2265921" y="1747179"/>
                    </a:cubicBezTo>
                    <a:lnTo>
                      <a:pt x="2265921" y="1939177"/>
                    </a:lnTo>
                    <a:cubicBezTo>
                      <a:pt x="2265921" y="1965687"/>
                      <a:pt x="2287412" y="1987178"/>
                      <a:pt x="2313922" y="1987178"/>
                    </a:cubicBezTo>
                    <a:lnTo>
                      <a:pt x="2505920" y="1987178"/>
                    </a:lnTo>
                    <a:cubicBezTo>
                      <a:pt x="2532430" y="1987178"/>
                      <a:pt x="2553921" y="1965687"/>
                      <a:pt x="2553921" y="1939177"/>
                    </a:cubicBezTo>
                    <a:lnTo>
                      <a:pt x="2553921" y="1747179"/>
                    </a:lnTo>
                    <a:cubicBezTo>
                      <a:pt x="2553921" y="1720669"/>
                      <a:pt x="2532430" y="1699178"/>
                      <a:pt x="2505920" y="1699178"/>
                    </a:cubicBezTo>
                    <a:close/>
                    <a:moveTo>
                      <a:pt x="1854508" y="1699178"/>
                    </a:moveTo>
                    <a:cubicBezTo>
                      <a:pt x="1827998" y="1699178"/>
                      <a:pt x="1806507" y="1720669"/>
                      <a:pt x="1806507" y="1747179"/>
                    </a:cubicBezTo>
                    <a:lnTo>
                      <a:pt x="1806507" y="1939177"/>
                    </a:lnTo>
                    <a:cubicBezTo>
                      <a:pt x="1806507" y="1965687"/>
                      <a:pt x="1827998" y="1987178"/>
                      <a:pt x="1854508" y="1987178"/>
                    </a:cubicBezTo>
                    <a:lnTo>
                      <a:pt x="2046506" y="1987178"/>
                    </a:lnTo>
                    <a:cubicBezTo>
                      <a:pt x="2073016" y="1987178"/>
                      <a:pt x="2094507" y="1965687"/>
                      <a:pt x="2094507" y="1939177"/>
                    </a:cubicBezTo>
                    <a:lnTo>
                      <a:pt x="2094507" y="1747179"/>
                    </a:lnTo>
                    <a:cubicBezTo>
                      <a:pt x="2094507" y="1720669"/>
                      <a:pt x="2073016" y="1699178"/>
                      <a:pt x="2046506" y="1699178"/>
                    </a:cubicBezTo>
                    <a:close/>
                    <a:moveTo>
                      <a:pt x="1035948" y="1186216"/>
                    </a:moveTo>
                    <a:cubicBezTo>
                      <a:pt x="1165960" y="1186216"/>
                      <a:pt x="1271356" y="1291612"/>
                      <a:pt x="1271356" y="1421624"/>
                    </a:cubicBezTo>
                    <a:cubicBezTo>
                      <a:pt x="1271356" y="1551636"/>
                      <a:pt x="1165960" y="1657032"/>
                      <a:pt x="1035948" y="1657032"/>
                    </a:cubicBezTo>
                    <a:cubicBezTo>
                      <a:pt x="905936" y="1657032"/>
                      <a:pt x="800540" y="1551636"/>
                      <a:pt x="800540" y="1421624"/>
                    </a:cubicBezTo>
                    <a:cubicBezTo>
                      <a:pt x="800540" y="1291612"/>
                      <a:pt x="905936" y="1186216"/>
                      <a:pt x="1035948" y="1186216"/>
                    </a:cubicBezTo>
                    <a:close/>
                    <a:moveTo>
                      <a:pt x="2773336" y="1159631"/>
                    </a:moveTo>
                    <a:cubicBezTo>
                      <a:pt x="2746826" y="1159631"/>
                      <a:pt x="2725335" y="1181122"/>
                      <a:pt x="2725335" y="1207632"/>
                    </a:cubicBezTo>
                    <a:lnTo>
                      <a:pt x="2725335" y="1399630"/>
                    </a:lnTo>
                    <a:cubicBezTo>
                      <a:pt x="2725335" y="1426140"/>
                      <a:pt x="2746826" y="1447631"/>
                      <a:pt x="2773336" y="1447631"/>
                    </a:cubicBezTo>
                    <a:lnTo>
                      <a:pt x="2965334" y="1447631"/>
                    </a:lnTo>
                    <a:cubicBezTo>
                      <a:pt x="2991844" y="1447631"/>
                      <a:pt x="3013335" y="1426140"/>
                      <a:pt x="3013335" y="1399630"/>
                    </a:cubicBezTo>
                    <a:lnTo>
                      <a:pt x="3013335" y="1207632"/>
                    </a:lnTo>
                    <a:cubicBezTo>
                      <a:pt x="3013335" y="1181122"/>
                      <a:pt x="2991844" y="1159631"/>
                      <a:pt x="2965334" y="1159631"/>
                    </a:cubicBezTo>
                    <a:close/>
                    <a:moveTo>
                      <a:pt x="2313922" y="1159631"/>
                    </a:moveTo>
                    <a:cubicBezTo>
                      <a:pt x="2287412" y="1159631"/>
                      <a:pt x="2265921" y="1181122"/>
                      <a:pt x="2265921" y="1207632"/>
                    </a:cubicBezTo>
                    <a:lnTo>
                      <a:pt x="2265921" y="1399630"/>
                    </a:lnTo>
                    <a:cubicBezTo>
                      <a:pt x="2265921" y="1426140"/>
                      <a:pt x="2287412" y="1447631"/>
                      <a:pt x="2313922" y="1447631"/>
                    </a:cubicBezTo>
                    <a:lnTo>
                      <a:pt x="2505920" y="1447631"/>
                    </a:lnTo>
                    <a:cubicBezTo>
                      <a:pt x="2532430" y="1447631"/>
                      <a:pt x="2553921" y="1426140"/>
                      <a:pt x="2553921" y="1399630"/>
                    </a:cubicBezTo>
                    <a:lnTo>
                      <a:pt x="2553921" y="1207632"/>
                    </a:lnTo>
                    <a:cubicBezTo>
                      <a:pt x="2553921" y="1181122"/>
                      <a:pt x="2532430" y="1159631"/>
                      <a:pt x="2505920" y="1159631"/>
                    </a:cubicBezTo>
                    <a:close/>
                    <a:moveTo>
                      <a:pt x="1854508" y="1159631"/>
                    </a:moveTo>
                    <a:cubicBezTo>
                      <a:pt x="1827998" y="1159631"/>
                      <a:pt x="1806507" y="1181122"/>
                      <a:pt x="1806507" y="1207632"/>
                    </a:cubicBezTo>
                    <a:lnTo>
                      <a:pt x="1806507" y="1399630"/>
                    </a:lnTo>
                    <a:cubicBezTo>
                      <a:pt x="1806507" y="1426140"/>
                      <a:pt x="1827998" y="1447631"/>
                      <a:pt x="1854508" y="1447631"/>
                    </a:cubicBezTo>
                    <a:lnTo>
                      <a:pt x="2046506" y="1447631"/>
                    </a:lnTo>
                    <a:cubicBezTo>
                      <a:pt x="2073016" y="1447631"/>
                      <a:pt x="2094507" y="1426140"/>
                      <a:pt x="2094507" y="1399630"/>
                    </a:cubicBezTo>
                    <a:lnTo>
                      <a:pt x="2094507" y="1207632"/>
                    </a:lnTo>
                    <a:cubicBezTo>
                      <a:pt x="2094507" y="1181122"/>
                      <a:pt x="2073016" y="1159631"/>
                      <a:pt x="2046506" y="1159631"/>
                    </a:cubicBezTo>
                    <a:close/>
                    <a:moveTo>
                      <a:pt x="1035947" y="1097587"/>
                    </a:moveTo>
                    <a:cubicBezTo>
                      <a:pt x="856987" y="1097587"/>
                      <a:pt x="711911" y="1242663"/>
                      <a:pt x="711911" y="1421623"/>
                    </a:cubicBezTo>
                    <a:cubicBezTo>
                      <a:pt x="711911" y="1600583"/>
                      <a:pt x="856987" y="1745659"/>
                      <a:pt x="1035947" y="1745659"/>
                    </a:cubicBezTo>
                    <a:cubicBezTo>
                      <a:pt x="1214907" y="1745659"/>
                      <a:pt x="1359983" y="1600583"/>
                      <a:pt x="1359983" y="1421623"/>
                    </a:cubicBezTo>
                    <a:cubicBezTo>
                      <a:pt x="1359983" y="1242663"/>
                      <a:pt x="1214907" y="1097587"/>
                      <a:pt x="1035947" y="1097587"/>
                    </a:cubicBezTo>
                    <a:close/>
                    <a:moveTo>
                      <a:pt x="593124" y="376367"/>
                    </a:moveTo>
                    <a:lnTo>
                      <a:pt x="3225543" y="376367"/>
                    </a:lnTo>
                    <a:cubicBezTo>
                      <a:pt x="3328637" y="376367"/>
                      <a:pt x="3412211" y="459941"/>
                      <a:pt x="3412211" y="563035"/>
                    </a:cubicBezTo>
                    <a:lnTo>
                      <a:pt x="3412211" y="3074837"/>
                    </a:lnTo>
                    <a:cubicBezTo>
                      <a:pt x="3412211" y="3177931"/>
                      <a:pt x="3328637" y="3261505"/>
                      <a:pt x="3225543" y="3261505"/>
                    </a:cubicBezTo>
                    <a:lnTo>
                      <a:pt x="593124" y="3261505"/>
                    </a:lnTo>
                    <a:cubicBezTo>
                      <a:pt x="490030" y="3261505"/>
                      <a:pt x="406456" y="3177931"/>
                      <a:pt x="406456" y="3074837"/>
                    </a:cubicBezTo>
                    <a:lnTo>
                      <a:pt x="406456" y="563035"/>
                    </a:lnTo>
                    <a:cubicBezTo>
                      <a:pt x="406456" y="459941"/>
                      <a:pt x="490030" y="376367"/>
                      <a:pt x="593124" y="376367"/>
                    </a:cubicBezTo>
                    <a:close/>
                    <a:moveTo>
                      <a:pt x="466365" y="263607"/>
                    </a:moveTo>
                    <a:cubicBezTo>
                      <a:pt x="353740" y="263607"/>
                      <a:pt x="262440" y="354907"/>
                      <a:pt x="262440" y="467532"/>
                    </a:cubicBezTo>
                    <a:lnTo>
                      <a:pt x="262440" y="3211530"/>
                    </a:lnTo>
                    <a:cubicBezTo>
                      <a:pt x="262440" y="3324155"/>
                      <a:pt x="353740" y="3415455"/>
                      <a:pt x="466365" y="3415455"/>
                    </a:cubicBezTo>
                    <a:lnTo>
                      <a:pt x="3352302" y="3415455"/>
                    </a:lnTo>
                    <a:cubicBezTo>
                      <a:pt x="3464927" y="3415455"/>
                      <a:pt x="3556227" y="3324155"/>
                      <a:pt x="3556227" y="3211530"/>
                    </a:cubicBezTo>
                    <a:lnTo>
                      <a:pt x="3556227" y="2945906"/>
                    </a:lnTo>
                    <a:lnTo>
                      <a:pt x="3604113" y="2945906"/>
                    </a:lnTo>
                    <a:cubicBezTo>
                      <a:pt x="3647262" y="2945906"/>
                      <a:pt x="3682241" y="2910927"/>
                      <a:pt x="3682241" y="2867778"/>
                    </a:cubicBezTo>
                    <a:lnTo>
                      <a:pt x="3682241" y="2555278"/>
                    </a:lnTo>
                    <a:cubicBezTo>
                      <a:pt x="3682241" y="2512129"/>
                      <a:pt x="3647262" y="2477150"/>
                      <a:pt x="3604113" y="2477150"/>
                    </a:cubicBezTo>
                    <a:lnTo>
                      <a:pt x="3556227" y="2477150"/>
                    </a:lnTo>
                    <a:lnTo>
                      <a:pt x="3556227" y="1181006"/>
                    </a:lnTo>
                    <a:lnTo>
                      <a:pt x="3604113" y="1181006"/>
                    </a:lnTo>
                    <a:cubicBezTo>
                      <a:pt x="3647262" y="1181006"/>
                      <a:pt x="3682241" y="1146027"/>
                      <a:pt x="3682241" y="1102878"/>
                    </a:cubicBezTo>
                    <a:lnTo>
                      <a:pt x="3682241" y="790378"/>
                    </a:lnTo>
                    <a:cubicBezTo>
                      <a:pt x="3682241" y="747229"/>
                      <a:pt x="3647262" y="712250"/>
                      <a:pt x="3604113" y="712250"/>
                    </a:cubicBezTo>
                    <a:lnTo>
                      <a:pt x="3556227" y="712250"/>
                    </a:lnTo>
                    <a:lnTo>
                      <a:pt x="3556227" y="467532"/>
                    </a:lnTo>
                    <a:cubicBezTo>
                      <a:pt x="3556227" y="354907"/>
                      <a:pt x="3464927" y="263607"/>
                      <a:pt x="3352302" y="263607"/>
                    </a:cubicBezTo>
                    <a:close/>
                    <a:moveTo>
                      <a:pt x="235370" y="0"/>
                    </a:moveTo>
                    <a:lnTo>
                      <a:pt x="3693337" y="0"/>
                    </a:lnTo>
                    <a:cubicBezTo>
                      <a:pt x="3823328" y="0"/>
                      <a:pt x="3928707" y="105379"/>
                      <a:pt x="3928707" y="235370"/>
                    </a:cubicBezTo>
                    <a:lnTo>
                      <a:pt x="3928707" y="3402502"/>
                    </a:lnTo>
                    <a:cubicBezTo>
                      <a:pt x="3928707" y="3485210"/>
                      <a:pt x="3886047" y="3557954"/>
                      <a:pt x="3821334" y="3599629"/>
                    </a:cubicBezTo>
                    <a:lnTo>
                      <a:pt x="3732546" y="3954781"/>
                    </a:lnTo>
                    <a:lnTo>
                      <a:pt x="2998166" y="3954781"/>
                    </a:lnTo>
                    <a:lnTo>
                      <a:pt x="2918939" y="3637872"/>
                    </a:lnTo>
                    <a:lnTo>
                      <a:pt x="1025164" y="3637872"/>
                    </a:lnTo>
                    <a:lnTo>
                      <a:pt x="945937" y="3954781"/>
                    </a:lnTo>
                    <a:lnTo>
                      <a:pt x="211557" y="3954781"/>
                    </a:lnTo>
                    <a:lnTo>
                      <a:pt x="125186" y="3609298"/>
                    </a:lnTo>
                    <a:cubicBezTo>
                      <a:pt x="50483" y="3570656"/>
                      <a:pt x="0" y="3492475"/>
                      <a:pt x="0" y="3402502"/>
                    </a:cubicBezTo>
                    <a:lnTo>
                      <a:pt x="0" y="235370"/>
                    </a:lnTo>
                    <a:cubicBezTo>
                      <a:pt x="0" y="105379"/>
                      <a:pt x="105379" y="0"/>
                      <a:pt x="23537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287" name="Google Shape;3287;p58"/>
              <p:cNvSpPr/>
              <p:nvPr/>
            </p:nvSpPr>
            <p:spPr>
              <a:xfrm>
                <a:off x="9626515" y="1969444"/>
                <a:ext cx="330976" cy="339180"/>
              </a:xfrm>
              <a:custGeom>
                <a:rect b="b" l="l" r="r" t="t"/>
                <a:pathLst>
                  <a:path extrusionOk="0" h="3984815" w="3888432">
                    <a:moveTo>
                      <a:pt x="3131805" y="2156163"/>
                    </a:moveTo>
                    <a:lnTo>
                      <a:pt x="3132791" y="2156712"/>
                    </a:lnTo>
                    <a:lnTo>
                      <a:pt x="3132791" y="3458037"/>
                    </a:lnTo>
                    <a:lnTo>
                      <a:pt x="2592791" y="3458037"/>
                    </a:lnTo>
                    <a:lnTo>
                      <a:pt x="2592791" y="2392416"/>
                    </a:lnTo>
                    <a:lnTo>
                      <a:pt x="3131805" y="2392416"/>
                    </a:lnTo>
                    <a:close/>
                    <a:moveTo>
                      <a:pt x="1894806" y="1447696"/>
                    </a:moveTo>
                    <a:lnTo>
                      <a:pt x="2434806" y="1447696"/>
                    </a:lnTo>
                    <a:lnTo>
                      <a:pt x="2434806" y="3067696"/>
                    </a:lnTo>
                    <a:lnTo>
                      <a:pt x="2425859" y="3067696"/>
                    </a:lnTo>
                    <a:lnTo>
                      <a:pt x="2425859" y="3458037"/>
                    </a:lnTo>
                    <a:lnTo>
                      <a:pt x="1885859" y="3458037"/>
                    </a:lnTo>
                    <a:lnTo>
                      <a:pt x="1885859" y="1462222"/>
                    </a:lnTo>
                    <a:lnTo>
                      <a:pt x="1894806" y="1467205"/>
                    </a:lnTo>
                    <a:close/>
                    <a:moveTo>
                      <a:pt x="1178927" y="1068489"/>
                    </a:moveTo>
                    <a:lnTo>
                      <a:pt x="1179306" y="1068700"/>
                    </a:lnTo>
                    <a:lnTo>
                      <a:pt x="1179306" y="1992407"/>
                    </a:lnTo>
                    <a:lnTo>
                      <a:pt x="1718927" y="1992407"/>
                    </a:lnTo>
                    <a:lnTo>
                      <a:pt x="1718927" y="3458037"/>
                    </a:lnTo>
                    <a:lnTo>
                      <a:pt x="1178927" y="3458037"/>
                    </a:lnTo>
                    <a:close/>
                    <a:moveTo>
                      <a:pt x="471995" y="674757"/>
                    </a:moveTo>
                    <a:lnTo>
                      <a:pt x="482407" y="680556"/>
                    </a:lnTo>
                    <a:lnTo>
                      <a:pt x="1022307" y="680556"/>
                    </a:lnTo>
                    <a:lnTo>
                      <a:pt x="1022307" y="2085638"/>
                    </a:lnTo>
                    <a:lnTo>
                      <a:pt x="1011995" y="2085638"/>
                    </a:lnTo>
                    <a:lnTo>
                      <a:pt x="1011995" y="3458037"/>
                    </a:lnTo>
                    <a:lnTo>
                      <a:pt x="471995" y="3458037"/>
                    </a:lnTo>
                    <a:close/>
                    <a:moveTo>
                      <a:pt x="3301860" y="259154"/>
                    </a:moveTo>
                    <a:lnTo>
                      <a:pt x="3841860" y="259154"/>
                    </a:lnTo>
                    <a:lnTo>
                      <a:pt x="3841860" y="2548347"/>
                    </a:lnTo>
                    <a:lnTo>
                      <a:pt x="3835956" y="2548347"/>
                    </a:lnTo>
                    <a:lnTo>
                      <a:pt x="3839723" y="2550445"/>
                    </a:lnTo>
                    <a:lnTo>
                      <a:pt x="3839723" y="3458037"/>
                    </a:lnTo>
                    <a:lnTo>
                      <a:pt x="3299723" y="3458037"/>
                    </a:lnTo>
                    <a:lnTo>
                      <a:pt x="3299723" y="2249687"/>
                    </a:lnTo>
                    <a:lnTo>
                      <a:pt x="3301860" y="2250877"/>
                    </a:lnTo>
                    <a:close/>
                    <a:moveTo>
                      <a:pt x="0" y="0"/>
                    </a:moveTo>
                    <a:lnTo>
                      <a:pt x="360000" y="0"/>
                    </a:lnTo>
                    <a:lnTo>
                      <a:pt x="360000" y="3624815"/>
                    </a:lnTo>
                    <a:lnTo>
                      <a:pt x="3888432" y="3624815"/>
                    </a:lnTo>
                    <a:lnTo>
                      <a:pt x="3888432" y="3984815"/>
                    </a:lnTo>
                    <a:lnTo>
                      <a:pt x="0" y="3984815"/>
                    </a:lnTo>
                    <a:lnTo>
                      <a:pt x="0" y="3888432"/>
                    </a:lnTo>
                    <a:lnTo>
                      <a:pt x="0" y="362481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288" name="Google Shape;3288;p58"/>
              <p:cNvSpPr/>
              <p:nvPr/>
            </p:nvSpPr>
            <p:spPr>
              <a:xfrm>
                <a:off x="10765361" y="4863776"/>
                <a:ext cx="330939" cy="234666"/>
              </a:xfrm>
              <a:custGeom>
                <a:rect b="b" l="l" r="r" t="t"/>
                <a:pathLst>
                  <a:path extrusionOk="0" h="2808000" w="3960000">
                    <a:moveTo>
                      <a:pt x="2137982" y="2165237"/>
                    </a:moveTo>
                    <a:lnTo>
                      <a:pt x="2111402" y="2204211"/>
                    </a:lnTo>
                    <a:lnTo>
                      <a:pt x="2137982" y="2204211"/>
                    </a:lnTo>
                    <a:close/>
                    <a:moveTo>
                      <a:pt x="2635730" y="2101964"/>
                    </a:moveTo>
                    <a:cubicBezTo>
                      <a:pt x="2615812" y="2101964"/>
                      <a:pt x="2599666" y="2142287"/>
                      <a:pt x="2599666" y="2192028"/>
                    </a:cubicBezTo>
                    <a:cubicBezTo>
                      <a:pt x="2599666" y="2241769"/>
                      <a:pt x="2615812" y="2282092"/>
                      <a:pt x="2635730" y="2282092"/>
                    </a:cubicBezTo>
                    <a:cubicBezTo>
                      <a:pt x="2655648" y="2282092"/>
                      <a:pt x="2671794" y="2241769"/>
                      <a:pt x="2671794" y="2192028"/>
                    </a:cubicBezTo>
                    <a:cubicBezTo>
                      <a:pt x="2671794" y="2142287"/>
                      <a:pt x="2655648" y="2101964"/>
                      <a:pt x="2635730" y="2101964"/>
                    </a:cubicBezTo>
                    <a:close/>
                    <a:moveTo>
                      <a:pt x="1280012" y="2101964"/>
                    </a:moveTo>
                    <a:cubicBezTo>
                      <a:pt x="1260094" y="2101964"/>
                      <a:pt x="1243948" y="2142287"/>
                      <a:pt x="1243948" y="2192028"/>
                    </a:cubicBezTo>
                    <a:cubicBezTo>
                      <a:pt x="1243948" y="2241769"/>
                      <a:pt x="1260094" y="2282092"/>
                      <a:pt x="1280012" y="2282092"/>
                    </a:cubicBezTo>
                    <a:cubicBezTo>
                      <a:pt x="1299930" y="2282092"/>
                      <a:pt x="1316076" y="2241769"/>
                      <a:pt x="1316076" y="2192028"/>
                    </a:cubicBezTo>
                    <a:cubicBezTo>
                      <a:pt x="1316076" y="2142287"/>
                      <a:pt x="1299930" y="2101964"/>
                      <a:pt x="1280012" y="2101964"/>
                    </a:cubicBezTo>
                    <a:close/>
                    <a:moveTo>
                      <a:pt x="2138296" y="2025749"/>
                    </a:moveTo>
                    <a:lnTo>
                      <a:pt x="2139137" y="2026323"/>
                    </a:lnTo>
                    <a:lnTo>
                      <a:pt x="2216315" y="2026323"/>
                    </a:lnTo>
                    <a:lnTo>
                      <a:pt x="2216315" y="2204211"/>
                    </a:lnTo>
                    <a:lnTo>
                      <a:pt x="2256063" y="2204211"/>
                    </a:lnTo>
                    <a:lnTo>
                      <a:pt x="2256063" y="2282544"/>
                    </a:lnTo>
                    <a:lnTo>
                      <a:pt x="2216315" y="2282544"/>
                    </a:lnTo>
                    <a:lnTo>
                      <a:pt x="2216315" y="2357732"/>
                    </a:lnTo>
                    <a:lnTo>
                      <a:pt x="2137982" y="2357732"/>
                    </a:lnTo>
                    <a:lnTo>
                      <a:pt x="2137982" y="2282544"/>
                    </a:lnTo>
                    <a:lnTo>
                      <a:pt x="2015039" y="2282544"/>
                    </a:lnTo>
                    <a:lnTo>
                      <a:pt x="2015039" y="2208059"/>
                    </a:lnTo>
                    <a:lnTo>
                      <a:pt x="2014304" y="2207558"/>
                    </a:lnTo>
                    <a:lnTo>
                      <a:pt x="2015039" y="2206481"/>
                    </a:lnTo>
                    <a:lnTo>
                      <a:pt x="2015039" y="2204211"/>
                    </a:lnTo>
                    <a:lnTo>
                      <a:pt x="2016587" y="2204211"/>
                    </a:lnTo>
                    <a:close/>
                    <a:moveTo>
                      <a:pt x="1855876" y="2017651"/>
                    </a:moveTo>
                    <a:cubicBezTo>
                      <a:pt x="1914135" y="2017257"/>
                      <a:pt x="1961791" y="2063958"/>
                      <a:pt x="1962577" y="2122214"/>
                    </a:cubicBezTo>
                    <a:cubicBezTo>
                      <a:pt x="1962954" y="2150145"/>
                      <a:pt x="1952489" y="2175712"/>
                      <a:pt x="1934995" y="2194820"/>
                    </a:cubicBezTo>
                    <a:cubicBezTo>
                      <a:pt x="1952694" y="2214184"/>
                      <a:pt x="1963194" y="2240138"/>
                      <a:pt x="1962560" y="2268406"/>
                    </a:cubicBezTo>
                    <a:cubicBezTo>
                      <a:pt x="1961260" y="2326468"/>
                      <a:pt x="1913477" y="2372672"/>
                      <a:pt x="1855404" y="2372021"/>
                    </a:cubicBezTo>
                    <a:cubicBezTo>
                      <a:pt x="1797331" y="2371371"/>
                      <a:pt x="1750595" y="2324109"/>
                      <a:pt x="1750595" y="2266032"/>
                    </a:cubicBezTo>
                    <a:lnTo>
                      <a:pt x="1826499" y="2266032"/>
                    </a:lnTo>
                    <a:cubicBezTo>
                      <a:pt x="1826499" y="2282520"/>
                      <a:pt x="1839767" y="2295938"/>
                      <a:pt x="1856254" y="2296122"/>
                    </a:cubicBezTo>
                    <a:cubicBezTo>
                      <a:pt x="1872741" y="2296307"/>
                      <a:pt x="1886306" y="2283190"/>
                      <a:pt x="1886676" y="2266706"/>
                    </a:cubicBezTo>
                    <a:cubicBezTo>
                      <a:pt x="1887039" y="2250493"/>
                      <a:pt x="1874503" y="2236962"/>
                      <a:pt x="1858407" y="2236065"/>
                    </a:cubicBezTo>
                    <a:lnTo>
                      <a:pt x="1814193" y="2236065"/>
                    </a:lnTo>
                    <a:lnTo>
                      <a:pt x="1814193" y="2152552"/>
                    </a:lnTo>
                    <a:lnTo>
                      <a:pt x="1857384" y="2152552"/>
                    </a:lnTo>
                    <a:cubicBezTo>
                      <a:pt x="1873190" y="2152141"/>
                      <a:pt x="1885741" y="2139089"/>
                      <a:pt x="1885527" y="2123254"/>
                    </a:cubicBezTo>
                    <a:cubicBezTo>
                      <a:pt x="1885313" y="2107349"/>
                      <a:pt x="1872302" y="2094598"/>
                      <a:pt x="1856396" y="2094706"/>
                    </a:cubicBezTo>
                    <a:cubicBezTo>
                      <a:pt x="1840490" y="2094813"/>
                      <a:pt x="1827652" y="2107738"/>
                      <a:pt x="1827652" y="2123644"/>
                    </a:cubicBezTo>
                    <a:lnTo>
                      <a:pt x="1750595" y="2123644"/>
                    </a:lnTo>
                    <a:cubicBezTo>
                      <a:pt x="1750595" y="2065383"/>
                      <a:pt x="1797616" y="2018044"/>
                      <a:pt x="1855876" y="2017651"/>
                    </a:cubicBezTo>
                    <a:close/>
                    <a:moveTo>
                      <a:pt x="2930344" y="2012028"/>
                    </a:moveTo>
                    <a:cubicBezTo>
                      <a:pt x="2996416" y="2014229"/>
                      <a:pt x="3045968" y="2074602"/>
                      <a:pt x="3038901" y="2136479"/>
                    </a:cubicBezTo>
                    <a:cubicBezTo>
                      <a:pt x="3029916" y="2202312"/>
                      <a:pt x="2982346" y="2231435"/>
                      <a:pt x="2939412" y="2275597"/>
                    </a:cubicBezTo>
                    <a:lnTo>
                      <a:pt x="3031192" y="2275597"/>
                    </a:lnTo>
                    <a:lnTo>
                      <a:pt x="3031192" y="2357732"/>
                    </a:lnTo>
                    <a:lnTo>
                      <a:pt x="2819358" y="2357732"/>
                    </a:lnTo>
                    <a:cubicBezTo>
                      <a:pt x="2819409" y="2335416"/>
                      <a:pt x="2820521" y="2314113"/>
                      <a:pt x="2820571" y="2291797"/>
                    </a:cubicBezTo>
                    <a:cubicBezTo>
                      <a:pt x="2870625" y="2240158"/>
                      <a:pt x="2905662" y="2213324"/>
                      <a:pt x="2965770" y="2143601"/>
                    </a:cubicBezTo>
                    <a:cubicBezTo>
                      <a:pt x="2980233" y="2116927"/>
                      <a:pt x="2957264" y="2092452"/>
                      <a:pt x="2931831" y="2093607"/>
                    </a:cubicBezTo>
                    <a:cubicBezTo>
                      <a:pt x="2910102" y="2094595"/>
                      <a:pt x="2891536" y="2110969"/>
                      <a:pt x="2889885" y="2139461"/>
                    </a:cubicBezTo>
                    <a:lnTo>
                      <a:pt x="2818945" y="2139461"/>
                    </a:lnTo>
                    <a:cubicBezTo>
                      <a:pt x="2821421" y="2064364"/>
                      <a:pt x="2869776" y="2012037"/>
                      <a:pt x="2930344" y="2012028"/>
                    </a:cubicBezTo>
                    <a:close/>
                    <a:moveTo>
                      <a:pt x="2635730" y="2012028"/>
                    </a:moveTo>
                    <a:cubicBezTo>
                      <a:pt x="2705318" y="2012028"/>
                      <a:pt x="2761730" y="2092617"/>
                      <a:pt x="2761730" y="2192028"/>
                    </a:cubicBezTo>
                    <a:cubicBezTo>
                      <a:pt x="2761730" y="2291439"/>
                      <a:pt x="2705318" y="2372028"/>
                      <a:pt x="2635730" y="2372028"/>
                    </a:cubicBezTo>
                    <a:cubicBezTo>
                      <a:pt x="2566142" y="2372028"/>
                      <a:pt x="2509730" y="2291439"/>
                      <a:pt x="2509730" y="2192028"/>
                    </a:cubicBezTo>
                    <a:cubicBezTo>
                      <a:pt x="2509730" y="2092617"/>
                      <a:pt x="2566142" y="2012028"/>
                      <a:pt x="2635730" y="2012028"/>
                    </a:cubicBezTo>
                    <a:close/>
                    <a:moveTo>
                      <a:pt x="2436237" y="2012028"/>
                    </a:moveTo>
                    <a:lnTo>
                      <a:pt x="2436206" y="2012510"/>
                    </a:lnTo>
                    <a:lnTo>
                      <a:pt x="2452515" y="2012510"/>
                    </a:lnTo>
                    <a:lnTo>
                      <a:pt x="2452515" y="2372028"/>
                    </a:lnTo>
                    <a:lnTo>
                      <a:pt x="2364870" y="2372028"/>
                    </a:lnTo>
                    <a:lnTo>
                      <a:pt x="2364870" y="2101874"/>
                    </a:lnTo>
                    <a:cubicBezTo>
                      <a:pt x="2347394" y="2108434"/>
                      <a:pt x="2328091" y="2111607"/>
                      <a:pt x="2308515" y="2111039"/>
                    </a:cubicBezTo>
                    <a:lnTo>
                      <a:pt x="2311564" y="2043892"/>
                    </a:lnTo>
                    <a:cubicBezTo>
                      <a:pt x="2321741" y="2044066"/>
                      <a:pt x="2331771" y="2042373"/>
                      <a:pt x="2340372" y="2039030"/>
                    </a:cubicBezTo>
                    <a:cubicBezTo>
                      <a:pt x="2355279" y="2033236"/>
                      <a:pt x="2364268" y="2023137"/>
                      <a:pt x="2364156" y="2012310"/>
                    </a:cubicBezTo>
                    <a:cubicBezTo>
                      <a:pt x="2388183" y="2012216"/>
                      <a:pt x="2412210" y="2012122"/>
                      <a:pt x="2436237" y="2012028"/>
                    </a:cubicBezTo>
                    <a:close/>
                    <a:moveTo>
                      <a:pt x="1574625" y="2012028"/>
                    </a:moveTo>
                    <a:cubicBezTo>
                      <a:pt x="1640698" y="2014229"/>
                      <a:pt x="1690250" y="2074602"/>
                      <a:pt x="1683183" y="2136479"/>
                    </a:cubicBezTo>
                    <a:cubicBezTo>
                      <a:pt x="1674198" y="2202312"/>
                      <a:pt x="1626628" y="2231435"/>
                      <a:pt x="1583694" y="2275597"/>
                    </a:cubicBezTo>
                    <a:lnTo>
                      <a:pt x="1675474" y="2275597"/>
                    </a:lnTo>
                    <a:lnTo>
                      <a:pt x="1675474" y="2357732"/>
                    </a:lnTo>
                    <a:lnTo>
                      <a:pt x="1463640" y="2357732"/>
                    </a:lnTo>
                    <a:cubicBezTo>
                      <a:pt x="1463691" y="2335416"/>
                      <a:pt x="1464802" y="2314113"/>
                      <a:pt x="1464853" y="2291797"/>
                    </a:cubicBezTo>
                    <a:cubicBezTo>
                      <a:pt x="1514907" y="2240158"/>
                      <a:pt x="1549943" y="2213324"/>
                      <a:pt x="1610052" y="2143601"/>
                    </a:cubicBezTo>
                    <a:cubicBezTo>
                      <a:pt x="1624515" y="2116927"/>
                      <a:pt x="1601546" y="2092452"/>
                      <a:pt x="1576112" y="2093607"/>
                    </a:cubicBezTo>
                    <a:cubicBezTo>
                      <a:pt x="1554383" y="2094595"/>
                      <a:pt x="1535817" y="2110969"/>
                      <a:pt x="1534167" y="2139461"/>
                    </a:cubicBezTo>
                    <a:lnTo>
                      <a:pt x="1463227" y="2139461"/>
                    </a:lnTo>
                    <a:cubicBezTo>
                      <a:pt x="1465703" y="2064364"/>
                      <a:pt x="1514058" y="2012037"/>
                      <a:pt x="1574625" y="2012028"/>
                    </a:cubicBezTo>
                    <a:close/>
                    <a:moveTo>
                      <a:pt x="1280012" y="2012028"/>
                    </a:moveTo>
                    <a:cubicBezTo>
                      <a:pt x="1349600" y="2012028"/>
                      <a:pt x="1406012" y="2092617"/>
                      <a:pt x="1406012" y="2192028"/>
                    </a:cubicBezTo>
                    <a:cubicBezTo>
                      <a:pt x="1406012" y="2291439"/>
                      <a:pt x="1349600" y="2372028"/>
                      <a:pt x="1280012" y="2372028"/>
                    </a:cubicBezTo>
                    <a:cubicBezTo>
                      <a:pt x="1210424" y="2372028"/>
                      <a:pt x="1154012" y="2291439"/>
                      <a:pt x="1154012" y="2192028"/>
                    </a:cubicBezTo>
                    <a:cubicBezTo>
                      <a:pt x="1154012" y="2092617"/>
                      <a:pt x="1210424" y="2012028"/>
                      <a:pt x="1280012" y="2012028"/>
                    </a:cubicBezTo>
                    <a:close/>
                    <a:moveTo>
                      <a:pt x="1080519" y="2012028"/>
                    </a:moveTo>
                    <a:lnTo>
                      <a:pt x="1080488" y="2012510"/>
                    </a:lnTo>
                    <a:lnTo>
                      <a:pt x="1096797" y="2012510"/>
                    </a:lnTo>
                    <a:lnTo>
                      <a:pt x="1096797" y="2372028"/>
                    </a:lnTo>
                    <a:lnTo>
                      <a:pt x="1009152" y="2372028"/>
                    </a:lnTo>
                    <a:lnTo>
                      <a:pt x="1009152" y="2101874"/>
                    </a:lnTo>
                    <a:cubicBezTo>
                      <a:pt x="991676" y="2108434"/>
                      <a:pt x="972373" y="2111607"/>
                      <a:pt x="952797" y="2111039"/>
                    </a:cubicBezTo>
                    <a:lnTo>
                      <a:pt x="955846" y="2043892"/>
                    </a:lnTo>
                    <a:cubicBezTo>
                      <a:pt x="966023" y="2044066"/>
                      <a:pt x="976053" y="2042373"/>
                      <a:pt x="984654" y="2039030"/>
                    </a:cubicBezTo>
                    <a:cubicBezTo>
                      <a:pt x="999561" y="2033236"/>
                      <a:pt x="1008550" y="2023137"/>
                      <a:pt x="1008438" y="2012310"/>
                    </a:cubicBezTo>
                    <a:cubicBezTo>
                      <a:pt x="1032465" y="2012216"/>
                      <a:pt x="1056492" y="2012122"/>
                      <a:pt x="1080519" y="2012028"/>
                    </a:cubicBezTo>
                    <a:close/>
                    <a:moveTo>
                      <a:pt x="3373743" y="362438"/>
                    </a:moveTo>
                    <a:lnTo>
                      <a:pt x="3553743" y="362438"/>
                    </a:lnTo>
                    <a:lnTo>
                      <a:pt x="3553743" y="2414438"/>
                    </a:lnTo>
                    <a:lnTo>
                      <a:pt x="3373743" y="2414438"/>
                    </a:lnTo>
                    <a:close/>
                    <a:moveTo>
                      <a:pt x="3129580" y="362438"/>
                    </a:moveTo>
                    <a:lnTo>
                      <a:pt x="3273580" y="362438"/>
                    </a:lnTo>
                    <a:lnTo>
                      <a:pt x="3273580" y="2414438"/>
                    </a:lnTo>
                    <a:lnTo>
                      <a:pt x="3129580" y="2414438"/>
                    </a:lnTo>
                    <a:close/>
                    <a:moveTo>
                      <a:pt x="2939411" y="362438"/>
                    </a:moveTo>
                    <a:lnTo>
                      <a:pt x="3029411" y="362438"/>
                    </a:lnTo>
                    <a:lnTo>
                      <a:pt x="3029411" y="1957238"/>
                    </a:lnTo>
                    <a:lnTo>
                      <a:pt x="2939411" y="1957238"/>
                    </a:lnTo>
                    <a:close/>
                    <a:moveTo>
                      <a:pt x="2731242" y="362438"/>
                    </a:moveTo>
                    <a:lnTo>
                      <a:pt x="2839242" y="362438"/>
                    </a:lnTo>
                    <a:lnTo>
                      <a:pt x="2839242" y="1957238"/>
                    </a:lnTo>
                    <a:lnTo>
                      <a:pt x="2731242" y="1957238"/>
                    </a:lnTo>
                    <a:close/>
                    <a:moveTo>
                      <a:pt x="2487073" y="362438"/>
                    </a:moveTo>
                    <a:lnTo>
                      <a:pt x="2631073" y="362438"/>
                    </a:lnTo>
                    <a:lnTo>
                      <a:pt x="2631073" y="1957238"/>
                    </a:lnTo>
                    <a:lnTo>
                      <a:pt x="2487073" y="1957238"/>
                    </a:lnTo>
                    <a:close/>
                    <a:moveTo>
                      <a:pt x="2296904" y="362438"/>
                    </a:moveTo>
                    <a:lnTo>
                      <a:pt x="2386904" y="362438"/>
                    </a:lnTo>
                    <a:lnTo>
                      <a:pt x="2386904" y="1957238"/>
                    </a:lnTo>
                    <a:lnTo>
                      <a:pt x="2296904" y="1957238"/>
                    </a:lnTo>
                    <a:close/>
                    <a:moveTo>
                      <a:pt x="2016735" y="362438"/>
                    </a:moveTo>
                    <a:lnTo>
                      <a:pt x="2196735" y="362438"/>
                    </a:lnTo>
                    <a:lnTo>
                      <a:pt x="2196735" y="1957238"/>
                    </a:lnTo>
                    <a:lnTo>
                      <a:pt x="2016735" y="1957238"/>
                    </a:lnTo>
                    <a:close/>
                    <a:moveTo>
                      <a:pt x="1826566" y="362438"/>
                    </a:moveTo>
                    <a:lnTo>
                      <a:pt x="1916566" y="362438"/>
                    </a:lnTo>
                    <a:lnTo>
                      <a:pt x="1916566" y="1957238"/>
                    </a:lnTo>
                    <a:lnTo>
                      <a:pt x="1826566" y="1957238"/>
                    </a:lnTo>
                    <a:close/>
                    <a:moveTo>
                      <a:pt x="1582397" y="362438"/>
                    </a:moveTo>
                    <a:lnTo>
                      <a:pt x="1726397" y="362438"/>
                    </a:lnTo>
                    <a:lnTo>
                      <a:pt x="1726397" y="1957238"/>
                    </a:lnTo>
                    <a:lnTo>
                      <a:pt x="1582397" y="1957238"/>
                    </a:lnTo>
                    <a:close/>
                    <a:moveTo>
                      <a:pt x="1302228" y="362438"/>
                    </a:moveTo>
                    <a:lnTo>
                      <a:pt x="1482228" y="362438"/>
                    </a:lnTo>
                    <a:lnTo>
                      <a:pt x="1482228" y="1957238"/>
                    </a:lnTo>
                    <a:lnTo>
                      <a:pt x="1302228" y="1957238"/>
                    </a:lnTo>
                    <a:close/>
                    <a:moveTo>
                      <a:pt x="1094059" y="362438"/>
                    </a:moveTo>
                    <a:lnTo>
                      <a:pt x="1202059" y="362438"/>
                    </a:lnTo>
                    <a:lnTo>
                      <a:pt x="1202059" y="1957238"/>
                    </a:lnTo>
                    <a:lnTo>
                      <a:pt x="1094059" y="1957238"/>
                    </a:lnTo>
                    <a:close/>
                    <a:moveTo>
                      <a:pt x="903890" y="362438"/>
                    </a:moveTo>
                    <a:lnTo>
                      <a:pt x="993890" y="362438"/>
                    </a:lnTo>
                    <a:lnTo>
                      <a:pt x="993890" y="1957238"/>
                    </a:lnTo>
                    <a:lnTo>
                      <a:pt x="903890" y="1957238"/>
                    </a:lnTo>
                    <a:close/>
                    <a:moveTo>
                      <a:pt x="623721" y="362438"/>
                    </a:moveTo>
                    <a:lnTo>
                      <a:pt x="803721" y="362438"/>
                    </a:lnTo>
                    <a:lnTo>
                      <a:pt x="803721" y="2414438"/>
                    </a:lnTo>
                    <a:lnTo>
                      <a:pt x="623721" y="2414438"/>
                    </a:lnTo>
                    <a:close/>
                    <a:moveTo>
                      <a:pt x="433552" y="362438"/>
                    </a:moveTo>
                    <a:lnTo>
                      <a:pt x="523552" y="362438"/>
                    </a:lnTo>
                    <a:lnTo>
                      <a:pt x="523552" y="2414438"/>
                    </a:lnTo>
                    <a:lnTo>
                      <a:pt x="433552" y="2414438"/>
                    </a:lnTo>
                    <a:close/>
                    <a:moveTo>
                      <a:pt x="303674" y="216000"/>
                    </a:moveTo>
                    <a:cubicBezTo>
                      <a:pt x="255253" y="216000"/>
                      <a:pt x="216000" y="255253"/>
                      <a:pt x="216000" y="303674"/>
                    </a:cubicBezTo>
                    <a:lnTo>
                      <a:pt x="216000" y="2504326"/>
                    </a:lnTo>
                    <a:cubicBezTo>
                      <a:pt x="216000" y="2552747"/>
                      <a:pt x="255253" y="2592000"/>
                      <a:pt x="303674" y="2592000"/>
                    </a:cubicBezTo>
                    <a:lnTo>
                      <a:pt x="3656326" y="2592000"/>
                    </a:lnTo>
                    <a:cubicBezTo>
                      <a:pt x="3704747" y="2592000"/>
                      <a:pt x="3744000" y="2552747"/>
                      <a:pt x="3744000" y="2504326"/>
                    </a:cubicBezTo>
                    <a:lnTo>
                      <a:pt x="3744000" y="303674"/>
                    </a:lnTo>
                    <a:cubicBezTo>
                      <a:pt x="3744000" y="255253"/>
                      <a:pt x="3704747" y="216000"/>
                      <a:pt x="3656326" y="216000"/>
                    </a:cubicBezTo>
                    <a:close/>
                    <a:moveTo>
                      <a:pt x="149021" y="0"/>
                    </a:moveTo>
                    <a:lnTo>
                      <a:pt x="3810979" y="0"/>
                    </a:lnTo>
                    <a:cubicBezTo>
                      <a:pt x="3893281" y="0"/>
                      <a:pt x="3960000" y="66719"/>
                      <a:pt x="3960000" y="149021"/>
                    </a:cubicBezTo>
                    <a:lnTo>
                      <a:pt x="3960000" y="2658979"/>
                    </a:lnTo>
                    <a:cubicBezTo>
                      <a:pt x="3960000" y="2741281"/>
                      <a:pt x="3893281" y="2808000"/>
                      <a:pt x="3810979" y="2808000"/>
                    </a:cubicBezTo>
                    <a:lnTo>
                      <a:pt x="149021" y="2808000"/>
                    </a:lnTo>
                    <a:cubicBezTo>
                      <a:pt x="66719" y="2808000"/>
                      <a:pt x="0" y="2741281"/>
                      <a:pt x="0" y="2658979"/>
                    </a:cubicBezTo>
                    <a:lnTo>
                      <a:pt x="0" y="149021"/>
                    </a:lnTo>
                    <a:cubicBezTo>
                      <a:pt x="0" y="66719"/>
                      <a:pt x="66719" y="0"/>
                      <a:pt x="14902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289" name="Google Shape;3289;p58"/>
              <p:cNvSpPr/>
              <p:nvPr/>
            </p:nvSpPr>
            <p:spPr>
              <a:xfrm>
                <a:off x="7818475" y="4673961"/>
                <a:ext cx="330939" cy="330692"/>
              </a:xfrm>
              <a:custGeom>
                <a:rect b="b" l="l" r="r" t="t"/>
                <a:pathLst>
                  <a:path extrusionOk="0" h="3968213" w="3971162">
                    <a:moveTo>
                      <a:pt x="808855" y="2815607"/>
                    </a:moveTo>
                    <a:lnTo>
                      <a:pt x="1168895" y="2815607"/>
                    </a:lnTo>
                    <a:lnTo>
                      <a:pt x="1168895" y="3175607"/>
                    </a:lnTo>
                    <a:lnTo>
                      <a:pt x="808855" y="3175607"/>
                    </a:lnTo>
                    <a:close/>
                    <a:moveTo>
                      <a:pt x="697665" y="2704397"/>
                    </a:moveTo>
                    <a:lnTo>
                      <a:pt x="697665" y="3286817"/>
                    </a:lnTo>
                    <a:lnTo>
                      <a:pt x="1280085" y="3286817"/>
                    </a:lnTo>
                    <a:lnTo>
                      <a:pt x="1280085" y="2704397"/>
                    </a:lnTo>
                    <a:close/>
                    <a:moveTo>
                      <a:pt x="537750" y="2544482"/>
                    </a:moveTo>
                    <a:lnTo>
                      <a:pt x="1440000" y="2544482"/>
                    </a:lnTo>
                    <a:lnTo>
                      <a:pt x="1440000" y="3446732"/>
                    </a:lnTo>
                    <a:lnTo>
                      <a:pt x="537750" y="3446732"/>
                    </a:lnTo>
                    <a:close/>
                    <a:moveTo>
                      <a:pt x="0" y="2528213"/>
                    </a:moveTo>
                    <a:lnTo>
                      <a:pt x="360000" y="2528213"/>
                    </a:lnTo>
                    <a:lnTo>
                      <a:pt x="360000" y="3608213"/>
                    </a:lnTo>
                    <a:lnTo>
                      <a:pt x="1440000" y="3608213"/>
                    </a:lnTo>
                    <a:lnTo>
                      <a:pt x="1440000" y="3968213"/>
                    </a:lnTo>
                    <a:lnTo>
                      <a:pt x="360000" y="3968213"/>
                    </a:lnTo>
                    <a:lnTo>
                      <a:pt x="0" y="3968213"/>
                    </a:lnTo>
                    <a:lnTo>
                      <a:pt x="0" y="3608213"/>
                    </a:lnTo>
                    <a:close/>
                    <a:moveTo>
                      <a:pt x="3605829" y="2524046"/>
                    </a:moveTo>
                    <a:lnTo>
                      <a:pt x="3965829" y="2524046"/>
                    </a:lnTo>
                    <a:lnTo>
                      <a:pt x="3965829" y="3604046"/>
                    </a:lnTo>
                    <a:lnTo>
                      <a:pt x="3965829" y="3964046"/>
                    </a:lnTo>
                    <a:lnTo>
                      <a:pt x="3605829" y="3964046"/>
                    </a:lnTo>
                    <a:lnTo>
                      <a:pt x="2525829" y="3964046"/>
                    </a:lnTo>
                    <a:lnTo>
                      <a:pt x="2525829" y="3604046"/>
                    </a:lnTo>
                    <a:lnTo>
                      <a:pt x="3605829" y="3604046"/>
                    </a:lnTo>
                    <a:close/>
                    <a:moveTo>
                      <a:pt x="1542677" y="2468095"/>
                    </a:moveTo>
                    <a:lnTo>
                      <a:pt x="1758701" y="2468095"/>
                    </a:lnTo>
                    <a:lnTo>
                      <a:pt x="1758701" y="2835684"/>
                    </a:lnTo>
                    <a:lnTo>
                      <a:pt x="1542677" y="2835684"/>
                    </a:lnTo>
                    <a:close/>
                    <a:moveTo>
                      <a:pt x="3174101" y="2437460"/>
                    </a:moveTo>
                    <a:lnTo>
                      <a:pt x="3390125" y="2437460"/>
                    </a:lnTo>
                    <a:lnTo>
                      <a:pt x="3390125" y="2663201"/>
                    </a:lnTo>
                    <a:lnTo>
                      <a:pt x="3174101" y="2663201"/>
                    </a:lnTo>
                    <a:close/>
                    <a:moveTo>
                      <a:pt x="2809842" y="2295613"/>
                    </a:moveTo>
                    <a:lnTo>
                      <a:pt x="3025866" y="2295613"/>
                    </a:lnTo>
                    <a:lnTo>
                      <a:pt x="3025866" y="2663202"/>
                    </a:lnTo>
                    <a:lnTo>
                      <a:pt x="3389097" y="2663202"/>
                    </a:lnTo>
                    <a:lnTo>
                      <a:pt x="3389097" y="2873898"/>
                    </a:lnTo>
                    <a:lnTo>
                      <a:pt x="3389097" y="2873898"/>
                    </a:lnTo>
                    <a:lnTo>
                      <a:pt x="3389097" y="3446732"/>
                    </a:lnTo>
                    <a:lnTo>
                      <a:pt x="3173073" y="3446732"/>
                    </a:lnTo>
                    <a:lnTo>
                      <a:pt x="3173073" y="2879226"/>
                    </a:lnTo>
                    <a:lnTo>
                      <a:pt x="3021508" y="2879226"/>
                    </a:lnTo>
                    <a:lnTo>
                      <a:pt x="3021508" y="2663202"/>
                    </a:lnTo>
                    <a:lnTo>
                      <a:pt x="2809842" y="2663202"/>
                    </a:lnTo>
                    <a:close/>
                    <a:moveTo>
                      <a:pt x="2093780" y="2089306"/>
                    </a:moveTo>
                    <a:lnTo>
                      <a:pt x="2309804" y="2089306"/>
                    </a:lnTo>
                    <a:lnTo>
                      <a:pt x="2309804" y="2315047"/>
                    </a:lnTo>
                    <a:lnTo>
                      <a:pt x="2093780" y="2315047"/>
                    </a:lnTo>
                    <a:close/>
                    <a:moveTo>
                      <a:pt x="2656492" y="1853849"/>
                    </a:moveTo>
                    <a:lnTo>
                      <a:pt x="2872516" y="1853849"/>
                    </a:lnTo>
                    <a:lnTo>
                      <a:pt x="2872516" y="2038657"/>
                    </a:lnTo>
                    <a:lnTo>
                      <a:pt x="2989835" y="2038657"/>
                    </a:lnTo>
                    <a:lnTo>
                      <a:pt x="2989835" y="1887092"/>
                    </a:lnTo>
                    <a:lnTo>
                      <a:pt x="3205859" y="1887092"/>
                    </a:lnTo>
                    <a:lnTo>
                      <a:pt x="3205859" y="2028940"/>
                    </a:lnTo>
                    <a:lnTo>
                      <a:pt x="3390125" y="2028940"/>
                    </a:lnTo>
                    <a:lnTo>
                      <a:pt x="3390125" y="2254681"/>
                    </a:lnTo>
                    <a:lnTo>
                      <a:pt x="3205859" y="2254681"/>
                    </a:lnTo>
                    <a:lnTo>
                      <a:pt x="3174101" y="2254681"/>
                    </a:lnTo>
                    <a:lnTo>
                      <a:pt x="3005149" y="2254681"/>
                    </a:lnTo>
                    <a:lnTo>
                      <a:pt x="2989835" y="2254681"/>
                    </a:lnTo>
                    <a:lnTo>
                      <a:pt x="2688721" y="2254681"/>
                    </a:lnTo>
                    <a:lnTo>
                      <a:pt x="2688721" y="2447179"/>
                    </a:lnTo>
                    <a:lnTo>
                      <a:pt x="2488606" y="2447179"/>
                    </a:lnTo>
                    <a:lnTo>
                      <a:pt x="2488606" y="2663841"/>
                    </a:lnTo>
                    <a:lnTo>
                      <a:pt x="2486018" y="2663841"/>
                    </a:lnTo>
                    <a:lnTo>
                      <a:pt x="2486018" y="2846997"/>
                    </a:lnTo>
                    <a:lnTo>
                      <a:pt x="2840287" y="2846997"/>
                    </a:lnTo>
                    <a:lnTo>
                      <a:pt x="2840287" y="3046907"/>
                    </a:lnTo>
                    <a:lnTo>
                      <a:pt x="3045880" y="3046907"/>
                    </a:lnTo>
                    <a:lnTo>
                      <a:pt x="3045880" y="3272648"/>
                    </a:lnTo>
                    <a:lnTo>
                      <a:pt x="2829856" y="3272648"/>
                    </a:lnTo>
                    <a:lnTo>
                      <a:pt x="2829856" y="3063021"/>
                    </a:lnTo>
                    <a:lnTo>
                      <a:pt x="2472698" y="3063021"/>
                    </a:lnTo>
                    <a:lnTo>
                      <a:pt x="2472698" y="2847499"/>
                    </a:lnTo>
                    <a:lnTo>
                      <a:pt x="2093780" y="2847499"/>
                    </a:lnTo>
                    <a:lnTo>
                      <a:pt x="2088510" y="2847499"/>
                    </a:lnTo>
                    <a:lnTo>
                      <a:pt x="1910267" y="2847499"/>
                    </a:lnTo>
                    <a:lnTo>
                      <a:pt x="1910267" y="3028023"/>
                    </a:lnTo>
                    <a:lnTo>
                      <a:pt x="2277575" y="3028023"/>
                    </a:lnTo>
                    <a:lnTo>
                      <a:pt x="2277575" y="3241488"/>
                    </a:lnTo>
                    <a:lnTo>
                      <a:pt x="2829855" y="3241488"/>
                    </a:lnTo>
                    <a:lnTo>
                      <a:pt x="2829855" y="3457512"/>
                    </a:lnTo>
                    <a:lnTo>
                      <a:pt x="2269993" y="3457512"/>
                    </a:lnTo>
                    <a:lnTo>
                      <a:pt x="2269993" y="3244047"/>
                    </a:lnTo>
                    <a:lnTo>
                      <a:pt x="2111604" y="3244047"/>
                    </a:lnTo>
                    <a:lnTo>
                      <a:pt x="2111604" y="3446733"/>
                    </a:lnTo>
                    <a:lnTo>
                      <a:pt x="1744015" y="3446733"/>
                    </a:lnTo>
                    <a:lnTo>
                      <a:pt x="1744015" y="3230709"/>
                    </a:lnTo>
                    <a:lnTo>
                      <a:pt x="1909986" y="3230709"/>
                    </a:lnTo>
                    <a:lnTo>
                      <a:pt x="1909986" y="3051709"/>
                    </a:lnTo>
                    <a:lnTo>
                      <a:pt x="1542678" y="3051709"/>
                    </a:lnTo>
                    <a:lnTo>
                      <a:pt x="1542678" y="2835685"/>
                    </a:lnTo>
                    <a:lnTo>
                      <a:pt x="1877756" y="2835685"/>
                    </a:lnTo>
                    <a:lnTo>
                      <a:pt x="1877756" y="2315047"/>
                    </a:lnTo>
                    <a:lnTo>
                      <a:pt x="2093780" y="2315047"/>
                    </a:lnTo>
                    <a:lnTo>
                      <a:pt x="2093780" y="2631475"/>
                    </a:lnTo>
                    <a:lnTo>
                      <a:pt x="2272582" y="2631475"/>
                    </a:lnTo>
                    <a:lnTo>
                      <a:pt x="2272582" y="2438100"/>
                    </a:lnTo>
                    <a:lnTo>
                      <a:pt x="2472697" y="2438100"/>
                    </a:lnTo>
                    <a:lnTo>
                      <a:pt x="2472697" y="2254681"/>
                    </a:lnTo>
                    <a:lnTo>
                      <a:pt x="2472697" y="2221438"/>
                    </a:lnTo>
                    <a:lnTo>
                      <a:pt x="2472697" y="2038657"/>
                    </a:lnTo>
                    <a:lnTo>
                      <a:pt x="2656492" y="2038657"/>
                    </a:lnTo>
                    <a:close/>
                    <a:moveTo>
                      <a:pt x="2989836" y="1667759"/>
                    </a:moveTo>
                    <a:lnTo>
                      <a:pt x="3357425" y="1667759"/>
                    </a:lnTo>
                    <a:lnTo>
                      <a:pt x="3357425" y="1883783"/>
                    </a:lnTo>
                    <a:lnTo>
                      <a:pt x="2989836" y="1883783"/>
                    </a:lnTo>
                    <a:close/>
                    <a:moveTo>
                      <a:pt x="2309586" y="1554888"/>
                    </a:moveTo>
                    <a:lnTo>
                      <a:pt x="2829824" y="1554888"/>
                    </a:lnTo>
                    <a:lnTo>
                      <a:pt x="2829824" y="1770912"/>
                    </a:lnTo>
                    <a:lnTo>
                      <a:pt x="2525643" y="1770912"/>
                    </a:lnTo>
                    <a:lnTo>
                      <a:pt x="2525643" y="1927296"/>
                    </a:lnTo>
                    <a:lnTo>
                      <a:pt x="2309619" y="1927296"/>
                    </a:lnTo>
                    <a:lnTo>
                      <a:pt x="2309619" y="1770912"/>
                    </a:lnTo>
                    <a:lnTo>
                      <a:pt x="2309586" y="1770912"/>
                    </a:lnTo>
                    <a:close/>
                    <a:moveTo>
                      <a:pt x="616397" y="1550030"/>
                    </a:moveTo>
                    <a:lnTo>
                      <a:pt x="808855" y="1550030"/>
                    </a:lnTo>
                    <a:lnTo>
                      <a:pt x="832421" y="1550030"/>
                    </a:lnTo>
                    <a:lnTo>
                      <a:pt x="1024879" y="1550030"/>
                    </a:lnTo>
                    <a:lnTo>
                      <a:pt x="1024879" y="1775771"/>
                    </a:lnTo>
                    <a:lnTo>
                      <a:pt x="832421" y="1775771"/>
                    </a:lnTo>
                    <a:lnTo>
                      <a:pt x="832421" y="2079590"/>
                    </a:lnTo>
                    <a:lnTo>
                      <a:pt x="1028931" y="2079590"/>
                    </a:lnTo>
                    <a:lnTo>
                      <a:pt x="1192537" y="2079590"/>
                    </a:lnTo>
                    <a:lnTo>
                      <a:pt x="1244955" y="2079590"/>
                    </a:lnTo>
                    <a:lnTo>
                      <a:pt x="1244955" y="2231155"/>
                    </a:lnTo>
                    <a:lnTo>
                      <a:pt x="1468668" y="2231155"/>
                    </a:lnTo>
                    <a:lnTo>
                      <a:pt x="1468668" y="2447179"/>
                    </a:lnTo>
                    <a:lnTo>
                      <a:pt x="1244955" y="2447179"/>
                    </a:lnTo>
                    <a:lnTo>
                      <a:pt x="1244955" y="2447179"/>
                    </a:lnTo>
                    <a:lnTo>
                      <a:pt x="1028931" y="2447179"/>
                    </a:lnTo>
                    <a:lnTo>
                      <a:pt x="1028931" y="2295614"/>
                    </a:lnTo>
                    <a:lnTo>
                      <a:pt x="619703" y="2295614"/>
                    </a:lnTo>
                    <a:lnTo>
                      <a:pt x="619703" y="2082482"/>
                    </a:lnTo>
                    <a:lnTo>
                      <a:pt x="616397" y="2082482"/>
                    </a:lnTo>
                    <a:close/>
                    <a:moveTo>
                      <a:pt x="1747452" y="1324289"/>
                    </a:moveTo>
                    <a:lnTo>
                      <a:pt x="1963476" y="1324289"/>
                    </a:lnTo>
                    <a:lnTo>
                      <a:pt x="1963476" y="1528779"/>
                    </a:lnTo>
                    <a:lnTo>
                      <a:pt x="2151955" y="1528779"/>
                    </a:lnTo>
                    <a:lnTo>
                      <a:pt x="2151955" y="1754520"/>
                    </a:lnTo>
                    <a:lnTo>
                      <a:pt x="1935931" y="1754520"/>
                    </a:lnTo>
                    <a:lnTo>
                      <a:pt x="1935931" y="1550030"/>
                    </a:lnTo>
                    <a:lnTo>
                      <a:pt x="1758702" y="1550030"/>
                    </a:lnTo>
                    <a:lnTo>
                      <a:pt x="1758702" y="1863566"/>
                    </a:lnTo>
                    <a:lnTo>
                      <a:pt x="2119726" y="1863566"/>
                    </a:lnTo>
                    <a:lnTo>
                      <a:pt x="2119726" y="2079590"/>
                    </a:lnTo>
                    <a:lnTo>
                      <a:pt x="1761543" y="2079590"/>
                    </a:lnTo>
                    <a:lnTo>
                      <a:pt x="1761543" y="2259540"/>
                    </a:lnTo>
                    <a:lnTo>
                      <a:pt x="1545519" y="2259540"/>
                    </a:lnTo>
                    <a:lnTo>
                      <a:pt x="1545519" y="2082482"/>
                    </a:lnTo>
                    <a:lnTo>
                      <a:pt x="1542678" y="2082482"/>
                    </a:lnTo>
                    <a:lnTo>
                      <a:pt x="1542678" y="2079589"/>
                    </a:lnTo>
                    <a:lnTo>
                      <a:pt x="1030691" y="2079589"/>
                    </a:lnTo>
                    <a:lnTo>
                      <a:pt x="1030691" y="1863565"/>
                    </a:lnTo>
                    <a:lnTo>
                      <a:pt x="1192537" y="1863565"/>
                    </a:lnTo>
                    <a:lnTo>
                      <a:pt x="1192537" y="1662900"/>
                    </a:lnTo>
                    <a:lnTo>
                      <a:pt x="1440000" y="1662900"/>
                    </a:lnTo>
                    <a:lnTo>
                      <a:pt x="1440000" y="1863565"/>
                    </a:lnTo>
                    <a:lnTo>
                      <a:pt x="1542678" y="1863565"/>
                    </a:lnTo>
                    <a:lnTo>
                      <a:pt x="1542678" y="1550030"/>
                    </a:lnTo>
                    <a:lnTo>
                      <a:pt x="1747452" y="1550030"/>
                    </a:lnTo>
                    <a:close/>
                    <a:moveTo>
                      <a:pt x="2802267" y="814725"/>
                    </a:moveTo>
                    <a:lnTo>
                      <a:pt x="3162307" y="814725"/>
                    </a:lnTo>
                    <a:lnTo>
                      <a:pt x="3162307" y="1174725"/>
                    </a:lnTo>
                    <a:lnTo>
                      <a:pt x="2802267" y="1174725"/>
                    </a:lnTo>
                    <a:close/>
                    <a:moveTo>
                      <a:pt x="884915" y="814725"/>
                    </a:moveTo>
                    <a:lnTo>
                      <a:pt x="1244955" y="814725"/>
                    </a:lnTo>
                    <a:lnTo>
                      <a:pt x="1244955" y="1174725"/>
                    </a:lnTo>
                    <a:lnTo>
                      <a:pt x="884915" y="1174725"/>
                    </a:lnTo>
                    <a:close/>
                    <a:moveTo>
                      <a:pt x="2691077" y="703515"/>
                    </a:moveTo>
                    <a:lnTo>
                      <a:pt x="2691077" y="1285935"/>
                    </a:lnTo>
                    <a:lnTo>
                      <a:pt x="3273497" y="1285935"/>
                    </a:lnTo>
                    <a:lnTo>
                      <a:pt x="3273497" y="703515"/>
                    </a:lnTo>
                    <a:close/>
                    <a:moveTo>
                      <a:pt x="773725" y="703515"/>
                    </a:moveTo>
                    <a:lnTo>
                      <a:pt x="773725" y="1285935"/>
                    </a:lnTo>
                    <a:lnTo>
                      <a:pt x="1356145" y="1285935"/>
                    </a:lnTo>
                    <a:lnTo>
                      <a:pt x="1356145" y="703515"/>
                    </a:lnTo>
                    <a:close/>
                    <a:moveTo>
                      <a:pt x="2531162" y="543600"/>
                    </a:moveTo>
                    <a:lnTo>
                      <a:pt x="3433412" y="543600"/>
                    </a:lnTo>
                    <a:lnTo>
                      <a:pt x="3433412" y="1445850"/>
                    </a:lnTo>
                    <a:lnTo>
                      <a:pt x="2531162" y="1445850"/>
                    </a:lnTo>
                    <a:close/>
                    <a:moveTo>
                      <a:pt x="613810" y="543600"/>
                    </a:moveTo>
                    <a:lnTo>
                      <a:pt x="1516060" y="543600"/>
                    </a:lnTo>
                    <a:lnTo>
                      <a:pt x="1516060" y="1445850"/>
                    </a:lnTo>
                    <a:lnTo>
                      <a:pt x="613810" y="1445850"/>
                    </a:lnTo>
                    <a:close/>
                    <a:moveTo>
                      <a:pt x="2088509" y="543244"/>
                    </a:moveTo>
                    <a:lnTo>
                      <a:pt x="2283187" y="543244"/>
                    </a:lnTo>
                    <a:lnTo>
                      <a:pt x="2283187" y="759268"/>
                    </a:lnTo>
                    <a:lnTo>
                      <a:pt x="2088509" y="759268"/>
                    </a:lnTo>
                    <a:close/>
                    <a:moveTo>
                      <a:pt x="1751276" y="543243"/>
                    </a:moveTo>
                    <a:lnTo>
                      <a:pt x="1967300" y="543243"/>
                    </a:lnTo>
                    <a:lnTo>
                      <a:pt x="1967300" y="986389"/>
                    </a:lnTo>
                    <a:lnTo>
                      <a:pt x="2119726" y="986389"/>
                    </a:lnTo>
                    <a:lnTo>
                      <a:pt x="2119726" y="986388"/>
                    </a:lnTo>
                    <a:lnTo>
                      <a:pt x="2335750" y="986388"/>
                    </a:lnTo>
                    <a:lnTo>
                      <a:pt x="2335750" y="1491348"/>
                    </a:lnTo>
                    <a:lnTo>
                      <a:pt x="2119726" y="1491348"/>
                    </a:lnTo>
                    <a:lnTo>
                      <a:pt x="2119726" y="1202413"/>
                    </a:lnTo>
                    <a:lnTo>
                      <a:pt x="1747396" y="1202413"/>
                    </a:lnTo>
                    <a:lnTo>
                      <a:pt x="1747396" y="986389"/>
                    </a:lnTo>
                    <a:lnTo>
                      <a:pt x="1751276" y="986389"/>
                    </a:lnTo>
                    <a:close/>
                    <a:moveTo>
                      <a:pt x="4409" y="5850"/>
                    </a:moveTo>
                    <a:lnTo>
                      <a:pt x="364409" y="5850"/>
                    </a:lnTo>
                    <a:lnTo>
                      <a:pt x="1444409" y="5850"/>
                    </a:lnTo>
                    <a:lnTo>
                      <a:pt x="1444409" y="365850"/>
                    </a:lnTo>
                    <a:lnTo>
                      <a:pt x="364409" y="365850"/>
                    </a:lnTo>
                    <a:lnTo>
                      <a:pt x="364409" y="1445850"/>
                    </a:lnTo>
                    <a:lnTo>
                      <a:pt x="4409" y="1445850"/>
                    </a:lnTo>
                    <a:lnTo>
                      <a:pt x="4409" y="365850"/>
                    </a:lnTo>
                    <a:close/>
                    <a:moveTo>
                      <a:pt x="2531162" y="0"/>
                    </a:moveTo>
                    <a:lnTo>
                      <a:pt x="3611162" y="0"/>
                    </a:lnTo>
                    <a:lnTo>
                      <a:pt x="3971162" y="0"/>
                    </a:lnTo>
                    <a:lnTo>
                      <a:pt x="3971162" y="360000"/>
                    </a:lnTo>
                    <a:lnTo>
                      <a:pt x="3971162" y="1440000"/>
                    </a:lnTo>
                    <a:lnTo>
                      <a:pt x="3611162" y="1440000"/>
                    </a:lnTo>
                    <a:lnTo>
                      <a:pt x="3611162" y="360000"/>
                    </a:lnTo>
                    <a:lnTo>
                      <a:pt x="2531162" y="36000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290" name="Google Shape;3290;p58"/>
              <p:cNvSpPr/>
              <p:nvPr/>
            </p:nvSpPr>
            <p:spPr>
              <a:xfrm>
                <a:off x="10999746" y="4139499"/>
                <a:ext cx="330940" cy="232884"/>
              </a:xfrm>
              <a:custGeom>
                <a:rect b="b" l="l" r="r" t="t"/>
                <a:pathLst>
                  <a:path extrusionOk="0" h="2736304" w="3888432">
                    <a:moveTo>
                      <a:pt x="1324542" y="1693069"/>
                    </a:moveTo>
                    <a:lnTo>
                      <a:pt x="1371242" y="1693069"/>
                    </a:lnTo>
                    <a:cubicBezTo>
                      <a:pt x="1385857" y="1693069"/>
                      <a:pt x="1397704" y="1704917"/>
                      <a:pt x="1397704" y="1719531"/>
                    </a:cubicBezTo>
                    <a:lnTo>
                      <a:pt x="1397704" y="1766231"/>
                    </a:lnTo>
                    <a:cubicBezTo>
                      <a:pt x="1397704" y="1780846"/>
                      <a:pt x="1385857" y="1792693"/>
                      <a:pt x="1371242" y="1792693"/>
                    </a:cubicBezTo>
                    <a:lnTo>
                      <a:pt x="1324542" y="1792693"/>
                    </a:lnTo>
                    <a:cubicBezTo>
                      <a:pt x="1309928" y="1792693"/>
                      <a:pt x="1298080" y="1780846"/>
                      <a:pt x="1298080" y="1766231"/>
                    </a:cubicBezTo>
                    <a:lnTo>
                      <a:pt x="1298080" y="1719531"/>
                    </a:lnTo>
                    <a:cubicBezTo>
                      <a:pt x="1298080" y="1704917"/>
                      <a:pt x="1309928" y="1693069"/>
                      <a:pt x="1324542" y="1693069"/>
                    </a:cubicBezTo>
                    <a:close/>
                    <a:moveTo>
                      <a:pt x="1174792" y="1693069"/>
                    </a:moveTo>
                    <a:lnTo>
                      <a:pt x="1221492" y="1693069"/>
                    </a:lnTo>
                    <a:cubicBezTo>
                      <a:pt x="1236107" y="1693069"/>
                      <a:pt x="1247954" y="1704917"/>
                      <a:pt x="1247954" y="1719531"/>
                    </a:cubicBezTo>
                    <a:lnTo>
                      <a:pt x="1247954" y="1766231"/>
                    </a:lnTo>
                    <a:cubicBezTo>
                      <a:pt x="1247954" y="1780846"/>
                      <a:pt x="1236107" y="1792693"/>
                      <a:pt x="1221492" y="1792693"/>
                    </a:cubicBezTo>
                    <a:lnTo>
                      <a:pt x="1174792" y="1792693"/>
                    </a:lnTo>
                    <a:cubicBezTo>
                      <a:pt x="1160178" y="1792693"/>
                      <a:pt x="1148330" y="1780846"/>
                      <a:pt x="1148330" y="1766231"/>
                    </a:cubicBezTo>
                    <a:lnTo>
                      <a:pt x="1148330" y="1719531"/>
                    </a:lnTo>
                    <a:cubicBezTo>
                      <a:pt x="1148330" y="1704917"/>
                      <a:pt x="1160178" y="1693069"/>
                      <a:pt x="1174792" y="1693069"/>
                    </a:cubicBezTo>
                    <a:close/>
                    <a:moveTo>
                      <a:pt x="1025670" y="1693069"/>
                    </a:moveTo>
                    <a:lnTo>
                      <a:pt x="1072369" y="1693069"/>
                    </a:lnTo>
                    <a:cubicBezTo>
                      <a:pt x="1086984" y="1693069"/>
                      <a:pt x="1098832" y="1704917"/>
                      <a:pt x="1098832" y="1719531"/>
                    </a:cubicBezTo>
                    <a:lnTo>
                      <a:pt x="1098832" y="1766231"/>
                    </a:lnTo>
                    <a:cubicBezTo>
                      <a:pt x="1098832" y="1780846"/>
                      <a:pt x="1086984" y="1792693"/>
                      <a:pt x="1072369" y="1792693"/>
                    </a:cubicBezTo>
                    <a:lnTo>
                      <a:pt x="1025670" y="1792693"/>
                    </a:lnTo>
                    <a:cubicBezTo>
                      <a:pt x="1011055" y="1792693"/>
                      <a:pt x="999207" y="1780846"/>
                      <a:pt x="999207" y="1766231"/>
                    </a:cubicBezTo>
                    <a:lnTo>
                      <a:pt x="999207" y="1719531"/>
                    </a:lnTo>
                    <a:cubicBezTo>
                      <a:pt x="999207" y="1704917"/>
                      <a:pt x="1011055" y="1693069"/>
                      <a:pt x="1025670" y="1693069"/>
                    </a:cubicBezTo>
                    <a:close/>
                    <a:moveTo>
                      <a:pt x="2538530" y="1609316"/>
                    </a:moveTo>
                    <a:lnTo>
                      <a:pt x="2133002" y="1939195"/>
                    </a:lnTo>
                    <a:lnTo>
                      <a:pt x="3272021" y="1939195"/>
                    </a:lnTo>
                    <a:lnTo>
                      <a:pt x="2866494" y="1609316"/>
                    </a:lnTo>
                    <a:close/>
                    <a:moveTo>
                      <a:pt x="1324542" y="1547147"/>
                    </a:moveTo>
                    <a:lnTo>
                      <a:pt x="1371242" y="1547147"/>
                    </a:lnTo>
                    <a:cubicBezTo>
                      <a:pt x="1385857" y="1547147"/>
                      <a:pt x="1397704" y="1558995"/>
                      <a:pt x="1397704" y="1573609"/>
                    </a:cubicBezTo>
                    <a:lnTo>
                      <a:pt x="1397704" y="1620309"/>
                    </a:lnTo>
                    <a:cubicBezTo>
                      <a:pt x="1397704" y="1634924"/>
                      <a:pt x="1385857" y="1646771"/>
                      <a:pt x="1371242" y="1646771"/>
                    </a:cubicBezTo>
                    <a:lnTo>
                      <a:pt x="1324542" y="1646771"/>
                    </a:lnTo>
                    <a:cubicBezTo>
                      <a:pt x="1309928" y="1646771"/>
                      <a:pt x="1298080" y="1634924"/>
                      <a:pt x="1298080" y="1620309"/>
                    </a:cubicBezTo>
                    <a:lnTo>
                      <a:pt x="1298080" y="1573609"/>
                    </a:lnTo>
                    <a:cubicBezTo>
                      <a:pt x="1298080" y="1558995"/>
                      <a:pt x="1309928" y="1547147"/>
                      <a:pt x="1324542" y="1547147"/>
                    </a:cubicBezTo>
                    <a:close/>
                    <a:moveTo>
                      <a:pt x="1174792" y="1547147"/>
                    </a:moveTo>
                    <a:lnTo>
                      <a:pt x="1221492" y="1547147"/>
                    </a:lnTo>
                    <a:cubicBezTo>
                      <a:pt x="1236107" y="1547147"/>
                      <a:pt x="1247954" y="1558995"/>
                      <a:pt x="1247954" y="1573609"/>
                    </a:cubicBezTo>
                    <a:lnTo>
                      <a:pt x="1247954" y="1620309"/>
                    </a:lnTo>
                    <a:cubicBezTo>
                      <a:pt x="1247954" y="1634924"/>
                      <a:pt x="1236107" y="1646771"/>
                      <a:pt x="1221492" y="1646771"/>
                    </a:cubicBezTo>
                    <a:lnTo>
                      <a:pt x="1174792" y="1646771"/>
                    </a:lnTo>
                    <a:cubicBezTo>
                      <a:pt x="1160178" y="1646771"/>
                      <a:pt x="1148330" y="1634924"/>
                      <a:pt x="1148330" y="1620309"/>
                    </a:cubicBezTo>
                    <a:lnTo>
                      <a:pt x="1148330" y="1573609"/>
                    </a:lnTo>
                    <a:cubicBezTo>
                      <a:pt x="1148330" y="1558995"/>
                      <a:pt x="1160178" y="1547147"/>
                      <a:pt x="1174792" y="1547147"/>
                    </a:cubicBezTo>
                    <a:close/>
                    <a:moveTo>
                      <a:pt x="1025670" y="1547147"/>
                    </a:moveTo>
                    <a:lnTo>
                      <a:pt x="1072369" y="1547147"/>
                    </a:lnTo>
                    <a:cubicBezTo>
                      <a:pt x="1086984" y="1547147"/>
                      <a:pt x="1098832" y="1558995"/>
                      <a:pt x="1098832" y="1573609"/>
                    </a:cubicBezTo>
                    <a:lnTo>
                      <a:pt x="1098832" y="1620309"/>
                    </a:lnTo>
                    <a:cubicBezTo>
                      <a:pt x="1098832" y="1634924"/>
                      <a:pt x="1086984" y="1646771"/>
                      <a:pt x="1072369" y="1646771"/>
                    </a:cubicBezTo>
                    <a:lnTo>
                      <a:pt x="1025670" y="1646771"/>
                    </a:lnTo>
                    <a:cubicBezTo>
                      <a:pt x="1011055" y="1646771"/>
                      <a:pt x="999207" y="1634924"/>
                      <a:pt x="999207" y="1620309"/>
                    </a:cubicBezTo>
                    <a:lnTo>
                      <a:pt x="999207" y="1573609"/>
                    </a:lnTo>
                    <a:cubicBezTo>
                      <a:pt x="999207" y="1558995"/>
                      <a:pt x="1011055" y="1547147"/>
                      <a:pt x="1025670" y="1547147"/>
                    </a:cubicBezTo>
                    <a:close/>
                    <a:moveTo>
                      <a:pt x="2504665" y="1505875"/>
                    </a:moveTo>
                    <a:cubicBezTo>
                      <a:pt x="2501347" y="1505875"/>
                      <a:pt x="2498657" y="1508565"/>
                      <a:pt x="2498657" y="1511883"/>
                    </a:cubicBezTo>
                    <a:lnTo>
                      <a:pt x="2498657" y="1535912"/>
                    </a:lnTo>
                    <a:cubicBezTo>
                      <a:pt x="2498657" y="1539230"/>
                      <a:pt x="2501347" y="1541920"/>
                      <a:pt x="2504665" y="1541920"/>
                    </a:cubicBezTo>
                    <a:lnTo>
                      <a:pt x="2893211" y="1541920"/>
                    </a:lnTo>
                    <a:cubicBezTo>
                      <a:pt x="2896529" y="1541920"/>
                      <a:pt x="2899219" y="1539230"/>
                      <a:pt x="2899219" y="1535912"/>
                    </a:cubicBezTo>
                    <a:lnTo>
                      <a:pt x="2899219" y="1511883"/>
                    </a:lnTo>
                    <a:cubicBezTo>
                      <a:pt x="2899219" y="1508565"/>
                      <a:pt x="2896529" y="1505875"/>
                      <a:pt x="2893211" y="1505875"/>
                    </a:cubicBezTo>
                    <a:close/>
                    <a:moveTo>
                      <a:pt x="2504665" y="1422733"/>
                    </a:moveTo>
                    <a:cubicBezTo>
                      <a:pt x="2501347" y="1422733"/>
                      <a:pt x="2498657" y="1425422"/>
                      <a:pt x="2498657" y="1428740"/>
                    </a:cubicBezTo>
                    <a:lnTo>
                      <a:pt x="2498657" y="1452770"/>
                    </a:lnTo>
                    <a:cubicBezTo>
                      <a:pt x="2498657" y="1456088"/>
                      <a:pt x="2501347" y="1458777"/>
                      <a:pt x="2504665" y="1458777"/>
                    </a:cubicBezTo>
                    <a:lnTo>
                      <a:pt x="2893211" y="1458777"/>
                    </a:lnTo>
                    <a:cubicBezTo>
                      <a:pt x="2896529" y="1458777"/>
                      <a:pt x="2899219" y="1456088"/>
                      <a:pt x="2899219" y="1452770"/>
                    </a:cubicBezTo>
                    <a:lnTo>
                      <a:pt x="2899219" y="1428740"/>
                    </a:lnTo>
                    <a:cubicBezTo>
                      <a:pt x="2899219" y="1425422"/>
                      <a:pt x="2896529" y="1422733"/>
                      <a:pt x="2893211" y="1422733"/>
                    </a:cubicBezTo>
                    <a:close/>
                    <a:moveTo>
                      <a:pt x="1324542" y="1401225"/>
                    </a:moveTo>
                    <a:lnTo>
                      <a:pt x="1371242" y="1401225"/>
                    </a:lnTo>
                    <a:cubicBezTo>
                      <a:pt x="1385857" y="1401225"/>
                      <a:pt x="1397704" y="1413073"/>
                      <a:pt x="1397704" y="1427687"/>
                    </a:cubicBezTo>
                    <a:lnTo>
                      <a:pt x="1397704" y="1474387"/>
                    </a:lnTo>
                    <a:cubicBezTo>
                      <a:pt x="1397704" y="1489001"/>
                      <a:pt x="1385857" y="1500849"/>
                      <a:pt x="1371242" y="1500849"/>
                    </a:cubicBezTo>
                    <a:lnTo>
                      <a:pt x="1324542" y="1500849"/>
                    </a:lnTo>
                    <a:cubicBezTo>
                      <a:pt x="1309928" y="1500849"/>
                      <a:pt x="1298080" y="1489001"/>
                      <a:pt x="1298080" y="1474387"/>
                    </a:cubicBezTo>
                    <a:lnTo>
                      <a:pt x="1298080" y="1427687"/>
                    </a:lnTo>
                    <a:cubicBezTo>
                      <a:pt x="1298080" y="1413073"/>
                      <a:pt x="1309928" y="1401225"/>
                      <a:pt x="1324542" y="1401225"/>
                    </a:cubicBezTo>
                    <a:close/>
                    <a:moveTo>
                      <a:pt x="1174792" y="1401225"/>
                    </a:moveTo>
                    <a:lnTo>
                      <a:pt x="1221492" y="1401225"/>
                    </a:lnTo>
                    <a:cubicBezTo>
                      <a:pt x="1236107" y="1401225"/>
                      <a:pt x="1247954" y="1413073"/>
                      <a:pt x="1247954" y="1427687"/>
                    </a:cubicBezTo>
                    <a:lnTo>
                      <a:pt x="1247954" y="1474387"/>
                    </a:lnTo>
                    <a:cubicBezTo>
                      <a:pt x="1247954" y="1489001"/>
                      <a:pt x="1236107" y="1500849"/>
                      <a:pt x="1221492" y="1500849"/>
                    </a:cubicBezTo>
                    <a:lnTo>
                      <a:pt x="1174792" y="1500849"/>
                    </a:lnTo>
                    <a:cubicBezTo>
                      <a:pt x="1160178" y="1500849"/>
                      <a:pt x="1148330" y="1489001"/>
                      <a:pt x="1148330" y="1474387"/>
                    </a:cubicBezTo>
                    <a:lnTo>
                      <a:pt x="1148330" y="1427687"/>
                    </a:lnTo>
                    <a:cubicBezTo>
                      <a:pt x="1148330" y="1413073"/>
                      <a:pt x="1160178" y="1401225"/>
                      <a:pt x="1174792" y="1401225"/>
                    </a:cubicBezTo>
                    <a:close/>
                    <a:moveTo>
                      <a:pt x="1025670" y="1401225"/>
                    </a:moveTo>
                    <a:lnTo>
                      <a:pt x="1072369" y="1401225"/>
                    </a:lnTo>
                    <a:cubicBezTo>
                      <a:pt x="1086984" y="1401225"/>
                      <a:pt x="1098832" y="1413073"/>
                      <a:pt x="1098832" y="1427687"/>
                    </a:cubicBezTo>
                    <a:lnTo>
                      <a:pt x="1098832" y="1474387"/>
                    </a:lnTo>
                    <a:cubicBezTo>
                      <a:pt x="1098832" y="1489001"/>
                      <a:pt x="1086984" y="1500849"/>
                      <a:pt x="1072369" y="1500849"/>
                    </a:cubicBezTo>
                    <a:lnTo>
                      <a:pt x="1025670" y="1500849"/>
                    </a:lnTo>
                    <a:cubicBezTo>
                      <a:pt x="1011055" y="1500849"/>
                      <a:pt x="999207" y="1489001"/>
                      <a:pt x="999207" y="1474387"/>
                    </a:cubicBezTo>
                    <a:lnTo>
                      <a:pt x="999207" y="1427687"/>
                    </a:lnTo>
                    <a:cubicBezTo>
                      <a:pt x="999207" y="1413073"/>
                      <a:pt x="1011055" y="1401225"/>
                      <a:pt x="1025670" y="1401225"/>
                    </a:cubicBezTo>
                    <a:close/>
                    <a:moveTo>
                      <a:pt x="2504665" y="1339590"/>
                    </a:moveTo>
                    <a:cubicBezTo>
                      <a:pt x="2501347" y="1339590"/>
                      <a:pt x="2498657" y="1342280"/>
                      <a:pt x="2498657" y="1345598"/>
                    </a:cubicBezTo>
                    <a:lnTo>
                      <a:pt x="2498657" y="1369628"/>
                    </a:lnTo>
                    <a:cubicBezTo>
                      <a:pt x="2498657" y="1372945"/>
                      <a:pt x="2501347" y="1375635"/>
                      <a:pt x="2504665" y="1375635"/>
                    </a:cubicBezTo>
                    <a:lnTo>
                      <a:pt x="2893211" y="1375635"/>
                    </a:lnTo>
                    <a:cubicBezTo>
                      <a:pt x="2896529" y="1375635"/>
                      <a:pt x="2899219" y="1372945"/>
                      <a:pt x="2899219" y="1369628"/>
                    </a:cubicBezTo>
                    <a:lnTo>
                      <a:pt x="2899219" y="1345598"/>
                    </a:lnTo>
                    <a:cubicBezTo>
                      <a:pt x="2899219" y="1342280"/>
                      <a:pt x="2896529" y="1339590"/>
                      <a:pt x="2893211" y="1339590"/>
                    </a:cubicBezTo>
                    <a:close/>
                    <a:moveTo>
                      <a:pt x="2088232" y="1285358"/>
                    </a:moveTo>
                    <a:lnTo>
                      <a:pt x="2088232" y="1938513"/>
                    </a:lnTo>
                    <a:lnTo>
                      <a:pt x="2504773" y="1611936"/>
                    </a:lnTo>
                    <a:close/>
                    <a:moveTo>
                      <a:pt x="3314199" y="1280118"/>
                    </a:moveTo>
                    <a:lnTo>
                      <a:pt x="2897658" y="1608841"/>
                    </a:lnTo>
                    <a:lnTo>
                      <a:pt x="3314199" y="1937564"/>
                    </a:lnTo>
                    <a:close/>
                    <a:moveTo>
                      <a:pt x="1527230" y="1221901"/>
                    </a:moveTo>
                    <a:cubicBezTo>
                      <a:pt x="1521727" y="1221901"/>
                      <a:pt x="1517267" y="1226362"/>
                      <a:pt x="1517267" y="1231864"/>
                    </a:cubicBezTo>
                    <a:lnTo>
                      <a:pt x="1517267" y="1271713"/>
                    </a:lnTo>
                    <a:cubicBezTo>
                      <a:pt x="1517267" y="1277215"/>
                      <a:pt x="1521727" y="1281676"/>
                      <a:pt x="1527230" y="1281676"/>
                    </a:cubicBezTo>
                    <a:lnTo>
                      <a:pt x="1732319" y="1281676"/>
                    </a:lnTo>
                    <a:cubicBezTo>
                      <a:pt x="1737821" y="1281676"/>
                      <a:pt x="1742281" y="1277215"/>
                      <a:pt x="1742281" y="1271713"/>
                    </a:cubicBezTo>
                    <a:lnTo>
                      <a:pt x="1742281" y="1231864"/>
                    </a:lnTo>
                    <a:cubicBezTo>
                      <a:pt x="1742281" y="1226362"/>
                      <a:pt x="1737821" y="1221901"/>
                      <a:pt x="1732319" y="1221901"/>
                    </a:cubicBezTo>
                    <a:close/>
                    <a:moveTo>
                      <a:pt x="666834" y="1221901"/>
                    </a:moveTo>
                    <a:cubicBezTo>
                      <a:pt x="661332" y="1221901"/>
                      <a:pt x="656871" y="1226362"/>
                      <a:pt x="656871" y="1231864"/>
                    </a:cubicBezTo>
                    <a:lnTo>
                      <a:pt x="656871" y="1271713"/>
                    </a:lnTo>
                    <a:cubicBezTo>
                      <a:pt x="656871" y="1277215"/>
                      <a:pt x="661332" y="1281676"/>
                      <a:pt x="666834" y="1281676"/>
                    </a:cubicBezTo>
                    <a:lnTo>
                      <a:pt x="871923" y="1281676"/>
                    </a:lnTo>
                    <a:cubicBezTo>
                      <a:pt x="877425" y="1281676"/>
                      <a:pt x="881885" y="1277215"/>
                      <a:pt x="881885" y="1271713"/>
                    </a:cubicBezTo>
                    <a:lnTo>
                      <a:pt x="881885" y="1231864"/>
                    </a:lnTo>
                    <a:cubicBezTo>
                      <a:pt x="881885" y="1226362"/>
                      <a:pt x="877425" y="1221901"/>
                      <a:pt x="871923" y="1221901"/>
                    </a:cubicBezTo>
                    <a:close/>
                    <a:moveTo>
                      <a:pt x="1052149" y="1111644"/>
                    </a:moveTo>
                    <a:cubicBezTo>
                      <a:pt x="1044919" y="1111644"/>
                      <a:pt x="1039057" y="1117506"/>
                      <a:pt x="1039057" y="1124736"/>
                    </a:cubicBezTo>
                    <a:lnTo>
                      <a:pt x="1039057" y="1168203"/>
                    </a:lnTo>
                    <a:lnTo>
                      <a:pt x="1009466" y="1168203"/>
                    </a:lnTo>
                    <a:cubicBezTo>
                      <a:pt x="969193" y="1174775"/>
                      <a:pt x="956437" y="1243393"/>
                      <a:pt x="940007" y="1277093"/>
                    </a:cubicBezTo>
                    <a:cubicBezTo>
                      <a:pt x="776268" y="1309492"/>
                      <a:pt x="775043" y="1328679"/>
                      <a:pt x="736793" y="1421744"/>
                    </a:cubicBezTo>
                    <a:lnTo>
                      <a:pt x="648072" y="1812480"/>
                    </a:lnTo>
                    <a:cubicBezTo>
                      <a:pt x="648072" y="1882463"/>
                      <a:pt x="704805" y="1939195"/>
                      <a:pt x="774788" y="1939195"/>
                    </a:cubicBezTo>
                    <a:lnTo>
                      <a:pt x="1183772" y="1939195"/>
                    </a:lnTo>
                    <a:lnTo>
                      <a:pt x="1198456" y="1939195"/>
                    </a:lnTo>
                    <a:lnTo>
                      <a:pt x="1607440" y="1939195"/>
                    </a:lnTo>
                    <a:cubicBezTo>
                      <a:pt x="1677423" y="1939195"/>
                      <a:pt x="1734156" y="1882463"/>
                      <a:pt x="1734156" y="1812480"/>
                    </a:cubicBezTo>
                    <a:lnTo>
                      <a:pt x="1645435" y="1421744"/>
                    </a:lnTo>
                    <a:cubicBezTo>
                      <a:pt x="1607185" y="1328679"/>
                      <a:pt x="1605960" y="1309492"/>
                      <a:pt x="1442221" y="1277093"/>
                    </a:cubicBezTo>
                    <a:cubicBezTo>
                      <a:pt x="1425791" y="1243393"/>
                      <a:pt x="1413035" y="1174775"/>
                      <a:pt x="1372762" y="1168203"/>
                    </a:cubicBezTo>
                    <a:lnTo>
                      <a:pt x="1357854" y="1168203"/>
                    </a:lnTo>
                    <a:lnTo>
                      <a:pt x="1357854" y="1124736"/>
                    </a:lnTo>
                    <a:cubicBezTo>
                      <a:pt x="1357854" y="1117506"/>
                      <a:pt x="1351993" y="1111644"/>
                      <a:pt x="1344762" y="1111644"/>
                    </a:cubicBezTo>
                    <a:lnTo>
                      <a:pt x="1268702" y="1111644"/>
                    </a:lnTo>
                    <a:cubicBezTo>
                      <a:pt x="1261471" y="1111644"/>
                      <a:pt x="1255610" y="1117506"/>
                      <a:pt x="1255610" y="1124736"/>
                    </a:cubicBezTo>
                    <a:lnTo>
                      <a:pt x="1255610" y="1168203"/>
                    </a:lnTo>
                    <a:lnTo>
                      <a:pt x="1198456" y="1168203"/>
                    </a:lnTo>
                    <a:lnTo>
                      <a:pt x="1183772" y="1168203"/>
                    </a:lnTo>
                    <a:lnTo>
                      <a:pt x="1141302" y="1168203"/>
                    </a:lnTo>
                    <a:lnTo>
                      <a:pt x="1141302" y="1124736"/>
                    </a:lnTo>
                    <a:cubicBezTo>
                      <a:pt x="1141302" y="1117506"/>
                      <a:pt x="1135440" y="1111644"/>
                      <a:pt x="1128210" y="1111644"/>
                    </a:cubicBezTo>
                    <a:close/>
                    <a:moveTo>
                      <a:pt x="2705133" y="840243"/>
                    </a:moveTo>
                    <a:lnTo>
                      <a:pt x="2088233" y="1255464"/>
                    </a:lnTo>
                    <a:lnTo>
                      <a:pt x="2299068" y="1414858"/>
                    </a:lnTo>
                    <a:lnTo>
                      <a:pt x="2299068" y="1228076"/>
                    </a:lnTo>
                    <a:lnTo>
                      <a:pt x="3108494" y="1228076"/>
                    </a:lnTo>
                    <a:lnTo>
                      <a:pt x="3108494" y="1416902"/>
                    </a:lnTo>
                    <a:lnTo>
                      <a:pt x="3322033" y="1255464"/>
                    </a:lnTo>
                    <a:lnTo>
                      <a:pt x="3322033" y="1255464"/>
                    </a:lnTo>
                    <a:close/>
                    <a:moveTo>
                      <a:pt x="1195706" y="835207"/>
                    </a:moveTo>
                    <a:lnTo>
                      <a:pt x="1195706" y="835221"/>
                    </a:lnTo>
                    <a:cubicBezTo>
                      <a:pt x="866618" y="834160"/>
                      <a:pt x="692194" y="969423"/>
                      <a:pt x="665970" y="1132153"/>
                    </a:cubicBezTo>
                    <a:cubicBezTo>
                      <a:pt x="665970" y="1145595"/>
                      <a:pt x="659622" y="1181725"/>
                      <a:pt x="663418" y="1194550"/>
                    </a:cubicBezTo>
                    <a:lnTo>
                      <a:pt x="878440" y="1194550"/>
                    </a:lnTo>
                    <a:cubicBezTo>
                      <a:pt x="887485" y="1007425"/>
                      <a:pt x="1085027" y="1006045"/>
                      <a:pt x="1195706" y="1007712"/>
                    </a:cubicBezTo>
                    <a:lnTo>
                      <a:pt x="1195706" y="1007714"/>
                    </a:lnTo>
                    <a:cubicBezTo>
                      <a:pt x="1195809" y="1007712"/>
                      <a:pt x="1195911" y="1007710"/>
                      <a:pt x="1196014" y="1007712"/>
                    </a:cubicBezTo>
                    <a:lnTo>
                      <a:pt x="1196322" y="1007714"/>
                    </a:lnTo>
                    <a:lnTo>
                      <a:pt x="1196322" y="1007712"/>
                    </a:lnTo>
                    <a:cubicBezTo>
                      <a:pt x="1307001" y="1006045"/>
                      <a:pt x="1504542" y="1007425"/>
                      <a:pt x="1513587" y="1194550"/>
                    </a:cubicBezTo>
                    <a:lnTo>
                      <a:pt x="1728609" y="1194550"/>
                    </a:lnTo>
                    <a:cubicBezTo>
                      <a:pt x="1732405" y="1181725"/>
                      <a:pt x="1726057" y="1145595"/>
                      <a:pt x="1726057" y="1132153"/>
                    </a:cubicBezTo>
                    <a:cubicBezTo>
                      <a:pt x="1699834" y="969423"/>
                      <a:pt x="1525410" y="834160"/>
                      <a:pt x="1196322" y="835221"/>
                    </a:cubicBezTo>
                    <a:lnTo>
                      <a:pt x="1196322" y="835207"/>
                    </a:lnTo>
                    <a:cubicBezTo>
                      <a:pt x="1196219" y="835207"/>
                      <a:pt x="1196117" y="835206"/>
                      <a:pt x="1196014" y="835214"/>
                    </a:cubicBezTo>
                    <a:close/>
                    <a:moveTo>
                      <a:pt x="713043" y="263029"/>
                    </a:moveTo>
                    <a:lnTo>
                      <a:pt x="3158596" y="263029"/>
                    </a:lnTo>
                    <a:cubicBezTo>
                      <a:pt x="3365555" y="263029"/>
                      <a:pt x="3533328" y="430802"/>
                      <a:pt x="3533328" y="637761"/>
                    </a:cubicBezTo>
                    <a:lnTo>
                      <a:pt x="3533328" y="2136642"/>
                    </a:lnTo>
                    <a:cubicBezTo>
                      <a:pt x="3533328" y="2343601"/>
                      <a:pt x="3365555" y="2511374"/>
                      <a:pt x="3158596" y="2511374"/>
                    </a:cubicBezTo>
                    <a:lnTo>
                      <a:pt x="713043" y="2511374"/>
                    </a:lnTo>
                    <a:cubicBezTo>
                      <a:pt x="506084" y="2511374"/>
                      <a:pt x="338311" y="2343601"/>
                      <a:pt x="338311" y="2136642"/>
                    </a:cubicBezTo>
                    <a:lnTo>
                      <a:pt x="338311" y="637761"/>
                    </a:lnTo>
                    <a:cubicBezTo>
                      <a:pt x="338311" y="430802"/>
                      <a:pt x="506084" y="263029"/>
                      <a:pt x="713043" y="263029"/>
                    </a:cubicBezTo>
                    <a:close/>
                    <a:moveTo>
                      <a:pt x="593824" y="142875"/>
                    </a:moveTo>
                    <a:cubicBezTo>
                      <a:pt x="365814" y="142875"/>
                      <a:pt x="180975" y="327714"/>
                      <a:pt x="180975" y="555724"/>
                    </a:cubicBezTo>
                    <a:lnTo>
                      <a:pt x="180975" y="2207068"/>
                    </a:lnTo>
                    <a:cubicBezTo>
                      <a:pt x="180975" y="2435078"/>
                      <a:pt x="365814" y="2619917"/>
                      <a:pt x="593824" y="2619917"/>
                    </a:cubicBezTo>
                    <a:lnTo>
                      <a:pt x="3288134" y="2619917"/>
                    </a:lnTo>
                    <a:cubicBezTo>
                      <a:pt x="3516144" y="2619917"/>
                      <a:pt x="3700983" y="2435078"/>
                      <a:pt x="3700983" y="2207068"/>
                    </a:cubicBezTo>
                    <a:lnTo>
                      <a:pt x="3700983" y="555724"/>
                    </a:lnTo>
                    <a:cubicBezTo>
                      <a:pt x="3700983" y="327714"/>
                      <a:pt x="3516144" y="142875"/>
                      <a:pt x="3288134" y="142875"/>
                    </a:cubicBezTo>
                    <a:close/>
                    <a:moveTo>
                      <a:pt x="456060" y="0"/>
                    </a:moveTo>
                    <a:lnTo>
                      <a:pt x="3432372" y="0"/>
                    </a:lnTo>
                    <a:cubicBezTo>
                      <a:pt x="3684247" y="0"/>
                      <a:pt x="3888432" y="204185"/>
                      <a:pt x="3888432" y="456060"/>
                    </a:cubicBezTo>
                    <a:lnTo>
                      <a:pt x="3888432" y="2280244"/>
                    </a:lnTo>
                    <a:cubicBezTo>
                      <a:pt x="3888432" y="2532119"/>
                      <a:pt x="3684247" y="2736304"/>
                      <a:pt x="3432372" y="2736304"/>
                    </a:cubicBezTo>
                    <a:lnTo>
                      <a:pt x="456060" y="2736304"/>
                    </a:lnTo>
                    <a:cubicBezTo>
                      <a:pt x="204185" y="2736304"/>
                      <a:pt x="0" y="2532119"/>
                      <a:pt x="0" y="2280244"/>
                    </a:cubicBezTo>
                    <a:lnTo>
                      <a:pt x="0" y="456060"/>
                    </a:lnTo>
                    <a:cubicBezTo>
                      <a:pt x="0" y="204185"/>
                      <a:pt x="204185" y="0"/>
                      <a:pt x="456060"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291" name="Google Shape;3291;p58"/>
              <p:cNvSpPr/>
              <p:nvPr/>
            </p:nvSpPr>
            <p:spPr>
              <a:xfrm>
                <a:off x="9698244" y="5398653"/>
                <a:ext cx="300703" cy="366439"/>
              </a:xfrm>
              <a:custGeom>
                <a:rect b="b" l="l" r="r" t="t"/>
                <a:pathLst>
                  <a:path extrusionOk="0" h="3949460" w="3240944">
                    <a:moveTo>
                      <a:pt x="2411668" y="919204"/>
                    </a:moveTo>
                    <a:cubicBezTo>
                      <a:pt x="2652037" y="921566"/>
                      <a:pt x="2997179" y="1088232"/>
                      <a:pt x="3147060" y="1333480"/>
                    </a:cubicBezTo>
                    <a:cubicBezTo>
                      <a:pt x="2837519" y="1559133"/>
                      <a:pt x="2713715" y="1818123"/>
                      <a:pt x="2716116" y="2148550"/>
                    </a:cubicBezTo>
                    <a:cubicBezTo>
                      <a:pt x="2724370" y="2506677"/>
                      <a:pt x="2937416" y="2788602"/>
                      <a:pt x="3240944" y="2908604"/>
                    </a:cubicBezTo>
                    <a:cubicBezTo>
                      <a:pt x="3111039" y="3296832"/>
                      <a:pt x="2835874" y="3920800"/>
                      <a:pt x="2360688" y="3949460"/>
                    </a:cubicBezTo>
                    <a:cubicBezTo>
                      <a:pt x="2104982" y="3948826"/>
                      <a:pt x="1887379" y="3871989"/>
                      <a:pt x="1655487" y="3790391"/>
                    </a:cubicBezTo>
                    <a:cubicBezTo>
                      <a:pt x="1465920" y="3881513"/>
                      <a:pt x="1178719" y="3984543"/>
                      <a:pt x="936764" y="3932790"/>
                    </a:cubicBezTo>
                    <a:cubicBezTo>
                      <a:pt x="634032" y="3867349"/>
                      <a:pt x="33306" y="3304229"/>
                      <a:pt x="0" y="2002921"/>
                    </a:cubicBezTo>
                    <a:cubicBezTo>
                      <a:pt x="5122" y="1625861"/>
                      <a:pt x="224231" y="988116"/>
                      <a:pt x="1004287" y="951010"/>
                    </a:cubicBezTo>
                    <a:cubicBezTo>
                      <a:pt x="1237754" y="955627"/>
                      <a:pt x="1430737" y="1013358"/>
                      <a:pt x="1654678" y="1150601"/>
                    </a:cubicBezTo>
                    <a:cubicBezTo>
                      <a:pt x="1907007" y="1025844"/>
                      <a:pt x="2042657" y="934423"/>
                      <a:pt x="2411668" y="919204"/>
                    </a:cubicBezTo>
                    <a:close/>
                    <a:moveTo>
                      <a:pt x="2423572" y="0"/>
                    </a:moveTo>
                    <a:cubicBezTo>
                      <a:pt x="2449670" y="236641"/>
                      <a:pt x="2449574" y="370890"/>
                      <a:pt x="2275646" y="605149"/>
                    </a:cubicBezTo>
                    <a:cubicBezTo>
                      <a:pt x="2098536" y="787863"/>
                      <a:pt x="1909519" y="903902"/>
                      <a:pt x="1627634" y="908022"/>
                    </a:cubicBezTo>
                    <a:cubicBezTo>
                      <a:pt x="1601565" y="662380"/>
                      <a:pt x="1689794" y="371496"/>
                      <a:pt x="1823269" y="256823"/>
                    </a:cubicBezTo>
                    <a:cubicBezTo>
                      <a:pt x="1945582" y="131527"/>
                      <a:pt x="2156003" y="39571"/>
                      <a:pt x="2423572" y="0"/>
                    </a:cubicBez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292" name="Google Shape;3292;p58"/>
              <p:cNvSpPr/>
              <p:nvPr/>
            </p:nvSpPr>
            <p:spPr>
              <a:xfrm>
                <a:off x="7800500" y="2582839"/>
                <a:ext cx="300170" cy="347427"/>
              </a:xfrm>
              <a:custGeom>
                <a:rect b="b" l="l" r="r" t="t"/>
                <a:pathLst>
                  <a:path extrusionOk="0" h="3842533" w="3319870">
                    <a:moveTo>
                      <a:pt x="579936" y="1296382"/>
                    </a:moveTo>
                    <a:lnTo>
                      <a:pt x="2739936" y="1296382"/>
                    </a:lnTo>
                    <a:lnTo>
                      <a:pt x="2739936" y="2796543"/>
                    </a:lnTo>
                    <a:cubicBezTo>
                      <a:pt x="2739936" y="2962250"/>
                      <a:pt x="2605604" y="3096582"/>
                      <a:pt x="2439897" y="3096582"/>
                    </a:cubicBezTo>
                    <a:lnTo>
                      <a:pt x="2272003" y="3096582"/>
                    </a:lnTo>
                    <a:lnTo>
                      <a:pt x="2272003" y="3590505"/>
                    </a:lnTo>
                    <a:cubicBezTo>
                      <a:pt x="2272003" y="3729696"/>
                      <a:pt x="2159166" y="3842533"/>
                      <a:pt x="2019975" y="3842533"/>
                    </a:cubicBezTo>
                    <a:cubicBezTo>
                      <a:pt x="1880784" y="3842533"/>
                      <a:pt x="1767947" y="3729696"/>
                      <a:pt x="1767947" y="3590505"/>
                    </a:cubicBezTo>
                    <a:lnTo>
                      <a:pt x="1767947" y="3096582"/>
                    </a:lnTo>
                    <a:lnTo>
                      <a:pt x="1492066" y="3096582"/>
                    </a:lnTo>
                    <a:lnTo>
                      <a:pt x="1492066" y="3590505"/>
                    </a:lnTo>
                    <a:cubicBezTo>
                      <a:pt x="1492066" y="3729696"/>
                      <a:pt x="1379229" y="3842533"/>
                      <a:pt x="1240038" y="3842533"/>
                    </a:cubicBezTo>
                    <a:cubicBezTo>
                      <a:pt x="1100847" y="3842533"/>
                      <a:pt x="988010" y="3729696"/>
                      <a:pt x="988010" y="3590505"/>
                    </a:cubicBezTo>
                    <a:lnTo>
                      <a:pt x="988010" y="3096582"/>
                    </a:lnTo>
                    <a:lnTo>
                      <a:pt x="879975" y="3096582"/>
                    </a:lnTo>
                    <a:cubicBezTo>
                      <a:pt x="714268" y="3096582"/>
                      <a:pt x="579936" y="2962250"/>
                      <a:pt x="579936" y="2796543"/>
                    </a:cubicBezTo>
                    <a:close/>
                    <a:moveTo>
                      <a:pt x="3067842" y="1281925"/>
                    </a:moveTo>
                    <a:cubicBezTo>
                      <a:pt x="3207033" y="1281925"/>
                      <a:pt x="3319870" y="1394762"/>
                      <a:pt x="3319870" y="1533953"/>
                    </a:cubicBezTo>
                    <a:lnTo>
                      <a:pt x="3319870" y="2505897"/>
                    </a:lnTo>
                    <a:cubicBezTo>
                      <a:pt x="3319870" y="2645088"/>
                      <a:pt x="3207033" y="2757925"/>
                      <a:pt x="3067842" y="2757925"/>
                    </a:cubicBezTo>
                    <a:cubicBezTo>
                      <a:pt x="2928651" y="2757925"/>
                      <a:pt x="2815814" y="2645088"/>
                      <a:pt x="2815814" y="2505897"/>
                    </a:cubicBezTo>
                    <a:lnTo>
                      <a:pt x="2815814" y="1533953"/>
                    </a:lnTo>
                    <a:cubicBezTo>
                      <a:pt x="2815814" y="1394762"/>
                      <a:pt x="2928651" y="1281925"/>
                      <a:pt x="3067842" y="1281925"/>
                    </a:cubicBezTo>
                    <a:close/>
                    <a:moveTo>
                      <a:pt x="252028" y="1281925"/>
                    </a:moveTo>
                    <a:cubicBezTo>
                      <a:pt x="391219" y="1281925"/>
                      <a:pt x="504056" y="1394762"/>
                      <a:pt x="504056" y="1533953"/>
                    </a:cubicBezTo>
                    <a:lnTo>
                      <a:pt x="504056" y="2505897"/>
                    </a:lnTo>
                    <a:cubicBezTo>
                      <a:pt x="504056" y="2645088"/>
                      <a:pt x="391219" y="2757925"/>
                      <a:pt x="252028" y="2757925"/>
                    </a:cubicBezTo>
                    <a:cubicBezTo>
                      <a:pt x="112837" y="2757925"/>
                      <a:pt x="0" y="2645088"/>
                      <a:pt x="0" y="2505897"/>
                    </a:cubicBezTo>
                    <a:lnTo>
                      <a:pt x="0" y="1533953"/>
                    </a:lnTo>
                    <a:cubicBezTo>
                      <a:pt x="0" y="1394762"/>
                      <a:pt x="112837" y="1281925"/>
                      <a:pt x="252028" y="1281925"/>
                    </a:cubicBezTo>
                    <a:close/>
                    <a:moveTo>
                      <a:pt x="2134062" y="558521"/>
                    </a:moveTo>
                    <a:cubicBezTo>
                      <a:pt x="2073373" y="558521"/>
                      <a:pt x="2024174" y="607720"/>
                      <a:pt x="2024174" y="668409"/>
                    </a:cubicBezTo>
                    <a:cubicBezTo>
                      <a:pt x="2024174" y="729098"/>
                      <a:pt x="2073373" y="778297"/>
                      <a:pt x="2134062" y="778297"/>
                    </a:cubicBezTo>
                    <a:cubicBezTo>
                      <a:pt x="2194751" y="778297"/>
                      <a:pt x="2243950" y="729098"/>
                      <a:pt x="2243950" y="668409"/>
                    </a:cubicBezTo>
                    <a:cubicBezTo>
                      <a:pt x="2243950" y="607720"/>
                      <a:pt x="2194751" y="558521"/>
                      <a:pt x="2134062" y="558521"/>
                    </a:cubicBezTo>
                    <a:close/>
                    <a:moveTo>
                      <a:pt x="1177409" y="558521"/>
                    </a:moveTo>
                    <a:cubicBezTo>
                      <a:pt x="1116720" y="558521"/>
                      <a:pt x="1067521" y="607720"/>
                      <a:pt x="1067521" y="668409"/>
                    </a:cubicBezTo>
                    <a:cubicBezTo>
                      <a:pt x="1067521" y="729098"/>
                      <a:pt x="1116720" y="778297"/>
                      <a:pt x="1177409" y="778297"/>
                    </a:cubicBezTo>
                    <a:cubicBezTo>
                      <a:pt x="1238098" y="778297"/>
                      <a:pt x="1287297" y="729098"/>
                      <a:pt x="1287297" y="668409"/>
                    </a:cubicBezTo>
                    <a:cubicBezTo>
                      <a:pt x="1287297" y="607720"/>
                      <a:pt x="1238098" y="558521"/>
                      <a:pt x="1177409" y="558521"/>
                    </a:cubicBezTo>
                    <a:close/>
                    <a:moveTo>
                      <a:pt x="1041854" y="0"/>
                    </a:moveTo>
                    <a:lnTo>
                      <a:pt x="1215617" y="300965"/>
                    </a:lnTo>
                    <a:cubicBezTo>
                      <a:pt x="1350827" y="238508"/>
                      <a:pt x="1501239" y="204386"/>
                      <a:pt x="1659158" y="204272"/>
                    </a:cubicBezTo>
                    <a:cubicBezTo>
                      <a:pt x="1823689" y="204153"/>
                      <a:pt x="1980124" y="240963"/>
                      <a:pt x="2119837" y="308065"/>
                    </a:cubicBezTo>
                    <a:lnTo>
                      <a:pt x="2297698" y="0"/>
                    </a:lnTo>
                    <a:lnTo>
                      <a:pt x="2391229" y="54000"/>
                    </a:lnTo>
                    <a:lnTo>
                      <a:pt x="2215205" y="358882"/>
                    </a:lnTo>
                    <a:cubicBezTo>
                      <a:pt x="2507692" y="533629"/>
                      <a:pt x="2710924" y="843756"/>
                      <a:pt x="2737127" y="1206450"/>
                    </a:cubicBezTo>
                    <a:cubicBezTo>
                      <a:pt x="2018962" y="1206967"/>
                      <a:pt x="1300797" y="1207483"/>
                      <a:pt x="582632" y="1208000"/>
                    </a:cubicBezTo>
                    <a:cubicBezTo>
                      <a:pt x="608780" y="838665"/>
                      <a:pt x="818541" y="523565"/>
                      <a:pt x="1119462" y="350420"/>
                    </a:cubicBezTo>
                    <a:lnTo>
                      <a:pt x="948323" y="5400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293" name="Google Shape;3293;p58"/>
              <p:cNvSpPr/>
              <p:nvPr/>
            </p:nvSpPr>
            <p:spPr>
              <a:xfrm>
                <a:off x="10645011" y="2518278"/>
                <a:ext cx="340001" cy="338281"/>
              </a:xfrm>
              <a:custGeom>
                <a:rect b="b" l="l" r="r" t="t"/>
                <a:pathLst>
                  <a:path extrusionOk="0" h="2941055" w="2956013">
                    <a:moveTo>
                      <a:pt x="2169165" y="2259549"/>
                    </a:moveTo>
                    <a:cubicBezTo>
                      <a:pt x="2305163" y="2320579"/>
                      <a:pt x="2430502" y="2400997"/>
                      <a:pt x="2542352" y="2496872"/>
                    </a:cubicBezTo>
                    <a:cubicBezTo>
                      <a:pt x="2303978" y="2744099"/>
                      <a:pt x="1979593" y="2907447"/>
                      <a:pt x="1617206" y="2939204"/>
                    </a:cubicBezTo>
                    <a:lnTo>
                      <a:pt x="1588575" y="2925411"/>
                    </a:lnTo>
                    <a:cubicBezTo>
                      <a:pt x="1835671" y="2758142"/>
                      <a:pt x="2037335" y="2529257"/>
                      <a:pt x="2169165" y="2259549"/>
                    </a:cubicBezTo>
                    <a:close/>
                    <a:moveTo>
                      <a:pt x="797309" y="2254509"/>
                    </a:moveTo>
                    <a:cubicBezTo>
                      <a:pt x="928512" y="2525684"/>
                      <a:pt x="1129977" y="2756161"/>
                      <a:pt x="1376879" y="2925229"/>
                    </a:cubicBezTo>
                    <a:cubicBezTo>
                      <a:pt x="1367940" y="2931748"/>
                      <a:pt x="1358086" y="2936536"/>
                      <a:pt x="1348086" y="2941055"/>
                    </a:cubicBezTo>
                    <a:cubicBezTo>
                      <a:pt x="981929" y="2910776"/>
                      <a:pt x="654006" y="2746454"/>
                      <a:pt x="413461" y="2497054"/>
                    </a:cubicBezTo>
                    <a:cubicBezTo>
                      <a:pt x="528278" y="2398621"/>
                      <a:pt x="657289" y="2316447"/>
                      <a:pt x="797309" y="2254509"/>
                    </a:cubicBezTo>
                    <a:close/>
                    <a:moveTo>
                      <a:pt x="1426305" y="2108791"/>
                    </a:moveTo>
                    <a:lnTo>
                      <a:pt x="1426305" y="2824067"/>
                    </a:lnTo>
                    <a:cubicBezTo>
                      <a:pt x="1203050" y="2668305"/>
                      <a:pt x="1020431" y="2458508"/>
                      <a:pt x="899682" y="2212532"/>
                    </a:cubicBezTo>
                    <a:cubicBezTo>
                      <a:pt x="1063835" y="2148883"/>
                      <a:pt x="1241204" y="2112683"/>
                      <a:pt x="1426305" y="2108791"/>
                    </a:cubicBezTo>
                    <a:close/>
                    <a:moveTo>
                      <a:pt x="1527809" y="2108695"/>
                    </a:moveTo>
                    <a:cubicBezTo>
                      <a:pt x="1717707" y="2112557"/>
                      <a:pt x="1899494" y="2150291"/>
                      <a:pt x="2067336" y="2216559"/>
                    </a:cubicBezTo>
                    <a:cubicBezTo>
                      <a:pt x="1943936" y="2466549"/>
                      <a:pt x="1756622" y="2679032"/>
                      <a:pt x="1527809" y="2835300"/>
                    </a:cubicBezTo>
                    <a:close/>
                    <a:moveTo>
                      <a:pt x="2354776" y="1530125"/>
                    </a:moveTo>
                    <a:lnTo>
                      <a:pt x="2955077" y="1530125"/>
                    </a:lnTo>
                    <a:cubicBezTo>
                      <a:pt x="2942393" y="1866074"/>
                      <a:pt x="2817414" y="2173186"/>
                      <a:pt x="2615767" y="2414127"/>
                    </a:cubicBezTo>
                    <a:cubicBezTo>
                      <a:pt x="2496453" y="2311434"/>
                      <a:pt x="2362630" y="2225327"/>
                      <a:pt x="2217376" y="2159975"/>
                    </a:cubicBezTo>
                    <a:cubicBezTo>
                      <a:pt x="2300477" y="1965771"/>
                      <a:pt x="2348521" y="1753185"/>
                      <a:pt x="2354776" y="1530125"/>
                    </a:cubicBezTo>
                    <a:close/>
                    <a:moveTo>
                      <a:pt x="1527809" y="1530125"/>
                    </a:moveTo>
                    <a:lnTo>
                      <a:pt x="2244039" y="1530125"/>
                    </a:lnTo>
                    <a:cubicBezTo>
                      <a:pt x="2237819" y="1737690"/>
                      <a:pt x="2192963" y="1935525"/>
                      <a:pt x="2115825" y="2116496"/>
                    </a:cubicBezTo>
                    <a:cubicBezTo>
                      <a:pt x="1933189" y="2043464"/>
                      <a:pt x="1735000" y="2001899"/>
                      <a:pt x="1527809" y="1997958"/>
                    </a:cubicBezTo>
                    <a:close/>
                    <a:moveTo>
                      <a:pt x="725097" y="1530125"/>
                    </a:moveTo>
                    <a:lnTo>
                      <a:pt x="1426305" y="1530125"/>
                    </a:lnTo>
                    <a:lnTo>
                      <a:pt x="1426305" y="1998054"/>
                    </a:lnTo>
                    <a:cubicBezTo>
                      <a:pt x="1224105" y="2002029"/>
                      <a:pt x="1030504" y="2041966"/>
                      <a:pt x="851699" y="2112283"/>
                    </a:cubicBezTo>
                    <a:cubicBezTo>
                      <a:pt x="775482" y="1932518"/>
                      <a:pt x="731260" y="1736112"/>
                      <a:pt x="725097" y="1530125"/>
                    </a:cubicBezTo>
                    <a:close/>
                    <a:moveTo>
                      <a:pt x="934" y="1530125"/>
                    </a:moveTo>
                    <a:lnTo>
                      <a:pt x="614360" y="1530125"/>
                    </a:lnTo>
                    <a:cubicBezTo>
                      <a:pt x="620543" y="1751166"/>
                      <a:pt x="667772" y="1961919"/>
                      <a:pt x="749235" y="2154869"/>
                    </a:cubicBezTo>
                    <a:cubicBezTo>
                      <a:pt x="599936" y="2221117"/>
                      <a:pt x="462426" y="2308980"/>
                      <a:pt x="340129" y="2414234"/>
                    </a:cubicBezTo>
                    <a:cubicBezTo>
                      <a:pt x="138582" y="2173144"/>
                      <a:pt x="13619" y="1866051"/>
                      <a:pt x="934" y="1530125"/>
                    </a:cubicBezTo>
                    <a:close/>
                    <a:moveTo>
                      <a:pt x="883886" y="768586"/>
                    </a:moveTo>
                    <a:cubicBezTo>
                      <a:pt x="1053566" y="831753"/>
                      <a:pt x="1236128" y="867407"/>
                      <a:pt x="1426305" y="871035"/>
                    </a:cubicBezTo>
                    <a:lnTo>
                      <a:pt x="1426305" y="1428622"/>
                    </a:lnTo>
                    <a:lnTo>
                      <a:pt x="724559" y="1428622"/>
                    </a:lnTo>
                    <a:cubicBezTo>
                      <a:pt x="730221" y="1192426"/>
                      <a:pt x="785872" y="968634"/>
                      <a:pt x="883886" y="768586"/>
                    </a:cubicBezTo>
                    <a:close/>
                    <a:moveTo>
                      <a:pt x="2083288" y="764501"/>
                    </a:moveTo>
                    <a:cubicBezTo>
                      <a:pt x="2182501" y="965616"/>
                      <a:pt x="2238869" y="1190833"/>
                      <a:pt x="2244577" y="1428622"/>
                    </a:cubicBezTo>
                    <a:lnTo>
                      <a:pt x="1527809" y="1428622"/>
                    </a:lnTo>
                    <a:lnTo>
                      <a:pt x="1527809" y="871130"/>
                    </a:lnTo>
                    <a:cubicBezTo>
                      <a:pt x="1722835" y="867528"/>
                      <a:pt x="1909881" y="830382"/>
                      <a:pt x="2083288" y="764501"/>
                    </a:cubicBezTo>
                    <a:close/>
                    <a:moveTo>
                      <a:pt x="375750" y="484510"/>
                    </a:moveTo>
                    <a:cubicBezTo>
                      <a:pt x="497688" y="583858"/>
                      <a:pt x="633678" y="666438"/>
                      <a:pt x="780212" y="729142"/>
                    </a:cubicBezTo>
                    <a:cubicBezTo>
                      <a:pt x="677519" y="941475"/>
                      <a:pt x="619429" y="1178562"/>
                      <a:pt x="613822" y="1428622"/>
                    </a:cubicBezTo>
                    <a:lnTo>
                      <a:pt x="0" y="1428622"/>
                    </a:lnTo>
                    <a:cubicBezTo>
                      <a:pt x="9263" y="1065848"/>
                      <a:pt x="149371" y="735691"/>
                      <a:pt x="375750" y="484510"/>
                    </a:cubicBezTo>
                    <a:close/>
                    <a:moveTo>
                      <a:pt x="2580304" y="484479"/>
                    </a:moveTo>
                    <a:cubicBezTo>
                      <a:pt x="2806628" y="735651"/>
                      <a:pt x="2946750" y="1065827"/>
                      <a:pt x="2956013" y="1428622"/>
                    </a:cubicBezTo>
                    <a:lnTo>
                      <a:pt x="2355314" y="1428622"/>
                    </a:lnTo>
                    <a:cubicBezTo>
                      <a:pt x="2349636" y="1176504"/>
                      <a:pt x="2290630" y="937573"/>
                      <a:pt x="2186241" y="724113"/>
                    </a:cubicBezTo>
                    <a:cubicBezTo>
                      <a:pt x="2328935" y="662418"/>
                      <a:pt x="2461323" y="581449"/>
                      <a:pt x="2580304" y="484479"/>
                    </a:cubicBezTo>
                    <a:close/>
                    <a:moveTo>
                      <a:pt x="1426305" y="124032"/>
                    </a:moveTo>
                    <a:lnTo>
                      <a:pt x="1426305" y="760298"/>
                    </a:lnTo>
                    <a:cubicBezTo>
                      <a:pt x="1253727" y="756791"/>
                      <a:pt x="1087879" y="724966"/>
                      <a:pt x="933247" y="668842"/>
                    </a:cubicBezTo>
                    <a:cubicBezTo>
                      <a:pt x="1054039" y="451822"/>
                      <a:pt x="1223389" y="265609"/>
                      <a:pt x="1426305" y="124032"/>
                    </a:cubicBezTo>
                    <a:close/>
                    <a:moveTo>
                      <a:pt x="1527809" y="112799"/>
                    </a:moveTo>
                    <a:cubicBezTo>
                      <a:pt x="1736145" y="255085"/>
                      <a:pt x="1910079" y="443973"/>
                      <a:pt x="2033951" y="664748"/>
                    </a:cubicBezTo>
                    <a:cubicBezTo>
                      <a:pt x="1875578" y="723616"/>
                      <a:pt x="1705238" y="756901"/>
                      <a:pt x="1527809" y="760394"/>
                    </a:cubicBezTo>
                    <a:close/>
                    <a:moveTo>
                      <a:pt x="1632157" y="1693"/>
                    </a:moveTo>
                    <a:cubicBezTo>
                      <a:pt x="1969090" y="34839"/>
                      <a:pt x="2272411" y="181752"/>
                      <a:pt x="2502559" y="404493"/>
                    </a:cubicBezTo>
                    <a:cubicBezTo>
                      <a:pt x="2392455" y="493535"/>
                      <a:pt x="2270018" y="567692"/>
                      <a:pt x="2138287" y="624414"/>
                    </a:cubicBezTo>
                    <a:cubicBezTo>
                      <a:pt x="2004803" y="382989"/>
                      <a:pt x="1815448" y="176841"/>
                      <a:pt x="1587368" y="23269"/>
                    </a:cubicBezTo>
                    <a:close/>
                    <a:moveTo>
                      <a:pt x="1333466" y="0"/>
                    </a:moveTo>
                    <a:lnTo>
                      <a:pt x="1376468" y="23177"/>
                    </a:lnTo>
                    <a:cubicBezTo>
                      <a:pt x="1149236" y="178863"/>
                      <a:pt x="960516" y="386575"/>
                      <a:pt x="827965" y="629347"/>
                    </a:cubicBezTo>
                    <a:cubicBezTo>
                      <a:pt x="692459" y="571593"/>
                      <a:pt x="566467" y="495851"/>
                      <a:pt x="453430" y="404475"/>
                    </a:cubicBezTo>
                    <a:cubicBezTo>
                      <a:pt x="685742" y="179438"/>
                      <a:pt x="992667" y="31629"/>
                      <a:pt x="1333466"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3294" name="Google Shape;3294;p58"/>
              <p:cNvSpPr/>
              <p:nvPr/>
            </p:nvSpPr>
            <p:spPr>
              <a:xfrm flipH="1">
                <a:off x="10345251" y="2251006"/>
                <a:ext cx="441966" cy="281210"/>
              </a:xfrm>
              <a:custGeom>
                <a:rect b="b" l="l" r="r" t="t"/>
                <a:pathLst>
                  <a:path extrusionOk="0" h="2532594" w="3980365">
                    <a:moveTo>
                      <a:pt x="1988360" y="58973"/>
                    </a:moveTo>
                    <a:cubicBezTo>
                      <a:pt x="1988306" y="58975"/>
                      <a:pt x="1988252" y="58977"/>
                      <a:pt x="1988199" y="58995"/>
                    </a:cubicBezTo>
                    <a:cubicBezTo>
                      <a:pt x="1988145" y="58977"/>
                      <a:pt x="1988091" y="58975"/>
                      <a:pt x="1988037" y="58973"/>
                    </a:cubicBezTo>
                    <a:lnTo>
                      <a:pt x="1988037" y="59017"/>
                    </a:lnTo>
                    <a:cubicBezTo>
                      <a:pt x="1574406" y="74019"/>
                      <a:pt x="1375335" y="406725"/>
                      <a:pt x="1370318" y="708381"/>
                    </a:cubicBezTo>
                    <a:cubicBezTo>
                      <a:pt x="1362506" y="1089140"/>
                      <a:pt x="1497435" y="1312904"/>
                      <a:pt x="1568575" y="1407072"/>
                    </a:cubicBezTo>
                    <a:cubicBezTo>
                      <a:pt x="1631785" y="1490670"/>
                      <a:pt x="1727890" y="1649476"/>
                      <a:pt x="1617443" y="1704159"/>
                    </a:cubicBezTo>
                    <a:cubicBezTo>
                      <a:pt x="1318592" y="1846636"/>
                      <a:pt x="1062028" y="1946829"/>
                      <a:pt x="927030" y="2049664"/>
                    </a:cubicBezTo>
                    <a:cubicBezTo>
                      <a:pt x="705669" y="2234426"/>
                      <a:pt x="740656" y="2445615"/>
                      <a:pt x="754501" y="2532594"/>
                    </a:cubicBezTo>
                    <a:lnTo>
                      <a:pt x="1988199" y="2531551"/>
                    </a:lnTo>
                    <a:lnTo>
                      <a:pt x="3221896" y="2532594"/>
                    </a:lnTo>
                    <a:cubicBezTo>
                      <a:pt x="3235741" y="2445615"/>
                      <a:pt x="3270728" y="2234426"/>
                      <a:pt x="3049367" y="2049664"/>
                    </a:cubicBezTo>
                    <a:cubicBezTo>
                      <a:pt x="2914369" y="1946829"/>
                      <a:pt x="2657805" y="1846636"/>
                      <a:pt x="2358954" y="1704159"/>
                    </a:cubicBezTo>
                    <a:cubicBezTo>
                      <a:pt x="2248507" y="1649476"/>
                      <a:pt x="2344612" y="1490670"/>
                      <a:pt x="2407822" y="1407072"/>
                    </a:cubicBezTo>
                    <a:cubicBezTo>
                      <a:pt x="2478962" y="1312904"/>
                      <a:pt x="2613891" y="1089140"/>
                      <a:pt x="2606079" y="708381"/>
                    </a:cubicBezTo>
                    <a:cubicBezTo>
                      <a:pt x="2601062" y="406725"/>
                      <a:pt x="2401991" y="74019"/>
                      <a:pt x="1988360" y="59017"/>
                    </a:cubicBezTo>
                    <a:close/>
                    <a:moveTo>
                      <a:pt x="1093515" y="0"/>
                    </a:moveTo>
                    <a:cubicBezTo>
                      <a:pt x="736613" y="12826"/>
                      <a:pt x="553627" y="327881"/>
                      <a:pt x="549299" y="588096"/>
                    </a:cubicBezTo>
                    <a:cubicBezTo>
                      <a:pt x="542562" y="916461"/>
                      <a:pt x="658924" y="1109434"/>
                      <a:pt x="720275" y="1190644"/>
                    </a:cubicBezTo>
                    <a:cubicBezTo>
                      <a:pt x="774787" y="1262738"/>
                      <a:pt x="857667" y="1399692"/>
                      <a:pt x="762418" y="1446850"/>
                    </a:cubicBezTo>
                    <a:cubicBezTo>
                      <a:pt x="504691" y="1569722"/>
                      <a:pt x="283431" y="1656128"/>
                      <a:pt x="167010" y="1744812"/>
                    </a:cubicBezTo>
                    <a:cubicBezTo>
                      <a:pt x="-23891" y="1904150"/>
                      <a:pt x="672" y="2013351"/>
                      <a:pt x="1392" y="2161289"/>
                    </a:cubicBezTo>
                    <a:cubicBezTo>
                      <a:pt x="356083" y="2160989"/>
                      <a:pt x="261990" y="2166300"/>
                      <a:pt x="616681" y="2166000"/>
                    </a:cubicBezTo>
                    <a:cubicBezTo>
                      <a:pt x="794788" y="1846239"/>
                      <a:pt x="1045824" y="1778915"/>
                      <a:pt x="1453932" y="1593789"/>
                    </a:cubicBezTo>
                    <a:cubicBezTo>
                      <a:pt x="1171572" y="1115084"/>
                      <a:pt x="1046285" y="714919"/>
                      <a:pt x="1414663" y="124017"/>
                    </a:cubicBezTo>
                    <a:cubicBezTo>
                      <a:pt x="1309485" y="41539"/>
                      <a:pt x="1305280" y="26381"/>
                      <a:pt x="1093515" y="0"/>
                    </a:cubicBezTo>
                    <a:close/>
                    <a:moveTo>
                      <a:pt x="2886850" y="0"/>
                    </a:moveTo>
                    <a:cubicBezTo>
                      <a:pt x="2675085" y="26381"/>
                      <a:pt x="2670880" y="41539"/>
                      <a:pt x="2565702" y="124017"/>
                    </a:cubicBezTo>
                    <a:cubicBezTo>
                      <a:pt x="2934080" y="714919"/>
                      <a:pt x="2808793" y="1115084"/>
                      <a:pt x="2526433" y="1593789"/>
                    </a:cubicBezTo>
                    <a:cubicBezTo>
                      <a:pt x="2934542" y="1778915"/>
                      <a:pt x="3185577" y="1846239"/>
                      <a:pt x="3363685" y="2166000"/>
                    </a:cubicBezTo>
                    <a:cubicBezTo>
                      <a:pt x="3718376" y="2166300"/>
                      <a:pt x="3624282" y="2160989"/>
                      <a:pt x="3978973" y="2161289"/>
                    </a:cubicBezTo>
                    <a:cubicBezTo>
                      <a:pt x="3979693" y="2013351"/>
                      <a:pt x="4004256" y="1904150"/>
                      <a:pt x="3813355" y="1744812"/>
                    </a:cubicBezTo>
                    <a:cubicBezTo>
                      <a:pt x="3696934" y="1656128"/>
                      <a:pt x="3475674" y="1569722"/>
                      <a:pt x="3217947" y="1446850"/>
                    </a:cubicBezTo>
                    <a:cubicBezTo>
                      <a:pt x="3122698" y="1399692"/>
                      <a:pt x="3205579" y="1262738"/>
                      <a:pt x="3260090" y="1190644"/>
                    </a:cubicBezTo>
                    <a:cubicBezTo>
                      <a:pt x="3321441" y="1109434"/>
                      <a:pt x="3437803" y="916461"/>
                      <a:pt x="3431066" y="588096"/>
                    </a:cubicBezTo>
                    <a:cubicBezTo>
                      <a:pt x="3426739" y="327881"/>
                      <a:pt x="3243752" y="12826"/>
                      <a:pt x="288685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295" name="Google Shape;3295;p58"/>
              <p:cNvSpPr/>
              <p:nvPr/>
            </p:nvSpPr>
            <p:spPr>
              <a:xfrm>
                <a:off x="11003273" y="3365017"/>
                <a:ext cx="357359" cy="364685"/>
              </a:xfrm>
              <a:custGeom>
                <a:rect b="b" l="l" r="r" t="t"/>
                <a:pathLst>
                  <a:path extrusionOk="0" h="3940019" w="3860876">
                    <a:moveTo>
                      <a:pt x="3248876" y="1942264"/>
                    </a:moveTo>
                    <a:lnTo>
                      <a:pt x="3860876" y="1942264"/>
                    </a:lnTo>
                    <a:lnTo>
                      <a:pt x="3860876" y="2090815"/>
                    </a:lnTo>
                    <a:lnTo>
                      <a:pt x="3859023" y="2090815"/>
                    </a:lnTo>
                    <a:cubicBezTo>
                      <a:pt x="3817225" y="2949620"/>
                      <a:pt x="3215273" y="3679864"/>
                      <a:pt x="2378197" y="3884304"/>
                    </a:cubicBezTo>
                    <a:cubicBezTo>
                      <a:pt x="2219818" y="3922985"/>
                      <a:pt x="2060231" y="3941082"/>
                      <a:pt x="1902626" y="3939971"/>
                    </a:cubicBezTo>
                    <a:cubicBezTo>
                      <a:pt x="1286982" y="3935631"/>
                      <a:pt x="701577" y="3638194"/>
                      <a:pt x="337583" y="3128887"/>
                    </a:cubicBezTo>
                    <a:lnTo>
                      <a:pt x="30667" y="3435803"/>
                    </a:lnTo>
                    <a:lnTo>
                      <a:pt x="30667" y="2342045"/>
                    </a:lnTo>
                    <a:lnTo>
                      <a:pt x="1124425" y="2342045"/>
                    </a:lnTo>
                    <a:lnTo>
                      <a:pt x="781340" y="2685130"/>
                    </a:lnTo>
                    <a:cubicBezTo>
                      <a:pt x="1079782" y="3180935"/>
                      <a:pt x="1667379" y="3425841"/>
                      <a:pt x="2232517" y="3287817"/>
                    </a:cubicBezTo>
                    <a:cubicBezTo>
                      <a:pt x="2810639" y="3146622"/>
                      <a:pt x="3224897" y="2638979"/>
                      <a:pt x="3247291" y="2044286"/>
                    </a:cubicBezTo>
                    <a:lnTo>
                      <a:pt x="3248876" y="2044345"/>
                    </a:lnTo>
                    <a:close/>
                    <a:moveTo>
                      <a:pt x="1958249" y="48"/>
                    </a:moveTo>
                    <a:cubicBezTo>
                      <a:pt x="2573893" y="4388"/>
                      <a:pt x="3159298" y="301825"/>
                      <a:pt x="3523293" y="811132"/>
                    </a:cubicBezTo>
                    <a:lnTo>
                      <a:pt x="3830209" y="504216"/>
                    </a:lnTo>
                    <a:lnTo>
                      <a:pt x="3830209" y="1597974"/>
                    </a:lnTo>
                    <a:lnTo>
                      <a:pt x="2736450" y="1597974"/>
                    </a:lnTo>
                    <a:lnTo>
                      <a:pt x="3079535" y="1254889"/>
                    </a:lnTo>
                    <a:cubicBezTo>
                      <a:pt x="2781093" y="759084"/>
                      <a:pt x="2193496" y="514178"/>
                      <a:pt x="1628358" y="652202"/>
                    </a:cubicBezTo>
                    <a:cubicBezTo>
                      <a:pt x="1050236" y="793397"/>
                      <a:pt x="635978" y="1301040"/>
                      <a:pt x="613584" y="1895733"/>
                    </a:cubicBezTo>
                    <a:lnTo>
                      <a:pt x="612000" y="1895674"/>
                    </a:lnTo>
                    <a:lnTo>
                      <a:pt x="612000" y="1985958"/>
                    </a:lnTo>
                    <a:lnTo>
                      <a:pt x="0" y="1985958"/>
                    </a:lnTo>
                    <a:lnTo>
                      <a:pt x="0" y="1837407"/>
                    </a:lnTo>
                    <a:lnTo>
                      <a:pt x="2787" y="1837407"/>
                    </a:lnTo>
                    <a:cubicBezTo>
                      <a:pt x="49183" y="983705"/>
                      <a:pt x="649445" y="259216"/>
                      <a:pt x="1482678" y="55715"/>
                    </a:cubicBezTo>
                    <a:cubicBezTo>
                      <a:pt x="1641057" y="17034"/>
                      <a:pt x="1800644" y="-1063"/>
                      <a:pt x="1958249" y="4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296" name="Google Shape;3296;p58"/>
              <p:cNvSpPr/>
              <p:nvPr/>
            </p:nvSpPr>
            <p:spPr>
              <a:xfrm>
                <a:off x="9028038" y="5418963"/>
                <a:ext cx="353455" cy="397548"/>
              </a:xfrm>
              <a:custGeom>
                <a:rect b="b" l="l" r="r" t="t"/>
                <a:pathLst>
                  <a:path extrusionOk="0" h="3110058" w="2765122">
                    <a:moveTo>
                      <a:pt x="1376433" y="2257187"/>
                    </a:moveTo>
                    <a:lnTo>
                      <a:pt x="1145400" y="2354829"/>
                    </a:lnTo>
                    <a:lnTo>
                      <a:pt x="1036105" y="2389775"/>
                    </a:lnTo>
                    <a:lnTo>
                      <a:pt x="1040146" y="2406930"/>
                    </a:lnTo>
                    <a:cubicBezTo>
                      <a:pt x="1121535" y="2704580"/>
                      <a:pt x="1244707" y="2894301"/>
                      <a:pt x="1382560" y="2894301"/>
                    </a:cubicBezTo>
                    <a:cubicBezTo>
                      <a:pt x="1520414" y="2894301"/>
                      <a:pt x="1643585" y="2704580"/>
                      <a:pt x="1724974" y="2406930"/>
                    </a:cubicBezTo>
                    <a:lnTo>
                      <a:pt x="1726723" y="2399874"/>
                    </a:lnTo>
                    <a:lnTo>
                      <a:pt x="1605728" y="2358846"/>
                    </a:lnTo>
                    <a:close/>
                    <a:moveTo>
                      <a:pt x="1795887" y="2033026"/>
                    </a:moveTo>
                    <a:lnTo>
                      <a:pt x="1694075" y="2094586"/>
                    </a:lnTo>
                    <a:lnTo>
                      <a:pt x="1578650" y="2155153"/>
                    </a:lnTo>
                    <a:lnTo>
                      <a:pt x="1618821" y="2173994"/>
                    </a:lnTo>
                    <a:lnTo>
                      <a:pt x="1763952" y="2229138"/>
                    </a:lnTo>
                    <a:lnTo>
                      <a:pt x="1791432" y="2076334"/>
                    </a:lnTo>
                    <a:close/>
                    <a:moveTo>
                      <a:pt x="969005" y="2030800"/>
                    </a:moveTo>
                    <a:lnTo>
                      <a:pt x="973688" y="2076334"/>
                    </a:lnTo>
                    <a:lnTo>
                      <a:pt x="997942" y="2219324"/>
                    </a:lnTo>
                    <a:lnTo>
                      <a:pt x="1135534" y="2169774"/>
                    </a:lnTo>
                    <a:lnTo>
                      <a:pt x="1176026" y="2151638"/>
                    </a:lnTo>
                    <a:lnTo>
                      <a:pt x="1061678" y="2089068"/>
                    </a:lnTo>
                    <a:close/>
                    <a:moveTo>
                      <a:pt x="2270995" y="1682607"/>
                    </a:moveTo>
                    <a:lnTo>
                      <a:pt x="2193789" y="1749541"/>
                    </a:lnTo>
                    <a:cubicBezTo>
                      <a:pt x="2157450" y="1779622"/>
                      <a:pt x="2119670" y="1809519"/>
                      <a:pt x="2080535" y="1839120"/>
                    </a:cubicBezTo>
                    <a:lnTo>
                      <a:pt x="1988274" y="1905861"/>
                    </a:lnTo>
                    <a:lnTo>
                      <a:pt x="1956628" y="2160317"/>
                    </a:lnTo>
                    <a:lnTo>
                      <a:pt x="1929983" y="2282840"/>
                    </a:lnTo>
                    <a:lnTo>
                      <a:pt x="2032699" y="2311732"/>
                    </a:lnTo>
                    <a:cubicBezTo>
                      <a:pt x="2281801" y="2367725"/>
                      <a:pt x="2467430" y="2349840"/>
                      <a:pt x="2530541" y="2244806"/>
                    </a:cubicBezTo>
                    <a:cubicBezTo>
                      <a:pt x="2601541" y="2126643"/>
                      <a:pt x="2502356" y="1923350"/>
                      <a:pt x="2289139" y="1700285"/>
                    </a:cubicBezTo>
                    <a:close/>
                    <a:moveTo>
                      <a:pt x="491768" y="1666932"/>
                    </a:moveTo>
                    <a:lnTo>
                      <a:pt x="473585" y="1684439"/>
                    </a:lnTo>
                    <a:cubicBezTo>
                      <a:pt x="256508" y="1903749"/>
                      <a:pt x="153790" y="2105280"/>
                      <a:pt x="222717" y="2224664"/>
                    </a:cubicBezTo>
                    <a:cubicBezTo>
                      <a:pt x="283985" y="2330784"/>
                      <a:pt x="469273" y="2351906"/>
                      <a:pt x="719315" y="2300269"/>
                    </a:cubicBezTo>
                    <a:lnTo>
                      <a:pt x="831176" y="2270901"/>
                    </a:lnTo>
                    <a:lnTo>
                      <a:pt x="808495" y="2160317"/>
                    </a:lnTo>
                    <a:lnTo>
                      <a:pt x="776012" y="1899134"/>
                    </a:lnTo>
                    <a:lnTo>
                      <a:pt x="679735" y="1826895"/>
                    </a:lnTo>
                    <a:cubicBezTo>
                      <a:pt x="616990" y="1777691"/>
                      <a:pt x="557836" y="1727770"/>
                      <a:pt x="502637" y="1677612"/>
                    </a:cubicBezTo>
                    <a:close/>
                    <a:moveTo>
                      <a:pt x="2001099" y="1443878"/>
                    </a:moveTo>
                    <a:lnTo>
                      <a:pt x="2005588" y="1555029"/>
                    </a:lnTo>
                    <a:lnTo>
                      <a:pt x="2000712" y="1675767"/>
                    </a:lnTo>
                    <a:lnTo>
                      <a:pt x="2038461" y="1648469"/>
                    </a:lnTo>
                    <a:cubicBezTo>
                      <a:pt x="2070345" y="1623579"/>
                      <a:pt x="2101053" y="1598643"/>
                      <a:pt x="2130505" y="1573751"/>
                    </a:cubicBezTo>
                    <a:lnTo>
                      <a:pt x="2143759" y="1562074"/>
                    </a:lnTo>
                    <a:lnTo>
                      <a:pt x="2039991" y="1473050"/>
                    </a:lnTo>
                    <a:close/>
                    <a:moveTo>
                      <a:pt x="764411" y="1434288"/>
                    </a:moveTo>
                    <a:lnTo>
                      <a:pt x="726661" y="1461587"/>
                    </a:lnTo>
                    <a:cubicBezTo>
                      <a:pt x="694778" y="1486477"/>
                      <a:pt x="664070" y="1511412"/>
                      <a:pt x="634617" y="1536305"/>
                    </a:cubicBezTo>
                    <a:lnTo>
                      <a:pt x="621360" y="1547985"/>
                    </a:lnTo>
                    <a:lnTo>
                      <a:pt x="725129" y="1637009"/>
                    </a:lnTo>
                    <a:lnTo>
                      <a:pt x="764024" y="1666183"/>
                    </a:lnTo>
                    <a:lnTo>
                      <a:pt x="759534" y="1555029"/>
                    </a:lnTo>
                    <a:close/>
                    <a:moveTo>
                      <a:pt x="1386966" y="1049980"/>
                    </a:moveTo>
                    <a:lnTo>
                      <a:pt x="1160689" y="1170734"/>
                    </a:lnTo>
                    <a:lnTo>
                      <a:pt x="947211" y="1303680"/>
                    </a:lnTo>
                    <a:lnTo>
                      <a:pt x="938816" y="1555028"/>
                    </a:lnTo>
                    <a:lnTo>
                      <a:pt x="947046" y="1801432"/>
                    </a:lnTo>
                    <a:lnTo>
                      <a:pt x="1154015" y="1935392"/>
                    </a:lnTo>
                    <a:lnTo>
                      <a:pt x="1378151" y="2060078"/>
                    </a:lnTo>
                    <a:lnTo>
                      <a:pt x="1604433" y="1939321"/>
                    </a:lnTo>
                    <a:lnTo>
                      <a:pt x="1817909" y="1806377"/>
                    </a:lnTo>
                    <a:lnTo>
                      <a:pt x="1826304" y="1555028"/>
                    </a:lnTo>
                    <a:lnTo>
                      <a:pt x="1818074" y="1308628"/>
                    </a:lnTo>
                    <a:lnTo>
                      <a:pt x="1611105" y="1174667"/>
                    </a:lnTo>
                    <a:close/>
                    <a:moveTo>
                      <a:pt x="1767179" y="890733"/>
                    </a:moveTo>
                    <a:lnTo>
                      <a:pt x="1629589" y="940281"/>
                    </a:lnTo>
                    <a:lnTo>
                      <a:pt x="1589093" y="958419"/>
                    </a:lnTo>
                    <a:lnTo>
                      <a:pt x="1703444" y="1020991"/>
                    </a:lnTo>
                    <a:lnTo>
                      <a:pt x="1796116" y="1079257"/>
                    </a:lnTo>
                    <a:lnTo>
                      <a:pt x="1791432" y="1033723"/>
                    </a:lnTo>
                    <a:close/>
                    <a:moveTo>
                      <a:pt x="1001168" y="880921"/>
                    </a:moveTo>
                    <a:lnTo>
                      <a:pt x="973688" y="1033723"/>
                    </a:lnTo>
                    <a:lnTo>
                      <a:pt x="969233" y="1077033"/>
                    </a:lnTo>
                    <a:lnTo>
                      <a:pt x="1071048" y="1015472"/>
                    </a:lnTo>
                    <a:lnTo>
                      <a:pt x="1186470" y="954907"/>
                    </a:lnTo>
                    <a:lnTo>
                      <a:pt x="1146299" y="936065"/>
                    </a:lnTo>
                    <a:close/>
                    <a:moveTo>
                      <a:pt x="2296662" y="783036"/>
                    </a:moveTo>
                    <a:cubicBezTo>
                      <a:pt x="2224233" y="781291"/>
                      <a:pt x="2139574" y="790423"/>
                      <a:pt x="2045808" y="809787"/>
                    </a:cubicBezTo>
                    <a:lnTo>
                      <a:pt x="1933945" y="839155"/>
                    </a:lnTo>
                    <a:lnTo>
                      <a:pt x="1956628" y="949742"/>
                    </a:lnTo>
                    <a:lnTo>
                      <a:pt x="1989111" y="1210925"/>
                    </a:lnTo>
                    <a:lnTo>
                      <a:pt x="2085387" y="1283163"/>
                    </a:lnTo>
                    <a:cubicBezTo>
                      <a:pt x="2148132" y="1332368"/>
                      <a:pt x="2207286" y="1382289"/>
                      <a:pt x="2262485" y="1432446"/>
                    </a:cubicBezTo>
                    <a:lnTo>
                      <a:pt x="2273353" y="1443125"/>
                    </a:lnTo>
                    <a:lnTo>
                      <a:pt x="2291537" y="1425616"/>
                    </a:lnTo>
                    <a:cubicBezTo>
                      <a:pt x="2508615" y="1206306"/>
                      <a:pt x="2611333" y="1004776"/>
                      <a:pt x="2542406" y="885391"/>
                    </a:cubicBezTo>
                    <a:cubicBezTo>
                      <a:pt x="2504113" y="819067"/>
                      <a:pt x="2417375" y="785944"/>
                      <a:pt x="2296662" y="783036"/>
                    </a:cubicBezTo>
                    <a:close/>
                    <a:moveTo>
                      <a:pt x="482072" y="767202"/>
                    </a:moveTo>
                    <a:cubicBezTo>
                      <a:pt x="361326" y="768003"/>
                      <a:pt x="274023" y="799606"/>
                      <a:pt x="234579" y="865253"/>
                    </a:cubicBezTo>
                    <a:cubicBezTo>
                      <a:pt x="163579" y="983417"/>
                      <a:pt x="262764" y="1186709"/>
                      <a:pt x="475981" y="1409774"/>
                    </a:cubicBezTo>
                    <a:lnTo>
                      <a:pt x="494126" y="1427453"/>
                    </a:lnTo>
                    <a:lnTo>
                      <a:pt x="571333" y="1360517"/>
                    </a:lnTo>
                    <a:cubicBezTo>
                      <a:pt x="607672" y="1330436"/>
                      <a:pt x="645452" y="1300540"/>
                      <a:pt x="684587" y="1270938"/>
                    </a:cubicBezTo>
                    <a:lnTo>
                      <a:pt x="776848" y="1204197"/>
                    </a:lnTo>
                    <a:lnTo>
                      <a:pt x="808495" y="949742"/>
                    </a:lnTo>
                    <a:lnTo>
                      <a:pt x="835139" y="827220"/>
                    </a:lnTo>
                    <a:lnTo>
                      <a:pt x="732420" y="798327"/>
                    </a:lnTo>
                    <a:cubicBezTo>
                      <a:pt x="639007" y="777329"/>
                      <a:pt x="554520" y="766721"/>
                      <a:pt x="482072" y="767202"/>
                    </a:cubicBezTo>
                    <a:close/>
                    <a:moveTo>
                      <a:pt x="1382560" y="215755"/>
                    </a:moveTo>
                    <a:cubicBezTo>
                      <a:pt x="1244707" y="215755"/>
                      <a:pt x="1121535" y="405476"/>
                      <a:pt x="1040146" y="703126"/>
                    </a:cubicBezTo>
                    <a:lnTo>
                      <a:pt x="1038397" y="710184"/>
                    </a:lnTo>
                    <a:lnTo>
                      <a:pt x="1159394" y="751212"/>
                    </a:lnTo>
                    <a:lnTo>
                      <a:pt x="1388689" y="852872"/>
                    </a:lnTo>
                    <a:lnTo>
                      <a:pt x="1619722" y="755229"/>
                    </a:lnTo>
                    <a:lnTo>
                      <a:pt x="1729016" y="720284"/>
                    </a:lnTo>
                    <a:lnTo>
                      <a:pt x="1724974" y="703126"/>
                    </a:lnTo>
                    <a:cubicBezTo>
                      <a:pt x="1643585" y="405476"/>
                      <a:pt x="1520414" y="215755"/>
                      <a:pt x="1382560" y="215755"/>
                    </a:cubicBezTo>
                    <a:close/>
                    <a:moveTo>
                      <a:pt x="1382561" y="0"/>
                    </a:moveTo>
                    <a:cubicBezTo>
                      <a:pt x="1576111" y="0"/>
                      <a:pt x="1749046" y="220285"/>
                      <a:pt x="1863319" y="565886"/>
                    </a:cubicBezTo>
                    <a:lnTo>
                      <a:pt x="1892754" y="669221"/>
                    </a:lnTo>
                    <a:lnTo>
                      <a:pt x="1998805" y="644109"/>
                    </a:lnTo>
                    <a:cubicBezTo>
                      <a:pt x="2355240" y="570272"/>
                      <a:pt x="2632481" y="609896"/>
                      <a:pt x="2729256" y="777515"/>
                    </a:cubicBezTo>
                    <a:cubicBezTo>
                      <a:pt x="2826030" y="945133"/>
                      <a:pt x="2721726" y="1205043"/>
                      <a:pt x="2479563" y="1476806"/>
                    </a:cubicBezTo>
                    <a:lnTo>
                      <a:pt x="2396868" y="1564493"/>
                    </a:lnTo>
                    <a:lnTo>
                      <a:pt x="2415853" y="1583149"/>
                    </a:lnTo>
                    <a:cubicBezTo>
                      <a:pt x="2697403" y="1884053"/>
                      <a:pt x="2823474" y="2176199"/>
                      <a:pt x="2715481" y="2355928"/>
                    </a:cubicBezTo>
                    <a:cubicBezTo>
                      <a:pt x="2615796" y="2521833"/>
                      <a:pt x="2337906" y="2556612"/>
                      <a:pt x="1982813" y="2476565"/>
                    </a:cubicBezTo>
                    <a:lnTo>
                      <a:pt x="1890625" y="2453030"/>
                    </a:lnTo>
                    <a:lnTo>
                      <a:pt x="1863319" y="2544172"/>
                    </a:lnTo>
                    <a:cubicBezTo>
                      <a:pt x="1749047" y="2889773"/>
                      <a:pt x="1576111" y="3110058"/>
                      <a:pt x="1382561" y="3110058"/>
                    </a:cubicBezTo>
                    <a:cubicBezTo>
                      <a:pt x="1189012" y="3110058"/>
                      <a:pt x="1016076" y="2889773"/>
                      <a:pt x="901803" y="2544172"/>
                    </a:cubicBezTo>
                    <a:lnTo>
                      <a:pt x="872368" y="2440837"/>
                    </a:lnTo>
                    <a:lnTo>
                      <a:pt x="766317" y="2465949"/>
                    </a:lnTo>
                    <a:cubicBezTo>
                      <a:pt x="409882" y="2539787"/>
                      <a:pt x="132641" y="2500163"/>
                      <a:pt x="35866" y="2332544"/>
                    </a:cubicBezTo>
                    <a:cubicBezTo>
                      <a:pt x="-60908" y="2164925"/>
                      <a:pt x="43396" y="1905015"/>
                      <a:pt x="285559" y="1633252"/>
                    </a:cubicBezTo>
                    <a:lnTo>
                      <a:pt x="368254" y="1545565"/>
                    </a:lnTo>
                    <a:lnTo>
                      <a:pt x="349269" y="1526910"/>
                    </a:lnTo>
                    <a:cubicBezTo>
                      <a:pt x="67719" y="1226005"/>
                      <a:pt x="-58351" y="933860"/>
                      <a:pt x="49641" y="754130"/>
                    </a:cubicBezTo>
                    <a:cubicBezTo>
                      <a:pt x="149326" y="588226"/>
                      <a:pt x="427216" y="553446"/>
                      <a:pt x="782309" y="633493"/>
                    </a:cubicBezTo>
                    <a:lnTo>
                      <a:pt x="874497" y="657029"/>
                    </a:lnTo>
                    <a:lnTo>
                      <a:pt x="901803" y="565886"/>
                    </a:lnTo>
                    <a:cubicBezTo>
                      <a:pt x="1016076" y="220285"/>
                      <a:pt x="1189012" y="0"/>
                      <a:pt x="138256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3297" name="Google Shape;3297;p58"/>
              <p:cNvSpPr/>
              <p:nvPr/>
            </p:nvSpPr>
            <p:spPr>
              <a:xfrm>
                <a:off x="7496004" y="3682990"/>
                <a:ext cx="320490" cy="269438"/>
              </a:xfrm>
              <a:custGeom>
                <a:rect b="b" l="l" r="r" t="t"/>
                <a:pathLst>
                  <a:path extrusionOk="0" h="3350285" w="3985089">
                    <a:moveTo>
                      <a:pt x="1489879" y="1687056"/>
                    </a:moveTo>
                    <a:cubicBezTo>
                      <a:pt x="1413602" y="1687056"/>
                      <a:pt x="1351768" y="1748890"/>
                      <a:pt x="1351768" y="1825167"/>
                    </a:cubicBezTo>
                    <a:lnTo>
                      <a:pt x="1351768" y="1828965"/>
                    </a:lnTo>
                    <a:cubicBezTo>
                      <a:pt x="1351768" y="1905242"/>
                      <a:pt x="1413602" y="1967076"/>
                      <a:pt x="1489879" y="1967076"/>
                    </a:cubicBezTo>
                    <a:lnTo>
                      <a:pt x="1717713" y="1967076"/>
                    </a:lnTo>
                    <a:cubicBezTo>
                      <a:pt x="1793990" y="1967076"/>
                      <a:pt x="1855824" y="1905242"/>
                      <a:pt x="1855824" y="1828965"/>
                    </a:cubicBezTo>
                    <a:lnTo>
                      <a:pt x="1855824" y="1825167"/>
                    </a:lnTo>
                    <a:cubicBezTo>
                      <a:pt x="1855824" y="1748890"/>
                      <a:pt x="1793990" y="1687056"/>
                      <a:pt x="1717713" y="1687056"/>
                    </a:cubicBezTo>
                    <a:close/>
                    <a:moveTo>
                      <a:pt x="2281462" y="1675141"/>
                    </a:moveTo>
                    <a:cubicBezTo>
                      <a:pt x="2205185" y="1675141"/>
                      <a:pt x="2143351" y="1736975"/>
                      <a:pt x="2143351" y="1813252"/>
                    </a:cubicBezTo>
                    <a:lnTo>
                      <a:pt x="2143351" y="1817050"/>
                    </a:lnTo>
                    <a:cubicBezTo>
                      <a:pt x="2143351" y="1893327"/>
                      <a:pt x="2205185" y="1955161"/>
                      <a:pt x="2281462" y="1955161"/>
                    </a:cubicBezTo>
                    <a:lnTo>
                      <a:pt x="2509296" y="1955161"/>
                    </a:lnTo>
                    <a:cubicBezTo>
                      <a:pt x="2585573" y="1955161"/>
                      <a:pt x="2647407" y="1893327"/>
                      <a:pt x="2647407" y="1817050"/>
                    </a:cubicBezTo>
                    <a:lnTo>
                      <a:pt x="2647407" y="1813252"/>
                    </a:lnTo>
                    <a:cubicBezTo>
                      <a:pt x="2647407" y="1736975"/>
                      <a:pt x="2585573" y="1675141"/>
                      <a:pt x="2509296" y="1675141"/>
                    </a:cubicBezTo>
                    <a:close/>
                    <a:moveTo>
                      <a:pt x="2837535" y="1159396"/>
                    </a:moveTo>
                    <a:cubicBezTo>
                      <a:pt x="2731595" y="1159396"/>
                      <a:pt x="2645713" y="1245278"/>
                      <a:pt x="2645713" y="1351218"/>
                    </a:cubicBezTo>
                    <a:cubicBezTo>
                      <a:pt x="2645713" y="1457158"/>
                      <a:pt x="2731595" y="1543040"/>
                      <a:pt x="2837535" y="1543040"/>
                    </a:cubicBezTo>
                    <a:cubicBezTo>
                      <a:pt x="2943475" y="1543040"/>
                      <a:pt x="3029357" y="1457158"/>
                      <a:pt x="3029357" y="1351218"/>
                    </a:cubicBezTo>
                    <a:cubicBezTo>
                      <a:pt x="3029357" y="1245278"/>
                      <a:pt x="2943475" y="1159396"/>
                      <a:pt x="2837535" y="1159396"/>
                    </a:cubicBezTo>
                    <a:close/>
                    <a:moveTo>
                      <a:pt x="3235655" y="750352"/>
                    </a:moveTo>
                    <a:cubicBezTo>
                      <a:pt x="3129715" y="750352"/>
                      <a:pt x="3043833" y="836234"/>
                      <a:pt x="3043833" y="942174"/>
                    </a:cubicBezTo>
                    <a:cubicBezTo>
                      <a:pt x="3043833" y="1048114"/>
                      <a:pt x="3129715" y="1133996"/>
                      <a:pt x="3235655" y="1133996"/>
                    </a:cubicBezTo>
                    <a:cubicBezTo>
                      <a:pt x="3341595" y="1133996"/>
                      <a:pt x="3427477" y="1048114"/>
                      <a:pt x="3427477" y="942174"/>
                    </a:cubicBezTo>
                    <a:cubicBezTo>
                      <a:pt x="3427477" y="836234"/>
                      <a:pt x="3341595" y="750352"/>
                      <a:pt x="3235655" y="750352"/>
                    </a:cubicBezTo>
                    <a:close/>
                    <a:moveTo>
                      <a:pt x="2455585" y="750352"/>
                    </a:moveTo>
                    <a:cubicBezTo>
                      <a:pt x="2349645" y="750352"/>
                      <a:pt x="2263763" y="836234"/>
                      <a:pt x="2263763" y="942174"/>
                    </a:cubicBezTo>
                    <a:cubicBezTo>
                      <a:pt x="2263763" y="1048114"/>
                      <a:pt x="2349645" y="1133996"/>
                      <a:pt x="2455585" y="1133996"/>
                    </a:cubicBezTo>
                    <a:cubicBezTo>
                      <a:pt x="2561525" y="1133996"/>
                      <a:pt x="2647407" y="1048114"/>
                      <a:pt x="2647407" y="942174"/>
                    </a:cubicBezTo>
                    <a:cubicBezTo>
                      <a:pt x="2647407" y="836234"/>
                      <a:pt x="2561525" y="750352"/>
                      <a:pt x="2455585" y="750352"/>
                    </a:cubicBezTo>
                    <a:close/>
                    <a:moveTo>
                      <a:pt x="941776" y="640989"/>
                    </a:moveTo>
                    <a:lnTo>
                      <a:pt x="1181794" y="640989"/>
                    </a:lnTo>
                    <a:lnTo>
                      <a:pt x="1181794" y="881020"/>
                    </a:lnTo>
                    <a:lnTo>
                      <a:pt x="1421825" y="881020"/>
                    </a:lnTo>
                    <a:lnTo>
                      <a:pt x="1421825" y="1121038"/>
                    </a:lnTo>
                    <a:lnTo>
                      <a:pt x="1181794" y="1121038"/>
                    </a:lnTo>
                    <a:lnTo>
                      <a:pt x="1181794" y="1361069"/>
                    </a:lnTo>
                    <a:lnTo>
                      <a:pt x="941776" y="1361069"/>
                    </a:lnTo>
                    <a:lnTo>
                      <a:pt x="941776" y="1121038"/>
                    </a:lnTo>
                    <a:lnTo>
                      <a:pt x="701745" y="1121038"/>
                    </a:lnTo>
                    <a:lnTo>
                      <a:pt x="701745" y="881020"/>
                    </a:lnTo>
                    <a:lnTo>
                      <a:pt x="941776" y="881020"/>
                    </a:lnTo>
                    <a:close/>
                    <a:moveTo>
                      <a:pt x="1061785" y="459017"/>
                    </a:moveTo>
                    <a:cubicBezTo>
                      <a:pt x="762440" y="459017"/>
                      <a:pt x="519773" y="701684"/>
                      <a:pt x="519773" y="1001029"/>
                    </a:cubicBezTo>
                    <a:cubicBezTo>
                      <a:pt x="519773" y="1300374"/>
                      <a:pt x="762440" y="1543041"/>
                      <a:pt x="1061785" y="1543041"/>
                    </a:cubicBezTo>
                    <a:cubicBezTo>
                      <a:pt x="1361130" y="1543041"/>
                      <a:pt x="1603797" y="1300374"/>
                      <a:pt x="1603797" y="1001029"/>
                    </a:cubicBezTo>
                    <a:cubicBezTo>
                      <a:pt x="1603797" y="701684"/>
                      <a:pt x="1361130" y="459017"/>
                      <a:pt x="1061785" y="459017"/>
                    </a:cubicBezTo>
                    <a:close/>
                    <a:moveTo>
                      <a:pt x="2837535" y="359296"/>
                    </a:moveTo>
                    <a:cubicBezTo>
                      <a:pt x="2731595" y="359296"/>
                      <a:pt x="2645713" y="445178"/>
                      <a:pt x="2645713" y="551118"/>
                    </a:cubicBezTo>
                    <a:cubicBezTo>
                      <a:pt x="2645713" y="657058"/>
                      <a:pt x="2731595" y="742940"/>
                      <a:pt x="2837535" y="742940"/>
                    </a:cubicBezTo>
                    <a:cubicBezTo>
                      <a:pt x="2943475" y="742940"/>
                      <a:pt x="3029357" y="657058"/>
                      <a:pt x="3029357" y="551118"/>
                    </a:cubicBezTo>
                    <a:cubicBezTo>
                      <a:pt x="3029357" y="445178"/>
                      <a:pt x="2943475" y="359296"/>
                      <a:pt x="2837535" y="359296"/>
                    </a:cubicBezTo>
                    <a:close/>
                    <a:moveTo>
                      <a:pt x="927799" y="0"/>
                    </a:moveTo>
                    <a:lnTo>
                      <a:pt x="2978398" y="0"/>
                    </a:lnTo>
                    <a:cubicBezTo>
                      <a:pt x="3447374" y="0"/>
                      <a:pt x="3902811" y="418280"/>
                      <a:pt x="3926614" y="887256"/>
                    </a:cubicBezTo>
                    <a:cubicBezTo>
                      <a:pt x="4011721" y="1784310"/>
                      <a:pt x="4065643" y="3326870"/>
                      <a:pt x="3630620" y="3349891"/>
                    </a:cubicBezTo>
                    <a:cubicBezTo>
                      <a:pt x="3101375" y="3362701"/>
                      <a:pt x="2778421" y="2566209"/>
                      <a:pt x="2352321" y="2174369"/>
                    </a:cubicBezTo>
                    <a:lnTo>
                      <a:pt x="1572952" y="2174369"/>
                    </a:lnTo>
                    <a:cubicBezTo>
                      <a:pt x="1161652" y="2566210"/>
                      <a:pt x="901104" y="3370635"/>
                      <a:pt x="339051" y="3349892"/>
                    </a:cubicBezTo>
                    <a:cubicBezTo>
                      <a:pt x="-171518" y="3349299"/>
                      <a:pt x="45251" y="1463012"/>
                      <a:pt x="48163" y="849156"/>
                    </a:cubicBezTo>
                    <a:cubicBezTo>
                      <a:pt x="48163" y="380180"/>
                      <a:pt x="458823" y="0"/>
                      <a:pt x="927799"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298" name="Google Shape;3298;p58"/>
              <p:cNvSpPr/>
              <p:nvPr/>
            </p:nvSpPr>
            <p:spPr>
              <a:xfrm>
                <a:off x="7501595" y="3961380"/>
                <a:ext cx="348693" cy="269437"/>
              </a:xfrm>
              <a:custGeom>
                <a:rect b="b" l="l" r="r" t="t"/>
                <a:pathLst>
                  <a:path extrusionOk="0" h="3051548" w="3949160">
                    <a:moveTo>
                      <a:pt x="2339911" y="638678"/>
                    </a:moveTo>
                    <a:cubicBezTo>
                      <a:pt x="3228675" y="638678"/>
                      <a:pt x="3949160" y="1138384"/>
                      <a:pt x="3949160" y="1754802"/>
                    </a:cubicBezTo>
                    <a:cubicBezTo>
                      <a:pt x="3949160" y="2075792"/>
                      <a:pt x="3753790" y="2365135"/>
                      <a:pt x="3440317" y="2567662"/>
                    </a:cubicBezTo>
                    <a:lnTo>
                      <a:pt x="3655878" y="3051548"/>
                    </a:lnTo>
                    <a:lnTo>
                      <a:pt x="2882697" y="2804439"/>
                    </a:lnTo>
                    <a:cubicBezTo>
                      <a:pt x="2713357" y="2847946"/>
                      <a:pt x="2530504" y="2870926"/>
                      <a:pt x="2339911" y="2870926"/>
                    </a:cubicBezTo>
                    <a:cubicBezTo>
                      <a:pt x="1451147" y="2870926"/>
                      <a:pt x="730662" y="2371220"/>
                      <a:pt x="730662" y="1754802"/>
                    </a:cubicBezTo>
                    <a:cubicBezTo>
                      <a:pt x="730662" y="1138384"/>
                      <a:pt x="1451147" y="638678"/>
                      <a:pt x="2339911" y="638678"/>
                    </a:cubicBezTo>
                    <a:close/>
                    <a:moveTo>
                      <a:pt x="1609249" y="0"/>
                    </a:moveTo>
                    <a:cubicBezTo>
                      <a:pt x="2214487" y="0"/>
                      <a:pt x="2741687" y="231736"/>
                      <a:pt x="3015976" y="574644"/>
                    </a:cubicBezTo>
                    <a:cubicBezTo>
                      <a:pt x="2789246" y="488504"/>
                      <a:pt x="2533611" y="440957"/>
                      <a:pt x="2263344" y="440957"/>
                    </a:cubicBezTo>
                    <a:cubicBezTo>
                      <a:pt x="1318096" y="440957"/>
                      <a:pt x="551821" y="1022559"/>
                      <a:pt x="551821" y="1740001"/>
                    </a:cubicBezTo>
                    <a:cubicBezTo>
                      <a:pt x="551821" y="1819940"/>
                      <a:pt x="561334" y="1898193"/>
                      <a:pt x="580963" y="1973803"/>
                    </a:cubicBezTo>
                    <a:cubicBezTo>
                      <a:pt x="578579" y="1972737"/>
                      <a:pt x="677277" y="2155498"/>
                      <a:pt x="675039" y="2154187"/>
                    </a:cubicBezTo>
                    <a:lnTo>
                      <a:pt x="502119" y="2089690"/>
                    </a:lnTo>
                    <a:lnTo>
                      <a:pt x="213774" y="2502637"/>
                    </a:lnTo>
                    <a:cubicBezTo>
                      <a:pt x="162937" y="2145510"/>
                      <a:pt x="82414" y="1758692"/>
                      <a:pt x="31577" y="1383752"/>
                    </a:cubicBezTo>
                    <a:cubicBezTo>
                      <a:pt x="6733" y="1307252"/>
                      <a:pt x="0" y="1197870"/>
                      <a:pt x="0" y="1116124"/>
                    </a:cubicBezTo>
                    <a:cubicBezTo>
                      <a:pt x="0" y="499706"/>
                      <a:pt x="720485" y="0"/>
                      <a:pt x="1609249"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299" name="Google Shape;3299;p58"/>
              <p:cNvSpPr/>
              <p:nvPr/>
            </p:nvSpPr>
            <p:spPr>
              <a:xfrm rot="10800000">
                <a:off x="7556822" y="3332187"/>
                <a:ext cx="299221" cy="322665"/>
              </a:xfrm>
              <a:custGeom>
                <a:rect b="b" l="l" r="r" t="t"/>
                <a:pathLst>
                  <a:path extrusionOk="0" h="3963955" w="3672275">
                    <a:moveTo>
                      <a:pt x="984766" y="3417555"/>
                    </a:moveTo>
                    <a:cubicBezTo>
                      <a:pt x="932254" y="3417555"/>
                      <a:pt x="882982" y="3403623"/>
                      <a:pt x="841068" y="3378104"/>
                    </a:cubicBezTo>
                    <a:lnTo>
                      <a:pt x="840676" y="3378710"/>
                    </a:lnTo>
                    <a:lnTo>
                      <a:pt x="835545" y="3375094"/>
                    </a:lnTo>
                    <a:cubicBezTo>
                      <a:pt x="823791" y="3369308"/>
                      <a:pt x="813094" y="3361844"/>
                      <a:pt x="803763" y="3352697"/>
                    </a:cubicBezTo>
                    <a:cubicBezTo>
                      <a:pt x="147868" y="2908007"/>
                      <a:pt x="-148746" y="2089941"/>
                      <a:pt x="72539" y="1325492"/>
                    </a:cubicBezTo>
                    <a:cubicBezTo>
                      <a:pt x="298018" y="546553"/>
                      <a:pt x="1007805" y="7791"/>
                      <a:pt x="1818686" y="83"/>
                    </a:cubicBezTo>
                    <a:cubicBezTo>
                      <a:pt x="2629567" y="-7624"/>
                      <a:pt x="3349467" y="517549"/>
                      <a:pt x="3589711" y="1292061"/>
                    </a:cubicBezTo>
                    <a:cubicBezTo>
                      <a:pt x="3828334" y="2061344"/>
                      <a:pt x="3537615" y="2895621"/>
                      <a:pt x="2873980" y="3349798"/>
                    </a:cubicBezTo>
                    <a:cubicBezTo>
                      <a:pt x="2824845" y="3391084"/>
                      <a:pt x="2761401" y="3415171"/>
                      <a:pt x="2692355" y="3415171"/>
                    </a:cubicBezTo>
                    <a:cubicBezTo>
                      <a:pt x="2531252" y="3415171"/>
                      <a:pt x="2400652" y="3284038"/>
                      <a:pt x="2400652" y="3122277"/>
                    </a:cubicBezTo>
                    <a:cubicBezTo>
                      <a:pt x="2400652" y="3018609"/>
                      <a:pt x="2454292" y="2927520"/>
                      <a:pt x="2535552" y="2875976"/>
                    </a:cubicBezTo>
                    <a:lnTo>
                      <a:pt x="2534959" y="2875094"/>
                    </a:lnTo>
                    <a:cubicBezTo>
                      <a:pt x="2993902" y="2566441"/>
                      <a:pt x="3196002" y="1993261"/>
                      <a:pt x="3032146" y="1465012"/>
                    </a:cubicBezTo>
                    <a:cubicBezTo>
                      <a:pt x="2868290" y="936764"/>
                      <a:pt x="2377289" y="578575"/>
                      <a:pt x="1824236" y="583831"/>
                    </a:cubicBezTo>
                    <a:cubicBezTo>
                      <a:pt x="1271183" y="589088"/>
                      <a:pt x="787080" y="956545"/>
                      <a:pt x="633294" y="1487812"/>
                    </a:cubicBezTo>
                    <a:cubicBezTo>
                      <a:pt x="479508" y="2019079"/>
                      <a:pt x="692467" y="2588315"/>
                      <a:pt x="1157194" y="2888188"/>
                    </a:cubicBezTo>
                    <a:lnTo>
                      <a:pt x="1156634" y="2889057"/>
                    </a:lnTo>
                    <a:cubicBezTo>
                      <a:pt x="1229500" y="2941659"/>
                      <a:pt x="1276469" y="3027652"/>
                      <a:pt x="1276469" y="3124661"/>
                    </a:cubicBezTo>
                    <a:cubicBezTo>
                      <a:pt x="1276469" y="3286422"/>
                      <a:pt x="1145869" y="3417555"/>
                      <a:pt x="984766" y="3417555"/>
                    </a:cubicBezTo>
                    <a:close/>
                    <a:moveTo>
                      <a:pt x="1836138" y="3963955"/>
                    </a:moveTo>
                    <a:cubicBezTo>
                      <a:pt x="1677062" y="3963955"/>
                      <a:pt x="1548106" y="3834999"/>
                      <a:pt x="1548106" y="3675923"/>
                    </a:cubicBezTo>
                    <a:lnTo>
                      <a:pt x="1548106" y="1958036"/>
                    </a:lnTo>
                    <a:cubicBezTo>
                      <a:pt x="1548106" y="1798960"/>
                      <a:pt x="1677062" y="1670004"/>
                      <a:pt x="1836138" y="1670004"/>
                    </a:cubicBezTo>
                    <a:cubicBezTo>
                      <a:pt x="1995214" y="1670004"/>
                      <a:pt x="2124170" y="1798960"/>
                      <a:pt x="2124170" y="1958036"/>
                    </a:cubicBezTo>
                    <a:lnTo>
                      <a:pt x="2124170" y="3675923"/>
                    </a:lnTo>
                    <a:cubicBezTo>
                      <a:pt x="2124170" y="3834999"/>
                      <a:pt x="1995214" y="3963955"/>
                      <a:pt x="1836138" y="396395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300" name="Google Shape;3300;p58"/>
              <p:cNvSpPr/>
              <p:nvPr/>
            </p:nvSpPr>
            <p:spPr>
              <a:xfrm>
                <a:off x="8516432" y="2099615"/>
                <a:ext cx="296548" cy="296548"/>
              </a:xfrm>
              <a:custGeom>
                <a:rect b="b" l="l" r="r" t="t"/>
                <a:pathLst>
                  <a:path extrusionOk="0" h="3960000" w="3960440">
                    <a:moveTo>
                      <a:pt x="1588743" y="1414211"/>
                    </a:moveTo>
                    <a:cubicBezTo>
                      <a:pt x="1540407" y="1411706"/>
                      <a:pt x="1506842" y="1440258"/>
                      <a:pt x="1506842" y="1478573"/>
                    </a:cubicBezTo>
                    <a:lnTo>
                      <a:pt x="1506842" y="2462752"/>
                    </a:lnTo>
                    <a:cubicBezTo>
                      <a:pt x="1506842" y="2484086"/>
                      <a:pt x="1516471" y="2503171"/>
                      <a:pt x="1532201" y="2515206"/>
                    </a:cubicBezTo>
                    <a:cubicBezTo>
                      <a:pt x="1552351" y="2541621"/>
                      <a:pt x="1589483" y="2548946"/>
                      <a:pt x="1619199" y="2531790"/>
                    </a:cubicBezTo>
                    <a:lnTo>
                      <a:pt x="2471524" y="2039700"/>
                    </a:lnTo>
                    <a:cubicBezTo>
                      <a:pt x="2509339" y="2017643"/>
                      <a:pt x="2509577" y="1945490"/>
                      <a:pt x="2464719" y="1913406"/>
                    </a:cubicBezTo>
                    <a:cubicBezTo>
                      <a:pt x="2315501" y="1808322"/>
                      <a:pt x="1748389" y="1486683"/>
                      <a:pt x="1588743" y="1414211"/>
                    </a:cubicBezTo>
                    <a:close/>
                    <a:moveTo>
                      <a:pt x="1982320" y="904379"/>
                    </a:moveTo>
                    <a:cubicBezTo>
                      <a:pt x="2575020" y="904379"/>
                      <a:pt x="3055498" y="1384857"/>
                      <a:pt x="3055498" y="1977557"/>
                    </a:cubicBezTo>
                    <a:cubicBezTo>
                      <a:pt x="3055498" y="2570257"/>
                      <a:pt x="2575020" y="3050735"/>
                      <a:pt x="1982320" y="3050735"/>
                    </a:cubicBezTo>
                    <a:cubicBezTo>
                      <a:pt x="1389620" y="3050735"/>
                      <a:pt x="909142" y="2570257"/>
                      <a:pt x="909142" y="1977557"/>
                    </a:cubicBezTo>
                    <a:cubicBezTo>
                      <a:pt x="909142" y="1384857"/>
                      <a:pt x="1389620" y="904379"/>
                      <a:pt x="1982320" y="904379"/>
                    </a:cubicBezTo>
                    <a:close/>
                    <a:moveTo>
                      <a:pt x="1982320" y="537397"/>
                    </a:moveTo>
                    <a:cubicBezTo>
                      <a:pt x="1186942" y="537397"/>
                      <a:pt x="542160" y="1182179"/>
                      <a:pt x="542160" y="1977557"/>
                    </a:cubicBezTo>
                    <a:cubicBezTo>
                      <a:pt x="542160" y="2772935"/>
                      <a:pt x="1186942" y="3417717"/>
                      <a:pt x="1982320" y="3417717"/>
                    </a:cubicBezTo>
                    <a:cubicBezTo>
                      <a:pt x="2777698" y="3417717"/>
                      <a:pt x="3422480" y="2772935"/>
                      <a:pt x="3422480" y="1977557"/>
                    </a:cubicBezTo>
                    <a:cubicBezTo>
                      <a:pt x="3422480" y="1182179"/>
                      <a:pt x="2777698" y="537397"/>
                      <a:pt x="1982320" y="537397"/>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301" name="Google Shape;3301;p58"/>
              <p:cNvSpPr/>
              <p:nvPr/>
            </p:nvSpPr>
            <p:spPr>
              <a:xfrm flipH="1">
                <a:off x="7608791" y="4297323"/>
                <a:ext cx="336694" cy="323742"/>
              </a:xfrm>
              <a:custGeom>
                <a:rect b="b" l="l" r="r" t="t"/>
                <a:pathLst>
                  <a:path extrusionOk="0" h="3817544" w="3948393">
                    <a:moveTo>
                      <a:pt x="1888045" y="2370407"/>
                    </a:moveTo>
                    <a:lnTo>
                      <a:pt x="1180379" y="2998560"/>
                    </a:lnTo>
                    <a:lnTo>
                      <a:pt x="695350" y="2712314"/>
                    </a:lnTo>
                    <a:lnTo>
                      <a:pt x="703301" y="3014463"/>
                    </a:lnTo>
                    <a:lnTo>
                      <a:pt x="1888044" y="3817544"/>
                    </a:lnTo>
                    <a:cubicBezTo>
                      <a:pt x="1885393" y="3356368"/>
                      <a:pt x="1874793" y="2911096"/>
                      <a:pt x="1888045" y="2370407"/>
                    </a:cubicBezTo>
                    <a:close/>
                    <a:moveTo>
                      <a:pt x="2059390" y="2370407"/>
                    </a:moveTo>
                    <a:cubicBezTo>
                      <a:pt x="2072642" y="2911096"/>
                      <a:pt x="2062042" y="3356368"/>
                      <a:pt x="2059391" y="3817544"/>
                    </a:cubicBezTo>
                    <a:lnTo>
                      <a:pt x="3244134" y="3014463"/>
                    </a:lnTo>
                    <a:lnTo>
                      <a:pt x="3252085" y="2712314"/>
                    </a:lnTo>
                    <a:lnTo>
                      <a:pt x="2767056" y="2998560"/>
                    </a:lnTo>
                    <a:close/>
                    <a:moveTo>
                      <a:pt x="733907" y="1451867"/>
                    </a:moveTo>
                    <a:lnTo>
                      <a:pt x="0" y="2113471"/>
                    </a:lnTo>
                    <a:lnTo>
                      <a:pt x="1170450" y="2848461"/>
                    </a:lnTo>
                    <a:lnTo>
                      <a:pt x="1919327" y="2170968"/>
                    </a:lnTo>
                    <a:close/>
                    <a:moveTo>
                      <a:pt x="3206900" y="1451867"/>
                    </a:moveTo>
                    <a:lnTo>
                      <a:pt x="2021479" y="2170968"/>
                    </a:lnTo>
                    <a:lnTo>
                      <a:pt x="2770356" y="2848461"/>
                    </a:lnTo>
                    <a:lnTo>
                      <a:pt x="3940806" y="2113471"/>
                    </a:lnTo>
                    <a:close/>
                    <a:moveTo>
                      <a:pt x="1195981" y="0"/>
                    </a:moveTo>
                    <a:lnTo>
                      <a:pt x="10560" y="719101"/>
                    </a:lnTo>
                    <a:lnTo>
                      <a:pt x="759438" y="1396594"/>
                    </a:lnTo>
                    <a:lnTo>
                      <a:pt x="1929887" y="661605"/>
                    </a:lnTo>
                    <a:close/>
                    <a:moveTo>
                      <a:pt x="2762973" y="0"/>
                    </a:moveTo>
                    <a:lnTo>
                      <a:pt x="2029067" y="661605"/>
                    </a:lnTo>
                    <a:lnTo>
                      <a:pt x="3199516" y="1396594"/>
                    </a:lnTo>
                    <a:lnTo>
                      <a:pt x="3948393" y="719101"/>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sp>
          <p:nvSpPr>
            <p:cNvPr id="3302" name="Google Shape;3302;p58"/>
            <p:cNvSpPr/>
            <p:nvPr/>
          </p:nvSpPr>
          <p:spPr>
            <a:xfrm>
              <a:off x="7350231" y="1734252"/>
              <a:ext cx="4243993" cy="4243993"/>
            </a:xfrm>
            <a:prstGeom prst="donut">
              <a:avLst>
                <a:gd fmla="val 14003" name="adj"/>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grpSp>
          <p:nvGrpSpPr>
            <p:cNvPr id="3303" name="Google Shape;3303;p58"/>
            <p:cNvGrpSpPr/>
            <p:nvPr/>
          </p:nvGrpSpPr>
          <p:grpSpPr>
            <a:xfrm>
              <a:off x="7907899" y="2308624"/>
              <a:ext cx="4313146" cy="4771421"/>
              <a:chOff x="7907899" y="2308624"/>
              <a:chExt cx="4313146" cy="4771421"/>
            </a:xfrm>
          </p:grpSpPr>
          <p:sp>
            <p:nvSpPr>
              <p:cNvPr id="3304" name="Google Shape;3304;p58"/>
              <p:cNvSpPr/>
              <p:nvPr/>
            </p:nvSpPr>
            <p:spPr>
              <a:xfrm rot="8348922">
                <a:off x="11198871" y="4958370"/>
                <a:ext cx="306777" cy="2301677"/>
              </a:xfrm>
              <a:custGeom>
                <a:rect b="b" l="l" r="r" t="t"/>
                <a:pathLst>
                  <a:path extrusionOk="0" h="2109330" w="281140">
                    <a:moveTo>
                      <a:pt x="0" y="2109328"/>
                    </a:moveTo>
                    <a:lnTo>
                      <a:pt x="0" y="0"/>
                    </a:lnTo>
                    <a:lnTo>
                      <a:pt x="281140" y="243113"/>
                    </a:lnTo>
                    <a:lnTo>
                      <a:pt x="281140" y="2109330"/>
                    </a:lnTo>
                    <a:close/>
                  </a:path>
                </a:pathLst>
              </a:custGeom>
              <a:solidFill>
                <a:srgbClr val="3F3F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305" name="Google Shape;3305;p58"/>
              <p:cNvSpPr/>
              <p:nvPr/>
            </p:nvSpPr>
            <p:spPr>
              <a:xfrm>
                <a:off x="7907899" y="2308624"/>
                <a:ext cx="3099805" cy="3099806"/>
              </a:xfrm>
              <a:prstGeom prst="donut">
                <a:avLst>
                  <a:gd fmla="val 3665" name="adj"/>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306" name="Google Shape;3306;p58"/>
              <p:cNvSpPr/>
              <p:nvPr/>
            </p:nvSpPr>
            <p:spPr>
              <a:xfrm rot="8399802">
                <a:off x="10257449" y="4979836"/>
                <a:ext cx="498891" cy="307559"/>
              </a:xfrm>
              <a:prstGeom prst="round2SameRect">
                <a:avLst>
                  <a:gd fmla="val 31004" name="adj1"/>
                  <a:gd fmla="val 0" name="adj2"/>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grpSp>
        <p:grpSp>
          <p:nvGrpSpPr>
            <p:cNvPr id="3307" name="Google Shape;3307;p58"/>
            <p:cNvGrpSpPr/>
            <p:nvPr/>
          </p:nvGrpSpPr>
          <p:grpSpPr>
            <a:xfrm>
              <a:off x="8045579" y="2409380"/>
              <a:ext cx="2811142" cy="2844985"/>
              <a:chOff x="8045579" y="2409380"/>
              <a:chExt cx="2811142" cy="2844985"/>
            </a:xfrm>
          </p:grpSpPr>
          <p:sp>
            <p:nvSpPr>
              <p:cNvPr id="3308" name="Google Shape;3308;p58"/>
              <p:cNvSpPr/>
              <p:nvPr/>
            </p:nvSpPr>
            <p:spPr>
              <a:xfrm>
                <a:off x="10509374" y="3444941"/>
                <a:ext cx="343339" cy="343339"/>
              </a:xfrm>
              <a:custGeom>
                <a:rect b="b" l="l" r="r" t="t"/>
                <a:pathLst>
                  <a:path extrusionOk="0" h="2700265" w="2376266">
                    <a:moveTo>
                      <a:pt x="1656387" y="1972892"/>
                    </a:moveTo>
                    <a:cubicBezTo>
                      <a:pt x="1611887" y="1973356"/>
                      <a:pt x="1563385" y="2005080"/>
                      <a:pt x="1534629" y="2057337"/>
                    </a:cubicBezTo>
                    <a:cubicBezTo>
                      <a:pt x="1496288" y="2127013"/>
                      <a:pt x="1507568" y="2206808"/>
                      <a:pt x="1559826" y="2235565"/>
                    </a:cubicBezTo>
                    <a:cubicBezTo>
                      <a:pt x="1612084" y="2264320"/>
                      <a:pt x="1685527" y="2231149"/>
                      <a:pt x="1723869" y="2161473"/>
                    </a:cubicBezTo>
                    <a:cubicBezTo>
                      <a:pt x="1762211" y="2091796"/>
                      <a:pt x="1750931" y="2012000"/>
                      <a:pt x="1698673" y="1983245"/>
                    </a:cubicBezTo>
                    <a:cubicBezTo>
                      <a:pt x="1685608" y="1976055"/>
                      <a:pt x="1671220" y="1972736"/>
                      <a:pt x="1656387" y="1972892"/>
                    </a:cubicBezTo>
                    <a:close/>
                    <a:moveTo>
                      <a:pt x="312688" y="1634792"/>
                    </a:moveTo>
                    <a:cubicBezTo>
                      <a:pt x="281116" y="1626772"/>
                      <a:pt x="249981" y="1631172"/>
                      <a:pt x="226763" y="1649891"/>
                    </a:cubicBezTo>
                    <a:cubicBezTo>
                      <a:pt x="180329" y="1687329"/>
                      <a:pt x="183153" y="1767868"/>
                      <a:pt x="233071" y="1829780"/>
                    </a:cubicBezTo>
                    <a:cubicBezTo>
                      <a:pt x="282989" y="1891692"/>
                      <a:pt x="361097" y="1911533"/>
                      <a:pt x="407532" y="1874094"/>
                    </a:cubicBezTo>
                    <a:cubicBezTo>
                      <a:pt x="453966" y="1836657"/>
                      <a:pt x="451142" y="1756118"/>
                      <a:pt x="401224" y="1694205"/>
                    </a:cubicBezTo>
                    <a:cubicBezTo>
                      <a:pt x="376265" y="1663249"/>
                      <a:pt x="344258" y="1642811"/>
                      <a:pt x="312688" y="1634792"/>
                    </a:cubicBezTo>
                    <a:close/>
                    <a:moveTo>
                      <a:pt x="1869299" y="1519920"/>
                    </a:moveTo>
                    <a:cubicBezTo>
                      <a:pt x="1824865" y="1522388"/>
                      <a:pt x="1777842" y="1556264"/>
                      <a:pt x="1751468" y="1609764"/>
                    </a:cubicBezTo>
                    <a:cubicBezTo>
                      <a:pt x="1716305" y="1681096"/>
                      <a:pt x="1731168" y="1760303"/>
                      <a:pt x="1784668" y="1786676"/>
                    </a:cubicBezTo>
                    <a:cubicBezTo>
                      <a:pt x="1838168" y="1813049"/>
                      <a:pt x="1910044" y="1776602"/>
                      <a:pt x="1945208" y="1705269"/>
                    </a:cubicBezTo>
                    <a:cubicBezTo>
                      <a:pt x="1980371" y="1633937"/>
                      <a:pt x="1965508" y="1554730"/>
                      <a:pt x="1912008" y="1528357"/>
                    </a:cubicBezTo>
                    <a:cubicBezTo>
                      <a:pt x="1898633" y="1521764"/>
                      <a:pt x="1884109" y="1519097"/>
                      <a:pt x="1869299" y="1519920"/>
                    </a:cubicBezTo>
                    <a:close/>
                    <a:moveTo>
                      <a:pt x="741251" y="1329992"/>
                    </a:moveTo>
                    <a:cubicBezTo>
                      <a:pt x="709680" y="1321974"/>
                      <a:pt x="678544" y="1326372"/>
                      <a:pt x="655326" y="1345092"/>
                    </a:cubicBezTo>
                    <a:cubicBezTo>
                      <a:pt x="608892" y="1382530"/>
                      <a:pt x="611716" y="1463069"/>
                      <a:pt x="661634" y="1524981"/>
                    </a:cubicBezTo>
                    <a:cubicBezTo>
                      <a:pt x="711552" y="1586893"/>
                      <a:pt x="789660" y="1606734"/>
                      <a:pt x="836094" y="1569294"/>
                    </a:cubicBezTo>
                    <a:cubicBezTo>
                      <a:pt x="882529" y="1531856"/>
                      <a:pt x="879704" y="1451317"/>
                      <a:pt x="829787" y="1389406"/>
                    </a:cubicBezTo>
                    <a:cubicBezTo>
                      <a:pt x="804828" y="1358450"/>
                      <a:pt x="772822" y="1338012"/>
                      <a:pt x="741251" y="1329992"/>
                    </a:cubicBezTo>
                    <a:close/>
                    <a:moveTo>
                      <a:pt x="2079316" y="1065457"/>
                    </a:moveTo>
                    <a:cubicBezTo>
                      <a:pt x="2035146" y="1070876"/>
                      <a:pt x="1990481" y="1107807"/>
                      <a:pt x="1967725" y="1162943"/>
                    </a:cubicBezTo>
                    <a:cubicBezTo>
                      <a:pt x="1937386" y="1236457"/>
                      <a:pt x="1957487" y="1314499"/>
                      <a:pt x="2012623" y="1337253"/>
                    </a:cubicBezTo>
                    <a:cubicBezTo>
                      <a:pt x="2067759" y="1360009"/>
                      <a:pt x="2137051" y="1318860"/>
                      <a:pt x="2167391" y="1245345"/>
                    </a:cubicBezTo>
                    <a:cubicBezTo>
                      <a:pt x="2197730" y="1171831"/>
                      <a:pt x="2177629" y="1093789"/>
                      <a:pt x="2122493" y="1071035"/>
                    </a:cubicBezTo>
                    <a:cubicBezTo>
                      <a:pt x="2108709" y="1065345"/>
                      <a:pt x="2094040" y="1063650"/>
                      <a:pt x="2079316" y="1065457"/>
                    </a:cubicBezTo>
                    <a:close/>
                    <a:moveTo>
                      <a:pt x="0" y="654162"/>
                    </a:moveTo>
                    <a:lnTo>
                      <a:pt x="1082073" y="1244384"/>
                    </a:lnTo>
                    <a:lnTo>
                      <a:pt x="1121421" y="2700265"/>
                    </a:lnTo>
                    <a:lnTo>
                      <a:pt x="4918" y="1923139"/>
                    </a:lnTo>
                    <a:cubicBezTo>
                      <a:pt x="3279" y="1498508"/>
                      <a:pt x="1639" y="1073875"/>
                      <a:pt x="0" y="654162"/>
                    </a:cubicBezTo>
                    <a:close/>
                    <a:moveTo>
                      <a:pt x="2375644" y="688592"/>
                    </a:moveTo>
                    <a:lnTo>
                      <a:pt x="2360889" y="1967406"/>
                    </a:lnTo>
                    <a:lnTo>
                      <a:pt x="1293570" y="2700265"/>
                    </a:lnTo>
                    <a:lnTo>
                      <a:pt x="1249303" y="1239466"/>
                    </a:lnTo>
                    <a:close/>
                    <a:moveTo>
                      <a:pt x="1214923" y="371219"/>
                    </a:moveTo>
                    <a:cubicBezTo>
                      <a:pt x="1197013" y="368793"/>
                      <a:pt x="1177834" y="369067"/>
                      <a:pt x="1158247" y="372480"/>
                    </a:cubicBezTo>
                    <a:cubicBezTo>
                      <a:pt x="1079899" y="386133"/>
                      <a:pt x="1024686" y="444836"/>
                      <a:pt x="1034926" y="503598"/>
                    </a:cubicBezTo>
                    <a:cubicBezTo>
                      <a:pt x="1045165" y="562359"/>
                      <a:pt x="1116980" y="598927"/>
                      <a:pt x="1195328" y="585274"/>
                    </a:cubicBezTo>
                    <a:cubicBezTo>
                      <a:pt x="1273676" y="571621"/>
                      <a:pt x="1328889" y="512918"/>
                      <a:pt x="1318650" y="454156"/>
                    </a:cubicBezTo>
                    <a:cubicBezTo>
                      <a:pt x="1310970" y="410086"/>
                      <a:pt x="1268654" y="378499"/>
                      <a:pt x="1214923" y="371219"/>
                    </a:cubicBezTo>
                    <a:close/>
                    <a:moveTo>
                      <a:pt x="1185985" y="0"/>
                    </a:moveTo>
                    <a:lnTo>
                      <a:pt x="2376266" y="506608"/>
                    </a:lnTo>
                    <a:lnTo>
                      <a:pt x="1161392" y="1101748"/>
                    </a:lnTo>
                    <a:lnTo>
                      <a:pt x="10460" y="491852"/>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309" name="Google Shape;3309;p58"/>
              <p:cNvSpPr/>
              <p:nvPr/>
            </p:nvSpPr>
            <p:spPr>
              <a:xfrm>
                <a:off x="8174482" y="4174830"/>
                <a:ext cx="392828" cy="392828"/>
              </a:xfrm>
              <a:custGeom>
                <a:rect b="b" l="l" r="r" t="t"/>
                <a:pathLst>
                  <a:path extrusionOk="0" h="4259405" w="4088964">
                    <a:moveTo>
                      <a:pt x="1480605" y="2231940"/>
                    </a:moveTo>
                    <a:lnTo>
                      <a:pt x="1199818" y="2044620"/>
                    </a:lnTo>
                    <a:lnTo>
                      <a:pt x="761621" y="2687221"/>
                    </a:lnTo>
                    <a:cubicBezTo>
                      <a:pt x="501536" y="2652619"/>
                      <a:pt x="265323" y="2467912"/>
                      <a:pt x="39127" y="2272940"/>
                    </a:cubicBezTo>
                    <a:cubicBezTo>
                      <a:pt x="-80639" y="2070133"/>
                      <a:pt x="269496" y="1743507"/>
                      <a:pt x="374515" y="1494038"/>
                    </a:cubicBezTo>
                    <a:lnTo>
                      <a:pt x="93728" y="1306717"/>
                    </a:lnTo>
                    <a:lnTo>
                      <a:pt x="1091841" y="1312633"/>
                    </a:lnTo>
                    <a:close/>
                    <a:moveTo>
                      <a:pt x="2759566" y="226796"/>
                    </a:moveTo>
                    <a:cubicBezTo>
                      <a:pt x="2331051" y="377379"/>
                      <a:pt x="2150002" y="492309"/>
                      <a:pt x="1991062" y="643648"/>
                    </a:cubicBezTo>
                    <a:lnTo>
                      <a:pt x="1463599" y="1446568"/>
                    </a:lnTo>
                    <a:lnTo>
                      <a:pt x="610317" y="909936"/>
                    </a:lnTo>
                    <a:cubicBezTo>
                      <a:pt x="810411" y="627556"/>
                      <a:pt x="1020899" y="239191"/>
                      <a:pt x="1244930" y="61882"/>
                    </a:cubicBezTo>
                    <a:cubicBezTo>
                      <a:pt x="1491876" y="-75367"/>
                      <a:pt x="1697752" y="31605"/>
                      <a:pt x="2759566" y="226796"/>
                    </a:cubicBezTo>
                    <a:close/>
                    <a:moveTo>
                      <a:pt x="1722488" y="3820535"/>
                    </a:moveTo>
                    <a:cubicBezTo>
                      <a:pt x="1376925" y="3801485"/>
                      <a:pt x="936112" y="3830060"/>
                      <a:pt x="666750" y="3734810"/>
                    </a:cubicBezTo>
                    <a:cubicBezTo>
                      <a:pt x="419100" y="3598835"/>
                      <a:pt x="400050" y="3367610"/>
                      <a:pt x="0" y="2364860"/>
                    </a:cubicBezTo>
                    <a:cubicBezTo>
                      <a:pt x="355600" y="2647435"/>
                      <a:pt x="549276" y="2739510"/>
                      <a:pt x="762000" y="2793485"/>
                    </a:cubicBezTo>
                    <a:lnTo>
                      <a:pt x="1722487" y="2812535"/>
                    </a:lnTo>
                    <a:close/>
                    <a:moveTo>
                      <a:pt x="3605396" y="869465"/>
                    </a:moveTo>
                    <a:lnTo>
                      <a:pt x="3069019" y="1711228"/>
                    </a:lnTo>
                    <a:lnTo>
                      <a:pt x="2083849" y="1550906"/>
                    </a:lnTo>
                    <a:lnTo>
                      <a:pt x="2391902" y="1412941"/>
                    </a:lnTo>
                    <a:lnTo>
                      <a:pt x="2081217" y="699900"/>
                    </a:lnTo>
                    <a:cubicBezTo>
                      <a:pt x="2248971" y="498156"/>
                      <a:pt x="2531081" y="396532"/>
                      <a:pt x="2816547" y="308854"/>
                    </a:cubicBezTo>
                    <a:cubicBezTo>
                      <a:pt x="3051986" y="315439"/>
                      <a:pt x="3142075" y="785719"/>
                      <a:pt x="3297344" y="1007430"/>
                    </a:cubicBezTo>
                    <a:close/>
                    <a:moveTo>
                      <a:pt x="3222215" y="3788662"/>
                    </a:moveTo>
                    <a:cubicBezTo>
                      <a:pt x="3089072" y="3954283"/>
                      <a:pt x="2662122" y="3869088"/>
                      <a:pt x="2413930" y="3921936"/>
                    </a:cubicBezTo>
                    <a:lnTo>
                      <a:pt x="2420658" y="4259405"/>
                    </a:lnTo>
                    <a:lnTo>
                      <a:pt x="1855155" y="3436926"/>
                    </a:lnTo>
                    <a:lnTo>
                      <a:pt x="2387428" y="2592563"/>
                    </a:lnTo>
                    <a:lnTo>
                      <a:pt x="2394156" y="2930032"/>
                    </a:lnTo>
                    <a:lnTo>
                      <a:pt x="3171906" y="2922431"/>
                    </a:lnTo>
                    <a:cubicBezTo>
                      <a:pt x="3292132" y="3155642"/>
                      <a:pt x="3275533" y="3455038"/>
                      <a:pt x="3244786" y="3752078"/>
                    </a:cubicBezTo>
                    <a:cubicBezTo>
                      <a:pt x="3238662" y="3765464"/>
                      <a:pt x="3231091" y="3777620"/>
                      <a:pt x="3222215" y="3788662"/>
                    </a:cubicBezTo>
                    <a:close/>
                    <a:moveTo>
                      <a:pt x="3948285" y="2834020"/>
                    </a:moveTo>
                    <a:cubicBezTo>
                      <a:pt x="3833022" y="3018741"/>
                      <a:pt x="3639730" y="3281008"/>
                      <a:pt x="3342579" y="3731662"/>
                    </a:cubicBezTo>
                    <a:cubicBezTo>
                      <a:pt x="3371271" y="3278367"/>
                      <a:pt x="3336159" y="3066813"/>
                      <a:pt x="3258895" y="2861397"/>
                    </a:cubicBezTo>
                    <a:lnTo>
                      <a:pt x="2725671" y="2062291"/>
                    </a:lnTo>
                    <a:lnTo>
                      <a:pt x="3552883" y="1486284"/>
                    </a:lnTo>
                    <a:cubicBezTo>
                      <a:pt x="3734716" y="1780754"/>
                      <a:pt x="4010062" y="2126176"/>
                      <a:pt x="4085819" y="2401657"/>
                    </a:cubicBezTo>
                    <a:cubicBezTo>
                      <a:pt x="4100783" y="2542124"/>
                      <a:pt x="4063549" y="2649298"/>
                      <a:pt x="3948285" y="283402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310" name="Google Shape;3310;p58"/>
              <p:cNvSpPr/>
              <p:nvPr/>
            </p:nvSpPr>
            <p:spPr>
              <a:xfrm>
                <a:off x="9225535" y="2409380"/>
                <a:ext cx="393582" cy="392828"/>
              </a:xfrm>
              <a:custGeom>
                <a:rect b="b" l="l" r="r" t="t"/>
                <a:pathLst>
                  <a:path extrusionOk="0" h="4012920" w="4020621">
                    <a:moveTo>
                      <a:pt x="780213" y="3724888"/>
                    </a:moveTo>
                    <a:lnTo>
                      <a:pt x="2868445" y="3724888"/>
                    </a:lnTo>
                    <a:lnTo>
                      <a:pt x="2868445" y="4012920"/>
                    </a:lnTo>
                    <a:lnTo>
                      <a:pt x="780213" y="4012920"/>
                    </a:lnTo>
                    <a:close/>
                    <a:moveTo>
                      <a:pt x="4020621" y="2152587"/>
                    </a:moveTo>
                    <a:lnTo>
                      <a:pt x="4020621" y="3448731"/>
                    </a:lnTo>
                    <a:lnTo>
                      <a:pt x="3903908" y="3386593"/>
                    </a:lnTo>
                    <a:lnTo>
                      <a:pt x="3903908" y="2214725"/>
                    </a:lnTo>
                    <a:close/>
                    <a:moveTo>
                      <a:pt x="1582587" y="1544569"/>
                    </a:moveTo>
                    <a:cubicBezTo>
                      <a:pt x="1525677" y="1652847"/>
                      <a:pt x="1434945" y="1739939"/>
                      <a:pt x="1324158" y="1792547"/>
                    </a:cubicBezTo>
                    <a:lnTo>
                      <a:pt x="1790243" y="1792547"/>
                    </a:lnTo>
                    <a:cubicBezTo>
                      <a:pt x="1708293" y="1721838"/>
                      <a:pt x="1638004" y="1638154"/>
                      <a:pt x="1582587" y="1544569"/>
                    </a:cubicBezTo>
                    <a:close/>
                    <a:moveTo>
                      <a:pt x="1238323" y="1312673"/>
                    </a:moveTo>
                    <a:cubicBezTo>
                      <a:pt x="1173622" y="1312673"/>
                      <a:pt x="1121172" y="1365123"/>
                      <a:pt x="1121172" y="1429824"/>
                    </a:cubicBezTo>
                    <a:cubicBezTo>
                      <a:pt x="1121172" y="1494525"/>
                      <a:pt x="1173622" y="1546975"/>
                      <a:pt x="1238323" y="1546975"/>
                    </a:cubicBezTo>
                    <a:cubicBezTo>
                      <a:pt x="1303024" y="1546975"/>
                      <a:pt x="1355474" y="1494525"/>
                      <a:pt x="1355474" y="1429824"/>
                    </a:cubicBezTo>
                    <a:cubicBezTo>
                      <a:pt x="1355474" y="1365123"/>
                      <a:pt x="1303024" y="1312673"/>
                      <a:pt x="1238323" y="1312673"/>
                    </a:cubicBezTo>
                    <a:close/>
                    <a:moveTo>
                      <a:pt x="870057" y="1312673"/>
                    </a:moveTo>
                    <a:cubicBezTo>
                      <a:pt x="805356" y="1312673"/>
                      <a:pt x="752906" y="1365123"/>
                      <a:pt x="752906" y="1429824"/>
                    </a:cubicBezTo>
                    <a:cubicBezTo>
                      <a:pt x="752906" y="1494525"/>
                      <a:pt x="805356" y="1546975"/>
                      <a:pt x="870057" y="1546975"/>
                    </a:cubicBezTo>
                    <a:cubicBezTo>
                      <a:pt x="934758" y="1546975"/>
                      <a:pt x="987208" y="1494525"/>
                      <a:pt x="987208" y="1429824"/>
                    </a:cubicBezTo>
                    <a:cubicBezTo>
                      <a:pt x="987208" y="1365123"/>
                      <a:pt x="934758" y="1312673"/>
                      <a:pt x="870057" y="1312673"/>
                    </a:cubicBezTo>
                    <a:close/>
                    <a:moveTo>
                      <a:pt x="2775838" y="1127627"/>
                    </a:moveTo>
                    <a:cubicBezTo>
                      <a:pt x="2666578" y="1127627"/>
                      <a:pt x="2578006" y="1216199"/>
                      <a:pt x="2578006" y="1325459"/>
                    </a:cubicBezTo>
                    <a:cubicBezTo>
                      <a:pt x="2578006" y="1434719"/>
                      <a:pt x="2666578" y="1523291"/>
                      <a:pt x="2775838" y="1523291"/>
                    </a:cubicBezTo>
                    <a:cubicBezTo>
                      <a:pt x="2885098" y="1523291"/>
                      <a:pt x="2973670" y="1434719"/>
                      <a:pt x="2973670" y="1325459"/>
                    </a:cubicBezTo>
                    <a:cubicBezTo>
                      <a:pt x="2973670" y="1216199"/>
                      <a:pt x="2885098" y="1127627"/>
                      <a:pt x="2775838" y="1127627"/>
                    </a:cubicBezTo>
                    <a:close/>
                    <a:moveTo>
                      <a:pt x="2153949" y="1127627"/>
                    </a:moveTo>
                    <a:cubicBezTo>
                      <a:pt x="2044689" y="1127627"/>
                      <a:pt x="1956117" y="1216199"/>
                      <a:pt x="1956117" y="1325459"/>
                    </a:cubicBezTo>
                    <a:cubicBezTo>
                      <a:pt x="1956117" y="1434719"/>
                      <a:pt x="2044689" y="1523291"/>
                      <a:pt x="2153949" y="1523291"/>
                    </a:cubicBezTo>
                    <a:cubicBezTo>
                      <a:pt x="2263209" y="1523291"/>
                      <a:pt x="2351781" y="1434719"/>
                      <a:pt x="2351781" y="1325459"/>
                    </a:cubicBezTo>
                    <a:cubicBezTo>
                      <a:pt x="2351781" y="1216199"/>
                      <a:pt x="2263209" y="1127627"/>
                      <a:pt x="2153949" y="1127627"/>
                    </a:cubicBezTo>
                    <a:close/>
                    <a:moveTo>
                      <a:pt x="1238323" y="956510"/>
                    </a:moveTo>
                    <a:cubicBezTo>
                      <a:pt x="1173622" y="956510"/>
                      <a:pt x="1121172" y="1008960"/>
                      <a:pt x="1121172" y="1073661"/>
                    </a:cubicBezTo>
                    <a:cubicBezTo>
                      <a:pt x="1121172" y="1138362"/>
                      <a:pt x="1173622" y="1190812"/>
                      <a:pt x="1238323" y="1190812"/>
                    </a:cubicBezTo>
                    <a:cubicBezTo>
                      <a:pt x="1303024" y="1190812"/>
                      <a:pt x="1355474" y="1138362"/>
                      <a:pt x="1355474" y="1073661"/>
                    </a:cubicBezTo>
                    <a:cubicBezTo>
                      <a:pt x="1355474" y="1008960"/>
                      <a:pt x="1303024" y="956510"/>
                      <a:pt x="1238323" y="956510"/>
                    </a:cubicBezTo>
                    <a:close/>
                    <a:moveTo>
                      <a:pt x="870057" y="956510"/>
                    </a:moveTo>
                    <a:cubicBezTo>
                      <a:pt x="805356" y="956510"/>
                      <a:pt x="752906" y="1008960"/>
                      <a:pt x="752906" y="1073661"/>
                    </a:cubicBezTo>
                    <a:cubicBezTo>
                      <a:pt x="752906" y="1138362"/>
                      <a:pt x="805356" y="1190812"/>
                      <a:pt x="870057" y="1190812"/>
                    </a:cubicBezTo>
                    <a:cubicBezTo>
                      <a:pt x="934758" y="1190812"/>
                      <a:pt x="987208" y="1138362"/>
                      <a:pt x="987208" y="1073661"/>
                    </a:cubicBezTo>
                    <a:cubicBezTo>
                      <a:pt x="987208" y="1008960"/>
                      <a:pt x="934758" y="956510"/>
                      <a:pt x="870057" y="956510"/>
                    </a:cubicBezTo>
                    <a:close/>
                    <a:moveTo>
                      <a:pt x="2775838" y="526176"/>
                    </a:moveTo>
                    <a:cubicBezTo>
                      <a:pt x="2666578" y="526176"/>
                      <a:pt x="2578006" y="614748"/>
                      <a:pt x="2578006" y="724008"/>
                    </a:cubicBezTo>
                    <a:cubicBezTo>
                      <a:pt x="2578006" y="833268"/>
                      <a:pt x="2666578" y="921840"/>
                      <a:pt x="2775838" y="921840"/>
                    </a:cubicBezTo>
                    <a:cubicBezTo>
                      <a:pt x="2885098" y="921840"/>
                      <a:pt x="2973670" y="833268"/>
                      <a:pt x="2973670" y="724008"/>
                    </a:cubicBezTo>
                    <a:cubicBezTo>
                      <a:pt x="2973670" y="614748"/>
                      <a:pt x="2885098" y="526176"/>
                      <a:pt x="2775838" y="526176"/>
                    </a:cubicBezTo>
                    <a:close/>
                    <a:moveTo>
                      <a:pt x="2153949" y="526176"/>
                    </a:moveTo>
                    <a:cubicBezTo>
                      <a:pt x="2044689" y="526176"/>
                      <a:pt x="1956117" y="614748"/>
                      <a:pt x="1956117" y="724008"/>
                    </a:cubicBezTo>
                    <a:cubicBezTo>
                      <a:pt x="1956117" y="833268"/>
                      <a:pt x="2044689" y="921840"/>
                      <a:pt x="2153949" y="921840"/>
                    </a:cubicBezTo>
                    <a:cubicBezTo>
                      <a:pt x="2263209" y="921840"/>
                      <a:pt x="2351781" y="833268"/>
                      <a:pt x="2351781" y="724008"/>
                    </a:cubicBezTo>
                    <a:cubicBezTo>
                      <a:pt x="2351781" y="614748"/>
                      <a:pt x="2263209" y="526176"/>
                      <a:pt x="2153949" y="526176"/>
                    </a:cubicBezTo>
                    <a:close/>
                    <a:moveTo>
                      <a:pt x="2464893" y="0"/>
                    </a:moveTo>
                    <a:cubicBezTo>
                      <a:pt x="3030837" y="0"/>
                      <a:pt x="3489626" y="458789"/>
                      <a:pt x="3489626" y="1024733"/>
                    </a:cubicBezTo>
                    <a:cubicBezTo>
                      <a:pt x="3489626" y="1442455"/>
                      <a:pt x="3239684" y="1801800"/>
                      <a:pt x="2880320" y="1959209"/>
                    </a:cubicBezTo>
                    <a:lnTo>
                      <a:pt x="2880320" y="2008571"/>
                    </a:lnTo>
                    <a:lnTo>
                      <a:pt x="3250857" y="2008571"/>
                    </a:lnTo>
                    <a:lnTo>
                      <a:pt x="3250857" y="2359970"/>
                    </a:lnTo>
                    <a:lnTo>
                      <a:pt x="3437294" y="2359970"/>
                    </a:lnTo>
                    <a:lnTo>
                      <a:pt x="3437294" y="2360694"/>
                    </a:lnTo>
                    <a:lnTo>
                      <a:pt x="3852060" y="2233461"/>
                    </a:lnTo>
                    <a:lnTo>
                      <a:pt x="3852060" y="3367858"/>
                    </a:lnTo>
                    <a:lnTo>
                      <a:pt x="3437294" y="3240624"/>
                    </a:lnTo>
                    <a:lnTo>
                      <a:pt x="3437294" y="3241349"/>
                    </a:lnTo>
                    <a:lnTo>
                      <a:pt x="3250857" y="3241349"/>
                    </a:lnTo>
                    <a:lnTo>
                      <a:pt x="3250857" y="3633063"/>
                    </a:lnTo>
                    <a:lnTo>
                      <a:pt x="298529" y="3633063"/>
                    </a:lnTo>
                    <a:lnTo>
                      <a:pt x="298529" y="2431730"/>
                    </a:lnTo>
                    <a:lnTo>
                      <a:pt x="0" y="2008571"/>
                    </a:lnTo>
                    <a:lnTo>
                      <a:pt x="298529" y="2008571"/>
                    </a:lnTo>
                    <a:lnTo>
                      <a:pt x="792088" y="2008571"/>
                    </a:lnTo>
                    <a:lnTo>
                      <a:pt x="792088" y="1796817"/>
                    </a:lnTo>
                    <a:cubicBezTo>
                      <a:pt x="587745" y="1700755"/>
                      <a:pt x="447370" y="1492642"/>
                      <a:pt x="447370" y="1251742"/>
                    </a:cubicBezTo>
                    <a:cubicBezTo>
                      <a:pt x="447370" y="916605"/>
                      <a:pt x="719053" y="644923"/>
                      <a:pt x="1054190" y="644923"/>
                    </a:cubicBezTo>
                    <a:cubicBezTo>
                      <a:pt x="1212753" y="644923"/>
                      <a:pt x="1357112" y="705740"/>
                      <a:pt x="1463939" y="806702"/>
                    </a:cubicBezTo>
                    <a:cubicBezTo>
                      <a:pt x="1563407" y="345444"/>
                      <a:pt x="1973809" y="0"/>
                      <a:pt x="2464893"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311" name="Google Shape;3311;p58"/>
              <p:cNvSpPr/>
              <p:nvPr/>
            </p:nvSpPr>
            <p:spPr>
              <a:xfrm rot="9900000">
                <a:off x="10073915" y="2714730"/>
                <a:ext cx="351357" cy="423598"/>
              </a:xfrm>
              <a:custGeom>
                <a:rect b="b" l="l" r="r" t="t"/>
                <a:pathLst>
                  <a:path extrusionOk="0" h="4064034" w="3370953">
                    <a:moveTo>
                      <a:pt x="307836" y="3226369"/>
                    </a:moveTo>
                    <a:lnTo>
                      <a:pt x="307836" y="2810144"/>
                    </a:lnTo>
                    <a:lnTo>
                      <a:pt x="1258549" y="2810144"/>
                    </a:lnTo>
                    <a:lnTo>
                      <a:pt x="1331954" y="2516524"/>
                    </a:lnTo>
                    <a:lnTo>
                      <a:pt x="1639161" y="2516524"/>
                    </a:lnTo>
                    <a:lnTo>
                      <a:pt x="1806826" y="1890788"/>
                    </a:lnTo>
                    <a:cubicBezTo>
                      <a:pt x="1709407" y="1836984"/>
                      <a:pt x="1651662" y="1730051"/>
                      <a:pt x="1660897" y="1618049"/>
                    </a:cubicBezTo>
                    <a:lnTo>
                      <a:pt x="497736" y="946498"/>
                    </a:lnTo>
                    <a:lnTo>
                      <a:pt x="415801" y="1252284"/>
                    </a:lnTo>
                    <a:cubicBezTo>
                      <a:pt x="388670" y="1353539"/>
                      <a:pt x="284592" y="1413628"/>
                      <a:pt x="183338" y="1386497"/>
                    </a:cubicBezTo>
                    <a:lnTo>
                      <a:pt x="0" y="1337372"/>
                    </a:lnTo>
                    <a:lnTo>
                      <a:pt x="358348" y="0"/>
                    </a:lnTo>
                    <a:lnTo>
                      <a:pt x="541685" y="49125"/>
                    </a:lnTo>
                    <a:cubicBezTo>
                      <a:pt x="642940" y="76256"/>
                      <a:pt x="703029" y="180334"/>
                      <a:pt x="675898" y="281588"/>
                    </a:cubicBezTo>
                    <a:lnTo>
                      <a:pt x="574914" y="658466"/>
                    </a:lnTo>
                    <a:lnTo>
                      <a:pt x="1826395" y="1381009"/>
                    </a:lnTo>
                    <a:cubicBezTo>
                      <a:pt x="1885142" y="1352063"/>
                      <a:pt x="1954182" y="1344264"/>
                      <a:pt x="2022379" y="1362537"/>
                    </a:cubicBezTo>
                    <a:cubicBezTo>
                      <a:pt x="2176035" y="1403709"/>
                      <a:pt x="2267221" y="1561647"/>
                      <a:pt x="2226049" y="1715303"/>
                    </a:cubicBezTo>
                    <a:cubicBezTo>
                      <a:pt x="2207347" y="1785100"/>
                      <a:pt x="2164552" y="1842007"/>
                      <a:pt x="2108323" y="1878457"/>
                    </a:cubicBezTo>
                    <a:lnTo>
                      <a:pt x="1937353" y="2516524"/>
                    </a:lnTo>
                    <a:lnTo>
                      <a:pt x="2236046" y="2516524"/>
                    </a:lnTo>
                    <a:lnTo>
                      <a:pt x="2309451" y="2810144"/>
                    </a:lnTo>
                    <a:lnTo>
                      <a:pt x="2828116" y="2810144"/>
                    </a:lnTo>
                    <a:lnTo>
                      <a:pt x="2828116" y="2930119"/>
                    </a:lnTo>
                    <a:lnTo>
                      <a:pt x="2945247" y="2930119"/>
                    </a:lnTo>
                    <a:lnTo>
                      <a:pt x="3109201" y="2856867"/>
                    </a:lnTo>
                    <a:cubicBezTo>
                      <a:pt x="3112004" y="2849082"/>
                      <a:pt x="3119624" y="2844415"/>
                      <a:pt x="3128335" y="2844415"/>
                    </a:cubicBezTo>
                    <a:lnTo>
                      <a:pt x="3223771" y="2844415"/>
                    </a:lnTo>
                    <a:cubicBezTo>
                      <a:pt x="3236949" y="2844415"/>
                      <a:pt x="3247631" y="2855097"/>
                      <a:pt x="3247631" y="2868275"/>
                    </a:cubicBezTo>
                    <a:lnTo>
                      <a:pt x="3247631" y="3606750"/>
                    </a:lnTo>
                    <a:cubicBezTo>
                      <a:pt x="3247631" y="3619928"/>
                      <a:pt x="3236949" y="3630610"/>
                      <a:pt x="3223771" y="3630610"/>
                    </a:cubicBezTo>
                    <a:lnTo>
                      <a:pt x="3128335" y="3630610"/>
                    </a:lnTo>
                    <a:cubicBezTo>
                      <a:pt x="3120852" y="3630610"/>
                      <a:pt x="3114174" y="3627166"/>
                      <a:pt x="3110472" y="3621230"/>
                    </a:cubicBezTo>
                    <a:lnTo>
                      <a:pt x="3110472" y="3624351"/>
                    </a:lnTo>
                    <a:lnTo>
                      <a:pt x="2954172" y="3554518"/>
                    </a:lnTo>
                    <a:lnTo>
                      <a:pt x="2954172" y="3558788"/>
                    </a:lnTo>
                    <a:lnTo>
                      <a:pt x="2828116" y="3558788"/>
                    </a:lnTo>
                    <a:lnTo>
                      <a:pt x="2828116" y="3630610"/>
                    </a:lnTo>
                    <a:lnTo>
                      <a:pt x="2038337" y="3226369"/>
                    </a:lnTo>
                    <a:close/>
                    <a:moveTo>
                      <a:pt x="77048" y="4064034"/>
                    </a:moveTo>
                    <a:lnTo>
                      <a:pt x="77048" y="3342578"/>
                    </a:lnTo>
                    <a:lnTo>
                      <a:pt x="2050947" y="3342578"/>
                    </a:lnTo>
                    <a:lnTo>
                      <a:pt x="3370953" y="4058524"/>
                    </a:lnTo>
                    <a:lnTo>
                      <a:pt x="3370953" y="4064034"/>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312" name="Google Shape;3312;p58"/>
              <p:cNvSpPr/>
              <p:nvPr/>
            </p:nvSpPr>
            <p:spPr>
              <a:xfrm rot="3600000">
                <a:off x="8507130" y="4424299"/>
                <a:ext cx="162074" cy="478539"/>
              </a:xfrm>
              <a:custGeom>
                <a:rect b="b" l="l" r="r" t="t"/>
                <a:pathLst>
                  <a:path extrusionOk="0" h="3920353" w="1327763">
                    <a:moveTo>
                      <a:pt x="483881" y="2840232"/>
                    </a:moveTo>
                    <a:lnTo>
                      <a:pt x="843881" y="2840232"/>
                    </a:lnTo>
                    <a:lnTo>
                      <a:pt x="843881" y="3920353"/>
                    </a:lnTo>
                    <a:lnTo>
                      <a:pt x="483881" y="3920353"/>
                    </a:lnTo>
                    <a:close/>
                    <a:moveTo>
                      <a:pt x="757697" y="168239"/>
                    </a:moveTo>
                    <a:lnTo>
                      <a:pt x="757697" y="384263"/>
                    </a:lnTo>
                    <a:lnTo>
                      <a:pt x="930062" y="384263"/>
                    </a:lnTo>
                    <a:lnTo>
                      <a:pt x="930062" y="168239"/>
                    </a:lnTo>
                    <a:close/>
                    <a:moveTo>
                      <a:pt x="432932" y="168239"/>
                    </a:moveTo>
                    <a:lnTo>
                      <a:pt x="432932" y="384263"/>
                    </a:lnTo>
                    <a:lnTo>
                      <a:pt x="605297" y="384263"/>
                    </a:lnTo>
                    <a:lnTo>
                      <a:pt x="605297" y="168239"/>
                    </a:lnTo>
                    <a:close/>
                    <a:moveTo>
                      <a:pt x="168643" y="0"/>
                    </a:moveTo>
                    <a:lnTo>
                      <a:pt x="1159119" y="0"/>
                    </a:lnTo>
                    <a:lnTo>
                      <a:pt x="1159119" y="539093"/>
                    </a:lnTo>
                    <a:lnTo>
                      <a:pt x="1327763" y="539093"/>
                    </a:lnTo>
                    <a:lnTo>
                      <a:pt x="1327763" y="2245406"/>
                    </a:lnTo>
                    <a:lnTo>
                      <a:pt x="1318300" y="2245406"/>
                    </a:lnTo>
                    <a:lnTo>
                      <a:pt x="1127664" y="2719000"/>
                    </a:lnTo>
                    <a:lnTo>
                      <a:pt x="200100" y="2719000"/>
                    </a:lnTo>
                    <a:lnTo>
                      <a:pt x="9464" y="2245406"/>
                    </a:lnTo>
                    <a:lnTo>
                      <a:pt x="0" y="2245406"/>
                    </a:lnTo>
                    <a:lnTo>
                      <a:pt x="0" y="539093"/>
                    </a:lnTo>
                    <a:lnTo>
                      <a:pt x="168643" y="539093"/>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313" name="Google Shape;3313;p58"/>
              <p:cNvSpPr/>
              <p:nvPr/>
            </p:nvSpPr>
            <p:spPr>
              <a:xfrm>
                <a:off x="8045579" y="3848133"/>
                <a:ext cx="330939" cy="260933"/>
              </a:xfrm>
              <a:custGeom>
                <a:rect b="b" l="l" r="r" t="t"/>
                <a:pathLst>
                  <a:path extrusionOk="0" h="2952328" w="3744416">
                    <a:moveTo>
                      <a:pt x="184806" y="576064"/>
                    </a:moveTo>
                    <a:lnTo>
                      <a:pt x="895314" y="576064"/>
                    </a:lnTo>
                    <a:cubicBezTo>
                      <a:pt x="997380" y="576064"/>
                      <a:pt x="1080120" y="658804"/>
                      <a:pt x="1080120" y="760870"/>
                    </a:cubicBezTo>
                    <a:lnTo>
                      <a:pt x="1080120" y="792088"/>
                    </a:lnTo>
                    <a:lnTo>
                      <a:pt x="3312368" y="792088"/>
                    </a:lnTo>
                    <a:lnTo>
                      <a:pt x="3312368" y="2952328"/>
                    </a:lnTo>
                    <a:lnTo>
                      <a:pt x="0" y="2952328"/>
                    </a:lnTo>
                    <a:lnTo>
                      <a:pt x="0" y="1072569"/>
                    </a:lnTo>
                    <a:lnTo>
                      <a:pt x="0" y="792088"/>
                    </a:lnTo>
                    <a:lnTo>
                      <a:pt x="0" y="760870"/>
                    </a:lnTo>
                    <a:cubicBezTo>
                      <a:pt x="0" y="658804"/>
                      <a:pt x="82740" y="576064"/>
                      <a:pt x="184806" y="576064"/>
                    </a:cubicBezTo>
                    <a:close/>
                    <a:moveTo>
                      <a:pt x="616854" y="0"/>
                    </a:moveTo>
                    <a:lnTo>
                      <a:pt x="1327362" y="0"/>
                    </a:lnTo>
                    <a:cubicBezTo>
                      <a:pt x="1429428" y="0"/>
                      <a:pt x="1512168" y="82740"/>
                      <a:pt x="1512168" y="184806"/>
                    </a:cubicBezTo>
                    <a:lnTo>
                      <a:pt x="1512168" y="216024"/>
                    </a:lnTo>
                    <a:lnTo>
                      <a:pt x="3744416" y="216024"/>
                    </a:lnTo>
                    <a:lnTo>
                      <a:pt x="3744416" y="2376264"/>
                    </a:lnTo>
                    <a:lnTo>
                      <a:pt x="3464768" y="2376264"/>
                    </a:lnTo>
                    <a:lnTo>
                      <a:pt x="3464768" y="648072"/>
                    </a:lnTo>
                    <a:lnTo>
                      <a:pt x="1232520" y="648072"/>
                    </a:lnTo>
                    <a:lnTo>
                      <a:pt x="1232520" y="616854"/>
                    </a:lnTo>
                    <a:cubicBezTo>
                      <a:pt x="1232520" y="514788"/>
                      <a:pt x="1149780" y="432048"/>
                      <a:pt x="1047714" y="432048"/>
                    </a:cubicBezTo>
                    <a:lnTo>
                      <a:pt x="432048" y="432048"/>
                    </a:lnTo>
                    <a:lnTo>
                      <a:pt x="432048" y="216024"/>
                    </a:lnTo>
                    <a:lnTo>
                      <a:pt x="432048" y="184806"/>
                    </a:lnTo>
                    <a:cubicBezTo>
                      <a:pt x="432048" y="82740"/>
                      <a:pt x="514788" y="0"/>
                      <a:pt x="61685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314" name="Google Shape;3314;p58"/>
              <p:cNvSpPr/>
              <p:nvPr/>
            </p:nvSpPr>
            <p:spPr>
              <a:xfrm>
                <a:off x="9003511" y="4923426"/>
                <a:ext cx="304410" cy="330939"/>
              </a:xfrm>
              <a:custGeom>
                <a:rect b="b" l="l" r="r" t="t"/>
                <a:pathLst>
                  <a:path extrusionOk="0" h="4031150" w="3708000">
                    <a:moveTo>
                      <a:pt x="2226025" y="2078010"/>
                    </a:moveTo>
                    <a:lnTo>
                      <a:pt x="1976753" y="2339372"/>
                    </a:lnTo>
                    <a:lnTo>
                      <a:pt x="1976910" y="2339581"/>
                    </a:lnTo>
                    <a:lnTo>
                      <a:pt x="1976204" y="2339948"/>
                    </a:lnTo>
                    <a:lnTo>
                      <a:pt x="1975656" y="2340523"/>
                    </a:lnTo>
                    <a:lnTo>
                      <a:pt x="1975499" y="2340314"/>
                    </a:lnTo>
                    <a:lnTo>
                      <a:pt x="1688579" y="2489240"/>
                    </a:lnTo>
                    <a:cubicBezTo>
                      <a:pt x="1740712" y="2519877"/>
                      <a:pt x="1801557" y="2536438"/>
                      <a:pt x="1866270" y="2536438"/>
                    </a:cubicBezTo>
                    <a:cubicBezTo>
                      <a:pt x="2071258" y="2536438"/>
                      <a:pt x="2237434" y="2370262"/>
                      <a:pt x="2237434" y="2165274"/>
                    </a:cubicBezTo>
                    <a:cubicBezTo>
                      <a:pt x="2237434" y="2135129"/>
                      <a:pt x="2233840" y="2105822"/>
                      <a:pt x="2226025" y="2078010"/>
                    </a:cubicBezTo>
                    <a:close/>
                    <a:moveTo>
                      <a:pt x="1866270" y="1794110"/>
                    </a:moveTo>
                    <a:cubicBezTo>
                      <a:pt x="1661282" y="1794110"/>
                      <a:pt x="1495106" y="1960286"/>
                      <a:pt x="1495106" y="2165274"/>
                    </a:cubicBezTo>
                    <a:cubicBezTo>
                      <a:pt x="1495106" y="2194876"/>
                      <a:pt x="1498572" y="2223668"/>
                      <a:pt x="1506052" y="2251046"/>
                    </a:cubicBezTo>
                    <a:lnTo>
                      <a:pt x="1731247" y="2014929"/>
                    </a:lnTo>
                    <a:lnTo>
                      <a:pt x="1731090" y="2014720"/>
                    </a:lnTo>
                    <a:lnTo>
                      <a:pt x="1731796" y="2014353"/>
                    </a:lnTo>
                    <a:lnTo>
                      <a:pt x="1732344" y="2013778"/>
                    </a:lnTo>
                    <a:lnTo>
                      <a:pt x="1732501" y="2013987"/>
                    </a:lnTo>
                    <a:lnTo>
                      <a:pt x="2054335" y="1846939"/>
                    </a:lnTo>
                    <a:cubicBezTo>
                      <a:pt x="1999773" y="1812909"/>
                      <a:pt x="1935217" y="1794110"/>
                      <a:pt x="1866270" y="1794110"/>
                    </a:cubicBezTo>
                    <a:close/>
                    <a:moveTo>
                      <a:pt x="1866270" y="1281021"/>
                    </a:moveTo>
                    <a:lnTo>
                      <a:pt x="1995916" y="1728077"/>
                    </a:lnTo>
                    <a:cubicBezTo>
                      <a:pt x="2049420" y="1742880"/>
                      <a:pt x="2098387" y="1768442"/>
                      <a:pt x="2141027" y="1801941"/>
                    </a:cubicBezTo>
                    <a:lnTo>
                      <a:pt x="2830781" y="1443923"/>
                    </a:lnTo>
                    <a:lnTo>
                      <a:pt x="2293677" y="2007077"/>
                    </a:lnTo>
                    <a:lnTo>
                      <a:pt x="2302169" y="2036187"/>
                    </a:lnTo>
                    <a:lnTo>
                      <a:pt x="2755181" y="2167560"/>
                    </a:lnTo>
                    <a:lnTo>
                      <a:pt x="2301207" y="2299213"/>
                    </a:lnTo>
                    <a:cubicBezTo>
                      <a:pt x="2288949" y="2340747"/>
                      <a:pt x="2270868" y="2379745"/>
                      <a:pt x="2246307" y="2414255"/>
                    </a:cubicBezTo>
                    <a:lnTo>
                      <a:pt x="2368615" y="2636476"/>
                    </a:lnTo>
                    <a:lnTo>
                      <a:pt x="2152396" y="2517472"/>
                    </a:lnTo>
                    <a:cubicBezTo>
                      <a:pt x="2112986" y="2553805"/>
                      <a:pt x="2065424" y="2580505"/>
                      <a:pt x="2013636" y="2598144"/>
                    </a:cubicBezTo>
                    <a:lnTo>
                      <a:pt x="1875846" y="3073280"/>
                    </a:lnTo>
                    <a:lnTo>
                      <a:pt x="1739624" y="2603548"/>
                    </a:lnTo>
                    <a:cubicBezTo>
                      <a:pt x="1688445" y="2589723"/>
                      <a:pt x="1641302" y="2566161"/>
                      <a:pt x="1599709" y="2535368"/>
                    </a:cubicBezTo>
                    <a:lnTo>
                      <a:pt x="877219" y="2910378"/>
                    </a:lnTo>
                    <a:lnTo>
                      <a:pt x="1438400" y="2321979"/>
                    </a:lnTo>
                    <a:lnTo>
                      <a:pt x="1437655" y="2319411"/>
                    </a:lnTo>
                    <a:lnTo>
                      <a:pt x="963153" y="2181805"/>
                    </a:lnTo>
                    <a:lnTo>
                      <a:pt x="1425898" y="2047609"/>
                    </a:lnTo>
                    <a:cubicBezTo>
                      <a:pt x="1440318" y="1991458"/>
                      <a:pt x="1465316" y="1939627"/>
                      <a:pt x="1501635" y="1896529"/>
                    </a:cubicBezTo>
                    <a:lnTo>
                      <a:pt x="1375628" y="1667588"/>
                    </a:lnTo>
                    <a:lnTo>
                      <a:pt x="1605635" y="1794181"/>
                    </a:lnTo>
                    <a:cubicBezTo>
                      <a:pt x="1643852" y="1764149"/>
                      <a:pt x="1688437" y="1742763"/>
                      <a:pt x="1736328" y="1729097"/>
                    </a:cubicBezTo>
                    <a:close/>
                    <a:moveTo>
                      <a:pt x="1801446" y="873772"/>
                    </a:moveTo>
                    <a:cubicBezTo>
                      <a:pt x="1122607" y="899096"/>
                      <a:pt x="577020" y="1443990"/>
                      <a:pt x="550657" y="2122563"/>
                    </a:cubicBezTo>
                    <a:lnTo>
                      <a:pt x="754935" y="2181804"/>
                    </a:lnTo>
                    <a:lnTo>
                      <a:pt x="551187" y="2240891"/>
                    </a:lnTo>
                    <a:cubicBezTo>
                      <a:pt x="582476" y="2925954"/>
                      <a:pt x="1143118" y="3472541"/>
                      <a:pt x="1833783" y="3482192"/>
                    </a:cubicBezTo>
                    <a:lnTo>
                      <a:pt x="1883029" y="3312376"/>
                    </a:lnTo>
                    <a:lnTo>
                      <a:pt x="1931451" y="3479348"/>
                    </a:lnTo>
                    <a:cubicBezTo>
                      <a:pt x="2602724" y="3441618"/>
                      <a:pt x="3137685" y="2895457"/>
                      <a:pt x="3157888" y="2219621"/>
                    </a:cubicBezTo>
                    <a:lnTo>
                      <a:pt x="2970483" y="2165273"/>
                    </a:lnTo>
                    <a:lnTo>
                      <a:pt x="3156785" y="2111246"/>
                    </a:lnTo>
                    <a:cubicBezTo>
                      <a:pt x="3124894" y="1437932"/>
                      <a:pt x="2581609" y="898954"/>
                      <a:pt x="1906553" y="873772"/>
                    </a:cubicBezTo>
                    <a:lnTo>
                      <a:pt x="1853999" y="1054992"/>
                    </a:lnTo>
                    <a:close/>
                    <a:moveTo>
                      <a:pt x="1842112" y="204015"/>
                    </a:moveTo>
                    <a:cubicBezTo>
                      <a:pt x="1750186" y="208331"/>
                      <a:pt x="1671595" y="261235"/>
                      <a:pt x="1631665" y="337724"/>
                    </a:cubicBezTo>
                    <a:cubicBezTo>
                      <a:pt x="1704451" y="327639"/>
                      <a:pt x="1778701" y="323150"/>
                      <a:pt x="1854000" y="323150"/>
                    </a:cubicBezTo>
                    <a:cubicBezTo>
                      <a:pt x="1929687" y="323150"/>
                      <a:pt x="2004315" y="327685"/>
                      <a:pt x="2077458" y="337895"/>
                    </a:cubicBezTo>
                    <a:cubicBezTo>
                      <a:pt x="2032849" y="253989"/>
                      <a:pt x="1942703" y="199292"/>
                      <a:pt x="1842112" y="204015"/>
                    </a:cubicBezTo>
                    <a:close/>
                    <a:moveTo>
                      <a:pt x="1832557" y="511"/>
                    </a:moveTo>
                    <a:cubicBezTo>
                      <a:pt x="2064724" y="-10390"/>
                      <a:pt x="2266043" y="154192"/>
                      <a:pt x="2302551" y="380077"/>
                    </a:cubicBezTo>
                    <a:cubicBezTo>
                      <a:pt x="3110034" y="578670"/>
                      <a:pt x="3708000" y="1308079"/>
                      <a:pt x="3708000" y="2177150"/>
                    </a:cubicBezTo>
                    <a:cubicBezTo>
                      <a:pt x="3708000" y="3201086"/>
                      <a:pt x="2877936" y="4031150"/>
                      <a:pt x="1854000" y="4031150"/>
                    </a:cubicBezTo>
                    <a:cubicBezTo>
                      <a:pt x="830064" y="4031150"/>
                      <a:pt x="0" y="3201086"/>
                      <a:pt x="0" y="2177150"/>
                    </a:cubicBezTo>
                    <a:cubicBezTo>
                      <a:pt x="0" y="1308490"/>
                      <a:pt x="597400" y="579361"/>
                      <a:pt x="1404307" y="380371"/>
                    </a:cubicBezTo>
                    <a:cubicBezTo>
                      <a:pt x="1438620" y="172028"/>
                      <a:pt x="1614858" y="10733"/>
                      <a:pt x="1832557" y="51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315" name="Google Shape;3315;p58"/>
              <p:cNvSpPr/>
              <p:nvPr/>
            </p:nvSpPr>
            <p:spPr>
              <a:xfrm>
                <a:off x="9848127" y="4821478"/>
                <a:ext cx="257012" cy="330939"/>
              </a:xfrm>
              <a:custGeom>
                <a:rect b="b" l="l" r="r" t="t"/>
                <a:pathLst>
                  <a:path extrusionOk="0" h="3913585" w="3039346">
                    <a:moveTo>
                      <a:pt x="1527178" y="2618567"/>
                    </a:moveTo>
                    <a:cubicBezTo>
                      <a:pt x="1429201" y="2618567"/>
                      <a:pt x="1349775" y="2697993"/>
                      <a:pt x="1349775" y="2795971"/>
                    </a:cubicBezTo>
                    <a:cubicBezTo>
                      <a:pt x="1349775" y="2861110"/>
                      <a:pt x="1384883" y="2918050"/>
                      <a:pt x="1437574" y="2948279"/>
                    </a:cubicBezTo>
                    <a:lnTo>
                      <a:pt x="1275150" y="3311239"/>
                    </a:lnTo>
                    <a:lnTo>
                      <a:pt x="1779206" y="3311239"/>
                    </a:lnTo>
                    <a:lnTo>
                      <a:pt x="1616782" y="2948279"/>
                    </a:lnTo>
                    <a:cubicBezTo>
                      <a:pt x="1669475" y="2918050"/>
                      <a:pt x="1704582" y="2861110"/>
                      <a:pt x="1704582" y="2795971"/>
                    </a:cubicBezTo>
                    <a:cubicBezTo>
                      <a:pt x="1704582" y="2697993"/>
                      <a:pt x="1625156" y="2618567"/>
                      <a:pt x="1527178" y="2618567"/>
                    </a:cubicBezTo>
                    <a:close/>
                    <a:moveTo>
                      <a:pt x="1527178" y="0"/>
                    </a:moveTo>
                    <a:cubicBezTo>
                      <a:pt x="2026975" y="0"/>
                      <a:pt x="2435288" y="391686"/>
                      <a:pt x="2460697" y="884907"/>
                    </a:cubicBezTo>
                    <a:lnTo>
                      <a:pt x="2463282" y="884907"/>
                    </a:lnTo>
                    <a:lnTo>
                      <a:pt x="2463282" y="936104"/>
                    </a:lnTo>
                    <a:lnTo>
                      <a:pt x="2463282" y="1656184"/>
                    </a:lnTo>
                    <a:lnTo>
                      <a:pt x="2067282" y="1656184"/>
                    </a:lnTo>
                    <a:lnTo>
                      <a:pt x="2067282" y="1427425"/>
                    </a:lnTo>
                    <a:lnTo>
                      <a:pt x="2310132" y="1427584"/>
                    </a:lnTo>
                    <a:cubicBezTo>
                      <a:pt x="2310132" y="1320268"/>
                      <a:pt x="2206785" y="1230216"/>
                      <a:pt x="2067282" y="1206340"/>
                    </a:cubicBezTo>
                    <a:lnTo>
                      <a:pt x="2067282" y="936104"/>
                    </a:lnTo>
                    <a:lnTo>
                      <a:pt x="2066786" y="936104"/>
                    </a:lnTo>
                    <a:cubicBezTo>
                      <a:pt x="2066786" y="638087"/>
                      <a:pt x="1825195" y="396496"/>
                      <a:pt x="1527178" y="396496"/>
                    </a:cubicBezTo>
                    <a:cubicBezTo>
                      <a:pt x="1229161" y="396496"/>
                      <a:pt x="987570" y="638087"/>
                      <a:pt x="987570" y="936104"/>
                    </a:cubicBezTo>
                    <a:lnTo>
                      <a:pt x="987074" y="936104"/>
                    </a:lnTo>
                    <a:lnTo>
                      <a:pt x="987074" y="1872209"/>
                    </a:lnTo>
                    <a:lnTo>
                      <a:pt x="2699110" y="1872209"/>
                    </a:lnTo>
                    <a:cubicBezTo>
                      <a:pt x="2887017" y="1872209"/>
                      <a:pt x="3039346" y="2024538"/>
                      <a:pt x="3039346" y="2212445"/>
                    </a:cubicBezTo>
                    <a:lnTo>
                      <a:pt x="3039346" y="3573349"/>
                    </a:lnTo>
                    <a:cubicBezTo>
                      <a:pt x="3039346" y="3761256"/>
                      <a:pt x="2887017" y="3913585"/>
                      <a:pt x="2699110" y="3913585"/>
                    </a:cubicBezTo>
                    <a:lnTo>
                      <a:pt x="340236" y="3913585"/>
                    </a:lnTo>
                    <a:cubicBezTo>
                      <a:pt x="152329" y="3913585"/>
                      <a:pt x="0" y="3761256"/>
                      <a:pt x="0" y="3573349"/>
                    </a:cubicBezTo>
                    <a:lnTo>
                      <a:pt x="0" y="2212445"/>
                    </a:lnTo>
                    <a:cubicBezTo>
                      <a:pt x="0" y="2024538"/>
                      <a:pt x="152329" y="1872209"/>
                      <a:pt x="340236" y="1872209"/>
                    </a:cubicBezTo>
                    <a:lnTo>
                      <a:pt x="591074" y="1872209"/>
                    </a:lnTo>
                    <a:lnTo>
                      <a:pt x="591074" y="936104"/>
                    </a:lnTo>
                    <a:cubicBezTo>
                      <a:pt x="591074" y="419108"/>
                      <a:pt x="1010182" y="0"/>
                      <a:pt x="1527178"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316" name="Google Shape;3316;p58"/>
              <p:cNvSpPr/>
              <p:nvPr/>
            </p:nvSpPr>
            <p:spPr>
              <a:xfrm>
                <a:off x="10547386" y="3842640"/>
                <a:ext cx="309335" cy="309300"/>
              </a:xfrm>
              <a:custGeom>
                <a:rect b="b" l="l" r="r" t="t"/>
                <a:pathLst>
                  <a:path extrusionOk="0" h="3960000" w="3960440">
                    <a:moveTo>
                      <a:pt x="2117745" y="2289258"/>
                    </a:moveTo>
                    <a:cubicBezTo>
                      <a:pt x="2253931" y="2373161"/>
                      <a:pt x="2290104" y="2397532"/>
                      <a:pt x="2392952" y="2510010"/>
                    </a:cubicBezTo>
                    <a:cubicBezTo>
                      <a:pt x="2551302" y="2699530"/>
                      <a:pt x="2456894" y="2911213"/>
                      <a:pt x="2285214" y="2987744"/>
                    </a:cubicBezTo>
                    <a:cubicBezTo>
                      <a:pt x="2046443" y="3084914"/>
                      <a:pt x="1864058" y="3073352"/>
                      <a:pt x="1634211" y="2962065"/>
                    </a:cubicBezTo>
                    <a:cubicBezTo>
                      <a:pt x="1390134" y="2803501"/>
                      <a:pt x="1391670" y="2463226"/>
                      <a:pt x="1703848" y="2355742"/>
                    </a:cubicBezTo>
                    <a:cubicBezTo>
                      <a:pt x="1867216" y="2309770"/>
                      <a:pt x="1932946" y="2304275"/>
                      <a:pt x="2117745" y="2289258"/>
                    </a:cubicBezTo>
                    <a:close/>
                    <a:moveTo>
                      <a:pt x="1895201" y="880902"/>
                    </a:moveTo>
                    <a:cubicBezTo>
                      <a:pt x="2049819" y="878570"/>
                      <a:pt x="2210983" y="1023567"/>
                      <a:pt x="2276065" y="1236504"/>
                    </a:cubicBezTo>
                    <a:cubicBezTo>
                      <a:pt x="2350446" y="1479859"/>
                      <a:pt x="2271166" y="1719799"/>
                      <a:pt x="2098990" y="1772423"/>
                    </a:cubicBezTo>
                    <a:cubicBezTo>
                      <a:pt x="1926813" y="1825048"/>
                      <a:pt x="1726940" y="1670429"/>
                      <a:pt x="1652559" y="1427074"/>
                    </a:cubicBezTo>
                    <a:cubicBezTo>
                      <a:pt x="1578180" y="1183717"/>
                      <a:pt x="1657458" y="943778"/>
                      <a:pt x="1829635" y="891153"/>
                    </a:cubicBezTo>
                    <a:close/>
                    <a:moveTo>
                      <a:pt x="2577034" y="759541"/>
                    </a:moveTo>
                    <a:lnTo>
                      <a:pt x="1972441" y="767241"/>
                    </a:lnTo>
                    <a:cubicBezTo>
                      <a:pt x="1929619" y="768623"/>
                      <a:pt x="1886068" y="773785"/>
                      <a:pt x="1842289" y="783004"/>
                    </a:cubicBezTo>
                    <a:cubicBezTo>
                      <a:pt x="1492048" y="856758"/>
                      <a:pt x="1259862" y="1162246"/>
                      <a:pt x="1323686" y="1465331"/>
                    </a:cubicBezTo>
                    <a:cubicBezTo>
                      <a:pt x="1380617" y="1735681"/>
                      <a:pt x="1653838" y="1912801"/>
                      <a:pt x="1960688" y="1894227"/>
                    </a:cubicBezTo>
                    <a:lnTo>
                      <a:pt x="1954787" y="1896039"/>
                    </a:lnTo>
                    <a:cubicBezTo>
                      <a:pt x="1858317" y="2000800"/>
                      <a:pt x="1978682" y="2148499"/>
                      <a:pt x="2028445" y="2210716"/>
                    </a:cubicBezTo>
                    <a:lnTo>
                      <a:pt x="1914361" y="2213518"/>
                    </a:lnTo>
                    <a:cubicBezTo>
                      <a:pt x="1373805" y="2249742"/>
                      <a:pt x="1143478" y="2466102"/>
                      <a:pt x="1177422" y="2809298"/>
                    </a:cubicBezTo>
                    <a:cubicBezTo>
                      <a:pt x="1211366" y="3152493"/>
                      <a:pt x="1741992" y="3244646"/>
                      <a:pt x="2060873" y="3229704"/>
                    </a:cubicBezTo>
                    <a:cubicBezTo>
                      <a:pt x="2379755" y="3214763"/>
                      <a:pt x="2698110" y="2930571"/>
                      <a:pt x="2719230" y="2648210"/>
                    </a:cubicBezTo>
                    <a:cubicBezTo>
                      <a:pt x="2699867" y="2070575"/>
                      <a:pt x="2052418" y="2112562"/>
                      <a:pt x="2282832" y="1799863"/>
                    </a:cubicBezTo>
                    <a:cubicBezTo>
                      <a:pt x="2510843" y="1673695"/>
                      <a:pt x="2641919" y="1435236"/>
                      <a:pt x="2592014" y="1198247"/>
                    </a:cubicBezTo>
                    <a:cubicBezTo>
                      <a:pt x="2566015" y="1074781"/>
                      <a:pt x="2494906" y="970760"/>
                      <a:pt x="2395028" y="897200"/>
                    </a:cubicBezTo>
                    <a:lnTo>
                      <a:pt x="2564389" y="891152"/>
                    </a:lnTo>
                    <a:cubicBezTo>
                      <a:pt x="2644558" y="859402"/>
                      <a:pt x="2739013" y="796695"/>
                      <a:pt x="2769176" y="767327"/>
                    </a:cubicBezTo>
                    <a:cubicBezTo>
                      <a:pt x="2755484" y="761968"/>
                      <a:pt x="2680847" y="759625"/>
                      <a:pt x="2577034" y="759541"/>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317" name="Google Shape;3317;p58"/>
              <p:cNvSpPr/>
              <p:nvPr/>
            </p:nvSpPr>
            <p:spPr>
              <a:xfrm>
                <a:off x="10401733" y="3025716"/>
                <a:ext cx="257188" cy="377708"/>
              </a:xfrm>
              <a:custGeom>
                <a:rect b="b" l="l" r="r" t="t"/>
                <a:pathLst>
                  <a:path extrusionOk="0" h="4032448" w="2745756">
                    <a:moveTo>
                      <a:pt x="1622229" y="1008112"/>
                    </a:moveTo>
                    <a:lnTo>
                      <a:pt x="2371247" y="1008112"/>
                    </a:lnTo>
                    <a:lnTo>
                      <a:pt x="2371247" y="3081405"/>
                    </a:lnTo>
                    <a:lnTo>
                      <a:pt x="2745756" y="3081405"/>
                    </a:lnTo>
                    <a:lnTo>
                      <a:pt x="1996738" y="4032448"/>
                    </a:lnTo>
                    <a:lnTo>
                      <a:pt x="1247720" y="3081405"/>
                    </a:lnTo>
                    <a:lnTo>
                      <a:pt x="1622229" y="3081405"/>
                    </a:lnTo>
                    <a:close/>
                    <a:moveTo>
                      <a:pt x="749018" y="0"/>
                    </a:moveTo>
                    <a:lnTo>
                      <a:pt x="1498036" y="951043"/>
                    </a:lnTo>
                    <a:lnTo>
                      <a:pt x="1123527" y="951043"/>
                    </a:lnTo>
                    <a:lnTo>
                      <a:pt x="1123527" y="3024336"/>
                    </a:lnTo>
                    <a:lnTo>
                      <a:pt x="374509" y="3024336"/>
                    </a:lnTo>
                    <a:lnTo>
                      <a:pt x="374509" y="951043"/>
                    </a:lnTo>
                    <a:lnTo>
                      <a:pt x="0" y="951043"/>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318" name="Google Shape;3318;p58"/>
              <p:cNvSpPr/>
              <p:nvPr/>
            </p:nvSpPr>
            <p:spPr>
              <a:xfrm>
                <a:off x="9438297" y="5013963"/>
                <a:ext cx="300437" cy="209342"/>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319" name="Google Shape;3319;p58"/>
              <p:cNvSpPr/>
              <p:nvPr/>
            </p:nvSpPr>
            <p:spPr>
              <a:xfrm rot="678773">
                <a:off x="10108027" y="4569149"/>
                <a:ext cx="338104" cy="343148"/>
              </a:xfrm>
              <a:custGeom>
                <a:rect b="b" l="l" r="r" t="t"/>
                <a:pathLst>
                  <a:path extrusionOk="0" h="3948462" w="3890413">
                    <a:moveTo>
                      <a:pt x="1853384" y="1371624"/>
                    </a:moveTo>
                    <a:lnTo>
                      <a:pt x="1768767" y="1390324"/>
                    </a:lnTo>
                    <a:cubicBezTo>
                      <a:pt x="1579409" y="1463487"/>
                      <a:pt x="1490873" y="1833773"/>
                      <a:pt x="1517577" y="2042010"/>
                    </a:cubicBezTo>
                    <a:cubicBezTo>
                      <a:pt x="1544281" y="2250247"/>
                      <a:pt x="1644086" y="2624290"/>
                      <a:pt x="1928990" y="2639747"/>
                    </a:cubicBezTo>
                    <a:cubicBezTo>
                      <a:pt x="2177093" y="2653207"/>
                      <a:pt x="2337423" y="2363017"/>
                      <a:pt x="2318674" y="2006358"/>
                    </a:cubicBezTo>
                    <a:cubicBezTo>
                      <a:pt x="2310210" y="1948950"/>
                      <a:pt x="2301678" y="1891436"/>
                      <a:pt x="2293344" y="1834228"/>
                    </a:cubicBezTo>
                    <a:cubicBezTo>
                      <a:pt x="2229725" y="1555945"/>
                      <a:pt x="2050691" y="1359067"/>
                      <a:pt x="1853384" y="1371624"/>
                    </a:cubicBezTo>
                    <a:close/>
                    <a:moveTo>
                      <a:pt x="1594841" y="45653"/>
                    </a:moveTo>
                    <a:cubicBezTo>
                      <a:pt x="2527821" y="-128041"/>
                      <a:pt x="3626282" y="158796"/>
                      <a:pt x="3869632" y="1517323"/>
                    </a:cubicBezTo>
                    <a:cubicBezTo>
                      <a:pt x="3939308" y="2058696"/>
                      <a:pt x="3820785" y="2251376"/>
                      <a:pt x="3706266" y="2457195"/>
                    </a:cubicBezTo>
                    <a:cubicBezTo>
                      <a:pt x="3132098" y="3124925"/>
                      <a:pt x="2589274" y="2611359"/>
                      <a:pt x="2548384" y="2446988"/>
                    </a:cubicBezTo>
                    <a:cubicBezTo>
                      <a:pt x="2411721" y="3024903"/>
                      <a:pt x="2005702" y="3164775"/>
                      <a:pt x="1746058" y="3093574"/>
                    </a:cubicBezTo>
                    <a:cubicBezTo>
                      <a:pt x="1486414" y="3022373"/>
                      <a:pt x="990519" y="2612821"/>
                      <a:pt x="990519" y="2019783"/>
                    </a:cubicBezTo>
                    <a:cubicBezTo>
                      <a:pt x="990519" y="1500875"/>
                      <a:pt x="1249504" y="1067935"/>
                      <a:pt x="1593790" y="967808"/>
                    </a:cubicBezTo>
                    <a:cubicBezTo>
                      <a:pt x="1642974" y="953504"/>
                      <a:pt x="1694009" y="949376"/>
                      <a:pt x="1746058" y="945992"/>
                    </a:cubicBezTo>
                    <a:cubicBezTo>
                      <a:pt x="2004670" y="929176"/>
                      <a:pt x="2081338" y="1030119"/>
                      <a:pt x="2206475" y="1173924"/>
                    </a:cubicBezTo>
                    <a:cubicBezTo>
                      <a:pt x="2194343" y="1061758"/>
                      <a:pt x="2187003" y="961165"/>
                      <a:pt x="2185910" y="877882"/>
                    </a:cubicBezTo>
                    <a:lnTo>
                      <a:pt x="2656644" y="803138"/>
                    </a:lnTo>
                    <a:lnTo>
                      <a:pt x="2828567" y="2099525"/>
                    </a:lnTo>
                    <a:cubicBezTo>
                      <a:pt x="2888366" y="2544108"/>
                      <a:pt x="3261961" y="2420799"/>
                      <a:pt x="3362812" y="2002360"/>
                    </a:cubicBezTo>
                    <a:cubicBezTo>
                      <a:pt x="3355320" y="1625023"/>
                      <a:pt x="3366534" y="1729632"/>
                      <a:pt x="3289926" y="1346695"/>
                    </a:cubicBezTo>
                    <a:lnTo>
                      <a:pt x="3290031" y="1346798"/>
                    </a:lnTo>
                    <a:cubicBezTo>
                      <a:pt x="3068547" y="637774"/>
                      <a:pt x="2419129" y="439933"/>
                      <a:pt x="1700745" y="575031"/>
                    </a:cubicBezTo>
                    <a:cubicBezTo>
                      <a:pt x="890947" y="727320"/>
                      <a:pt x="415476" y="1491783"/>
                      <a:pt x="571995" y="2274165"/>
                    </a:cubicBezTo>
                    <a:cubicBezTo>
                      <a:pt x="728513" y="3056546"/>
                      <a:pt x="1580131" y="3572543"/>
                      <a:pt x="2267548" y="3408286"/>
                    </a:cubicBezTo>
                    <a:cubicBezTo>
                      <a:pt x="2796517" y="3281890"/>
                      <a:pt x="2641988" y="3320887"/>
                      <a:pt x="3194376" y="3072653"/>
                    </a:cubicBezTo>
                    <a:cubicBezTo>
                      <a:pt x="3249441" y="3306078"/>
                      <a:pt x="3239115" y="3309742"/>
                      <a:pt x="3268026" y="3509545"/>
                    </a:cubicBezTo>
                    <a:cubicBezTo>
                      <a:pt x="3021841" y="3717756"/>
                      <a:pt x="2685602" y="3836362"/>
                      <a:pt x="2347298" y="3904041"/>
                    </a:cubicBezTo>
                    <a:cubicBezTo>
                      <a:pt x="1157336" y="4112956"/>
                      <a:pt x="289475" y="3581660"/>
                      <a:pt x="42617" y="2380068"/>
                    </a:cubicBezTo>
                    <a:cubicBezTo>
                      <a:pt x="-204242" y="1178477"/>
                      <a:pt x="661862" y="219348"/>
                      <a:pt x="1594841" y="45653"/>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320" name="Google Shape;3320;p58"/>
              <p:cNvSpPr/>
              <p:nvPr/>
            </p:nvSpPr>
            <p:spPr>
              <a:xfrm>
                <a:off x="8506880" y="2771935"/>
                <a:ext cx="315652" cy="359610"/>
              </a:xfrm>
              <a:custGeom>
                <a:rect b="b" l="l" r="r" t="t"/>
                <a:pathLst>
                  <a:path extrusionOk="0" h="3938119" w="3456727">
                    <a:moveTo>
                      <a:pt x="1728364" y="1961325"/>
                    </a:moveTo>
                    <a:cubicBezTo>
                      <a:pt x="1726089" y="2407152"/>
                      <a:pt x="1737463" y="2812034"/>
                      <a:pt x="1735188" y="3257861"/>
                    </a:cubicBezTo>
                    <a:cubicBezTo>
                      <a:pt x="2394830" y="3057694"/>
                      <a:pt x="2610919" y="2352560"/>
                      <a:pt x="2765594" y="1981796"/>
                    </a:cubicBezTo>
                    <a:close/>
                    <a:moveTo>
                      <a:pt x="1728362" y="682044"/>
                    </a:moveTo>
                    <a:cubicBezTo>
                      <a:pt x="1355324" y="868563"/>
                      <a:pt x="1166530" y="952725"/>
                      <a:pt x="609247" y="1002767"/>
                    </a:cubicBezTo>
                    <a:cubicBezTo>
                      <a:pt x="606972" y="1330312"/>
                      <a:pt x="631992" y="1623739"/>
                      <a:pt x="704780" y="1964933"/>
                    </a:cubicBezTo>
                    <a:lnTo>
                      <a:pt x="1728363" y="1971757"/>
                    </a:lnTo>
                    <a:cubicBezTo>
                      <a:pt x="1728363" y="1541853"/>
                      <a:pt x="1728362" y="1111948"/>
                      <a:pt x="1728362" y="682044"/>
                    </a:cubicBezTo>
                    <a:close/>
                    <a:moveTo>
                      <a:pt x="1723409" y="487996"/>
                    </a:moveTo>
                    <a:cubicBezTo>
                      <a:pt x="1725062" y="488690"/>
                      <a:pt x="1726712" y="489384"/>
                      <a:pt x="1728363" y="490064"/>
                    </a:cubicBezTo>
                    <a:cubicBezTo>
                      <a:pt x="1730015" y="489384"/>
                      <a:pt x="1731666" y="488690"/>
                      <a:pt x="1733319" y="487996"/>
                    </a:cubicBezTo>
                    <a:lnTo>
                      <a:pt x="1733319" y="492131"/>
                    </a:lnTo>
                    <a:cubicBezTo>
                      <a:pt x="2179467" y="679460"/>
                      <a:pt x="2405896" y="769409"/>
                      <a:pt x="2817789" y="813808"/>
                    </a:cubicBezTo>
                    <a:cubicBezTo>
                      <a:pt x="2971516" y="823489"/>
                      <a:pt x="3036247" y="875307"/>
                      <a:pt x="3033236" y="1061333"/>
                    </a:cubicBezTo>
                    <a:cubicBezTo>
                      <a:pt x="3015439" y="2441328"/>
                      <a:pt x="2363638" y="3359629"/>
                      <a:pt x="1733319" y="3448048"/>
                    </a:cubicBezTo>
                    <a:lnTo>
                      <a:pt x="1733319" y="3450123"/>
                    </a:lnTo>
                    <a:lnTo>
                      <a:pt x="1728363" y="3449086"/>
                    </a:lnTo>
                    <a:lnTo>
                      <a:pt x="1723409" y="3450123"/>
                    </a:lnTo>
                    <a:lnTo>
                      <a:pt x="1723409" y="3448048"/>
                    </a:lnTo>
                    <a:cubicBezTo>
                      <a:pt x="1093089" y="3359629"/>
                      <a:pt x="441289" y="2441328"/>
                      <a:pt x="423491" y="1061333"/>
                    </a:cubicBezTo>
                    <a:cubicBezTo>
                      <a:pt x="420479" y="875307"/>
                      <a:pt x="485211" y="823489"/>
                      <a:pt x="638937" y="813808"/>
                    </a:cubicBezTo>
                    <a:cubicBezTo>
                      <a:pt x="1050832" y="769409"/>
                      <a:pt x="1277261" y="679460"/>
                      <a:pt x="1723409" y="492131"/>
                    </a:cubicBezTo>
                    <a:close/>
                    <a:moveTo>
                      <a:pt x="1722802" y="306889"/>
                    </a:moveTo>
                    <a:lnTo>
                      <a:pt x="1722802" y="311530"/>
                    </a:lnTo>
                    <a:cubicBezTo>
                      <a:pt x="1222099" y="521767"/>
                      <a:pt x="967982" y="622713"/>
                      <a:pt x="505720" y="672542"/>
                    </a:cubicBezTo>
                    <a:cubicBezTo>
                      <a:pt x="333196" y="683408"/>
                      <a:pt x="260550" y="741561"/>
                      <a:pt x="263929" y="950334"/>
                    </a:cubicBezTo>
                    <a:cubicBezTo>
                      <a:pt x="283902" y="2499079"/>
                      <a:pt x="1015407" y="3529669"/>
                      <a:pt x="1722802" y="3628902"/>
                    </a:cubicBezTo>
                    <a:lnTo>
                      <a:pt x="1722802" y="3631230"/>
                    </a:lnTo>
                    <a:lnTo>
                      <a:pt x="1728365" y="3630065"/>
                    </a:lnTo>
                    <a:lnTo>
                      <a:pt x="1733925" y="3631230"/>
                    </a:lnTo>
                    <a:lnTo>
                      <a:pt x="1733925" y="3628902"/>
                    </a:lnTo>
                    <a:cubicBezTo>
                      <a:pt x="2441322" y="3529669"/>
                      <a:pt x="3172826" y="2499079"/>
                      <a:pt x="3192800" y="950334"/>
                    </a:cubicBezTo>
                    <a:cubicBezTo>
                      <a:pt x="3196179" y="741561"/>
                      <a:pt x="3123532" y="683408"/>
                      <a:pt x="2951007" y="672542"/>
                    </a:cubicBezTo>
                    <a:cubicBezTo>
                      <a:pt x="2488747" y="622713"/>
                      <a:pt x="2234630" y="521767"/>
                      <a:pt x="1733925" y="311530"/>
                    </a:cubicBezTo>
                    <a:lnTo>
                      <a:pt x="1733925" y="306889"/>
                    </a:lnTo>
                    <a:cubicBezTo>
                      <a:pt x="1732071" y="307669"/>
                      <a:pt x="1730218" y="308445"/>
                      <a:pt x="1728365" y="309209"/>
                    </a:cubicBezTo>
                    <a:cubicBezTo>
                      <a:pt x="1726510" y="308445"/>
                      <a:pt x="1724659" y="307669"/>
                      <a:pt x="1722802" y="306889"/>
                    </a:cubicBezTo>
                    <a:close/>
                    <a:moveTo>
                      <a:pt x="1721800" y="0"/>
                    </a:moveTo>
                    <a:cubicBezTo>
                      <a:pt x="1723991" y="923"/>
                      <a:pt x="1726176" y="1844"/>
                      <a:pt x="1728363" y="2749"/>
                    </a:cubicBezTo>
                    <a:cubicBezTo>
                      <a:pt x="1730551" y="1844"/>
                      <a:pt x="1732737" y="923"/>
                      <a:pt x="1734926" y="0"/>
                    </a:cubicBezTo>
                    <a:lnTo>
                      <a:pt x="1734926" y="5497"/>
                    </a:lnTo>
                    <a:cubicBezTo>
                      <a:pt x="2325825" y="254550"/>
                      <a:pt x="2625718" y="374136"/>
                      <a:pt x="3171248" y="433164"/>
                    </a:cubicBezTo>
                    <a:cubicBezTo>
                      <a:pt x="3374850" y="446035"/>
                      <a:pt x="3460584" y="514926"/>
                      <a:pt x="3456595" y="762245"/>
                    </a:cubicBezTo>
                    <a:cubicBezTo>
                      <a:pt x="3433024" y="2596936"/>
                      <a:pt x="2569749" y="3817807"/>
                      <a:pt x="1734926" y="3935360"/>
                    </a:cubicBezTo>
                    <a:lnTo>
                      <a:pt x="1734926" y="3938119"/>
                    </a:lnTo>
                    <a:lnTo>
                      <a:pt x="1728363" y="3936740"/>
                    </a:lnTo>
                    <a:lnTo>
                      <a:pt x="1721800" y="3938119"/>
                    </a:lnTo>
                    <a:lnTo>
                      <a:pt x="1721800" y="3935360"/>
                    </a:lnTo>
                    <a:cubicBezTo>
                      <a:pt x="886977" y="3817807"/>
                      <a:pt x="23703" y="2596936"/>
                      <a:pt x="132" y="762245"/>
                    </a:cubicBezTo>
                    <a:cubicBezTo>
                      <a:pt x="-3858" y="514926"/>
                      <a:pt x="81876" y="446035"/>
                      <a:pt x="285478" y="433164"/>
                    </a:cubicBezTo>
                    <a:cubicBezTo>
                      <a:pt x="831010" y="374136"/>
                      <a:pt x="1130903" y="254550"/>
                      <a:pt x="1721800" y="549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321" name="Google Shape;3321;p58"/>
              <p:cNvSpPr/>
              <p:nvPr/>
            </p:nvSpPr>
            <p:spPr>
              <a:xfrm>
                <a:off x="9655543" y="2519661"/>
                <a:ext cx="338578" cy="338540"/>
              </a:xfrm>
              <a:custGeom>
                <a:rect b="b" l="l" r="r" t="t"/>
                <a:pathLst>
                  <a:path extrusionOk="0" h="3960000" w="3960440">
                    <a:moveTo>
                      <a:pt x="2764687" y="782779"/>
                    </a:moveTo>
                    <a:cubicBezTo>
                      <a:pt x="2512183" y="782779"/>
                      <a:pt x="2307488" y="987475"/>
                      <a:pt x="2307487" y="1239980"/>
                    </a:cubicBezTo>
                    <a:cubicBezTo>
                      <a:pt x="2307487" y="1241985"/>
                      <a:pt x="2307500" y="1243987"/>
                      <a:pt x="2308092" y="1245978"/>
                    </a:cubicBezTo>
                    <a:lnTo>
                      <a:pt x="1570677" y="1632536"/>
                    </a:lnTo>
                    <a:cubicBezTo>
                      <a:pt x="1488749" y="1552118"/>
                      <a:pt x="1376387" y="1502860"/>
                      <a:pt x="1252520" y="1502859"/>
                    </a:cubicBezTo>
                    <a:cubicBezTo>
                      <a:pt x="1000014" y="1502859"/>
                      <a:pt x="795319" y="1707555"/>
                      <a:pt x="795319" y="1960060"/>
                    </a:cubicBezTo>
                    <a:cubicBezTo>
                      <a:pt x="795319" y="2212565"/>
                      <a:pt x="1000014" y="2417260"/>
                      <a:pt x="1252520" y="2417260"/>
                    </a:cubicBezTo>
                    <a:cubicBezTo>
                      <a:pt x="1361432" y="2417260"/>
                      <a:pt x="1461449" y="2379178"/>
                      <a:pt x="1538674" y="2313987"/>
                    </a:cubicBezTo>
                    <a:lnTo>
                      <a:pt x="2308734" y="2717656"/>
                    </a:lnTo>
                    <a:cubicBezTo>
                      <a:pt x="2314220" y="2964461"/>
                      <a:pt x="2516327" y="3162492"/>
                      <a:pt x="2764688" y="3162492"/>
                    </a:cubicBezTo>
                    <a:cubicBezTo>
                      <a:pt x="3017192" y="3162492"/>
                      <a:pt x="3221888" y="2957797"/>
                      <a:pt x="3221887" y="2705292"/>
                    </a:cubicBezTo>
                    <a:cubicBezTo>
                      <a:pt x="3221887" y="2452786"/>
                      <a:pt x="3017192" y="2248092"/>
                      <a:pt x="2764688" y="2248092"/>
                    </a:cubicBezTo>
                    <a:cubicBezTo>
                      <a:pt x="2638870" y="2248092"/>
                      <a:pt x="2524924" y="2298913"/>
                      <a:pt x="2442337" y="2381228"/>
                    </a:cubicBezTo>
                    <a:lnTo>
                      <a:pt x="1706164" y="1995322"/>
                    </a:lnTo>
                    <a:lnTo>
                      <a:pt x="1709074" y="1966451"/>
                    </a:lnTo>
                    <a:lnTo>
                      <a:pt x="2455698" y="1575067"/>
                    </a:lnTo>
                    <a:cubicBezTo>
                      <a:pt x="2536225" y="1651261"/>
                      <a:pt x="2645094" y="1697180"/>
                      <a:pt x="2764687" y="1697179"/>
                    </a:cubicBezTo>
                    <a:cubicBezTo>
                      <a:pt x="3017193" y="1697180"/>
                      <a:pt x="3221887" y="1492485"/>
                      <a:pt x="3221888" y="1239980"/>
                    </a:cubicBezTo>
                    <a:cubicBezTo>
                      <a:pt x="3221887" y="987475"/>
                      <a:pt x="3017193" y="782779"/>
                      <a:pt x="2764687" y="782779"/>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322" name="Google Shape;3322;p58"/>
              <p:cNvSpPr/>
              <p:nvPr/>
            </p:nvSpPr>
            <p:spPr>
              <a:xfrm rot="2648398">
                <a:off x="8942310" y="2514803"/>
                <a:ext cx="148930" cy="380894"/>
              </a:xfrm>
              <a:custGeom>
                <a:rect b="b" l="l" r="r" t="t"/>
                <a:pathLst>
                  <a:path extrusionOk="0" h="4764557" w="1862952">
                    <a:moveTo>
                      <a:pt x="289679" y="2004751"/>
                    </a:moveTo>
                    <a:cubicBezTo>
                      <a:pt x="458860" y="1838972"/>
                      <a:pt x="691283" y="1737733"/>
                      <a:pt x="946849" y="1740329"/>
                    </a:cubicBezTo>
                    <a:cubicBezTo>
                      <a:pt x="982916" y="1740695"/>
                      <a:pt x="1018481" y="1743119"/>
                      <a:pt x="1053366" y="1748014"/>
                    </a:cubicBezTo>
                    <a:cubicBezTo>
                      <a:pt x="1317748" y="1888655"/>
                      <a:pt x="1203170" y="2165630"/>
                      <a:pt x="978473" y="2204473"/>
                    </a:cubicBezTo>
                    <a:cubicBezTo>
                      <a:pt x="966642" y="2201190"/>
                      <a:pt x="954470" y="2200566"/>
                      <a:pt x="942176" y="2200441"/>
                    </a:cubicBezTo>
                    <a:cubicBezTo>
                      <a:pt x="697403" y="2197955"/>
                      <a:pt x="496962" y="2394367"/>
                      <a:pt x="494475" y="2639137"/>
                    </a:cubicBezTo>
                    <a:lnTo>
                      <a:pt x="482110" y="3856696"/>
                    </a:lnTo>
                    <a:cubicBezTo>
                      <a:pt x="479624" y="4101467"/>
                      <a:pt x="676035" y="4301910"/>
                      <a:pt x="920807" y="4304396"/>
                    </a:cubicBezTo>
                    <a:cubicBezTo>
                      <a:pt x="1043193" y="4305639"/>
                      <a:pt x="1154496" y="4257158"/>
                      <a:pt x="1235513" y="4177768"/>
                    </a:cubicBezTo>
                    <a:cubicBezTo>
                      <a:pt x="1316531" y="4098380"/>
                      <a:pt x="1367262" y="3988084"/>
                      <a:pt x="1368506" y="3865699"/>
                    </a:cubicBezTo>
                    <a:lnTo>
                      <a:pt x="1375662" y="3161156"/>
                    </a:lnTo>
                    <a:cubicBezTo>
                      <a:pt x="1504082" y="3167548"/>
                      <a:pt x="1792622" y="2981572"/>
                      <a:pt x="1861834" y="2783546"/>
                    </a:cubicBezTo>
                    <a:lnTo>
                      <a:pt x="1851019" y="3848423"/>
                    </a:lnTo>
                    <a:cubicBezTo>
                      <a:pt x="1848423" y="4103989"/>
                      <a:pt x="1742485" y="4334308"/>
                      <a:pt x="1573304" y="4500088"/>
                    </a:cubicBezTo>
                    <a:cubicBezTo>
                      <a:pt x="1404123" y="4665866"/>
                      <a:pt x="1171700" y="4767105"/>
                      <a:pt x="916134" y="4764509"/>
                    </a:cubicBezTo>
                    <a:cubicBezTo>
                      <a:pt x="405002" y="4759318"/>
                      <a:pt x="-5143" y="4340756"/>
                      <a:pt x="48" y="3829624"/>
                    </a:cubicBezTo>
                    <a:lnTo>
                      <a:pt x="11964" y="2656415"/>
                    </a:lnTo>
                    <a:cubicBezTo>
                      <a:pt x="14559" y="2400849"/>
                      <a:pt x="120498" y="2170529"/>
                      <a:pt x="289679" y="2004751"/>
                    </a:cubicBezTo>
                    <a:close/>
                    <a:moveTo>
                      <a:pt x="282968" y="271082"/>
                    </a:moveTo>
                    <a:cubicBezTo>
                      <a:pt x="450457" y="103594"/>
                      <a:pt x="681840" y="0"/>
                      <a:pt x="937419" y="0"/>
                    </a:cubicBezTo>
                    <a:cubicBezTo>
                      <a:pt x="1448577" y="0"/>
                      <a:pt x="1862952" y="414375"/>
                      <a:pt x="1862952" y="925533"/>
                    </a:cubicBezTo>
                    <a:lnTo>
                      <a:pt x="1862952" y="2098803"/>
                    </a:lnTo>
                    <a:cubicBezTo>
                      <a:pt x="1862952" y="2609961"/>
                      <a:pt x="1448577" y="3024336"/>
                      <a:pt x="937419" y="3024336"/>
                    </a:cubicBezTo>
                    <a:cubicBezTo>
                      <a:pt x="901350" y="3024336"/>
                      <a:pt x="865762" y="3022273"/>
                      <a:pt x="830829" y="3017733"/>
                    </a:cubicBezTo>
                    <a:cubicBezTo>
                      <a:pt x="565032" y="2879784"/>
                      <a:pt x="676792" y="2601660"/>
                      <a:pt x="901083" y="2560538"/>
                    </a:cubicBezTo>
                    <a:cubicBezTo>
                      <a:pt x="912947" y="2563700"/>
                      <a:pt x="925124" y="2564200"/>
                      <a:pt x="937419" y="2564200"/>
                    </a:cubicBezTo>
                    <a:cubicBezTo>
                      <a:pt x="1182204" y="2564200"/>
                      <a:pt x="1380640" y="2365763"/>
                      <a:pt x="1380641" y="2120980"/>
                    </a:cubicBezTo>
                    <a:lnTo>
                      <a:pt x="1380640" y="903358"/>
                    </a:lnTo>
                    <a:cubicBezTo>
                      <a:pt x="1380640" y="658574"/>
                      <a:pt x="1182204" y="460137"/>
                      <a:pt x="937419" y="460137"/>
                    </a:cubicBezTo>
                    <a:cubicBezTo>
                      <a:pt x="815027" y="460137"/>
                      <a:pt x="704222" y="509746"/>
                      <a:pt x="624015" y="589954"/>
                    </a:cubicBezTo>
                    <a:cubicBezTo>
                      <a:pt x="543808" y="670161"/>
                      <a:pt x="494199" y="780966"/>
                      <a:pt x="494199" y="903358"/>
                    </a:cubicBezTo>
                    <a:lnTo>
                      <a:pt x="494198" y="1607937"/>
                    </a:lnTo>
                    <a:cubicBezTo>
                      <a:pt x="365720" y="1602850"/>
                      <a:pt x="79084" y="1791747"/>
                      <a:pt x="11886" y="1990465"/>
                    </a:cubicBezTo>
                    <a:lnTo>
                      <a:pt x="11886" y="925533"/>
                    </a:lnTo>
                    <a:cubicBezTo>
                      <a:pt x="11886" y="669954"/>
                      <a:pt x="115480" y="438571"/>
                      <a:pt x="282968" y="271082"/>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323" name="Google Shape;3323;p58"/>
              <p:cNvSpPr/>
              <p:nvPr/>
            </p:nvSpPr>
            <p:spPr>
              <a:xfrm rot="8580000">
                <a:off x="8651645" y="4749636"/>
                <a:ext cx="318301" cy="317452"/>
              </a:xfrm>
              <a:custGeom>
                <a:rect b="b" l="l" r="r" t="t"/>
                <a:pathLst>
                  <a:path extrusionOk="0" h="3862045" w="3872365">
                    <a:moveTo>
                      <a:pt x="1786489" y="808318"/>
                    </a:moveTo>
                    <a:cubicBezTo>
                      <a:pt x="1525809" y="610106"/>
                      <a:pt x="1257124" y="397966"/>
                      <a:pt x="1040385" y="230829"/>
                    </a:cubicBezTo>
                    <a:cubicBezTo>
                      <a:pt x="1905215" y="-194386"/>
                      <a:pt x="2650439" y="24572"/>
                      <a:pt x="3162062" y="429660"/>
                    </a:cubicBezTo>
                    <a:cubicBezTo>
                      <a:pt x="3007351" y="875340"/>
                      <a:pt x="2905932" y="1443216"/>
                      <a:pt x="2745609" y="1410478"/>
                    </a:cubicBezTo>
                    <a:cubicBezTo>
                      <a:pt x="2633182" y="1430335"/>
                      <a:pt x="2220955" y="1138671"/>
                      <a:pt x="1786489" y="808318"/>
                    </a:cubicBezTo>
                    <a:close/>
                    <a:moveTo>
                      <a:pt x="2701004" y="2590217"/>
                    </a:moveTo>
                    <a:cubicBezTo>
                      <a:pt x="2682933" y="2576481"/>
                      <a:pt x="2672282" y="2559744"/>
                      <a:pt x="2670336" y="2539383"/>
                    </a:cubicBezTo>
                    <a:cubicBezTo>
                      <a:pt x="2587360" y="2376647"/>
                      <a:pt x="3042640" y="1246798"/>
                      <a:pt x="3299881" y="563773"/>
                    </a:cubicBezTo>
                    <a:cubicBezTo>
                      <a:pt x="3959368" y="1266493"/>
                      <a:pt x="3967860" y="2043171"/>
                      <a:pt x="3730056" y="2650875"/>
                    </a:cubicBezTo>
                    <a:cubicBezTo>
                      <a:pt x="3317547" y="2635434"/>
                      <a:pt x="2827499" y="2686366"/>
                      <a:pt x="2701004" y="2590217"/>
                    </a:cubicBezTo>
                    <a:close/>
                    <a:moveTo>
                      <a:pt x="19691" y="2248546"/>
                    </a:moveTo>
                    <a:cubicBezTo>
                      <a:pt x="-100797" y="1292396"/>
                      <a:pt x="348853" y="659059"/>
                      <a:pt x="898439" y="307194"/>
                    </a:cubicBezTo>
                    <a:cubicBezTo>
                      <a:pt x="1269469" y="598575"/>
                      <a:pt x="1773388" y="879352"/>
                      <a:pt x="1690237" y="1020281"/>
                    </a:cubicBezTo>
                    <a:cubicBezTo>
                      <a:pt x="1661713" y="1200709"/>
                      <a:pt x="629275" y="1847170"/>
                      <a:pt x="19691" y="2248546"/>
                    </a:cubicBezTo>
                    <a:close/>
                    <a:moveTo>
                      <a:pt x="1805382" y="3858278"/>
                    </a:moveTo>
                    <a:cubicBezTo>
                      <a:pt x="1676483" y="3404460"/>
                      <a:pt x="1433840" y="2881111"/>
                      <a:pt x="1583946" y="2815971"/>
                    </a:cubicBezTo>
                    <a:cubicBezTo>
                      <a:pt x="1713076" y="2686769"/>
                      <a:pt x="2928316" y="2770622"/>
                      <a:pt x="3657403" y="2804207"/>
                    </a:cubicBezTo>
                    <a:cubicBezTo>
                      <a:pt x="3192869" y="3648569"/>
                      <a:pt x="2456828" y="3896652"/>
                      <a:pt x="1805382" y="3858278"/>
                    </a:cubicBezTo>
                    <a:close/>
                    <a:moveTo>
                      <a:pt x="762284" y="3480575"/>
                    </a:moveTo>
                    <a:cubicBezTo>
                      <a:pt x="380940" y="3198297"/>
                      <a:pt x="161300" y="2806810"/>
                      <a:pt x="58293" y="2412172"/>
                    </a:cubicBezTo>
                    <a:cubicBezTo>
                      <a:pt x="450067" y="2149344"/>
                      <a:pt x="872820" y="1756853"/>
                      <a:pt x="981158" y="1879484"/>
                    </a:cubicBezTo>
                    <a:cubicBezTo>
                      <a:pt x="1143940" y="1962367"/>
                      <a:pt x="1439720" y="3144041"/>
                      <a:pt x="1633080" y="3847823"/>
                    </a:cubicBezTo>
                    <a:cubicBezTo>
                      <a:pt x="1278110" y="3779994"/>
                      <a:pt x="991090" y="3649942"/>
                      <a:pt x="762284" y="348057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324" name="Google Shape;3324;p58"/>
              <p:cNvSpPr/>
              <p:nvPr/>
            </p:nvSpPr>
            <p:spPr>
              <a:xfrm>
                <a:off x="8268788" y="3120081"/>
                <a:ext cx="291831" cy="251871"/>
              </a:xfrm>
              <a:custGeom>
                <a:rect b="b" l="l" r="r" t="t"/>
                <a:pathLst>
                  <a:path extrusionOk="0" h="316007" w="366142">
                    <a:moveTo>
                      <a:pt x="241139" y="0"/>
                    </a:moveTo>
                    <a:cubicBezTo>
                      <a:pt x="265040" y="0"/>
                      <a:pt x="292051" y="14516"/>
                      <a:pt x="306633" y="31202"/>
                    </a:cubicBezTo>
                    <a:cubicBezTo>
                      <a:pt x="327151" y="29858"/>
                      <a:pt x="335397" y="19692"/>
                      <a:pt x="349699" y="10558"/>
                    </a:cubicBezTo>
                    <a:cubicBezTo>
                      <a:pt x="343170" y="29574"/>
                      <a:pt x="336047" y="54091"/>
                      <a:pt x="325569" y="59830"/>
                    </a:cubicBezTo>
                    <a:cubicBezTo>
                      <a:pt x="340338" y="61437"/>
                      <a:pt x="353079" y="55334"/>
                      <a:pt x="366142" y="52395"/>
                    </a:cubicBezTo>
                    <a:cubicBezTo>
                      <a:pt x="361514" y="66282"/>
                      <a:pt x="342655" y="74263"/>
                      <a:pt x="334454" y="94697"/>
                    </a:cubicBezTo>
                    <a:cubicBezTo>
                      <a:pt x="326254" y="115131"/>
                      <a:pt x="329982" y="126199"/>
                      <a:pt x="316939" y="174999"/>
                    </a:cubicBezTo>
                    <a:cubicBezTo>
                      <a:pt x="296102" y="242622"/>
                      <a:pt x="276174" y="279635"/>
                      <a:pt x="184305" y="311458"/>
                    </a:cubicBezTo>
                    <a:cubicBezTo>
                      <a:pt x="152057" y="320905"/>
                      <a:pt x="83508" y="315693"/>
                      <a:pt x="27716" y="295316"/>
                    </a:cubicBezTo>
                    <a:lnTo>
                      <a:pt x="0" y="281129"/>
                    </a:lnTo>
                    <a:lnTo>
                      <a:pt x="0" y="268036"/>
                    </a:lnTo>
                    <a:lnTo>
                      <a:pt x="23178" y="266110"/>
                    </a:lnTo>
                    <a:cubicBezTo>
                      <a:pt x="63548" y="261698"/>
                      <a:pt x="90116" y="254801"/>
                      <a:pt x="108726" y="240807"/>
                    </a:cubicBezTo>
                    <a:cubicBezTo>
                      <a:pt x="87700" y="241375"/>
                      <a:pt x="35310" y="244403"/>
                      <a:pt x="20535" y="200079"/>
                    </a:cubicBezTo>
                    <a:cubicBezTo>
                      <a:pt x="37583" y="203299"/>
                      <a:pt x="59856" y="197334"/>
                      <a:pt x="70653" y="194871"/>
                    </a:cubicBezTo>
                    <a:cubicBezTo>
                      <a:pt x="57204" y="189662"/>
                      <a:pt x="37595" y="181773"/>
                      <a:pt x="20899" y="168840"/>
                    </a:cubicBezTo>
                    <a:lnTo>
                      <a:pt x="0" y="146258"/>
                    </a:lnTo>
                    <a:lnTo>
                      <a:pt x="0" y="116697"/>
                    </a:lnTo>
                    <a:lnTo>
                      <a:pt x="14104" y="121836"/>
                    </a:lnTo>
                    <a:cubicBezTo>
                      <a:pt x="23887" y="123910"/>
                      <a:pt x="33812" y="125203"/>
                      <a:pt x="40441" y="126434"/>
                    </a:cubicBezTo>
                    <a:cubicBezTo>
                      <a:pt x="9945" y="103325"/>
                      <a:pt x="-5039" y="60063"/>
                      <a:pt x="20722" y="8541"/>
                    </a:cubicBezTo>
                    <a:cubicBezTo>
                      <a:pt x="76047" y="73391"/>
                      <a:pt x="116697" y="97001"/>
                      <a:pt x="168525" y="104817"/>
                    </a:cubicBezTo>
                    <a:cubicBezTo>
                      <a:pt x="166649" y="98530"/>
                      <a:pt x="164888" y="89662"/>
                      <a:pt x="165796" y="68430"/>
                    </a:cubicBezTo>
                    <a:cubicBezTo>
                      <a:pt x="166838" y="44047"/>
                      <a:pt x="190944" y="0"/>
                      <a:pt x="241139"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3325" name="Google Shape;3325;p58"/>
              <p:cNvSpPr/>
              <p:nvPr/>
            </p:nvSpPr>
            <p:spPr>
              <a:xfrm>
                <a:off x="10509375" y="4197069"/>
                <a:ext cx="172150" cy="348350"/>
              </a:xfrm>
              <a:custGeom>
                <a:rect b="b" l="l" r="r" t="t"/>
                <a:pathLst>
                  <a:path extrusionOk="0" h="455920" w="225309">
                    <a:moveTo>
                      <a:pt x="139383" y="455355"/>
                    </a:moveTo>
                    <a:lnTo>
                      <a:pt x="139383" y="455920"/>
                    </a:lnTo>
                    <a:lnTo>
                      <a:pt x="139383" y="455355"/>
                    </a:lnTo>
                    <a:close/>
                    <a:moveTo>
                      <a:pt x="54403" y="455920"/>
                    </a:moveTo>
                    <a:lnTo>
                      <a:pt x="54403" y="455355"/>
                    </a:lnTo>
                    <a:lnTo>
                      <a:pt x="54403" y="455920"/>
                    </a:lnTo>
                    <a:close/>
                    <a:moveTo>
                      <a:pt x="193296" y="6"/>
                    </a:moveTo>
                    <a:cubicBezTo>
                      <a:pt x="204595" y="73"/>
                      <a:pt x="214144" y="770"/>
                      <a:pt x="225309" y="2823"/>
                    </a:cubicBezTo>
                    <a:cubicBezTo>
                      <a:pt x="225271" y="27274"/>
                      <a:pt x="222913" y="50194"/>
                      <a:pt x="219909" y="69600"/>
                    </a:cubicBezTo>
                    <a:cubicBezTo>
                      <a:pt x="188141" y="67117"/>
                      <a:pt x="138250" y="66776"/>
                      <a:pt x="139383" y="96177"/>
                    </a:cubicBezTo>
                    <a:lnTo>
                      <a:pt x="139383" y="140898"/>
                    </a:lnTo>
                    <a:lnTo>
                      <a:pt x="217171" y="140898"/>
                    </a:lnTo>
                    <a:lnTo>
                      <a:pt x="211626" y="215050"/>
                    </a:lnTo>
                    <a:lnTo>
                      <a:pt x="139383" y="216436"/>
                    </a:lnTo>
                    <a:lnTo>
                      <a:pt x="139383" y="455355"/>
                    </a:lnTo>
                    <a:lnTo>
                      <a:pt x="54403" y="455355"/>
                    </a:lnTo>
                    <a:lnTo>
                      <a:pt x="54403" y="216436"/>
                    </a:lnTo>
                    <a:lnTo>
                      <a:pt x="0" y="216436"/>
                    </a:lnTo>
                    <a:lnTo>
                      <a:pt x="0" y="140898"/>
                    </a:lnTo>
                    <a:lnTo>
                      <a:pt x="54403" y="140898"/>
                    </a:lnTo>
                    <a:lnTo>
                      <a:pt x="54403" y="90429"/>
                    </a:lnTo>
                    <a:cubicBezTo>
                      <a:pt x="54356" y="90266"/>
                      <a:pt x="54310" y="90103"/>
                      <a:pt x="54263" y="89940"/>
                    </a:cubicBezTo>
                    <a:cubicBezTo>
                      <a:pt x="54393" y="21715"/>
                      <a:pt x="104084" y="2174"/>
                      <a:pt x="150786" y="971"/>
                    </a:cubicBezTo>
                    <a:cubicBezTo>
                      <a:pt x="168948" y="503"/>
                      <a:pt x="181997" y="-60"/>
                      <a:pt x="193296" y="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3326" name="Google Shape;3326;p58"/>
              <p:cNvSpPr/>
              <p:nvPr/>
            </p:nvSpPr>
            <p:spPr>
              <a:xfrm>
                <a:off x="8105957" y="3478924"/>
                <a:ext cx="284621" cy="282605"/>
              </a:xfrm>
              <a:custGeom>
                <a:rect b="b" l="l" r="r" t="t"/>
                <a:pathLst>
                  <a:path extrusionOk="0" h="297454" w="299575">
                    <a:moveTo>
                      <a:pt x="249204" y="123541"/>
                    </a:moveTo>
                    <a:cubicBezTo>
                      <a:pt x="240190" y="123011"/>
                      <a:pt x="239659" y="128843"/>
                      <a:pt x="241250" y="136266"/>
                    </a:cubicBezTo>
                    <a:cubicBezTo>
                      <a:pt x="245492" y="158536"/>
                      <a:pt x="240720" y="179214"/>
                      <a:pt x="229055" y="198302"/>
                    </a:cubicBezTo>
                    <a:cubicBezTo>
                      <a:pt x="206255" y="234888"/>
                      <a:pt x="158536" y="250264"/>
                      <a:pt x="116648" y="234888"/>
                    </a:cubicBezTo>
                    <a:cubicBezTo>
                      <a:pt x="83774" y="222692"/>
                      <a:pt x="50901" y="185577"/>
                      <a:pt x="59914" y="135736"/>
                    </a:cubicBezTo>
                    <a:cubicBezTo>
                      <a:pt x="60444" y="132555"/>
                      <a:pt x="62565" y="127252"/>
                      <a:pt x="58324" y="125662"/>
                    </a:cubicBezTo>
                    <a:cubicBezTo>
                      <a:pt x="51431" y="122481"/>
                      <a:pt x="43477" y="123541"/>
                      <a:pt x="36585" y="125131"/>
                    </a:cubicBezTo>
                    <a:cubicBezTo>
                      <a:pt x="30222" y="126722"/>
                      <a:pt x="31813" y="133085"/>
                      <a:pt x="31813" y="137857"/>
                    </a:cubicBezTo>
                    <a:cubicBezTo>
                      <a:pt x="31813" y="174442"/>
                      <a:pt x="31813" y="210497"/>
                      <a:pt x="31813" y="247082"/>
                    </a:cubicBezTo>
                    <a:cubicBezTo>
                      <a:pt x="31813" y="262989"/>
                      <a:pt x="35524" y="266701"/>
                      <a:pt x="51961" y="266701"/>
                    </a:cubicBezTo>
                    <a:cubicBezTo>
                      <a:pt x="84835" y="266701"/>
                      <a:pt x="117178" y="266701"/>
                      <a:pt x="150052" y="266701"/>
                    </a:cubicBezTo>
                    <a:cubicBezTo>
                      <a:pt x="183456" y="266701"/>
                      <a:pt x="217390" y="266701"/>
                      <a:pt x="250794" y="266701"/>
                    </a:cubicBezTo>
                    <a:cubicBezTo>
                      <a:pt x="262459" y="266701"/>
                      <a:pt x="269352" y="261929"/>
                      <a:pt x="269352" y="250264"/>
                    </a:cubicBezTo>
                    <a:cubicBezTo>
                      <a:pt x="269352" y="211558"/>
                      <a:pt x="269352" y="173382"/>
                      <a:pt x="269352" y="134675"/>
                    </a:cubicBezTo>
                    <a:cubicBezTo>
                      <a:pt x="268822" y="126987"/>
                      <a:pt x="265773" y="124337"/>
                      <a:pt x="261863" y="123541"/>
                    </a:cubicBezTo>
                    <a:cubicBezTo>
                      <a:pt x="257952" y="122746"/>
                      <a:pt x="253180" y="123806"/>
                      <a:pt x="249204" y="123541"/>
                    </a:cubicBezTo>
                    <a:close/>
                    <a:moveTo>
                      <a:pt x="151642" y="88016"/>
                    </a:moveTo>
                    <a:cubicBezTo>
                      <a:pt x="116648" y="87486"/>
                      <a:pt x="89076" y="113997"/>
                      <a:pt x="89076" y="147931"/>
                    </a:cubicBezTo>
                    <a:cubicBezTo>
                      <a:pt x="89076" y="180805"/>
                      <a:pt x="117178" y="208377"/>
                      <a:pt x="150582" y="208377"/>
                    </a:cubicBezTo>
                    <a:cubicBezTo>
                      <a:pt x="183986" y="208377"/>
                      <a:pt x="212088" y="181335"/>
                      <a:pt x="212088" y="148461"/>
                    </a:cubicBezTo>
                    <a:cubicBezTo>
                      <a:pt x="212088" y="115058"/>
                      <a:pt x="185577" y="88546"/>
                      <a:pt x="151642" y="88016"/>
                    </a:cubicBezTo>
                    <a:close/>
                    <a:moveTo>
                      <a:pt x="234357" y="29162"/>
                    </a:moveTo>
                    <a:cubicBezTo>
                      <a:pt x="207846" y="29162"/>
                      <a:pt x="204135" y="32873"/>
                      <a:pt x="203605" y="60444"/>
                    </a:cubicBezTo>
                    <a:cubicBezTo>
                      <a:pt x="203605" y="90137"/>
                      <a:pt x="205195" y="92258"/>
                      <a:pt x="235948" y="92258"/>
                    </a:cubicBezTo>
                    <a:cubicBezTo>
                      <a:pt x="267762" y="92258"/>
                      <a:pt x="268822" y="91197"/>
                      <a:pt x="268822" y="59914"/>
                    </a:cubicBezTo>
                    <a:cubicBezTo>
                      <a:pt x="268822" y="57794"/>
                      <a:pt x="268822" y="55673"/>
                      <a:pt x="268822" y="53552"/>
                    </a:cubicBezTo>
                    <a:cubicBezTo>
                      <a:pt x="268822" y="35524"/>
                      <a:pt x="263519" y="29692"/>
                      <a:pt x="245492" y="29162"/>
                    </a:cubicBezTo>
                    <a:cubicBezTo>
                      <a:pt x="241781" y="29162"/>
                      <a:pt x="238069" y="29162"/>
                      <a:pt x="234357" y="29162"/>
                    </a:cubicBezTo>
                    <a:close/>
                    <a:moveTo>
                      <a:pt x="41887" y="0"/>
                    </a:moveTo>
                    <a:cubicBezTo>
                      <a:pt x="113998" y="0"/>
                      <a:pt x="186108" y="0"/>
                      <a:pt x="258217" y="0"/>
                    </a:cubicBezTo>
                    <a:cubicBezTo>
                      <a:pt x="284728" y="0"/>
                      <a:pt x="299575" y="14846"/>
                      <a:pt x="299575" y="41887"/>
                    </a:cubicBezTo>
                    <a:cubicBezTo>
                      <a:pt x="299575" y="112937"/>
                      <a:pt x="299575" y="184517"/>
                      <a:pt x="299575" y="255567"/>
                    </a:cubicBezTo>
                    <a:cubicBezTo>
                      <a:pt x="299575" y="283138"/>
                      <a:pt x="285789" y="297454"/>
                      <a:pt x="257687" y="297454"/>
                    </a:cubicBezTo>
                    <a:cubicBezTo>
                      <a:pt x="221632" y="297454"/>
                      <a:pt x="185577" y="297454"/>
                      <a:pt x="149522" y="297454"/>
                    </a:cubicBezTo>
                    <a:cubicBezTo>
                      <a:pt x="113467" y="297454"/>
                      <a:pt x="77412" y="297454"/>
                      <a:pt x="41357" y="297454"/>
                    </a:cubicBezTo>
                    <a:cubicBezTo>
                      <a:pt x="14315" y="297454"/>
                      <a:pt x="0" y="283138"/>
                      <a:pt x="0" y="256096"/>
                    </a:cubicBezTo>
                    <a:cubicBezTo>
                      <a:pt x="0" y="184517"/>
                      <a:pt x="0" y="112937"/>
                      <a:pt x="0" y="41357"/>
                    </a:cubicBezTo>
                    <a:cubicBezTo>
                      <a:pt x="0" y="14315"/>
                      <a:pt x="14846" y="0"/>
                      <a:pt x="41887"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grpSp>
        <p:grpSp>
          <p:nvGrpSpPr>
            <p:cNvPr id="3327" name="Google Shape;3327;p58"/>
            <p:cNvGrpSpPr/>
            <p:nvPr/>
          </p:nvGrpSpPr>
          <p:grpSpPr>
            <a:xfrm>
              <a:off x="8955547" y="3191206"/>
              <a:ext cx="1044109" cy="1340343"/>
              <a:chOff x="3425013" y="0"/>
              <a:chExt cx="5341478" cy="6856954"/>
            </a:xfrm>
          </p:grpSpPr>
          <p:sp>
            <p:nvSpPr>
              <p:cNvPr id="3328" name="Google Shape;3328;p58"/>
              <p:cNvSpPr/>
              <p:nvPr/>
            </p:nvSpPr>
            <p:spPr>
              <a:xfrm>
                <a:off x="3425013" y="0"/>
                <a:ext cx="5341478" cy="6856954"/>
              </a:xfrm>
              <a:custGeom>
                <a:rect b="b" l="l" r="r" t="t"/>
                <a:pathLst>
                  <a:path extrusionOk="0" h="6856954" w="5341478">
                    <a:moveTo>
                      <a:pt x="2688415" y="0"/>
                    </a:moveTo>
                    <a:cubicBezTo>
                      <a:pt x="2688415" y="0"/>
                      <a:pt x="956487" y="1166644"/>
                      <a:pt x="25123" y="1019550"/>
                    </a:cubicBezTo>
                    <a:cubicBezTo>
                      <a:pt x="-26116" y="2058707"/>
                      <a:pt x="15276" y="3058651"/>
                      <a:pt x="25123" y="3846231"/>
                    </a:cubicBezTo>
                    <a:cubicBezTo>
                      <a:pt x="54577" y="5744861"/>
                      <a:pt x="2642056" y="6856955"/>
                      <a:pt x="2642056" y="6856955"/>
                    </a:cubicBezTo>
                    <a:cubicBezTo>
                      <a:pt x="2642056" y="6856955"/>
                      <a:pt x="5064141" y="5921234"/>
                      <a:pt x="5338636" y="3952543"/>
                    </a:cubicBezTo>
                    <a:cubicBezTo>
                      <a:pt x="5328789" y="2980224"/>
                      <a:pt x="5348483" y="1950827"/>
                      <a:pt x="5338636" y="1048917"/>
                    </a:cubicBezTo>
                    <a:cubicBezTo>
                      <a:pt x="3593636" y="764663"/>
                      <a:pt x="2688415" y="0"/>
                      <a:pt x="2688415" y="0"/>
                    </a:cubicBezTo>
                    <a:close/>
                  </a:path>
                </a:pathLst>
              </a:custGeom>
              <a:noFill/>
              <a:ln cap="flat" cmpd="sng" w="3175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329" name="Google Shape;3329;p58"/>
              <p:cNvSpPr/>
              <p:nvPr/>
            </p:nvSpPr>
            <p:spPr>
              <a:xfrm>
                <a:off x="3692070" y="321376"/>
                <a:ext cx="4817313" cy="6184138"/>
              </a:xfrm>
              <a:custGeom>
                <a:rect b="b" l="l" r="r" t="t"/>
                <a:pathLst>
                  <a:path extrusionOk="0" h="6184138" w="4817313">
                    <a:moveTo>
                      <a:pt x="2424582" y="0"/>
                    </a:moveTo>
                    <a:cubicBezTo>
                      <a:pt x="2424582" y="0"/>
                      <a:pt x="862578" y="1052141"/>
                      <a:pt x="22626" y="919512"/>
                    </a:cubicBezTo>
                    <a:cubicBezTo>
                      <a:pt x="-23559" y="1856714"/>
                      <a:pt x="13825" y="2758537"/>
                      <a:pt x="22626" y="3468824"/>
                    </a:cubicBezTo>
                    <a:cubicBezTo>
                      <a:pt x="49117" y="5181145"/>
                      <a:pt x="2382841" y="6184138"/>
                      <a:pt x="2382841" y="6184138"/>
                    </a:cubicBezTo>
                    <a:cubicBezTo>
                      <a:pt x="2382841" y="6184138"/>
                      <a:pt x="4567206" y="5340265"/>
                      <a:pt x="4814773" y="3564766"/>
                    </a:cubicBezTo>
                    <a:cubicBezTo>
                      <a:pt x="4805973" y="2687778"/>
                      <a:pt x="4823575" y="1759465"/>
                      <a:pt x="4814773" y="946003"/>
                    </a:cubicBezTo>
                    <a:cubicBezTo>
                      <a:pt x="3240919" y="689634"/>
                      <a:pt x="2424582" y="0"/>
                      <a:pt x="2424582"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330" name="Google Shape;3330;p58"/>
              <p:cNvSpPr/>
              <p:nvPr/>
            </p:nvSpPr>
            <p:spPr>
              <a:xfrm>
                <a:off x="5077582" y="3107623"/>
                <a:ext cx="1971904" cy="1813799"/>
              </a:xfrm>
              <a:custGeom>
                <a:rect b="b" l="l" r="r" t="t"/>
                <a:pathLst>
                  <a:path extrusionOk="0" h="1813799" w="1971904">
                    <a:moveTo>
                      <a:pt x="1970433" y="1441139"/>
                    </a:moveTo>
                    <a:cubicBezTo>
                      <a:pt x="1467194" y="1954225"/>
                      <a:pt x="555524" y="1921547"/>
                      <a:pt x="0" y="1441139"/>
                    </a:cubicBezTo>
                    <a:cubicBezTo>
                      <a:pt x="0" y="1079329"/>
                      <a:pt x="0" y="0"/>
                      <a:pt x="0" y="0"/>
                    </a:cubicBezTo>
                    <a:lnTo>
                      <a:pt x="1970433" y="0"/>
                    </a:lnTo>
                    <a:cubicBezTo>
                      <a:pt x="1970433" y="87"/>
                      <a:pt x="1973745" y="1079329"/>
                      <a:pt x="1970433" y="144113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331" name="Google Shape;3331;p58"/>
              <p:cNvSpPr/>
              <p:nvPr/>
            </p:nvSpPr>
            <p:spPr>
              <a:xfrm>
                <a:off x="5332382" y="1718072"/>
                <a:ext cx="1483576" cy="1261366"/>
              </a:xfrm>
              <a:custGeom>
                <a:rect b="b" l="l" r="r" t="t"/>
                <a:pathLst>
                  <a:path extrusionOk="0" h="1261366" w="1483576">
                    <a:moveTo>
                      <a:pt x="741832" y="0"/>
                    </a:moveTo>
                    <a:lnTo>
                      <a:pt x="741832" y="0"/>
                    </a:lnTo>
                    <a:cubicBezTo>
                      <a:pt x="332182" y="0"/>
                      <a:pt x="0" y="332095"/>
                      <a:pt x="0" y="741745"/>
                    </a:cubicBezTo>
                    <a:lnTo>
                      <a:pt x="0" y="1261367"/>
                    </a:lnTo>
                    <a:lnTo>
                      <a:pt x="292445" y="1261367"/>
                    </a:lnTo>
                    <a:lnTo>
                      <a:pt x="292445" y="735209"/>
                    </a:lnTo>
                    <a:cubicBezTo>
                      <a:pt x="292445" y="499231"/>
                      <a:pt x="483720" y="307956"/>
                      <a:pt x="719698" y="307956"/>
                    </a:cubicBezTo>
                    <a:lnTo>
                      <a:pt x="719698" y="307956"/>
                    </a:lnTo>
                    <a:cubicBezTo>
                      <a:pt x="955676" y="307956"/>
                      <a:pt x="1146950" y="499231"/>
                      <a:pt x="1146950" y="735209"/>
                    </a:cubicBezTo>
                    <a:lnTo>
                      <a:pt x="1146950" y="1261367"/>
                    </a:lnTo>
                    <a:lnTo>
                      <a:pt x="1483576" y="1261367"/>
                    </a:lnTo>
                    <a:lnTo>
                      <a:pt x="1483576" y="741745"/>
                    </a:lnTo>
                    <a:cubicBezTo>
                      <a:pt x="1483664" y="332095"/>
                      <a:pt x="1151569" y="0"/>
                      <a:pt x="741832"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332" name="Google Shape;3332;p58"/>
              <p:cNvSpPr/>
              <p:nvPr/>
            </p:nvSpPr>
            <p:spPr>
              <a:xfrm>
                <a:off x="5864640" y="3547424"/>
                <a:ext cx="405205" cy="796469"/>
              </a:xfrm>
              <a:custGeom>
                <a:rect b="b" l="l" r="r" t="t"/>
                <a:pathLst>
                  <a:path extrusionOk="0" h="796469" w="405205">
                    <a:moveTo>
                      <a:pt x="353618" y="639528"/>
                    </a:moveTo>
                    <a:lnTo>
                      <a:pt x="310135" y="639528"/>
                    </a:lnTo>
                    <a:cubicBezTo>
                      <a:pt x="311006" y="635781"/>
                      <a:pt x="311529" y="631947"/>
                      <a:pt x="311529" y="628026"/>
                    </a:cubicBezTo>
                    <a:lnTo>
                      <a:pt x="311529" y="570861"/>
                    </a:lnTo>
                    <a:cubicBezTo>
                      <a:pt x="311529" y="543324"/>
                      <a:pt x="289221" y="521016"/>
                      <a:pt x="261685" y="521016"/>
                    </a:cubicBezTo>
                    <a:lnTo>
                      <a:pt x="261423" y="521016"/>
                    </a:lnTo>
                    <a:lnTo>
                      <a:pt x="261423" y="396492"/>
                    </a:lnTo>
                    <a:cubicBezTo>
                      <a:pt x="344643" y="371308"/>
                      <a:pt x="405206" y="294014"/>
                      <a:pt x="405206" y="202603"/>
                    </a:cubicBezTo>
                    <a:cubicBezTo>
                      <a:pt x="405206" y="90714"/>
                      <a:pt x="314492" y="0"/>
                      <a:pt x="202603" y="0"/>
                    </a:cubicBezTo>
                    <a:cubicBezTo>
                      <a:pt x="90714" y="0"/>
                      <a:pt x="0" y="90714"/>
                      <a:pt x="0" y="202603"/>
                    </a:cubicBezTo>
                    <a:cubicBezTo>
                      <a:pt x="0" y="294014"/>
                      <a:pt x="60563" y="371308"/>
                      <a:pt x="143783" y="396492"/>
                    </a:cubicBezTo>
                    <a:lnTo>
                      <a:pt x="143783" y="521016"/>
                    </a:lnTo>
                    <a:lnTo>
                      <a:pt x="143521" y="521016"/>
                    </a:lnTo>
                    <a:cubicBezTo>
                      <a:pt x="115985" y="521016"/>
                      <a:pt x="93677" y="543324"/>
                      <a:pt x="93677" y="570861"/>
                    </a:cubicBezTo>
                    <a:lnTo>
                      <a:pt x="93677" y="628026"/>
                    </a:lnTo>
                    <a:cubicBezTo>
                      <a:pt x="93677" y="632034"/>
                      <a:pt x="94199" y="635868"/>
                      <a:pt x="95071" y="639528"/>
                    </a:cubicBezTo>
                    <a:lnTo>
                      <a:pt x="51587" y="639528"/>
                    </a:lnTo>
                    <a:cubicBezTo>
                      <a:pt x="35118" y="639528"/>
                      <a:pt x="21785" y="652861"/>
                      <a:pt x="21785" y="669330"/>
                    </a:cubicBezTo>
                    <a:lnTo>
                      <a:pt x="21785" y="766667"/>
                    </a:lnTo>
                    <a:cubicBezTo>
                      <a:pt x="21785" y="783137"/>
                      <a:pt x="35118" y="796469"/>
                      <a:pt x="51587" y="796469"/>
                    </a:cubicBezTo>
                    <a:lnTo>
                      <a:pt x="353705" y="796469"/>
                    </a:lnTo>
                    <a:cubicBezTo>
                      <a:pt x="370175" y="796469"/>
                      <a:pt x="383508" y="783137"/>
                      <a:pt x="383508" y="766667"/>
                    </a:cubicBezTo>
                    <a:lnTo>
                      <a:pt x="383508" y="669330"/>
                    </a:lnTo>
                    <a:cubicBezTo>
                      <a:pt x="383333" y="652861"/>
                      <a:pt x="370001" y="639528"/>
                      <a:pt x="353618" y="63952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grpSp>
      <p:sp>
        <p:nvSpPr>
          <p:cNvPr id="3333" name="Google Shape;3333;p58"/>
          <p:cNvSpPr txBox="1"/>
          <p:nvPr/>
        </p:nvSpPr>
        <p:spPr>
          <a:xfrm>
            <a:off x="4083279" y="5715208"/>
            <a:ext cx="7055893"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F0"/>
              </a:buClr>
              <a:buSzPts val="2800"/>
              <a:buFont typeface="Impact"/>
              <a:buNone/>
            </a:pPr>
            <a:r>
              <a:rPr b="0" i="0" lang="en-US" sz="2800" u="none" cap="none" strike="noStrike">
                <a:solidFill>
                  <a:srgbClr val="00B0F0"/>
                </a:solidFill>
                <a:latin typeface="Impact"/>
                <a:ea typeface="Impact"/>
                <a:cs typeface="Impact"/>
                <a:sym typeface="Impact"/>
              </a:rPr>
              <a:t>A. JOE HAS COOKED PANCAKES</a:t>
            </a:r>
            <a:endParaRPr b="0" i="0" sz="1800" u="none" cap="none" strike="noStrike">
              <a:solidFill>
                <a:srgbClr val="00B0F0"/>
              </a:solidFill>
              <a:latin typeface="Calibri"/>
              <a:ea typeface="Calibri"/>
              <a:cs typeface="Calibri"/>
              <a:sym typeface="Calibri"/>
            </a:endParaRPr>
          </a:p>
          <a:p>
            <a:pPr indent="0" lvl="0" marL="0" marR="0" rtl="0" algn="l">
              <a:lnSpc>
                <a:spcPct val="100000"/>
              </a:lnSpc>
              <a:spcBef>
                <a:spcPts val="0"/>
              </a:spcBef>
              <a:spcAft>
                <a:spcPts val="0"/>
              </a:spcAft>
              <a:buClr>
                <a:srgbClr val="00B0F0"/>
              </a:buClr>
              <a:buSzPts val="2800"/>
              <a:buFont typeface="Impact"/>
              <a:buNone/>
            </a:pPr>
            <a:r>
              <a:rPr b="0" i="0" lang="en-US" sz="2800" u="none" cap="none" strike="noStrike">
                <a:solidFill>
                  <a:srgbClr val="00B0F0"/>
                </a:solidFill>
                <a:latin typeface="Impact"/>
                <a:ea typeface="Impact"/>
                <a:cs typeface="Impact"/>
                <a:sym typeface="Impact"/>
              </a:rPr>
              <a:t>B. JOE HAS BEEN COOKING</a:t>
            </a:r>
            <a:endParaRPr b="0" i="0" sz="2800" u="none" cap="none" strike="noStrike">
              <a:solidFill>
                <a:srgbClr val="00B0F0"/>
              </a:solidFill>
              <a:latin typeface="Arial"/>
              <a:ea typeface="Arial"/>
              <a:cs typeface="Arial"/>
              <a:sym typeface="Arial"/>
            </a:endParaRPr>
          </a:p>
        </p:txBody>
      </p:sp>
      <p:sp>
        <p:nvSpPr>
          <p:cNvPr id="3334" name="Google Shape;3334;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3">
                                            <p:txEl>
                                              <p:pRg end="0" st="0"/>
                                            </p:txEl>
                                          </p:spTgt>
                                        </p:tgtEl>
                                        <p:attrNameLst>
                                          <p:attrName>style.visibility</p:attrName>
                                        </p:attrNameLst>
                                      </p:cBhvr>
                                      <p:to>
                                        <p:strVal val="visible"/>
                                      </p:to>
                                    </p:set>
                                    <p:animEffect filter="fade" transition="in">
                                      <p:cBhvr>
                                        <p:cTn dur="500"/>
                                        <p:tgtEl>
                                          <p:spTgt spid="333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3">
                                            <p:txEl>
                                              <p:pRg end="1" st="1"/>
                                            </p:txEl>
                                          </p:spTgt>
                                        </p:tgtEl>
                                        <p:attrNameLst>
                                          <p:attrName>style.visibility</p:attrName>
                                        </p:attrNameLst>
                                      </p:cBhvr>
                                      <p:to>
                                        <p:strVal val="visible"/>
                                      </p:to>
                                    </p:set>
                                    <p:animEffect filter="fade" transition="in">
                                      <p:cBhvr>
                                        <p:cTn dur="500"/>
                                        <p:tgtEl>
                                          <p:spTgt spid="3333">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8" name="Shape 3338"/>
        <p:cNvGrpSpPr/>
        <p:nvPr/>
      </p:nvGrpSpPr>
      <p:grpSpPr>
        <a:xfrm>
          <a:off x="0" y="0"/>
          <a:ext cx="0" cy="0"/>
          <a:chOff x="0" y="0"/>
          <a:chExt cx="0" cy="0"/>
        </a:xfrm>
      </p:grpSpPr>
      <p:pic>
        <p:nvPicPr>
          <p:cNvPr descr="http://delimitercomau.c.presscdn.com/wp-content/uploads/2013/11/late-time.jpg" id="3339" name="Google Shape;3339;p59"/>
          <p:cNvPicPr preferRelativeResize="0"/>
          <p:nvPr/>
        </p:nvPicPr>
        <p:blipFill rotWithShape="1">
          <a:blip r:embed="rId3">
            <a:alphaModFix/>
          </a:blip>
          <a:srcRect b="0" l="0" r="0" t="0"/>
          <a:stretch/>
        </p:blipFill>
        <p:spPr>
          <a:xfrm>
            <a:off x="1851945" y="1353457"/>
            <a:ext cx="2935968" cy="2201976"/>
          </a:xfrm>
          <a:prstGeom prst="rect">
            <a:avLst/>
          </a:prstGeom>
          <a:noFill/>
          <a:ln>
            <a:noFill/>
          </a:ln>
        </p:spPr>
      </p:pic>
      <p:sp>
        <p:nvSpPr>
          <p:cNvPr id="3340" name="Google Shape;3340;p59"/>
          <p:cNvSpPr txBox="1"/>
          <p:nvPr/>
        </p:nvSpPr>
        <p:spPr>
          <a:xfrm>
            <a:off x="1128554" y="486535"/>
            <a:ext cx="10394707" cy="1213360"/>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accent1"/>
              </a:buClr>
              <a:buSzPts val="5400"/>
              <a:buFont typeface="Impact"/>
              <a:buNone/>
            </a:pPr>
            <a:r>
              <a:rPr b="0" i="0" lang="en-US" sz="5400" u="none" cap="none" strike="noStrike">
                <a:solidFill>
                  <a:srgbClr val="169C7C"/>
                </a:solidFill>
                <a:latin typeface="Impact"/>
                <a:ea typeface="Impact"/>
                <a:cs typeface="Impact"/>
                <a:sym typeface="Impact"/>
              </a:rPr>
              <a:t>NOW YOU TELL ME:</a:t>
            </a:r>
            <a:endParaRPr b="0" i="0" sz="5400" u="none" cap="none" strike="noStrike">
              <a:solidFill>
                <a:srgbClr val="169C7C"/>
              </a:solidFill>
              <a:latin typeface="Impact"/>
              <a:ea typeface="Impact"/>
              <a:cs typeface="Impact"/>
              <a:sym typeface="Impact"/>
            </a:endParaRPr>
          </a:p>
        </p:txBody>
      </p:sp>
      <p:sp>
        <p:nvSpPr>
          <p:cNvPr id="3341" name="Google Shape;3341;p59"/>
          <p:cNvSpPr txBox="1"/>
          <p:nvPr/>
        </p:nvSpPr>
        <p:spPr>
          <a:xfrm>
            <a:off x="1169082" y="4860156"/>
            <a:ext cx="4426500" cy="937241"/>
          </a:xfrm>
          <a:prstGeom prst="rect">
            <a:avLst/>
          </a:prstGeom>
          <a:noFill/>
          <a:ln>
            <a:noFill/>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Clr>
                <a:schemeClr val="accent1"/>
              </a:buClr>
              <a:buSzPts val="2400"/>
              <a:buFont typeface="Arial"/>
              <a:buNone/>
            </a:pPr>
            <a:r>
              <a:rPr b="0" i="0" lang="en-US" sz="2800" u="none" cap="none" strike="noStrike">
                <a:solidFill>
                  <a:srgbClr val="7F7F7F"/>
                </a:solidFill>
                <a:latin typeface="Impact"/>
                <a:ea typeface="Impact"/>
                <a:cs typeface="Impact"/>
                <a:sym typeface="Impact"/>
              </a:rPr>
              <a:t>3 TIMES THIS WEEK IS TOO MUCH! YOU HAVE...</a:t>
            </a:r>
            <a:endParaRPr b="0" i="0" sz="2800" u="none" cap="none" strike="noStrike">
              <a:solidFill>
                <a:schemeClr val="dk1"/>
              </a:solidFill>
              <a:latin typeface="Calibri"/>
              <a:ea typeface="Calibri"/>
              <a:cs typeface="Calibri"/>
              <a:sym typeface="Calibri"/>
            </a:endParaRPr>
          </a:p>
        </p:txBody>
      </p:sp>
      <p:sp>
        <p:nvSpPr>
          <p:cNvPr id="3342" name="Google Shape;3342;p59"/>
          <p:cNvSpPr txBox="1"/>
          <p:nvPr/>
        </p:nvSpPr>
        <p:spPr>
          <a:xfrm>
            <a:off x="6441954" y="4066487"/>
            <a:ext cx="3915483" cy="1587338"/>
          </a:xfrm>
          <a:prstGeom prst="rect">
            <a:avLst/>
          </a:prstGeom>
          <a:noFill/>
          <a:ln>
            <a:noFill/>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Clr>
                <a:schemeClr val="accent1"/>
              </a:buClr>
              <a:buSzPts val="2400"/>
              <a:buFont typeface="Arial"/>
              <a:buNone/>
            </a:pPr>
            <a:r>
              <a:rPr b="0" i="0" lang="en-US" sz="2400" u="none" cap="none" strike="noStrike">
                <a:solidFill>
                  <a:srgbClr val="7F7F7F"/>
                </a:solidFill>
                <a:latin typeface="Impact"/>
                <a:ea typeface="Impact"/>
                <a:cs typeface="Impact"/>
                <a:sym typeface="Impact"/>
              </a:rPr>
              <a:t>YOUR BOSS IS MAD! WORK STARTS AT 9:00 AND IT’S 9:15.</a:t>
            </a:r>
            <a:endParaRPr b="0" i="0" sz="2000" u="none" cap="none" strike="noStrike">
              <a:solidFill>
                <a:schemeClr val="dk1"/>
              </a:solidFill>
              <a:latin typeface="Arial"/>
              <a:ea typeface="Arial"/>
              <a:cs typeface="Arial"/>
              <a:sym typeface="Arial"/>
            </a:endParaRPr>
          </a:p>
          <a:p>
            <a:pPr indent="0" lvl="0" marL="0" marR="0" rtl="0" algn="ctr">
              <a:lnSpc>
                <a:spcPct val="120000"/>
              </a:lnSpc>
              <a:spcBef>
                <a:spcPts val="1000"/>
              </a:spcBef>
              <a:spcAft>
                <a:spcPts val="0"/>
              </a:spcAft>
              <a:buClr>
                <a:schemeClr val="accent1"/>
              </a:buClr>
              <a:buSzPts val="2400"/>
              <a:buFont typeface="Arial"/>
              <a:buNone/>
            </a:pPr>
            <a:r>
              <a:rPr b="0" i="0" lang="en-US" sz="2400" u="none" cap="none" strike="noStrike">
                <a:solidFill>
                  <a:srgbClr val="7F7F7F"/>
                </a:solidFill>
                <a:latin typeface="Impact"/>
                <a:ea typeface="Impact"/>
                <a:cs typeface="Impact"/>
                <a:sym typeface="Impact"/>
              </a:rPr>
              <a:t>YOU HAVE...</a:t>
            </a:r>
            <a:endParaRPr b="0" i="0" sz="2400" u="none" cap="none" strike="noStrike">
              <a:solidFill>
                <a:srgbClr val="7F7F7F"/>
              </a:solidFill>
              <a:latin typeface="Impact"/>
              <a:ea typeface="Impact"/>
              <a:cs typeface="Impact"/>
              <a:sym typeface="Impact"/>
            </a:endParaRPr>
          </a:p>
        </p:txBody>
      </p:sp>
      <p:pic>
        <p:nvPicPr>
          <p:cNvPr descr="http://blog.timecenter.com/content/uploads/2014/08/Running-Late-Blog-Post.jpg" id="3343" name="Google Shape;3343;p59"/>
          <p:cNvPicPr preferRelativeResize="0"/>
          <p:nvPr/>
        </p:nvPicPr>
        <p:blipFill rotWithShape="1">
          <a:blip r:embed="rId4">
            <a:alphaModFix/>
          </a:blip>
          <a:srcRect b="0" l="0" r="0" t="0"/>
          <a:stretch/>
        </p:blipFill>
        <p:spPr>
          <a:xfrm>
            <a:off x="5954057" y="971575"/>
            <a:ext cx="4643038" cy="3094912"/>
          </a:xfrm>
          <a:prstGeom prst="rect">
            <a:avLst/>
          </a:prstGeom>
          <a:noFill/>
          <a:ln>
            <a:noFill/>
          </a:ln>
        </p:spPr>
      </p:pic>
      <p:pic>
        <p:nvPicPr>
          <p:cNvPr descr="http://definingwonderland.files.wordpress.com/2012/09/waiting.jpg?w=778" id="3344" name="Google Shape;3344;p59"/>
          <p:cNvPicPr preferRelativeResize="0"/>
          <p:nvPr/>
        </p:nvPicPr>
        <p:blipFill rotWithShape="1">
          <a:blip r:embed="rId5">
            <a:alphaModFix/>
          </a:blip>
          <a:srcRect b="0" l="0" r="0" t="0"/>
          <a:stretch/>
        </p:blipFill>
        <p:spPr>
          <a:xfrm>
            <a:off x="608888" y="1951746"/>
            <a:ext cx="1978322" cy="2864445"/>
          </a:xfrm>
          <a:prstGeom prst="rect">
            <a:avLst/>
          </a:prstGeom>
          <a:noFill/>
          <a:ln>
            <a:noFill/>
          </a:ln>
        </p:spPr>
      </p:pic>
      <p:pic>
        <p:nvPicPr>
          <p:cNvPr descr="http://thumbs.dreamstime.com/z/businessman-late-to-work-8049682.jpg" id="3345" name="Google Shape;3345;p59"/>
          <p:cNvPicPr preferRelativeResize="0"/>
          <p:nvPr/>
        </p:nvPicPr>
        <p:blipFill rotWithShape="1">
          <a:blip r:embed="rId6">
            <a:alphaModFix/>
          </a:blip>
          <a:srcRect b="0" l="0" r="12973" t="0"/>
          <a:stretch/>
        </p:blipFill>
        <p:spPr>
          <a:xfrm>
            <a:off x="3790597" y="2851723"/>
            <a:ext cx="1570490" cy="1782715"/>
          </a:xfrm>
          <a:prstGeom prst="rect">
            <a:avLst/>
          </a:prstGeom>
          <a:noFill/>
          <a:ln>
            <a:noFill/>
          </a:ln>
        </p:spPr>
      </p:pic>
      <p:grpSp>
        <p:nvGrpSpPr>
          <p:cNvPr id="3346" name="Google Shape;3346;p59"/>
          <p:cNvGrpSpPr/>
          <p:nvPr/>
        </p:nvGrpSpPr>
        <p:grpSpPr>
          <a:xfrm>
            <a:off x="155100" y="20496"/>
            <a:ext cx="768029" cy="1252175"/>
            <a:chOff x="169229" y="2084489"/>
            <a:chExt cx="1306245" cy="1903654"/>
          </a:xfrm>
        </p:grpSpPr>
        <p:sp>
          <p:nvSpPr>
            <p:cNvPr id="3347" name="Google Shape;3347;p59"/>
            <p:cNvSpPr/>
            <p:nvPr/>
          </p:nvSpPr>
          <p:spPr>
            <a:xfrm>
              <a:off x="1162276" y="2834478"/>
              <a:ext cx="313198" cy="613622"/>
            </a:xfrm>
            <a:custGeom>
              <a:rect b="b" l="l" r="r" t="t"/>
              <a:pathLst>
                <a:path extrusionOk="0" h="613622" w="313198">
                  <a:moveTo>
                    <a:pt x="297384" y="307094"/>
                  </a:moveTo>
                  <a:cubicBezTo>
                    <a:pt x="292364" y="293707"/>
                    <a:pt x="287509" y="280038"/>
                    <a:pt x="294721" y="265708"/>
                  </a:cubicBezTo>
                  <a:cubicBezTo>
                    <a:pt x="294815" y="265520"/>
                    <a:pt x="294203" y="264954"/>
                    <a:pt x="293543" y="264011"/>
                  </a:cubicBezTo>
                  <a:cubicBezTo>
                    <a:pt x="278907" y="272732"/>
                    <a:pt x="270799" y="262338"/>
                    <a:pt x="263140" y="252463"/>
                  </a:cubicBezTo>
                  <a:cubicBezTo>
                    <a:pt x="257860" y="245675"/>
                    <a:pt x="254396" y="237474"/>
                    <a:pt x="249187" y="230639"/>
                  </a:cubicBezTo>
                  <a:cubicBezTo>
                    <a:pt x="243413" y="223050"/>
                    <a:pt x="236790" y="216027"/>
                    <a:pt x="230050" y="209262"/>
                  </a:cubicBezTo>
                  <a:cubicBezTo>
                    <a:pt x="225972" y="205162"/>
                    <a:pt x="219798" y="202828"/>
                    <a:pt x="216592" y="198280"/>
                  </a:cubicBezTo>
                  <a:cubicBezTo>
                    <a:pt x="205209" y="182135"/>
                    <a:pt x="194980" y="165190"/>
                    <a:pt x="183785" y="148904"/>
                  </a:cubicBezTo>
                  <a:cubicBezTo>
                    <a:pt x="175701" y="137120"/>
                    <a:pt x="167075" y="125642"/>
                    <a:pt x="158049" y="114565"/>
                  </a:cubicBezTo>
                  <a:cubicBezTo>
                    <a:pt x="155527" y="111478"/>
                    <a:pt x="150672" y="108697"/>
                    <a:pt x="146830" y="108626"/>
                  </a:cubicBezTo>
                  <a:cubicBezTo>
                    <a:pt x="138110" y="108461"/>
                    <a:pt x="135494" y="107259"/>
                    <a:pt x="134905" y="98445"/>
                  </a:cubicBezTo>
                  <a:cubicBezTo>
                    <a:pt x="133538" y="78011"/>
                    <a:pt x="121895" y="64318"/>
                    <a:pt x="105633" y="53806"/>
                  </a:cubicBezTo>
                  <a:cubicBezTo>
                    <a:pt x="103276" y="52274"/>
                    <a:pt x="98044" y="51284"/>
                    <a:pt x="97030" y="52510"/>
                  </a:cubicBezTo>
                  <a:cubicBezTo>
                    <a:pt x="95192" y="54678"/>
                    <a:pt x="94014" y="59581"/>
                    <a:pt x="95286" y="61749"/>
                  </a:cubicBezTo>
                  <a:cubicBezTo>
                    <a:pt x="99293" y="68607"/>
                    <a:pt x="104007" y="75277"/>
                    <a:pt x="109474" y="81028"/>
                  </a:cubicBezTo>
                  <a:cubicBezTo>
                    <a:pt x="116309" y="88192"/>
                    <a:pt x="121094" y="95711"/>
                    <a:pt x="121023" y="108202"/>
                  </a:cubicBezTo>
                  <a:cubicBezTo>
                    <a:pt x="115744" y="104879"/>
                    <a:pt x="111619" y="103135"/>
                    <a:pt x="108602" y="100212"/>
                  </a:cubicBezTo>
                  <a:cubicBezTo>
                    <a:pt x="92930" y="85105"/>
                    <a:pt x="77540" y="69715"/>
                    <a:pt x="62032" y="54419"/>
                  </a:cubicBezTo>
                  <a:cubicBezTo>
                    <a:pt x="45652" y="38275"/>
                    <a:pt x="29390" y="21989"/>
                    <a:pt x="12798" y="6081"/>
                  </a:cubicBezTo>
                  <a:cubicBezTo>
                    <a:pt x="9922" y="3323"/>
                    <a:pt x="5656" y="1980"/>
                    <a:pt x="2027" y="0"/>
                  </a:cubicBezTo>
                  <a:cubicBezTo>
                    <a:pt x="1343" y="683"/>
                    <a:pt x="660" y="1367"/>
                    <a:pt x="0" y="2050"/>
                  </a:cubicBezTo>
                  <a:cubicBezTo>
                    <a:pt x="2098" y="6623"/>
                    <a:pt x="3465" y="11713"/>
                    <a:pt x="6387" y="15649"/>
                  </a:cubicBezTo>
                  <a:cubicBezTo>
                    <a:pt x="23686" y="38840"/>
                    <a:pt x="40537" y="62409"/>
                    <a:pt x="59062" y="84586"/>
                  </a:cubicBezTo>
                  <a:cubicBezTo>
                    <a:pt x="92623" y="124747"/>
                    <a:pt x="125077" y="165755"/>
                    <a:pt x="149328" y="212185"/>
                  </a:cubicBezTo>
                  <a:cubicBezTo>
                    <a:pt x="181735" y="274240"/>
                    <a:pt x="204949" y="340137"/>
                    <a:pt x="225713" y="406929"/>
                  </a:cubicBezTo>
                  <a:cubicBezTo>
                    <a:pt x="236932" y="443012"/>
                    <a:pt x="237969" y="480863"/>
                    <a:pt x="246312" y="517417"/>
                  </a:cubicBezTo>
                  <a:cubicBezTo>
                    <a:pt x="252722" y="545534"/>
                    <a:pt x="259062" y="573651"/>
                    <a:pt x="265756" y="601697"/>
                  </a:cubicBezTo>
                  <a:cubicBezTo>
                    <a:pt x="266769" y="605892"/>
                    <a:pt x="269621" y="609663"/>
                    <a:pt x="271600" y="613623"/>
                  </a:cubicBezTo>
                  <a:cubicBezTo>
                    <a:pt x="272308" y="613481"/>
                    <a:pt x="272991" y="613316"/>
                    <a:pt x="273698" y="613175"/>
                  </a:cubicBezTo>
                  <a:cubicBezTo>
                    <a:pt x="274452" y="610417"/>
                    <a:pt x="275914" y="607660"/>
                    <a:pt x="275843" y="604926"/>
                  </a:cubicBezTo>
                  <a:cubicBezTo>
                    <a:pt x="275442" y="587391"/>
                    <a:pt x="276927" y="569432"/>
                    <a:pt x="273698" y="552392"/>
                  </a:cubicBezTo>
                  <a:cubicBezTo>
                    <a:pt x="263776" y="500071"/>
                    <a:pt x="251945" y="448103"/>
                    <a:pt x="240985" y="395970"/>
                  </a:cubicBezTo>
                  <a:cubicBezTo>
                    <a:pt x="234457" y="364836"/>
                    <a:pt x="228070" y="333656"/>
                    <a:pt x="221895" y="302451"/>
                  </a:cubicBezTo>
                  <a:cubicBezTo>
                    <a:pt x="221188" y="298845"/>
                    <a:pt x="222154" y="294909"/>
                    <a:pt x="222366" y="291139"/>
                  </a:cubicBezTo>
                  <a:cubicBezTo>
                    <a:pt x="223521" y="290879"/>
                    <a:pt x="224676" y="290620"/>
                    <a:pt x="225831" y="290361"/>
                  </a:cubicBezTo>
                  <a:cubicBezTo>
                    <a:pt x="228730" y="295286"/>
                    <a:pt x="232336" y="299953"/>
                    <a:pt x="234363" y="305209"/>
                  </a:cubicBezTo>
                  <a:cubicBezTo>
                    <a:pt x="240090" y="319915"/>
                    <a:pt x="244332" y="335235"/>
                    <a:pt x="250719" y="349635"/>
                  </a:cubicBezTo>
                  <a:cubicBezTo>
                    <a:pt x="256847" y="363517"/>
                    <a:pt x="264082" y="377092"/>
                    <a:pt x="272402" y="389748"/>
                  </a:cubicBezTo>
                  <a:cubicBezTo>
                    <a:pt x="277917" y="398138"/>
                    <a:pt x="285789" y="398728"/>
                    <a:pt x="295805" y="394650"/>
                  </a:cubicBezTo>
                  <a:cubicBezTo>
                    <a:pt x="294792" y="393236"/>
                    <a:pt x="294132" y="391468"/>
                    <a:pt x="292883" y="390691"/>
                  </a:cubicBezTo>
                  <a:cubicBezTo>
                    <a:pt x="283644" y="384869"/>
                    <a:pt x="278011" y="376055"/>
                    <a:pt x="274075" y="366415"/>
                  </a:cubicBezTo>
                  <a:cubicBezTo>
                    <a:pt x="266439" y="347726"/>
                    <a:pt x="259793" y="328612"/>
                    <a:pt x="252227" y="309875"/>
                  </a:cubicBezTo>
                  <a:cubicBezTo>
                    <a:pt x="247632" y="298468"/>
                    <a:pt x="242376" y="287297"/>
                    <a:pt x="236743" y="276361"/>
                  </a:cubicBezTo>
                  <a:cubicBezTo>
                    <a:pt x="235305" y="273557"/>
                    <a:pt x="231417" y="271742"/>
                    <a:pt x="228306" y="270139"/>
                  </a:cubicBezTo>
                  <a:cubicBezTo>
                    <a:pt x="223686" y="267782"/>
                    <a:pt x="217653" y="267170"/>
                    <a:pt x="214188" y="263776"/>
                  </a:cubicBezTo>
                  <a:cubicBezTo>
                    <a:pt x="207330" y="257106"/>
                    <a:pt x="201202" y="249493"/>
                    <a:pt x="195899" y="241504"/>
                  </a:cubicBezTo>
                  <a:cubicBezTo>
                    <a:pt x="178930" y="215979"/>
                    <a:pt x="162267" y="190219"/>
                    <a:pt x="145887" y="164294"/>
                  </a:cubicBezTo>
                  <a:cubicBezTo>
                    <a:pt x="138911" y="153241"/>
                    <a:pt x="132760" y="141669"/>
                    <a:pt x="126609" y="130120"/>
                  </a:cubicBezTo>
                  <a:cubicBezTo>
                    <a:pt x="125030" y="127174"/>
                    <a:pt x="124888" y="123498"/>
                    <a:pt x="124063" y="120151"/>
                  </a:cubicBezTo>
                  <a:cubicBezTo>
                    <a:pt x="124912" y="119632"/>
                    <a:pt x="125760" y="119114"/>
                    <a:pt x="126609" y="118595"/>
                  </a:cubicBezTo>
                  <a:cubicBezTo>
                    <a:pt x="133066" y="125171"/>
                    <a:pt x="140207" y="131228"/>
                    <a:pt x="145887" y="138440"/>
                  </a:cubicBezTo>
                  <a:cubicBezTo>
                    <a:pt x="176998" y="177893"/>
                    <a:pt x="208296" y="217181"/>
                    <a:pt x="238393" y="257389"/>
                  </a:cubicBezTo>
                  <a:cubicBezTo>
                    <a:pt x="258049" y="283667"/>
                    <a:pt x="277610" y="310205"/>
                    <a:pt x="291115" y="340538"/>
                  </a:cubicBezTo>
                  <a:cubicBezTo>
                    <a:pt x="293330" y="345510"/>
                    <a:pt x="297526" y="350130"/>
                    <a:pt x="301909" y="353406"/>
                  </a:cubicBezTo>
                  <a:cubicBezTo>
                    <a:pt x="304549" y="355362"/>
                    <a:pt x="309357" y="354443"/>
                    <a:pt x="313199" y="354796"/>
                  </a:cubicBezTo>
                  <a:cubicBezTo>
                    <a:pt x="313199" y="351332"/>
                    <a:pt x="313199" y="347867"/>
                    <a:pt x="313199" y="344379"/>
                  </a:cubicBezTo>
                  <a:cubicBezTo>
                    <a:pt x="307848" y="331959"/>
                    <a:pt x="302121" y="319727"/>
                    <a:pt x="297384" y="3070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48" name="Google Shape;3348;p59"/>
            <p:cNvSpPr/>
            <p:nvPr/>
          </p:nvSpPr>
          <p:spPr>
            <a:xfrm>
              <a:off x="720533" y="2084489"/>
              <a:ext cx="230932" cy="61420"/>
            </a:xfrm>
            <a:custGeom>
              <a:rect b="b" l="l" r="r" t="t"/>
              <a:pathLst>
                <a:path extrusionOk="0" h="61420" w="230932">
                  <a:moveTo>
                    <a:pt x="21640" y="61089"/>
                  </a:moveTo>
                  <a:cubicBezTo>
                    <a:pt x="44878" y="58190"/>
                    <a:pt x="68163" y="54938"/>
                    <a:pt x="91543" y="53830"/>
                  </a:cubicBezTo>
                  <a:cubicBezTo>
                    <a:pt x="124421" y="52251"/>
                    <a:pt x="157369" y="52628"/>
                    <a:pt x="190294" y="51803"/>
                  </a:cubicBezTo>
                  <a:cubicBezTo>
                    <a:pt x="200145" y="51544"/>
                    <a:pt x="210044" y="50554"/>
                    <a:pt x="219754" y="48975"/>
                  </a:cubicBezTo>
                  <a:cubicBezTo>
                    <a:pt x="230855" y="47160"/>
                    <a:pt x="233730" y="42022"/>
                    <a:pt x="228192" y="32359"/>
                  </a:cubicBezTo>
                  <a:cubicBezTo>
                    <a:pt x="221758" y="21117"/>
                    <a:pt x="213768" y="10747"/>
                    <a:pt x="206438" y="0"/>
                  </a:cubicBezTo>
                  <a:cubicBezTo>
                    <a:pt x="204953" y="0"/>
                    <a:pt x="203469" y="0"/>
                    <a:pt x="201984" y="0"/>
                  </a:cubicBezTo>
                  <a:cubicBezTo>
                    <a:pt x="202926" y="3983"/>
                    <a:pt x="203398" y="8178"/>
                    <a:pt x="204883" y="11949"/>
                  </a:cubicBezTo>
                  <a:cubicBezTo>
                    <a:pt x="208159" y="20222"/>
                    <a:pt x="207075" y="24935"/>
                    <a:pt x="198637" y="27787"/>
                  </a:cubicBezTo>
                  <a:cubicBezTo>
                    <a:pt x="191025" y="30356"/>
                    <a:pt x="182870" y="32171"/>
                    <a:pt x="174880" y="32548"/>
                  </a:cubicBezTo>
                  <a:cubicBezTo>
                    <a:pt x="131633" y="34622"/>
                    <a:pt x="89210" y="27622"/>
                    <a:pt x="46834" y="20057"/>
                  </a:cubicBezTo>
                  <a:cubicBezTo>
                    <a:pt x="36158" y="18148"/>
                    <a:pt x="25387" y="16356"/>
                    <a:pt x="14593" y="15696"/>
                  </a:cubicBezTo>
                  <a:cubicBezTo>
                    <a:pt x="4293" y="15060"/>
                    <a:pt x="287" y="19067"/>
                    <a:pt x="27" y="29036"/>
                  </a:cubicBezTo>
                  <a:cubicBezTo>
                    <a:pt x="-138" y="35164"/>
                    <a:pt x="452" y="41409"/>
                    <a:pt x="1512" y="47466"/>
                  </a:cubicBezTo>
                  <a:cubicBezTo>
                    <a:pt x="3539" y="59251"/>
                    <a:pt x="9643" y="62574"/>
                    <a:pt x="21640" y="6108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49" name="Google Shape;3349;p59"/>
            <p:cNvSpPr/>
            <p:nvPr/>
          </p:nvSpPr>
          <p:spPr>
            <a:xfrm>
              <a:off x="517440" y="2721140"/>
              <a:ext cx="900505" cy="1154323"/>
            </a:xfrm>
            <a:custGeom>
              <a:rect b="b" l="l" r="r" t="t"/>
              <a:pathLst>
                <a:path extrusionOk="0" h="1154323" w="900505">
                  <a:moveTo>
                    <a:pt x="894354" y="849656"/>
                  </a:moveTo>
                  <a:cubicBezTo>
                    <a:pt x="889475" y="846993"/>
                    <a:pt x="887283" y="843835"/>
                    <a:pt x="886671" y="839027"/>
                  </a:cubicBezTo>
                  <a:cubicBezTo>
                    <a:pt x="884573" y="822859"/>
                    <a:pt x="881981" y="806715"/>
                    <a:pt x="880896" y="790477"/>
                  </a:cubicBezTo>
                  <a:cubicBezTo>
                    <a:pt x="878869" y="760592"/>
                    <a:pt x="878115" y="730637"/>
                    <a:pt x="876253" y="700752"/>
                  </a:cubicBezTo>
                  <a:cubicBezTo>
                    <a:pt x="873590" y="658023"/>
                    <a:pt x="867439" y="615695"/>
                    <a:pt x="858059" y="573955"/>
                  </a:cubicBezTo>
                  <a:cubicBezTo>
                    <a:pt x="854170" y="556727"/>
                    <a:pt x="848019" y="539993"/>
                    <a:pt x="842433" y="523213"/>
                  </a:cubicBezTo>
                  <a:cubicBezTo>
                    <a:pt x="841608" y="520714"/>
                    <a:pt x="838191" y="519065"/>
                    <a:pt x="835952" y="517014"/>
                  </a:cubicBezTo>
                  <a:cubicBezTo>
                    <a:pt x="834019" y="519630"/>
                    <a:pt x="830814" y="522034"/>
                    <a:pt x="830390" y="524862"/>
                  </a:cubicBezTo>
                  <a:cubicBezTo>
                    <a:pt x="829070" y="533583"/>
                    <a:pt x="828245" y="542492"/>
                    <a:pt x="828268" y="551306"/>
                  </a:cubicBezTo>
                  <a:cubicBezTo>
                    <a:pt x="828292" y="560356"/>
                    <a:pt x="829565" y="569406"/>
                    <a:pt x="830272" y="578433"/>
                  </a:cubicBezTo>
                  <a:cubicBezTo>
                    <a:pt x="829565" y="578551"/>
                    <a:pt x="828858" y="578645"/>
                    <a:pt x="828174" y="578763"/>
                  </a:cubicBezTo>
                  <a:cubicBezTo>
                    <a:pt x="824380" y="566602"/>
                    <a:pt x="820609" y="554441"/>
                    <a:pt x="816791" y="542279"/>
                  </a:cubicBezTo>
                  <a:cubicBezTo>
                    <a:pt x="802744" y="497570"/>
                    <a:pt x="790159" y="452414"/>
                    <a:pt x="770833" y="409496"/>
                  </a:cubicBezTo>
                  <a:cubicBezTo>
                    <a:pt x="757564" y="380036"/>
                    <a:pt x="745497" y="350010"/>
                    <a:pt x="733100" y="320149"/>
                  </a:cubicBezTo>
                  <a:cubicBezTo>
                    <a:pt x="730625" y="314186"/>
                    <a:pt x="729070" y="307823"/>
                    <a:pt x="727090" y="301648"/>
                  </a:cubicBezTo>
                  <a:cubicBezTo>
                    <a:pt x="727797" y="301318"/>
                    <a:pt x="728480" y="300964"/>
                    <a:pt x="729188" y="300634"/>
                  </a:cubicBezTo>
                  <a:cubicBezTo>
                    <a:pt x="731851" y="304664"/>
                    <a:pt x="734867" y="308482"/>
                    <a:pt x="737106" y="312725"/>
                  </a:cubicBezTo>
                  <a:cubicBezTo>
                    <a:pt x="753321" y="343269"/>
                    <a:pt x="768994" y="374120"/>
                    <a:pt x="785633" y="404452"/>
                  </a:cubicBezTo>
                  <a:cubicBezTo>
                    <a:pt x="799162" y="429128"/>
                    <a:pt x="813680" y="453262"/>
                    <a:pt x="828009" y="477490"/>
                  </a:cubicBezTo>
                  <a:cubicBezTo>
                    <a:pt x="829848" y="480578"/>
                    <a:pt x="833123" y="482817"/>
                    <a:pt x="837107" y="486800"/>
                  </a:cubicBezTo>
                  <a:cubicBezTo>
                    <a:pt x="838827" y="473861"/>
                    <a:pt x="834632" y="464481"/>
                    <a:pt x="831262" y="455171"/>
                  </a:cubicBezTo>
                  <a:cubicBezTo>
                    <a:pt x="815518" y="411664"/>
                    <a:pt x="795839" y="369854"/>
                    <a:pt x="773449" y="329458"/>
                  </a:cubicBezTo>
                  <a:cubicBezTo>
                    <a:pt x="758624" y="302708"/>
                    <a:pt x="741844" y="277019"/>
                    <a:pt x="725676" y="251023"/>
                  </a:cubicBezTo>
                  <a:cubicBezTo>
                    <a:pt x="723413" y="247370"/>
                    <a:pt x="719619" y="244660"/>
                    <a:pt x="716531" y="241525"/>
                  </a:cubicBezTo>
                  <a:cubicBezTo>
                    <a:pt x="715824" y="241973"/>
                    <a:pt x="715141" y="242421"/>
                    <a:pt x="714434" y="242868"/>
                  </a:cubicBezTo>
                  <a:cubicBezTo>
                    <a:pt x="715212" y="246639"/>
                    <a:pt x="716154" y="250363"/>
                    <a:pt x="716696" y="254181"/>
                  </a:cubicBezTo>
                  <a:cubicBezTo>
                    <a:pt x="717545" y="260003"/>
                    <a:pt x="719006" y="265942"/>
                    <a:pt x="718535" y="271716"/>
                  </a:cubicBezTo>
                  <a:cubicBezTo>
                    <a:pt x="718275" y="274898"/>
                    <a:pt x="715235" y="279234"/>
                    <a:pt x="712336" y="280554"/>
                  </a:cubicBezTo>
                  <a:cubicBezTo>
                    <a:pt x="702320" y="285079"/>
                    <a:pt x="700364" y="287742"/>
                    <a:pt x="703522" y="298490"/>
                  </a:cubicBezTo>
                  <a:cubicBezTo>
                    <a:pt x="709814" y="319772"/>
                    <a:pt x="715871" y="341124"/>
                    <a:pt x="722942" y="362147"/>
                  </a:cubicBezTo>
                  <a:cubicBezTo>
                    <a:pt x="737083" y="404240"/>
                    <a:pt x="752190" y="446097"/>
                    <a:pt x="756503" y="490689"/>
                  </a:cubicBezTo>
                  <a:cubicBezTo>
                    <a:pt x="758789" y="514280"/>
                    <a:pt x="760251" y="537990"/>
                    <a:pt x="761547" y="561653"/>
                  </a:cubicBezTo>
                  <a:cubicBezTo>
                    <a:pt x="761853" y="567450"/>
                    <a:pt x="761476" y="573908"/>
                    <a:pt x="755914" y="578457"/>
                  </a:cubicBezTo>
                  <a:cubicBezTo>
                    <a:pt x="748584" y="574167"/>
                    <a:pt x="746746" y="566838"/>
                    <a:pt x="745803" y="560026"/>
                  </a:cubicBezTo>
                  <a:cubicBezTo>
                    <a:pt x="742834" y="538744"/>
                    <a:pt x="741160" y="517273"/>
                    <a:pt x="738214" y="495991"/>
                  </a:cubicBezTo>
                  <a:cubicBezTo>
                    <a:pt x="730484" y="440158"/>
                    <a:pt x="715754" y="386328"/>
                    <a:pt x="691997" y="335067"/>
                  </a:cubicBezTo>
                  <a:cubicBezTo>
                    <a:pt x="687660" y="325711"/>
                    <a:pt x="684102" y="315930"/>
                    <a:pt x="680943" y="306126"/>
                  </a:cubicBezTo>
                  <a:cubicBezTo>
                    <a:pt x="678469" y="298466"/>
                    <a:pt x="680637" y="292008"/>
                    <a:pt x="687048" y="286258"/>
                  </a:cubicBezTo>
                  <a:cubicBezTo>
                    <a:pt x="691219" y="282534"/>
                    <a:pt x="694637" y="277019"/>
                    <a:pt x="696333" y="271669"/>
                  </a:cubicBezTo>
                  <a:cubicBezTo>
                    <a:pt x="700316" y="259178"/>
                    <a:pt x="697630" y="246757"/>
                    <a:pt x="693411" y="234667"/>
                  </a:cubicBezTo>
                  <a:cubicBezTo>
                    <a:pt x="686883" y="215930"/>
                    <a:pt x="674344" y="201483"/>
                    <a:pt x="660345" y="187884"/>
                  </a:cubicBezTo>
                  <a:cubicBezTo>
                    <a:pt x="664658" y="203957"/>
                    <a:pt x="670078" y="219512"/>
                    <a:pt x="674745" y="235279"/>
                  </a:cubicBezTo>
                  <a:cubicBezTo>
                    <a:pt x="678092" y="246592"/>
                    <a:pt x="681226" y="258070"/>
                    <a:pt x="683017" y="269689"/>
                  </a:cubicBezTo>
                  <a:cubicBezTo>
                    <a:pt x="684573" y="279753"/>
                    <a:pt x="682640" y="280837"/>
                    <a:pt x="672671" y="279588"/>
                  </a:cubicBezTo>
                  <a:cubicBezTo>
                    <a:pt x="670220" y="279281"/>
                    <a:pt x="667722" y="279234"/>
                    <a:pt x="665247" y="279281"/>
                  </a:cubicBezTo>
                  <a:cubicBezTo>
                    <a:pt x="657422" y="279423"/>
                    <a:pt x="653722" y="282463"/>
                    <a:pt x="654971" y="290146"/>
                  </a:cubicBezTo>
                  <a:cubicBezTo>
                    <a:pt x="656597" y="300021"/>
                    <a:pt x="659402" y="309826"/>
                    <a:pt x="662796" y="319277"/>
                  </a:cubicBezTo>
                  <a:cubicBezTo>
                    <a:pt x="671375" y="343175"/>
                    <a:pt x="680660" y="366814"/>
                    <a:pt x="689357" y="390665"/>
                  </a:cubicBezTo>
                  <a:cubicBezTo>
                    <a:pt x="690583" y="393988"/>
                    <a:pt x="691832" y="399314"/>
                    <a:pt x="690182" y="401294"/>
                  </a:cubicBezTo>
                  <a:cubicBezTo>
                    <a:pt x="686058" y="406244"/>
                    <a:pt x="689169" y="409519"/>
                    <a:pt x="691101" y="413173"/>
                  </a:cubicBezTo>
                  <a:cubicBezTo>
                    <a:pt x="692704" y="416213"/>
                    <a:pt x="695061" y="418852"/>
                    <a:pt x="696852" y="421822"/>
                  </a:cubicBezTo>
                  <a:cubicBezTo>
                    <a:pt x="706161" y="437165"/>
                    <a:pt x="709956" y="453710"/>
                    <a:pt x="706751" y="471480"/>
                  </a:cubicBezTo>
                  <a:cubicBezTo>
                    <a:pt x="705737" y="477066"/>
                    <a:pt x="703899" y="483406"/>
                    <a:pt x="696758" y="483477"/>
                  </a:cubicBezTo>
                  <a:cubicBezTo>
                    <a:pt x="689451" y="483524"/>
                    <a:pt x="687165" y="477608"/>
                    <a:pt x="685963" y="471457"/>
                  </a:cubicBezTo>
                  <a:cubicBezTo>
                    <a:pt x="685115" y="467097"/>
                    <a:pt x="684832" y="462595"/>
                    <a:pt x="683630" y="458353"/>
                  </a:cubicBezTo>
                  <a:cubicBezTo>
                    <a:pt x="669866" y="410227"/>
                    <a:pt x="656480" y="362006"/>
                    <a:pt x="641985" y="314092"/>
                  </a:cubicBezTo>
                  <a:cubicBezTo>
                    <a:pt x="624120" y="254982"/>
                    <a:pt x="595131" y="202166"/>
                    <a:pt x="551389" y="157811"/>
                  </a:cubicBezTo>
                  <a:cubicBezTo>
                    <a:pt x="538568" y="144825"/>
                    <a:pt x="526948" y="130495"/>
                    <a:pt x="515966" y="115859"/>
                  </a:cubicBezTo>
                  <a:cubicBezTo>
                    <a:pt x="505525" y="101907"/>
                    <a:pt x="506727" y="94506"/>
                    <a:pt x="518629" y="81897"/>
                  </a:cubicBezTo>
                  <a:cubicBezTo>
                    <a:pt x="521858" y="78480"/>
                    <a:pt x="525275" y="75204"/>
                    <a:pt x="528952" y="72305"/>
                  </a:cubicBezTo>
                  <a:cubicBezTo>
                    <a:pt x="538803" y="64480"/>
                    <a:pt x="542928" y="65541"/>
                    <a:pt x="547712" y="76854"/>
                  </a:cubicBezTo>
                  <a:cubicBezTo>
                    <a:pt x="550658" y="83783"/>
                    <a:pt x="555136" y="89651"/>
                    <a:pt x="562678" y="90971"/>
                  </a:cubicBezTo>
                  <a:cubicBezTo>
                    <a:pt x="566402" y="91631"/>
                    <a:pt x="572341" y="90311"/>
                    <a:pt x="574250" y="87672"/>
                  </a:cubicBezTo>
                  <a:cubicBezTo>
                    <a:pt x="576489" y="84631"/>
                    <a:pt x="576725" y="78716"/>
                    <a:pt x="575428" y="74874"/>
                  </a:cubicBezTo>
                  <a:cubicBezTo>
                    <a:pt x="574108" y="71032"/>
                    <a:pt x="570196" y="67733"/>
                    <a:pt x="566779" y="64999"/>
                  </a:cubicBezTo>
                  <a:cubicBezTo>
                    <a:pt x="549668" y="51282"/>
                    <a:pt x="530790" y="40606"/>
                    <a:pt x="509814" y="34054"/>
                  </a:cubicBezTo>
                  <a:cubicBezTo>
                    <a:pt x="505030" y="32569"/>
                    <a:pt x="499656" y="32852"/>
                    <a:pt x="494542" y="32475"/>
                  </a:cubicBezTo>
                  <a:cubicBezTo>
                    <a:pt x="488839" y="32050"/>
                    <a:pt x="482734" y="32993"/>
                    <a:pt x="477502" y="31249"/>
                  </a:cubicBezTo>
                  <a:cubicBezTo>
                    <a:pt x="469866" y="28680"/>
                    <a:pt x="462748" y="24414"/>
                    <a:pt x="455607" y="20549"/>
                  </a:cubicBezTo>
                  <a:cubicBezTo>
                    <a:pt x="443894" y="14233"/>
                    <a:pt x="432393" y="7540"/>
                    <a:pt x="420656" y="1270"/>
                  </a:cubicBezTo>
                  <a:cubicBezTo>
                    <a:pt x="415164" y="-1652"/>
                    <a:pt x="410545" y="823"/>
                    <a:pt x="406868" y="5088"/>
                  </a:cubicBezTo>
                  <a:cubicBezTo>
                    <a:pt x="404936" y="7304"/>
                    <a:pt x="403357" y="9873"/>
                    <a:pt x="401895" y="12442"/>
                  </a:cubicBezTo>
                  <a:cubicBezTo>
                    <a:pt x="396121" y="22670"/>
                    <a:pt x="387448" y="29340"/>
                    <a:pt x="375805" y="29529"/>
                  </a:cubicBezTo>
                  <a:cubicBezTo>
                    <a:pt x="354099" y="29906"/>
                    <a:pt x="332345" y="29387"/>
                    <a:pt x="310639" y="28657"/>
                  </a:cubicBezTo>
                  <a:cubicBezTo>
                    <a:pt x="292845" y="28067"/>
                    <a:pt x="275098" y="26182"/>
                    <a:pt x="257328" y="25711"/>
                  </a:cubicBezTo>
                  <a:cubicBezTo>
                    <a:pt x="231685" y="25051"/>
                    <a:pt x="209060" y="34619"/>
                    <a:pt x="187683" y="47841"/>
                  </a:cubicBezTo>
                  <a:cubicBezTo>
                    <a:pt x="154381" y="68440"/>
                    <a:pt x="121409" y="89510"/>
                    <a:pt x="93905" y="117792"/>
                  </a:cubicBezTo>
                  <a:cubicBezTo>
                    <a:pt x="88296" y="123542"/>
                    <a:pt x="83818" y="130519"/>
                    <a:pt x="79529" y="137377"/>
                  </a:cubicBezTo>
                  <a:cubicBezTo>
                    <a:pt x="78350" y="139262"/>
                    <a:pt x="78940" y="143410"/>
                    <a:pt x="80330" y="145319"/>
                  </a:cubicBezTo>
                  <a:cubicBezTo>
                    <a:pt x="81273" y="146592"/>
                    <a:pt x="85562" y="146710"/>
                    <a:pt x="87518" y="145720"/>
                  </a:cubicBezTo>
                  <a:cubicBezTo>
                    <a:pt x="94518" y="142138"/>
                    <a:pt x="101754" y="138603"/>
                    <a:pt x="107858" y="133724"/>
                  </a:cubicBezTo>
                  <a:cubicBezTo>
                    <a:pt x="129328" y="116566"/>
                    <a:pt x="150163" y="98654"/>
                    <a:pt x="171610" y="81450"/>
                  </a:cubicBezTo>
                  <a:cubicBezTo>
                    <a:pt x="185939" y="69972"/>
                    <a:pt x="201306" y="60097"/>
                    <a:pt x="219713" y="56161"/>
                  </a:cubicBezTo>
                  <a:cubicBezTo>
                    <a:pt x="248631" y="49962"/>
                    <a:pt x="277808" y="50528"/>
                    <a:pt x="306868" y="53898"/>
                  </a:cubicBezTo>
                  <a:cubicBezTo>
                    <a:pt x="350846" y="58989"/>
                    <a:pt x="389027" y="79352"/>
                    <a:pt x="426312" y="101577"/>
                  </a:cubicBezTo>
                  <a:cubicBezTo>
                    <a:pt x="428009" y="102590"/>
                    <a:pt x="429612" y="106385"/>
                    <a:pt x="428999" y="108035"/>
                  </a:cubicBezTo>
                  <a:cubicBezTo>
                    <a:pt x="428174" y="110250"/>
                    <a:pt x="425322" y="112819"/>
                    <a:pt x="423036" y="113149"/>
                  </a:cubicBezTo>
                  <a:cubicBezTo>
                    <a:pt x="419524" y="113667"/>
                    <a:pt x="415518" y="113031"/>
                    <a:pt x="412124" y="111805"/>
                  </a:cubicBezTo>
                  <a:cubicBezTo>
                    <a:pt x="389875" y="103769"/>
                    <a:pt x="367556" y="95873"/>
                    <a:pt x="345614" y="87035"/>
                  </a:cubicBezTo>
                  <a:cubicBezTo>
                    <a:pt x="323319" y="78056"/>
                    <a:pt x="300646" y="71268"/>
                    <a:pt x="276418" y="74520"/>
                  </a:cubicBezTo>
                  <a:cubicBezTo>
                    <a:pt x="212336" y="83123"/>
                    <a:pt x="159402" y="112560"/>
                    <a:pt x="118110" y="162218"/>
                  </a:cubicBezTo>
                  <a:cubicBezTo>
                    <a:pt x="67815" y="222694"/>
                    <a:pt x="45638" y="293517"/>
                    <a:pt x="44388" y="371245"/>
                  </a:cubicBezTo>
                  <a:cubicBezTo>
                    <a:pt x="44011" y="394931"/>
                    <a:pt x="46934" y="418664"/>
                    <a:pt x="48301" y="442397"/>
                  </a:cubicBezTo>
                  <a:cubicBezTo>
                    <a:pt x="50775" y="485810"/>
                    <a:pt x="60179" y="527219"/>
                    <a:pt x="80660" y="566107"/>
                  </a:cubicBezTo>
                  <a:cubicBezTo>
                    <a:pt x="91242" y="586211"/>
                    <a:pt x="103427" y="606904"/>
                    <a:pt x="92609" y="633583"/>
                  </a:cubicBezTo>
                  <a:cubicBezTo>
                    <a:pt x="100245" y="626041"/>
                    <a:pt x="105972" y="628987"/>
                    <a:pt x="111487" y="632687"/>
                  </a:cubicBezTo>
                  <a:cubicBezTo>
                    <a:pt x="132227" y="646640"/>
                    <a:pt x="149786" y="664127"/>
                    <a:pt x="165246" y="683547"/>
                  </a:cubicBezTo>
                  <a:cubicBezTo>
                    <a:pt x="172718" y="692928"/>
                    <a:pt x="179717" y="703109"/>
                    <a:pt x="184620" y="713974"/>
                  </a:cubicBezTo>
                  <a:cubicBezTo>
                    <a:pt x="187566" y="720479"/>
                    <a:pt x="190724" y="723967"/>
                    <a:pt x="197205" y="723873"/>
                  </a:cubicBezTo>
                  <a:cubicBezTo>
                    <a:pt x="211747" y="723684"/>
                    <a:pt x="226383" y="723826"/>
                    <a:pt x="240806" y="722270"/>
                  </a:cubicBezTo>
                  <a:cubicBezTo>
                    <a:pt x="264398" y="719748"/>
                    <a:pt x="287613" y="715082"/>
                    <a:pt x="309767" y="706102"/>
                  </a:cubicBezTo>
                  <a:cubicBezTo>
                    <a:pt x="317804" y="702850"/>
                    <a:pt x="324356" y="698160"/>
                    <a:pt x="328409" y="690123"/>
                  </a:cubicBezTo>
                  <a:cubicBezTo>
                    <a:pt x="340429" y="666319"/>
                    <a:pt x="352638" y="642633"/>
                    <a:pt x="364846" y="618947"/>
                  </a:cubicBezTo>
                  <a:cubicBezTo>
                    <a:pt x="366779" y="615200"/>
                    <a:pt x="369112" y="611641"/>
                    <a:pt x="371257" y="607988"/>
                  </a:cubicBezTo>
                  <a:cubicBezTo>
                    <a:pt x="372058" y="608176"/>
                    <a:pt x="372836" y="608365"/>
                    <a:pt x="373637" y="608553"/>
                  </a:cubicBezTo>
                  <a:cubicBezTo>
                    <a:pt x="374910" y="624085"/>
                    <a:pt x="376206" y="639616"/>
                    <a:pt x="377479" y="655124"/>
                  </a:cubicBezTo>
                  <a:cubicBezTo>
                    <a:pt x="378327" y="655148"/>
                    <a:pt x="379199" y="655171"/>
                    <a:pt x="380047" y="655195"/>
                  </a:cubicBezTo>
                  <a:cubicBezTo>
                    <a:pt x="381132" y="653050"/>
                    <a:pt x="382192" y="650929"/>
                    <a:pt x="383276" y="648784"/>
                  </a:cubicBezTo>
                  <a:cubicBezTo>
                    <a:pt x="390842" y="633818"/>
                    <a:pt x="393316" y="617627"/>
                    <a:pt x="392633" y="601247"/>
                  </a:cubicBezTo>
                  <a:cubicBezTo>
                    <a:pt x="392138" y="589534"/>
                    <a:pt x="389734" y="577773"/>
                    <a:pt x="386812" y="566366"/>
                  </a:cubicBezTo>
                  <a:cubicBezTo>
                    <a:pt x="384808" y="558612"/>
                    <a:pt x="380142" y="557505"/>
                    <a:pt x="373213" y="561723"/>
                  </a:cubicBezTo>
                  <a:cubicBezTo>
                    <a:pt x="367933" y="564905"/>
                    <a:pt x="363243" y="569053"/>
                    <a:pt x="357988" y="572235"/>
                  </a:cubicBezTo>
                  <a:cubicBezTo>
                    <a:pt x="349786" y="577208"/>
                    <a:pt x="342833" y="576595"/>
                    <a:pt x="335504" y="570396"/>
                  </a:cubicBezTo>
                  <a:cubicBezTo>
                    <a:pt x="332110" y="567545"/>
                    <a:pt x="328952" y="564316"/>
                    <a:pt x="326218" y="560828"/>
                  </a:cubicBezTo>
                  <a:cubicBezTo>
                    <a:pt x="324709" y="558895"/>
                    <a:pt x="324261" y="556114"/>
                    <a:pt x="323342" y="553710"/>
                  </a:cubicBezTo>
                  <a:cubicBezTo>
                    <a:pt x="325558" y="552909"/>
                    <a:pt x="327773" y="551495"/>
                    <a:pt x="330012" y="551471"/>
                  </a:cubicBezTo>
                  <a:cubicBezTo>
                    <a:pt x="335574" y="551400"/>
                    <a:pt x="339157" y="548761"/>
                    <a:pt x="340429" y="543741"/>
                  </a:cubicBezTo>
                  <a:cubicBezTo>
                    <a:pt x="342079" y="537307"/>
                    <a:pt x="344106" y="530684"/>
                    <a:pt x="343988" y="524179"/>
                  </a:cubicBezTo>
                  <a:cubicBezTo>
                    <a:pt x="343540" y="498937"/>
                    <a:pt x="342786" y="473696"/>
                    <a:pt x="341231" y="448525"/>
                  </a:cubicBezTo>
                  <a:cubicBezTo>
                    <a:pt x="339062" y="413620"/>
                    <a:pt x="332369" y="379494"/>
                    <a:pt x="320255" y="346616"/>
                  </a:cubicBezTo>
                  <a:cubicBezTo>
                    <a:pt x="309885" y="318452"/>
                    <a:pt x="294990" y="293092"/>
                    <a:pt x="273660" y="271598"/>
                  </a:cubicBezTo>
                  <a:cubicBezTo>
                    <a:pt x="264422" y="262289"/>
                    <a:pt x="254287" y="260498"/>
                    <a:pt x="242574" y="265070"/>
                  </a:cubicBezTo>
                  <a:cubicBezTo>
                    <a:pt x="237766" y="266955"/>
                    <a:pt x="233099" y="269288"/>
                    <a:pt x="228409" y="271480"/>
                  </a:cubicBezTo>
                  <a:cubicBezTo>
                    <a:pt x="214103" y="278197"/>
                    <a:pt x="199868" y="285056"/>
                    <a:pt x="185468" y="291584"/>
                  </a:cubicBezTo>
                  <a:cubicBezTo>
                    <a:pt x="182475" y="292951"/>
                    <a:pt x="178916" y="293045"/>
                    <a:pt x="175593" y="293729"/>
                  </a:cubicBezTo>
                  <a:cubicBezTo>
                    <a:pt x="175122" y="292904"/>
                    <a:pt x="174650" y="292102"/>
                    <a:pt x="174179" y="291278"/>
                  </a:cubicBezTo>
                  <a:cubicBezTo>
                    <a:pt x="178256" y="285574"/>
                    <a:pt x="182404" y="279894"/>
                    <a:pt x="186434" y="274120"/>
                  </a:cubicBezTo>
                  <a:cubicBezTo>
                    <a:pt x="191996" y="266154"/>
                    <a:pt x="197888" y="257740"/>
                    <a:pt x="195532" y="247653"/>
                  </a:cubicBezTo>
                  <a:cubicBezTo>
                    <a:pt x="193693" y="239805"/>
                    <a:pt x="197323" y="236576"/>
                    <a:pt x="203144" y="235279"/>
                  </a:cubicBezTo>
                  <a:cubicBezTo>
                    <a:pt x="214669" y="232687"/>
                    <a:pt x="226335" y="230283"/>
                    <a:pt x="238072" y="229317"/>
                  </a:cubicBezTo>
                  <a:cubicBezTo>
                    <a:pt x="256856" y="227761"/>
                    <a:pt x="274768" y="230849"/>
                    <a:pt x="288721" y="245131"/>
                  </a:cubicBezTo>
                  <a:cubicBezTo>
                    <a:pt x="307575" y="264457"/>
                    <a:pt x="321881" y="286894"/>
                    <a:pt x="332251" y="311782"/>
                  </a:cubicBezTo>
                  <a:cubicBezTo>
                    <a:pt x="333241" y="314162"/>
                    <a:pt x="333217" y="317038"/>
                    <a:pt x="333264" y="319701"/>
                  </a:cubicBezTo>
                  <a:cubicBezTo>
                    <a:pt x="333359" y="327596"/>
                    <a:pt x="332958" y="335492"/>
                    <a:pt x="333288" y="343387"/>
                  </a:cubicBezTo>
                  <a:cubicBezTo>
                    <a:pt x="333547" y="349326"/>
                    <a:pt x="334631" y="355218"/>
                    <a:pt x="335339" y="361110"/>
                  </a:cubicBezTo>
                  <a:cubicBezTo>
                    <a:pt x="336211" y="361322"/>
                    <a:pt x="337083" y="361535"/>
                    <a:pt x="337955" y="361747"/>
                  </a:cubicBezTo>
                  <a:cubicBezTo>
                    <a:pt x="341490" y="357222"/>
                    <a:pt x="344907" y="352602"/>
                    <a:pt x="348607" y="348219"/>
                  </a:cubicBezTo>
                  <a:cubicBezTo>
                    <a:pt x="353250" y="342727"/>
                    <a:pt x="356668" y="342491"/>
                    <a:pt x="361429" y="347841"/>
                  </a:cubicBezTo>
                  <a:cubicBezTo>
                    <a:pt x="364516" y="351306"/>
                    <a:pt x="367132" y="355313"/>
                    <a:pt x="369324" y="359413"/>
                  </a:cubicBezTo>
                  <a:cubicBezTo>
                    <a:pt x="376913" y="373531"/>
                    <a:pt x="384007" y="387931"/>
                    <a:pt x="391761" y="401978"/>
                  </a:cubicBezTo>
                  <a:cubicBezTo>
                    <a:pt x="394236" y="406432"/>
                    <a:pt x="397653" y="410698"/>
                    <a:pt x="401589" y="413856"/>
                  </a:cubicBezTo>
                  <a:cubicBezTo>
                    <a:pt x="403734" y="415577"/>
                    <a:pt x="408212" y="415789"/>
                    <a:pt x="410969" y="414822"/>
                  </a:cubicBezTo>
                  <a:cubicBezTo>
                    <a:pt x="412619" y="414233"/>
                    <a:pt x="414009" y="409967"/>
                    <a:pt x="413774" y="407516"/>
                  </a:cubicBezTo>
                  <a:cubicBezTo>
                    <a:pt x="413349" y="403180"/>
                    <a:pt x="412100" y="398749"/>
                    <a:pt x="410309" y="394766"/>
                  </a:cubicBezTo>
                  <a:cubicBezTo>
                    <a:pt x="390347" y="350269"/>
                    <a:pt x="368829" y="306621"/>
                    <a:pt x="336918" y="269100"/>
                  </a:cubicBezTo>
                  <a:cubicBezTo>
                    <a:pt x="319619" y="248761"/>
                    <a:pt x="300175" y="231061"/>
                    <a:pt x="275687" y="219465"/>
                  </a:cubicBezTo>
                  <a:cubicBezTo>
                    <a:pt x="258058" y="211122"/>
                    <a:pt x="239510" y="210439"/>
                    <a:pt x="220608" y="210839"/>
                  </a:cubicBezTo>
                  <a:cubicBezTo>
                    <a:pt x="215682" y="210934"/>
                    <a:pt x="210757" y="209896"/>
                    <a:pt x="205831" y="209354"/>
                  </a:cubicBezTo>
                  <a:cubicBezTo>
                    <a:pt x="205666" y="208600"/>
                    <a:pt x="205501" y="207846"/>
                    <a:pt x="205312" y="207092"/>
                  </a:cubicBezTo>
                  <a:cubicBezTo>
                    <a:pt x="207245" y="205395"/>
                    <a:pt x="209036" y="203486"/>
                    <a:pt x="211134" y="202025"/>
                  </a:cubicBezTo>
                  <a:cubicBezTo>
                    <a:pt x="220396" y="195543"/>
                    <a:pt x="231143" y="192904"/>
                    <a:pt x="242008" y="193304"/>
                  </a:cubicBezTo>
                  <a:cubicBezTo>
                    <a:pt x="263950" y="194106"/>
                    <a:pt x="286010" y="194954"/>
                    <a:pt x="307669" y="198089"/>
                  </a:cubicBezTo>
                  <a:cubicBezTo>
                    <a:pt x="321598" y="200116"/>
                    <a:pt x="335079" y="205796"/>
                    <a:pt x="348442" y="210721"/>
                  </a:cubicBezTo>
                  <a:cubicBezTo>
                    <a:pt x="354311" y="212890"/>
                    <a:pt x="359237" y="217344"/>
                    <a:pt x="358836" y="226536"/>
                  </a:cubicBezTo>
                  <a:cubicBezTo>
                    <a:pt x="349385" y="224556"/>
                    <a:pt x="340806" y="222765"/>
                    <a:pt x="332251" y="220974"/>
                  </a:cubicBezTo>
                  <a:cubicBezTo>
                    <a:pt x="331685" y="221704"/>
                    <a:pt x="331096" y="222411"/>
                    <a:pt x="330531" y="223142"/>
                  </a:cubicBezTo>
                  <a:cubicBezTo>
                    <a:pt x="333547" y="228633"/>
                    <a:pt x="336211" y="234337"/>
                    <a:pt x="339604" y="239569"/>
                  </a:cubicBezTo>
                  <a:cubicBezTo>
                    <a:pt x="356574" y="265682"/>
                    <a:pt x="374839" y="291018"/>
                    <a:pt x="390559" y="317863"/>
                  </a:cubicBezTo>
                  <a:cubicBezTo>
                    <a:pt x="411653" y="353875"/>
                    <a:pt x="430861" y="390971"/>
                    <a:pt x="438591" y="432758"/>
                  </a:cubicBezTo>
                  <a:cubicBezTo>
                    <a:pt x="445379" y="469524"/>
                    <a:pt x="450587" y="506456"/>
                    <a:pt x="450847" y="543906"/>
                  </a:cubicBezTo>
                  <a:cubicBezTo>
                    <a:pt x="450894" y="551754"/>
                    <a:pt x="449456" y="559626"/>
                    <a:pt x="448325" y="567427"/>
                  </a:cubicBezTo>
                  <a:cubicBezTo>
                    <a:pt x="448089" y="569077"/>
                    <a:pt x="446204" y="570491"/>
                    <a:pt x="445096" y="572022"/>
                  </a:cubicBezTo>
                  <a:cubicBezTo>
                    <a:pt x="443423" y="570797"/>
                    <a:pt x="440971" y="569901"/>
                    <a:pt x="440194" y="568252"/>
                  </a:cubicBezTo>
                  <a:cubicBezTo>
                    <a:pt x="438025" y="563609"/>
                    <a:pt x="436046" y="558730"/>
                    <a:pt x="434844" y="553757"/>
                  </a:cubicBezTo>
                  <a:cubicBezTo>
                    <a:pt x="429187" y="530236"/>
                    <a:pt x="429093" y="506220"/>
                    <a:pt x="428598" y="482180"/>
                  </a:cubicBezTo>
                  <a:cubicBezTo>
                    <a:pt x="428339" y="469406"/>
                    <a:pt x="426359" y="456609"/>
                    <a:pt x="424167" y="443976"/>
                  </a:cubicBezTo>
                  <a:cubicBezTo>
                    <a:pt x="422824" y="436222"/>
                    <a:pt x="417827" y="431367"/>
                    <a:pt x="409296" y="429482"/>
                  </a:cubicBezTo>
                  <a:cubicBezTo>
                    <a:pt x="403121" y="428115"/>
                    <a:pt x="396168" y="425357"/>
                    <a:pt x="391997" y="420926"/>
                  </a:cubicBezTo>
                  <a:cubicBezTo>
                    <a:pt x="385374" y="413880"/>
                    <a:pt x="380260" y="405207"/>
                    <a:pt x="375452" y="396698"/>
                  </a:cubicBezTo>
                  <a:cubicBezTo>
                    <a:pt x="370384" y="387695"/>
                    <a:pt x="366590" y="377985"/>
                    <a:pt x="361806" y="368794"/>
                  </a:cubicBezTo>
                  <a:cubicBezTo>
                    <a:pt x="360721" y="366720"/>
                    <a:pt x="357846" y="365588"/>
                    <a:pt x="355819" y="364009"/>
                  </a:cubicBezTo>
                  <a:cubicBezTo>
                    <a:pt x="354759" y="366272"/>
                    <a:pt x="352685" y="368558"/>
                    <a:pt x="352779" y="370750"/>
                  </a:cubicBezTo>
                  <a:cubicBezTo>
                    <a:pt x="353321" y="382298"/>
                    <a:pt x="354170" y="393870"/>
                    <a:pt x="355395" y="405372"/>
                  </a:cubicBezTo>
                  <a:cubicBezTo>
                    <a:pt x="358954" y="438532"/>
                    <a:pt x="362678" y="471645"/>
                    <a:pt x="366496" y="504782"/>
                  </a:cubicBezTo>
                  <a:cubicBezTo>
                    <a:pt x="367179" y="510651"/>
                    <a:pt x="368028" y="516614"/>
                    <a:pt x="369890" y="522152"/>
                  </a:cubicBezTo>
                  <a:cubicBezTo>
                    <a:pt x="370809" y="524886"/>
                    <a:pt x="374250" y="526795"/>
                    <a:pt x="376536" y="529081"/>
                  </a:cubicBezTo>
                  <a:cubicBezTo>
                    <a:pt x="378657" y="526889"/>
                    <a:pt x="382192" y="524980"/>
                    <a:pt x="382664" y="522482"/>
                  </a:cubicBezTo>
                  <a:cubicBezTo>
                    <a:pt x="384408" y="513361"/>
                    <a:pt x="385916" y="504052"/>
                    <a:pt x="386034" y="494789"/>
                  </a:cubicBezTo>
                  <a:cubicBezTo>
                    <a:pt x="386199" y="483689"/>
                    <a:pt x="384643" y="472565"/>
                    <a:pt x="384290" y="461464"/>
                  </a:cubicBezTo>
                  <a:cubicBezTo>
                    <a:pt x="384196" y="458400"/>
                    <a:pt x="385704" y="455265"/>
                    <a:pt x="386482" y="452178"/>
                  </a:cubicBezTo>
                  <a:cubicBezTo>
                    <a:pt x="387354" y="452060"/>
                    <a:pt x="388226" y="451942"/>
                    <a:pt x="389121" y="451824"/>
                  </a:cubicBezTo>
                  <a:cubicBezTo>
                    <a:pt x="390983" y="454771"/>
                    <a:pt x="393741" y="457504"/>
                    <a:pt x="394518" y="460733"/>
                  </a:cubicBezTo>
                  <a:cubicBezTo>
                    <a:pt x="396969" y="470797"/>
                    <a:pt x="399798" y="480955"/>
                    <a:pt x="400434" y="491207"/>
                  </a:cubicBezTo>
                  <a:cubicBezTo>
                    <a:pt x="402720" y="528256"/>
                    <a:pt x="405336" y="565353"/>
                    <a:pt x="405572" y="602426"/>
                  </a:cubicBezTo>
                  <a:cubicBezTo>
                    <a:pt x="405737" y="629553"/>
                    <a:pt x="402979" y="656750"/>
                    <a:pt x="400340" y="683783"/>
                  </a:cubicBezTo>
                  <a:cubicBezTo>
                    <a:pt x="399326" y="694177"/>
                    <a:pt x="394872" y="704217"/>
                    <a:pt x="392374" y="714516"/>
                  </a:cubicBezTo>
                  <a:cubicBezTo>
                    <a:pt x="391808" y="716849"/>
                    <a:pt x="392845" y="719560"/>
                    <a:pt x="393128" y="722105"/>
                  </a:cubicBezTo>
                  <a:cubicBezTo>
                    <a:pt x="395461" y="721704"/>
                    <a:pt x="397936" y="721657"/>
                    <a:pt x="400104" y="720809"/>
                  </a:cubicBezTo>
                  <a:cubicBezTo>
                    <a:pt x="404252" y="719159"/>
                    <a:pt x="408212" y="717062"/>
                    <a:pt x="412242" y="715129"/>
                  </a:cubicBezTo>
                  <a:cubicBezTo>
                    <a:pt x="411488" y="721516"/>
                    <a:pt x="408919" y="726277"/>
                    <a:pt x="407811" y="731367"/>
                  </a:cubicBezTo>
                  <a:cubicBezTo>
                    <a:pt x="407316" y="733724"/>
                    <a:pt x="409036" y="738108"/>
                    <a:pt x="410945" y="739004"/>
                  </a:cubicBezTo>
                  <a:cubicBezTo>
                    <a:pt x="412878" y="739899"/>
                    <a:pt x="417380" y="738438"/>
                    <a:pt x="418794" y="736529"/>
                  </a:cubicBezTo>
                  <a:cubicBezTo>
                    <a:pt x="421386" y="733112"/>
                    <a:pt x="423602" y="728704"/>
                    <a:pt x="424097" y="724485"/>
                  </a:cubicBezTo>
                  <a:cubicBezTo>
                    <a:pt x="425699" y="711028"/>
                    <a:pt x="426336" y="697453"/>
                    <a:pt x="427537" y="683925"/>
                  </a:cubicBezTo>
                  <a:cubicBezTo>
                    <a:pt x="429399" y="662784"/>
                    <a:pt x="430743" y="641572"/>
                    <a:pt x="433571" y="620550"/>
                  </a:cubicBezTo>
                  <a:cubicBezTo>
                    <a:pt x="435174" y="608600"/>
                    <a:pt x="442503" y="599857"/>
                    <a:pt x="454712" y="596180"/>
                  </a:cubicBezTo>
                  <a:cubicBezTo>
                    <a:pt x="457776" y="595261"/>
                    <a:pt x="460792" y="594177"/>
                    <a:pt x="463809" y="593069"/>
                  </a:cubicBezTo>
                  <a:cubicBezTo>
                    <a:pt x="472317" y="589958"/>
                    <a:pt x="477526" y="583877"/>
                    <a:pt x="477761" y="574851"/>
                  </a:cubicBezTo>
                  <a:cubicBezTo>
                    <a:pt x="478068" y="563019"/>
                    <a:pt x="478139" y="551094"/>
                    <a:pt x="476960" y="539333"/>
                  </a:cubicBezTo>
                  <a:cubicBezTo>
                    <a:pt x="474839" y="518193"/>
                    <a:pt x="471940" y="497123"/>
                    <a:pt x="468923" y="476076"/>
                  </a:cubicBezTo>
                  <a:cubicBezTo>
                    <a:pt x="464186" y="443081"/>
                    <a:pt x="459802" y="409802"/>
                    <a:pt x="447759" y="378574"/>
                  </a:cubicBezTo>
                  <a:cubicBezTo>
                    <a:pt x="438992" y="355831"/>
                    <a:pt x="427090" y="334313"/>
                    <a:pt x="416720" y="312183"/>
                  </a:cubicBezTo>
                  <a:cubicBezTo>
                    <a:pt x="407339" y="292150"/>
                    <a:pt x="398101" y="272046"/>
                    <a:pt x="388815" y="251966"/>
                  </a:cubicBezTo>
                  <a:cubicBezTo>
                    <a:pt x="389357" y="251636"/>
                    <a:pt x="389875" y="251282"/>
                    <a:pt x="390418" y="250952"/>
                  </a:cubicBezTo>
                  <a:cubicBezTo>
                    <a:pt x="401188" y="265305"/>
                    <a:pt x="412925" y="279022"/>
                    <a:pt x="422494" y="294129"/>
                  </a:cubicBezTo>
                  <a:cubicBezTo>
                    <a:pt x="440005" y="321775"/>
                    <a:pt x="452096" y="352131"/>
                    <a:pt x="462984" y="382887"/>
                  </a:cubicBezTo>
                  <a:cubicBezTo>
                    <a:pt x="480707" y="433017"/>
                    <a:pt x="497252" y="483453"/>
                    <a:pt x="497488" y="537542"/>
                  </a:cubicBezTo>
                  <a:cubicBezTo>
                    <a:pt x="497512" y="543010"/>
                    <a:pt x="499609" y="548714"/>
                    <a:pt x="501825" y="553828"/>
                  </a:cubicBezTo>
                  <a:cubicBezTo>
                    <a:pt x="502744" y="555925"/>
                    <a:pt x="506868" y="558400"/>
                    <a:pt x="508942" y="557952"/>
                  </a:cubicBezTo>
                  <a:cubicBezTo>
                    <a:pt x="522305" y="555030"/>
                    <a:pt x="526147" y="556538"/>
                    <a:pt x="529824" y="569666"/>
                  </a:cubicBezTo>
                  <a:cubicBezTo>
                    <a:pt x="532652" y="579824"/>
                    <a:pt x="534679" y="590288"/>
                    <a:pt x="536187" y="600752"/>
                  </a:cubicBezTo>
                  <a:cubicBezTo>
                    <a:pt x="542951" y="647370"/>
                    <a:pt x="540901" y="693493"/>
                    <a:pt x="526901" y="738674"/>
                  </a:cubicBezTo>
                  <a:cubicBezTo>
                    <a:pt x="524238" y="747229"/>
                    <a:pt x="519477" y="755242"/>
                    <a:pt x="514881" y="763020"/>
                  </a:cubicBezTo>
                  <a:cubicBezTo>
                    <a:pt x="513609" y="765164"/>
                    <a:pt x="509154" y="767050"/>
                    <a:pt x="506774" y="766460"/>
                  </a:cubicBezTo>
                  <a:cubicBezTo>
                    <a:pt x="504511" y="765918"/>
                    <a:pt x="501707" y="762077"/>
                    <a:pt x="501542" y="759531"/>
                  </a:cubicBezTo>
                  <a:cubicBezTo>
                    <a:pt x="501165" y="753757"/>
                    <a:pt x="502084" y="747865"/>
                    <a:pt x="502791" y="742067"/>
                  </a:cubicBezTo>
                  <a:cubicBezTo>
                    <a:pt x="503545" y="735963"/>
                    <a:pt x="505666" y="729859"/>
                    <a:pt x="505266" y="723873"/>
                  </a:cubicBezTo>
                  <a:cubicBezTo>
                    <a:pt x="505030" y="720290"/>
                    <a:pt x="501306" y="714351"/>
                    <a:pt x="498714" y="714092"/>
                  </a:cubicBezTo>
                  <a:cubicBezTo>
                    <a:pt x="494566" y="713691"/>
                    <a:pt x="489711" y="716637"/>
                    <a:pt x="485845" y="719206"/>
                  </a:cubicBezTo>
                  <a:cubicBezTo>
                    <a:pt x="484031" y="720408"/>
                    <a:pt x="483583" y="723967"/>
                    <a:pt x="482970" y="726583"/>
                  </a:cubicBezTo>
                  <a:cubicBezTo>
                    <a:pt x="481037" y="734785"/>
                    <a:pt x="476724" y="738249"/>
                    <a:pt x="468546" y="740300"/>
                  </a:cubicBezTo>
                  <a:cubicBezTo>
                    <a:pt x="462772" y="741761"/>
                    <a:pt x="455914" y="743576"/>
                    <a:pt x="452237" y="747653"/>
                  </a:cubicBezTo>
                  <a:cubicBezTo>
                    <a:pt x="440854" y="760239"/>
                    <a:pt x="430814" y="774026"/>
                    <a:pt x="420161" y="787271"/>
                  </a:cubicBezTo>
                  <a:cubicBezTo>
                    <a:pt x="413208" y="795897"/>
                    <a:pt x="406232" y="804523"/>
                    <a:pt x="398855" y="812796"/>
                  </a:cubicBezTo>
                  <a:cubicBezTo>
                    <a:pt x="397394" y="814446"/>
                    <a:pt x="394141" y="814493"/>
                    <a:pt x="391737" y="815270"/>
                  </a:cubicBezTo>
                  <a:cubicBezTo>
                    <a:pt x="391266" y="812725"/>
                    <a:pt x="389781" y="809873"/>
                    <a:pt x="390488" y="807728"/>
                  </a:cubicBezTo>
                  <a:cubicBezTo>
                    <a:pt x="392869" y="800493"/>
                    <a:pt x="395768" y="793399"/>
                    <a:pt x="398973" y="786470"/>
                  </a:cubicBezTo>
                  <a:cubicBezTo>
                    <a:pt x="406138" y="771056"/>
                    <a:pt x="403757" y="756562"/>
                    <a:pt x="394848" y="742869"/>
                  </a:cubicBezTo>
                  <a:cubicBezTo>
                    <a:pt x="390865" y="736717"/>
                    <a:pt x="385657" y="731415"/>
                    <a:pt x="377266" y="732805"/>
                  </a:cubicBezTo>
                  <a:cubicBezTo>
                    <a:pt x="369112" y="734172"/>
                    <a:pt x="365200" y="740606"/>
                    <a:pt x="363243" y="747512"/>
                  </a:cubicBezTo>
                  <a:cubicBezTo>
                    <a:pt x="362088" y="751565"/>
                    <a:pt x="362819" y="756845"/>
                    <a:pt x="364681" y="760639"/>
                  </a:cubicBezTo>
                  <a:cubicBezTo>
                    <a:pt x="365294" y="761912"/>
                    <a:pt x="371964" y="760286"/>
                    <a:pt x="375829" y="759885"/>
                  </a:cubicBezTo>
                  <a:cubicBezTo>
                    <a:pt x="376536" y="759814"/>
                    <a:pt x="377196" y="759037"/>
                    <a:pt x="377856" y="759037"/>
                  </a:cubicBezTo>
                  <a:cubicBezTo>
                    <a:pt x="380637" y="759107"/>
                    <a:pt x="384290" y="758377"/>
                    <a:pt x="385987" y="759814"/>
                  </a:cubicBezTo>
                  <a:cubicBezTo>
                    <a:pt x="387731" y="761299"/>
                    <a:pt x="388579" y="765164"/>
                    <a:pt x="388155" y="767710"/>
                  </a:cubicBezTo>
                  <a:cubicBezTo>
                    <a:pt x="386717" y="776430"/>
                    <a:pt x="381744" y="783170"/>
                    <a:pt x="374203" y="787743"/>
                  </a:cubicBezTo>
                  <a:cubicBezTo>
                    <a:pt x="368358" y="791278"/>
                    <a:pt x="363408" y="788945"/>
                    <a:pt x="361994" y="782416"/>
                  </a:cubicBezTo>
                  <a:cubicBezTo>
                    <a:pt x="359661" y="771551"/>
                    <a:pt x="357446" y="770632"/>
                    <a:pt x="347995" y="776760"/>
                  </a:cubicBezTo>
                  <a:cubicBezTo>
                    <a:pt x="345709" y="778245"/>
                    <a:pt x="343517" y="779894"/>
                    <a:pt x="341537" y="781733"/>
                  </a:cubicBezTo>
                  <a:cubicBezTo>
                    <a:pt x="316484" y="805136"/>
                    <a:pt x="286599" y="807493"/>
                    <a:pt x="254806" y="801789"/>
                  </a:cubicBezTo>
                  <a:cubicBezTo>
                    <a:pt x="230389" y="797406"/>
                    <a:pt x="208471" y="786706"/>
                    <a:pt x="186788" y="775322"/>
                  </a:cubicBezTo>
                  <a:cubicBezTo>
                    <a:pt x="183017" y="773343"/>
                    <a:pt x="179057" y="771763"/>
                    <a:pt x="174603" y="769713"/>
                  </a:cubicBezTo>
                  <a:cubicBezTo>
                    <a:pt x="174886" y="771433"/>
                    <a:pt x="174815" y="772023"/>
                    <a:pt x="175074" y="772353"/>
                  </a:cubicBezTo>
                  <a:cubicBezTo>
                    <a:pt x="176253" y="773932"/>
                    <a:pt x="177549" y="775440"/>
                    <a:pt x="178775" y="776996"/>
                  </a:cubicBezTo>
                  <a:cubicBezTo>
                    <a:pt x="193599" y="795567"/>
                    <a:pt x="213726" y="806574"/>
                    <a:pt x="234820" y="816072"/>
                  </a:cubicBezTo>
                  <a:cubicBezTo>
                    <a:pt x="256927" y="826017"/>
                    <a:pt x="279435" y="834832"/>
                    <a:pt x="303828" y="837448"/>
                  </a:cubicBezTo>
                  <a:cubicBezTo>
                    <a:pt x="310710" y="838179"/>
                    <a:pt x="316767" y="837684"/>
                    <a:pt x="321009" y="830448"/>
                  </a:cubicBezTo>
                  <a:cubicBezTo>
                    <a:pt x="322871" y="827267"/>
                    <a:pt x="327396" y="824721"/>
                    <a:pt x="331190" y="823708"/>
                  </a:cubicBezTo>
                  <a:cubicBezTo>
                    <a:pt x="346345" y="819678"/>
                    <a:pt x="361240" y="820927"/>
                    <a:pt x="374792" y="829199"/>
                  </a:cubicBezTo>
                  <a:cubicBezTo>
                    <a:pt x="378798" y="831627"/>
                    <a:pt x="381792" y="835987"/>
                    <a:pt x="384667" y="839876"/>
                  </a:cubicBezTo>
                  <a:cubicBezTo>
                    <a:pt x="385680" y="841266"/>
                    <a:pt x="385657" y="844283"/>
                    <a:pt x="384808" y="845862"/>
                  </a:cubicBezTo>
                  <a:cubicBezTo>
                    <a:pt x="384266" y="846852"/>
                    <a:pt x="381202" y="847040"/>
                    <a:pt x="379458" y="846663"/>
                  </a:cubicBezTo>
                  <a:cubicBezTo>
                    <a:pt x="375852" y="845909"/>
                    <a:pt x="372388" y="844495"/>
                    <a:pt x="368829" y="843458"/>
                  </a:cubicBezTo>
                  <a:cubicBezTo>
                    <a:pt x="353792" y="839051"/>
                    <a:pt x="339699" y="840536"/>
                    <a:pt x="326288" y="849279"/>
                  </a:cubicBezTo>
                  <a:cubicBezTo>
                    <a:pt x="321645" y="852320"/>
                    <a:pt x="316154" y="854912"/>
                    <a:pt x="310733" y="855808"/>
                  </a:cubicBezTo>
                  <a:cubicBezTo>
                    <a:pt x="282546" y="860498"/>
                    <a:pt x="255042" y="857340"/>
                    <a:pt x="228551" y="846640"/>
                  </a:cubicBezTo>
                  <a:cubicBezTo>
                    <a:pt x="220420" y="843364"/>
                    <a:pt x="213114" y="838815"/>
                    <a:pt x="212548" y="828280"/>
                  </a:cubicBezTo>
                  <a:cubicBezTo>
                    <a:pt x="212336" y="824226"/>
                    <a:pt x="209955" y="822152"/>
                    <a:pt x="205265" y="824603"/>
                  </a:cubicBezTo>
                  <a:cubicBezTo>
                    <a:pt x="203286" y="825640"/>
                    <a:pt x="199986" y="825711"/>
                    <a:pt x="197936" y="824792"/>
                  </a:cubicBezTo>
                  <a:cubicBezTo>
                    <a:pt x="193717" y="822859"/>
                    <a:pt x="189475" y="820479"/>
                    <a:pt x="186010" y="817415"/>
                  </a:cubicBezTo>
                  <a:cubicBezTo>
                    <a:pt x="153722" y="788780"/>
                    <a:pt x="120467" y="761535"/>
                    <a:pt x="101871" y="720290"/>
                  </a:cubicBezTo>
                  <a:cubicBezTo>
                    <a:pt x="90794" y="695732"/>
                    <a:pt x="71138" y="676124"/>
                    <a:pt x="51530" y="657410"/>
                  </a:cubicBezTo>
                  <a:cubicBezTo>
                    <a:pt x="48489" y="654511"/>
                    <a:pt x="44483" y="652626"/>
                    <a:pt x="40924" y="650269"/>
                  </a:cubicBezTo>
                  <a:cubicBezTo>
                    <a:pt x="40358" y="650693"/>
                    <a:pt x="39793" y="651141"/>
                    <a:pt x="39203" y="651565"/>
                  </a:cubicBezTo>
                  <a:cubicBezTo>
                    <a:pt x="39604" y="654629"/>
                    <a:pt x="39368" y="657952"/>
                    <a:pt x="40523" y="660710"/>
                  </a:cubicBezTo>
                  <a:cubicBezTo>
                    <a:pt x="43564" y="667992"/>
                    <a:pt x="46722" y="675275"/>
                    <a:pt x="50658" y="682110"/>
                  </a:cubicBezTo>
                  <a:cubicBezTo>
                    <a:pt x="75286" y="724957"/>
                    <a:pt x="106891" y="762289"/>
                    <a:pt x="142244" y="796534"/>
                  </a:cubicBezTo>
                  <a:cubicBezTo>
                    <a:pt x="164681" y="818264"/>
                    <a:pt x="188249" y="838697"/>
                    <a:pt x="214999" y="855077"/>
                  </a:cubicBezTo>
                  <a:cubicBezTo>
                    <a:pt x="228362" y="863255"/>
                    <a:pt x="242268" y="870467"/>
                    <a:pt x="258294" y="871033"/>
                  </a:cubicBezTo>
                  <a:cubicBezTo>
                    <a:pt x="282004" y="871881"/>
                    <a:pt x="305737" y="872918"/>
                    <a:pt x="329423" y="872235"/>
                  </a:cubicBezTo>
                  <a:cubicBezTo>
                    <a:pt x="355442" y="871504"/>
                    <a:pt x="379105" y="863208"/>
                    <a:pt x="396852" y="842987"/>
                  </a:cubicBezTo>
                  <a:cubicBezTo>
                    <a:pt x="410380" y="827549"/>
                    <a:pt x="422989" y="811287"/>
                    <a:pt x="436258" y="795638"/>
                  </a:cubicBezTo>
                  <a:cubicBezTo>
                    <a:pt x="443611" y="786965"/>
                    <a:pt x="451365" y="778622"/>
                    <a:pt x="459284" y="770467"/>
                  </a:cubicBezTo>
                  <a:cubicBezTo>
                    <a:pt x="460839" y="768864"/>
                    <a:pt x="464328" y="767969"/>
                    <a:pt x="466449" y="768534"/>
                  </a:cubicBezTo>
                  <a:cubicBezTo>
                    <a:pt x="467816" y="768912"/>
                    <a:pt x="469277" y="772730"/>
                    <a:pt x="468947" y="774733"/>
                  </a:cubicBezTo>
                  <a:cubicBezTo>
                    <a:pt x="467792" y="781921"/>
                    <a:pt x="467179" y="789652"/>
                    <a:pt x="464045" y="796039"/>
                  </a:cubicBezTo>
                  <a:cubicBezTo>
                    <a:pt x="446557" y="831627"/>
                    <a:pt x="419807" y="859649"/>
                    <a:pt x="389239" y="884160"/>
                  </a:cubicBezTo>
                  <a:cubicBezTo>
                    <a:pt x="378987" y="892386"/>
                    <a:pt x="366425" y="896439"/>
                    <a:pt x="353321" y="896227"/>
                  </a:cubicBezTo>
                  <a:cubicBezTo>
                    <a:pt x="327632" y="895779"/>
                    <a:pt x="301872" y="895426"/>
                    <a:pt x="276300" y="893211"/>
                  </a:cubicBezTo>
                  <a:cubicBezTo>
                    <a:pt x="239392" y="890005"/>
                    <a:pt x="204912" y="878363"/>
                    <a:pt x="173448" y="858447"/>
                  </a:cubicBezTo>
                  <a:cubicBezTo>
                    <a:pt x="138049" y="836034"/>
                    <a:pt x="110592" y="805725"/>
                    <a:pt x="87990" y="770891"/>
                  </a:cubicBezTo>
                  <a:cubicBezTo>
                    <a:pt x="71704" y="745815"/>
                    <a:pt x="56620" y="719960"/>
                    <a:pt x="40382" y="694860"/>
                  </a:cubicBezTo>
                  <a:cubicBezTo>
                    <a:pt x="35338" y="687083"/>
                    <a:pt x="29423" y="678716"/>
                    <a:pt x="21787" y="674120"/>
                  </a:cubicBezTo>
                  <a:cubicBezTo>
                    <a:pt x="14716" y="669854"/>
                    <a:pt x="13443" y="666720"/>
                    <a:pt x="17026" y="660521"/>
                  </a:cubicBezTo>
                  <a:cubicBezTo>
                    <a:pt x="25227" y="646286"/>
                    <a:pt x="12383" y="617934"/>
                    <a:pt x="599" y="608954"/>
                  </a:cubicBezTo>
                  <a:cubicBezTo>
                    <a:pt x="363" y="611216"/>
                    <a:pt x="-132" y="613102"/>
                    <a:pt x="33" y="614917"/>
                  </a:cubicBezTo>
                  <a:cubicBezTo>
                    <a:pt x="2013" y="636647"/>
                    <a:pt x="5831" y="658023"/>
                    <a:pt x="13703" y="678433"/>
                  </a:cubicBezTo>
                  <a:cubicBezTo>
                    <a:pt x="49738" y="771669"/>
                    <a:pt x="111794" y="842916"/>
                    <a:pt x="197276" y="893918"/>
                  </a:cubicBezTo>
                  <a:cubicBezTo>
                    <a:pt x="248277" y="924344"/>
                    <a:pt x="303286" y="929859"/>
                    <a:pt x="360439" y="916991"/>
                  </a:cubicBezTo>
                  <a:cubicBezTo>
                    <a:pt x="395249" y="909143"/>
                    <a:pt x="425346" y="893423"/>
                    <a:pt x="444954" y="861794"/>
                  </a:cubicBezTo>
                  <a:cubicBezTo>
                    <a:pt x="457493" y="841572"/>
                    <a:pt x="472411" y="825499"/>
                    <a:pt x="499044" y="824556"/>
                  </a:cubicBezTo>
                  <a:cubicBezTo>
                    <a:pt x="513727" y="824038"/>
                    <a:pt x="524262" y="808907"/>
                    <a:pt x="522588" y="794083"/>
                  </a:cubicBezTo>
                  <a:cubicBezTo>
                    <a:pt x="519595" y="795850"/>
                    <a:pt x="516790" y="797194"/>
                    <a:pt x="514339" y="799008"/>
                  </a:cubicBezTo>
                  <a:cubicBezTo>
                    <a:pt x="507575" y="804005"/>
                    <a:pt x="501094" y="809425"/>
                    <a:pt x="494188" y="814210"/>
                  </a:cubicBezTo>
                  <a:cubicBezTo>
                    <a:pt x="487236" y="819041"/>
                    <a:pt x="484596" y="817863"/>
                    <a:pt x="483559" y="809661"/>
                  </a:cubicBezTo>
                  <a:cubicBezTo>
                    <a:pt x="483017" y="805277"/>
                    <a:pt x="482829" y="800729"/>
                    <a:pt x="483371" y="796369"/>
                  </a:cubicBezTo>
                  <a:cubicBezTo>
                    <a:pt x="484690" y="785621"/>
                    <a:pt x="489663" y="781827"/>
                    <a:pt x="500411" y="783005"/>
                  </a:cubicBezTo>
                  <a:cubicBezTo>
                    <a:pt x="505053" y="783524"/>
                    <a:pt x="509696" y="784278"/>
                    <a:pt x="514292" y="785244"/>
                  </a:cubicBezTo>
                  <a:cubicBezTo>
                    <a:pt x="529894" y="788520"/>
                    <a:pt x="535622" y="784867"/>
                    <a:pt x="536706" y="768864"/>
                  </a:cubicBezTo>
                  <a:cubicBezTo>
                    <a:pt x="537955" y="750175"/>
                    <a:pt x="545426" y="734526"/>
                    <a:pt x="557823" y="721045"/>
                  </a:cubicBezTo>
                  <a:cubicBezTo>
                    <a:pt x="570173" y="707611"/>
                    <a:pt x="575381" y="691608"/>
                    <a:pt x="576135" y="673743"/>
                  </a:cubicBezTo>
                  <a:cubicBezTo>
                    <a:pt x="577314" y="645225"/>
                    <a:pt x="568806" y="619112"/>
                    <a:pt x="555961" y="594247"/>
                  </a:cubicBezTo>
                  <a:cubicBezTo>
                    <a:pt x="544365" y="571763"/>
                    <a:pt x="534160" y="548784"/>
                    <a:pt x="529447" y="523825"/>
                  </a:cubicBezTo>
                  <a:cubicBezTo>
                    <a:pt x="527679" y="514445"/>
                    <a:pt x="527443" y="504735"/>
                    <a:pt x="527137" y="495143"/>
                  </a:cubicBezTo>
                  <a:cubicBezTo>
                    <a:pt x="527066" y="493092"/>
                    <a:pt x="529447" y="489651"/>
                    <a:pt x="531309" y="489180"/>
                  </a:cubicBezTo>
                  <a:cubicBezTo>
                    <a:pt x="533241" y="488685"/>
                    <a:pt x="536329" y="490524"/>
                    <a:pt x="538073" y="492220"/>
                  </a:cubicBezTo>
                  <a:cubicBezTo>
                    <a:pt x="539934" y="494035"/>
                    <a:pt x="541254" y="496722"/>
                    <a:pt x="541985" y="499267"/>
                  </a:cubicBezTo>
                  <a:cubicBezTo>
                    <a:pt x="546039" y="513220"/>
                    <a:pt x="550470" y="527078"/>
                    <a:pt x="553604" y="541242"/>
                  </a:cubicBezTo>
                  <a:cubicBezTo>
                    <a:pt x="558223" y="562195"/>
                    <a:pt x="561429" y="583524"/>
                    <a:pt x="571705" y="602756"/>
                  </a:cubicBezTo>
                  <a:cubicBezTo>
                    <a:pt x="573637" y="606385"/>
                    <a:pt x="576300" y="609850"/>
                    <a:pt x="579341" y="612583"/>
                  </a:cubicBezTo>
                  <a:cubicBezTo>
                    <a:pt x="581038" y="614115"/>
                    <a:pt x="584997" y="615270"/>
                    <a:pt x="586458" y="614328"/>
                  </a:cubicBezTo>
                  <a:cubicBezTo>
                    <a:pt x="588155" y="613243"/>
                    <a:pt x="588933" y="609637"/>
                    <a:pt x="588886" y="607116"/>
                  </a:cubicBezTo>
                  <a:cubicBezTo>
                    <a:pt x="588839" y="603463"/>
                    <a:pt x="587825" y="599810"/>
                    <a:pt x="587047" y="596204"/>
                  </a:cubicBezTo>
                  <a:cubicBezTo>
                    <a:pt x="580778" y="567026"/>
                    <a:pt x="574533" y="537825"/>
                    <a:pt x="568169" y="508671"/>
                  </a:cubicBezTo>
                  <a:cubicBezTo>
                    <a:pt x="562890" y="484561"/>
                    <a:pt x="557752" y="460356"/>
                    <a:pt x="544695" y="438885"/>
                  </a:cubicBezTo>
                  <a:cubicBezTo>
                    <a:pt x="541796" y="434125"/>
                    <a:pt x="538568" y="427973"/>
                    <a:pt x="531709" y="430448"/>
                  </a:cubicBezTo>
                  <a:cubicBezTo>
                    <a:pt x="524238" y="433135"/>
                    <a:pt x="526948" y="440323"/>
                    <a:pt x="527184" y="446003"/>
                  </a:cubicBezTo>
                  <a:cubicBezTo>
                    <a:pt x="527278" y="448148"/>
                    <a:pt x="528339" y="450269"/>
                    <a:pt x="528928" y="452414"/>
                  </a:cubicBezTo>
                  <a:cubicBezTo>
                    <a:pt x="529329" y="453828"/>
                    <a:pt x="530177" y="455407"/>
                    <a:pt x="529894" y="456703"/>
                  </a:cubicBezTo>
                  <a:cubicBezTo>
                    <a:pt x="528952" y="460969"/>
                    <a:pt x="528857" y="466979"/>
                    <a:pt x="526076" y="468935"/>
                  </a:cubicBezTo>
                  <a:cubicBezTo>
                    <a:pt x="521410" y="472211"/>
                    <a:pt x="517262" y="467403"/>
                    <a:pt x="514716" y="463514"/>
                  </a:cubicBezTo>
                  <a:cubicBezTo>
                    <a:pt x="511346" y="458400"/>
                    <a:pt x="508117" y="452979"/>
                    <a:pt x="506091" y="447229"/>
                  </a:cubicBezTo>
                  <a:cubicBezTo>
                    <a:pt x="499326" y="428162"/>
                    <a:pt x="493623" y="408742"/>
                    <a:pt x="486647" y="389769"/>
                  </a:cubicBezTo>
                  <a:cubicBezTo>
                    <a:pt x="470950" y="347017"/>
                    <a:pt x="452591" y="305489"/>
                    <a:pt x="426406" y="267922"/>
                  </a:cubicBezTo>
                  <a:cubicBezTo>
                    <a:pt x="418864" y="257104"/>
                    <a:pt x="410309" y="247653"/>
                    <a:pt x="397276" y="242515"/>
                  </a:cubicBezTo>
                  <a:cubicBezTo>
                    <a:pt x="384950" y="237683"/>
                    <a:pt x="380448" y="220314"/>
                    <a:pt x="387212" y="208836"/>
                  </a:cubicBezTo>
                  <a:cubicBezTo>
                    <a:pt x="392986" y="199031"/>
                    <a:pt x="402555" y="197759"/>
                    <a:pt x="410262" y="205866"/>
                  </a:cubicBezTo>
                  <a:cubicBezTo>
                    <a:pt x="412972" y="208742"/>
                    <a:pt x="415565" y="211758"/>
                    <a:pt x="417874" y="214964"/>
                  </a:cubicBezTo>
                  <a:cubicBezTo>
                    <a:pt x="444530" y="252013"/>
                    <a:pt x="466755" y="291631"/>
                    <a:pt x="485539" y="333158"/>
                  </a:cubicBezTo>
                  <a:cubicBezTo>
                    <a:pt x="490064" y="343175"/>
                    <a:pt x="494212" y="353804"/>
                    <a:pt x="495956" y="364575"/>
                  </a:cubicBezTo>
                  <a:cubicBezTo>
                    <a:pt x="499185" y="384443"/>
                    <a:pt x="509932" y="398466"/>
                    <a:pt x="525746" y="409496"/>
                  </a:cubicBezTo>
                  <a:cubicBezTo>
                    <a:pt x="527514" y="410745"/>
                    <a:pt x="529800" y="411264"/>
                    <a:pt x="533548" y="412866"/>
                  </a:cubicBezTo>
                  <a:cubicBezTo>
                    <a:pt x="532181" y="407634"/>
                    <a:pt x="531521" y="404311"/>
                    <a:pt x="530436" y="401153"/>
                  </a:cubicBezTo>
                  <a:cubicBezTo>
                    <a:pt x="513043" y="350033"/>
                    <a:pt x="490606" y="301176"/>
                    <a:pt x="463927" y="254323"/>
                  </a:cubicBezTo>
                  <a:cubicBezTo>
                    <a:pt x="456008" y="240394"/>
                    <a:pt x="448089" y="225781"/>
                    <a:pt x="437177" y="214398"/>
                  </a:cubicBezTo>
                  <a:cubicBezTo>
                    <a:pt x="407528" y="183476"/>
                    <a:pt x="376324" y="154016"/>
                    <a:pt x="341513" y="128798"/>
                  </a:cubicBezTo>
                  <a:cubicBezTo>
                    <a:pt x="328080" y="119064"/>
                    <a:pt x="313444" y="111876"/>
                    <a:pt x="296192" y="113149"/>
                  </a:cubicBezTo>
                  <a:cubicBezTo>
                    <a:pt x="283371" y="114092"/>
                    <a:pt x="270620" y="116637"/>
                    <a:pt x="257799" y="116755"/>
                  </a:cubicBezTo>
                  <a:cubicBezTo>
                    <a:pt x="242268" y="116896"/>
                    <a:pt x="229682" y="123071"/>
                    <a:pt x="217709" y="131886"/>
                  </a:cubicBezTo>
                  <a:cubicBezTo>
                    <a:pt x="188909" y="153073"/>
                    <a:pt x="162135" y="176571"/>
                    <a:pt x="137837" y="202802"/>
                  </a:cubicBezTo>
                  <a:cubicBezTo>
                    <a:pt x="133830" y="207139"/>
                    <a:pt x="130200" y="211923"/>
                    <a:pt x="127042" y="216920"/>
                  </a:cubicBezTo>
                  <a:cubicBezTo>
                    <a:pt x="125675" y="219088"/>
                    <a:pt x="125746" y="222270"/>
                    <a:pt x="125463" y="225027"/>
                  </a:cubicBezTo>
                  <a:cubicBezTo>
                    <a:pt x="125086" y="228822"/>
                    <a:pt x="126005" y="233088"/>
                    <a:pt x="124568" y="236340"/>
                  </a:cubicBezTo>
                  <a:cubicBezTo>
                    <a:pt x="121999" y="242138"/>
                    <a:pt x="117992" y="247323"/>
                    <a:pt x="114740" y="252838"/>
                  </a:cubicBezTo>
                  <a:cubicBezTo>
                    <a:pt x="112218" y="257104"/>
                    <a:pt x="107363" y="261629"/>
                    <a:pt x="111699" y="266272"/>
                  </a:cubicBezTo>
                  <a:cubicBezTo>
                    <a:pt x="112713" y="267356"/>
                    <a:pt x="121409" y="263679"/>
                    <a:pt x="124143" y="260238"/>
                  </a:cubicBezTo>
                  <a:cubicBezTo>
                    <a:pt x="133641" y="248266"/>
                    <a:pt x="142503" y="235727"/>
                    <a:pt x="150846" y="222906"/>
                  </a:cubicBezTo>
                  <a:cubicBezTo>
                    <a:pt x="161169" y="206998"/>
                    <a:pt x="172859" y="192432"/>
                    <a:pt x="187542" y="180365"/>
                  </a:cubicBezTo>
                  <a:cubicBezTo>
                    <a:pt x="215093" y="157716"/>
                    <a:pt x="247240" y="145767"/>
                    <a:pt x="282098" y="141171"/>
                  </a:cubicBezTo>
                  <a:cubicBezTo>
                    <a:pt x="295414" y="139404"/>
                    <a:pt x="309366" y="138697"/>
                    <a:pt x="322565" y="140606"/>
                  </a:cubicBezTo>
                  <a:cubicBezTo>
                    <a:pt x="341537" y="143340"/>
                    <a:pt x="353840" y="157716"/>
                    <a:pt x="365742" y="171410"/>
                  </a:cubicBezTo>
                  <a:cubicBezTo>
                    <a:pt x="370714" y="177113"/>
                    <a:pt x="374957" y="183641"/>
                    <a:pt x="378445" y="190382"/>
                  </a:cubicBezTo>
                  <a:cubicBezTo>
                    <a:pt x="381579" y="196415"/>
                    <a:pt x="378728" y="200163"/>
                    <a:pt x="371964" y="199361"/>
                  </a:cubicBezTo>
                  <a:cubicBezTo>
                    <a:pt x="366920" y="198749"/>
                    <a:pt x="361688" y="197405"/>
                    <a:pt x="357163" y="195119"/>
                  </a:cubicBezTo>
                  <a:cubicBezTo>
                    <a:pt x="346368" y="189698"/>
                    <a:pt x="335881" y="183594"/>
                    <a:pt x="325346" y="177679"/>
                  </a:cubicBezTo>
                  <a:cubicBezTo>
                    <a:pt x="304417" y="165895"/>
                    <a:pt x="281980" y="162548"/>
                    <a:pt x="258695" y="167049"/>
                  </a:cubicBezTo>
                  <a:cubicBezTo>
                    <a:pt x="214127" y="175699"/>
                    <a:pt x="186953" y="205230"/>
                    <a:pt x="168711" y="244589"/>
                  </a:cubicBezTo>
                  <a:cubicBezTo>
                    <a:pt x="167014" y="248242"/>
                    <a:pt x="168334" y="253191"/>
                    <a:pt x="167415" y="257339"/>
                  </a:cubicBezTo>
                  <a:cubicBezTo>
                    <a:pt x="166543" y="261252"/>
                    <a:pt x="165671" y="266696"/>
                    <a:pt x="162913" y="268393"/>
                  </a:cubicBezTo>
                  <a:cubicBezTo>
                    <a:pt x="155348" y="273012"/>
                    <a:pt x="150611" y="279564"/>
                    <a:pt x="148372" y="287389"/>
                  </a:cubicBezTo>
                  <a:cubicBezTo>
                    <a:pt x="144153" y="302048"/>
                    <a:pt x="140406" y="316920"/>
                    <a:pt x="137954" y="331956"/>
                  </a:cubicBezTo>
                  <a:cubicBezTo>
                    <a:pt x="136658" y="339781"/>
                    <a:pt x="137695" y="348289"/>
                    <a:pt x="139180" y="356185"/>
                  </a:cubicBezTo>
                  <a:cubicBezTo>
                    <a:pt x="140476" y="363043"/>
                    <a:pt x="146203" y="364575"/>
                    <a:pt x="150469" y="359131"/>
                  </a:cubicBezTo>
                  <a:cubicBezTo>
                    <a:pt x="154217" y="354323"/>
                    <a:pt x="156668" y="348077"/>
                    <a:pt x="158247" y="342091"/>
                  </a:cubicBezTo>
                  <a:cubicBezTo>
                    <a:pt x="160368" y="334054"/>
                    <a:pt x="160627" y="325522"/>
                    <a:pt x="162583" y="317415"/>
                  </a:cubicBezTo>
                  <a:cubicBezTo>
                    <a:pt x="163809" y="312277"/>
                    <a:pt x="166849" y="307328"/>
                    <a:pt x="173472" y="308695"/>
                  </a:cubicBezTo>
                  <a:cubicBezTo>
                    <a:pt x="179835" y="310014"/>
                    <a:pt x="180542" y="315482"/>
                    <a:pt x="180754" y="320903"/>
                  </a:cubicBezTo>
                  <a:cubicBezTo>
                    <a:pt x="181202" y="333535"/>
                    <a:pt x="176159" y="344471"/>
                    <a:pt x="170267" y="355171"/>
                  </a:cubicBezTo>
                  <a:cubicBezTo>
                    <a:pt x="162866" y="368605"/>
                    <a:pt x="163667" y="373696"/>
                    <a:pt x="174957" y="384184"/>
                  </a:cubicBezTo>
                  <a:cubicBezTo>
                    <a:pt x="180377" y="389227"/>
                    <a:pt x="182286" y="395072"/>
                    <a:pt x="179552" y="402237"/>
                  </a:cubicBezTo>
                  <a:cubicBezTo>
                    <a:pt x="177879" y="406621"/>
                    <a:pt x="173684" y="411923"/>
                    <a:pt x="180142" y="415152"/>
                  </a:cubicBezTo>
                  <a:cubicBezTo>
                    <a:pt x="186835" y="418499"/>
                    <a:pt x="188815" y="411782"/>
                    <a:pt x="191596" y="407705"/>
                  </a:cubicBezTo>
                  <a:cubicBezTo>
                    <a:pt x="192680" y="406102"/>
                    <a:pt x="193505" y="404217"/>
                    <a:pt x="194023" y="402331"/>
                  </a:cubicBezTo>
                  <a:cubicBezTo>
                    <a:pt x="197559" y="389510"/>
                    <a:pt x="200929" y="376665"/>
                    <a:pt x="204464" y="363844"/>
                  </a:cubicBezTo>
                  <a:cubicBezTo>
                    <a:pt x="208306" y="349845"/>
                    <a:pt x="211864" y="335751"/>
                    <a:pt x="216319" y="321963"/>
                  </a:cubicBezTo>
                  <a:cubicBezTo>
                    <a:pt x="218581" y="314940"/>
                    <a:pt x="222235" y="308459"/>
                    <a:pt x="231190" y="307045"/>
                  </a:cubicBezTo>
                  <a:cubicBezTo>
                    <a:pt x="232934" y="306762"/>
                    <a:pt x="234679" y="301883"/>
                    <a:pt x="235056" y="298937"/>
                  </a:cubicBezTo>
                  <a:cubicBezTo>
                    <a:pt x="235315" y="296840"/>
                    <a:pt x="233264" y="294459"/>
                    <a:pt x="232322" y="292173"/>
                  </a:cubicBezTo>
                  <a:cubicBezTo>
                    <a:pt x="228999" y="283971"/>
                    <a:pt x="231261" y="280837"/>
                    <a:pt x="239769" y="281897"/>
                  </a:cubicBezTo>
                  <a:cubicBezTo>
                    <a:pt x="255489" y="283877"/>
                    <a:pt x="266048" y="293988"/>
                    <a:pt x="275357" y="305442"/>
                  </a:cubicBezTo>
                  <a:cubicBezTo>
                    <a:pt x="292963" y="327078"/>
                    <a:pt x="303498" y="352343"/>
                    <a:pt x="310851" y="378951"/>
                  </a:cubicBezTo>
                  <a:cubicBezTo>
                    <a:pt x="321528" y="417533"/>
                    <a:pt x="324921" y="456515"/>
                    <a:pt x="317639" y="496321"/>
                  </a:cubicBezTo>
                  <a:cubicBezTo>
                    <a:pt x="312831" y="522529"/>
                    <a:pt x="308966" y="548949"/>
                    <a:pt x="305831" y="575416"/>
                  </a:cubicBezTo>
                  <a:cubicBezTo>
                    <a:pt x="304016" y="590783"/>
                    <a:pt x="300740" y="597948"/>
                    <a:pt x="285751" y="601719"/>
                  </a:cubicBezTo>
                  <a:cubicBezTo>
                    <a:pt x="252850" y="610038"/>
                    <a:pt x="222140" y="607233"/>
                    <a:pt x="196474" y="581662"/>
                  </a:cubicBezTo>
                  <a:cubicBezTo>
                    <a:pt x="186458" y="571693"/>
                    <a:pt x="174391" y="567167"/>
                    <a:pt x="159920" y="571669"/>
                  </a:cubicBezTo>
                  <a:cubicBezTo>
                    <a:pt x="156785" y="572659"/>
                    <a:pt x="151553" y="572847"/>
                    <a:pt x="149880" y="571009"/>
                  </a:cubicBezTo>
                  <a:cubicBezTo>
                    <a:pt x="148136" y="569100"/>
                    <a:pt x="149385" y="564316"/>
                    <a:pt x="149550" y="560804"/>
                  </a:cubicBezTo>
                  <a:cubicBezTo>
                    <a:pt x="149880" y="553569"/>
                    <a:pt x="151553" y="546168"/>
                    <a:pt x="150446" y="539192"/>
                  </a:cubicBezTo>
                  <a:cubicBezTo>
                    <a:pt x="149456" y="532970"/>
                    <a:pt x="144648" y="528068"/>
                    <a:pt x="137177" y="528681"/>
                  </a:cubicBezTo>
                  <a:cubicBezTo>
                    <a:pt x="129894" y="529270"/>
                    <a:pt x="125652" y="534360"/>
                    <a:pt x="125322" y="540865"/>
                  </a:cubicBezTo>
                  <a:cubicBezTo>
                    <a:pt x="124968" y="547582"/>
                    <a:pt x="125840" y="554794"/>
                    <a:pt x="128079" y="561110"/>
                  </a:cubicBezTo>
                  <a:cubicBezTo>
                    <a:pt x="138402" y="590052"/>
                    <a:pt x="155018" y="615082"/>
                    <a:pt x="178185" y="635280"/>
                  </a:cubicBezTo>
                  <a:cubicBezTo>
                    <a:pt x="185327" y="641502"/>
                    <a:pt x="194212" y="645838"/>
                    <a:pt x="202649" y="650387"/>
                  </a:cubicBezTo>
                  <a:cubicBezTo>
                    <a:pt x="205242" y="651777"/>
                    <a:pt x="209036" y="650976"/>
                    <a:pt x="212289" y="651188"/>
                  </a:cubicBezTo>
                  <a:cubicBezTo>
                    <a:pt x="211181" y="647959"/>
                    <a:pt x="210992" y="643717"/>
                    <a:pt x="208777" y="641643"/>
                  </a:cubicBezTo>
                  <a:cubicBezTo>
                    <a:pt x="200717" y="634054"/>
                    <a:pt x="191666" y="627502"/>
                    <a:pt x="183606" y="619913"/>
                  </a:cubicBezTo>
                  <a:cubicBezTo>
                    <a:pt x="175781" y="612536"/>
                    <a:pt x="168287" y="604665"/>
                    <a:pt x="161570" y="596274"/>
                  </a:cubicBezTo>
                  <a:cubicBezTo>
                    <a:pt x="159684" y="593941"/>
                    <a:pt x="161028" y="589039"/>
                    <a:pt x="160886" y="585291"/>
                  </a:cubicBezTo>
                  <a:cubicBezTo>
                    <a:pt x="164304" y="585786"/>
                    <a:pt x="168357" y="585268"/>
                    <a:pt x="170997" y="586965"/>
                  </a:cubicBezTo>
                  <a:cubicBezTo>
                    <a:pt x="178233" y="591631"/>
                    <a:pt x="184455" y="597995"/>
                    <a:pt x="191879" y="602308"/>
                  </a:cubicBezTo>
                  <a:cubicBezTo>
                    <a:pt x="202225" y="608294"/>
                    <a:pt x="212854" y="614445"/>
                    <a:pt x="224167" y="617863"/>
                  </a:cubicBezTo>
                  <a:cubicBezTo>
                    <a:pt x="234891" y="621115"/>
                    <a:pt x="238968" y="625075"/>
                    <a:pt x="236163" y="636081"/>
                  </a:cubicBezTo>
                  <a:cubicBezTo>
                    <a:pt x="234702" y="641785"/>
                    <a:pt x="233052" y="647535"/>
                    <a:pt x="232605" y="653357"/>
                  </a:cubicBezTo>
                  <a:cubicBezTo>
                    <a:pt x="231827" y="663302"/>
                    <a:pt x="237530" y="668275"/>
                    <a:pt x="246887" y="664716"/>
                  </a:cubicBezTo>
                  <a:cubicBezTo>
                    <a:pt x="256432" y="661063"/>
                    <a:pt x="266095" y="656468"/>
                    <a:pt x="274014" y="650128"/>
                  </a:cubicBezTo>
                  <a:cubicBezTo>
                    <a:pt x="285963" y="640583"/>
                    <a:pt x="296215" y="628963"/>
                    <a:pt x="307575" y="618641"/>
                  </a:cubicBezTo>
                  <a:cubicBezTo>
                    <a:pt x="315282" y="611641"/>
                    <a:pt x="322470" y="603675"/>
                    <a:pt x="334113" y="600116"/>
                  </a:cubicBezTo>
                  <a:cubicBezTo>
                    <a:pt x="334113" y="603486"/>
                    <a:pt x="334467" y="605867"/>
                    <a:pt x="334066" y="608105"/>
                  </a:cubicBezTo>
                  <a:cubicBezTo>
                    <a:pt x="329140" y="635515"/>
                    <a:pt x="317026" y="659555"/>
                    <a:pt x="298761" y="680366"/>
                  </a:cubicBezTo>
                  <a:cubicBezTo>
                    <a:pt x="295815" y="683736"/>
                    <a:pt x="290582" y="686305"/>
                    <a:pt x="286104" y="686894"/>
                  </a:cubicBezTo>
                  <a:cubicBezTo>
                    <a:pt x="265034" y="689699"/>
                    <a:pt x="243894" y="692103"/>
                    <a:pt x="222706" y="693823"/>
                  </a:cubicBezTo>
                  <a:cubicBezTo>
                    <a:pt x="209767" y="694860"/>
                    <a:pt x="197111" y="692008"/>
                    <a:pt x="187778" y="682393"/>
                  </a:cubicBezTo>
                  <a:cubicBezTo>
                    <a:pt x="175404" y="669642"/>
                    <a:pt x="162913" y="656750"/>
                    <a:pt x="152472" y="642468"/>
                  </a:cubicBezTo>
                  <a:cubicBezTo>
                    <a:pt x="129800" y="611476"/>
                    <a:pt x="105006" y="581615"/>
                    <a:pt x="94777" y="543128"/>
                  </a:cubicBezTo>
                  <a:cubicBezTo>
                    <a:pt x="92303" y="533748"/>
                    <a:pt x="85986" y="525475"/>
                    <a:pt x="82357" y="516307"/>
                  </a:cubicBezTo>
                  <a:cubicBezTo>
                    <a:pt x="69559" y="484160"/>
                    <a:pt x="65953" y="450128"/>
                    <a:pt x="65105" y="416071"/>
                  </a:cubicBezTo>
                  <a:cubicBezTo>
                    <a:pt x="64351" y="386187"/>
                    <a:pt x="65906" y="356185"/>
                    <a:pt x="67792" y="326324"/>
                  </a:cubicBezTo>
                  <a:cubicBezTo>
                    <a:pt x="70149" y="288897"/>
                    <a:pt x="79882" y="253356"/>
                    <a:pt x="99043" y="220761"/>
                  </a:cubicBezTo>
                  <a:cubicBezTo>
                    <a:pt x="136870" y="156420"/>
                    <a:pt x="188697" y="110438"/>
                    <a:pt x="264304" y="96957"/>
                  </a:cubicBezTo>
                  <a:cubicBezTo>
                    <a:pt x="303168" y="90028"/>
                    <a:pt x="339840" y="95001"/>
                    <a:pt x="372364" y="120502"/>
                  </a:cubicBezTo>
                  <a:cubicBezTo>
                    <a:pt x="419666" y="157575"/>
                    <a:pt x="458223" y="202143"/>
                    <a:pt x="485586" y="255407"/>
                  </a:cubicBezTo>
                  <a:cubicBezTo>
                    <a:pt x="521716" y="325711"/>
                    <a:pt x="551577" y="398867"/>
                    <a:pt x="576866" y="473790"/>
                  </a:cubicBezTo>
                  <a:cubicBezTo>
                    <a:pt x="583795" y="494318"/>
                    <a:pt x="590300" y="514964"/>
                    <a:pt x="591502" y="537047"/>
                  </a:cubicBezTo>
                  <a:cubicBezTo>
                    <a:pt x="592162" y="549303"/>
                    <a:pt x="596145" y="561110"/>
                    <a:pt x="603498" y="571622"/>
                  </a:cubicBezTo>
                  <a:cubicBezTo>
                    <a:pt x="607952" y="578009"/>
                    <a:pt x="612218" y="584985"/>
                    <a:pt x="614528" y="592338"/>
                  </a:cubicBezTo>
                  <a:cubicBezTo>
                    <a:pt x="626265" y="629741"/>
                    <a:pt x="629659" y="668346"/>
                    <a:pt x="628858" y="707328"/>
                  </a:cubicBezTo>
                  <a:cubicBezTo>
                    <a:pt x="628693" y="715883"/>
                    <a:pt x="626925" y="724509"/>
                    <a:pt x="624851" y="732852"/>
                  </a:cubicBezTo>
                  <a:cubicBezTo>
                    <a:pt x="624144" y="735657"/>
                    <a:pt x="619053" y="740088"/>
                    <a:pt x="617945" y="739569"/>
                  </a:cubicBezTo>
                  <a:cubicBezTo>
                    <a:pt x="614387" y="737872"/>
                    <a:pt x="610380" y="734738"/>
                    <a:pt x="609178" y="731226"/>
                  </a:cubicBezTo>
                  <a:cubicBezTo>
                    <a:pt x="607858" y="727384"/>
                    <a:pt x="609272" y="722506"/>
                    <a:pt x="609862" y="718122"/>
                  </a:cubicBezTo>
                  <a:cubicBezTo>
                    <a:pt x="610828" y="711052"/>
                    <a:pt x="612996" y="704028"/>
                    <a:pt x="612925" y="697005"/>
                  </a:cubicBezTo>
                  <a:cubicBezTo>
                    <a:pt x="612878" y="693493"/>
                    <a:pt x="609461" y="687648"/>
                    <a:pt x="606798" y="687153"/>
                  </a:cubicBezTo>
                  <a:cubicBezTo>
                    <a:pt x="603757" y="686588"/>
                    <a:pt x="598077" y="690052"/>
                    <a:pt x="596640" y="693163"/>
                  </a:cubicBezTo>
                  <a:cubicBezTo>
                    <a:pt x="593647" y="699739"/>
                    <a:pt x="591903" y="707139"/>
                    <a:pt x="591054" y="714375"/>
                  </a:cubicBezTo>
                  <a:cubicBezTo>
                    <a:pt x="587896" y="741360"/>
                    <a:pt x="585256" y="768417"/>
                    <a:pt x="582522" y="795473"/>
                  </a:cubicBezTo>
                  <a:cubicBezTo>
                    <a:pt x="581132" y="809213"/>
                    <a:pt x="579458" y="822977"/>
                    <a:pt x="579011" y="836741"/>
                  </a:cubicBezTo>
                  <a:cubicBezTo>
                    <a:pt x="578775" y="844189"/>
                    <a:pt x="581910" y="845508"/>
                    <a:pt x="588414" y="842586"/>
                  </a:cubicBezTo>
                  <a:cubicBezTo>
                    <a:pt x="599232" y="837731"/>
                    <a:pt x="601353" y="839051"/>
                    <a:pt x="601542" y="850788"/>
                  </a:cubicBezTo>
                  <a:cubicBezTo>
                    <a:pt x="601565" y="852273"/>
                    <a:pt x="601542" y="853757"/>
                    <a:pt x="601448" y="855242"/>
                  </a:cubicBezTo>
                  <a:cubicBezTo>
                    <a:pt x="599091" y="895025"/>
                    <a:pt x="587542" y="932357"/>
                    <a:pt x="570668" y="968134"/>
                  </a:cubicBezTo>
                  <a:cubicBezTo>
                    <a:pt x="561594" y="987366"/>
                    <a:pt x="551931" y="1006385"/>
                    <a:pt x="533877" y="1019395"/>
                  </a:cubicBezTo>
                  <a:cubicBezTo>
                    <a:pt x="529211" y="1022742"/>
                    <a:pt x="527420" y="1027927"/>
                    <a:pt x="529517" y="1033960"/>
                  </a:cubicBezTo>
                  <a:cubicBezTo>
                    <a:pt x="531803" y="1040536"/>
                    <a:pt x="536446" y="1044307"/>
                    <a:pt x="543140" y="1044754"/>
                  </a:cubicBezTo>
                  <a:cubicBezTo>
                    <a:pt x="547523" y="1045061"/>
                    <a:pt x="551978" y="1043977"/>
                    <a:pt x="557281" y="1043435"/>
                  </a:cubicBezTo>
                  <a:cubicBezTo>
                    <a:pt x="555230" y="1045956"/>
                    <a:pt x="553934" y="1048078"/>
                    <a:pt x="552143" y="1049680"/>
                  </a:cubicBezTo>
                  <a:cubicBezTo>
                    <a:pt x="535409" y="1064764"/>
                    <a:pt x="519029" y="1080248"/>
                    <a:pt x="501683" y="1094578"/>
                  </a:cubicBezTo>
                  <a:cubicBezTo>
                    <a:pt x="492044" y="1102544"/>
                    <a:pt x="480825" y="1108648"/>
                    <a:pt x="470125" y="1115271"/>
                  </a:cubicBezTo>
                  <a:cubicBezTo>
                    <a:pt x="467745" y="1116732"/>
                    <a:pt x="464563" y="1116897"/>
                    <a:pt x="459590" y="1118264"/>
                  </a:cubicBezTo>
                  <a:cubicBezTo>
                    <a:pt x="461546" y="1114139"/>
                    <a:pt x="462018" y="1111830"/>
                    <a:pt x="463408" y="1110463"/>
                  </a:cubicBezTo>
                  <a:cubicBezTo>
                    <a:pt x="469183" y="1104712"/>
                    <a:pt x="475240" y="1099244"/>
                    <a:pt x="481155" y="1093635"/>
                  </a:cubicBezTo>
                  <a:cubicBezTo>
                    <a:pt x="493340" y="1082087"/>
                    <a:pt x="505878" y="1070868"/>
                    <a:pt x="517474" y="1058777"/>
                  </a:cubicBezTo>
                  <a:cubicBezTo>
                    <a:pt x="520538" y="1055596"/>
                    <a:pt x="520797" y="1049704"/>
                    <a:pt x="522353" y="1045061"/>
                  </a:cubicBezTo>
                  <a:cubicBezTo>
                    <a:pt x="517875" y="1046451"/>
                    <a:pt x="512595" y="1046758"/>
                    <a:pt x="509060" y="1049397"/>
                  </a:cubicBezTo>
                  <a:cubicBezTo>
                    <a:pt x="498596" y="1057269"/>
                    <a:pt x="488768" y="1065989"/>
                    <a:pt x="478775" y="1074497"/>
                  </a:cubicBezTo>
                  <a:cubicBezTo>
                    <a:pt x="465011" y="1086235"/>
                    <a:pt x="451153" y="1097830"/>
                    <a:pt x="433430" y="1103298"/>
                  </a:cubicBezTo>
                  <a:cubicBezTo>
                    <a:pt x="424851" y="1105938"/>
                    <a:pt x="419524" y="1104311"/>
                    <a:pt x="416743" y="1098514"/>
                  </a:cubicBezTo>
                  <a:cubicBezTo>
                    <a:pt x="413868" y="1092551"/>
                    <a:pt x="415824" y="1087908"/>
                    <a:pt x="423554" y="1082699"/>
                  </a:cubicBezTo>
                  <a:cubicBezTo>
                    <a:pt x="425393" y="1081474"/>
                    <a:pt x="427325" y="1080248"/>
                    <a:pt x="429376" y="1079470"/>
                  </a:cubicBezTo>
                  <a:cubicBezTo>
                    <a:pt x="437908" y="1076265"/>
                    <a:pt x="446722" y="1073743"/>
                    <a:pt x="455018" y="1070043"/>
                  </a:cubicBezTo>
                  <a:cubicBezTo>
                    <a:pt x="463291" y="1066366"/>
                    <a:pt x="471374" y="1062101"/>
                    <a:pt x="478916" y="1057104"/>
                  </a:cubicBezTo>
                  <a:cubicBezTo>
                    <a:pt x="483465" y="1054087"/>
                    <a:pt x="484101" y="1044896"/>
                    <a:pt x="480990" y="1040866"/>
                  </a:cubicBezTo>
                  <a:cubicBezTo>
                    <a:pt x="477361" y="1036199"/>
                    <a:pt x="473024" y="1039004"/>
                    <a:pt x="468947" y="1040276"/>
                  </a:cubicBezTo>
                  <a:cubicBezTo>
                    <a:pt x="467533" y="1040724"/>
                    <a:pt x="466072" y="1041125"/>
                    <a:pt x="464822" y="1041879"/>
                  </a:cubicBezTo>
                  <a:cubicBezTo>
                    <a:pt x="447217" y="1052367"/>
                    <a:pt x="429093" y="1062124"/>
                    <a:pt x="412195" y="1073649"/>
                  </a:cubicBezTo>
                  <a:cubicBezTo>
                    <a:pt x="394212" y="1085905"/>
                    <a:pt x="395414" y="1097759"/>
                    <a:pt x="414316" y="1109025"/>
                  </a:cubicBezTo>
                  <a:cubicBezTo>
                    <a:pt x="423130" y="1114281"/>
                    <a:pt x="432345" y="1118052"/>
                    <a:pt x="442928" y="1118028"/>
                  </a:cubicBezTo>
                  <a:cubicBezTo>
                    <a:pt x="445826" y="1118028"/>
                    <a:pt x="450092" y="1119136"/>
                    <a:pt x="451271" y="1121186"/>
                  </a:cubicBezTo>
                  <a:cubicBezTo>
                    <a:pt x="452308" y="1122977"/>
                    <a:pt x="450517" y="1127149"/>
                    <a:pt x="448914" y="1129576"/>
                  </a:cubicBezTo>
                  <a:cubicBezTo>
                    <a:pt x="445096" y="1135351"/>
                    <a:pt x="440594" y="1140654"/>
                    <a:pt x="436517" y="1146263"/>
                  </a:cubicBezTo>
                  <a:cubicBezTo>
                    <a:pt x="435079" y="1148243"/>
                    <a:pt x="434160" y="1150576"/>
                    <a:pt x="432157" y="1154323"/>
                  </a:cubicBezTo>
                  <a:cubicBezTo>
                    <a:pt x="436682" y="1153498"/>
                    <a:pt x="439487" y="1153522"/>
                    <a:pt x="441820" y="1152485"/>
                  </a:cubicBezTo>
                  <a:cubicBezTo>
                    <a:pt x="453321" y="1147465"/>
                    <a:pt x="465223" y="1143058"/>
                    <a:pt x="476065" y="1136835"/>
                  </a:cubicBezTo>
                  <a:cubicBezTo>
                    <a:pt x="513727" y="1115247"/>
                    <a:pt x="548867" y="1090076"/>
                    <a:pt x="581415" y="1061229"/>
                  </a:cubicBezTo>
                  <a:cubicBezTo>
                    <a:pt x="591313" y="1052438"/>
                    <a:pt x="592327" y="1042727"/>
                    <a:pt x="588721" y="1031179"/>
                  </a:cubicBezTo>
                  <a:cubicBezTo>
                    <a:pt x="586364" y="1023684"/>
                    <a:pt x="580637" y="1017722"/>
                    <a:pt x="572152" y="1020903"/>
                  </a:cubicBezTo>
                  <a:cubicBezTo>
                    <a:pt x="570809" y="1021422"/>
                    <a:pt x="568994" y="1020715"/>
                    <a:pt x="566048" y="1020432"/>
                  </a:cubicBezTo>
                  <a:cubicBezTo>
                    <a:pt x="568216" y="1016378"/>
                    <a:pt x="569913" y="1013173"/>
                    <a:pt x="571634" y="1010015"/>
                  </a:cubicBezTo>
                  <a:cubicBezTo>
                    <a:pt x="575523" y="1002874"/>
                    <a:pt x="580142" y="996015"/>
                    <a:pt x="583206" y="988544"/>
                  </a:cubicBezTo>
                  <a:cubicBezTo>
                    <a:pt x="603310" y="939546"/>
                    <a:pt x="617498" y="888756"/>
                    <a:pt x="627821" y="836859"/>
                  </a:cubicBezTo>
                  <a:cubicBezTo>
                    <a:pt x="630625" y="822812"/>
                    <a:pt x="633359" y="808553"/>
                    <a:pt x="629329" y="794271"/>
                  </a:cubicBezTo>
                  <a:cubicBezTo>
                    <a:pt x="627326" y="787177"/>
                    <a:pt x="624191" y="781096"/>
                    <a:pt x="615306" y="780059"/>
                  </a:cubicBezTo>
                  <a:cubicBezTo>
                    <a:pt x="608518" y="779258"/>
                    <a:pt x="603687" y="772400"/>
                    <a:pt x="604323" y="766296"/>
                  </a:cubicBezTo>
                  <a:cubicBezTo>
                    <a:pt x="604936" y="760356"/>
                    <a:pt x="610168" y="756043"/>
                    <a:pt x="617922" y="756633"/>
                  </a:cubicBezTo>
                  <a:cubicBezTo>
                    <a:pt x="625134" y="757175"/>
                    <a:pt x="628386" y="753687"/>
                    <a:pt x="630319" y="747700"/>
                  </a:cubicBezTo>
                  <a:cubicBezTo>
                    <a:pt x="631144" y="745131"/>
                    <a:pt x="632086" y="742539"/>
                    <a:pt x="632558" y="739899"/>
                  </a:cubicBezTo>
                  <a:cubicBezTo>
                    <a:pt x="641679" y="688285"/>
                    <a:pt x="639463" y="636977"/>
                    <a:pt x="628127" y="585951"/>
                  </a:cubicBezTo>
                  <a:cubicBezTo>
                    <a:pt x="625770" y="575322"/>
                    <a:pt x="621457" y="565871"/>
                    <a:pt x="611629" y="559744"/>
                  </a:cubicBezTo>
                  <a:cubicBezTo>
                    <a:pt x="609249" y="558259"/>
                    <a:pt x="607175" y="555548"/>
                    <a:pt x="606114" y="552956"/>
                  </a:cubicBezTo>
                  <a:cubicBezTo>
                    <a:pt x="605219" y="550740"/>
                    <a:pt x="605030" y="547134"/>
                    <a:pt x="606303" y="545485"/>
                  </a:cubicBezTo>
                  <a:cubicBezTo>
                    <a:pt x="607505" y="543906"/>
                    <a:pt x="611441" y="542916"/>
                    <a:pt x="613350" y="543693"/>
                  </a:cubicBezTo>
                  <a:cubicBezTo>
                    <a:pt x="618982" y="545980"/>
                    <a:pt x="624709" y="548596"/>
                    <a:pt x="629541" y="552249"/>
                  </a:cubicBezTo>
                  <a:cubicBezTo>
                    <a:pt x="649857" y="567615"/>
                    <a:pt x="657045" y="589793"/>
                    <a:pt x="659096" y="613785"/>
                  </a:cubicBezTo>
                  <a:cubicBezTo>
                    <a:pt x="660910" y="634973"/>
                    <a:pt x="660816" y="656326"/>
                    <a:pt x="662466" y="677538"/>
                  </a:cubicBezTo>
                  <a:cubicBezTo>
                    <a:pt x="662961" y="683830"/>
                    <a:pt x="665341" y="690618"/>
                    <a:pt x="668806" y="695897"/>
                  </a:cubicBezTo>
                  <a:cubicBezTo>
                    <a:pt x="672765" y="701931"/>
                    <a:pt x="678634" y="700469"/>
                    <a:pt x="680778" y="693493"/>
                  </a:cubicBezTo>
                  <a:cubicBezTo>
                    <a:pt x="682145" y="689062"/>
                    <a:pt x="683229" y="684207"/>
                    <a:pt x="682876" y="679659"/>
                  </a:cubicBezTo>
                  <a:cubicBezTo>
                    <a:pt x="681203" y="658000"/>
                    <a:pt x="680142" y="636199"/>
                    <a:pt x="676654" y="614799"/>
                  </a:cubicBezTo>
                  <a:cubicBezTo>
                    <a:pt x="671870" y="585456"/>
                    <a:pt x="659143" y="559861"/>
                    <a:pt x="635009" y="540983"/>
                  </a:cubicBezTo>
                  <a:cubicBezTo>
                    <a:pt x="630743" y="537660"/>
                    <a:pt x="626925" y="533630"/>
                    <a:pt x="623460" y="529435"/>
                  </a:cubicBezTo>
                  <a:cubicBezTo>
                    <a:pt x="614457" y="518523"/>
                    <a:pt x="606421" y="507281"/>
                    <a:pt x="604040" y="492574"/>
                  </a:cubicBezTo>
                  <a:cubicBezTo>
                    <a:pt x="601778" y="478527"/>
                    <a:pt x="599350" y="464174"/>
                    <a:pt x="594330" y="451000"/>
                  </a:cubicBezTo>
                  <a:cubicBezTo>
                    <a:pt x="587212" y="432357"/>
                    <a:pt x="577455" y="414752"/>
                    <a:pt x="569112" y="396581"/>
                  </a:cubicBezTo>
                  <a:cubicBezTo>
                    <a:pt x="556055" y="368087"/>
                    <a:pt x="542833" y="339593"/>
                    <a:pt x="535268" y="309001"/>
                  </a:cubicBezTo>
                  <a:cubicBezTo>
                    <a:pt x="532086" y="296156"/>
                    <a:pt x="529989" y="282864"/>
                    <a:pt x="536399" y="270561"/>
                  </a:cubicBezTo>
                  <a:cubicBezTo>
                    <a:pt x="539298" y="264999"/>
                    <a:pt x="544436" y="258188"/>
                    <a:pt x="549645" y="257104"/>
                  </a:cubicBezTo>
                  <a:cubicBezTo>
                    <a:pt x="553345" y="256326"/>
                    <a:pt x="560085" y="263373"/>
                    <a:pt x="563338" y="268322"/>
                  </a:cubicBezTo>
                  <a:cubicBezTo>
                    <a:pt x="579341" y="292668"/>
                    <a:pt x="589993" y="319442"/>
                    <a:pt x="596899" y="347700"/>
                  </a:cubicBezTo>
                  <a:cubicBezTo>
                    <a:pt x="597653" y="350787"/>
                    <a:pt x="597936" y="353993"/>
                    <a:pt x="598431" y="357151"/>
                  </a:cubicBezTo>
                  <a:cubicBezTo>
                    <a:pt x="597512" y="357575"/>
                    <a:pt x="596593" y="357999"/>
                    <a:pt x="595673" y="358447"/>
                  </a:cubicBezTo>
                  <a:cubicBezTo>
                    <a:pt x="577879" y="333535"/>
                    <a:pt x="560062" y="308647"/>
                    <a:pt x="542268" y="283736"/>
                  </a:cubicBezTo>
                  <a:cubicBezTo>
                    <a:pt x="542126" y="286753"/>
                    <a:pt x="542881" y="289274"/>
                    <a:pt x="543941" y="291655"/>
                  </a:cubicBezTo>
                  <a:cubicBezTo>
                    <a:pt x="561641" y="330802"/>
                    <a:pt x="579694" y="369783"/>
                    <a:pt x="596993" y="409095"/>
                  </a:cubicBezTo>
                  <a:cubicBezTo>
                    <a:pt x="606515" y="430731"/>
                    <a:pt x="615188" y="452649"/>
                    <a:pt x="618440" y="476524"/>
                  </a:cubicBezTo>
                  <a:cubicBezTo>
                    <a:pt x="620891" y="494389"/>
                    <a:pt x="631733" y="507658"/>
                    <a:pt x="647194" y="516779"/>
                  </a:cubicBezTo>
                  <a:cubicBezTo>
                    <a:pt x="649621" y="518216"/>
                    <a:pt x="653675" y="518782"/>
                    <a:pt x="656055" y="517674"/>
                  </a:cubicBezTo>
                  <a:cubicBezTo>
                    <a:pt x="657540" y="516991"/>
                    <a:pt x="658059" y="512324"/>
                    <a:pt x="657611" y="509708"/>
                  </a:cubicBezTo>
                  <a:cubicBezTo>
                    <a:pt x="656126" y="500917"/>
                    <a:pt x="650493" y="494766"/>
                    <a:pt x="643588" y="489534"/>
                  </a:cubicBezTo>
                  <a:cubicBezTo>
                    <a:pt x="635810" y="483618"/>
                    <a:pt x="632605" y="475982"/>
                    <a:pt x="634679" y="466107"/>
                  </a:cubicBezTo>
                  <a:cubicBezTo>
                    <a:pt x="635480" y="462289"/>
                    <a:pt x="635763" y="458117"/>
                    <a:pt x="635103" y="454323"/>
                  </a:cubicBezTo>
                  <a:cubicBezTo>
                    <a:pt x="632133" y="437047"/>
                    <a:pt x="629682" y="419607"/>
                    <a:pt x="625346" y="402661"/>
                  </a:cubicBezTo>
                  <a:cubicBezTo>
                    <a:pt x="614481" y="360120"/>
                    <a:pt x="602932" y="317768"/>
                    <a:pt x="591101" y="275487"/>
                  </a:cubicBezTo>
                  <a:cubicBezTo>
                    <a:pt x="588744" y="267097"/>
                    <a:pt x="585351" y="258353"/>
                    <a:pt x="580118" y="251518"/>
                  </a:cubicBezTo>
                  <a:cubicBezTo>
                    <a:pt x="562560" y="228539"/>
                    <a:pt x="543588" y="206620"/>
                    <a:pt x="525864" y="183759"/>
                  </a:cubicBezTo>
                  <a:cubicBezTo>
                    <a:pt x="515188" y="169972"/>
                    <a:pt x="505902" y="155124"/>
                    <a:pt x="495720" y="140936"/>
                  </a:cubicBezTo>
                  <a:cubicBezTo>
                    <a:pt x="493976" y="138485"/>
                    <a:pt x="491195" y="136010"/>
                    <a:pt x="488414" y="135256"/>
                  </a:cubicBezTo>
                  <a:cubicBezTo>
                    <a:pt x="482263" y="133583"/>
                    <a:pt x="475805" y="133205"/>
                    <a:pt x="469536" y="131933"/>
                  </a:cubicBezTo>
                  <a:cubicBezTo>
                    <a:pt x="464681" y="130966"/>
                    <a:pt x="458671" y="129859"/>
                    <a:pt x="460698" y="122953"/>
                  </a:cubicBezTo>
                  <a:cubicBezTo>
                    <a:pt x="462324" y="117344"/>
                    <a:pt x="460250" y="113385"/>
                    <a:pt x="456833" y="110344"/>
                  </a:cubicBezTo>
                  <a:cubicBezTo>
                    <a:pt x="448160" y="102661"/>
                    <a:pt x="439133" y="95402"/>
                    <a:pt x="429942" y="88355"/>
                  </a:cubicBezTo>
                  <a:cubicBezTo>
                    <a:pt x="420726" y="81308"/>
                    <a:pt x="410804" y="75133"/>
                    <a:pt x="401942" y="67709"/>
                  </a:cubicBezTo>
                  <a:cubicBezTo>
                    <a:pt x="398596" y="64905"/>
                    <a:pt x="397370" y="59602"/>
                    <a:pt x="395178" y="55430"/>
                  </a:cubicBezTo>
                  <a:cubicBezTo>
                    <a:pt x="400057" y="55077"/>
                    <a:pt x="405289" y="53427"/>
                    <a:pt x="409767" y="54582"/>
                  </a:cubicBezTo>
                  <a:cubicBezTo>
                    <a:pt x="428032" y="59272"/>
                    <a:pt x="443941" y="68652"/>
                    <a:pt x="457941" y="81261"/>
                  </a:cubicBezTo>
                  <a:cubicBezTo>
                    <a:pt x="501801" y="120785"/>
                    <a:pt x="538167" y="166790"/>
                    <a:pt x="572223" y="214681"/>
                  </a:cubicBezTo>
                  <a:cubicBezTo>
                    <a:pt x="591030" y="241101"/>
                    <a:pt x="608117" y="268416"/>
                    <a:pt x="616649" y="300422"/>
                  </a:cubicBezTo>
                  <a:cubicBezTo>
                    <a:pt x="619124" y="309684"/>
                    <a:pt x="624238" y="318947"/>
                    <a:pt x="630366" y="326347"/>
                  </a:cubicBezTo>
                  <a:cubicBezTo>
                    <a:pt x="636187" y="333370"/>
                    <a:pt x="640100" y="340582"/>
                    <a:pt x="641349" y="349232"/>
                  </a:cubicBezTo>
                  <a:cubicBezTo>
                    <a:pt x="642833" y="359484"/>
                    <a:pt x="643305" y="369878"/>
                    <a:pt x="644601" y="380153"/>
                  </a:cubicBezTo>
                  <a:cubicBezTo>
                    <a:pt x="646251" y="393092"/>
                    <a:pt x="647901" y="406055"/>
                    <a:pt x="650375" y="418829"/>
                  </a:cubicBezTo>
                  <a:cubicBezTo>
                    <a:pt x="651436" y="424368"/>
                    <a:pt x="654405" y="429058"/>
                    <a:pt x="661594" y="429906"/>
                  </a:cubicBezTo>
                  <a:cubicBezTo>
                    <a:pt x="666520" y="430472"/>
                    <a:pt x="669041" y="434148"/>
                    <a:pt x="666920" y="439852"/>
                  </a:cubicBezTo>
                  <a:cubicBezTo>
                    <a:pt x="665765" y="443010"/>
                    <a:pt x="664846" y="446687"/>
                    <a:pt x="665294" y="449915"/>
                  </a:cubicBezTo>
                  <a:cubicBezTo>
                    <a:pt x="668971" y="476524"/>
                    <a:pt x="671799" y="503368"/>
                    <a:pt x="677243" y="529623"/>
                  </a:cubicBezTo>
                  <a:cubicBezTo>
                    <a:pt x="683371" y="559272"/>
                    <a:pt x="691879" y="588450"/>
                    <a:pt x="699609" y="617769"/>
                  </a:cubicBezTo>
                  <a:cubicBezTo>
                    <a:pt x="700529" y="621233"/>
                    <a:pt x="702980" y="624273"/>
                    <a:pt x="704724" y="627526"/>
                  </a:cubicBezTo>
                  <a:cubicBezTo>
                    <a:pt x="707151" y="624792"/>
                    <a:pt x="708000" y="622765"/>
                    <a:pt x="708353" y="620644"/>
                  </a:cubicBezTo>
                  <a:cubicBezTo>
                    <a:pt x="711676" y="600092"/>
                    <a:pt x="710097" y="579635"/>
                    <a:pt x="705973" y="559437"/>
                  </a:cubicBezTo>
                  <a:cubicBezTo>
                    <a:pt x="702673" y="543269"/>
                    <a:pt x="697960" y="527408"/>
                    <a:pt x="694731" y="511216"/>
                  </a:cubicBezTo>
                  <a:cubicBezTo>
                    <a:pt x="693906" y="507021"/>
                    <a:pt x="696239" y="502213"/>
                    <a:pt x="697135" y="497665"/>
                  </a:cubicBezTo>
                  <a:cubicBezTo>
                    <a:pt x="700387" y="500658"/>
                    <a:pt x="705172" y="503038"/>
                    <a:pt x="706586" y="506738"/>
                  </a:cubicBezTo>
                  <a:cubicBezTo>
                    <a:pt x="712006" y="520714"/>
                    <a:pt x="717168" y="534903"/>
                    <a:pt x="720939" y="549373"/>
                  </a:cubicBezTo>
                  <a:cubicBezTo>
                    <a:pt x="731002" y="588143"/>
                    <a:pt x="738662" y="627266"/>
                    <a:pt x="740029" y="667592"/>
                  </a:cubicBezTo>
                  <a:cubicBezTo>
                    <a:pt x="740760" y="689487"/>
                    <a:pt x="743871" y="711382"/>
                    <a:pt x="747288" y="733064"/>
                  </a:cubicBezTo>
                  <a:cubicBezTo>
                    <a:pt x="748584" y="741243"/>
                    <a:pt x="751907" y="750717"/>
                    <a:pt x="757587" y="756208"/>
                  </a:cubicBezTo>
                  <a:cubicBezTo>
                    <a:pt x="765129" y="763491"/>
                    <a:pt x="767604" y="771598"/>
                    <a:pt x="767510" y="780578"/>
                  </a:cubicBezTo>
                  <a:cubicBezTo>
                    <a:pt x="767297" y="800587"/>
                    <a:pt x="766732" y="820667"/>
                    <a:pt x="764728" y="840559"/>
                  </a:cubicBezTo>
                  <a:cubicBezTo>
                    <a:pt x="760580" y="881733"/>
                    <a:pt x="751153" y="921775"/>
                    <a:pt x="735622" y="960262"/>
                  </a:cubicBezTo>
                  <a:cubicBezTo>
                    <a:pt x="732181" y="968794"/>
                    <a:pt x="729117" y="977491"/>
                    <a:pt x="725888" y="986117"/>
                  </a:cubicBezTo>
                  <a:cubicBezTo>
                    <a:pt x="735645" y="978221"/>
                    <a:pt x="744248" y="969713"/>
                    <a:pt x="752732" y="961087"/>
                  </a:cubicBezTo>
                  <a:cubicBezTo>
                    <a:pt x="761971" y="951707"/>
                    <a:pt x="768806" y="940701"/>
                    <a:pt x="771021" y="927738"/>
                  </a:cubicBezTo>
                  <a:cubicBezTo>
                    <a:pt x="774910" y="904900"/>
                    <a:pt x="778445" y="881968"/>
                    <a:pt x="780943" y="858942"/>
                  </a:cubicBezTo>
                  <a:cubicBezTo>
                    <a:pt x="783112" y="839027"/>
                    <a:pt x="784102" y="818947"/>
                    <a:pt x="784761" y="798914"/>
                  </a:cubicBezTo>
                  <a:cubicBezTo>
                    <a:pt x="785846" y="766484"/>
                    <a:pt x="786317" y="734031"/>
                    <a:pt x="786883" y="701577"/>
                  </a:cubicBezTo>
                  <a:cubicBezTo>
                    <a:pt x="786953" y="697901"/>
                    <a:pt x="785893" y="694224"/>
                    <a:pt x="785351" y="690547"/>
                  </a:cubicBezTo>
                  <a:cubicBezTo>
                    <a:pt x="777880" y="704193"/>
                    <a:pt x="778210" y="720149"/>
                    <a:pt x="769701" y="733583"/>
                  </a:cubicBezTo>
                  <a:cubicBezTo>
                    <a:pt x="762183" y="721775"/>
                    <a:pt x="753180" y="607233"/>
                    <a:pt x="759378" y="596298"/>
                  </a:cubicBezTo>
                  <a:cubicBezTo>
                    <a:pt x="769254" y="611429"/>
                    <a:pt x="778728" y="625923"/>
                    <a:pt x="788202" y="640418"/>
                  </a:cubicBezTo>
                  <a:cubicBezTo>
                    <a:pt x="789381" y="639970"/>
                    <a:pt x="790559" y="639546"/>
                    <a:pt x="791738" y="639098"/>
                  </a:cubicBezTo>
                  <a:cubicBezTo>
                    <a:pt x="788603" y="607941"/>
                    <a:pt x="785445" y="576807"/>
                    <a:pt x="782310" y="545650"/>
                  </a:cubicBezTo>
                  <a:cubicBezTo>
                    <a:pt x="783135" y="545438"/>
                    <a:pt x="783937" y="545225"/>
                    <a:pt x="784761" y="545013"/>
                  </a:cubicBezTo>
                  <a:cubicBezTo>
                    <a:pt x="785987" y="547512"/>
                    <a:pt x="787354" y="549939"/>
                    <a:pt x="788438" y="552508"/>
                  </a:cubicBezTo>
                  <a:cubicBezTo>
                    <a:pt x="792115" y="561134"/>
                    <a:pt x="795037" y="570161"/>
                    <a:pt x="799492" y="578362"/>
                  </a:cubicBezTo>
                  <a:cubicBezTo>
                    <a:pt x="804040" y="586753"/>
                    <a:pt x="809579" y="594742"/>
                    <a:pt x="815589" y="602190"/>
                  </a:cubicBezTo>
                  <a:cubicBezTo>
                    <a:pt x="819666" y="607233"/>
                    <a:pt x="825228" y="609897"/>
                    <a:pt x="832723" y="608270"/>
                  </a:cubicBezTo>
                  <a:cubicBezTo>
                    <a:pt x="835928" y="607587"/>
                    <a:pt x="841113" y="610038"/>
                    <a:pt x="843494" y="612748"/>
                  </a:cubicBezTo>
                  <a:cubicBezTo>
                    <a:pt x="852261" y="622694"/>
                    <a:pt x="845473" y="642350"/>
                    <a:pt x="832487" y="644896"/>
                  </a:cubicBezTo>
                  <a:cubicBezTo>
                    <a:pt x="826336" y="646121"/>
                    <a:pt x="822518" y="649232"/>
                    <a:pt x="820915" y="654888"/>
                  </a:cubicBezTo>
                  <a:cubicBezTo>
                    <a:pt x="817851" y="665801"/>
                    <a:pt x="814222" y="676642"/>
                    <a:pt x="812525" y="687790"/>
                  </a:cubicBezTo>
                  <a:cubicBezTo>
                    <a:pt x="807034" y="723896"/>
                    <a:pt x="805808" y="760333"/>
                    <a:pt x="809697" y="796628"/>
                  </a:cubicBezTo>
                  <a:cubicBezTo>
                    <a:pt x="811394" y="812466"/>
                    <a:pt x="809932" y="830495"/>
                    <a:pt x="828009" y="841549"/>
                  </a:cubicBezTo>
                  <a:cubicBezTo>
                    <a:pt x="822659" y="841148"/>
                    <a:pt x="818723" y="840606"/>
                    <a:pt x="814787" y="840630"/>
                  </a:cubicBezTo>
                  <a:cubicBezTo>
                    <a:pt x="810144" y="840653"/>
                    <a:pt x="805289" y="840418"/>
                    <a:pt x="800953" y="841690"/>
                  </a:cubicBezTo>
                  <a:cubicBezTo>
                    <a:pt x="798054" y="842539"/>
                    <a:pt x="794236" y="845626"/>
                    <a:pt x="793835" y="848172"/>
                  </a:cubicBezTo>
                  <a:cubicBezTo>
                    <a:pt x="793364" y="851165"/>
                    <a:pt x="795626" y="855101"/>
                    <a:pt x="797724" y="857811"/>
                  </a:cubicBezTo>
                  <a:cubicBezTo>
                    <a:pt x="799185" y="859696"/>
                    <a:pt x="802320" y="860592"/>
                    <a:pt x="804889" y="861252"/>
                  </a:cubicBezTo>
                  <a:cubicBezTo>
                    <a:pt x="818935" y="864881"/>
                    <a:pt x="826194" y="889251"/>
                    <a:pt x="815777" y="901436"/>
                  </a:cubicBezTo>
                  <a:cubicBezTo>
                    <a:pt x="809084" y="893211"/>
                    <a:pt x="802461" y="885127"/>
                    <a:pt x="795862" y="877043"/>
                  </a:cubicBezTo>
                  <a:cubicBezTo>
                    <a:pt x="795367" y="881049"/>
                    <a:pt x="796121" y="884349"/>
                    <a:pt x="797300" y="887483"/>
                  </a:cubicBezTo>
                  <a:cubicBezTo>
                    <a:pt x="802414" y="901059"/>
                    <a:pt x="801354" y="914587"/>
                    <a:pt x="794660" y="926913"/>
                  </a:cubicBezTo>
                  <a:cubicBezTo>
                    <a:pt x="786317" y="942256"/>
                    <a:pt x="776395" y="956751"/>
                    <a:pt x="767392" y="971764"/>
                  </a:cubicBezTo>
                  <a:cubicBezTo>
                    <a:pt x="761830" y="981049"/>
                    <a:pt x="755961" y="990241"/>
                    <a:pt x="751554" y="1000092"/>
                  </a:cubicBezTo>
                  <a:cubicBezTo>
                    <a:pt x="747854" y="1008341"/>
                    <a:pt x="750045" y="1011924"/>
                    <a:pt x="757776" y="1016567"/>
                  </a:cubicBezTo>
                  <a:cubicBezTo>
                    <a:pt x="760958" y="1018476"/>
                    <a:pt x="763856" y="1020833"/>
                    <a:pt x="767910" y="1023708"/>
                  </a:cubicBezTo>
                  <a:cubicBezTo>
                    <a:pt x="764021" y="1026395"/>
                    <a:pt x="761806" y="1028351"/>
                    <a:pt x="759261" y="1029624"/>
                  </a:cubicBezTo>
                  <a:cubicBezTo>
                    <a:pt x="746934" y="1035775"/>
                    <a:pt x="740312" y="1045414"/>
                    <a:pt x="739228" y="1059343"/>
                  </a:cubicBezTo>
                  <a:cubicBezTo>
                    <a:pt x="738379" y="1070420"/>
                    <a:pt x="729235" y="1077962"/>
                    <a:pt x="717757" y="1077514"/>
                  </a:cubicBezTo>
                  <a:cubicBezTo>
                    <a:pt x="711276" y="1077255"/>
                    <a:pt x="702343" y="1078151"/>
                    <a:pt x="700694" y="1070585"/>
                  </a:cubicBezTo>
                  <a:cubicBezTo>
                    <a:pt x="699727" y="1066107"/>
                    <a:pt x="704370" y="1059225"/>
                    <a:pt x="708306" y="1055171"/>
                  </a:cubicBezTo>
                  <a:cubicBezTo>
                    <a:pt x="715494" y="1047771"/>
                    <a:pt x="724168" y="1041785"/>
                    <a:pt x="731992" y="1034974"/>
                  </a:cubicBezTo>
                  <a:cubicBezTo>
                    <a:pt x="740712" y="1027408"/>
                    <a:pt x="741137" y="1022482"/>
                    <a:pt x="733713" y="1013597"/>
                  </a:cubicBezTo>
                  <a:cubicBezTo>
                    <a:pt x="728952" y="1007894"/>
                    <a:pt x="723908" y="1002402"/>
                    <a:pt x="718558" y="997241"/>
                  </a:cubicBezTo>
                  <a:cubicBezTo>
                    <a:pt x="706185" y="985315"/>
                    <a:pt x="704394" y="972023"/>
                    <a:pt x="712148" y="956915"/>
                  </a:cubicBezTo>
                  <a:cubicBezTo>
                    <a:pt x="724144" y="933559"/>
                    <a:pt x="733359" y="909213"/>
                    <a:pt x="738898" y="883430"/>
                  </a:cubicBezTo>
                  <a:cubicBezTo>
                    <a:pt x="745662" y="851966"/>
                    <a:pt x="751460" y="820385"/>
                    <a:pt x="751200" y="788049"/>
                  </a:cubicBezTo>
                  <a:cubicBezTo>
                    <a:pt x="751153" y="782463"/>
                    <a:pt x="750163" y="776689"/>
                    <a:pt x="748490" y="771339"/>
                  </a:cubicBezTo>
                  <a:cubicBezTo>
                    <a:pt x="746817" y="765966"/>
                    <a:pt x="743140" y="765612"/>
                    <a:pt x="740053" y="770349"/>
                  </a:cubicBezTo>
                  <a:cubicBezTo>
                    <a:pt x="737813" y="773790"/>
                    <a:pt x="735810" y="777820"/>
                    <a:pt x="735150" y="781827"/>
                  </a:cubicBezTo>
                  <a:cubicBezTo>
                    <a:pt x="733218" y="793493"/>
                    <a:pt x="731332" y="805230"/>
                    <a:pt x="730649" y="817014"/>
                  </a:cubicBezTo>
                  <a:cubicBezTo>
                    <a:pt x="728952" y="846757"/>
                    <a:pt x="725487" y="876289"/>
                    <a:pt x="714552" y="904099"/>
                  </a:cubicBezTo>
                  <a:cubicBezTo>
                    <a:pt x="701000" y="938532"/>
                    <a:pt x="685846" y="972329"/>
                    <a:pt x="671492" y="1006432"/>
                  </a:cubicBezTo>
                  <a:cubicBezTo>
                    <a:pt x="667910" y="1014941"/>
                    <a:pt x="664776" y="1023614"/>
                    <a:pt x="661452" y="1032216"/>
                  </a:cubicBezTo>
                  <a:cubicBezTo>
                    <a:pt x="662136" y="1032640"/>
                    <a:pt x="662819" y="1033064"/>
                    <a:pt x="663526" y="1033489"/>
                  </a:cubicBezTo>
                  <a:cubicBezTo>
                    <a:pt x="666449" y="1030283"/>
                    <a:pt x="669206" y="1026937"/>
                    <a:pt x="672341" y="1023944"/>
                  </a:cubicBezTo>
                  <a:cubicBezTo>
                    <a:pt x="680331" y="1016307"/>
                    <a:pt x="688179" y="1008483"/>
                    <a:pt x="696734" y="1001507"/>
                  </a:cubicBezTo>
                  <a:cubicBezTo>
                    <a:pt x="698926" y="999715"/>
                    <a:pt x="704606" y="999362"/>
                    <a:pt x="706656" y="1000964"/>
                  </a:cubicBezTo>
                  <a:cubicBezTo>
                    <a:pt x="708683" y="1002567"/>
                    <a:pt x="709037" y="1007564"/>
                    <a:pt x="708518" y="1010816"/>
                  </a:cubicBezTo>
                  <a:cubicBezTo>
                    <a:pt x="707882" y="1014823"/>
                    <a:pt x="706232" y="1019018"/>
                    <a:pt x="703922" y="1022388"/>
                  </a:cubicBezTo>
                  <a:cubicBezTo>
                    <a:pt x="698596" y="1030118"/>
                    <a:pt x="692374" y="1037212"/>
                    <a:pt x="686953" y="1044849"/>
                  </a:cubicBezTo>
                  <a:cubicBezTo>
                    <a:pt x="678964" y="1056114"/>
                    <a:pt x="671186" y="1067545"/>
                    <a:pt x="663762" y="1079188"/>
                  </a:cubicBezTo>
                  <a:cubicBezTo>
                    <a:pt x="662419" y="1081309"/>
                    <a:pt x="663149" y="1084773"/>
                    <a:pt x="662914" y="1087601"/>
                  </a:cubicBezTo>
                  <a:cubicBezTo>
                    <a:pt x="665671" y="1087814"/>
                    <a:pt x="668546" y="1088662"/>
                    <a:pt x="671162" y="1088120"/>
                  </a:cubicBezTo>
                  <a:cubicBezTo>
                    <a:pt x="676465" y="1087036"/>
                    <a:pt x="681509" y="1084726"/>
                    <a:pt x="686835" y="1083831"/>
                  </a:cubicBezTo>
                  <a:cubicBezTo>
                    <a:pt x="689970" y="1083312"/>
                    <a:pt x="695367" y="1083501"/>
                    <a:pt x="696263" y="1085198"/>
                  </a:cubicBezTo>
                  <a:cubicBezTo>
                    <a:pt x="697583" y="1087743"/>
                    <a:pt x="696899" y="1092574"/>
                    <a:pt x="695202" y="1095214"/>
                  </a:cubicBezTo>
                  <a:cubicBezTo>
                    <a:pt x="688744" y="1105136"/>
                    <a:pt x="681674" y="1114681"/>
                    <a:pt x="674533" y="1124132"/>
                  </a:cubicBezTo>
                  <a:cubicBezTo>
                    <a:pt x="669607" y="1130684"/>
                    <a:pt x="664186" y="1136859"/>
                    <a:pt x="659001" y="1143223"/>
                  </a:cubicBezTo>
                  <a:cubicBezTo>
                    <a:pt x="662089" y="1142963"/>
                    <a:pt x="664139" y="1141785"/>
                    <a:pt x="666072" y="1140394"/>
                  </a:cubicBezTo>
                  <a:cubicBezTo>
                    <a:pt x="724662" y="1098160"/>
                    <a:pt x="775994" y="1048078"/>
                    <a:pt x="823319" y="993800"/>
                  </a:cubicBezTo>
                  <a:cubicBezTo>
                    <a:pt x="832369" y="983430"/>
                    <a:pt x="839888" y="971646"/>
                    <a:pt x="847571" y="960168"/>
                  </a:cubicBezTo>
                  <a:cubicBezTo>
                    <a:pt x="849173" y="957764"/>
                    <a:pt x="848396" y="953781"/>
                    <a:pt x="848702" y="950529"/>
                  </a:cubicBezTo>
                  <a:cubicBezTo>
                    <a:pt x="844955" y="950269"/>
                    <a:pt x="839817" y="948313"/>
                    <a:pt x="837743" y="950034"/>
                  </a:cubicBezTo>
                  <a:cubicBezTo>
                    <a:pt x="832511" y="954441"/>
                    <a:pt x="827349" y="959909"/>
                    <a:pt x="824498" y="966036"/>
                  </a:cubicBezTo>
                  <a:cubicBezTo>
                    <a:pt x="818299" y="979258"/>
                    <a:pt x="811040" y="991443"/>
                    <a:pt x="799303" y="1000352"/>
                  </a:cubicBezTo>
                  <a:cubicBezTo>
                    <a:pt x="792044" y="1005867"/>
                    <a:pt x="784149" y="1010415"/>
                    <a:pt x="773001" y="1008954"/>
                  </a:cubicBezTo>
                  <a:cubicBezTo>
                    <a:pt x="775028" y="1004170"/>
                    <a:pt x="776230" y="999833"/>
                    <a:pt x="778539" y="996227"/>
                  </a:cubicBezTo>
                  <a:cubicBezTo>
                    <a:pt x="786128" y="984349"/>
                    <a:pt x="794094" y="972730"/>
                    <a:pt x="801966" y="961040"/>
                  </a:cubicBezTo>
                  <a:cubicBezTo>
                    <a:pt x="817922" y="937354"/>
                    <a:pt x="832888" y="913456"/>
                    <a:pt x="834302" y="883500"/>
                  </a:cubicBezTo>
                  <a:cubicBezTo>
                    <a:pt x="834891" y="871056"/>
                    <a:pt x="840194" y="867592"/>
                    <a:pt x="852968" y="867922"/>
                  </a:cubicBezTo>
                  <a:cubicBezTo>
                    <a:pt x="856904" y="868016"/>
                    <a:pt x="860816" y="868935"/>
                    <a:pt x="864752" y="869030"/>
                  </a:cubicBezTo>
                  <a:cubicBezTo>
                    <a:pt x="873826" y="869289"/>
                    <a:pt x="882970" y="869949"/>
                    <a:pt x="891950" y="869030"/>
                  </a:cubicBezTo>
                  <a:cubicBezTo>
                    <a:pt x="895202" y="868700"/>
                    <a:pt x="900576" y="864222"/>
                    <a:pt x="900505" y="861794"/>
                  </a:cubicBezTo>
                  <a:cubicBezTo>
                    <a:pt x="900317" y="857623"/>
                    <a:pt x="897771" y="851542"/>
                    <a:pt x="894354" y="849656"/>
                  </a:cubicBezTo>
                  <a:close/>
                  <a:moveTo>
                    <a:pt x="443917" y="128492"/>
                  </a:moveTo>
                  <a:cubicBezTo>
                    <a:pt x="470644" y="147676"/>
                    <a:pt x="494566" y="169595"/>
                    <a:pt x="510403" y="199055"/>
                  </a:cubicBezTo>
                  <a:cubicBezTo>
                    <a:pt x="515023" y="207634"/>
                    <a:pt x="516578" y="216448"/>
                    <a:pt x="513255" y="226111"/>
                  </a:cubicBezTo>
                  <a:cubicBezTo>
                    <a:pt x="510710" y="233441"/>
                    <a:pt x="512878" y="235892"/>
                    <a:pt x="520750" y="234714"/>
                  </a:cubicBezTo>
                  <a:cubicBezTo>
                    <a:pt x="526783" y="233818"/>
                    <a:pt x="532605" y="231556"/>
                    <a:pt x="538544" y="230047"/>
                  </a:cubicBezTo>
                  <a:cubicBezTo>
                    <a:pt x="541325" y="229340"/>
                    <a:pt x="544177" y="228963"/>
                    <a:pt x="547005" y="228445"/>
                  </a:cubicBezTo>
                  <a:cubicBezTo>
                    <a:pt x="547264" y="229057"/>
                    <a:pt x="547547" y="229670"/>
                    <a:pt x="547806" y="230259"/>
                  </a:cubicBezTo>
                  <a:cubicBezTo>
                    <a:pt x="538332" y="240865"/>
                    <a:pt x="528999" y="251636"/>
                    <a:pt x="519171" y="261888"/>
                  </a:cubicBezTo>
                  <a:cubicBezTo>
                    <a:pt x="517898" y="263208"/>
                    <a:pt x="513255" y="263019"/>
                    <a:pt x="511440" y="261723"/>
                  </a:cubicBezTo>
                  <a:cubicBezTo>
                    <a:pt x="508589" y="259673"/>
                    <a:pt x="506043" y="256444"/>
                    <a:pt x="504700" y="253168"/>
                  </a:cubicBezTo>
                  <a:cubicBezTo>
                    <a:pt x="490653" y="219041"/>
                    <a:pt x="468806" y="189675"/>
                    <a:pt x="448207" y="159531"/>
                  </a:cubicBezTo>
                  <a:cubicBezTo>
                    <a:pt x="443093" y="152036"/>
                    <a:pt x="438945" y="143835"/>
                    <a:pt x="434797" y="135727"/>
                  </a:cubicBezTo>
                  <a:cubicBezTo>
                    <a:pt x="433430" y="133088"/>
                    <a:pt x="433453" y="129741"/>
                    <a:pt x="432345" y="124320"/>
                  </a:cubicBezTo>
                  <a:cubicBezTo>
                    <a:pt x="437554" y="126111"/>
                    <a:pt x="441254" y="126559"/>
                    <a:pt x="443917" y="128492"/>
                  </a:cubicBezTo>
                  <a:close/>
                  <a:moveTo>
                    <a:pt x="457634" y="61511"/>
                  </a:moveTo>
                  <a:cubicBezTo>
                    <a:pt x="445921" y="53993"/>
                    <a:pt x="435598" y="44235"/>
                    <a:pt x="425086" y="34997"/>
                  </a:cubicBezTo>
                  <a:cubicBezTo>
                    <a:pt x="423107" y="33252"/>
                    <a:pt x="422918" y="29458"/>
                    <a:pt x="421928" y="26606"/>
                  </a:cubicBezTo>
                  <a:cubicBezTo>
                    <a:pt x="425157" y="26465"/>
                    <a:pt x="428904" y="25216"/>
                    <a:pt x="431497" y="26441"/>
                  </a:cubicBezTo>
                  <a:cubicBezTo>
                    <a:pt x="437200" y="29081"/>
                    <a:pt x="443658" y="31909"/>
                    <a:pt x="447382" y="36576"/>
                  </a:cubicBezTo>
                  <a:cubicBezTo>
                    <a:pt x="456691" y="48336"/>
                    <a:pt x="468240" y="49703"/>
                    <a:pt x="481815" y="47959"/>
                  </a:cubicBezTo>
                  <a:cubicBezTo>
                    <a:pt x="490700" y="46828"/>
                    <a:pt x="499845" y="46969"/>
                    <a:pt x="508801" y="47653"/>
                  </a:cubicBezTo>
                  <a:cubicBezTo>
                    <a:pt x="511912" y="47888"/>
                    <a:pt x="515494" y="50929"/>
                    <a:pt x="517568" y="53686"/>
                  </a:cubicBezTo>
                  <a:cubicBezTo>
                    <a:pt x="523319" y="61299"/>
                    <a:pt x="521975" y="64080"/>
                    <a:pt x="512855" y="66389"/>
                  </a:cubicBezTo>
                  <a:cubicBezTo>
                    <a:pt x="504771" y="68440"/>
                    <a:pt x="496781" y="70844"/>
                    <a:pt x="486552" y="73719"/>
                  </a:cubicBezTo>
                  <a:cubicBezTo>
                    <a:pt x="477738" y="70137"/>
                    <a:pt x="466708" y="67332"/>
                    <a:pt x="457634" y="61511"/>
                  </a:cubicBezTo>
                  <a:close/>
                  <a:moveTo>
                    <a:pt x="867415" y="745720"/>
                  </a:moveTo>
                  <a:cubicBezTo>
                    <a:pt x="866991" y="749821"/>
                    <a:pt x="866261" y="754158"/>
                    <a:pt x="864469" y="757787"/>
                  </a:cubicBezTo>
                  <a:cubicBezTo>
                    <a:pt x="857493" y="771952"/>
                    <a:pt x="857587" y="786800"/>
                    <a:pt x="858954" y="801954"/>
                  </a:cubicBezTo>
                  <a:cubicBezTo>
                    <a:pt x="859520" y="808082"/>
                    <a:pt x="859049" y="814281"/>
                    <a:pt x="859049" y="820455"/>
                  </a:cubicBezTo>
                  <a:cubicBezTo>
                    <a:pt x="857540" y="820785"/>
                    <a:pt x="856032" y="821092"/>
                    <a:pt x="854500" y="821422"/>
                  </a:cubicBezTo>
                  <a:cubicBezTo>
                    <a:pt x="838945" y="797901"/>
                    <a:pt x="832959" y="770255"/>
                    <a:pt x="821269" y="745061"/>
                  </a:cubicBezTo>
                  <a:cubicBezTo>
                    <a:pt x="822023" y="744377"/>
                    <a:pt x="822801" y="743694"/>
                    <a:pt x="823555" y="742987"/>
                  </a:cubicBezTo>
                  <a:cubicBezTo>
                    <a:pt x="826124" y="743788"/>
                    <a:pt x="828811" y="744330"/>
                    <a:pt x="831238" y="745438"/>
                  </a:cubicBezTo>
                  <a:cubicBezTo>
                    <a:pt x="840359" y="749538"/>
                    <a:pt x="848961" y="748007"/>
                    <a:pt x="853039" y="741313"/>
                  </a:cubicBezTo>
                  <a:cubicBezTo>
                    <a:pt x="857399" y="734172"/>
                    <a:pt x="855749" y="725782"/>
                    <a:pt x="847241" y="720149"/>
                  </a:cubicBezTo>
                  <a:cubicBezTo>
                    <a:pt x="831804" y="709897"/>
                    <a:pt x="830979" y="675888"/>
                    <a:pt x="839723" y="665141"/>
                  </a:cubicBezTo>
                  <a:cubicBezTo>
                    <a:pt x="841962" y="662407"/>
                    <a:pt x="846015" y="660074"/>
                    <a:pt x="849480" y="659626"/>
                  </a:cubicBezTo>
                  <a:cubicBezTo>
                    <a:pt x="857517" y="658589"/>
                    <a:pt x="857470" y="661252"/>
                    <a:pt x="856527" y="669077"/>
                  </a:cubicBezTo>
                  <a:cubicBezTo>
                    <a:pt x="855396" y="678551"/>
                    <a:pt x="856315" y="688732"/>
                    <a:pt x="858577" y="698066"/>
                  </a:cubicBezTo>
                  <a:cubicBezTo>
                    <a:pt x="862490" y="713809"/>
                    <a:pt x="869159" y="728987"/>
                    <a:pt x="867415" y="74572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50" name="Google Shape;3350;p59"/>
            <p:cNvSpPr/>
            <p:nvPr/>
          </p:nvSpPr>
          <p:spPr>
            <a:xfrm>
              <a:off x="342903" y="2442120"/>
              <a:ext cx="1122602" cy="585900"/>
            </a:xfrm>
            <a:custGeom>
              <a:rect b="b" l="l" r="r" t="t"/>
              <a:pathLst>
                <a:path extrusionOk="0" h="585900" w="1122602">
                  <a:moveTo>
                    <a:pt x="1037851" y="440319"/>
                  </a:moveTo>
                  <a:cubicBezTo>
                    <a:pt x="1032172" y="434356"/>
                    <a:pt x="1025313" y="429313"/>
                    <a:pt x="1020600" y="422690"/>
                  </a:cubicBezTo>
                  <a:cubicBezTo>
                    <a:pt x="1014896" y="414701"/>
                    <a:pt x="1010984" y="405462"/>
                    <a:pt x="1006105" y="396883"/>
                  </a:cubicBezTo>
                  <a:cubicBezTo>
                    <a:pt x="1003300" y="391957"/>
                    <a:pt x="1000543" y="386890"/>
                    <a:pt x="996913" y="382577"/>
                  </a:cubicBezTo>
                  <a:cubicBezTo>
                    <a:pt x="994981" y="380291"/>
                    <a:pt x="991304" y="379466"/>
                    <a:pt x="988405" y="378005"/>
                  </a:cubicBezTo>
                  <a:cubicBezTo>
                    <a:pt x="986897" y="380951"/>
                    <a:pt x="984422" y="383779"/>
                    <a:pt x="984069" y="386843"/>
                  </a:cubicBezTo>
                  <a:cubicBezTo>
                    <a:pt x="982867" y="397637"/>
                    <a:pt x="986755" y="407088"/>
                    <a:pt x="992600" y="416091"/>
                  </a:cubicBezTo>
                  <a:cubicBezTo>
                    <a:pt x="996183" y="421583"/>
                    <a:pt x="999129" y="427616"/>
                    <a:pt x="1001439" y="433744"/>
                  </a:cubicBezTo>
                  <a:cubicBezTo>
                    <a:pt x="1002287" y="436006"/>
                    <a:pt x="1001439" y="440366"/>
                    <a:pt x="999718" y="441710"/>
                  </a:cubicBezTo>
                  <a:cubicBezTo>
                    <a:pt x="998233" y="442888"/>
                    <a:pt x="994227" y="441663"/>
                    <a:pt x="991752" y="440579"/>
                  </a:cubicBezTo>
                  <a:cubicBezTo>
                    <a:pt x="988641" y="439212"/>
                    <a:pt x="985601" y="437232"/>
                    <a:pt x="983079" y="434922"/>
                  </a:cubicBezTo>
                  <a:cubicBezTo>
                    <a:pt x="965544" y="418896"/>
                    <a:pt x="948316" y="402563"/>
                    <a:pt x="930687" y="386631"/>
                  </a:cubicBezTo>
                  <a:cubicBezTo>
                    <a:pt x="919515" y="376544"/>
                    <a:pt x="908273" y="366409"/>
                    <a:pt x="896277" y="357359"/>
                  </a:cubicBezTo>
                  <a:cubicBezTo>
                    <a:pt x="885318" y="349110"/>
                    <a:pt x="872756" y="346824"/>
                    <a:pt x="859086" y="351090"/>
                  </a:cubicBezTo>
                  <a:cubicBezTo>
                    <a:pt x="853571" y="352810"/>
                    <a:pt x="847279" y="353447"/>
                    <a:pt x="841575" y="352693"/>
                  </a:cubicBezTo>
                  <a:cubicBezTo>
                    <a:pt x="838346" y="352268"/>
                    <a:pt x="834905" y="348497"/>
                    <a:pt x="832808" y="345410"/>
                  </a:cubicBezTo>
                  <a:cubicBezTo>
                    <a:pt x="829697" y="340791"/>
                    <a:pt x="828660" y="334592"/>
                    <a:pt x="825077" y="330538"/>
                  </a:cubicBezTo>
                  <a:cubicBezTo>
                    <a:pt x="812633" y="316468"/>
                    <a:pt x="799341" y="303129"/>
                    <a:pt x="786614" y="289318"/>
                  </a:cubicBezTo>
                  <a:cubicBezTo>
                    <a:pt x="776574" y="278429"/>
                    <a:pt x="766628" y="267399"/>
                    <a:pt x="757106" y="256039"/>
                  </a:cubicBezTo>
                  <a:cubicBezTo>
                    <a:pt x="754349" y="252763"/>
                    <a:pt x="753194" y="248120"/>
                    <a:pt x="751309" y="244114"/>
                  </a:cubicBezTo>
                  <a:cubicBezTo>
                    <a:pt x="752063" y="243407"/>
                    <a:pt x="752841" y="242676"/>
                    <a:pt x="753595" y="241969"/>
                  </a:cubicBezTo>
                  <a:cubicBezTo>
                    <a:pt x="758780" y="244891"/>
                    <a:pt x="764507" y="247154"/>
                    <a:pt x="769032" y="250901"/>
                  </a:cubicBezTo>
                  <a:cubicBezTo>
                    <a:pt x="781995" y="261625"/>
                    <a:pt x="794062" y="273456"/>
                    <a:pt x="807236" y="283897"/>
                  </a:cubicBezTo>
                  <a:cubicBezTo>
                    <a:pt x="818808" y="293065"/>
                    <a:pt x="831087" y="301432"/>
                    <a:pt x="843626" y="309256"/>
                  </a:cubicBezTo>
                  <a:cubicBezTo>
                    <a:pt x="850861" y="313781"/>
                    <a:pt x="859228" y="314088"/>
                    <a:pt x="867948" y="312132"/>
                  </a:cubicBezTo>
                  <a:cubicBezTo>
                    <a:pt x="881759" y="309021"/>
                    <a:pt x="893614" y="312603"/>
                    <a:pt x="903041" y="324057"/>
                  </a:cubicBezTo>
                  <a:cubicBezTo>
                    <a:pt x="919562" y="344137"/>
                    <a:pt x="936343" y="363982"/>
                    <a:pt x="953524" y="383496"/>
                  </a:cubicBezTo>
                  <a:cubicBezTo>
                    <a:pt x="956258" y="386607"/>
                    <a:pt x="961608" y="387409"/>
                    <a:pt x="965733" y="389270"/>
                  </a:cubicBezTo>
                  <a:cubicBezTo>
                    <a:pt x="965591" y="384368"/>
                    <a:pt x="965615" y="379443"/>
                    <a:pt x="965167" y="374540"/>
                  </a:cubicBezTo>
                  <a:cubicBezTo>
                    <a:pt x="965026" y="372985"/>
                    <a:pt x="963682" y="371429"/>
                    <a:pt x="962645" y="370062"/>
                  </a:cubicBezTo>
                  <a:cubicBezTo>
                    <a:pt x="955575" y="360847"/>
                    <a:pt x="948976" y="351208"/>
                    <a:pt x="941245" y="342558"/>
                  </a:cubicBezTo>
                  <a:cubicBezTo>
                    <a:pt x="896371" y="292429"/>
                    <a:pt x="846949" y="247036"/>
                    <a:pt x="795075" y="204330"/>
                  </a:cubicBezTo>
                  <a:cubicBezTo>
                    <a:pt x="770635" y="184203"/>
                    <a:pt x="745817" y="164477"/>
                    <a:pt x="717135" y="150430"/>
                  </a:cubicBezTo>
                  <a:cubicBezTo>
                    <a:pt x="670328" y="127522"/>
                    <a:pt x="620906" y="112249"/>
                    <a:pt x="570352" y="100418"/>
                  </a:cubicBezTo>
                  <a:cubicBezTo>
                    <a:pt x="546548" y="94856"/>
                    <a:pt x="522579" y="89482"/>
                    <a:pt x="497856" y="91415"/>
                  </a:cubicBezTo>
                  <a:cubicBezTo>
                    <a:pt x="494273" y="91698"/>
                    <a:pt x="490927" y="94880"/>
                    <a:pt x="487486" y="96741"/>
                  </a:cubicBezTo>
                  <a:cubicBezTo>
                    <a:pt x="489748" y="99758"/>
                    <a:pt x="491422" y="104425"/>
                    <a:pt x="494415" y="105509"/>
                  </a:cubicBezTo>
                  <a:cubicBezTo>
                    <a:pt x="503818" y="108973"/>
                    <a:pt x="513623" y="112815"/>
                    <a:pt x="523451" y="113404"/>
                  </a:cubicBezTo>
                  <a:cubicBezTo>
                    <a:pt x="557601" y="115455"/>
                    <a:pt x="591327" y="119603"/>
                    <a:pt x="623969" y="130208"/>
                  </a:cubicBezTo>
                  <a:cubicBezTo>
                    <a:pt x="653830" y="139895"/>
                    <a:pt x="683574" y="149746"/>
                    <a:pt x="707566" y="171641"/>
                  </a:cubicBezTo>
                  <a:cubicBezTo>
                    <a:pt x="712822" y="176426"/>
                    <a:pt x="720411" y="178782"/>
                    <a:pt x="727128" y="181823"/>
                  </a:cubicBezTo>
                  <a:cubicBezTo>
                    <a:pt x="733774" y="184840"/>
                    <a:pt x="741363" y="186301"/>
                    <a:pt x="747373" y="190213"/>
                  </a:cubicBezTo>
                  <a:cubicBezTo>
                    <a:pt x="779614" y="211236"/>
                    <a:pt x="808768" y="236195"/>
                    <a:pt x="836626" y="262638"/>
                  </a:cubicBezTo>
                  <a:cubicBezTo>
                    <a:pt x="846289" y="271830"/>
                    <a:pt x="855197" y="281823"/>
                    <a:pt x="864177" y="291722"/>
                  </a:cubicBezTo>
                  <a:cubicBezTo>
                    <a:pt x="866180" y="293937"/>
                    <a:pt x="867029" y="297213"/>
                    <a:pt x="868419" y="299994"/>
                  </a:cubicBezTo>
                  <a:cubicBezTo>
                    <a:pt x="867618" y="300701"/>
                    <a:pt x="866817" y="301432"/>
                    <a:pt x="866015" y="302139"/>
                  </a:cubicBezTo>
                  <a:cubicBezTo>
                    <a:pt x="856847" y="296553"/>
                    <a:pt x="847137" y="291651"/>
                    <a:pt x="838582" y="285217"/>
                  </a:cubicBezTo>
                  <a:cubicBezTo>
                    <a:pt x="807542" y="261837"/>
                    <a:pt x="777139" y="237656"/>
                    <a:pt x="745982" y="214441"/>
                  </a:cubicBezTo>
                  <a:cubicBezTo>
                    <a:pt x="736178" y="207135"/>
                    <a:pt x="724912" y="201762"/>
                    <a:pt x="714118" y="195869"/>
                  </a:cubicBezTo>
                  <a:cubicBezTo>
                    <a:pt x="705162" y="190967"/>
                    <a:pt x="695711" y="186961"/>
                    <a:pt x="686849" y="181870"/>
                  </a:cubicBezTo>
                  <a:cubicBezTo>
                    <a:pt x="680038" y="177958"/>
                    <a:pt x="674240" y="172207"/>
                    <a:pt x="667288" y="168648"/>
                  </a:cubicBezTo>
                  <a:cubicBezTo>
                    <a:pt x="645935" y="157783"/>
                    <a:pt x="622862" y="152551"/>
                    <a:pt x="599270" y="149393"/>
                  </a:cubicBezTo>
                  <a:cubicBezTo>
                    <a:pt x="590502" y="148214"/>
                    <a:pt x="581735" y="147130"/>
                    <a:pt x="572944" y="145999"/>
                  </a:cubicBezTo>
                  <a:cubicBezTo>
                    <a:pt x="572756" y="146848"/>
                    <a:pt x="572543" y="147672"/>
                    <a:pt x="572355" y="148521"/>
                  </a:cubicBezTo>
                  <a:cubicBezTo>
                    <a:pt x="583974" y="153729"/>
                    <a:pt x="595570" y="158962"/>
                    <a:pt x="607189" y="164147"/>
                  </a:cubicBezTo>
                  <a:cubicBezTo>
                    <a:pt x="647349" y="182082"/>
                    <a:pt x="687651" y="199711"/>
                    <a:pt x="724158" y="224670"/>
                  </a:cubicBezTo>
                  <a:cubicBezTo>
                    <a:pt x="728612" y="227710"/>
                    <a:pt x="732690" y="231481"/>
                    <a:pt x="736249" y="235535"/>
                  </a:cubicBezTo>
                  <a:cubicBezTo>
                    <a:pt x="737663" y="237137"/>
                    <a:pt x="737168" y="240390"/>
                    <a:pt x="737568" y="242888"/>
                  </a:cubicBezTo>
                  <a:cubicBezTo>
                    <a:pt x="734882" y="243242"/>
                    <a:pt x="732030" y="244326"/>
                    <a:pt x="729532" y="243784"/>
                  </a:cubicBezTo>
                  <a:cubicBezTo>
                    <a:pt x="727033" y="243242"/>
                    <a:pt x="724889" y="241097"/>
                    <a:pt x="722555" y="239683"/>
                  </a:cubicBezTo>
                  <a:cubicBezTo>
                    <a:pt x="717088" y="236313"/>
                    <a:pt x="711879" y="232400"/>
                    <a:pt x="706105" y="229713"/>
                  </a:cubicBezTo>
                  <a:cubicBezTo>
                    <a:pt x="652770" y="204778"/>
                    <a:pt x="597573" y="185052"/>
                    <a:pt x="540396" y="170981"/>
                  </a:cubicBezTo>
                  <a:cubicBezTo>
                    <a:pt x="533915" y="169379"/>
                    <a:pt x="526727" y="169497"/>
                    <a:pt x="520033" y="170251"/>
                  </a:cubicBezTo>
                  <a:cubicBezTo>
                    <a:pt x="514872" y="170840"/>
                    <a:pt x="512444" y="175318"/>
                    <a:pt x="515037" y="180338"/>
                  </a:cubicBezTo>
                  <a:cubicBezTo>
                    <a:pt x="518831" y="187644"/>
                    <a:pt x="515296" y="191014"/>
                    <a:pt x="508980" y="192947"/>
                  </a:cubicBezTo>
                  <a:cubicBezTo>
                    <a:pt x="495357" y="197142"/>
                    <a:pt x="481641" y="197024"/>
                    <a:pt x="468230" y="192216"/>
                  </a:cubicBezTo>
                  <a:cubicBezTo>
                    <a:pt x="462032" y="190001"/>
                    <a:pt x="458355" y="185806"/>
                    <a:pt x="458025" y="178311"/>
                  </a:cubicBezTo>
                  <a:cubicBezTo>
                    <a:pt x="457884" y="175059"/>
                    <a:pt x="454396" y="170722"/>
                    <a:pt x="451285" y="169143"/>
                  </a:cubicBezTo>
                  <a:cubicBezTo>
                    <a:pt x="446830" y="166904"/>
                    <a:pt x="441363" y="166008"/>
                    <a:pt x="436272" y="165867"/>
                  </a:cubicBezTo>
                  <a:cubicBezTo>
                    <a:pt x="422154" y="165466"/>
                    <a:pt x="408037" y="165844"/>
                    <a:pt x="393920" y="165679"/>
                  </a:cubicBezTo>
                  <a:cubicBezTo>
                    <a:pt x="389937" y="165631"/>
                    <a:pt x="385954" y="164712"/>
                    <a:pt x="381146" y="164076"/>
                  </a:cubicBezTo>
                  <a:cubicBezTo>
                    <a:pt x="396701" y="148662"/>
                    <a:pt x="396041" y="148969"/>
                    <a:pt x="387509" y="129431"/>
                  </a:cubicBezTo>
                  <a:cubicBezTo>
                    <a:pt x="383173" y="119485"/>
                    <a:pt x="381004" y="108384"/>
                    <a:pt x="379213" y="97566"/>
                  </a:cubicBezTo>
                  <a:cubicBezTo>
                    <a:pt x="378270" y="91910"/>
                    <a:pt x="380816" y="86395"/>
                    <a:pt x="388263" y="85429"/>
                  </a:cubicBezTo>
                  <a:cubicBezTo>
                    <a:pt x="406859" y="83001"/>
                    <a:pt x="425383" y="79796"/>
                    <a:pt x="444026" y="77887"/>
                  </a:cubicBezTo>
                  <a:cubicBezTo>
                    <a:pt x="489442" y="73244"/>
                    <a:pt x="534740" y="71783"/>
                    <a:pt x="579638" y="83425"/>
                  </a:cubicBezTo>
                  <a:cubicBezTo>
                    <a:pt x="595193" y="87456"/>
                    <a:pt x="610135" y="86206"/>
                    <a:pt x="620246" y="70369"/>
                  </a:cubicBezTo>
                  <a:cubicBezTo>
                    <a:pt x="623993" y="64500"/>
                    <a:pt x="631087" y="62945"/>
                    <a:pt x="637568" y="64288"/>
                  </a:cubicBezTo>
                  <a:cubicBezTo>
                    <a:pt x="650554" y="66998"/>
                    <a:pt x="663328" y="70675"/>
                    <a:pt x="676197" y="73951"/>
                  </a:cubicBezTo>
                  <a:cubicBezTo>
                    <a:pt x="683574" y="75836"/>
                    <a:pt x="690903" y="78028"/>
                    <a:pt x="698351" y="79560"/>
                  </a:cubicBezTo>
                  <a:cubicBezTo>
                    <a:pt x="702876" y="80503"/>
                    <a:pt x="704973" y="77651"/>
                    <a:pt x="704031" y="73385"/>
                  </a:cubicBezTo>
                  <a:cubicBezTo>
                    <a:pt x="701344" y="61177"/>
                    <a:pt x="697361" y="49676"/>
                    <a:pt x="687156" y="41262"/>
                  </a:cubicBezTo>
                  <a:cubicBezTo>
                    <a:pt x="672968" y="29548"/>
                    <a:pt x="656659" y="22030"/>
                    <a:pt x="639194" y="17151"/>
                  </a:cubicBezTo>
                  <a:cubicBezTo>
                    <a:pt x="619727" y="11707"/>
                    <a:pt x="600048" y="8243"/>
                    <a:pt x="580792" y="18424"/>
                  </a:cubicBezTo>
                  <a:cubicBezTo>
                    <a:pt x="580156" y="18754"/>
                    <a:pt x="579048" y="18165"/>
                    <a:pt x="577894" y="17953"/>
                  </a:cubicBezTo>
                  <a:cubicBezTo>
                    <a:pt x="578223" y="16609"/>
                    <a:pt x="578365" y="15643"/>
                    <a:pt x="578718" y="14747"/>
                  </a:cubicBezTo>
                  <a:cubicBezTo>
                    <a:pt x="582419" y="5650"/>
                    <a:pt x="581287" y="2115"/>
                    <a:pt x="571813" y="677"/>
                  </a:cubicBezTo>
                  <a:cubicBezTo>
                    <a:pt x="563682" y="-548"/>
                    <a:pt x="555150" y="112"/>
                    <a:pt x="546901" y="913"/>
                  </a:cubicBezTo>
                  <a:cubicBezTo>
                    <a:pt x="543743" y="1219"/>
                    <a:pt x="538629" y="3977"/>
                    <a:pt x="538393" y="6098"/>
                  </a:cubicBezTo>
                  <a:cubicBezTo>
                    <a:pt x="538016" y="9185"/>
                    <a:pt x="540373" y="13923"/>
                    <a:pt x="543060" y="15808"/>
                  </a:cubicBezTo>
                  <a:cubicBezTo>
                    <a:pt x="551544" y="21724"/>
                    <a:pt x="560736" y="26555"/>
                    <a:pt x="569597" y="31929"/>
                  </a:cubicBezTo>
                  <a:cubicBezTo>
                    <a:pt x="572261" y="33555"/>
                    <a:pt x="574688" y="35582"/>
                    <a:pt x="577210" y="37420"/>
                  </a:cubicBezTo>
                  <a:cubicBezTo>
                    <a:pt x="576904" y="38104"/>
                    <a:pt x="576597" y="38764"/>
                    <a:pt x="576291" y="39447"/>
                  </a:cubicBezTo>
                  <a:cubicBezTo>
                    <a:pt x="571153" y="39801"/>
                    <a:pt x="565992" y="40720"/>
                    <a:pt x="560901" y="40413"/>
                  </a:cubicBezTo>
                  <a:cubicBezTo>
                    <a:pt x="537945" y="39070"/>
                    <a:pt x="515013" y="36855"/>
                    <a:pt x="492034" y="35959"/>
                  </a:cubicBezTo>
                  <a:cubicBezTo>
                    <a:pt x="475277" y="35299"/>
                    <a:pt x="458450" y="35770"/>
                    <a:pt x="441693" y="36595"/>
                  </a:cubicBezTo>
                  <a:cubicBezTo>
                    <a:pt x="434669" y="36949"/>
                    <a:pt x="428188" y="39636"/>
                    <a:pt x="427740" y="48921"/>
                  </a:cubicBezTo>
                  <a:cubicBezTo>
                    <a:pt x="427481" y="54342"/>
                    <a:pt x="423569" y="57524"/>
                    <a:pt x="418148" y="57123"/>
                  </a:cubicBezTo>
                  <a:cubicBezTo>
                    <a:pt x="413057" y="56723"/>
                    <a:pt x="408037" y="55285"/>
                    <a:pt x="403017" y="54177"/>
                  </a:cubicBezTo>
                  <a:cubicBezTo>
                    <a:pt x="398893" y="53258"/>
                    <a:pt x="394839" y="52174"/>
                    <a:pt x="390738" y="51160"/>
                  </a:cubicBezTo>
                  <a:cubicBezTo>
                    <a:pt x="395805" y="60022"/>
                    <a:pt x="391751" y="65608"/>
                    <a:pt x="385836" y="69308"/>
                  </a:cubicBezTo>
                  <a:cubicBezTo>
                    <a:pt x="374782" y="76213"/>
                    <a:pt x="363116" y="82106"/>
                    <a:pt x="351709" y="88493"/>
                  </a:cubicBezTo>
                  <a:cubicBezTo>
                    <a:pt x="347372" y="90920"/>
                    <a:pt x="343130" y="93489"/>
                    <a:pt x="338864" y="95987"/>
                  </a:cubicBezTo>
                  <a:cubicBezTo>
                    <a:pt x="339053" y="96789"/>
                    <a:pt x="339241" y="97590"/>
                    <a:pt x="339430" y="98391"/>
                  </a:cubicBezTo>
                  <a:cubicBezTo>
                    <a:pt x="350248" y="99829"/>
                    <a:pt x="361042" y="101267"/>
                    <a:pt x="371860" y="102704"/>
                  </a:cubicBezTo>
                  <a:cubicBezTo>
                    <a:pt x="372001" y="103671"/>
                    <a:pt x="372166" y="104660"/>
                    <a:pt x="372308" y="105627"/>
                  </a:cubicBezTo>
                  <a:cubicBezTo>
                    <a:pt x="363870" y="112179"/>
                    <a:pt x="355433" y="118731"/>
                    <a:pt x="345699" y="126272"/>
                  </a:cubicBezTo>
                  <a:cubicBezTo>
                    <a:pt x="352982" y="127309"/>
                    <a:pt x="357719" y="127993"/>
                    <a:pt x="364954" y="129030"/>
                  </a:cubicBezTo>
                  <a:cubicBezTo>
                    <a:pt x="358591" y="134804"/>
                    <a:pt x="354419" y="139824"/>
                    <a:pt x="349187" y="143100"/>
                  </a:cubicBezTo>
                  <a:cubicBezTo>
                    <a:pt x="317818" y="162827"/>
                    <a:pt x="286566" y="182789"/>
                    <a:pt x="254537" y="201384"/>
                  </a:cubicBezTo>
                  <a:cubicBezTo>
                    <a:pt x="239053" y="210388"/>
                    <a:pt x="222013" y="216704"/>
                    <a:pt x="205539" y="223963"/>
                  </a:cubicBezTo>
                  <a:cubicBezTo>
                    <a:pt x="203300" y="224953"/>
                    <a:pt x="200377" y="224387"/>
                    <a:pt x="197761" y="224528"/>
                  </a:cubicBezTo>
                  <a:cubicBezTo>
                    <a:pt x="197525" y="223798"/>
                    <a:pt x="197266" y="223067"/>
                    <a:pt x="197031" y="222360"/>
                  </a:cubicBezTo>
                  <a:cubicBezTo>
                    <a:pt x="209592" y="203859"/>
                    <a:pt x="229131" y="192405"/>
                    <a:pt x="244426" y="176473"/>
                  </a:cubicBezTo>
                  <a:cubicBezTo>
                    <a:pt x="241221" y="177604"/>
                    <a:pt x="238251" y="179183"/>
                    <a:pt x="235400" y="180904"/>
                  </a:cubicBezTo>
                  <a:cubicBezTo>
                    <a:pt x="219279" y="190567"/>
                    <a:pt x="203323" y="200489"/>
                    <a:pt x="187038" y="209893"/>
                  </a:cubicBezTo>
                  <a:cubicBezTo>
                    <a:pt x="168419" y="220640"/>
                    <a:pt x="149446" y="230774"/>
                    <a:pt x="130780" y="241403"/>
                  </a:cubicBezTo>
                  <a:cubicBezTo>
                    <a:pt x="119915" y="247602"/>
                    <a:pt x="108485" y="254696"/>
                    <a:pt x="105586" y="267328"/>
                  </a:cubicBezTo>
                  <a:cubicBezTo>
                    <a:pt x="101202" y="286395"/>
                    <a:pt x="91233" y="302068"/>
                    <a:pt x="79496" y="316633"/>
                  </a:cubicBezTo>
                  <a:cubicBezTo>
                    <a:pt x="57672" y="343689"/>
                    <a:pt x="37615" y="371429"/>
                    <a:pt x="26090" y="404849"/>
                  </a:cubicBezTo>
                  <a:cubicBezTo>
                    <a:pt x="19679" y="423421"/>
                    <a:pt x="10181" y="440932"/>
                    <a:pt x="2616" y="459150"/>
                  </a:cubicBezTo>
                  <a:cubicBezTo>
                    <a:pt x="683" y="463817"/>
                    <a:pt x="825" y="469332"/>
                    <a:pt x="0" y="474470"/>
                  </a:cubicBezTo>
                  <a:cubicBezTo>
                    <a:pt x="1084" y="474965"/>
                    <a:pt x="2145" y="475460"/>
                    <a:pt x="3229" y="475954"/>
                  </a:cubicBezTo>
                  <a:cubicBezTo>
                    <a:pt x="5586" y="473668"/>
                    <a:pt x="8485" y="471712"/>
                    <a:pt x="10229" y="469025"/>
                  </a:cubicBezTo>
                  <a:cubicBezTo>
                    <a:pt x="14942" y="461790"/>
                    <a:pt x="19844" y="454578"/>
                    <a:pt x="23450" y="446777"/>
                  </a:cubicBezTo>
                  <a:cubicBezTo>
                    <a:pt x="45510" y="398981"/>
                    <a:pt x="73038" y="354460"/>
                    <a:pt x="104572" y="312438"/>
                  </a:cubicBezTo>
                  <a:cubicBezTo>
                    <a:pt x="122249" y="288870"/>
                    <a:pt x="140231" y="265467"/>
                    <a:pt x="163281" y="246635"/>
                  </a:cubicBezTo>
                  <a:cubicBezTo>
                    <a:pt x="169927" y="241215"/>
                    <a:pt x="177163" y="237114"/>
                    <a:pt x="186071" y="237161"/>
                  </a:cubicBezTo>
                  <a:cubicBezTo>
                    <a:pt x="191233" y="237185"/>
                    <a:pt x="193236" y="239589"/>
                    <a:pt x="190054" y="244114"/>
                  </a:cubicBezTo>
                  <a:cubicBezTo>
                    <a:pt x="186071" y="249770"/>
                    <a:pt x="181947" y="255356"/>
                    <a:pt x="177280" y="260446"/>
                  </a:cubicBezTo>
                  <a:cubicBezTo>
                    <a:pt x="160900" y="278358"/>
                    <a:pt x="143578" y="295469"/>
                    <a:pt x="127952" y="313994"/>
                  </a:cubicBezTo>
                  <a:cubicBezTo>
                    <a:pt x="117346" y="326555"/>
                    <a:pt x="108579" y="340743"/>
                    <a:pt x="99906" y="354790"/>
                  </a:cubicBezTo>
                  <a:cubicBezTo>
                    <a:pt x="97950" y="357972"/>
                    <a:pt x="98185" y="365961"/>
                    <a:pt x="100330" y="367423"/>
                  </a:cubicBezTo>
                  <a:cubicBezTo>
                    <a:pt x="104148" y="370015"/>
                    <a:pt x="110464" y="370557"/>
                    <a:pt x="115272" y="369638"/>
                  </a:cubicBezTo>
                  <a:cubicBezTo>
                    <a:pt x="119491" y="368837"/>
                    <a:pt x="123993" y="365584"/>
                    <a:pt x="126774" y="362120"/>
                  </a:cubicBezTo>
                  <a:cubicBezTo>
                    <a:pt x="131204" y="356652"/>
                    <a:pt x="134410" y="350171"/>
                    <a:pt x="137992" y="344019"/>
                  </a:cubicBezTo>
                  <a:cubicBezTo>
                    <a:pt x="145652" y="330868"/>
                    <a:pt x="152298" y="316963"/>
                    <a:pt x="161136" y="304660"/>
                  </a:cubicBezTo>
                  <a:cubicBezTo>
                    <a:pt x="169644" y="292782"/>
                    <a:pt x="180910" y="283096"/>
                    <a:pt x="195074" y="277887"/>
                  </a:cubicBezTo>
                  <a:cubicBezTo>
                    <a:pt x="203040" y="274965"/>
                    <a:pt x="208202" y="276756"/>
                    <a:pt x="210818" y="282671"/>
                  </a:cubicBezTo>
                  <a:cubicBezTo>
                    <a:pt x="214165" y="290190"/>
                    <a:pt x="211973" y="297213"/>
                    <a:pt x="204337" y="300654"/>
                  </a:cubicBezTo>
                  <a:cubicBezTo>
                    <a:pt x="200165" y="302539"/>
                    <a:pt x="195263" y="302657"/>
                    <a:pt x="190832" y="304048"/>
                  </a:cubicBezTo>
                  <a:cubicBezTo>
                    <a:pt x="185553" y="305721"/>
                    <a:pt x="179944" y="307135"/>
                    <a:pt x="175395" y="310058"/>
                  </a:cubicBezTo>
                  <a:cubicBezTo>
                    <a:pt x="171035" y="312862"/>
                    <a:pt x="170634" y="323185"/>
                    <a:pt x="173981" y="327050"/>
                  </a:cubicBezTo>
                  <a:cubicBezTo>
                    <a:pt x="178176" y="331858"/>
                    <a:pt x="183125" y="329666"/>
                    <a:pt x="187485" y="327380"/>
                  </a:cubicBezTo>
                  <a:cubicBezTo>
                    <a:pt x="191610" y="325212"/>
                    <a:pt x="195711" y="322667"/>
                    <a:pt x="199175" y="319556"/>
                  </a:cubicBezTo>
                  <a:cubicBezTo>
                    <a:pt x="210370" y="309445"/>
                    <a:pt x="221117" y="298792"/>
                    <a:pt x="232336" y="288705"/>
                  </a:cubicBezTo>
                  <a:cubicBezTo>
                    <a:pt x="244285" y="277958"/>
                    <a:pt x="256022" y="266881"/>
                    <a:pt x="268867" y="257265"/>
                  </a:cubicBezTo>
                  <a:cubicBezTo>
                    <a:pt x="295923" y="236972"/>
                    <a:pt x="326467" y="226037"/>
                    <a:pt x="360641" y="226602"/>
                  </a:cubicBezTo>
                  <a:cubicBezTo>
                    <a:pt x="363305" y="226650"/>
                    <a:pt x="365944" y="227451"/>
                    <a:pt x="368607" y="227899"/>
                  </a:cubicBezTo>
                  <a:cubicBezTo>
                    <a:pt x="368796" y="228676"/>
                    <a:pt x="369008" y="229431"/>
                    <a:pt x="369197" y="230208"/>
                  </a:cubicBezTo>
                  <a:cubicBezTo>
                    <a:pt x="366133" y="232400"/>
                    <a:pt x="363328" y="235087"/>
                    <a:pt x="359958" y="236666"/>
                  </a:cubicBezTo>
                  <a:cubicBezTo>
                    <a:pt x="352581" y="240083"/>
                    <a:pt x="345110" y="243454"/>
                    <a:pt x="337403" y="245928"/>
                  </a:cubicBezTo>
                  <a:cubicBezTo>
                    <a:pt x="314448" y="253258"/>
                    <a:pt x="294155" y="265184"/>
                    <a:pt x="275466" y="280149"/>
                  </a:cubicBezTo>
                  <a:cubicBezTo>
                    <a:pt x="239618" y="308856"/>
                    <a:pt x="209640" y="343053"/>
                    <a:pt x="183149" y="380338"/>
                  </a:cubicBezTo>
                  <a:cubicBezTo>
                    <a:pt x="145840" y="432848"/>
                    <a:pt x="114919" y="488540"/>
                    <a:pt x="100283" y="552033"/>
                  </a:cubicBezTo>
                  <a:cubicBezTo>
                    <a:pt x="98256" y="560824"/>
                    <a:pt x="97101" y="569827"/>
                    <a:pt x="95546" y="578736"/>
                  </a:cubicBezTo>
                  <a:cubicBezTo>
                    <a:pt x="96253" y="578901"/>
                    <a:pt x="96960" y="579042"/>
                    <a:pt x="97667" y="579207"/>
                  </a:cubicBezTo>
                  <a:cubicBezTo>
                    <a:pt x="99104" y="576685"/>
                    <a:pt x="100778" y="574258"/>
                    <a:pt x="101909" y="571618"/>
                  </a:cubicBezTo>
                  <a:cubicBezTo>
                    <a:pt x="110040" y="552551"/>
                    <a:pt x="118030" y="533437"/>
                    <a:pt x="126137" y="514371"/>
                  </a:cubicBezTo>
                  <a:cubicBezTo>
                    <a:pt x="129885" y="505533"/>
                    <a:pt x="133161" y="496412"/>
                    <a:pt x="137709" y="487998"/>
                  </a:cubicBezTo>
                  <a:cubicBezTo>
                    <a:pt x="144756" y="474941"/>
                    <a:pt x="153476" y="471382"/>
                    <a:pt x="167994" y="474399"/>
                  </a:cubicBezTo>
                  <a:cubicBezTo>
                    <a:pt x="179614" y="476827"/>
                    <a:pt x="189724" y="474069"/>
                    <a:pt x="197573" y="465160"/>
                  </a:cubicBezTo>
                  <a:cubicBezTo>
                    <a:pt x="201956" y="460187"/>
                    <a:pt x="205798" y="454649"/>
                    <a:pt x="209310" y="449016"/>
                  </a:cubicBezTo>
                  <a:cubicBezTo>
                    <a:pt x="217417" y="436006"/>
                    <a:pt x="224511" y="422360"/>
                    <a:pt x="233161" y="409728"/>
                  </a:cubicBezTo>
                  <a:cubicBezTo>
                    <a:pt x="266675" y="360847"/>
                    <a:pt x="309828" y="323256"/>
                    <a:pt x="364907" y="300371"/>
                  </a:cubicBezTo>
                  <a:cubicBezTo>
                    <a:pt x="407636" y="282601"/>
                    <a:pt x="451261" y="277581"/>
                    <a:pt x="496701" y="290095"/>
                  </a:cubicBezTo>
                  <a:cubicBezTo>
                    <a:pt x="509734" y="293701"/>
                    <a:pt x="524087" y="293136"/>
                    <a:pt x="537828" y="293348"/>
                  </a:cubicBezTo>
                  <a:cubicBezTo>
                    <a:pt x="542565" y="293418"/>
                    <a:pt x="547844" y="290732"/>
                    <a:pt x="551992" y="287974"/>
                  </a:cubicBezTo>
                  <a:cubicBezTo>
                    <a:pt x="558120" y="283873"/>
                    <a:pt x="557507" y="278995"/>
                    <a:pt x="551191" y="275318"/>
                  </a:cubicBezTo>
                  <a:cubicBezTo>
                    <a:pt x="549305" y="274210"/>
                    <a:pt x="547184" y="273150"/>
                    <a:pt x="545063" y="272820"/>
                  </a:cubicBezTo>
                  <a:cubicBezTo>
                    <a:pt x="527505" y="270251"/>
                    <a:pt x="509946" y="265914"/>
                    <a:pt x="492364" y="265844"/>
                  </a:cubicBezTo>
                  <a:cubicBezTo>
                    <a:pt x="463234" y="265749"/>
                    <a:pt x="433986" y="267258"/>
                    <a:pt x="404997" y="270274"/>
                  </a:cubicBezTo>
                  <a:cubicBezTo>
                    <a:pt x="376079" y="273268"/>
                    <a:pt x="348504" y="281469"/>
                    <a:pt x="324158" y="298792"/>
                  </a:cubicBezTo>
                  <a:cubicBezTo>
                    <a:pt x="282324" y="328535"/>
                    <a:pt x="244992" y="363110"/>
                    <a:pt x="212232" y="402539"/>
                  </a:cubicBezTo>
                  <a:cubicBezTo>
                    <a:pt x="199505" y="417859"/>
                    <a:pt x="186189" y="433225"/>
                    <a:pt x="184209" y="454531"/>
                  </a:cubicBezTo>
                  <a:cubicBezTo>
                    <a:pt x="184092" y="455709"/>
                    <a:pt x="183408" y="456864"/>
                    <a:pt x="182842" y="457948"/>
                  </a:cubicBezTo>
                  <a:cubicBezTo>
                    <a:pt x="178883" y="465490"/>
                    <a:pt x="171247" y="468012"/>
                    <a:pt x="163234" y="464170"/>
                  </a:cubicBezTo>
                  <a:cubicBezTo>
                    <a:pt x="155056" y="460234"/>
                    <a:pt x="158921" y="454319"/>
                    <a:pt x="161325" y="449087"/>
                  </a:cubicBezTo>
                  <a:cubicBezTo>
                    <a:pt x="174688" y="419886"/>
                    <a:pt x="192883" y="393890"/>
                    <a:pt x="212892" y="368813"/>
                  </a:cubicBezTo>
                  <a:cubicBezTo>
                    <a:pt x="235023" y="341073"/>
                    <a:pt x="256635" y="313381"/>
                    <a:pt x="287839" y="294715"/>
                  </a:cubicBezTo>
                  <a:cubicBezTo>
                    <a:pt x="318690" y="276261"/>
                    <a:pt x="349564" y="258349"/>
                    <a:pt x="385577" y="251868"/>
                  </a:cubicBezTo>
                  <a:cubicBezTo>
                    <a:pt x="389418" y="251184"/>
                    <a:pt x="393236" y="249864"/>
                    <a:pt x="396842" y="248332"/>
                  </a:cubicBezTo>
                  <a:cubicBezTo>
                    <a:pt x="404620" y="245009"/>
                    <a:pt x="405892" y="241238"/>
                    <a:pt x="400519" y="234804"/>
                  </a:cubicBezTo>
                  <a:cubicBezTo>
                    <a:pt x="388570" y="220522"/>
                    <a:pt x="374099" y="210340"/>
                    <a:pt x="354773" y="208832"/>
                  </a:cubicBezTo>
                  <a:cubicBezTo>
                    <a:pt x="352817" y="208691"/>
                    <a:pt x="350884" y="207913"/>
                    <a:pt x="348645" y="207371"/>
                  </a:cubicBezTo>
                  <a:cubicBezTo>
                    <a:pt x="357035" y="193301"/>
                    <a:pt x="374735" y="187338"/>
                    <a:pt x="388475" y="194974"/>
                  </a:cubicBezTo>
                  <a:cubicBezTo>
                    <a:pt x="398963" y="200795"/>
                    <a:pt x="408037" y="209091"/>
                    <a:pt x="417794" y="216256"/>
                  </a:cubicBezTo>
                  <a:cubicBezTo>
                    <a:pt x="420788" y="218448"/>
                    <a:pt x="423875" y="220522"/>
                    <a:pt x="426915" y="222643"/>
                  </a:cubicBezTo>
                  <a:cubicBezTo>
                    <a:pt x="427457" y="222195"/>
                    <a:pt x="427999" y="221771"/>
                    <a:pt x="428518" y="221323"/>
                  </a:cubicBezTo>
                  <a:cubicBezTo>
                    <a:pt x="427339" y="217411"/>
                    <a:pt x="425878" y="213546"/>
                    <a:pt x="425077" y="209539"/>
                  </a:cubicBezTo>
                  <a:cubicBezTo>
                    <a:pt x="423757" y="203058"/>
                    <a:pt x="421990" y="196506"/>
                    <a:pt x="421990" y="190001"/>
                  </a:cubicBezTo>
                  <a:cubicBezTo>
                    <a:pt x="421990" y="182860"/>
                    <a:pt x="427882" y="179961"/>
                    <a:pt x="433915" y="183850"/>
                  </a:cubicBezTo>
                  <a:cubicBezTo>
                    <a:pt x="436838" y="185735"/>
                    <a:pt x="440302" y="189058"/>
                    <a:pt x="440679" y="192099"/>
                  </a:cubicBezTo>
                  <a:cubicBezTo>
                    <a:pt x="441645" y="199852"/>
                    <a:pt x="446713" y="202963"/>
                    <a:pt x="452840" y="204213"/>
                  </a:cubicBezTo>
                  <a:cubicBezTo>
                    <a:pt x="463187" y="206334"/>
                    <a:pt x="473745" y="207441"/>
                    <a:pt x="484210" y="208903"/>
                  </a:cubicBezTo>
                  <a:cubicBezTo>
                    <a:pt x="505680" y="211896"/>
                    <a:pt x="527363" y="213852"/>
                    <a:pt x="548551" y="218212"/>
                  </a:cubicBezTo>
                  <a:cubicBezTo>
                    <a:pt x="560170" y="220593"/>
                    <a:pt x="570823" y="227357"/>
                    <a:pt x="582183" y="231481"/>
                  </a:cubicBezTo>
                  <a:cubicBezTo>
                    <a:pt x="592718" y="235299"/>
                    <a:pt x="596088" y="233579"/>
                    <a:pt x="600873" y="223609"/>
                  </a:cubicBezTo>
                  <a:cubicBezTo>
                    <a:pt x="604431" y="216209"/>
                    <a:pt x="610158" y="211401"/>
                    <a:pt x="618077" y="209704"/>
                  </a:cubicBezTo>
                  <a:cubicBezTo>
                    <a:pt x="620387" y="209209"/>
                    <a:pt x="624040" y="209845"/>
                    <a:pt x="625336" y="211401"/>
                  </a:cubicBezTo>
                  <a:cubicBezTo>
                    <a:pt x="626444" y="212697"/>
                    <a:pt x="625713" y="216492"/>
                    <a:pt x="624606" y="218542"/>
                  </a:cubicBezTo>
                  <a:cubicBezTo>
                    <a:pt x="615155" y="236100"/>
                    <a:pt x="594674" y="245999"/>
                    <a:pt x="575136" y="242558"/>
                  </a:cubicBezTo>
                  <a:cubicBezTo>
                    <a:pt x="569550" y="241568"/>
                    <a:pt x="564059" y="240178"/>
                    <a:pt x="558544" y="238834"/>
                  </a:cubicBezTo>
                  <a:cubicBezTo>
                    <a:pt x="538747" y="233979"/>
                    <a:pt x="518808" y="230821"/>
                    <a:pt x="498374" y="234144"/>
                  </a:cubicBezTo>
                  <a:cubicBezTo>
                    <a:pt x="491681" y="235228"/>
                    <a:pt x="484846" y="236195"/>
                    <a:pt x="479284" y="243053"/>
                  </a:cubicBezTo>
                  <a:cubicBezTo>
                    <a:pt x="483715" y="244774"/>
                    <a:pt x="487179" y="246730"/>
                    <a:pt x="490903" y="247460"/>
                  </a:cubicBezTo>
                  <a:cubicBezTo>
                    <a:pt x="504950" y="250194"/>
                    <a:pt x="519067" y="252551"/>
                    <a:pt x="533161" y="254979"/>
                  </a:cubicBezTo>
                  <a:cubicBezTo>
                    <a:pt x="568560" y="261036"/>
                    <a:pt x="603465" y="268507"/>
                    <a:pt x="634222" y="288610"/>
                  </a:cubicBezTo>
                  <a:cubicBezTo>
                    <a:pt x="637686" y="290873"/>
                    <a:pt x="641669" y="292523"/>
                    <a:pt x="645582" y="293937"/>
                  </a:cubicBezTo>
                  <a:cubicBezTo>
                    <a:pt x="654113" y="296977"/>
                    <a:pt x="655739" y="295964"/>
                    <a:pt x="657507" y="287267"/>
                  </a:cubicBezTo>
                  <a:cubicBezTo>
                    <a:pt x="659228" y="278783"/>
                    <a:pt x="662833" y="276119"/>
                    <a:pt x="671130" y="278688"/>
                  </a:cubicBezTo>
                  <a:cubicBezTo>
                    <a:pt x="677422" y="280644"/>
                    <a:pt x="683951" y="283119"/>
                    <a:pt x="689183" y="286961"/>
                  </a:cubicBezTo>
                  <a:cubicBezTo>
                    <a:pt x="712115" y="303788"/>
                    <a:pt x="735047" y="320640"/>
                    <a:pt x="757059" y="338599"/>
                  </a:cubicBezTo>
                  <a:cubicBezTo>
                    <a:pt x="768466" y="347908"/>
                    <a:pt x="778082" y="359457"/>
                    <a:pt x="788146" y="370345"/>
                  </a:cubicBezTo>
                  <a:cubicBezTo>
                    <a:pt x="789819" y="372136"/>
                    <a:pt x="789583" y="375695"/>
                    <a:pt x="790220" y="378429"/>
                  </a:cubicBezTo>
                  <a:cubicBezTo>
                    <a:pt x="787439" y="378759"/>
                    <a:pt x="784516" y="379772"/>
                    <a:pt x="781900" y="379254"/>
                  </a:cubicBezTo>
                  <a:cubicBezTo>
                    <a:pt x="777092" y="378288"/>
                    <a:pt x="772497" y="376355"/>
                    <a:pt x="767759" y="374941"/>
                  </a:cubicBezTo>
                  <a:cubicBezTo>
                    <a:pt x="758898" y="372278"/>
                    <a:pt x="755905" y="374729"/>
                    <a:pt x="757931" y="383779"/>
                  </a:cubicBezTo>
                  <a:cubicBezTo>
                    <a:pt x="759416" y="390496"/>
                    <a:pt x="762126" y="396930"/>
                    <a:pt x="764083" y="403553"/>
                  </a:cubicBezTo>
                  <a:cubicBezTo>
                    <a:pt x="764766" y="405886"/>
                    <a:pt x="764837" y="408384"/>
                    <a:pt x="765473" y="412839"/>
                  </a:cubicBezTo>
                  <a:cubicBezTo>
                    <a:pt x="760406" y="409421"/>
                    <a:pt x="757130" y="407324"/>
                    <a:pt x="753972" y="405061"/>
                  </a:cubicBezTo>
                  <a:cubicBezTo>
                    <a:pt x="746124" y="399476"/>
                    <a:pt x="738488" y="393513"/>
                    <a:pt x="730404" y="388304"/>
                  </a:cubicBezTo>
                  <a:cubicBezTo>
                    <a:pt x="727458" y="386419"/>
                    <a:pt x="723427" y="386230"/>
                    <a:pt x="717653" y="384628"/>
                  </a:cubicBezTo>
                  <a:cubicBezTo>
                    <a:pt x="719515" y="390732"/>
                    <a:pt x="720034" y="394715"/>
                    <a:pt x="721872" y="397967"/>
                  </a:cubicBezTo>
                  <a:cubicBezTo>
                    <a:pt x="726114" y="405485"/>
                    <a:pt x="730498" y="413004"/>
                    <a:pt x="735659" y="419909"/>
                  </a:cubicBezTo>
                  <a:cubicBezTo>
                    <a:pt x="748457" y="436973"/>
                    <a:pt x="761844" y="453659"/>
                    <a:pt x="781028" y="464147"/>
                  </a:cubicBezTo>
                  <a:cubicBezTo>
                    <a:pt x="789819" y="468955"/>
                    <a:pt x="799529" y="473221"/>
                    <a:pt x="808839" y="466244"/>
                  </a:cubicBezTo>
                  <a:cubicBezTo>
                    <a:pt x="818125" y="459268"/>
                    <a:pt x="816711" y="448615"/>
                    <a:pt x="814778" y="438882"/>
                  </a:cubicBezTo>
                  <a:cubicBezTo>
                    <a:pt x="811172" y="420522"/>
                    <a:pt x="804620" y="402445"/>
                    <a:pt x="803536" y="383991"/>
                  </a:cubicBezTo>
                  <a:cubicBezTo>
                    <a:pt x="802711" y="369850"/>
                    <a:pt x="796913" y="360069"/>
                    <a:pt x="788523" y="350689"/>
                  </a:cubicBezTo>
                  <a:cubicBezTo>
                    <a:pt x="761961" y="320993"/>
                    <a:pt x="731629" y="295681"/>
                    <a:pt x="698445" y="273715"/>
                  </a:cubicBezTo>
                  <a:cubicBezTo>
                    <a:pt x="685718" y="265278"/>
                    <a:pt x="672143" y="260164"/>
                    <a:pt x="656635" y="261201"/>
                  </a:cubicBezTo>
                  <a:cubicBezTo>
                    <a:pt x="648975" y="261719"/>
                    <a:pt x="641316" y="262238"/>
                    <a:pt x="633656" y="262379"/>
                  </a:cubicBezTo>
                  <a:cubicBezTo>
                    <a:pt x="625855" y="262520"/>
                    <a:pt x="622909" y="259174"/>
                    <a:pt x="623427" y="251420"/>
                  </a:cubicBezTo>
                  <a:cubicBezTo>
                    <a:pt x="624394" y="236454"/>
                    <a:pt x="635306" y="226650"/>
                    <a:pt x="650130" y="227781"/>
                  </a:cubicBezTo>
                  <a:cubicBezTo>
                    <a:pt x="655009" y="228158"/>
                    <a:pt x="660312" y="228488"/>
                    <a:pt x="664554" y="230585"/>
                  </a:cubicBezTo>
                  <a:cubicBezTo>
                    <a:pt x="680604" y="238622"/>
                    <a:pt x="697290" y="245976"/>
                    <a:pt x="711973" y="256133"/>
                  </a:cubicBezTo>
                  <a:cubicBezTo>
                    <a:pt x="758521" y="288351"/>
                    <a:pt x="796560" y="329855"/>
                    <a:pt x="835235" y="370746"/>
                  </a:cubicBezTo>
                  <a:cubicBezTo>
                    <a:pt x="854585" y="391203"/>
                    <a:pt x="875890" y="409798"/>
                    <a:pt x="896513" y="428983"/>
                  </a:cubicBezTo>
                  <a:cubicBezTo>
                    <a:pt x="899600" y="431835"/>
                    <a:pt x="903913" y="433367"/>
                    <a:pt x="907660" y="435511"/>
                  </a:cubicBezTo>
                  <a:cubicBezTo>
                    <a:pt x="908462" y="435087"/>
                    <a:pt x="909263" y="434663"/>
                    <a:pt x="910064" y="434215"/>
                  </a:cubicBezTo>
                  <a:cubicBezTo>
                    <a:pt x="909381" y="430114"/>
                    <a:pt x="909805" y="425330"/>
                    <a:pt x="907778" y="422077"/>
                  </a:cubicBezTo>
                  <a:cubicBezTo>
                    <a:pt x="900260" y="409940"/>
                    <a:pt x="892482" y="397920"/>
                    <a:pt x="883786" y="386631"/>
                  </a:cubicBezTo>
                  <a:cubicBezTo>
                    <a:pt x="875608" y="376002"/>
                    <a:pt x="866157" y="366339"/>
                    <a:pt x="857248" y="356228"/>
                  </a:cubicBezTo>
                  <a:cubicBezTo>
                    <a:pt x="861255" y="358019"/>
                    <a:pt x="864366" y="360682"/>
                    <a:pt x="867594" y="363204"/>
                  </a:cubicBezTo>
                  <a:cubicBezTo>
                    <a:pt x="915037" y="400277"/>
                    <a:pt x="957602" y="442252"/>
                    <a:pt x="994769" y="489671"/>
                  </a:cubicBezTo>
                  <a:cubicBezTo>
                    <a:pt x="1015367" y="515973"/>
                    <a:pt x="1035872" y="542346"/>
                    <a:pt x="1056777" y="568413"/>
                  </a:cubicBezTo>
                  <a:cubicBezTo>
                    <a:pt x="1061538" y="574328"/>
                    <a:pt x="1067453" y="579490"/>
                    <a:pt x="1073534" y="584086"/>
                  </a:cubicBezTo>
                  <a:cubicBezTo>
                    <a:pt x="1075985" y="585947"/>
                    <a:pt x="1080251" y="585382"/>
                    <a:pt x="1083692" y="585900"/>
                  </a:cubicBezTo>
                  <a:cubicBezTo>
                    <a:pt x="1083220" y="582954"/>
                    <a:pt x="1083645" y="579466"/>
                    <a:pt x="1082160" y="577157"/>
                  </a:cubicBezTo>
                  <a:cubicBezTo>
                    <a:pt x="1073817" y="564029"/>
                    <a:pt x="1065214" y="551019"/>
                    <a:pt x="1056353" y="538245"/>
                  </a:cubicBezTo>
                  <a:cubicBezTo>
                    <a:pt x="1041434" y="516704"/>
                    <a:pt x="1025949" y="495563"/>
                    <a:pt x="1011361" y="473810"/>
                  </a:cubicBezTo>
                  <a:cubicBezTo>
                    <a:pt x="1007778" y="468483"/>
                    <a:pt x="1005775" y="461672"/>
                    <a:pt x="1004597" y="455238"/>
                  </a:cubicBezTo>
                  <a:cubicBezTo>
                    <a:pt x="1002994" y="446447"/>
                    <a:pt x="1007802" y="442700"/>
                    <a:pt x="1015132" y="447248"/>
                  </a:cubicBezTo>
                  <a:cubicBezTo>
                    <a:pt x="1022344" y="451703"/>
                    <a:pt x="1029155" y="457501"/>
                    <a:pt x="1034528" y="464052"/>
                  </a:cubicBezTo>
                  <a:cubicBezTo>
                    <a:pt x="1044262" y="475884"/>
                    <a:pt x="1051969" y="489388"/>
                    <a:pt x="1061985" y="500937"/>
                  </a:cubicBezTo>
                  <a:cubicBezTo>
                    <a:pt x="1078153" y="519603"/>
                    <a:pt x="1095429" y="537326"/>
                    <a:pt x="1112445" y="555214"/>
                  </a:cubicBezTo>
                  <a:cubicBezTo>
                    <a:pt x="1114708" y="557595"/>
                    <a:pt x="1118290" y="558726"/>
                    <a:pt x="1122603" y="561201"/>
                  </a:cubicBezTo>
                  <a:cubicBezTo>
                    <a:pt x="1122037" y="557595"/>
                    <a:pt x="1122108" y="556016"/>
                    <a:pt x="1121542" y="554743"/>
                  </a:cubicBezTo>
                  <a:cubicBezTo>
                    <a:pt x="1119586" y="550477"/>
                    <a:pt x="1117866" y="545999"/>
                    <a:pt x="1115226" y="542205"/>
                  </a:cubicBezTo>
                  <a:cubicBezTo>
                    <a:pt x="1097738" y="517034"/>
                    <a:pt x="1080416" y="491745"/>
                    <a:pt x="1062245" y="467069"/>
                  </a:cubicBezTo>
                  <a:cubicBezTo>
                    <a:pt x="1055316" y="457312"/>
                    <a:pt x="1046218" y="449063"/>
                    <a:pt x="1037851" y="440319"/>
                  </a:cubicBezTo>
                  <a:close/>
                  <a:moveTo>
                    <a:pt x="503418" y="55780"/>
                  </a:moveTo>
                  <a:cubicBezTo>
                    <a:pt x="488617" y="59999"/>
                    <a:pt x="475254" y="59598"/>
                    <a:pt x="460736" y="55945"/>
                  </a:cubicBezTo>
                  <a:cubicBezTo>
                    <a:pt x="470187" y="47390"/>
                    <a:pt x="493331" y="47272"/>
                    <a:pt x="503418" y="55780"/>
                  </a:cubicBezTo>
                  <a:close/>
                  <a:moveTo>
                    <a:pt x="341999" y="187126"/>
                  </a:moveTo>
                  <a:cubicBezTo>
                    <a:pt x="311926" y="208266"/>
                    <a:pt x="281782" y="229313"/>
                    <a:pt x="251214" y="249699"/>
                  </a:cubicBezTo>
                  <a:cubicBezTo>
                    <a:pt x="243342" y="254955"/>
                    <a:pt x="234056" y="258372"/>
                    <a:pt x="225006" y="261436"/>
                  </a:cubicBezTo>
                  <a:cubicBezTo>
                    <a:pt x="214801" y="264877"/>
                    <a:pt x="210040" y="259951"/>
                    <a:pt x="212986" y="249676"/>
                  </a:cubicBezTo>
                  <a:cubicBezTo>
                    <a:pt x="214636" y="243949"/>
                    <a:pt x="217417" y="239235"/>
                    <a:pt x="223757" y="236572"/>
                  </a:cubicBezTo>
                  <a:cubicBezTo>
                    <a:pt x="240703" y="229454"/>
                    <a:pt x="257766" y="222337"/>
                    <a:pt x="273981" y="213711"/>
                  </a:cubicBezTo>
                  <a:cubicBezTo>
                    <a:pt x="296842" y="201573"/>
                    <a:pt x="318878" y="187927"/>
                    <a:pt x="341457" y="175247"/>
                  </a:cubicBezTo>
                  <a:cubicBezTo>
                    <a:pt x="346642" y="172325"/>
                    <a:pt x="352581" y="170699"/>
                    <a:pt x="358167" y="168483"/>
                  </a:cubicBezTo>
                  <a:cubicBezTo>
                    <a:pt x="358756" y="169402"/>
                    <a:pt x="359369" y="170321"/>
                    <a:pt x="359958" y="171241"/>
                  </a:cubicBezTo>
                  <a:cubicBezTo>
                    <a:pt x="353972" y="176567"/>
                    <a:pt x="348480" y="182553"/>
                    <a:pt x="341999" y="18712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51" name="Google Shape;3351;p59"/>
            <p:cNvSpPr/>
            <p:nvPr/>
          </p:nvSpPr>
          <p:spPr>
            <a:xfrm>
              <a:off x="190581" y="2180046"/>
              <a:ext cx="1006655" cy="452263"/>
            </a:xfrm>
            <a:custGeom>
              <a:rect b="b" l="l" r="r" t="t"/>
              <a:pathLst>
                <a:path extrusionOk="0" h="452263" w="1006655">
                  <a:moveTo>
                    <a:pt x="12020" y="446890"/>
                  </a:moveTo>
                  <a:cubicBezTo>
                    <a:pt x="21777" y="438900"/>
                    <a:pt x="31794" y="431099"/>
                    <a:pt x="40726" y="422238"/>
                  </a:cubicBezTo>
                  <a:cubicBezTo>
                    <a:pt x="69031" y="394144"/>
                    <a:pt x="96465" y="365155"/>
                    <a:pt x="125077" y="337368"/>
                  </a:cubicBezTo>
                  <a:cubicBezTo>
                    <a:pt x="141362" y="321554"/>
                    <a:pt x="158709" y="306659"/>
                    <a:pt x="176668" y="292777"/>
                  </a:cubicBezTo>
                  <a:cubicBezTo>
                    <a:pt x="188900" y="283326"/>
                    <a:pt x="195334" y="285518"/>
                    <a:pt x="204313" y="297986"/>
                  </a:cubicBezTo>
                  <a:cubicBezTo>
                    <a:pt x="211172" y="307507"/>
                    <a:pt x="216734" y="309039"/>
                    <a:pt x="226114" y="302252"/>
                  </a:cubicBezTo>
                  <a:cubicBezTo>
                    <a:pt x="235305" y="295605"/>
                    <a:pt x="243649" y="287781"/>
                    <a:pt x="252416" y="280545"/>
                  </a:cubicBezTo>
                  <a:cubicBezTo>
                    <a:pt x="264719" y="270364"/>
                    <a:pt x="278223" y="262303"/>
                    <a:pt x="293590" y="257661"/>
                  </a:cubicBezTo>
                  <a:cubicBezTo>
                    <a:pt x="303677" y="254620"/>
                    <a:pt x="313717" y="254997"/>
                    <a:pt x="324888" y="258061"/>
                  </a:cubicBezTo>
                  <a:cubicBezTo>
                    <a:pt x="314330" y="272344"/>
                    <a:pt x="296088" y="277811"/>
                    <a:pt x="288499" y="294828"/>
                  </a:cubicBezTo>
                  <a:cubicBezTo>
                    <a:pt x="291280" y="295228"/>
                    <a:pt x="292223" y="295440"/>
                    <a:pt x="293165" y="295488"/>
                  </a:cubicBezTo>
                  <a:cubicBezTo>
                    <a:pt x="294155" y="295535"/>
                    <a:pt x="295239" y="295676"/>
                    <a:pt x="296111" y="295346"/>
                  </a:cubicBezTo>
                  <a:cubicBezTo>
                    <a:pt x="313246" y="289077"/>
                    <a:pt x="325407" y="277387"/>
                    <a:pt x="332972" y="260937"/>
                  </a:cubicBezTo>
                  <a:cubicBezTo>
                    <a:pt x="333561" y="259664"/>
                    <a:pt x="332666" y="256317"/>
                    <a:pt x="331700" y="255940"/>
                  </a:cubicBezTo>
                  <a:cubicBezTo>
                    <a:pt x="325878" y="253725"/>
                    <a:pt x="328259" y="249977"/>
                    <a:pt x="330050" y="247031"/>
                  </a:cubicBezTo>
                  <a:cubicBezTo>
                    <a:pt x="334033" y="240503"/>
                    <a:pt x="338676" y="234399"/>
                    <a:pt x="342753" y="227917"/>
                  </a:cubicBezTo>
                  <a:cubicBezTo>
                    <a:pt x="344709" y="224806"/>
                    <a:pt x="346005" y="221248"/>
                    <a:pt x="348598" y="215827"/>
                  </a:cubicBezTo>
                  <a:cubicBezTo>
                    <a:pt x="342659" y="216746"/>
                    <a:pt x="338746" y="216487"/>
                    <a:pt x="335659" y="217948"/>
                  </a:cubicBezTo>
                  <a:cubicBezTo>
                    <a:pt x="320293" y="225231"/>
                    <a:pt x="304950" y="232584"/>
                    <a:pt x="289984" y="240668"/>
                  </a:cubicBezTo>
                  <a:cubicBezTo>
                    <a:pt x="268914" y="252028"/>
                    <a:pt x="248315" y="264307"/>
                    <a:pt x="227198" y="275620"/>
                  </a:cubicBezTo>
                  <a:cubicBezTo>
                    <a:pt x="221424" y="278707"/>
                    <a:pt x="214542" y="279744"/>
                    <a:pt x="208178" y="281724"/>
                  </a:cubicBezTo>
                  <a:cubicBezTo>
                    <a:pt x="207707" y="281017"/>
                    <a:pt x="207236" y="280333"/>
                    <a:pt x="206764" y="279626"/>
                  </a:cubicBezTo>
                  <a:cubicBezTo>
                    <a:pt x="207471" y="277151"/>
                    <a:pt x="207636" y="274347"/>
                    <a:pt x="208980" y="272273"/>
                  </a:cubicBezTo>
                  <a:cubicBezTo>
                    <a:pt x="219303" y="256459"/>
                    <a:pt x="232029" y="243920"/>
                    <a:pt x="252062" y="241563"/>
                  </a:cubicBezTo>
                  <a:cubicBezTo>
                    <a:pt x="255409" y="241163"/>
                    <a:pt x="258897" y="239961"/>
                    <a:pt x="261820" y="238264"/>
                  </a:cubicBezTo>
                  <a:cubicBezTo>
                    <a:pt x="274405" y="230981"/>
                    <a:pt x="286826" y="223392"/>
                    <a:pt x="299270" y="215874"/>
                  </a:cubicBezTo>
                  <a:cubicBezTo>
                    <a:pt x="309404" y="209746"/>
                    <a:pt x="319208" y="203006"/>
                    <a:pt x="329673" y="197561"/>
                  </a:cubicBezTo>
                  <a:cubicBezTo>
                    <a:pt x="337050" y="193720"/>
                    <a:pt x="344992" y="191410"/>
                    <a:pt x="353759" y="195582"/>
                  </a:cubicBezTo>
                  <a:cubicBezTo>
                    <a:pt x="359864" y="198504"/>
                    <a:pt x="363446" y="195700"/>
                    <a:pt x="364672" y="188888"/>
                  </a:cubicBezTo>
                  <a:cubicBezTo>
                    <a:pt x="366086" y="181087"/>
                    <a:pt x="370870" y="176350"/>
                    <a:pt x="378836" y="175054"/>
                  </a:cubicBezTo>
                  <a:cubicBezTo>
                    <a:pt x="382489" y="174465"/>
                    <a:pt x="386260" y="174323"/>
                    <a:pt x="389866" y="173545"/>
                  </a:cubicBezTo>
                  <a:cubicBezTo>
                    <a:pt x="398751" y="171636"/>
                    <a:pt x="406953" y="168195"/>
                    <a:pt x="411949" y="160064"/>
                  </a:cubicBezTo>
                  <a:cubicBezTo>
                    <a:pt x="413151" y="158108"/>
                    <a:pt x="413693" y="154337"/>
                    <a:pt x="412586" y="152711"/>
                  </a:cubicBezTo>
                  <a:cubicBezTo>
                    <a:pt x="411431" y="150991"/>
                    <a:pt x="407896" y="150001"/>
                    <a:pt x="405492" y="150142"/>
                  </a:cubicBezTo>
                  <a:cubicBezTo>
                    <a:pt x="390290" y="151038"/>
                    <a:pt x="388334" y="149317"/>
                    <a:pt x="388570" y="134069"/>
                  </a:cubicBezTo>
                  <a:cubicBezTo>
                    <a:pt x="388711" y="125231"/>
                    <a:pt x="386378" y="123581"/>
                    <a:pt x="378553" y="127045"/>
                  </a:cubicBezTo>
                  <a:cubicBezTo>
                    <a:pt x="373887" y="129096"/>
                    <a:pt x="368749" y="131618"/>
                    <a:pt x="365614" y="125584"/>
                  </a:cubicBezTo>
                  <a:cubicBezTo>
                    <a:pt x="362503" y="119598"/>
                    <a:pt x="365897" y="115026"/>
                    <a:pt x="371200" y="112150"/>
                  </a:cubicBezTo>
                  <a:cubicBezTo>
                    <a:pt x="382913" y="105787"/>
                    <a:pt x="395263" y="104844"/>
                    <a:pt x="407660" y="109628"/>
                  </a:cubicBezTo>
                  <a:cubicBezTo>
                    <a:pt x="410182" y="110618"/>
                    <a:pt x="413741" y="114955"/>
                    <a:pt x="413246" y="116722"/>
                  </a:cubicBezTo>
                  <a:cubicBezTo>
                    <a:pt x="411195" y="123958"/>
                    <a:pt x="415603" y="124712"/>
                    <a:pt x="420269" y="124524"/>
                  </a:cubicBezTo>
                  <a:cubicBezTo>
                    <a:pt x="430356" y="124123"/>
                    <a:pt x="440443" y="123180"/>
                    <a:pt x="450531" y="122261"/>
                  </a:cubicBezTo>
                  <a:cubicBezTo>
                    <a:pt x="456918" y="121672"/>
                    <a:pt x="463281" y="120729"/>
                    <a:pt x="469645" y="119928"/>
                  </a:cubicBezTo>
                  <a:cubicBezTo>
                    <a:pt x="470375" y="121177"/>
                    <a:pt x="471106" y="122450"/>
                    <a:pt x="471836" y="123699"/>
                  </a:cubicBezTo>
                  <a:cubicBezTo>
                    <a:pt x="469173" y="125396"/>
                    <a:pt x="466345" y="126880"/>
                    <a:pt x="463870" y="128837"/>
                  </a:cubicBezTo>
                  <a:cubicBezTo>
                    <a:pt x="458049" y="133432"/>
                    <a:pt x="452228" y="138099"/>
                    <a:pt x="446736" y="143072"/>
                  </a:cubicBezTo>
                  <a:cubicBezTo>
                    <a:pt x="445134" y="144533"/>
                    <a:pt x="443389" y="147620"/>
                    <a:pt x="443955" y="149152"/>
                  </a:cubicBezTo>
                  <a:cubicBezTo>
                    <a:pt x="444544" y="150802"/>
                    <a:pt x="447679" y="152263"/>
                    <a:pt x="449847" y="152523"/>
                  </a:cubicBezTo>
                  <a:cubicBezTo>
                    <a:pt x="456965" y="153347"/>
                    <a:pt x="464177" y="154196"/>
                    <a:pt x="471294" y="153960"/>
                  </a:cubicBezTo>
                  <a:cubicBezTo>
                    <a:pt x="506175" y="152758"/>
                    <a:pt x="541033" y="150708"/>
                    <a:pt x="575937" y="149907"/>
                  </a:cubicBezTo>
                  <a:cubicBezTo>
                    <a:pt x="634410" y="148563"/>
                    <a:pt x="692647" y="152051"/>
                    <a:pt x="750649" y="159923"/>
                  </a:cubicBezTo>
                  <a:cubicBezTo>
                    <a:pt x="804267" y="167206"/>
                    <a:pt x="857177" y="177576"/>
                    <a:pt x="909169" y="192683"/>
                  </a:cubicBezTo>
                  <a:cubicBezTo>
                    <a:pt x="916027" y="194686"/>
                    <a:pt x="922909" y="196784"/>
                    <a:pt x="929909" y="198056"/>
                  </a:cubicBezTo>
                  <a:cubicBezTo>
                    <a:pt x="933208" y="198669"/>
                    <a:pt x="936838" y="197420"/>
                    <a:pt x="940326" y="197019"/>
                  </a:cubicBezTo>
                  <a:cubicBezTo>
                    <a:pt x="939053" y="193531"/>
                    <a:pt x="938676" y="189218"/>
                    <a:pt x="936343" y="186767"/>
                  </a:cubicBezTo>
                  <a:cubicBezTo>
                    <a:pt x="932855" y="183138"/>
                    <a:pt x="928330" y="179791"/>
                    <a:pt x="923616" y="178283"/>
                  </a:cubicBezTo>
                  <a:cubicBezTo>
                    <a:pt x="916428" y="175973"/>
                    <a:pt x="908721" y="175360"/>
                    <a:pt x="901226" y="173993"/>
                  </a:cubicBezTo>
                  <a:cubicBezTo>
                    <a:pt x="892577" y="172438"/>
                    <a:pt x="891563" y="169704"/>
                    <a:pt x="897055" y="162893"/>
                  </a:cubicBezTo>
                  <a:cubicBezTo>
                    <a:pt x="905799" y="151981"/>
                    <a:pt x="917253" y="150849"/>
                    <a:pt x="929178" y="155327"/>
                  </a:cubicBezTo>
                  <a:cubicBezTo>
                    <a:pt x="943225" y="160630"/>
                    <a:pt x="956565" y="167818"/>
                    <a:pt x="970682" y="172956"/>
                  </a:cubicBezTo>
                  <a:cubicBezTo>
                    <a:pt x="979049" y="175997"/>
                    <a:pt x="988240" y="177175"/>
                    <a:pt x="997173" y="178236"/>
                  </a:cubicBezTo>
                  <a:cubicBezTo>
                    <a:pt x="1002405" y="178848"/>
                    <a:pt x="1006435" y="175384"/>
                    <a:pt x="1006647" y="169892"/>
                  </a:cubicBezTo>
                  <a:cubicBezTo>
                    <a:pt x="1006883" y="163906"/>
                    <a:pt x="1002051" y="162068"/>
                    <a:pt x="997149" y="161596"/>
                  </a:cubicBezTo>
                  <a:cubicBezTo>
                    <a:pt x="974618" y="159428"/>
                    <a:pt x="953972" y="151108"/>
                    <a:pt x="934010" y="141375"/>
                  </a:cubicBezTo>
                  <a:cubicBezTo>
                    <a:pt x="898398" y="123981"/>
                    <a:pt x="861632" y="109958"/>
                    <a:pt x="823380" y="99800"/>
                  </a:cubicBezTo>
                  <a:cubicBezTo>
                    <a:pt x="770941" y="85872"/>
                    <a:pt x="718101" y="74842"/>
                    <a:pt x="663305" y="78306"/>
                  </a:cubicBezTo>
                  <a:cubicBezTo>
                    <a:pt x="661584" y="78424"/>
                    <a:pt x="659840" y="78047"/>
                    <a:pt x="656046" y="77741"/>
                  </a:cubicBezTo>
                  <a:cubicBezTo>
                    <a:pt x="664035" y="74465"/>
                    <a:pt x="670045" y="72296"/>
                    <a:pt x="675796" y="69586"/>
                  </a:cubicBezTo>
                  <a:cubicBezTo>
                    <a:pt x="704644" y="55963"/>
                    <a:pt x="734599" y="54219"/>
                    <a:pt x="765544" y="60300"/>
                  </a:cubicBezTo>
                  <a:cubicBezTo>
                    <a:pt x="799812" y="67041"/>
                    <a:pt x="832548" y="78613"/>
                    <a:pt x="865025" y="91080"/>
                  </a:cubicBezTo>
                  <a:cubicBezTo>
                    <a:pt x="899529" y="104326"/>
                    <a:pt x="933585" y="118938"/>
                    <a:pt x="969951" y="126668"/>
                  </a:cubicBezTo>
                  <a:cubicBezTo>
                    <a:pt x="977635" y="128294"/>
                    <a:pt x="985601" y="130793"/>
                    <a:pt x="994934" y="126975"/>
                  </a:cubicBezTo>
                  <a:cubicBezTo>
                    <a:pt x="992270" y="124076"/>
                    <a:pt x="990691" y="121577"/>
                    <a:pt x="988429" y="120022"/>
                  </a:cubicBezTo>
                  <a:cubicBezTo>
                    <a:pt x="983126" y="116416"/>
                    <a:pt x="977729" y="112857"/>
                    <a:pt x="972025" y="109982"/>
                  </a:cubicBezTo>
                  <a:cubicBezTo>
                    <a:pt x="924559" y="85919"/>
                    <a:pt x="875466" y="65980"/>
                    <a:pt x="823687" y="53371"/>
                  </a:cubicBezTo>
                  <a:cubicBezTo>
                    <a:pt x="775325" y="41587"/>
                    <a:pt x="726727" y="30698"/>
                    <a:pt x="678153" y="19810"/>
                  </a:cubicBezTo>
                  <a:cubicBezTo>
                    <a:pt x="671059" y="18207"/>
                    <a:pt x="663470" y="18796"/>
                    <a:pt x="656117" y="18372"/>
                  </a:cubicBezTo>
                  <a:cubicBezTo>
                    <a:pt x="655975" y="19173"/>
                    <a:pt x="655834" y="19998"/>
                    <a:pt x="655692" y="20800"/>
                  </a:cubicBezTo>
                  <a:cubicBezTo>
                    <a:pt x="658850" y="23463"/>
                    <a:pt x="662244" y="25914"/>
                    <a:pt x="665120" y="28860"/>
                  </a:cubicBezTo>
                  <a:cubicBezTo>
                    <a:pt x="668254" y="32065"/>
                    <a:pt x="671365" y="35742"/>
                    <a:pt x="667971" y="40573"/>
                  </a:cubicBezTo>
                  <a:cubicBezTo>
                    <a:pt x="664389" y="45688"/>
                    <a:pt x="658945" y="47856"/>
                    <a:pt x="653783" y="44627"/>
                  </a:cubicBezTo>
                  <a:cubicBezTo>
                    <a:pt x="649447" y="41917"/>
                    <a:pt x="646359" y="37085"/>
                    <a:pt x="643060" y="32914"/>
                  </a:cubicBezTo>
                  <a:cubicBezTo>
                    <a:pt x="639289" y="28106"/>
                    <a:pt x="636390" y="22544"/>
                    <a:pt x="632218" y="18136"/>
                  </a:cubicBezTo>
                  <a:cubicBezTo>
                    <a:pt x="627575" y="13234"/>
                    <a:pt x="621118" y="10359"/>
                    <a:pt x="614778" y="14153"/>
                  </a:cubicBezTo>
                  <a:cubicBezTo>
                    <a:pt x="608297" y="18042"/>
                    <a:pt x="609970" y="24759"/>
                    <a:pt x="611596" y="30934"/>
                  </a:cubicBezTo>
                  <a:cubicBezTo>
                    <a:pt x="612350" y="33786"/>
                    <a:pt x="613269" y="36755"/>
                    <a:pt x="613128" y="39607"/>
                  </a:cubicBezTo>
                  <a:cubicBezTo>
                    <a:pt x="613010" y="41823"/>
                    <a:pt x="611902" y="44556"/>
                    <a:pt x="610300" y="46065"/>
                  </a:cubicBezTo>
                  <a:cubicBezTo>
                    <a:pt x="603041" y="52923"/>
                    <a:pt x="581523" y="49176"/>
                    <a:pt x="577139" y="40243"/>
                  </a:cubicBezTo>
                  <a:cubicBezTo>
                    <a:pt x="575937" y="37792"/>
                    <a:pt x="575631" y="34469"/>
                    <a:pt x="576032" y="31688"/>
                  </a:cubicBezTo>
                  <a:cubicBezTo>
                    <a:pt x="577493" y="21625"/>
                    <a:pt x="575160" y="17807"/>
                    <a:pt x="565025" y="17524"/>
                  </a:cubicBezTo>
                  <a:cubicBezTo>
                    <a:pt x="556446" y="17288"/>
                    <a:pt x="547679" y="17665"/>
                    <a:pt x="539242" y="19173"/>
                  </a:cubicBezTo>
                  <a:cubicBezTo>
                    <a:pt x="522791" y="22096"/>
                    <a:pt x="507189" y="27587"/>
                    <a:pt x="494674" y="39348"/>
                  </a:cubicBezTo>
                  <a:cubicBezTo>
                    <a:pt x="492058" y="41799"/>
                    <a:pt x="490361" y="45264"/>
                    <a:pt x="488263" y="48280"/>
                  </a:cubicBezTo>
                  <a:cubicBezTo>
                    <a:pt x="488735" y="49176"/>
                    <a:pt x="489230" y="50071"/>
                    <a:pt x="489701" y="50967"/>
                  </a:cubicBezTo>
                  <a:cubicBezTo>
                    <a:pt x="503559" y="49647"/>
                    <a:pt x="517441" y="48351"/>
                    <a:pt x="531299" y="47031"/>
                  </a:cubicBezTo>
                  <a:cubicBezTo>
                    <a:pt x="526114" y="50519"/>
                    <a:pt x="520646" y="52711"/>
                    <a:pt x="515697" y="55799"/>
                  </a:cubicBezTo>
                  <a:cubicBezTo>
                    <a:pt x="509734" y="59522"/>
                    <a:pt x="510017" y="64118"/>
                    <a:pt x="516592" y="66475"/>
                  </a:cubicBezTo>
                  <a:cubicBezTo>
                    <a:pt x="522791" y="68690"/>
                    <a:pt x="529508" y="70647"/>
                    <a:pt x="535989" y="70694"/>
                  </a:cubicBezTo>
                  <a:cubicBezTo>
                    <a:pt x="559699" y="70835"/>
                    <a:pt x="583432" y="70317"/>
                    <a:pt x="607165" y="69680"/>
                  </a:cubicBezTo>
                  <a:cubicBezTo>
                    <a:pt x="620411" y="69327"/>
                    <a:pt x="633632" y="68313"/>
                    <a:pt x="646854" y="67583"/>
                  </a:cubicBezTo>
                  <a:cubicBezTo>
                    <a:pt x="635494" y="71872"/>
                    <a:pt x="623946" y="74959"/>
                    <a:pt x="612350" y="77835"/>
                  </a:cubicBezTo>
                  <a:cubicBezTo>
                    <a:pt x="578648" y="86154"/>
                    <a:pt x="544851" y="92942"/>
                    <a:pt x="509875" y="85895"/>
                  </a:cubicBezTo>
                  <a:cubicBezTo>
                    <a:pt x="505115" y="84929"/>
                    <a:pt x="499812" y="84952"/>
                    <a:pt x="495145" y="86060"/>
                  </a:cubicBezTo>
                  <a:cubicBezTo>
                    <a:pt x="491869" y="86838"/>
                    <a:pt x="487580" y="89690"/>
                    <a:pt x="486614" y="92589"/>
                  </a:cubicBezTo>
                  <a:cubicBezTo>
                    <a:pt x="484233" y="99683"/>
                    <a:pt x="479331" y="103430"/>
                    <a:pt x="472921" y="104773"/>
                  </a:cubicBezTo>
                  <a:cubicBezTo>
                    <a:pt x="466227" y="106187"/>
                    <a:pt x="459227" y="106541"/>
                    <a:pt x="452345" y="106494"/>
                  </a:cubicBezTo>
                  <a:cubicBezTo>
                    <a:pt x="440656" y="106447"/>
                    <a:pt x="437050" y="101686"/>
                    <a:pt x="440019" y="90467"/>
                  </a:cubicBezTo>
                  <a:cubicBezTo>
                    <a:pt x="448150" y="59829"/>
                    <a:pt x="463022" y="33338"/>
                    <a:pt x="487981" y="13022"/>
                  </a:cubicBezTo>
                  <a:cubicBezTo>
                    <a:pt x="491327" y="10288"/>
                    <a:pt x="493731" y="6399"/>
                    <a:pt x="497431" y="2039"/>
                  </a:cubicBezTo>
                  <a:cubicBezTo>
                    <a:pt x="493401" y="955"/>
                    <a:pt x="491469" y="-129"/>
                    <a:pt x="489654" y="12"/>
                  </a:cubicBezTo>
                  <a:cubicBezTo>
                    <a:pt x="470658" y="1544"/>
                    <a:pt x="451780" y="4090"/>
                    <a:pt x="434999" y="13941"/>
                  </a:cubicBezTo>
                  <a:cubicBezTo>
                    <a:pt x="427316" y="18466"/>
                    <a:pt x="425454" y="25136"/>
                    <a:pt x="427599" y="33856"/>
                  </a:cubicBezTo>
                  <a:cubicBezTo>
                    <a:pt x="428353" y="36944"/>
                    <a:pt x="429366" y="40149"/>
                    <a:pt x="429296" y="43260"/>
                  </a:cubicBezTo>
                  <a:cubicBezTo>
                    <a:pt x="429107" y="51179"/>
                    <a:pt x="422862" y="55469"/>
                    <a:pt x="416192" y="51462"/>
                  </a:cubicBezTo>
                  <a:cubicBezTo>
                    <a:pt x="410960" y="48351"/>
                    <a:pt x="406293" y="43519"/>
                    <a:pt x="402852" y="38429"/>
                  </a:cubicBezTo>
                  <a:cubicBezTo>
                    <a:pt x="399623" y="33644"/>
                    <a:pt x="396677" y="29520"/>
                    <a:pt x="390667" y="28789"/>
                  </a:cubicBezTo>
                  <a:cubicBezTo>
                    <a:pt x="370257" y="26291"/>
                    <a:pt x="351355" y="30510"/>
                    <a:pt x="334834" y="42860"/>
                  </a:cubicBezTo>
                  <a:cubicBezTo>
                    <a:pt x="332359" y="44721"/>
                    <a:pt x="330969" y="50307"/>
                    <a:pt x="331652" y="53654"/>
                  </a:cubicBezTo>
                  <a:cubicBezTo>
                    <a:pt x="332878" y="59734"/>
                    <a:pt x="330545" y="62775"/>
                    <a:pt x="325619" y="64519"/>
                  </a:cubicBezTo>
                  <a:cubicBezTo>
                    <a:pt x="322414" y="65650"/>
                    <a:pt x="318878" y="65886"/>
                    <a:pt x="315461" y="66357"/>
                  </a:cubicBezTo>
                  <a:cubicBezTo>
                    <a:pt x="308862" y="67253"/>
                    <a:pt x="302145" y="67535"/>
                    <a:pt x="295687" y="68973"/>
                  </a:cubicBezTo>
                  <a:cubicBezTo>
                    <a:pt x="253264" y="78495"/>
                    <a:pt x="213411" y="94851"/>
                    <a:pt x="175018" y="115026"/>
                  </a:cubicBezTo>
                  <a:cubicBezTo>
                    <a:pt x="162668" y="121507"/>
                    <a:pt x="151473" y="129284"/>
                    <a:pt x="143154" y="141021"/>
                  </a:cubicBezTo>
                  <a:cubicBezTo>
                    <a:pt x="138534" y="147526"/>
                    <a:pt x="132100" y="151863"/>
                    <a:pt x="122885" y="150873"/>
                  </a:cubicBezTo>
                  <a:cubicBezTo>
                    <a:pt x="116074" y="150142"/>
                    <a:pt x="112633" y="155233"/>
                    <a:pt x="109804" y="163505"/>
                  </a:cubicBezTo>
                  <a:cubicBezTo>
                    <a:pt x="117276" y="161832"/>
                    <a:pt x="123380" y="161337"/>
                    <a:pt x="128824" y="159122"/>
                  </a:cubicBezTo>
                  <a:cubicBezTo>
                    <a:pt x="159651" y="146560"/>
                    <a:pt x="190290" y="133527"/>
                    <a:pt x="221070" y="120776"/>
                  </a:cubicBezTo>
                  <a:cubicBezTo>
                    <a:pt x="251355" y="108238"/>
                    <a:pt x="281381" y="95040"/>
                    <a:pt x="313717" y="88040"/>
                  </a:cubicBezTo>
                  <a:cubicBezTo>
                    <a:pt x="331016" y="84293"/>
                    <a:pt x="346053" y="75855"/>
                    <a:pt x="355739" y="59970"/>
                  </a:cubicBezTo>
                  <a:cubicBezTo>
                    <a:pt x="357035" y="57825"/>
                    <a:pt x="359133" y="56176"/>
                    <a:pt x="361113" y="53984"/>
                  </a:cubicBezTo>
                  <a:cubicBezTo>
                    <a:pt x="370328" y="73098"/>
                    <a:pt x="359793" y="94922"/>
                    <a:pt x="339053" y="102110"/>
                  </a:cubicBezTo>
                  <a:cubicBezTo>
                    <a:pt x="310630" y="111962"/>
                    <a:pt x="281853" y="120988"/>
                    <a:pt x="253995" y="132254"/>
                  </a:cubicBezTo>
                  <a:cubicBezTo>
                    <a:pt x="218784" y="146466"/>
                    <a:pt x="184280" y="162421"/>
                    <a:pt x="149635" y="178000"/>
                  </a:cubicBezTo>
                  <a:cubicBezTo>
                    <a:pt x="143012" y="180969"/>
                    <a:pt x="136625" y="184623"/>
                    <a:pt x="133561" y="192471"/>
                  </a:cubicBezTo>
                  <a:cubicBezTo>
                    <a:pt x="132477" y="195275"/>
                    <a:pt x="128093" y="197609"/>
                    <a:pt x="124747" y="198528"/>
                  </a:cubicBezTo>
                  <a:cubicBezTo>
                    <a:pt x="118619" y="200225"/>
                    <a:pt x="111973" y="200060"/>
                    <a:pt x="105869" y="201827"/>
                  </a:cubicBezTo>
                  <a:cubicBezTo>
                    <a:pt x="96536" y="204514"/>
                    <a:pt x="87203" y="207578"/>
                    <a:pt x="78412" y="211679"/>
                  </a:cubicBezTo>
                  <a:cubicBezTo>
                    <a:pt x="73392" y="214012"/>
                    <a:pt x="70846" y="219409"/>
                    <a:pt x="70493" y="226598"/>
                  </a:cubicBezTo>
                  <a:cubicBezTo>
                    <a:pt x="74617" y="224759"/>
                    <a:pt x="77587" y="222803"/>
                    <a:pt x="80816" y="222120"/>
                  </a:cubicBezTo>
                  <a:cubicBezTo>
                    <a:pt x="84586" y="221342"/>
                    <a:pt x="88569" y="221719"/>
                    <a:pt x="92458" y="221578"/>
                  </a:cubicBezTo>
                  <a:cubicBezTo>
                    <a:pt x="92364" y="225961"/>
                    <a:pt x="93000" y="230510"/>
                    <a:pt x="91916" y="234634"/>
                  </a:cubicBezTo>
                  <a:cubicBezTo>
                    <a:pt x="91186" y="237439"/>
                    <a:pt x="88475" y="240220"/>
                    <a:pt x="85930" y="241964"/>
                  </a:cubicBezTo>
                  <a:cubicBezTo>
                    <a:pt x="77822" y="247526"/>
                    <a:pt x="69762" y="253418"/>
                    <a:pt x="60947" y="257590"/>
                  </a:cubicBezTo>
                  <a:cubicBezTo>
                    <a:pt x="51756" y="261950"/>
                    <a:pt x="41692" y="264425"/>
                    <a:pt x="30827" y="255964"/>
                  </a:cubicBezTo>
                  <a:cubicBezTo>
                    <a:pt x="33231" y="271754"/>
                    <a:pt x="38605" y="284246"/>
                    <a:pt x="47372" y="296100"/>
                  </a:cubicBezTo>
                  <a:cubicBezTo>
                    <a:pt x="50931" y="293437"/>
                    <a:pt x="54042" y="291410"/>
                    <a:pt x="56776" y="288983"/>
                  </a:cubicBezTo>
                  <a:cubicBezTo>
                    <a:pt x="76008" y="271849"/>
                    <a:pt x="94980" y="254432"/>
                    <a:pt x="114353" y="237463"/>
                  </a:cubicBezTo>
                  <a:cubicBezTo>
                    <a:pt x="174193" y="185070"/>
                    <a:pt x="241740" y="146772"/>
                    <a:pt x="318973" y="126433"/>
                  </a:cubicBezTo>
                  <a:cubicBezTo>
                    <a:pt x="323026" y="125372"/>
                    <a:pt x="327269" y="124948"/>
                    <a:pt x="331440" y="124241"/>
                  </a:cubicBezTo>
                  <a:cubicBezTo>
                    <a:pt x="331770" y="124995"/>
                    <a:pt x="332124" y="125749"/>
                    <a:pt x="332454" y="126527"/>
                  </a:cubicBezTo>
                  <a:cubicBezTo>
                    <a:pt x="329178" y="129261"/>
                    <a:pt x="326232" y="132607"/>
                    <a:pt x="322555" y="134658"/>
                  </a:cubicBezTo>
                  <a:cubicBezTo>
                    <a:pt x="303135" y="145452"/>
                    <a:pt x="283903" y="156671"/>
                    <a:pt x="263894" y="166286"/>
                  </a:cubicBezTo>
                  <a:cubicBezTo>
                    <a:pt x="243743" y="175973"/>
                    <a:pt x="223568" y="185966"/>
                    <a:pt x="200778" y="189053"/>
                  </a:cubicBezTo>
                  <a:cubicBezTo>
                    <a:pt x="196583" y="189619"/>
                    <a:pt x="192741" y="195275"/>
                    <a:pt x="189394" y="199164"/>
                  </a:cubicBezTo>
                  <a:cubicBezTo>
                    <a:pt x="185836" y="203265"/>
                    <a:pt x="183903" y="209228"/>
                    <a:pt x="179731" y="212268"/>
                  </a:cubicBezTo>
                  <a:cubicBezTo>
                    <a:pt x="173674" y="216699"/>
                    <a:pt x="166085" y="218985"/>
                    <a:pt x="159416" y="222638"/>
                  </a:cubicBezTo>
                  <a:cubicBezTo>
                    <a:pt x="154278" y="225443"/>
                    <a:pt x="148975" y="228365"/>
                    <a:pt x="144827" y="232372"/>
                  </a:cubicBezTo>
                  <a:cubicBezTo>
                    <a:pt x="142753" y="234399"/>
                    <a:pt x="141928" y="239207"/>
                    <a:pt x="142611" y="242294"/>
                  </a:cubicBezTo>
                  <a:cubicBezTo>
                    <a:pt x="144379" y="250519"/>
                    <a:pt x="142682" y="253371"/>
                    <a:pt x="134693" y="255304"/>
                  </a:cubicBezTo>
                  <a:cubicBezTo>
                    <a:pt x="129083" y="256671"/>
                    <a:pt x="123026" y="258344"/>
                    <a:pt x="118501" y="261714"/>
                  </a:cubicBezTo>
                  <a:cubicBezTo>
                    <a:pt x="82347" y="288676"/>
                    <a:pt x="51143" y="320706"/>
                    <a:pt x="23757" y="356482"/>
                  </a:cubicBezTo>
                  <a:cubicBezTo>
                    <a:pt x="20646" y="360536"/>
                    <a:pt x="18784" y="365556"/>
                    <a:pt x="16333" y="370128"/>
                  </a:cubicBezTo>
                  <a:cubicBezTo>
                    <a:pt x="17040" y="370741"/>
                    <a:pt x="17770" y="371377"/>
                    <a:pt x="18478" y="371990"/>
                  </a:cubicBezTo>
                  <a:cubicBezTo>
                    <a:pt x="22225" y="369515"/>
                    <a:pt x="26302" y="367418"/>
                    <a:pt x="29696" y="364542"/>
                  </a:cubicBezTo>
                  <a:cubicBezTo>
                    <a:pt x="58308" y="340126"/>
                    <a:pt x="86731" y="315450"/>
                    <a:pt x="115367" y="291057"/>
                  </a:cubicBezTo>
                  <a:cubicBezTo>
                    <a:pt x="138346" y="271495"/>
                    <a:pt x="161537" y="252122"/>
                    <a:pt x="184775" y="232843"/>
                  </a:cubicBezTo>
                  <a:cubicBezTo>
                    <a:pt x="189701" y="228742"/>
                    <a:pt x="196041" y="225348"/>
                    <a:pt x="201273" y="231288"/>
                  </a:cubicBezTo>
                  <a:cubicBezTo>
                    <a:pt x="205892" y="236520"/>
                    <a:pt x="201815" y="242506"/>
                    <a:pt x="198185" y="246560"/>
                  </a:cubicBezTo>
                  <a:cubicBezTo>
                    <a:pt x="188452" y="257378"/>
                    <a:pt x="178977" y="268761"/>
                    <a:pt x="167688" y="277788"/>
                  </a:cubicBezTo>
                  <a:cubicBezTo>
                    <a:pt x="128188" y="309416"/>
                    <a:pt x="89984" y="342459"/>
                    <a:pt x="55503" y="379508"/>
                  </a:cubicBezTo>
                  <a:cubicBezTo>
                    <a:pt x="38346" y="397962"/>
                    <a:pt x="22626" y="417760"/>
                    <a:pt x="6599" y="437251"/>
                  </a:cubicBezTo>
                  <a:cubicBezTo>
                    <a:pt x="3559" y="440951"/>
                    <a:pt x="2168" y="446018"/>
                    <a:pt x="0" y="450472"/>
                  </a:cubicBezTo>
                  <a:cubicBezTo>
                    <a:pt x="660" y="451062"/>
                    <a:pt x="1343" y="451674"/>
                    <a:pt x="2003" y="452263"/>
                  </a:cubicBezTo>
                  <a:cubicBezTo>
                    <a:pt x="5468" y="450590"/>
                    <a:pt x="9144" y="449247"/>
                    <a:pt x="12020" y="446890"/>
                  </a:cubicBezTo>
                  <a:close/>
                  <a:moveTo>
                    <a:pt x="522508" y="114248"/>
                  </a:moveTo>
                  <a:cubicBezTo>
                    <a:pt x="571342" y="111042"/>
                    <a:pt x="620198" y="107366"/>
                    <a:pt x="669103" y="105905"/>
                  </a:cubicBezTo>
                  <a:cubicBezTo>
                    <a:pt x="702428" y="104915"/>
                    <a:pt x="735966" y="106022"/>
                    <a:pt x="769197" y="108662"/>
                  </a:cubicBezTo>
                  <a:cubicBezTo>
                    <a:pt x="788429" y="110194"/>
                    <a:pt x="807354" y="116204"/>
                    <a:pt x="826232" y="120988"/>
                  </a:cubicBezTo>
                  <a:cubicBezTo>
                    <a:pt x="842447" y="125089"/>
                    <a:pt x="858403" y="130180"/>
                    <a:pt x="874406" y="135035"/>
                  </a:cubicBezTo>
                  <a:cubicBezTo>
                    <a:pt x="877187" y="135883"/>
                    <a:pt x="879803" y="137486"/>
                    <a:pt x="882325" y="138994"/>
                  </a:cubicBezTo>
                  <a:cubicBezTo>
                    <a:pt x="892435" y="145004"/>
                    <a:pt x="893449" y="150944"/>
                    <a:pt x="886166" y="160088"/>
                  </a:cubicBezTo>
                  <a:cubicBezTo>
                    <a:pt x="879190" y="168879"/>
                    <a:pt x="865733" y="172343"/>
                    <a:pt x="856918" y="161879"/>
                  </a:cubicBezTo>
                  <a:cubicBezTo>
                    <a:pt x="848622" y="152051"/>
                    <a:pt x="835165" y="150236"/>
                    <a:pt x="823145" y="148540"/>
                  </a:cubicBezTo>
                  <a:cubicBezTo>
                    <a:pt x="786520" y="143355"/>
                    <a:pt x="749824" y="137392"/>
                    <a:pt x="712963" y="135294"/>
                  </a:cubicBezTo>
                  <a:cubicBezTo>
                    <a:pt x="656659" y="132089"/>
                    <a:pt x="600189" y="131971"/>
                    <a:pt x="543790" y="130251"/>
                  </a:cubicBezTo>
                  <a:cubicBezTo>
                    <a:pt x="531959" y="129897"/>
                    <a:pt x="520128" y="128530"/>
                    <a:pt x="508344" y="127281"/>
                  </a:cubicBezTo>
                  <a:cubicBezTo>
                    <a:pt x="505091" y="126927"/>
                    <a:pt x="501980" y="125348"/>
                    <a:pt x="497243" y="123840"/>
                  </a:cubicBezTo>
                  <a:cubicBezTo>
                    <a:pt x="505233" y="115450"/>
                    <a:pt x="514212" y="114790"/>
                    <a:pt x="522508" y="114248"/>
                  </a:cubicBezTo>
                  <a:close/>
                  <a:moveTo>
                    <a:pt x="214188" y="222379"/>
                  </a:moveTo>
                  <a:cubicBezTo>
                    <a:pt x="222956" y="215615"/>
                    <a:pt x="231652" y="208544"/>
                    <a:pt x="241150" y="202959"/>
                  </a:cubicBezTo>
                  <a:cubicBezTo>
                    <a:pt x="275631" y="182690"/>
                    <a:pt x="311242" y="164707"/>
                    <a:pt x="349847" y="153489"/>
                  </a:cubicBezTo>
                  <a:cubicBezTo>
                    <a:pt x="356281" y="151627"/>
                    <a:pt x="363210" y="151415"/>
                    <a:pt x="369927" y="150449"/>
                  </a:cubicBezTo>
                  <a:cubicBezTo>
                    <a:pt x="370399" y="151344"/>
                    <a:pt x="370870" y="152216"/>
                    <a:pt x="371365" y="153112"/>
                  </a:cubicBezTo>
                  <a:cubicBezTo>
                    <a:pt x="367806" y="156435"/>
                    <a:pt x="364648" y="160465"/>
                    <a:pt x="360571" y="162963"/>
                  </a:cubicBezTo>
                  <a:cubicBezTo>
                    <a:pt x="344803" y="172626"/>
                    <a:pt x="329083" y="182431"/>
                    <a:pt x="312751" y="191033"/>
                  </a:cubicBezTo>
                  <a:cubicBezTo>
                    <a:pt x="283550" y="206447"/>
                    <a:pt x="253854" y="220894"/>
                    <a:pt x="222036" y="230345"/>
                  </a:cubicBezTo>
                  <a:cubicBezTo>
                    <a:pt x="218407" y="231429"/>
                    <a:pt x="214518" y="231618"/>
                    <a:pt x="210747" y="232207"/>
                  </a:cubicBezTo>
                  <a:cubicBezTo>
                    <a:pt x="210205" y="231382"/>
                    <a:pt x="209640" y="230581"/>
                    <a:pt x="209098" y="229756"/>
                  </a:cubicBezTo>
                  <a:cubicBezTo>
                    <a:pt x="210771" y="227234"/>
                    <a:pt x="211949" y="224123"/>
                    <a:pt x="214188" y="22237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52" name="Google Shape;3352;p59"/>
            <p:cNvSpPr/>
            <p:nvPr/>
          </p:nvSpPr>
          <p:spPr>
            <a:xfrm>
              <a:off x="169229" y="2355877"/>
              <a:ext cx="1154991" cy="545553"/>
            </a:xfrm>
            <a:custGeom>
              <a:rect b="b" l="l" r="r" t="t"/>
              <a:pathLst>
                <a:path extrusionOk="0" h="545553" w="1154991">
                  <a:moveTo>
                    <a:pt x="21541" y="418383"/>
                  </a:moveTo>
                  <a:cubicBezTo>
                    <a:pt x="22083" y="410606"/>
                    <a:pt x="27032" y="407024"/>
                    <a:pt x="33584" y="405138"/>
                  </a:cubicBezTo>
                  <a:cubicBezTo>
                    <a:pt x="37331" y="404077"/>
                    <a:pt x="41338" y="403960"/>
                    <a:pt x="45227" y="403488"/>
                  </a:cubicBezTo>
                  <a:cubicBezTo>
                    <a:pt x="55832" y="402192"/>
                    <a:pt x="58778" y="397950"/>
                    <a:pt x="59415" y="387627"/>
                  </a:cubicBezTo>
                  <a:cubicBezTo>
                    <a:pt x="59792" y="381263"/>
                    <a:pt x="61748" y="374429"/>
                    <a:pt x="64906" y="368890"/>
                  </a:cubicBezTo>
                  <a:cubicBezTo>
                    <a:pt x="75818" y="349729"/>
                    <a:pt x="90831" y="333986"/>
                    <a:pt x="108625" y="320999"/>
                  </a:cubicBezTo>
                  <a:cubicBezTo>
                    <a:pt x="111760" y="318713"/>
                    <a:pt x="115389" y="316686"/>
                    <a:pt x="119090" y="315697"/>
                  </a:cubicBezTo>
                  <a:cubicBezTo>
                    <a:pt x="121729" y="314990"/>
                    <a:pt x="126207" y="315202"/>
                    <a:pt x="127456" y="316851"/>
                  </a:cubicBezTo>
                  <a:cubicBezTo>
                    <a:pt x="128776" y="318619"/>
                    <a:pt x="128399" y="323545"/>
                    <a:pt x="126796" y="325289"/>
                  </a:cubicBezTo>
                  <a:cubicBezTo>
                    <a:pt x="122342" y="330120"/>
                    <a:pt x="117133" y="334433"/>
                    <a:pt x="111713" y="338204"/>
                  </a:cubicBezTo>
                  <a:cubicBezTo>
                    <a:pt x="100824" y="345793"/>
                    <a:pt x="91043" y="354513"/>
                    <a:pt x="89441" y="368254"/>
                  </a:cubicBezTo>
                  <a:cubicBezTo>
                    <a:pt x="87673" y="383502"/>
                    <a:pt x="80791" y="395781"/>
                    <a:pt x="71387" y="407259"/>
                  </a:cubicBezTo>
                  <a:cubicBezTo>
                    <a:pt x="44496" y="440090"/>
                    <a:pt x="23921" y="476456"/>
                    <a:pt x="11147" y="516993"/>
                  </a:cubicBezTo>
                  <a:cubicBezTo>
                    <a:pt x="9403" y="522532"/>
                    <a:pt x="8366" y="528706"/>
                    <a:pt x="8884" y="534410"/>
                  </a:cubicBezTo>
                  <a:cubicBezTo>
                    <a:pt x="9262" y="538487"/>
                    <a:pt x="12373" y="545086"/>
                    <a:pt x="15036" y="545487"/>
                  </a:cubicBezTo>
                  <a:cubicBezTo>
                    <a:pt x="18760" y="546053"/>
                    <a:pt x="24581" y="542918"/>
                    <a:pt x="27008" y="539548"/>
                  </a:cubicBezTo>
                  <a:cubicBezTo>
                    <a:pt x="30779" y="534316"/>
                    <a:pt x="34150" y="527717"/>
                    <a:pt x="34668" y="521447"/>
                  </a:cubicBezTo>
                  <a:cubicBezTo>
                    <a:pt x="35823" y="507424"/>
                    <a:pt x="41149" y="495098"/>
                    <a:pt x="47395" y="483055"/>
                  </a:cubicBezTo>
                  <a:cubicBezTo>
                    <a:pt x="70586" y="438275"/>
                    <a:pt x="99881" y="397526"/>
                    <a:pt x="130827" y="357931"/>
                  </a:cubicBezTo>
                  <a:cubicBezTo>
                    <a:pt x="155102" y="326868"/>
                    <a:pt x="180037" y="296253"/>
                    <a:pt x="210723" y="271223"/>
                  </a:cubicBezTo>
                  <a:cubicBezTo>
                    <a:pt x="269596" y="223215"/>
                    <a:pt x="333773" y="183267"/>
                    <a:pt x="401296" y="148668"/>
                  </a:cubicBezTo>
                  <a:cubicBezTo>
                    <a:pt x="413716" y="142305"/>
                    <a:pt x="427268" y="138039"/>
                    <a:pt x="440631" y="133797"/>
                  </a:cubicBezTo>
                  <a:cubicBezTo>
                    <a:pt x="443766" y="132807"/>
                    <a:pt x="449634" y="134740"/>
                    <a:pt x="451614" y="137332"/>
                  </a:cubicBezTo>
                  <a:cubicBezTo>
                    <a:pt x="453523" y="139830"/>
                    <a:pt x="453122" y="145322"/>
                    <a:pt x="451850" y="148810"/>
                  </a:cubicBezTo>
                  <a:cubicBezTo>
                    <a:pt x="449516" y="155173"/>
                    <a:pt x="444049" y="158308"/>
                    <a:pt x="437355" y="160170"/>
                  </a:cubicBezTo>
                  <a:cubicBezTo>
                    <a:pt x="426726" y="163116"/>
                    <a:pt x="416120" y="166439"/>
                    <a:pt x="405986" y="170752"/>
                  </a:cubicBezTo>
                  <a:cubicBezTo>
                    <a:pt x="396252" y="174900"/>
                    <a:pt x="386684" y="179826"/>
                    <a:pt x="377893" y="185671"/>
                  </a:cubicBezTo>
                  <a:cubicBezTo>
                    <a:pt x="349469" y="204502"/>
                    <a:pt x="321447" y="223969"/>
                    <a:pt x="293188" y="243059"/>
                  </a:cubicBezTo>
                  <a:cubicBezTo>
                    <a:pt x="289370" y="245652"/>
                    <a:pt x="284115" y="250177"/>
                    <a:pt x="281145" y="249140"/>
                  </a:cubicBezTo>
                  <a:cubicBezTo>
                    <a:pt x="274758" y="246948"/>
                    <a:pt x="272024" y="250554"/>
                    <a:pt x="268654" y="253618"/>
                  </a:cubicBezTo>
                  <a:cubicBezTo>
                    <a:pt x="213410" y="303488"/>
                    <a:pt x="161913" y="357035"/>
                    <a:pt x="112679" y="412751"/>
                  </a:cubicBezTo>
                  <a:cubicBezTo>
                    <a:pt x="102898" y="423828"/>
                    <a:pt x="94531" y="436177"/>
                    <a:pt x="85882" y="448197"/>
                  </a:cubicBezTo>
                  <a:cubicBezTo>
                    <a:pt x="84232" y="450483"/>
                    <a:pt x="84044" y="453971"/>
                    <a:pt x="83714" y="456965"/>
                  </a:cubicBezTo>
                  <a:cubicBezTo>
                    <a:pt x="83360" y="459934"/>
                    <a:pt x="84704" y="463493"/>
                    <a:pt x="83478" y="465873"/>
                  </a:cubicBezTo>
                  <a:cubicBezTo>
                    <a:pt x="80768" y="471106"/>
                    <a:pt x="76525" y="475513"/>
                    <a:pt x="73674" y="480674"/>
                  </a:cubicBezTo>
                  <a:cubicBezTo>
                    <a:pt x="70492" y="486449"/>
                    <a:pt x="67452" y="492482"/>
                    <a:pt x="65778" y="498798"/>
                  </a:cubicBezTo>
                  <a:cubicBezTo>
                    <a:pt x="65024" y="501650"/>
                    <a:pt x="66815" y="506529"/>
                    <a:pt x="69125" y="508438"/>
                  </a:cubicBezTo>
                  <a:cubicBezTo>
                    <a:pt x="71034" y="509993"/>
                    <a:pt x="76266" y="509734"/>
                    <a:pt x="78576" y="508155"/>
                  </a:cubicBezTo>
                  <a:cubicBezTo>
                    <a:pt x="83124" y="505020"/>
                    <a:pt x="87225" y="500825"/>
                    <a:pt x="90548" y="496347"/>
                  </a:cubicBezTo>
                  <a:cubicBezTo>
                    <a:pt x="101296" y="481876"/>
                    <a:pt x="103393" y="481711"/>
                    <a:pt x="114635" y="496017"/>
                  </a:cubicBezTo>
                  <a:cubicBezTo>
                    <a:pt x="114942" y="496418"/>
                    <a:pt x="115224" y="496819"/>
                    <a:pt x="115554" y="497196"/>
                  </a:cubicBezTo>
                  <a:cubicBezTo>
                    <a:pt x="120386" y="502781"/>
                    <a:pt x="124227" y="502993"/>
                    <a:pt x="129035" y="497573"/>
                  </a:cubicBezTo>
                  <a:cubicBezTo>
                    <a:pt x="131157" y="495192"/>
                    <a:pt x="133231" y="492553"/>
                    <a:pt x="134503" y="489677"/>
                  </a:cubicBezTo>
                  <a:cubicBezTo>
                    <a:pt x="141126" y="474547"/>
                    <a:pt x="147607" y="459345"/>
                    <a:pt x="153829" y="444049"/>
                  </a:cubicBezTo>
                  <a:cubicBezTo>
                    <a:pt x="155102" y="440938"/>
                    <a:pt x="155055" y="437262"/>
                    <a:pt x="155620" y="433844"/>
                  </a:cubicBezTo>
                  <a:cubicBezTo>
                    <a:pt x="139570" y="445652"/>
                    <a:pt x="135658" y="466651"/>
                    <a:pt x="118335" y="477398"/>
                  </a:cubicBezTo>
                  <a:cubicBezTo>
                    <a:pt x="117133" y="473533"/>
                    <a:pt x="116285" y="469762"/>
                    <a:pt x="117275" y="466533"/>
                  </a:cubicBezTo>
                  <a:cubicBezTo>
                    <a:pt x="122177" y="450295"/>
                    <a:pt x="125830" y="433373"/>
                    <a:pt x="133160" y="418266"/>
                  </a:cubicBezTo>
                  <a:cubicBezTo>
                    <a:pt x="144496" y="394909"/>
                    <a:pt x="163092" y="376479"/>
                    <a:pt x="181357" y="358355"/>
                  </a:cubicBezTo>
                  <a:cubicBezTo>
                    <a:pt x="239288" y="300943"/>
                    <a:pt x="303464" y="251402"/>
                    <a:pt x="372920" y="208815"/>
                  </a:cubicBezTo>
                  <a:cubicBezTo>
                    <a:pt x="400518" y="191893"/>
                    <a:pt x="428989" y="176479"/>
                    <a:pt x="460523" y="167759"/>
                  </a:cubicBezTo>
                  <a:cubicBezTo>
                    <a:pt x="467876" y="165732"/>
                    <a:pt x="475300" y="163729"/>
                    <a:pt x="482300" y="160759"/>
                  </a:cubicBezTo>
                  <a:cubicBezTo>
                    <a:pt x="489182" y="157860"/>
                    <a:pt x="489253" y="153971"/>
                    <a:pt x="483290" y="149234"/>
                  </a:cubicBezTo>
                  <a:cubicBezTo>
                    <a:pt x="479613" y="146312"/>
                    <a:pt x="475607" y="143766"/>
                    <a:pt x="472166" y="140608"/>
                  </a:cubicBezTo>
                  <a:cubicBezTo>
                    <a:pt x="467923" y="136696"/>
                    <a:pt x="466509" y="131652"/>
                    <a:pt x="469927" y="126585"/>
                  </a:cubicBezTo>
                  <a:cubicBezTo>
                    <a:pt x="478411" y="114000"/>
                    <a:pt x="488828" y="107306"/>
                    <a:pt x="502451" y="121306"/>
                  </a:cubicBezTo>
                  <a:cubicBezTo>
                    <a:pt x="506080" y="125030"/>
                    <a:pt x="509191" y="129295"/>
                    <a:pt x="513104" y="132689"/>
                  </a:cubicBezTo>
                  <a:cubicBezTo>
                    <a:pt x="517912" y="136884"/>
                    <a:pt x="522908" y="141150"/>
                    <a:pt x="528494" y="144096"/>
                  </a:cubicBezTo>
                  <a:cubicBezTo>
                    <a:pt x="538180" y="149234"/>
                    <a:pt x="546052" y="145063"/>
                    <a:pt x="546641" y="133962"/>
                  </a:cubicBezTo>
                  <a:cubicBezTo>
                    <a:pt x="547348" y="120222"/>
                    <a:pt x="554914" y="113128"/>
                    <a:pt x="567146" y="110582"/>
                  </a:cubicBezTo>
                  <a:cubicBezTo>
                    <a:pt x="581357" y="107636"/>
                    <a:pt x="595757" y="104478"/>
                    <a:pt x="610181" y="103912"/>
                  </a:cubicBezTo>
                  <a:cubicBezTo>
                    <a:pt x="629908" y="103135"/>
                    <a:pt x="649729" y="104502"/>
                    <a:pt x="669503" y="105374"/>
                  </a:cubicBezTo>
                  <a:cubicBezTo>
                    <a:pt x="680038" y="105845"/>
                    <a:pt x="689583" y="103465"/>
                    <a:pt x="695970" y="95051"/>
                  </a:cubicBezTo>
                  <a:cubicBezTo>
                    <a:pt x="699057" y="90950"/>
                    <a:pt x="699363" y="84751"/>
                    <a:pt x="700919" y="79496"/>
                  </a:cubicBezTo>
                  <a:cubicBezTo>
                    <a:pt x="696323" y="78341"/>
                    <a:pt x="691586" y="75795"/>
                    <a:pt x="687179" y="76290"/>
                  </a:cubicBezTo>
                  <a:cubicBezTo>
                    <a:pt x="671247" y="78058"/>
                    <a:pt x="655432" y="80792"/>
                    <a:pt x="639594" y="83219"/>
                  </a:cubicBezTo>
                  <a:cubicBezTo>
                    <a:pt x="622036" y="85906"/>
                    <a:pt x="604525" y="88805"/>
                    <a:pt x="586943" y="91327"/>
                  </a:cubicBezTo>
                  <a:cubicBezTo>
                    <a:pt x="582182" y="92010"/>
                    <a:pt x="577115" y="91657"/>
                    <a:pt x="575489" y="85741"/>
                  </a:cubicBezTo>
                  <a:cubicBezTo>
                    <a:pt x="573768" y="79496"/>
                    <a:pt x="574758" y="73486"/>
                    <a:pt x="580886" y="70280"/>
                  </a:cubicBezTo>
                  <a:cubicBezTo>
                    <a:pt x="585128" y="68089"/>
                    <a:pt x="590078" y="66627"/>
                    <a:pt x="594838" y="66227"/>
                  </a:cubicBezTo>
                  <a:cubicBezTo>
                    <a:pt x="607565" y="65119"/>
                    <a:pt x="611713" y="62055"/>
                    <a:pt x="615413" y="49540"/>
                  </a:cubicBezTo>
                  <a:cubicBezTo>
                    <a:pt x="617134" y="43719"/>
                    <a:pt x="621093" y="43059"/>
                    <a:pt x="626490" y="44497"/>
                  </a:cubicBezTo>
                  <a:cubicBezTo>
                    <a:pt x="641456" y="48433"/>
                    <a:pt x="656328" y="53029"/>
                    <a:pt x="671553" y="55527"/>
                  </a:cubicBezTo>
                  <a:cubicBezTo>
                    <a:pt x="695663" y="59510"/>
                    <a:pt x="720127" y="61348"/>
                    <a:pt x="744261" y="65284"/>
                  </a:cubicBezTo>
                  <a:cubicBezTo>
                    <a:pt x="798680" y="74146"/>
                    <a:pt x="851614" y="88970"/>
                    <a:pt x="903417" y="107801"/>
                  </a:cubicBezTo>
                  <a:cubicBezTo>
                    <a:pt x="969597" y="131841"/>
                    <a:pt x="1033161" y="161018"/>
                    <a:pt x="1090361" y="202875"/>
                  </a:cubicBezTo>
                  <a:cubicBezTo>
                    <a:pt x="1098044" y="208485"/>
                    <a:pt x="1106859" y="212774"/>
                    <a:pt x="1115626" y="216592"/>
                  </a:cubicBezTo>
                  <a:cubicBezTo>
                    <a:pt x="1124323" y="220363"/>
                    <a:pt x="1132996" y="218501"/>
                    <a:pt x="1139171" y="211124"/>
                  </a:cubicBezTo>
                  <a:cubicBezTo>
                    <a:pt x="1144356" y="204926"/>
                    <a:pt x="1148645" y="197926"/>
                    <a:pt x="1152793" y="190950"/>
                  </a:cubicBezTo>
                  <a:cubicBezTo>
                    <a:pt x="1156116" y="185341"/>
                    <a:pt x="1155692" y="179142"/>
                    <a:pt x="1151379" y="174287"/>
                  </a:cubicBezTo>
                  <a:cubicBezTo>
                    <a:pt x="1141575" y="163210"/>
                    <a:pt x="1131817" y="151992"/>
                    <a:pt x="1121070" y="141881"/>
                  </a:cubicBezTo>
                  <a:cubicBezTo>
                    <a:pt x="1110818" y="132241"/>
                    <a:pt x="1099529" y="123615"/>
                    <a:pt x="1085341" y="120151"/>
                  </a:cubicBezTo>
                  <a:cubicBezTo>
                    <a:pt x="1078459" y="118454"/>
                    <a:pt x="1077021" y="115673"/>
                    <a:pt x="1079732" y="109074"/>
                  </a:cubicBezTo>
                  <a:cubicBezTo>
                    <a:pt x="1083691" y="99505"/>
                    <a:pt x="1091893" y="96701"/>
                    <a:pt x="1102357" y="100306"/>
                  </a:cubicBezTo>
                  <a:cubicBezTo>
                    <a:pt x="1105444" y="101367"/>
                    <a:pt x="1110629" y="101202"/>
                    <a:pt x="1112751" y="99269"/>
                  </a:cubicBezTo>
                  <a:cubicBezTo>
                    <a:pt x="1116498" y="95852"/>
                    <a:pt x="1114188" y="91539"/>
                    <a:pt x="1110771" y="88381"/>
                  </a:cubicBezTo>
                  <a:cubicBezTo>
                    <a:pt x="1107872" y="85694"/>
                    <a:pt x="1105067" y="82842"/>
                    <a:pt x="1101862" y="80556"/>
                  </a:cubicBezTo>
                  <a:cubicBezTo>
                    <a:pt x="1068489" y="56469"/>
                    <a:pt x="1031582" y="39524"/>
                    <a:pt x="992670" y="26774"/>
                  </a:cubicBezTo>
                  <a:cubicBezTo>
                    <a:pt x="988876" y="25524"/>
                    <a:pt x="984634" y="25666"/>
                    <a:pt x="980603" y="25171"/>
                  </a:cubicBezTo>
                  <a:cubicBezTo>
                    <a:pt x="980179" y="25925"/>
                    <a:pt x="979731" y="26679"/>
                    <a:pt x="979307" y="27433"/>
                  </a:cubicBezTo>
                  <a:cubicBezTo>
                    <a:pt x="982560" y="30474"/>
                    <a:pt x="985388" y="34292"/>
                    <a:pt x="989159" y="36413"/>
                  </a:cubicBezTo>
                  <a:cubicBezTo>
                    <a:pt x="1006387" y="46076"/>
                    <a:pt x="1024040" y="54938"/>
                    <a:pt x="1041197" y="64695"/>
                  </a:cubicBezTo>
                  <a:cubicBezTo>
                    <a:pt x="1051874" y="70775"/>
                    <a:pt x="1062197" y="77610"/>
                    <a:pt x="1072143" y="84822"/>
                  </a:cubicBezTo>
                  <a:cubicBezTo>
                    <a:pt x="1074829" y="86778"/>
                    <a:pt x="1075536" y="91421"/>
                    <a:pt x="1077163" y="94839"/>
                  </a:cubicBezTo>
                  <a:cubicBezTo>
                    <a:pt x="1073627" y="96182"/>
                    <a:pt x="1069715" y="99246"/>
                    <a:pt x="1066604" y="98562"/>
                  </a:cubicBezTo>
                  <a:cubicBezTo>
                    <a:pt x="1054184" y="95899"/>
                    <a:pt x="1041504" y="93283"/>
                    <a:pt x="1029837" y="88428"/>
                  </a:cubicBezTo>
                  <a:cubicBezTo>
                    <a:pt x="1008461" y="79566"/>
                    <a:pt x="988216" y="67947"/>
                    <a:pt x="964577" y="65402"/>
                  </a:cubicBezTo>
                  <a:cubicBezTo>
                    <a:pt x="959086" y="64813"/>
                    <a:pt x="953665" y="62008"/>
                    <a:pt x="952793" y="55715"/>
                  </a:cubicBezTo>
                  <a:cubicBezTo>
                    <a:pt x="951614" y="47207"/>
                    <a:pt x="945652" y="44285"/>
                    <a:pt x="938746" y="42517"/>
                  </a:cubicBezTo>
                  <a:cubicBezTo>
                    <a:pt x="932548" y="40938"/>
                    <a:pt x="926114" y="40302"/>
                    <a:pt x="919821" y="39005"/>
                  </a:cubicBezTo>
                  <a:cubicBezTo>
                    <a:pt x="858944" y="26467"/>
                    <a:pt x="798822" y="10181"/>
                    <a:pt x="736955" y="2852"/>
                  </a:cubicBezTo>
                  <a:cubicBezTo>
                    <a:pt x="723898" y="1320"/>
                    <a:pt x="710700" y="919"/>
                    <a:pt x="697572" y="0"/>
                  </a:cubicBezTo>
                  <a:cubicBezTo>
                    <a:pt x="697337" y="1013"/>
                    <a:pt x="697101" y="2027"/>
                    <a:pt x="696865" y="3040"/>
                  </a:cubicBezTo>
                  <a:cubicBezTo>
                    <a:pt x="702357" y="5209"/>
                    <a:pt x="707683" y="7990"/>
                    <a:pt x="713339" y="9427"/>
                  </a:cubicBezTo>
                  <a:cubicBezTo>
                    <a:pt x="744402" y="17323"/>
                    <a:pt x="775725" y="24205"/>
                    <a:pt x="806599" y="32736"/>
                  </a:cubicBezTo>
                  <a:cubicBezTo>
                    <a:pt x="897007" y="57719"/>
                    <a:pt x="983927" y="92010"/>
                    <a:pt x="1068112" y="133161"/>
                  </a:cubicBezTo>
                  <a:cubicBezTo>
                    <a:pt x="1088240" y="142989"/>
                    <a:pt x="1107471" y="154891"/>
                    <a:pt x="1126232" y="167170"/>
                  </a:cubicBezTo>
                  <a:cubicBezTo>
                    <a:pt x="1132571" y="171318"/>
                    <a:pt x="1137144" y="179095"/>
                    <a:pt x="1140820" y="186095"/>
                  </a:cubicBezTo>
                  <a:cubicBezTo>
                    <a:pt x="1144143" y="192411"/>
                    <a:pt x="1140891" y="196111"/>
                    <a:pt x="1133773" y="195569"/>
                  </a:cubicBezTo>
                  <a:cubicBezTo>
                    <a:pt x="1129908" y="195263"/>
                    <a:pt x="1125737" y="194650"/>
                    <a:pt x="1122343" y="192906"/>
                  </a:cubicBezTo>
                  <a:cubicBezTo>
                    <a:pt x="1103512" y="183172"/>
                    <a:pt x="1084351" y="173886"/>
                    <a:pt x="1066250" y="162880"/>
                  </a:cubicBezTo>
                  <a:cubicBezTo>
                    <a:pt x="1029696" y="140702"/>
                    <a:pt x="993967" y="116804"/>
                    <a:pt x="954348" y="100495"/>
                  </a:cubicBezTo>
                  <a:cubicBezTo>
                    <a:pt x="906316" y="80698"/>
                    <a:pt x="855739" y="68843"/>
                    <a:pt x="804902" y="58873"/>
                  </a:cubicBezTo>
                  <a:cubicBezTo>
                    <a:pt x="760853" y="50224"/>
                    <a:pt x="716498" y="43153"/>
                    <a:pt x="672142" y="36248"/>
                  </a:cubicBezTo>
                  <a:cubicBezTo>
                    <a:pt x="634457" y="30379"/>
                    <a:pt x="596465" y="27292"/>
                    <a:pt x="558237" y="29060"/>
                  </a:cubicBezTo>
                  <a:cubicBezTo>
                    <a:pt x="550671" y="29413"/>
                    <a:pt x="542917" y="30639"/>
                    <a:pt x="535753" y="33019"/>
                  </a:cubicBezTo>
                  <a:cubicBezTo>
                    <a:pt x="532359" y="34150"/>
                    <a:pt x="530167" y="38935"/>
                    <a:pt x="527433" y="42069"/>
                  </a:cubicBezTo>
                  <a:cubicBezTo>
                    <a:pt x="530921" y="43625"/>
                    <a:pt x="534527" y="46759"/>
                    <a:pt x="537874" y="46477"/>
                  </a:cubicBezTo>
                  <a:cubicBezTo>
                    <a:pt x="550884" y="45416"/>
                    <a:pt x="563775" y="42941"/>
                    <a:pt x="576785" y="41716"/>
                  </a:cubicBezTo>
                  <a:cubicBezTo>
                    <a:pt x="584563" y="40985"/>
                    <a:pt x="592481" y="41574"/>
                    <a:pt x="600330" y="41574"/>
                  </a:cubicBezTo>
                  <a:cubicBezTo>
                    <a:pt x="599269" y="44709"/>
                    <a:pt x="597879" y="46594"/>
                    <a:pt x="596040" y="47301"/>
                  </a:cubicBezTo>
                  <a:cubicBezTo>
                    <a:pt x="587108" y="50766"/>
                    <a:pt x="578246" y="54773"/>
                    <a:pt x="568984" y="57059"/>
                  </a:cubicBezTo>
                  <a:cubicBezTo>
                    <a:pt x="543153" y="63469"/>
                    <a:pt x="516875" y="68207"/>
                    <a:pt x="491256" y="75348"/>
                  </a:cubicBezTo>
                  <a:cubicBezTo>
                    <a:pt x="470681" y="81098"/>
                    <a:pt x="450718" y="89182"/>
                    <a:pt x="430662" y="96701"/>
                  </a:cubicBezTo>
                  <a:cubicBezTo>
                    <a:pt x="424676" y="98939"/>
                    <a:pt x="419231" y="102215"/>
                    <a:pt x="420150" y="110724"/>
                  </a:cubicBezTo>
                  <a:cubicBezTo>
                    <a:pt x="420433" y="113340"/>
                    <a:pt x="417322" y="117016"/>
                    <a:pt x="414824" y="119090"/>
                  </a:cubicBezTo>
                  <a:cubicBezTo>
                    <a:pt x="409333" y="123639"/>
                    <a:pt x="403535" y="128023"/>
                    <a:pt x="397336" y="131511"/>
                  </a:cubicBezTo>
                  <a:cubicBezTo>
                    <a:pt x="367499" y="148244"/>
                    <a:pt x="336130" y="159911"/>
                    <a:pt x="301414" y="161513"/>
                  </a:cubicBezTo>
                  <a:cubicBezTo>
                    <a:pt x="291774" y="161961"/>
                    <a:pt x="282465" y="165261"/>
                    <a:pt x="277845" y="175536"/>
                  </a:cubicBezTo>
                  <a:cubicBezTo>
                    <a:pt x="275159" y="181523"/>
                    <a:pt x="272825" y="187980"/>
                    <a:pt x="268842" y="193047"/>
                  </a:cubicBezTo>
                  <a:cubicBezTo>
                    <a:pt x="242870" y="225949"/>
                    <a:pt x="210912" y="252628"/>
                    <a:pt x="178081" y="278270"/>
                  </a:cubicBezTo>
                  <a:cubicBezTo>
                    <a:pt x="167405" y="286613"/>
                    <a:pt x="155668" y="293637"/>
                    <a:pt x="144001" y="300589"/>
                  </a:cubicBezTo>
                  <a:cubicBezTo>
                    <a:pt x="140914" y="302428"/>
                    <a:pt x="136342" y="301744"/>
                    <a:pt x="132429" y="302239"/>
                  </a:cubicBezTo>
                  <a:cubicBezTo>
                    <a:pt x="133160" y="298162"/>
                    <a:pt x="132688" y="293165"/>
                    <a:pt x="134904" y="290172"/>
                  </a:cubicBezTo>
                  <a:cubicBezTo>
                    <a:pt x="140277" y="282866"/>
                    <a:pt x="146335" y="275843"/>
                    <a:pt x="153099" y="269833"/>
                  </a:cubicBezTo>
                  <a:cubicBezTo>
                    <a:pt x="175465" y="249894"/>
                    <a:pt x="199057" y="231299"/>
                    <a:pt x="220645" y="210559"/>
                  </a:cubicBezTo>
                  <a:cubicBezTo>
                    <a:pt x="243271" y="188805"/>
                    <a:pt x="264223" y="165284"/>
                    <a:pt x="285599" y="142258"/>
                  </a:cubicBezTo>
                  <a:cubicBezTo>
                    <a:pt x="288404" y="139241"/>
                    <a:pt x="290148" y="134645"/>
                    <a:pt x="290949" y="130521"/>
                  </a:cubicBezTo>
                  <a:cubicBezTo>
                    <a:pt x="291468" y="127834"/>
                    <a:pt x="290266" y="123285"/>
                    <a:pt x="288263" y="122060"/>
                  </a:cubicBezTo>
                  <a:cubicBezTo>
                    <a:pt x="286377" y="120882"/>
                    <a:pt x="281899" y="122107"/>
                    <a:pt x="279613" y="123757"/>
                  </a:cubicBezTo>
                  <a:cubicBezTo>
                    <a:pt x="273415" y="128211"/>
                    <a:pt x="267782" y="133491"/>
                    <a:pt x="261913" y="138393"/>
                  </a:cubicBezTo>
                  <a:cubicBezTo>
                    <a:pt x="256045" y="143295"/>
                    <a:pt x="250435" y="148598"/>
                    <a:pt x="244166" y="152934"/>
                  </a:cubicBezTo>
                  <a:cubicBezTo>
                    <a:pt x="238557" y="156823"/>
                    <a:pt x="231439" y="157978"/>
                    <a:pt x="226160" y="153194"/>
                  </a:cubicBezTo>
                  <a:cubicBezTo>
                    <a:pt x="216214" y="144190"/>
                    <a:pt x="206740" y="146736"/>
                    <a:pt x="198161" y="153759"/>
                  </a:cubicBezTo>
                  <a:cubicBezTo>
                    <a:pt x="177727" y="170516"/>
                    <a:pt x="157317" y="187415"/>
                    <a:pt x="137921" y="205350"/>
                  </a:cubicBezTo>
                  <a:cubicBezTo>
                    <a:pt x="101555" y="238982"/>
                    <a:pt x="66108" y="273580"/>
                    <a:pt x="29860" y="307353"/>
                  </a:cubicBezTo>
                  <a:cubicBezTo>
                    <a:pt x="22342" y="314377"/>
                    <a:pt x="13056" y="319491"/>
                    <a:pt x="4642" y="325548"/>
                  </a:cubicBezTo>
                  <a:cubicBezTo>
                    <a:pt x="-1768" y="330168"/>
                    <a:pt x="-1509" y="332901"/>
                    <a:pt x="5231" y="336790"/>
                  </a:cubicBezTo>
                  <a:cubicBezTo>
                    <a:pt x="11595" y="340443"/>
                    <a:pt x="17982" y="340962"/>
                    <a:pt x="24157" y="336932"/>
                  </a:cubicBezTo>
                  <a:cubicBezTo>
                    <a:pt x="32641" y="331417"/>
                    <a:pt x="41833" y="326514"/>
                    <a:pt x="49021" y="319585"/>
                  </a:cubicBezTo>
                  <a:cubicBezTo>
                    <a:pt x="73249" y="296206"/>
                    <a:pt x="96323" y="271648"/>
                    <a:pt x="120598" y="248339"/>
                  </a:cubicBezTo>
                  <a:cubicBezTo>
                    <a:pt x="141809" y="227976"/>
                    <a:pt x="163893" y="208508"/>
                    <a:pt x="185929" y="189017"/>
                  </a:cubicBezTo>
                  <a:cubicBezTo>
                    <a:pt x="191727" y="183879"/>
                    <a:pt x="198727" y="180226"/>
                    <a:pt x="207070" y="185765"/>
                  </a:cubicBezTo>
                  <a:cubicBezTo>
                    <a:pt x="207565" y="185176"/>
                    <a:pt x="208036" y="184610"/>
                    <a:pt x="208531" y="184021"/>
                  </a:cubicBezTo>
                  <a:cubicBezTo>
                    <a:pt x="206740" y="179849"/>
                    <a:pt x="204949" y="175678"/>
                    <a:pt x="203134" y="171530"/>
                  </a:cubicBezTo>
                  <a:cubicBezTo>
                    <a:pt x="201249" y="167287"/>
                    <a:pt x="201696" y="162597"/>
                    <a:pt x="206151" y="161702"/>
                  </a:cubicBezTo>
                  <a:cubicBezTo>
                    <a:pt x="210794" y="160783"/>
                    <a:pt x="216238" y="161914"/>
                    <a:pt x="220739" y="163705"/>
                  </a:cubicBezTo>
                  <a:cubicBezTo>
                    <a:pt x="221753" y="164106"/>
                    <a:pt x="220787" y="171035"/>
                    <a:pt x="219726" y="174664"/>
                  </a:cubicBezTo>
                  <a:cubicBezTo>
                    <a:pt x="218925" y="177351"/>
                    <a:pt x="216780" y="179826"/>
                    <a:pt x="214777" y="181970"/>
                  </a:cubicBezTo>
                  <a:cubicBezTo>
                    <a:pt x="199269" y="198633"/>
                    <a:pt x="184232" y="215814"/>
                    <a:pt x="167923" y="231699"/>
                  </a:cubicBezTo>
                  <a:cubicBezTo>
                    <a:pt x="123002" y="275442"/>
                    <a:pt x="77916" y="318996"/>
                    <a:pt x="39028" y="368372"/>
                  </a:cubicBezTo>
                  <a:cubicBezTo>
                    <a:pt x="26702" y="384021"/>
                    <a:pt x="16143" y="401131"/>
                    <a:pt x="5420" y="417983"/>
                  </a:cubicBezTo>
                  <a:cubicBezTo>
                    <a:pt x="3558" y="420929"/>
                    <a:pt x="4878" y="425902"/>
                    <a:pt x="4736" y="429932"/>
                  </a:cubicBezTo>
                  <a:cubicBezTo>
                    <a:pt x="9379" y="428306"/>
                    <a:pt x="14258" y="427127"/>
                    <a:pt x="18571" y="424841"/>
                  </a:cubicBezTo>
                  <a:cubicBezTo>
                    <a:pt x="20197" y="423946"/>
                    <a:pt x="21376" y="420670"/>
                    <a:pt x="21541" y="418383"/>
                  </a:cubicBezTo>
                  <a:close/>
                  <a:moveTo>
                    <a:pt x="498161" y="87203"/>
                  </a:moveTo>
                  <a:cubicBezTo>
                    <a:pt x="508319" y="78694"/>
                    <a:pt x="545015" y="76691"/>
                    <a:pt x="557954" y="84304"/>
                  </a:cubicBezTo>
                  <a:cubicBezTo>
                    <a:pt x="546712" y="95828"/>
                    <a:pt x="533632" y="102192"/>
                    <a:pt x="518831" y="104784"/>
                  </a:cubicBezTo>
                  <a:cubicBezTo>
                    <a:pt x="513410" y="105727"/>
                    <a:pt x="507329" y="105680"/>
                    <a:pt x="502144" y="104101"/>
                  </a:cubicBezTo>
                  <a:cubicBezTo>
                    <a:pt x="498916" y="103111"/>
                    <a:pt x="495922" y="98704"/>
                    <a:pt x="494650" y="95192"/>
                  </a:cubicBezTo>
                  <a:cubicBezTo>
                    <a:pt x="493895" y="93142"/>
                    <a:pt x="496064" y="88947"/>
                    <a:pt x="498161" y="8720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53" name="Google Shape;3353;p59"/>
            <p:cNvSpPr/>
            <p:nvPr/>
          </p:nvSpPr>
          <p:spPr>
            <a:xfrm>
              <a:off x="437812" y="2880888"/>
              <a:ext cx="459214" cy="631201"/>
            </a:xfrm>
            <a:custGeom>
              <a:rect b="b" l="l" r="r" t="t"/>
              <a:pathLst>
                <a:path extrusionOk="0" h="631201" w="459214">
                  <a:moveTo>
                    <a:pt x="119444" y="78172"/>
                  </a:moveTo>
                  <a:cubicBezTo>
                    <a:pt x="124488" y="60284"/>
                    <a:pt x="132595" y="43762"/>
                    <a:pt x="147066" y="30776"/>
                  </a:cubicBezTo>
                  <a:cubicBezTo>
                    <a:pt x="151874" y="26463"/>
                    <a:pt x="154844" y="19298"/>
                    <a:pt x="156706" y="12888"/>
                  </a:cubicBezTo>
                  <a:cubicBezTo>
                    <a:pt x="157625" y="9753"/>
                    <a:pt x="155103" y="4144"/>
                    <a:pt x="152322" y="1787"/>
                  </a:cubicBezTo>
                  <a:cubicBezTo>
                    <a:pt x="148339" y="-1583"/>
                    <a:pt x="143460" y="67"/>
                    <a:pt x="140231" y="4615"/>
                  </a:cubicBezTo>
                  <a:cubicBezTo>
                    <a:pt x="137804" y="8033"/>
                    <a:pt x="134811" y="11191"/>
                    <a:pt x="132972" y="14915"/>
                  </a:cubicBezTo>
                  <a:cubicBezTo>
                    <a:pt x="119256" y="42513"/>
                    <a:pt x="105068" y="69947"/>
                    <a:pt x="92388" y="98016"/>
                  </a:cubicBezTo>
                  <a:cubicBezTo>
                    <a:pt x="83267" y="118191"/>
                    <a:pt x="75183" y="138907"/>
                    <a:pt x="72190" y="161274"/>
                  </a:cubicBezTo>
                  <a:cubicBezTo>
                    <a:pt x="71695" y="165044"/>
                    <a:pt x="66793" y="169499"/>
                    <a:pt x="62880" y="171196"/>
                  </a:cubicBezTo>
                  <a:cubicBezTo>
                    <a:pt x="58992" y="172893"/>
                    <a:pt x="53689" y="172068"/>
                    <a:pt x="49164" y="171408"/>
                  </a:cubicBezTo>
                  <a:cubicBezTo>
                    <a:pt x="33255" y="169004"/>
                    <a:pt x="28282" y="171266"/>
                    <a:pt x="23639" y="187081"/>
                  </a:cubicBezTo>
                  <a:cubicBezTo>
                    <a:pt x="18077" y="205982"/>
                    <a:pt x="13434" y="225167"/>
                    <a:pt x="9192" y="244422"/>
                  </a:cubicBezTo>
                  <a:cubicBezTo>
                    <a:pt x="5586" y="260779"/>
                    <a:pt x="2758" y="277347"/>
                    <a:pt x="283" y="293939"/>
                  </a:cubicBezTo>
                  <a:cubicBezTo>
                    <a:pt x="-660" y="300350"/>
                    <a:pt x="472" y="307279"/>
                    <a:pt x="7990" y="309777"/>
                  </a:cubicBezTo>
                  <a:cubicBezTo>
                    <a:pt x="13151" y="311497"/>
                    <a:pt x="18737" y="306383"/>
                    <a:pt x="20505" y="296862"/>
                  </a:cubicBezTo>
                  <a:cubicBezTo>
                    <a:pt x="22461" y="286232"/>
                    <a:pt x="22249" y="275202"/>
                    <a:pt x="23969" y="264502"/>
                  </a:cubicBezTo>
                  <a:cubicBezTo>
                    <a:pt x="26585" y="248240"/>
                    <a:pt x="29084" y="231860"/>
                    <a:pt x="33538" y="216046"/>
                  </a:cubicBezTo>
                  <a:cubicBezTo>
                    <a:pt x="35777" y="208104"/>
                    <a:pt x="41245" y="200538"/>
                    <a:pt x="46878" y="194222"/>
                  </a:cubicBezTo>
                  <a:cubicBezTo>
                    <a:pt x="53948" y="186303"/>
                    <a:pt x="67830" y="187741"/>
                    <a:pt x="73816" y="195660"/>
                  </a:cubicBezTo>
                  <a:cubicBezTo>
                    <a:pt x="79590" y="203319"/>
                    <a:pt x="76809" y="211332"/>
                    <a:pt x="66204" y="218002"/>
                  </a:cubicBezTo>
                  <a:cubicBezTo>
                    <a:pt x="64153" y="219299"/>
                    <a:pt x="61985" y="220854"/>
                    <a:pt x="60712" y="222834"/>
                  </a:cubicBezTo>
                  <a:cubicBezTo>
                    <a:pt x="48692" y="241806"/>
                    <a:pt x="42235" y="262570"/>
                    <a:pt x="41858" y="285054"/>
                  </a:cubicBezTo>
                  <a:cubicBezTo>
                    <a:pt x="41740" y="291653"/>
                    <a:pt x="45628" y="296107"/>
                    <a:pt x="52251" y="296320"/>
                  </a:cubicBezTo>
                  <a:cubicBezTo>
                    <a:pt x="64624" y="296744"/>
                    <a:pt x="73840" y="302919"/>
                    <a:pt x="79779" y="312700"/>
                  </a:cubicBezTo>
                  <a:cubicBezTo>
                    <a:pt x="86119" y="323117"/>
                    <a:pt x="91280" y="334477"/>
                    <a:pt x="95546" y="345931"/>
                  </a:cubicBezTo>
                  <a:cubicBezTo>
                    <a:pt x="100990" y="360543"/>
                    <a:pt x="104384" y="375815"/>
                    <a:pt x="102664" y="391677"/>
                  </a:cubicBezTo>
                  <a:cubicBezTo>
                    <a:pt x="101980" y="398064"/>
                    <a:pt x="99270" y="403437"/>
                    <a:pt x="92529" y="404733"/>
                  </a:cubicBezTo>
                  <a:cubicBezTo>
                    <a:pt x="85412" y="406100"/>
                    <a:pt x="81664" y="401128"/>
                    <a:pt x="79095" y="395424"/>
                  </a:cubicBezTo>
                  <a:cubicBezTo>
                    <a:pt x="78011" y="393020"/>
                    <a:pt x="77799" y="390192"/>
                    <a:pt x="77210" y="387576"/>
                  </a:cubicBezTo>
                  <a:cubicBezTo>
                    <a:pt x="75890" y="381849"/>
                    <a:pt x="75207" y="375862"/>
                    <a:pt x="72968" y="370536"/>
                  </a:cubicBezTo>
                  <a:cubicBezTo>
                    <a:pt x="71907" y="368014"/>
                    <a:pt x="67735" y="365139"/>
                    <a:pt x="65237" y="365375"/>
                  </a:cubicBezTo>
                  <a:cubicBezTo>
                    <a:pt x="63116" y="365563"/>
                    <a:pt x="60288" y="369782"/>
                    <a:pt x="59722" y="372610"/>
                  </a:cubicBezTo>
                  <a:cubicBezTo>
                    <a:pt x="56753" y="387387"/>
                    <a:pt x="60170" y="401528"/>
                    <a:pt x="65237" y="415339"/>
                  </a:cubicBezTo>
                  <a:cubicBezTo>
                    <a:pt x="72614" y="435396"/>
                    <a:pt x="85624" y="436268"/>
                    <a:pt x="95617" y="420218"/>
                  </a:cubicBezTo>
                  <a:cubicBezTo>
                    <a:pt x="98963" y="414868"/>
                    <a:pt x="103064" y="414467"/>
                    <a:pt x="107047" y="418615"/>
                  </a:cubicBezTo>
                  <a:cubicBezTo>
                    <a:pt x="113364" y="425167"/>
                    <a:pt x="120081" y="431648"/>
                    <a:pt x="124936" y="439237"/>
                  </a:cubicBezTo>
                  <a:cubicBezTo>
                    <a:pt x="136649" y="457550"/>
                    <a:pt x="147160" y="476617"/>
                    <a:pt x="158520" y="495165"/>
                  </a:cubicBezTo>
                  <a:cubicBezTo>
                    <a:pt x="182041" y="533581"/>
                    <a:pt x="210795" y="567331"/>
                    <a:pt x="252558" y="586280"/>
                  </a:cubicBezTo>
                  <a:cubicBezTo>
                    <a:pt x="287533" y="602141"/>
                    <a:pt x="323616" y="615716"/>
                    <a:pt x="359746" y="628867"/>
                  </a:cubicBezTo>
                  <a:cubicBezTo>
                    <a:pt x="379237" y="635962"/>
                    <a:pt x="402263" y="626181"/>
                    <a:pt x="412704" y="609070"/>
                  </a:cubicBezTo>
                  <a:cubicBezTo>
                    <a:pt x="406741" y="606548"/>
                    <a:pt x="408650" y="602612"/>
                    <a:pt x="411384" y="599101"/>
                  </a:cubicBezTo>
                  <a:cubicBezTo>
                    <a:pt x="420175" y="587788"/>
                    <a:pt x="429720" y="577017"/>
                    <a:pt x="437969" y="565327"/>
                  </a:cubicBezTo>
                  <a:cubicBezTo>
                    <a:pt x="445605" y="554510"/>
                    <a:pt x="452228" y="542938"/>
                    <a:pt x="458709" y="531366"/>
                  </a:cubicBezTo>
                  <a:cubicBezTo>
                    <a:pt x="459982" y="529103"/>
                    <a:pt x="458473" y="525309"/>
                    <a:pt x="458261" y="522245"/>
                  </a:cubicBezTo>
                  <a:cubicBezTo>
                    <a:pt x="455315" y="522763"/>
                    <a:pt x="451639" y="522363"/>
                    <a:pt x="449518" y="523965"/>
                  </a:cubicBezTo>
                  <a:cubicBezTo>
                    <a:pt x="440467" y="530824"/>
                    <a:pt x="431299" y="537682"/>
                    <a:pt x="423263" y="545624"/>
                  </a:cubicBezTo>
                  <a:cubicBezTo>
                    <a:pt x="409734" y="559011"/>
                    <a:pt x="396277" y="572846"/>
                    <a:pt x="389159" y="590946"/>
                  </a:cubicBezTo>
                  <a:cubicBezTo>
                    <a:pt x="386873" y="596791"/>
                    <a:pt x="383998" y="598464"/>
                    <a:pt x="378436" y="598417"/>
                  </a:cubicBezTo>
                  <a:cubicBezTo>
                    <a:pt x="340491" y="598111"/>
                    <a:pt x="304502" y="589956"/>
                    <a:pt x="271082" y="571597"/>
                  </a:cubicBezTo>
                  <a:cubicBezTo>
                    <a:pt x="223592" y="545530"/>
                    <a:pt x="187934" y="507373"/>
                    <a:pt x="159982" y="461651"/>
                  </a:cubicBezTo>
                  <a:cubicBezTo>
                    <a:pt x="124818" y="404121"/>
                    <a:pt x="105280" y="341500"/>
                    <a:pt x="101108" y="274213"/>
                  </a:cubicBezTo>
                  <a:cubicBezTo>
                    <a:pt x="99953" y="255452"/>
                    <a:pt x="100802" y="236574"/>
                    <a:pt x="99435" y="217837"/>
                  </a:cubicBezTo>
                  <a:cubicBezTo>
                    <a:pt x="98492" y="204828"/>
                    <a:pt x="98327" y="190145"/>
                    <a:pt x="78412" y="186986"/>
                  </a:cubicBezTo>
                  <a:cubicBezTo>
                    <a:pt x="81829" y="183428"/>
                    <a:pt x="83880" y="180835"/>
                    <a:pt x="86378" y="178785"/>
                  </a:cubicBezTo>
                  <a:cubicBezTo>
                    <a:pt x="91539" y="174542"/>
                    <a:pt x="97243" y="170937"/>
                    <a:pt x="102074" y="166388"/>
                  </a:cubicBezTo>
                  <a:cubicBezTo>
                    <a:pt x="104031" y="164549"/>
                    <a:pt x="105044" y="160944"/>
                    <a:pt x="105138" y="158115"/>
                  </a:cubicBezTo>
                  <a:cubicBezTo>
                    <a:pt x="105280" y="153520"/>
                    <a:pt x="103111" y="148641"/>
                    <a:pt x="104031" y="144304"/>
                  </a:cubicBezTo>
                  <a:cubicBezTo>
                    <a:pt x="108744" y="122150"/>
                    <a:pt x="113293" y="99949"/>
                    <a:pt x="119444" y="78172"/>
                  </a:cubicBezTo>
                  <a:close/>
                  <a:moveTo>
                    <a:pt x="68631" y="277583"/>
                  </a:moveTo>
                  <a:cubicBezTo>
                    <a:pt x="63917" y="263253"/>
                    <a:pt x="64719" y="249678"/>
                    <a:pt x="68230" y="235113"/>
                  </a:cubicBezTo>
                  <a:cubicBezTo>
                    <a:pt x="77116" y="244422"/>
                    <a:pt x="77210" y="267873"/>
                    <a:pt x="68631" y="27758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54" name="Google Shape;3354;p59"/>
            <p:cNvSpPr/>
            <p:nvPr/>
          </p:nvSpPr>
          <p:spPr>
            <a:xfrm>
              <a:off x="406776" y="3394388"/>
              <a:ext cx="471525" cy="358476"/>
            </a:xfrm>
            <a:custGeom>
              <a:rect b="b" l="l" r="r" t="t"/>
              <a:pathLst>
                <a:path extrusionOk="0" h="358476" w="471525">
                  <a:moveTo>
                    <a:pt x="200798" y="236672"/>
                  </a:moveTo>
                  <a:cubicBezTo>
                    <a:pt x="196296" y="236272"/>
                    <a:pt x="190781" y="237497"/>
                    <a:pt x="187458" y="235329"/>
                  </a:cubicBezTo>
                  <a:cubicBezTo>
                    <a:pt x="177206" y="228659"/>
                    <a:pt x="167355" y="221164"/>
                    <a:pt x="158234" y="213010"/>
                  </a:cubicBezTo>
                  <a:cubicBezTo>
                    <a:pt x="154015" y="209239"/>
                    <a:pt x="151399" y="203418"/>
                    <a:pt x="148877" y="198138"/>
                  </a:cubicBezTo>
                  <a:cubicBezTo>
                    <a:pt x="146143" y="192435"/>
                    <a:pt x="145106" y="185836"/>
                    <a:pt x="141995" y="180415"/>
                  </a:cubicBezTo>
                  <a:cubicBezTo>
                    <a:pt x="135467" y="169079"/>
                    <a:pt x="127736" y="158449"/>
                    <a:pt x="121067" y="147184"/>
                  </a:cubicBezTo>
                  <a:cubicBezTo>
                    <a:pt x="111404" y="130875"/>
                    <a:pt x="101316" y="114707"/>
                    <a:pt x="93138" y="97667"/>
                  </a:cubicBezTo>
                  <a:cubicBezTo>
                    <a:pt x="85714" y="82159"/>
                    <a:pt x="81236" y="65284"/>
                    <a:pt x="74284" y="49517"/>
                  </a:cubicBezTo>
                  <a:cubicBezTo>
                    <a:pt x="67425" y="33985"/>
                    <a:pt x="59200" y="19020"/>
                    <a:pt x="51281" y="3959"/>
                  </a:cubicBezTo>
                  <a:cubicBezTo>
                    <a:pt x="50338" y="2168"/>
                    <a:pt x="47628" y="1296"/>
                    <a:pt x="45742" y="0"/>
                  </a:cubicBezTo>
                  <a:cubicBezTo>
                    <a:pt x="44375" y="2121"/>
                    <a:pt x="42136" y="4148"/>
                    <a:pt x="41830" y="6411"/>
                  </a:cubicBezTo>
                  <a:cubicBezTo>
                    <a:pt x="41359" y="9993"/>
                    <a:pt x="41806" y="13835"/>
                    <a:pt x="42514" y="17417"/>
                  </a:cubicBezTo>
                  <a:cubicBezTo>
                    <a:pt x="47604" y="43625"/>
                    <a:pt x="58116" y="68018"/>
                    <a:pt x="70819" y="91115"/>
                  </a:cubicBezTo>
                  <a:cubicBezTo>
                    <a:pt x="91394" y="128541"/>
                    <a:pt x="114114" y="164766"/>
                    <a:pt x="135349" y="201838"/>
                  </a:cubicBezTo>
                  <a:cubicBezTo>
                    <a:pt x="143291" y="215697"/>
                    <a:pt x="149608" y="230497"/>
                    <a:pt x="156584" y="244898"/>
                  </a:cubicBezTo>
                  <a:cubicBezTo>
                    <a:pt x="159035" y="249965"/>
                    <a:pt x="156702" y="254136"/>
                    <a:pt x="152247" y="255810"/>
                  </a:cubicBezTo>
                  <a:cubicBezTo>
                    <a:pt x="150032" y="256635"/>
                    <a:pt x="146355" y="254443"/>
                    <a:pt x="143716" y="252934"/>
                  </a:cubicBezTo>
                  <a:cubicBezTo>
                    <a:pt x="141901" y="251897"/>
                    <a:pt x="140581" y="249800"/>
                    <a:pt x="139308" y="248009"/>
                  </a:cubicBezTo>
                  <a:cubicBezTo>
                    <a:pt x="125780" y="228801"/>
                    <a:pt x="111946" y="209781"/>
                    <a:pt x="98912" y="190243"/>
                  </a:cubicBezTo>
                  <a:cubicBezTo>
                    <a:pt x="72186" y="150153"/>
                    <a:pt x="45625" y="109970"/>
                    <a:pt x="31154" y="63257"/>
                  </a:cubicBezTo>
                  <a:cubicBezTo>
                    <a:pt x="28962" y="56187"/>
                    <a:pt x="24295" y="49611"/>
                    <a:pt x="19699" y="43625"/>
                  </a:cubicBezTo>
                  <a:cubicBezTo>
                    <a:pt x="15410" y="38039"/>
                    <a:pt x="8952" y="39453"/>
                    <a:pt x="3343" y="41975"/>
                  </a:cubicBezTo>
                  <a:cubicBezTo>
                    <a:pt x="-2973" y="44803"/>
                    <a:pt x="1552" y="49682"/>
                    <a:pt x="1811" y="53641"/>
                  </a:cubicBezTo>
                  <a:cubicBezTo>
                    <a:pt x="1929" y="55527"/>
                    <a:pt x="3060" y="57365"/>
                    <a:pt x="3744" y="59227"/>
                  </a:cubicBezTo>
                  <a:cubicBezTo>
                    <a:pt x="16848" y="94579"/>
                    <a:pt x="34430" y="127716"/>
                    <a:pt x="54486" y="159510"/>
                  </a:cubicBezTo>
                  <a:cubicBezTo>
                    <a:pt x="63843" y="174334"/>
                    <a:pt x="74307" y="188475"/>
                    <a:pt x="84041" y="203088"/>
                  </a:cubicBezTo>
                  <a:cubicBezTo>
                    <a:pt x="85903" y="205869"/>
                    <a:pt x="88566" y="210182"/>
                    <a:pt x="87623" y="212397"/>
                  </a:cubicBezTo>
                  <a:cubicBezTo>
                    <a:pt x="84182" y="220410"/>
                    <a:pt x="89791" y="224299"/>
                    <a:pt x="93845" y="228659"/>
                  </a:cubicBezTo>
                  <a:cubicBezTo>
                    <a:pt x="102448" y="237898"/>
                    <a:pt x="111663" y="246547"/>
                    <a:pt x="120289" y="255763"/>
                  </a:cubicBezTo>
                  <a:cubicBezTo>
                    <a:pt x="126369" y="262244"/>
                    <a:pt x="132497" y="268819"/>
                    <a:pt x="137541" y="276078"/>
                  </a:cubicBezTo>
                  <a:cubicBezTo>
                    <a:pt x="144093" y="285459"/>
                    <a:pt x="142867" y="290125"/>
                    <a:pt x="133911" y="297290"/>
                  </a:cubicBezTo>
                  <a:cubicBezTo>
                    <a:pt x="127289" y="302593"/>
                    <a:pt x="126228" y="307448"/>
                    <a:pt x="131932" y="313599"/>
                  </a:cubicBezTo>
                  <a:cubicBezTo>
                    <a:pt x="137423" y="319538"/>
                    <a:pt x="143763" y="324865"/>
                    <a:pt x="150315" y="329625"/>
                  </a:cubicBezTo>
                  <a:cubicBezTo>
                    <a:pt x="156937" y="334433"/>
                    <a:pt x="161415" y="332760"/>
                    <a:pt x="161934" y="324676"/>
                  </a:cubicBezTo>
                  <a:cubicBezTo>
                    <a:pt x="162994" y="308178"/>
                    <a:pt x="162664" y="291586"/>
                    <a:pt x="162994" y="275041"/>
                  </a:cubicBezTo>
                  <a:cubicBezTo>
                    <a:pt x="163042" y="272213"/>
                    <a:pt x="163489" y="269385"/>
                    <a:pt x="163725" y="266557"/>
                  </a:cubicBezTo>
                  <a:cubicBezTo>
                    <a:pt x="167025" y="266958"/>
                    <a:pt x="170937" y="266345"/>
                    <a:pt x="173506" y="267924"/>
                  </a:cubicBezTo>
                  <a:cubicBezTo>
                    <a:pt x="182745" y="273604"/>
                    <a:pt x="191960" y="279496"/>
                    <a:pt x="200421" y="286236"/>
                  </a:cubicBezTo>
                  <a:cubicBezTo>
                    <a:pt x="225403" y="306199"/>
                    <a:pt x="251281" y="324818"/>
                    <a:pt x="279752" y="339501"/>
                  </a:cubicBezTo>
                  <a:cubicBezTo>
                    <a:pt x="296579" y="348174"/>
                    <a:pt x="314326" y="354325"/>
                    <a:pt x="333487" y="354301"/>
                  </a:cubicBezTo>
                  <a:cubicBezTo>
                    <a:pt x="338083" y="354301"/>
                    <a:pt x="342679" y="351167"/>
                    <a:pt x="347275" y="349446"/>
                  </a:cubicBezTo>
                  <a:cubicBezTo>
                    <a:pt x="344517" y="345628"/>
                    <a:pt x="342184" y="341386"/>
                    <a:pt x="338884" y="338086"/>
                  </a:cubicBezTo>
                  <a:cubicBezTo>
                    <a:pt x="335208" y="334410"/>
                    <a:pt x="330706" y="331582"/>
                    <a:pt x="326535" y="328376"/>
                  </a:cubicBezTo>
                  <a:cubicBezTo>
                    <a:pt x="326794" y="327434"/>
                    <a:pt x="327053" y="326491"/>
                    <a:pt x="327312" y="325548"/>
                  </a:cubicBezTo>
                  <a:cubicBezTo>
                    <a:pt x="332992" y="324959"/>
                    <a:pt x="338672" y="323781"/>
                    <a:pt x="344352" y="323898"/>
                  </a:cubicBezTo>
                  <a:cubicBezTo>
                    <a:pt x="358941" y="324181"/>
                    <a:pt x="373742" y="324087"/>
                    <a:pt x="382957" y="338935"/>
                  </a:cubicBezTo>
                  <a:cubicBezTo>
                    <a:pt x="384748" y="341810"/>
                    <a:pt x="388684" y="343625"/>
                    <a:pt x="391960" y="345204"/>
                  </a:cubicBezTo>
                  <a:cubicBezTo>
                    <a:pt x="408151" y="353052"/>
                    <a:pt x="425474" y="356941"/>
                    <a:pt x="443268" y="358284"/>
                  </a:cubicBezTo>
                  <a:cubicBezTo>
                    <a:pt x="450574" y="358827"/>
                    <a:pt x="458069" y="358143"/>
                    <a:pt x="465351" y="357177"/>
                  </a:cubicBezTo>
                  <a:cubicBezTo>
                    <a:pt x="467732" y="356870"/>
                    <a:pt x="471244" y="354066"/>
                    <a:pt x="471503" y="352039"/>
                  </a:cubicBezTo>
                  <a:cubicBezTo>
                    <a:pt x="471786" y="349894"/>
                    <a:pt x="469358" y="346406"/>
                    <a:pt x="467166" y="345133"/>
                  </a:cubicBezTo>
                  <a:cubicBezTo>
                    <a:pt x="462783" y="342541"/>
                    <a:pt x="457880" y="339948"/>
                    <a:pt x="452931" y="339312"/>
                  </a:cubicBezTo>
                  <a:cubicBezTo>
                    <a:pt x="437282" y="337285"/>
                    <a:pt x="421491" y="336225"/>
                    <a:pt x="405771" y="334645"/>
                  </a:cubicBezTo>
                  <a:cubicBezTo>
                    <a:pt x="402872" y="334363"/>
                    <a:pt x="400044" y="333467"/>
                    <a:pt x="397192" y="332854"/>
                  </a:cubicBezTo>
                  <a:cubicBezTo>
                    <a:pt x="397145" y="332147"/>
                    <a:pt x="397098" y="331440"/>
                    <a:pt x="397027" y="330733"/>
                  </a:cubicBezTo>
                  <a:cubicBezTo>
                    <a:pt x="407020" y="325595"/>
                    <a:pt x="417037" y="320457"/>
                    <a:pt x="427030" y="315320"/>
                  </a:cubicBezTo>
                  <a:cubicBezTo>
                    <a:pt x="426817" y="314565"/>
                    <a:pt x="426629" y="313835"/>
                    <a:pt x="426417" y="313081"/>
                  </a:cubicBezTo>
                  <a:cubicBezTo>
                    <a:pt x="423636" y="312350"/>
                    <a:pt x="420878" y="311195"/>
                    <a:pt x="418074" y="310959"/>
                  </a:cubicBezTo>
                  <a:cubicBezTo>
                    <a:pt x="403791" y="309757"/>
                    <a:pt x="389462" y="308980"/>
                    <a:pt x="375179" y="307707"/>
                  </a:cubicBezTo>
                  <a:cubicBezTo>
                    <a:pt x="364621" y="306764"/>
                    <a:pt x="353992" y="305751"/>
                    <a:pt x="343574" y="303889"/>
                  </a:cubicBezTo>
                  <a:cubicBezTo>
                    <a:pt x="333959" y="302169"/>
                    <a:pt x="329976" y="297549"/>
                    <a:pt x="330188" y="290691"/>
                  </a:cubicBezTo>
                  <a:cubicBezTo>
                    <a:pt x="330353" y="285199"/>
                    <a:pt x="335349" y="281381"/>
                    <a:pt x="344729" y="280839"/>
                  </a:cubicBezTo>
                  <a:cubicBezTo>
                    <a:pt x="351611" y="280439"/>
                    <a:pt x="358540" y="281381"/>
                    <a:pt x="365446" y="281405"/>
                  </a:cubicBezTo>
                  <a:cubicBezTo>
                    <a:pt x="368887" y="281428"/>
                    <a:pt x="372328" y="280721"/>
                    <a:pt x="376476" y="280250"/>
                  </a:cubicBezTo>
                  <a:cubicBezTo>
                    <a:pt x="375533" y="277634"/>
                    <a:pt x="375486" y="277092"/>
                    <a:pt x="375203" y="276738"/>
                  </a:cubicBezTo>
                  <a:cubicBezTo>
                    <a:pt x="364857" y="263823"/>
                    <a:pt x="330989" y="255503"/>
                    <a:pt x="316141" y="262645"/>
                  </a:cubicBezTo>
                  <a:cubicBezTo>
                    <a:pt x="313713" y="263823"/>
                    <a:pt x="311286" y="267028"/>
                    <a:pt x="310697" y="269691"/>
                  </a:cubicBezTo>
                  <a:cubicBezTo>
                    <a:pt x="308175" y="281098"/>
                    <a:pt x="303603" y="284280"/>
                    <a:pt x="292337" y="281476"/>
                  </a:cubicBezTo>
                  <a:cubicBezTo>
                    <a:pt x="276334" y="277516"/>
                    <a:pt x="263513" y="267830"/>
                    <a:pt x="250197" y="258803"/>
                  </a:cubicBezTo>
                  <a:cubicBezTo>
                    <a:pt x="239214" y="251355"/>
                    <a:pt x="227736" y="244521"/>
                    <a:pt x="215929" y="238440"/>
                  </a:cubicBezTo>
                  <a:cubicBezTo>
                    <a:pt x="211710" y="236295"/>
                    <a:pt x="205912" y="237144"/>
                    <a:pt x="200798" y="236672"/>
                  </a:cubicBezTo>
                  <a:close/>
                  <a:moveTo>
                    <a:pt x="306831" y="306717"/>
                  </a:moveTo>
                  <a:cubicBezTo>
                    <a:pt x="307868" y="307401"/>
                    <a:pt x="308811" y="308202"/>
                    <a:pt x="309777" y="308980"/>
                  </a:cubicBezTo>
                  <a:cubicBezTo>
                    <a:pt x="320454" y="317488"/>
                    <a:pt x="319676" y="328070"/>
                    <a:pt x="307374" y="334551"/>
                  </a:cubicBezTo>
                  <a:cubicBezTo>
                    <a:pt x="305111" y="335753"/>
                    <a:pt x="300421" y="334975"/>
                    <a:pt x="298347" y="333279"/>
                  </a:cubicBezTo>
                  <a:cubicBezTo>
                    <a:pt x="294623" y="330238"/>
                    <a:pt x="292031" y="325807"/>
                    <a:pt x="289014" y="321919"/>
                  </a:cubicBezTo>
                  <a:cubicBezTo>
                    <a:pt x="285314" y="317134"/>
                    <a:pt x="280529" y="313269"/>
                    <a:pt x="274496" y="315272"/>
                  </a:cubicBezTo>
                  <a:cubicBezTo>
                    <a:pt x="266200" y="318030"/>
                    <a:pt x="259436" y="315107"/>
                    <a:pt x="254109" y="310158"/>
                  </a:cubicBezTo>
                  <a:cubicBezTo>
                    <a:pt x="240039" y="297125"/>
                    <a:pt x="226629" y="283361"/>
                    <a:pt x="213218" y="269621"/>
                  </a:cubicBezTo>
                  <a:cubicBezTo>
                    <a:pt x="210272" y="266604"/>
                    <a:pt x="208387" y="262550"/>
                    <a:pt x="206030" y="258991"/>
                  </a:cubicBezTo>
                  <a:cubicBezTo>
                    <a:pt x="206643" y="258449"/>
                    <a:pt x="207232" y="257907"/>
                    <a:pt x="207845" y="257389"/>
                  </a:cubicBezTo>
                  <a:cubicBezTo>
                    <a:pt x="241241" y="272991"/>
                    <a:pt x="275721" y="286425"/>
                    <a:pt x="306831" y="30671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55" name="Google Shape;3355;p59"/>
            <p:cNvSpPr/>
            <p:nvPr/>
          </p:nvSpPr>
          <p:spPr>
            <a:xfrm>
              <a:off x="425960" y="3624014"/>
              <a:ext cx="499682" cy="282108"/>
            </a:xfrm>
            <a:custGeom>
              <a:rect b="b" l="l" r="r" t="t"/>
              <a:pathLst>
                <a:path extrusionOk="0" h="282108" w="499682">
                  <a:moveTo>
                    <a:pt x="481968" y="218619"/>
                  </a:moveTo>
                  <a:cubicBezTo>
                    <a:pt x="483618" y="222602"/>
                    <a:pt x="485362" y="226302"/>
                    <a:pt x="486658" y="230168"/>
                  </a:cubicBezTo>
                  <a:cubicBezTo>
                    <a:pt x="488921" y="236932"/>
                    <a:pt x="484843" y="245558"/>
                    <a:pt x="477466" y="250201"/>
                  </a:cubicBezTo>
                  <a:cubicBezTo>
                    <a:pt x="469571" y="255173"/>
                    <a:pt x="461888" y="255221"/>
                    <a:pt x="456561" y="248975"/>
                  </a:cubicBezTo>
                  <a:cubicBezTo>
                    <a:pt x="437259" y="226350"/>
                    <a:pt x="411051" y="215579"/>
                    <a:pt x="384113" y="206128"/>
                  </a:cubicBezTo>
                  <a:cubicBezTo>
                    <a:pt x="348407" y="193613"/>
                    <a:pt x="310839" y="190620"/>
                    <a:pt x="273743" y="185411"/>
                  </a:cubicBezTo>
                  <a:cubicBezTo>
                    <a:pt x="256868" y="183055"/>
                    <a:pt x="240983" y="178907"/>
                    <a:pt x="226441" y="169668"/>
                  </a:cubicBezTo>
                  <a:cubicBezTo>
                    <a:pt x="200775" y="153382"/>
                    <a:pt x="175133" y="137026"/>
                    <a:pt x="149019" y="121494"/>
                  </a:cubicBezTo>
                  <a:cubicBezTo>
                    <a:pt x="107351" y="96724"/>
                    <a:pt x="70325" y="66910"/>
                    <a:pt x="40511" y="28235"/>
                  </a:cubicBezTo>
                  <a:cubicBezTo>
                    <a:pt x="32521" y="17865"/>
                    <a:pt x="21209" y="9969"/>
                    <a:pt x="10909" y="1556"/>
                  </a:cubicBezTo>
                  <a:cubicBezTo>
                    <a:pt x="8576" y="-330"/>
                    <a:pt x="4075" y="448"/>
                    <a:pt x="563" y="0"/>
                  </a:cubicBezTo>
                  <a:cubicBezTo>
                    <a:pt x="516" y="3370"/>
                    <a:pt x="-710" y="7283"/>
                    <a:pt x="610" y="9969"/>
                  </a:cubicBezTo>
                  <a:cubicBezTo>
                    <a:pt x="5371" y="19680"/>
                    <a:pt x="10132" y="29602"/>
                    <a:pt x="16448" y="38322"/>
                  </a:cubicBezTo>
                  <a:cubicBezTo>
                    <a:pt x="37400" y="67311"/>
                    <a:pt x="63914" y="90644"/>
                    <a:pt x="92738" y="111549"/>
                  </a:cubicBezTo>
                  <a:cubicBezTo>
                    <a:pt x="99102" y="116168"/>
                    <a:pt x="105230" y="121400"/>
                    <a:pt x="110297" y="127363"/>
                  </a:cubicBezTo>
                  <a:cubicBezTo>
                    <a:pt x="112913" y="130450"/>
                    <a:pt x="112960" y="135730"/>
                    <a:pt x="114162" y="140019"/>
                  </a:cubicBezTo>
                  <a:cubicBezTo>
                    <a:pt x="110014" y="139571"/>
                    <a:pt x="105017" y="140467"/>
                    <a:pt x="101836" y="138463"/>
                  </a:cubicBezTo>
                  <a:cubicBezTo>
                    <a:pt x="88472" y="130073"/>
                    <a:pt x="75463" y="121094"/>
                    <a:pt x="62689" y="111831"/>
                  </a:cubicBezTo>
                  <a:cubicBezTo>
                    <a:pt x="48289" y="101391"/>
                    <a:pt x="34407" y="90243"/>
                    <a:pt x="20030" y="79802"/>
                  </a:cubicBezTo>
                  <a:cubicBezTo>
                    <a:pt x="16943" y="77563"/>
                    <a:pt x="12630" y="77068"/>
                    <a:pt x="8859" y="75772"/>
                  </a:cubicBezTo>
                  <a:cubicBezTo>
                    <a:pt x="8340" y="76432"/>
                    <a:pt x="7846" y="77068"/>
                    <a:pt x="7327" y="77728"/>
                  </a:cubicBezTo>
                  <a:cubicBezTo>
                    <a:pt x="9425" y="81452"/>
                    <a:pt x="10980" y="85671"/>
                    <a:pt x="13738" y="88805"/>
                  </a:cubicBezTo>
                  <a:cubicBezTo>
                    <a:pt x="19936" y="95876"/>
                    <a:pt x="26134" y="103111"/>
                    <a:pt x="33370" y="109027"/>
                  </a:cubicBezTo>
                  <a:cubicBezTo>
                    <a:pt x="70349" y="139241"/>
                    <a:pt x="107421" y="169362"/>
                    <a:pt x="144966" y="198845"/>
                  </a:cubicBezTo>
                  <a:cubicBezTo>
                    <a:pt x="157480" y="208673"/>
                    <a:pt x="172046" y="214447"/>
                    <a:pt x="188590" y="215390"/>
                  </a:cubicBezTo>
                  <a:cubicBezTo>
                    <a:pt x="200304" y="216050"/>
                    <a:pt x="211145" y="220269"/>
                    <a:pt x="218711" y="230568"/>
                  </a:cubicBezTo>
                  <a:cubicBezTo>
                    <a:pt x="223354" y="236884"/>
                    <a:pt x="229646" y="241598"/>
                    <a:pt x="237942" y="241645"/>
                  </a:cubicBezTo>
                  <a:cubicBezTo>
                    <a:pt x="241077" y="241669"/>
                    <a:pt x="244211" y="239878"/>
                    <a:pt x="247346" y="238911"/>
                  </a:cubicBezTo>
                  <a:cubicBezTo>
                    <a:pt x="246215" y="235871"/>
                    <a:pt x="245979" y="231817"/>
                    <a:pt x="243811" y="229979"/>
                  </a:cubicBezTo>
                  <a:cubicBezTo>
                    <a:pt x="233511" y="221188"/>
                    <a:pt x="223306" y="212020"/>
                    <a:pt x="211923" y="204832"/>
                  </a:cubicBezTo>
                  <a:cubicBezTo>
                    <a:pt x="191065" y="191633"/>
                    <a:pt x="169241" y="179991"/>
                    <a:pt x="148147" y="167146"/>
                  </a:cubicBezTo>
                  <a:cubicBezTo>
                    <a:pt x="141925" y="163351"/>
                    <a:pt x="136717" y="157789"/>
                    <a:pt x="131320" y="152722"/>
                  </a:cubicBezTo>
                  <a:cubicBezTo>
                    <a:pt x="130188" y="151662"/>
                    <a:pt x="129411" y="148692"/>
                    <a:pt x="130070" y="147584"/>
                  </a:cubicBezTo>
                  <a:cubicBezTo>
                    <a:pt x="130825" y="146359"/>
                    <a:pt x="133535" y="145557"/>
                    <a:pt x="135185" y="145817"/>
                  </a:cubicBezTo>
                  <a:cubicBezTo>
                    <a:pt x="139545" y="146524"/>
                    <a:pt x="143929" y="147490"/>
                    <a:pt x="148029" y="149069"/>
                  </a:cubicBezTo>
                  <a:cubicBezTo>
                    <a:pt x="184065" y="162833"/>
                    <a:pt x="216802" y="182583"/>
                    <a:pt x="247982" y="205020"/>
                  </a:cubicBezTo>
                  <a:cubicBezTo>
                    <a:pt x="258447" y="212538"/>
                    <a:pt x="267898" y="221023"/>
                    <a:pt x="273672" y="233208"/>
                  </a:cubicBezTo>
                  <a:cubicBezTo>
                    <a:pt x="275722" y="237521"/>
                    <a:pt x="280530" y="241056"/>
                    <a:pt x="284843" y="243696"/>
                  </a:cubicBezTo>
                  <a:cubicBezTo>
                    <a:pt x="298206" y="251921"/>
                    <a:pt x="313007" y="254113"/>
                    <a:pt x="328374" y="251921"/>
                  </a:cubicBezTo>
                  <a:cubicBezTo>
                    <a:pt x="339168" y="250389"/>
                    <a:pt x="343245" y="245723"/>
                    <a:pt x="345084" y="234528"/>
                  </a:cubicBezTo>
                  <a:cubicBezTo>
                    <a:pt x="345956" y="229296"/>
                    <a:pt x="348147" y="224794"/>
                    <a:pt x="353898" y="223969"/>
                  </a:cubicBezTo>
                  <a:cubicBezTo>
                    <a:pt x="369194" y="221706"/>
                    <a:pt x="382722" y="227669"/>
                    <a:pt x="396510" y="232359"/>
                  </a:cubicBezTo>
                  <a:cubicBezTo>
                    <a:pt x="396674" y="233231"/>
                    <a:pt x="396839" y="234080"/>
                    <a:pt x="397004" y="234952"/>
                  </a:cubicBezTo>
                  <a:cubicBezTo>
                    <a:pt x="387082" y="240066"/>
                    <a:pt x="377160" y="245204"/>
                    <a:pt x="367238" y="250318"/>
                  </a:cubicBezTo>
                  <a:cubicBezTo>
                    <a:pt x="367450" y="251049"/>
                    <a:pt x="367686" y="251780"/>
                    <a:pt x="367898" y="252487"/>
                  </a:cubicBezTo>
                  <a:cubicBezTo>
                    <a:pt x="371244" y="252487"/>
                    <a:pt x="374591" y="252628"/>
                    <a:pt x="377914" y="252463"/>
                  </a:cubicBezTo>
                  <a:cubicBezTo>
                    <a:pt x="389274" y="251874"/>
                    <a:pt x="400610" y="250978"/>
                    <a:pt x="411970" y="250601"/>
                  </a:cubicBezTo>
                  <a:cubicBezTo>
                    <a:pt x="429976" y="249988"/>
                    <a:pt x="445696" y="252958"/>
                    <a:pt x="453450" y="272826"/>
                  </a:cubicBezTo>
                  <a:cubicBezTo>
                    <a:pt x="456986" y="281900"/>
                    <a:pt x="466177" y="284587"/>
                    <a:pt x="473059" y="279708"/>
                  </a:cubicBezTo>
                  <a:cubicBezTo>
                    <a:pt x="488473" y="268796"/>
                    <a:pt x="497877" y="253618"/>
                    <a:pt x="499621" y="234645"/>
                  </a:cubicBezTo>
                  <a:cubicBezTo>
                    <a:pt x="500493" y="225548"/>
                    <a:pt x="492079" y="218430"/>
                    <a:pt x="481968" y="218619"/>
                  </a:cubicBezTo>
                  <a:close/>
                  <a:moveTo>
                    <a:pt x="327879" y="234645"/>
                  </a:moveTo>
                  <a:cubicBezTo>
                    <a:pt x="325711" y="234363"/>
                    <a:pt x="324414" y="234433"/>
                    <a:pt x="323283" y="234033"/>
                  </a:cubicBezTo>
                  <a:cubicBezTo>
                    <a:pt x="308953" y="228730"/>
                    <a:pt x="296274" y="220905"/>
                    <a:pt x="286163" y="209333"/>
                  </a:cubicBezTo>
                  <a:cubicBezTo>
                    <a:pt x="284937" y="207943"/>
                    <a:pt x="284985" y="205444"/>
                    <a:pt x="284442" y="203465"/>
                  </a:cubicBezTo>
                  <a:cubicBezTo>
                    <a:pt x="286257" y="203040"/>
                    <a:pt x="288284" y="201886"/>
                    <a:pt x="289863" y="202310"/>
                  </a:cubicBezTo>
                  <a:cubicBezTo>
                    <a:pt x="305135" y="206364"/>
                    <a:pt x="318946" y="213151"/>
                    <a:pt x="329458" y="225312"/>
                  </a:cubicBezTo>
                  <a:cubicBezTo>
                    <a:pt x="330966" y="227033"/>
                    <a:pt x="331155" y="230191"/>
                    <a:pt x="331202" y="232689"/>
                  </a:cubicBezTo>
                  <a:cubicBezTo>
                    <a:pt x="331225" y="233444"/>
                    <a:pt x="328633" y="234245"/>
                    <a:pt x="327879" y="23464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56" name="Google Shape;3356;p59"/>
            <p:cNvSpPr/>
            <p:nvPr/>
          </p:nvSpPr>
          <p:spPr>
            <a:xfrm>
              <a:off x="1023012" y="2543575"/>
              <a:ext cx="418240" cy="362550"/>
            </a:xfrm>
            <a:custGeom>
              <a:rect b="b" l="l" r="r" t="t"/>
              <a:pathLst>
                <a:path extrusionOk="0" h="362550" w="418240">
                  <a:moveTo>
                    <a:pt x="272001" y="124794"/>
                  </a:moveTo>
                  <a:cubicBezTo>
                    <a:pt x="255103" y="112043"/>
                    <a:pt x="237427" y="100047"/>
                    <a:pt x="216757" y="93613"/>
                  </a:cubicBezTo>
                  <a:cubicBezTo>
                    <a:pt x="209569" y="91374"/>
                    <a:pt x="203865" y="92647"/>
                    <a:pt x="197502" y="97101"/>
                  </a:cubicBezTo>
                  <a:cubicBezTo>
                    <a:pt x="190856" y="101744"/>
                    <a:pt x="182772" y="104431"/>
                    <a:pt x="175088" y="107377"/>
                  </a:cubicBezTo>
                  <a:cubicBezTo>
                    <a:pt x="173415" y="108013"/>
                    <a:pt x="170186" y="106599"/>
                    <a:pt x="168819" y="105091"/>
                  </a:cubicBezTo>
                  <a:cubicBezTo>
                    <a:pt x="168089" y="104289"/>
                    <a:pt x="169173" y="100778"/>
                    <a:pt x="170422" y="99364"/>
                  </a:cubicBezTo>
                  <a:cubicBezTo>
                    <a:pt x="174240" y="95074"/>
                    <a:pt x="172402" y="91610"/>
                    <a:pt x="169385" y="88310"/>
                  </a:cubicBezTo>
                  <a:cubicBezTo>
                    <a:pt x="167570" y="86307"/>
                    <a:pt x="165473" y="84469"/>
                    <a:pt x="163187" y="83007"/>
                  </a:cubicBezTo>
                  <a:cubicBezTo>
                    <a:pt x="115343" y="52156"/>
                    <a:pt x="65072" y="25807"/>
                    <a:pt x="12915" y="3064"/>
                  </a:cubicBezTo>
                  <a:cubicBezTo>
                    <a:pt x="9262" y="1461"/>
                    <a:pt x="5114" y="990"/>
                    <a:pt x="1202" y="0"/>
                  </a:cubicBezTo>
                  <a:cubicBezTo>
                    <a:pt x="801" y="660"/>
                    <a:pt x="401" y="1296"/>
                    <a:pt x="0" y="1956"/>
                  </a:cubicBezTo>
                  <a:cubicBezTo>
                    <a:pt x="2687" y="4643"/>
                    <a:pt x="5020" y="7778"/>
                    <a:pt x="8084" y="9922"/>
                  </a:cubicBezTo>
                  <a:cubicBezTo>
                    <a:pt x="26326" y="22649"/>
                    <a:pt x="44332" y="35777"/>
                    <a:pt x="63163" y="47608"/>
                  </a:cubicBezTo>
                  <a:cubicBezTo>
                    <a:pt x="116026" y="80839"/>
                    <a:pt x="167570" y="115885"/>
                    <a:pt x="214282" y="157459"/>
                  </a:cubicBezTo>
                  <a:cubicBezTo>
                    <a:pt x="251662" y="190714"/>
                    <a:pt x="288593" y="224487"/>
                    <a:pt x="324888" y="258921"/>
                  </a:cubicBezTo>
                  <a:cubicBezTo>
                    <a:pt x="344638" y="277634"/>
                    <a:pt x="366698" y="293849"/>
                    <a:pt x="379779" y="319656"/>
                  </a:cubicBezTo>
                  <a:cubicBezTo>
                    <a:pt x="388004" y="335895"/>
                    <a:pt x="403630" y="348386"/>
                    <a:pt x="415933" y="362550"/>
                  </a:cubicBezTo>
                  <a:cubicBezTo>
                    <a:pt x="416687" y="362197"/>
                    <a:pt x="417417" y="361867"/>
                    <a:pt x="418171" y="361513"/>
                  </a:cubicBezTo>
                  <a:cubicBezTo>
                    <a:pt x="418195" y="344591"/>
                    <a:pt x="419067" y="327599"/>
                    <a:pt x="413858" y="311101"/>
                  </a:cubicBezTo>
                  <a:cubicBezTo>
                    <a:pt x="413057" y="308532"/>
                    <a:pt x="411242" y="305680"/>
                    <a:pt x="409050" y="304313"/>
                  </a:cubicBezTo>
                  <a:cubicBezTo>
                    <a:pt x="404195" y="301296"/>
                    <a:pt x="398091" y="300047"/>
                    <a:pt x="393802" y="296489"/>
                  </a:cubicBezTo>
                  <a:cubicBezTo>
                    <a:pt x="383526" y="287980"/>
                    <a:pt x="373839" y="278718"/>
                    <a:pt x="364200" y="269456"/>
                  </a:cubicBezTo>
                  <a:cubicBezTo>
                    <a:pt x="337427" y="243672"/>
                    <a:pt x="314235" y="214636"/>
                    <a:pt x="282630" y="193330"/>
                  </a:cubicBezTo>
                  <a:cubicBezTo>
                    <a:pt x="253500" y="173698"/>
                    <a:pt x="231157" y="145628"/>
                    <a:pt x="210370" y="117087"/>
                  </a:cubicBezTo>
                  <a:cubicBezTo>
                    <a:pt x="207471" y="113104"/>
                    <a:pt x="206694" y="107565"/>
                    <a:pt x="204949" y="102758"/>
                  </a:cubicBezTo>
                  <a:cubicBezTo>
                    <a:pt x="209946" y="104242"/>
                    <a:pt x="215720" y="104619"/>
                    <a:pt x="219797" y="107424"/>
                  </a:cubicBezTo>
                  <a:cubicBezTo>
                    <a:pt x="233632" y="116946"/>
                    <a:pt x="247679" y="126396"/>
                    <a:pt x="260170" y="137544"/>
                  </a:cubicBezTo>
                  <a:cubicBezTo>
                    <a:pt x="296182" y="169715"/>
                    <a:pt x="331464" y="202710"/>
                    <a:pt x="367075" y="235329"/>
                  </a:cubicBezTo>
                  <a:cubicBezTo>
                    <a:pt x="376102" y="243601"/>
                    <a:pt x="385317" y="251685"/>
                    <a:pt x="395711" y="260995"/>
                  </a:cubicBezTo>
                  <a:cubicBezTo>
                    <a:pt x="395711" y="254843"/>
                    <a:pt x="395947" y="250460"/>
                    <a:pt x="395664" y="246123"/>
                  </a:cubicBezTo>
                  <a:cubicBezTo>
                    <a:pt x="395027" y="236036"/>
                    <a:pt x="394910" y="225831"/>
                    <a:pt x="393118" y="215956"/>
                  </a:cubicBezTo>
                  <a:cubicBezTo>
                    <a:pt x="391657" y="207872"/>
                    <a:pt x="388758" y="207047"/>
                    <a:pt x="381122" y="209451"/>
                  </a:cubicBezTo>
                  <a:cubicBezTo>
                    <a:pt x="375772" y="211124"/>
                    <a:pt x="371223" y="210724"/>
                    <a:pt x="367264" y="205751"/>
                  </a:cubicBezTo>
                  <a:cubicBezTo>
                    <a:pt x="362220" y="199411"/>
                    <a:pt x="357106" y="192835"/>
                    <a:pt x="350884" y="187745"/>
                  </a:cubicBezTo>
                  <a:cubicBezTo>
                    <a:pt x="324888" y="166368"/>
                    <a:pt x="298845" y="145015"/>
                    <a:pt x="272001" y="1247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57" name="Google Shape;3357;p59"/>
            <p:cNvSpPr/>
            <p:nvPr/>
          </p:nvSpPr>
          <p:spPr>
            <a:xfrm>
              <a:off x="700050" y="3045042"/>
              <a:ext cx="117417" cy="253593"/>
            </a:xfrm>
            <a:custGeom>
              <a:rect b="b" l="l" r="r" t="t"/>
              <a:pathLst>
                <a:path extrusionOk="0" h="253593" w="117417">
                  <a:moveTo>
                    <a:pt x="2858" y="188210"/>
                  </a:moveTo>
                  <a:cubicBezTo>
                    <a:pt x="76" y="190920"/>
                    <a:pt x="-324" y="197308"/>
                    <a:pt x="194" y="201785"/>
                  </a:cubicBezTo>
                  <a:cubicBezTo>
                    <a:pt x="736" y="206476"/>
                    <a:pt x="3187" y="211213"/>
                    <a:pt x="5686" y="215384"/>
                  </a:cubicBezTo>
                  <a:cubicBezTo>
                    <a:pt x="14924" y="230822"/>
                    <a:pt x="25412" y="245292"/>
                    <a:pt x="42641" y="252599"/>
                  </a:cubicBezTo>
                  <a:cubicBezTo>
                    <a:pt x="45846" y="253966"/>
                    <a:pt x="52492" y="253612"/>
                    <a:pt x="53859" y="251562"/>
                  </a:cubicBezTo>
                  <a:cubicBezTo>
                    <a:pt x="56193" y="248074"/>
                    <a:pt x="56546" y="242488"/>
                    <a:pt x="55933" y="238033"/>
                  </a:cubicBezTo>
                  <a:cubicBezTo>
                    <a:pt x="55533" y="235135"/>
                    <a:pt x="52374" y="232094"/>
                    <a:pt x="49688" y="230138"/>
                  </a:cubicBezTo>
                  <a:cubicBezTo>
                    <a:pt x="45139" y="226815"/>
                    <a:pt x="40072" y="224199"/>
                    <a:pt x="35099" y="221512"/>
                  </a:cubicBezTo>
                  <a:cubicBezTo>
                    <a:pt x="27227" y="217246"/>
                    <a:pt x="20934" y="211613"/>
                    <a:pt x="18083" y="202822"/>
                  </a:cubicBezTo>
                  <a:cubicBezTo>
                    <a:pt x="15066" y="193489"/>
                    <a:pt x="19803" y="186537"/>
                    <a:pt x="29419" y="187173"/>
                  </a:cubicBezTo>
                  <a:cubicBezTo>
                    <a:pt x="33920" y="187456"/>
                    <a:pt x="38776" y="188894"/>
                    <a:pt x="42641" y="191203"/>
                  </a:cubicBezTo>
                  <a:cubicBezTo>
                    <a:pt x="57206" y="199900"/>
                    <a:pt x="68637" y="211920"/>
                    <a:pt x="75589" y="227404"/>
                  </a:cubicBezTo>
                  <a:cubicBezTo>
                    <a:pt x="77592" y="231835"/>
                    <a:pt x="76343" y="237727"/>
                    <a:pt x="76626" y="242936"/>
                  </a:cubicBezTo>
                  <a:cubicBezTo>
                    <a:pt x="76791" y="246094"/>
                    <a:pt x="75943" y="250972"/>
                    <a:pt x="77545" y="252033"/>
                  </a:cubicBezTo>
                  <a:cubicBezTo>
                    <a:pt x="80067" y="253683"/>
                    <a:pt x="85488" y="254248"/>
                    <a:pt x="87538" y="252622"/>
                  </a:cubicBezTo>
                  <a:cubicBezTo>
                    <a:pt x="92558" y="248592"/>
                    <a:pt x="97555" y="243666"/>
                    <a:pt x="100430" y="238010"/>
                  </a:cubicBezTo>
                  <a:cubicBezTo>
                    <a:pt x="109999" y="219273"/>
                    <a:pt x="113157" y="198651"/>
                    <a:pt x="115255" y="177982"/>
                  </a:cubicBezTo>
                  <a:cubicBezTo>
                    <a:pt x="118413" y="146872"/>
                    <a:pt x="118248" y="115738"/>
                    <a:pt x="113864" y="84698"/>
                  </a:cubicBezTo>
                  <a:cubicBezTo>
                    <a:pt x="109975" y="57053"/>
                    <a:pt x="100006" y="31764"/>
                    <a:pt x="83791" y="9068"/>
                  </a:cubicBezTo>
                  <a:cubicBezTo>
                    <a:pt x="75141" y="-3046"/>
                    <a:pt x="66657" y="-3046"/>
                    <a:pt x="58054" y="9209"/>
                  </a:cubicBezTo>
                  <a:cubicBezTo>
                    <a:pt x="52115" y="17670"/>
                    <a:pt x="46577" y="26579"/>
                    <a:pt x="42217" y="35912"/>
                  </a:cubicBezTo>
                  <a:cubicBezTo>
                    <a:pt x="34392" y="52646"/>
                    <a:pt x="31304" y="70322"/>
                    <a:pt x="37008" y="88469"/>
                  </a:cubicBezTo>
                  <a:cubicBezTo>
                    <a:pt x="40685" y="100183"/>
                    <a:pt x="48415" y="103035"/>
                    <a:pt x="59445" y="97802"/>
                  </a:cubicBezTo>
                  <a:cubicBezTo>
                    <a:pt x="62155" y="96506"/>
                    <a:pt x="65031" y="95563"/>
                    <a:pt x="69344" y="93866"/>
                  </a:cubicBezTo>
                  <a:cubicBezTo>
                    <a:pt x="64983" y="106546"/>
                    <a:pt x="60482" y="111943"/>
                    <a:pt x="50159" y="114371"/>
                  </a:cubicBezTo>
                  <a:cubicBezTo>
                    <a:pt x="43112" y="116044"/>
                    <a:pt x="35547" y="115691"/>
                    <a:pt x="28193" y="115856"/>
                  </a:cubicBezTo>
                  <a:cubicBezTo>
                    <a:pt x="19214" y="116044"/>
                    <a:pt x="15042" y="118613"/>
                    <a:pt x="14335" y="127569"/>
                  </a:cubicBezTo>
                  <a:cubicBezTo>
                    <a:pt x="13510" y="137586"/>
                    <a:pt x="14618" y="147744"/>
                    <a:pt x="14241" y="157831"/>
                  </a:cubicBezTo>
                  <a:cubicBezTo>
                    <a:pt x="13817" y="169096"/>
                    <a:pt x="11648" y="179608"/>
                    <a:pt x="2858" y="188210"/>
                  </a:cubicBezTo>
                  <a:close/>
                  <a:moveTo>
                    <a:pt x="28688" y="124552"/>
                  </a:moveTo>
                  <a:cubicBezTo>
                    <a:pt x="34203" y="127711"/>
                    <a:pt x="39341" y="131599"/>
                    <a:pt x="44455" y="135417"/>
                  </a:cubicBezTo>
                  <a:cubicBezTo>
                    <a:pt x="50560" y="139990"/>
                    <a:pt x="56051" y="145552"/>
                    <a:pt x="62579" y="149393"/>
                  </a:cubicBezTo>
                  <a:cubicBezTo>
                    <a:pt x="69862" y="153683"/>
                    <a:pt x="76414" y="151279"/>
                    <a:pt x="79337" y="143265"/>
                  </a:cubicBezTo>
                  <a:cubicBezTo>
                    <a:pt x="85700" y="125896"/>
                    <a:pt x="86030" y="107890"/>
                    <a:pt x="82118" y="89954"/>
                  </a:cubicBezTo>
                  <a:cubicBezTo>
                    <a:pt x="80751" y="83685"/>
                    <a:pt x="75801" y="80668"/>
                    <a:pt x="68990" y="82530"/>
                  </a:cubicBezTo>
                  <a:cubicBezTo>
                    <a:pt x="64724" y="83685"/>
                    <a:pt x="60529" y="85311"/>
                    <a:pt x="56193" y="86113"/>
                  </a:cubicBezTo>
                  <a:cubicBezTo>
                    <a:pt x="49829" y="87267"/>
                    <a:pt x="46883" y="84793"/>
                    <a:pt x="47873" y="78547"/>
                  </a:cubicBezTo>
                  <a:cubicBezTo>
                    <a:pt x="50583" y="61342"/>
                    <a:pt x="55768" y="44868"/>
                    <a:pt x="64913" y="29973"/>
                  </a:cubicBezTo>
                  <a:cubicBezTo>
                    <a:pt x="70333" y="21158"/>
                    <a:pt x="76791" y="21323"/>
                    <a:pt x="80373" y="30869"/>
                  </a:cubicBezTo>
                  <a:cubicBezTo>
                    <a:pt x="84498" y="41851"/>
                    <a:pt x="87845" y="53400"/>
                    <a:pt x="89518" y="65019"/>
                  </a:cubicBezTo>
                  <a:cubicBezTo>
                    <a:pt x="93289" y="90920"/>
                    <a:pt x="95811" y="116987"/>
                    <a:pt x="98521" y="140319"/>
                  </a:cubicBezTo>
                  <a:cubicBezTo>
                    <a:pt x="97531" y="149558"/>
                    <a:pt x="97932" y="156299"/>
                    <a:pt x="95811" y="162144"/>
                  </a:cubicBezTo>
                  <a:cubicBezTo>
                    <a:pt x="94373" y="166127"/>
                    <a:pt x="89801" y="170958"/>
                    <a:pt x="85936" y="171689"/>
                  </a:cubicBezTo>
                  <a:cubicBezTo>
                    <a:pt x="69414" y="174753"/>
                    <a:pt x="52940" y="174376"/>
                    <a:pt x="37856" y="165184"/>
                  </a:cubicBezTo>
                  <a:cubicBezTo>
                    <a:pt x="24493" y="157029"/>
                    <a:pt x="20769" y="144043"/>
                    <a:pt x="20322" y="129667"/>
                  </a:cubicBezTo>
                  <a:cubicBezTo>
                    <a:pt x="20157" y="124269"/>
                    <a:pt x="23645" y="121653"/>
                    <a:pt x="28688" y="12455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58" name="Google Shape;3358;p59"/>
            <p:cNvSpPr/>
            <p:nvPr/>
          </p:nvSpPr>
          <p:spPr>
            <a:xfrm>
              <a:off x="858634" y="3448973"/>
              <a:ext cx="234682" cy="295687"/>
            </a:xfrm>
            <a:custGeom>
              <a:rect b="b" l="l" r="r" t="t"/>
              <a:pathLst>
                <a:path extrusionOk="0" h="295687" w="234682">
                  <a:moveTo>
                    <a:pt x="136921" y="122248"/>
                  </a:moveTo>
                  <a:cubicBezTo>
                    <a:pt x="124524" y="118336"/>
                    <a:pt x="116864" y="124346"/>
                    <a:pt x="115686" y="137497"/>
                  </a:cubicBezTo>
                  <a:cubicBezTo>
                    <a:pt x="114673" y="148692"/>
                    <a:pt x="111373" y="158567"/>
                    <a:pt x="104090" y="167287"/>
                  </a:cubicBezTo>
                  <a:cubicBezTo>
                    <a:pt x="82361" y="193307"/>
                    <a:pt x="55563" y="209545"/>
                    <a:pt x="21060" y="211737"/>
                  </a:cubicBezTo>
                  <a:cubicBezTo>
                    <a:pt x="7555" y="212585"/>
                    <a:pt x="2087" y="217111"/>
                    <a:pt x="437" y="229484"/>
                  </a:cubicBezTo>
                  <a:cubicBezTo>
                    <a:pt x="-482" y="236437"/>
                    <a:pt x="178" y="243790"/>
                    <a:pt x="1215" y="250790"/>
                  </a:cubicBezTo>
                  <a:cubicBezTo>
                    <a:pt x="2771" y="261254"/>
                    <a:pt x="8121" y="268042"/>
                    <a:pt x="19810" y="269385"/>
                  </a:cubicBezTo>
                  <a:cubicBezTo>
                    <a:pt x="29803" y="270540"/>
                    <a:pt x="32891" y="275230"/>
                    <a:pt x="34258" y="285129"/>
                  </a:cubicBezTo>
                  <a:cubicBezTo>
                    <a:pt x="34753" y="288758"/>
                    <a:pt x="36850" y="292175"/>
                    <a:pt x="38217" y="295687"/>
                  </a:cubicBezTo>
                  <a:cubicBezTo>
                    <a:pt x="38948" y="295522"/>
                    <a:pt x="39702" y="295334"/>
                    <a:pt x="40433" y="295169"/>
                  </a:cubicBezTo>
                  <a:cubicBezTo>
                    <a:pt x="40951" y="294155"/>
                    <a:pt x="41705" y="293189"/>
                    <a:pt x="41941" y="292105"/>
                  </a:cubicBezTo>
                  <a:cubicBezTo>
                    <a:pt x="45193" y="276950"/>
                    <a:pt x="44557" y="262079"/>
                    <a:pt x="37628" y="248032"/>
                  </a:cubicBezTo>
                  <a:cubicBezTo>
                    <a:pt x="36261" y="245298"/>
                    <a:pt x="32891" y="242588"/>
                    <a:pt x="29945" y="241787"/>
                  </a:cubicBezTo>
                  <a:cubicBezTo>
                    <a:pt x="24807" y="240443"/>
                    <a:pt x="23676" y="236814"/>
                    <a:pt x="25420" y="233538"/>
                  </a:cubicBezTo>
                  <a:cubicBezTo>
                    <a:pt x="28154" y="228353"/>
                    <a:pt x="32419" y="223969"/>
                    <a:pt x="36049" y="219232"/>
                  </a:cubicBezTo>
                  <a:cubicBezTo>
                    <a:pt x="39749" y="222131"/>
                    <a:pt x="43473" y="224982"/>
                    <a:pt x="47150" y="227928"/>
                  </a:cubicBezTo>
                  <a:cubicBezTo>
                    <a:pt x="47715" y="228376"/>
                    <a:pt x="48045" y="229107"/>
                    <a:pt x="48493" y="229696"/>
                  </a:cubicBezTo>
                  <a:cubicBezTo>
                    <a:pt x="53607" y="236224"/>
                    <a:pt x="58533" y="237851"/>
                    <a:pt x="65910" y="233797"/>
                  </a:cubicBezTo>
                  <a:cubicBezTo>
                    <a:pt x="72108" y="230380"/>
                    <a:pt x="77529" y="225525"/>
                    <a:pt x="83398" y="221447"/>
                  </a:cubicBezTo>
                  <a:cubicBezTo>
                    <a:pt x="94074" y="213976"/>
                    <a:pt x="104468" y="206010"/>
                    <a:pt x="115686" y="199458"/>
                  </a:cubicBezTo>
                  <a:cubicBezTo>
                    <a:pt x="120447" y="196653"/>
                    <a:pt x="127399" y="194886"/>
                    <a:pt x="132608" y="196041"/>
                  </a:cubicBezTo>
                  <a:cubicBezTo>
                    <a:pt x="146773" y="199175"/>
                    <a:pt x="157166" y="195923"/>
                    <a:pt x="165038" y="183432"/>
                  </a:cubicBezTo>
                  <a:cubicBezTo>
                    <a:pt x="169398" y="176502"/>
                    <a:pt x="173805" y="176785"/>
                    <a:pt x="179132" y="183149"/>
                  </a:cubicBezTo>
                  <a:cubicBezTo>
                    <a:pt x="184882" y="190031"/>
                    <a:pt x="186839" y="190172"/>
                    <a:pt x="190185" y="181381"/>
                  </a:cubicBezTo>
                  <a:cubicBezTo>
                    <a:pt x="195347" y="167829"/>
                    <a:pt x="200108" y="154018"/>
                    <a:pt x="203525" y="139948"/>
                  </a:cubicBezTo>
                  <a:cubicBezTo>
                    <a:pt x="214201" y="95876"/>
                    <a:pt x="224171" y="51638"/>
                    <a:pt x="234352" y="7448"/>
                  </a:cubicBezTo>
                  <a:cubicBezTo>
                    <a:pt x="234800" y="5468"/>
                    <a:pt x="234588" y="3323"/>
                    <a:pt x="234682" y="1249"/>
                  </a:cubicBezTo>
                  <a:cubicBezTo>
                    <a:pt x="233904" y="825"/>
                    <a:pt x="233150" y="424"/>
                    <a:pt x="232373" y="0"/>
                  </a:cubicBezTo>
                  <a:cubicBezTo>
                    <a:pt x="227871" y="5916"/>
                    <a:pt x="222545" y="11407"/>
                    <a:pt x="219009" y="17865"/>
                  </a:cubicBezTo>
                  <a:cubicBezTo>
                    <a:pt x="205740" y="42022"/>
                    <a:pt x="197044" y="67994"/>
                    <a:pt x="191835" y="94980"/>
                  </a:cubicBezTo>
                  <a:cubicBezTo>
                    <a:pt x="189573" y="106693"/>
                    <a:pt x="189243" y="118831"/>
                    <a:pt x="188842" y="130827"/>
                  </a:cubicBezTo>
                  <a:cubicBezTo>
                    <a:pt x="188724" y="134575"/>
                    <a:pt x="191222" y="138416"/>
                    <a:pt x="193343" y="144615"/>
                  </a:cubicBezTo>
                  <a:cubicBezTo>
                    <a:pt x="187286" y="142258"/>
                    <a:pt x="183303" y="140773"/>
                    <a:pt x="179391" y="139170"/>
                  </a:cubicBezTo>
                  <a:cubicBezTo>
                    <a:pt x="165227" y="133443"/>
                    <a:pt x="151416" y="126797"/>
                    <a:pt x="136921" y="122248"/>
                  </a:cubicBezTo>
                  <a:close/>
                  <a:moveTo>
                    <a:pt x="135248" y="182041"/>
                  </a:moveTo>
                  <a:cubicBezTo>
                    <a:pt x="131170" y="182677"/>
                    <a:pt x="128601" y="181169"/>
                    <a:pt x="129120" y="177021"/>
                  </a:cubicBezTo>
                  <a:cubicBezTo>
                    <a:pt x="130840" y="163045"/>
                    <a:pt x="137251" y="151237"/>
                    <a:pt x="147362" y="141669"/>
                  </a:cubicBezTo>
                  <a:cubicBezTo>
                    <a:pt x="149129" y="139995"/>
                    <a:pt x="154149" y="139406"/>
                    <a:pt x="156011" y="140702"/>
                  </a:cubicBezTo>
                  <a:cubicBezTo>
                    <a:pt x="159099" y="142847"/>
                    <a:pt x="160819" y="146948"/>
                    <a:pt x="161880" y="148433"/>
                  </a:cubicBezTo>
                  <a:cubicBezTo>
                    <a:pt x="161903" y="162079"/>
                    <a:pt x="146207" y="180297"/>
                    <a:pt x="135248" y="1820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59" name="Google Shape;3359;p59"/>
            <p:cNvSpPr/>
            <p:nvPr/>
          </p:nvSpPr>
          <p:spPr>
            <a:xfrm>
              <a:off x="719618" y="2154563"/>
              <a:ext cx="409209" cy="90285"/>
            </a:xfrm>
            <a:custGeom>
              <a:rect b="b" l="l" r="r" t="t"/>
              <a:pathLst>
                <a:path extrusionOk="0" h="90285" w="409209">
                  <a:moveTo>
                    <a:pt x="20080" y="18990"/>
                  </a:moveTo>
                  <a:cubicBezTo>
                    <a:pt x="45086" y="19108"/>
                    <a:pt x="70116" y="18000"/>
                    <a:pt x="95098" y="18731"/>
                  </a:cubicBezTo>
                  <a:cubicBezTo>
                    <a:pt x="121188" y="19485"/>
                    <a:pt x="147749" y="15502"/>
                    <a:pt x="172944" y="27687"/>
                  </a:cubicBezTo>
                  <a:cubicBezTo>
                    <a:pt x="179779" y="30986"/>
                    <a:pt x="189394" y="28936"/>
                    <a:pt x="197714" y="28653"/>
                  </a:cubicBezTo>
                  <a:cubicBezTo>
                    <a:pt x="207071" y="28347"/>
                    <a:pt x="216404" y="26791"/>
                    <a:pt x="225737" y="26673"/>
                  </a:cubicBezTo>
                  <a:cubicBezTo>
                    <a:pt x="231652" y="26603"/>
                    <a:pt x="238228" y="27899"/>
                    <a:pt x="239878" y="34993"/>
                  </a:cubicBezTo>
                  <a:cubicBezTo>
                    <a:pt x="241362" y="41427"/>
                    <a:pt x="245463" y="45080"/>
                    <a:pt x="250978" y="46754"/>
                  </a:cubicBezTo>
                  <a:cubicBezTo>
                    <a:pt x="258473" y="49016"/>
                    <a:pt x="266274" y="51255"/>
                    <a:pt x="274028" y="51585"/>
                  </a:cubicBezTo>
                  <a:cubicBezTo>
                    <a:pt x="299647" y="52646"/>
                    <a:pt x="323616" y="59292"/>
                    <a:pt x="346430" y="70722"/>
                  </a:cubicBezTo>
                  <a:cubicBezTo>
                    <a:pt x="356140" y="75577"/>
                    <a:pt x="365709" y="80857"/>
                    <a:pt x="375796" y="84769"/>
                  </a:cubicBezTo>
                  <a:cubicBezTo>
                    <a:pt x="383267" y="87668"/>
                    <a:pt x="391374" y="89553"/>
                    <a:pt x="399340" y="90237"/>
                  </a:cubicBezTo>
                  <a:cubicBezTo>
                    <a:pt x="406859" y="90873"/>
                    <a:pt x="410936" y="85240"/>
                    <a:pt x="408509" y="77981"/>
                  </a:cubicBezTo>
                  <a:cubicBezTo>
                    <a:pt x="406293" y="71312"/>
                    <a:pt x="402805" y="64948"/>
                    <a:pt x="399034" y="58985"/>
                  </a:cubicBezTo>
                  <a:cubicBezTo>
                    <a:pt x="397596" y="56699"/>
                    <a:pt x="393920" y="55073"/>
                    <a:pt x="391021" y="54602"/>
                  </a:cubicBezTo>
                  <a:cubicBezTo>
                    <a:pt x="382748" y="53282"/>
                    <a:pt x="374217" y="53376"/>
                    <a:pt x="366015" y="51703"/>
                  </a:cubicBezTo>
                  <a:cubicBezTo>
                    <a:pt x="344309" y="47248"/>
                    <a:pt x="322532" y="42912"/>
                    <a:pt x="301202" y="37043"/>
                  </a:cubicBezTo>
                  <a:cubicBezTo>
                    <a:pt x="288145" y="33461"/>
                    <a:pt x="287179" y="28017"/>
                    <a:pt x="294815" y="17010"/>
                  </a:cubicBezTo>
                  <a:cubicBezTo>
                    <a:pt x="300377" y="8997"/>
                    <a:pt x="299458" y="5344"/>
                    <a:pt x="289795" y="4001"/>
                  </a:cubicBezTo>
                  <a:cubicBezTo>
                    <a:pt x="274664" y="1880"/>
                    <a:pt x="259345" y="65"/>
                    <a:pt x="244120" y="18"/>
                  </a:cubicBezTo>
                  <a:cubicBezTo>
                    <a:pt x="200307" y="-53"/>
                    <a:pt x="156446" y="18"/>
                    <a:pt x="112656" y="1597"/>
                  </a:cubicBezTo>
                  <a:cubicBezTo>
                    <a:pt x="81310" y="2704"/>
                    <a:pt x="50035" y="6145"/>
                    <a:pt x="18784" y="8950"/>
                  </a:cubicBezTo>
                  <a:cubicBezTo>
                    <a:pt x="12444" y="9516"/>
                    <a:pt x="6246" y="11849"/>
                    <a:pt x="0" y="13357"/>
                  </a:cubicBezTo>
                  <a:cubicBezTo>
                    <a:pt x="71" y="14441"/>
                    <a:pt x="118" y="15526"/>
                    <a:pt x="189" y="16586"/>
                  </a:cubicBezTo>
                  <a:cubicBezTo>
                    <a:pt x="6835" y="17411"/>
                    <a:pt x="13457" y="18943"/>
                    <a:pt x="20080" y="1899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60" name="Google Shape;3360;p59"/>
            <p:cNvSpPr/>
            <p:nvPr/>
          </p:nvSpPr>
          <p:spPr>
            <a:xfrm>
              <a:off x="288460" y="2544271"/>
              <a:ext cx="355244" cy="424215"/>
            </a:xfrm>
            <a:custGeom>
              <a:rect b="b" l="l" r="r" t="t"/>
              <a:pathLst>
                <a:path extrusionOk="0" h="424215" w="355244">
                  <a:moveTo>
                    <a:pt x="64978" y="294991"/>
                  </a:moveTo>
                  <a:cubicBezTo>
                    <a:pt x="80226" y="264517"/>
                    <a:pt x="96536" y="234562"/>
                    <a:pt x="113151" y="204795"/>
                  </a:cubicBezTo>
                  <a:cubicBezTo>
                    <a:pt x="137474" y="161265"/>
                    <a:pt x="172496" y="127209"/>
                    <a:pt x="210747" y="96004"/>
                  </a:cubicBezTo>
                  <a:cubicBezTo>
                    <a:pt x="239995" y="72153"/>
                    <a:pt x="270705" y="50918"/>
                    <a:pt x="305115" y="34986"/>
                  </a:cubicBezTo>
                  <a:cubicBezTo>
                    <a:pt x="319138" y="28505"/>
                    <a:pt x="331935" y="19266"/>
                    <a:pt x="345039" y="10876"/>
                  </a:cubicBezTo>
                  <a:cubicBezTo>
                    <a:pt x="348480" y="8684"/>
                    <a:pt x="350978" y="5031"/>
                    <a:pt x="355244" y="694"/>
                  </a:cubicBezTo>
                  <a:cubicBezTo>
                    <a:pt x="344144" y="-1710"/>
                    <a:pt x="336955" y="2627"/>
                    <a:pt x="329932" y="6092"/>
                  </a:cubicBezTo>
                  <a:cubicBezTo>
                    <a:pt x="284563" y="28387"/>
                    <a:pt x="242588" y="56292"/>
                    <a:pt x="200377" y="83937"/>
                  </a:cubicBezTo>
                  <a:cubicBezTo>
                    <a:pt x="132171" y="128623"/>
                    <a:pt x="89253" y="191550"/>
                    <a:pt x="62692" y="267251"/>
                  </a:cubicBezTo>
                  <a:cubicBezTo>
                    <a:pt x="60641" y="273073"/>
                    <a:pt x="56116" y="278116"/>
                    <a:pt x="52345" y="283231"/>
                  </a:cubicBezTo>
                  <a:cubicBezTo>
                    <a:pt x="47655" y="289570"/>
                    <a:pt x="41810" y="295133"/>
                    <a:pt x="37780" y="301826"/>
                  </a:cubicBezTo>
                  <a:cubicBezTo>
                    <a:pt x="22272" y="327445"/>
                    <a:pt x="12915" y="355491"/>
                    <a:pt x="6882" y="384668"/>
                  </a:cubicBezTo>
                  <a:cubicBezTo>
                    <a:pt x="4219" y="397607"/>
                    <a:pt x="2263" y="410688"/>
                    <a:pt x="0" y="423697"/>
                  </a:cubicBezTo>
                  <a:cubicBezTo>
                    <a:pt x="848" y="423862"/>
                    <a:pt x="1673" y="424051"/>
                    <a:pt x="2522" y="424216"/>
                  </a:cubicBezTo>
                  <a:cubicBezTo>
                    <a:pt x="3983" y="421411"/>
                    <a:pt x="5515" y="418630"/>
                    <a:pt x="6882" y="415778"/>
                  </a:cubicBezTo>
                  <a:cubicBezTo>
                    <a:pt x="26184" y="375500"/>
                    <a:pt x="44992" y="334939"/>
                    <a:pt x="64978" y="2949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61" name="Google Shape;3361;p59"/>
            <p:cNvSpPr/>
            <p:nvPr/>
          </p:nvSpPr>
          <p:spPr>
            <a:xfrm>
              <a:off x="1133971" y="2516189"/>
              <a:ext cx="242198" cy="173723"/>
            </a:xfrm>
            <a:custGeom>
              <a:rect b="b" l="l" r="r" t="t"/>
              <a:pathLst>
                <a:path extrusionOk="0" h="173723" w="242198">
                  <a:moveTo>
                    <a:pt x="186142" y="76927"/>
                  </a:moveTo>
                  <a:cubicBezTo>
                    <a:pt x="190832" y="81310"/>
                    <a:pt x="196324" y="84869"/>
                    <a:pt x="200778" y="89465"/>
                  </a:cubicBezTo>
                  <a:cubicBezTo>
                    <a:pt x="204832" y="93637"/>
                    <a:pt x="208791" y="98280"/>
                    <a:pt x="211337" y="103441"/>
                  </a:cubicBezTo>
                  <a:cubicBezTo>
                    <a:pt x="213976" y="108791"/>
                    <a:pt x="209569" y="113293"/>
                    <a:pt x="203700" y="111973"/>
                  </a:cubicBezTo>
                  <a:cubicBezTo>
                    <a:pt x="200354" y="111219"/>
                    <a:pt x="196842" y="110394"/>
                    <a:pt x="193896" y="108744"/>
                  </a:cubicBezTo>
                  <a:cubicBezTo>
                    <a:pt x="166981" y="93684"/>
                    <a:pt x="139995" y="78765"/>
                    <a:pt x="113410" y="63139"/>
                  </a:cubicBezTo>
                  <a:cubicBezTo>
                    <a:pt x="82300" y="44874"/>
                    <a:pt x="51685" y="25831"/>
                    <a:pt x="20622" y="7495"/>
                  </a:cubicBezTo>
                  <a:cubicBezTo>
                    <a:pt x="14872" y="4101"/>
                    <a:pt x="8084" y="2451"/>
                    <a:pt x="1791" y="0"/>
                  </a:cubicBezTo>
                  <a:cubicBezTo>
                    <a:pt x="1202" y="943"/>
                    <a:pt x="589" y="1862"/>
                    <a:pt x="0" y="2805"/>
                  </a:cubicBezTo>
                  <a:cubicBezTo>
                    <a:pt x="3111" y="6151"/>
                    <a:pt x="5868" y="9922"/>
                    <a:pt x="9404" y="12750"/>
                  </a:cubicBezTo>
                  <a:cubicBezTo>
                    <a:pt x="22508" y="23285"/>
                    <a:pt x="35517" y="34033"/>
                    <a:pt x="49211" y="43743"/>
                  </a:cubicBezTo>
                  <a:cubicBezTo>
                    <a:pt x="104902" y="83196"/>
                    <a:pt x="160830" y="122343"/>
                    <a:pt x="216710" y="161513"/>
                  </a:cubicBezTo>
                  <a:cubicBezTo>
                    <a:pt x="222555" y="165614"/>
                    <a:pt x="228706" y="169361"/>
                    <a:pt x="234952" y="172849"/>
                  </a:cubicBezTo>
                  <a:cubicBezTo>
                    <a:pt x="236649" y="173792"/>
                    <a:pt x="239760" y="174099"/>
                    <a:pt x="241103" y="173132"/>
                  </a:cubicBezTo>
                  <a:cubicBezTo>
                    <a:pt x="242258" y="172307"/>
                    <a:pt x="242376" y="169149"/>
                    <a:pt x="242022" y="167193"/>
                  </a:cubicBezTo>
                  <a:cubicBezTo>
                    <a:pt x="241245" y="163092"/>
                    <a:pt x="240160" y="158991"/>
                    <a:pt x="238629" y="155126"/>
                  </a:cubicBezTo>
                  <a:cubicBezTo>
                    <a:pt x="228494" y="129272"/>
                    <a:pt x="221306" y="102710"/>
                    <a:pt x="218289" y="75041"/>
                  </a:cubicBezTo>
                  <a:cubicBezTo>
                    <a:pt x="216993" y="63257"/>
                    <a:pt x="211784" y="59510"/>
                    <a:pt x="200377" y="62055"/>
                  </a:cubicBezTo>
                  <a:cubicBezTo>
                    <a:pt x="195899" y="63045"/>
                    <a:pt x="191610" y="65308"/>
                    <a:pt x="187438" y="67382"/>
                  </a:cubicBezTo>
                  <a:cubicBezTo>
                    <a:pt x="182630" y="69786"/>
                    <a:pt x="182489" y="73509"/>
                    <a:pt x="186142" y="7692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62" name="Google Shape;3362;p59"/>
            <p:cNvSpPr/>
            <p:nvPr/>
          </p:nvSpPr>
          <p:spPr>
            <a:xfrm>
              <a:off x="434135" y="2112369"/>
              <a:ext cx="278034" cy="117825"/>
            </a:xfrm>
            <a:custGeom>
              <a:rect b="b" l="l" r="r" t="t"/>
              <a:pathLst>
                <a:path extrusionOk="0" h="117825" w="278034">
                  <a:moveTo>
                    <a:pt x="19397" y="115391"/>
                  </a:moveTo>
                  <a:cubicBezTo>
                    <a:pt x="83785" y="94251"/>
                    <a:pt x="148197" y="73157"/>
                    <a:pt x="212421" y="51474"/>
                  </a:cubicBezTo>
                  <a:cubicBezTo>
                    <a:pt x="232006" y="44875"/>
                    <a:pt x="251238" y="37051"/>
                    <a:pt x="270116" y="28684"/>
                  </a:cubicBezTo>
                  <a:cubicBezTo>
                    <a:pt x="279991" y="24300"/>
                    <a:pt x="280179" y="19516"/>
                    <a:pt x="273180" y="11479"/>
                  </a:cubicBezTo>
                  <a:cubicBezTo>
                    <a:pt x="270917" y="8887"/>
                    <a:pt x="268466" y="6388"/>
                    <a:pt x="265779" y="4244"/>
                  </a:cubicBezTo>
                  <a:cubicBezTo>
                    <a:pt x="257719" y="-2214"/>
                    <a:pt x="253217" y="-1177"/>
                    <a:pt x="246288" y="6506"/>
                  </a:cubicBezTo>
                  <a:cubicBezTo>
                    <a:pt x="241763" y="11526"/>
                    <a:pt x="236555" y="16923"/>
                    <a:pt x="230521" y="19351"/>
                  </a:cubicBezTo>
                  <a:cubicBezTo>
                    <a:pt x="210417" y="27411"/>
                    <a:pt x="190078" y="35071"/>
                    <a:pt x="169361" y="41269"/>
                  </a:cubicBezTo>
                  <a:cubicBezTo>
                    <a:pt x="140750" y="49825"/>
                    <a:pt x="111643" y="56777"/>
                    <a:pt x="81664" y="58309"/>
                  </a:cubicBezTo>
                  <a:cubicBezTo>
                    <a:pt x="73297" y="58733"/>
                    <a:pt x="64836" y="57154"/>
                    <a:pt x="56022" y="56471"/>
                  </a:cubicBezTo>
                  <a:cubicBezTo>
                    <a:pt x="56257" y="57390"/>
                    <a:pt x="56422" y="58781"/>
                    <a:pt x="56941" y="60030"/>
                  </a:cubicBezTo>
                  <a:cubicBezTo>
                    <a:pt x="62385" y="72945"/>
                    <a:pt x="61065" y="78436"/>
                    <a:pt x="48951" y="85790"/>
                  </a:cubicBezTo>
                  <a:cubicBezTo>
                    <a:pt x="41622" y="90244"/>
                    <a:pt x="33278" y="92978"/>
                    <a:pt x="25689" y="97079"/>
                  </a:cubicBezTo>
                  <a:cubicBezTo>
                    <a:pt x="17676" y="101392"/>
                    <a:pt x="9993" y="106271"/>
                    <a:pt x="2310" y="111173"/>
                  </a:cubicBezTo>
                  <a:cubicBezTo>
                    <a:pt x="1108" y="111950"/>
                    <a:pt x="754" y="114048"/>
                    <a:pt x="0" y="115509"/>
                  </a:cubicBezTo>
                  <a:cubicBezTo>
                    <a:pt x="1626" y="116334"/>
                    <a:pt x="3323" y="117937"/>
                    <a:pt x="4879" y="117819"/>
                  </a:cubicBezTo>
                  <a:cubicBezTo>
                    <a:pt x="9781" y="117371"/>
                    <a:pt x="14777" y="116900"/>
                    <a:pt x="19397" y="1153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63" name="Google Shape;3363;p59"/>
            <p:cNvSpPr/>
            <p:nvPr/>
          </p:nvSpPr>
          <p:spPr>
            <a:xfrm>
              <a:off x="1170871" y="3380907"/>
              <a:ext cx="64372" cy="255206"/>
            </a:xfrm>
            <a:custGeom>
              <a:rect b="b" l="l" r="r" t="t"/>
              <a:pathLst>
                <a:path extrusionOk="0" h="255206" w="64372">
                  <a:moveTo>
                    <a:pt x="38730" y="250413"/>
                  </a:moveTo>
                  <a:cubicBezTo>
                    <a:pt x="42030" y="243696"/>
                    <a:pt x="44693" y="236319"/>
                    <a:pt x="45753" y="228942"/>
                  </a:cubicBezTo>
                  <a:cubicBezTo>
                    <a:pt x="48110" y="212821"/>
                    <a:pt x="48110" y="196300"/>
                    <a:pt x="51221" y="180344"/>
                  </a:cubicBezTo>
                  <a:cubicBezTo>
                    <a:pt x="59282" y="138935"/>
                    <a:pt x="62605" y="97148"/>
                    <a:pt x="64372" y="55008"/>
                  </a:cubicBezTo>
                  <a:cubicBezTo>
                    <a:pt x="63170" y="39500"/>
                    <a:pt x="62181" y="23945"/>
                    <a:pt x="60601" y="8485"/>
                  </a:cubicBezTo>
                  <a:cubicBezTo>
                    <a:pt x="60295" y="5538"/>
                    <a:pt x="57655" y="2828"/>
                    <a:pt x="56076" y="0"/>
                  </a:cubicBezTo>
                  <a:cubicBezTo>
                    <a:pt x="53649" y="2498"/>
                    <a:pt x="51103" y="4879"/>
                    <a:pt x="48888" y="7542"/>
                  </a:cubicBezTo>
                  <a:cubicBezTo>
                    <a:pt x="48016" y="8602"/>
                    <a:pt x="47710" y="10276"/>
                    <a:pt x="47521" y="11713"/>
                  </a:cubicBezTo>
                  <a:cubicBezTo>
                    <a:pt x="46461" y="19279"/>
                    <a:pt x="45895" y="26915"/>
                    <a:pt x="44410" y="34386"/>
                  </a:cubicBezTo>
                  <a:cubicBezTo>
                    <a:pt x="42619" y="43318"/>
                    <a:pt x="38377" y="51308"/>
                    <a:pt x="28690" y="53029"/>
                  </a:cubicBezTo>
                  <a:cubicBezTo>
                    <a:pt x="21596" y="54278"/>
                    <a:pt x="17448" y="58143"/>
                    <a:pt x="14738" y="63799"/>
                  </a:cubicBezTo>
                  <a:cubicBezTo>
                    <a:pt x="2529" y="89300"/>
                    <a:pt x="-2726" y="116121"/>
                    <a:pt x="1374" y="144332"/>
                  </a:cubicBezTo>
                  <a:cubicBezTo>
                    <a:pt x="2105" y="149352"/>
                    <a:pt x="3307" y="155951"/>
                    <a:pt x="9529" y="155645"/>
                  </a:cubicBezTo>
                  <a:cubicBezTo>
                    <a:pt x="11933" y="155527"/>
                    <a:pt x="15374" y="148786"/>
                    <a:pt x="15987" y="144709"/>
                  </a:cubicBezTo>
                  <a:cubicBezTo>
                    <a:pt x="17707" y="132996"/>
                    <a:pt x="17377" y="120952"/>
                    <a:pt x="19451" y="109333"/>
                  </a:cubicBezTo>
                  <a:cubicBezTo>
                    <a:pt x="21313" y="98798"/>
                    <a:pt x="24966" y="88522"/>
                    <a:pt x="28549" y="78364"/>
                  </a:cubicBezTo>
                  <a:cubicBezTo>
                    <a:pt x="29397" y="75937"/>
                    <a:pt x="33121" y="74546"/>
                    <a:pt x="35525" y="72661"/>
                  </a:cubicBezTo>
                  <a:cubicBezTo>
                    <a:pt x="36986" y="75371"/>
                    <a:pt x="39319" y="77964"/>
                    <a:pt x="39720" y="80815"/>
                  </a:cubicBezTo>
                  <a:cubicBezTo>
                    <a:pt x="40757" y="88145"/>
                    <a:pt x="41629" y="95616"/>
                    <a:pt x="41370" y="102993"/>
                  </a:cubicBezTo>
                  <a:cubicBezTo>
                    <a:pt x="39956" y="143318"/>
                    <a:pt x="35572" y="183267"/>
                    <a:pt x="25673" y="222508"/>
                  </a:cubicBezTo>
                  <a:cubicBezTo>
                    <a:pt x="23764" y="230073"/>
                    <a:pt x="22515" y="238039"/>
                    <a:pt x="22562" y="245793"/>
                  </a:cubicBezTo>
                  <a:cubicBezTo>
                    <a:pt x="22586" y="249046"/>
                    <a:pt x="26192" y="253853"/>
                    <a:pt x="29279" y="255032"/>
                  </a:cubicBezTo>
                  <a:cubicBezTo>
                    <a:pt x="31613" y="255951"/>
                    <a:pt x="37410" y="253076"/>
                    <a:pt x="38730" y="25041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64" name="Google Shape;3364;p59"/>
            <p:cNvSpPr/>
            <p:nvPr/>
          </p:nvSpPr>
          <p:spPr>
            <a:xfrm>
              <a:off x="383276" y="2786340"/>
              <a:ext cx="130642" cy="246511"/>
            </a:xfrm>
            <a:custGeom>
              <a:rect b="b" l="l" r="r" t="t"/>
              <a:pathLst>
                <a:path extrusionOk="0" h="246511" w="130642">
                  <a:moveTo>
                    <a:pt x="14611" y="120233"/>
                  </a:moveTo>
                  <a:cubicBezTo>
                    <a:pt x="20291" y="111913"/>
                    <a:pt x="24250" y="102438"/>
                    <a:pt x="29742" y="93954"/>
                  </a:cubicBezTo>
                  <a:cubicBezTo>
                    <a:pt x="35068" y="85705"/>
                    <a:pt x="40866" y="77598"/>
                    <a:pt x="47630" y="70527"/>
                  </a:cubicBezTo>
                  <a:cubicBezTo>
                    <a:pt x="49869" y="68194"/>
                    <a:pt x="55997" y="68288"/>
                    <a:pt x="59768" y="69349"/>
                  </a:cubicBezTo>
                  <a:cubicBezTo>
                    <a:pt x="61394" y="69797"/>
                    <a:pt x="62266" y="75547"/>
                    <a:pt x="62148" y="78847"/>
                  </a:cubicBezTo>
                  <a:cubicBezTo>
                    <a:pt x="62030" y="82170"/>
                    <a:pt x="60569" y="85564"/>
                    <a:pt x="59131" y="88675"/>
                  </a:cubicBezTo>
                  <a:cubicBezTo>
                    <a:pt x="53616" y="100529"/>
                    <a:pt x="48219" y="112479"/>
                    <a:pt x="42115" y="124027"/>
                  </a:cubicBezTo>
                  <a:cubicBezTo>
                    <a:pt x="25782" y="154925"/>
                    <a:pt x="17958" y="187614"/>
                    <a:pt x="20574" y="222542"/>
                  </a:cubicBezTo>
                  <a:cubicBezTo>
                    <a:pt x="21139" y="230178"/>
                    <a:pt x="22648" y="237744"/>
                    <a:pt x="23897" y="246511"/>
                  </a:cubicBezTo>
                  <a:cubicBezTo>
                    <a:pt x="26536" y="244720"/>
                    <a:pt x="27762" y="244343"/>
                    <a:pt x="28045" y="243612"/>
                  </a:cubicBezTo>
                  <a:cubicBezTo>
                    <a:pt x="31556" y="234727"/>
                    <a:pt x="35846" y="226030"/>
                    <a:pt x="38203" y="216815"/>
                  </a:cubicBezTo>
                  <a:cubicBezTo>
                    <a:pt x="44637" y="191527"/>
                    <a:pt x="48313" y="165366"/>
                    <a:pt x="56610" y="140760"/>
                  </a:cubicBezTo>
                  <a:cubicBezTo>
                    <a:pt x="70138" y="100624"/>
                    <a:pt x="87036" y="61854"/>
                    <a:pt x="119584" y="32347"/>
                  </a:cubicBezTo>
                  <a:cubicBezTo>
                    <a:pt x="125971" y="26572"/>
                    <a:pt x="130826" y="19078"/>
                    <a:pt x="130637" y="9627"/>
                  </a:cubicBezTo>
                  <a:cubicBezTo>
                    <a:pt x="130496" y="1849"/>
                    <a:pt x="123402" y="-2487"/>
                    <a:pt x="116779" y="1519"/>
                  </a:cubicBezTo>
                  <a:cubicBezTo>
                    <a:pt x="113456" y="3523"/>
                    <a:pt x="110157" y="6162"/>
                    <a:pt x="107918" y="9273"/>
                  </a:cubicBezTo>
                  <a:cubicBezTo>
                    <a:pt x="101295" y="18488"/>
                    <a:pt x="95426" y="28246"/>
                    <a:pt x="88851" y="37484"/>
                  </a:cubicBezTo>
                  <a:cubicBezTo>
                    <a:pt x="84444" y="43683"/>
                    <a:pt x="80013" y="50141"/>
                    <a:pt x="74309" y="54972"/>
                  </a:cubicBezTo>
                  <a:cubicBezTo>
                    <a:pt x="71599" y="57282"/>
                    <a:pt x="64623" y="57989"/>
                    <a:pt x="61842" y="56103"/>
                  </a:cubicBezTo>
                  <a:cubicBezTo>
                    <a:pt x="53993" y="50824"/>
                    <a:pt x="46829" y="52002"/>
                    <a:pt x="40701" y="57093"/>
                  </a:cubicBezTo>
                  <a:cubicBezTo>
                    <a:pt x="31816" y="64447"/>
                    <a:pt x="22695" y="72177"/>
                    <a:pt x="16096" y="81463"/>
                  </a:cubicBezTo>
                  <a:cubicBezTo>
                    <a:pt x="9214" y="91102"/>
                    <a:pt x="4477" y="102533"/>
                    <a:pt x="352" y="113728"/>
                  </a:cubicBezTo>
                  <a:cubicBezTo>
                    <a:pt x="-1062" y="117593"/>
                    <a:pt x="2167" y="123155"/>
                    <a:pt x="3275" y="127939"/>
                  </a:cubicBezTo>
                  <a:cubicBezTo>
                    <a:pt x="7093" y="125441"/>
                    <a:pt x="12207" y="123744"/>
                    <a:pt x="14611" y="12023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65" name="Google Shape;3365;p59"/>
            <p:cNvSpPr/>
            <p:nvPr/>
          </p:nvSpPr>
          <p:spPr>
            <a:xfrm>
              <a:off x="395541" y="3043174"/>
              <a:ext cx="61705" cy="337316"/>
            </a:xfrm>
            <a:custGeom>
              <a:rect b="b" l="l" r="r" t="t"/>
              <a:pathLst>
                <a:path extrusionOk="0" h="337316" w="61705">
                  <a:moveTo>
                    <a:pt x="11044" y="214848"/>
                  </a:moveTo>
                  <a:cubicBezTo>
                    <a:pt x="17784" y="221824"/>
                    <a:pt x="18491" y="230733"/>
                    <a:pt x="20047" y="239359"/>
                  </a:cubicBezTo>
                  <a:cubicBezTo>
                    <a:pt x="25326" y="268725"/>
                    <a:pt x="30275" y="298138"/>
                    <a:pt x="35719" y="327481"/>
                  </a:cubicBezTo>
                  <a:cubicBezTo>
                    <a:pt x="37251" y="335800"/>
                    <a:pt x="52217" y="340443"/>
                    <a:pt x="58722" y="334905"/>
                  </a:cubicBezTo>
                  <a:cubicBezTo>
                    <a:pt x="60254" y="333609"/>
                    <a:pt x="61597" y="331205"/>
                    <a:pt x="61668" y="329296"/>
                  </a:cubicBezTo>
                  <a:cubicBezTo>
                    <a:pt x="61786" y="325430"/>
                    <a:pt x="61692" y="321259"/>
                    <a:pt x="60419" y="317676"/>
                  </a:cubicBezTo>
                  <a:cubicBezTo>
                    <a:pt x="47032" y="280698"/>
                    <a:pt x="36945" y="242847"/>
                    <a:pt x="31336" y="203960"/>
                  </a:cubicBezTo>
                  <a:cubicBezTo>
                    <a:pt x="27282" y="175866"/>
                    <a:pt x="24218" y="147608"/>
                    <a:pt x="21767" y="119350"/>
                  </a:cubicBezTo>
                  <a:cubicBezTo>
                    <a:pt x="19080" y="88569"/>
                    <a:pt x="17902" y="57671"/>
                    <a:pt x="15357" y="26868"/>
                  </a:cubicBezTo>
                  <a:cubicBezTo>
                    <a:pt x="14602" y="17818"/>
                    <a:pt x="11491" y="8956"/>
                    <a:pt x="9464" y="0"/>
                  </a:cubicBezTo>
                  <a:cubicBezTo>
                    <a:pt x="7933" y="71"/>
                    <a:pt x="6424" y="141"/>
                    <a:pt x="4892" y="189"/>
                  </a:cubicBezTo>
                  <a:cubicBezTo>
                    <a:pt x="3549" y="9993"/>
                    <a:pt x="1381" y="19750"/>
                    <a:pt x="956" y="29602"/>
                  </a:cubicBezTo>
                  <a:cubicBezTo>
                    <a:pt x="-1542" y="88546"/>
                    <a:pt x="838" y="147302"/>
                    <a:pt x="8286" y="205845"/>
                  </a:cubicBezTo>
                  <a:cubicBezTo>
                    <a:pt x="8663" y="208956"/>
                    <a:pt x="9087" y="212821"/>
                    <a:pt x="11044" y="21484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66" name="Google Shape;3366;p59"/>
            <p:cNvSpPr/>
            <p:nvPr/>
          </p:nvSpPr>
          <p:spPr>
            <a:xfrm>
              <a:off x="946077" y="3590547"/>
              <a:ext cx="147414" cy="163626"/>
            </a:xfrm>
            <a:custGeom>
              <a:rect b="b" l="l" r="r" t="t"/>
              <a:pathLst>
                <a:path extrusionOk="0" h="163626" w="147414">
                  <a:moveTo>
                    <a:pt x="6230" y="163516"/>
                  </a:moveTo>
                  <a:cubicBezTo>
                    <a:pt x="9836" y="163022"/>
                    <a:pt x="13489" y="161890"/>
                    <a:pt x="16788" y="160335"/>
                  </a:cubicBezTo>
                  <a:cubicBezTo>
                    <a:pt x="25697" y="156116"/>
                    <a:pt x="34252" y="151190"/>
                    <a:pt x="43255" y="147184"/>
                  </a:cubicBezTo>
                  <a:cubicBezTo>
                    <a:pt x="49265" y="144520"/>
                    <a:pt x="52565" y="146712"/>
                    <a:pt x="53908" y="153005"/>
                  </a:cubicBezTo>
                  <a:cubicBezTo>
                    <a:pt x="55817" y="161937"/>
                    <a:pt x="58386" y="163069"/>
                    <a:pt x="66494" y="158426"/>
                  </a:cubicBezTo>
                  <a:cubicBezTo>
                    <a:pt x="68850" y="157082"/>
                    <a:pt x="71184" y="155621"/>
                    <a:pt x="73211" y="153830"/>
                  </a:cubicBezTo>
                  <a:cubicBezTo>
                    <a:pt x="105334" y="125902"/>
                    <a:pt x="130670" y="93377"/>
                    <a:pt x="141983" y="51473"/>
                  </a:cubicBezTo>
                  <a:cubicBezTo>
                    <a:pt x="146484" y="34763"/>
                    <a:pt x="149784" y="17935"/>
                    <a:pt x="145235" y="707"/>
                  </a:cubicBezTo>
                  <a:cubicBezTo>
                    <a:pt x="144504" y="471"/>
                    <a:pt x="143774" y="236"/>
                    <a:pt x="143067" y="0"/>
                  </a:cubicBezTo>
                  <a:cubicBezTo>
                    <a:pt x="141040" y="4902"/>
                    <a:pt x="138895" y="9781"/>
                    <a:pt x="136963" y="14754"/>
                  </a:cubicBezTo>
                  <a:cubicBezTo>
                    <a:pt x="131801" y="28046"/>
                    <a:pt x="127488" y="41763"/>
                    <a:pt x="121361" y="54608"/>
                  </a:cubicBezTo>
                  <a:cubicBezTo>
                    <a:pt x="115539" y="66816"/>
                    <a:pt x="107549" y="69338"/>
                    <a:pt x="94304" y="66227"/>
                  </a:cubicBezTo>
                  <a:cubicBezTo>
                    <a:pt x="89543" y="65119"/>
                    <a:pt x="84618" y="64294"/>
                    <a:pt x="79739" y="64082"/>
                  </a:cubicBezTo>
                  <a:cubicBezTo>
                    <a:pt x="73046" y="63799"/>
                    <a:pt x="70005" y="67594"/>
                    <a:pt x="68238" y="74098"/>
                  </a:cubicBezTo>
                  <a:cubicBezTo>
                    <a:pt x="66140" y="81805"/>
                    <a:pt x="64113" y="90549"/>
                    <a:pt x="59070" y="96182"/>
                  </a:cubicBezTo>
                  <a:cubicBezTo>
                    <a:pt x="45471" y="111431"/>
                    <a:pt x="30222" y="125194"/>
                    <a:pt x="15822" y="139760"/>
                  </a:cubicBezTo>
                  <a:cubicBezTo>
                    <a:pt x="10637" y="144992"/>
                    <a:pt x="5523" y="150460"/>
                    <a:pt x="1375" y="156493"/>
                  </a:cubicBezTo>
                  <a:cubicBezTo>
                    <a:pt x="-1736" y="161065"/>
                    <a:pt x="667" y="164271"/>
                    <a:pt x="6230" y="163516"/>
                  </a:cubicBezTo>
                  <a:close/>
                  <a:moveTo>
                    <a:pt x="69935" y="124440"/>
                  </a:moveTo>
                  <a:cubicBezTo>
                    <a:pt x="77688" y="107730"/>
                    <a:pt x="92112" y="97337"/>
                    <a:pt x="106654" y="87250"/>
                  </a:cubicBezTo>
                  <a:cubicBezTo>
                    <a:pt x="107220" y="87721"/>
                    <a:pt x="107809" y="88192"/>
                    <a:pt x="108374" y="88664"/>
                  </a:cubicBezTo>
                  <a:cubicBezTo>
                    <a:pt x="95907" y="105963"/>
                    <a:pt x="83439" y="123238"/>
                    <a:pt x="70972" y="140537"/>
                  </a:cubicBezTo>
                  <a:cubicBezTo>
                    <a:pt x="69982" y="140207"/>
                    <a:pt x="68992" y="139901"/>
                    <a:pt x="68002" y="139571"/>
                  </a:cubicBezTo>
                  <a:cubicBezTo>
                    <a:pt x="68568" y="134504"/>
                    <a:pt x="67884" y="128848"/>
                    <a:pt x="69935" y="12444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67" name="Google Shape;3367;p59"/>
            <p:cNvSpPr/>
            <p:nvPr/>
          </p:nvSpPr>
          <p:spPr>
            <a:xfrm>
              <a:off x="910894" y="3764127"/>
              <a:ext cx="266277" cy="168717"/>
            </a:xfrm>
            <a:custGeom>
              <a:rect b="b" l="l" r="r" t="t"/>
              <a:pathLst>
                <a:path extrusionOk="0" h="168717" w="266277">
                  <a:moveTo>
                    <a:pt x="181950" y="80651"/>
                  </a:moveTo>
                  <a:cubicBezTo>
                    <a:pt x="188950" y="76668"/>
                    <a:pt x="197458" y="74994"/>
                    <a:pt x="203774" y="70257"/>
                  </a:cubicBezTo>
                  <a:cubicBezTo>
                    <a:pt x="224279" y="54867"/>
                    <a:pt x="241295" y="35824"/>
                    <a:pt x="256803" y="15484"/>
                  </a:cubicBezTo>
                  <a:cubicBezTo>
                    <a:pt x="260008" y="11289"/>
                    <a:pt x="262365" y="6458"/>
                    <a:pt x="266277" y="0"/>
                  </a:cubicBezTo>
                  <a:cubicBezTo>
                    <a:pt x="260927" y="448"/>
                    <a:pt x="258146" y="212"/>
                    <a:pt x="255648" y="966"/>
                  </a:cubicBezTo>
                  <a:cubicBezTo>
                    <a:pt x="238325" y="6269"/>
                    <a:pt x="221780" y="13316"/>
                    <a:pt x="207050" y="24016"/>
                  </a:cubicBezTo>
                  <a:cubicBezTo>
                    <a:pt x="203704" y="26444"/>
                    <a:pt x="200875" y="29649"/>
                    <a:pt x="198118" y="32760"/>
                  </a:cubicBezTo>
                  <a:cubicBezTo>
                    <a:pt x="194913" y="36413"/>
                    <a:pt x="192579" y="40985"/>
                    <a:pt x="188926" y="44073"/>
                  </a:cubicBezTo>
                  <a:cubicBezTo>
                    <a:pt x="155695" y="72048"/>
                    <a:pt x="119023" y="94956"/>
                    <a:pt x="81455" y="116498"/>
                  </a:cubicBezTo>
                  <a:cubicBezTo>
                    <a:pt x="73560" y="121023"/>
                    <a:pt x="65405" y="126043"/>
                    <a:pt x="56732" y="128023"/>
                  </a:cubicBezTo>
                  <a:cubicBezTo>
                    <a:pt x="37147" y="132454"/>
                    <a:pt x="21521" y="143083"/>
                    <a:pt x="6767" y="155715"/>
                  </a:cubicBezTo>
                  <a:cubicBezTo>
                    <a:pt x="4740" y="157459"/>
                    <a:pt x="2996" y="159675"/>
                    <a:pt x="1511" y="161914"/>
                  </a:cubicBezTo>
                  <a:cubicBezTo>
                    <a:pt x="-1482" y="166486"/>
                    <a:pt x="50" y="168937"/>
                    <a:pt x="5400" y="168702"/>
                  </a:cubicBezTo>
                  <a:cubicBezTo>
                    <a:pt x="15134" y="168277"/>
                    <a:pt x="22864" y="163870"/>
                    <a:pt x="28615" y="156069"/>
                  </a:cubicBezTo>
                  <a:cubicBezTo>
                    <a:pt x="32645" y="150601"/>
                    <a:pt x="37618" y="145652"/>
                    <a:pt x="44641" y="147820"/>
                  </a:cubicBezTo>
                  <a:cubicBezTo>
                    <a:pt x="52089" y="150130"/>
                    <a:pt x="58405" y="147914"/>
                    <a:pt x="64557" y="145204"/>
                  </a:cubicBezTo>
                  <a:cubicBezTo>
                    <a:pt x="76506" y="139925"/>
                    <a:pt x="88408" y="134386"/>
                    <a:pt x="99768" y="127976"/>
                  </a:cubicBezTo>
                  <a:cubicBezTo>
                    <a:pt x="127319" y="112515"/>
                    <a:pt x="154470" y="96300"/>
                    <a:pt x="181950" y="8065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68" name="Google Shape;3368;p59"/>
            <p:cNvSpPr/>
            <p:nvPr/>
          </p:nvSpPr>
          <p:spPr>
            <a:xfrm>
              <a:off x="537211" y="2345150"/>
              <a:ext cx="282335" cy="124380"/>
            </a:xfrm>
            <a:custGeom>
              <a:rect b="b" l="l" r="r" t="t"/>
              <a:pathLst>
                <a:path extrusionOk="0" h="124380" w="282335">
                  <a:moveTo>
                    <a:pt x="40950" y="87206"/>
                  </a:moveTo>
                  <a:cubicBezTo>
                    <a:pt x="60794" y="84614"/>
                    <a:pt x="80356" y="80536"/>
                    <a:pt x="98668" y="72122"/>
                  </a:cubicBezTo>
                  <a:cubicBezTo>
                    <a:pt x="109486" y="67150"/>
                    <a:pt x="122072" y="61776"/>
                    <a:pt x="124263" y="49238"/>
                  </a:cubicBezTo>
                  <a:cubicBezTo>
                    <a:pt x="126880" y="34272"/>
                    <a:pt x="136330" y="28498"/>
                    <a:pt x="148327" y="24373"/>
                  </a:cubicBezTo>
                  <a:cubicBezTo>
                    <a:pt x="178965" y="13791"/>
                    <a:pt x="210523" y="11529"/>
                    <a:pt x="242600" y="15299"/>
                  </a:cubicBezTo>
                  <a:cubicBezTo>
                    <a:pt x="252875" y="16501"/>
                    <a:pt x="263151" y="18033"/>
                    <a:pt x="273474" y="18623"/>
                  </a:cubicBezTo>
                  <a:cubicBezTo>
                    <a:pt x="276349" y="18788"/>
                    <a:pt x="279390" y="16148"/>
                    <a:pt x="282336" y="14804"/>
                  </a:cubicBezTo>
                  <a:cubicBezTo>
                    <a:pt x="280639" y="11693"/>
                    <a:pt x="279696" y="7522"/>
                    <a:pt x="277080" y="5754"/>
                  </a:cubicBezTo>
                  <a:cubicBezTo>
                    <a:pt x="273356" y="3232"/>
                    <a:pt x="268501" y="1276"/>
                    <a:pt x="264047" y="1135"/>
                  </a:cubicBezTo>
                  <a:cubicBezTo>
                    <a:pt x="243613" y="428"/>
                    <a:pt x="223085" y="-586"/>
                    <a:pt x="202699" y="428"/>
                  </a:cubicBezTo>
                  <a:cubicBezTo>
                    <a:pt x="180026" y="1536"/>
                    <a:pt x="157495" y="5047"/>
                    <a:pt x="134846" y="6862"/>
                  </a:cubicBezTo>
                  <a:cubicBezTo>
                    <a:pt x="116745" y="8300"/>
                    <a:pt x="116910" y="7923"/>
                    <a:pt x="111678" y="25269"/>
                  </a:cubicBezTo>
                  <a:cubicBezTo>
                    <a:pt x="108921" y="34437"/>
                    <a:pt x="105833" y="43581"/>
                    <a:pt x="101897" y="52302"/>
                  </a:cubicBezTo>
                  <a:cubicBezTo>
                    <a:pt x="99069" y="58547"/>
                    <a:pt x="94143" y="62459"/>
                    <a:pt x="86342" y="58359"/>
                  </a:cubicBezTo>
                  <a:cubicBezTo>
                    <a:pt x="83891" y="57062"/>
                    <a:pt x="80568" y="57416"/>
                    <a:pt x="77669" y="57015"/>
                  </a:cubicBezTo>
                  <a:cubicBezTo>
                    <a:pt x="46748" y="62766"/>
                    <a:pt x="20492" y="75540"/>
                    <a:pt x="4584" y="104222"/>
                  </a:cubicBezTo>
                  <a:cubicBezTo>
                    <a:pt x="2463" y="108040"/>
                    <a:pt x="931" y="112353"/>
                    <a:pt x="82" y="116619"/>
                  </a:cubicBezTo>
                  <a:cubicBezTo>
                    <a:pt x="-365" y="118882"/>
                    <a:pt x="1119" y="123619"/>
                    <a:pt x="1968" y="123690"/>
                  </a:cubicBezTo>
                  <a:cubicBezTo>
                    <a:pt x="8567" y="124161"/>
                    <a:pt x="15708" y="125198"/>
                    <a:pt x="21718" y="123195"/>
                  </a:cubicBezTo>
                  <a:cubicBezTo>
                    <a:pt x="27233" y="121357"/>
                    <a:pt x="27657" y="115158"/>
                    <a:pt x="25890" y="109148"/>
                  </a:cubicBezTo>
                  <a:cubicBezTo>
                    <a:pt x="21742" y="94960"/>
                    <a:pt x="26172" y="89139"/>
                    <a:pt x="40950" y="8720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69" name="Google Shape;3369;p59"/>
            <p:cNvSpPr/>
            <p:nvPr/>
          </p:nvSpPr>
          <p:spPr>
            <a:xfrm>
              <a:off x="313772" y="2934986"/>
              <a:ext cx="76125" cy="241349"/>
            </a:xfrm>
            <a:custGeom>
              <a:rect b="b" l="l" r="r" t="t"/>
              <a:pathLst>
                <a:path extrusionOk="0" h="241349" w="76125">
                  <a:moveTo>
                    <a:pt x="73745" y="94778"/>
                  </a:moveTo>
                  <a:cubicBezTo>
                    <a:pt x="66038" y="97182"/>
                    <a:pt x="58379" y="99775"/>
                    <a:pt x="50577" y="101919"/>
                  </a:cubicBezTo>
                  <a:cubicBezTo>
                    <a:pt x="44073" y="103711"/>
                    <a:pt x="41150" y="101425"/>
                    <a:pt x="40962" y="94755"/>
                  </a:cubicBezTo>
                  <a:cubicBezTo>
                    <a:pt x="40891" y="92327"/>
                    <a:pt x="41103" y="89758"/>
                    <a:pt x="41763" y="87425"/>
                  </a:cubicBezTo>
                  <a:cubicBezTo>
                    <a:pt x="47514" y="66779"/>
                    <a:pt x="53382" y="46181"/>
                    <a:pt x="59203" y="25535"/>
                  </a:cubicBezTo>
                  <a:cubicBezTo>
                    <a:pt x="60476" y="21033"/>
                    <a:pt x="62173" y="16555"/>
                    <a:pt x="62715" y="11960"/>
                  </a:cubicBezTo>
                  <a:cubicBezTo>
                    <a:pt x="63540" y="4983"/>
                    <a:pt x="59533" y="199"/>
                    <a:pt x="53641" y="10"/>
                  </a:cubicBezTo>
                  <a:cubicBezTo>
                    <a:pt x="45722" y="-249"/>
                    <a:pt x="40655" y="4347"/>
                    <a:pt x="40938" y="11724"/>
                  </a:cubicBezTo>
                  <a:cubicBezTo>
                    <a:pt x="41127" y="16414"/>
                    <a:pt x="42022" y="21104"/>
                    <a:pt x="41857" y="25747"/>
                  </a:cubicBezTo>
                  <a:cubicBezTo>
                    <a:pt x="41197" y="44177"/>
                    <a:pt x="33726" y="52026"/>
                    <a:pt x="15531" y="53935"/>
                  </a:cubicBezTo>
                  <a:cubicBezTo>
                    <a:pt x="10535" y="54453"/>
                    <a:pt x="5562" y="55089"/>
                    <a:pt x="589" y="55655"/>
                  </a:cubicBezTo>
                  <a:cubicBezTo>
                    <a:pt x="401" y="56315"/>
                    <a:pt x="189" y="56975"/>
                    <a:pt x="0" y="57635"/>
                  </a:cubicBezTo>
                  <a:cubicBezTo>
                    <a:pt x="2522" y="59732"/>
                    <a:pt x="5350" y="61547"/>
                    <a:pt x="7495" y="63975"/>
                  </a:cubicBezTo>
                  <a:cubicBezTo>
                    <a:pt x="12774" y="69985"/>
                    <a:pt x="19420" y="75570"/>
                    <a:pt x="22437" y="82664"/>
                  </a:cubicBezTo>
                  <a:cubicBezTo>
                    <a:pt x="26609" y="92492"/>
                    <a:pt x="29083" y="103381"/>
                    <a:pt x="30332" y="114057"/>
                  </a:cubicBezTo>
                  <a:cubicBezTo>
                    <a:pt x="33019" y="137130"/>
                    <a:pt x="34127" y="160369"/>
                    <a:pt x="36554" y="183466"/>
                  </a:cubicBezTo>
                  <a:cubicBezTo>
                    <a:pt x="38487" y="201731"/>
                    <a:pt x="42564" y="219549"/>
                    <a:pt x="53029" y="235174"/>
                  </a:cubicBezTo>
                  <a:cubicBezTo>
                    <a:pt x="54537" y="237413"/>
                    <a:pt x="56587" y="239299"/>
                    <a:pt x="58402" y="241349"/>
                  </a:cubicBezTo>
                  <a:cubicBezTo>
                    <a:pt x="59109" y="241114"/>
                    <a:pt x="59793" y="240878"/>
                    <a:pt x="60500" y="240619"/>
                  </a:cubicBezTo>
                  <a:cubicBezTo>
                    <a:pt x="60500" y="236306"/>
                    <a:pt x="60877" y="231946"/>
                    <a:pt x="60429" y="227680"/>
                  </a:cubicBezTo>
                  <a:cubicBezTo>
                    <a:pt x="59038" y="214175"/>
                    <a:pt x="56799" y="200718"/>
                    <a:pt x="55904" y="187189"/>
                  </a:cubicBezTo>
                  <a:cubicBezTo>
                    <a:pt x="54042" y="159544"/>
                    <a:pt x="58143" y="132982"/>
                    <a:pt x="72284" y="108519"/>
                  </a:cubicBezTo>
                  <a:cubicBezTo>
                    <a:pt x="74334" y="104960"/>
                    <a:pt x="74876" y="100529"/>
                    <a:pt x="76125" y="96499"/>
                  </a:cubicBezTo>
                  <a:cubicBezTo>
                    <a:pt x="75301" y="95957"/>
                    <a:pt x="74523" y="95368"/>
                    <a:pt x="73745" y="947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70" name="Google Shape;3370;p59"/>
            <p:cNvSpPr/>
            <p:nvPr/>
          </p:nvSpPr>
          <p:spPr>
            <a:xfrm>
              <a:off x="609188" y="3002390"/>
              <a:ext cx="50132" cy="228685"/>
            </a:xfrm>
            <a:custGeom>
              <a:rect b="b" l="l" r="r" t="t"/>
              <a:pathLst>
                <a:path extrusionOk="0" h="228685" w="50132">
                  <a:moveTo>
                    <a:pt x="23251" y="28104"/>
                  </a:moveTo>
                  <a:cubicBezTo>
                    <a:pt x="23062" y="20798"/>
                    <a:pt x="21483" y="13374"/>
                    <a:pt x="19409" y="6351"/>
                  </a:cubicBezTo>
                  <a:cubicBezTo>
                    <a:pt x="17170" y="-1285"/>
                    <a:pt x="11349" y="-2251"/>
                    <a:pt x="7437" y="4631"/>
                  </a:cubicBezTo>
                  <a:cubicBezTo>
                    <a:pt x="4137" y="10405"/>
                    <a:pt x="1497" y="17452"/>
                    <a:pt x="1356" y="23980"/>
                  </a:cubicBezTo>
                  <a:cubicBezTo>
                    <a:pt x="413" y="61854"/>
                    <a:pt x="-459" y="99776"/>
                    <a:pt x="272" y="137650"/>
                  </a:cubicBezTo>
                  <a:cubicBezTo>
                    <a:pt x="625" y="155279"/>
                    <a:pt x="4349" y="172884"/>
                    <a:pt x="7272" y="190372"/>
                  </a:cubicBezTo>
                  <a:cubicBezTo>
                    <a:pt x="7884" y="193978"/>
                    <a:pt x="11019" y="197937"/>
                    <a:pt x="14083" y="200200"/>
                  </a:cubicBezTo>
                  <a:cubicBezTo>
                    <a:pt x="21365" y="205550"/>
                    <a:pt x="22732" y="207977"/>
                    <a:pt x="19621" y="216768"/>
                  </a:cubicBezTo>
                  <a:cubicBezTo>
                    <a:pt x="17500" y="222802"/>
                    <a:pt x="19621" y="227044"/>
                    <a:pt x="25419" y="227963"/>
                  </a:cubicBezTo>
                  <a:cubicBezTo>
                    <a:pt x="31900" y="228977"/>
                    <a:pt x="38664" y="228765"/>
                    <a:pt x="45240" y="228293"/>
                  </a:cubicBezTo>
                  <a:cubicBezTo>
                    <a:pt x="49341" y="227987"/>
                    <a:pt x="51273" y="224923"/>
                    <a:pt x="49435" y="220775"/>
                  </a:cubicBezTo>
                  <a:cubicBezTo>
                    <a:pt x="47620" y="216721"/>
                    <a:pt x="45735" y="212667"/>
                    <a:pt x="43425" y="208920"/>
                  </a:cubicBezTo>
                  <a:cubicBezTo>
                    <a:pt x="35483" y="196028"/>
                    <a:pt x="28954" y="182641"/>
                    <a:pt x="26338" y="167487"/>
                  </a:cubicBezTo>
                  <a:cubicBezTo>
                    <a:pt x="21742" y="140973"/>
                    <a:pt x="21248" y="114317"/>
                    <a:pt x="23439" y="85917"/>
                  </a:cubicBezTo>
                  <a:cubicBezTo>
                    <a:pt x="23439" y="67723"/>
                    <a:pt x="23769" y="47902"/>
                    <a:pt x="23251" y="2810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71" name="Google Shape;3371;p59"/>
            <p:cNvSpPr/>
            <p:nvPr/>
          </p:nvSpPr>
          <p:spPr>
            <a:xfrm>
              <a:off x="357150" y="3447786"/>
              <a:ext cx="154218" cy="225815"/>
            </a:xfrm>
            <a:custGeom>
              <a:rect b="b" l="l" r="r" t="t"/>
              <a:pathLst>
                <a:path extrusionOk="0" h="225815" w="154218">
                  <a:moveTo>
                    <a:pt x="139111" y="216223"/>
                  </a:moveTo>
                  <a:cubicBezTo>
                    <a:pt x="142363" y="220159"/>
                    <a:pt x="147384" y="222657"/>
                    <a:pt x="151579" y="225815"/>
                  </a:cubicBezTo>
                  <a:cubicBezTo>
                    <a:pt x="152451" y="225108"/>
                    <a:pt x="153346" y="224401"/>
                    <a:pt x="154218" y="223694"/>
                  </a:cubicBezTo>
                  <a:cubicBezTo>
                    <a:pt x="153111" y="220607"/>
                    <a:pt x="152333" y="217354"/>
                    <a:pt x="150824" y="214456"/>
                  </a:cubicBezTo>
                  <a:cubicBezTo>
                    <a:pt x="132724" y="179622"/>
                    <a:pt x="110570" y="147427"/>
                    <a:pt x="84857" y="117873"/>
                  </a:cubicBezTo>
                  <a:cubicBezTo>
                    <a:pt x="74298" y="105759"/>
                    <a:pt x="65767" y="92749"/>
                    <a:pt x="58602" y="78585"/>
                  </a:cubicBezTo>
                  <a:cubicBezTo>
                    <a:pt x="53935" y="69322"/>
                    <a:pt x="49976" y="59659"/>
                    <a:pt x="44791" y="50703"/>
                  </a:cubicBezTo>
                  <a:cubicBezTo>
                    <a:pt x="35882" y="35360"/>
                    <a:pt x="26431" y="20324"/>
                    <a:pt x="16745" y="5452"/>
                  </a:cubicBezTo>
                  <a:cubicBezTo>
                    <a:pt x="14011" y="1281"/>
                    <a:pt x="9415" y="-1830"/>
                    <a:pt x="3947" y="1234"/>
                  </a:cubicBezTo>
                  <a:cubicBezTo>
                    <a:pt x="-1379" y="4227"/>
                    <a:pt x="-342" y="9553"/>
                    <a:pt x="1449" y="13772"/>
                  </a:cubicBezTo>
                  <a:cubicBezTo>
                    <a:pt x="5998" y="24401"/>
                    <a:pt x="10051" y="35525"/>
                    <a:pt x="16438" y="45023"/>
                  </a:cubicBezTo>
                  <a:cubicBezTo>
                    <a:pt x="44296" y="86480"/>
                    <a:pt x="72601" y="127630"/>
                    <a:pt x="101402" y="168450"/>
                  </a:cubicBezTo>
                  <a:cubicBezTo>
                    <a:pt x="113092" y="185042"/>
                    <a:pt x="126196" y="200597"/>
                    <a:pt x="139111" y="216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72" name="Google Shape;3372;p59"/>
            <p:cNvSpPr/>
            <p:nvPr/>
          </p:nvSpPr>
          <p:spPr>
            <a:xfrm>
              <a:off x="478628" y="3355901"/>
              <a:ext cx="122887" cy="213703"/>
            </a:xfrm>
            <a:custGeom>
              <a:rect b="b" l="l" r="r" t="t"/>
              <a:pathLst>
                <a:path extrusionOk="0" h="213703" w="122887">
                  <a:moveTo>
                    <a:pt x="115489" y="197950"/>
                  </a:moveTo>
                  <a:cubicBezTo>
                    <a:pt x="107664" y="188405"/>
                    <a:pt x="97931" y="180085"/>
                    <a:pt x="91709" y="169644"/>
                  </a:cubicBezTo>
                  <a:cubicBezTo>
                    <a:pt x="77308" y="145534"/>
                    <a:pt x="63969" y="120740"/>
                    <a:pt x="51218" y="95711"/>
                  </a:cubicBezTo>
                  <a:cubicBezTo>
                    <a:pt x="37455" y="68701"/>
                    <a:pt x="24916" y="41056"/>
                    <a:pt x="11577" y="13811"/>
                  </a:cubicBezTo>
                  <a:cubicBezTo>
                    <a:pt x="9385" y="9333"/>
                    <a:pt x="5802" y="5539"/>
                    <a:pt x="1819" y="0"/>
                  </a:cubicBezTo>
                  <a:cubicBezTo>
                    <a:pt x="688" y="3606"/>
                    <a:pt x="-66" y="4808"/>
                    <a:pt x="5" y="5916"/>
                  </a:cubicBezTo>
                  <a:cubicBezTo>
                    <a:pt x="971" y="19609"/>
                    <a:pt x="3304" y="33019"/>
                    <a:pt x="11765" y="44285"/>
                  </a:cubicBezTo>
                  <a:cubicBezTo>
                    <a:pt x="17940" y="52487"/>
                    <a:pt x="20815" y="61537"/>
                    <a:pt x="22135" y="71553"/>
                  </a:cubicBezTo>
                  <a:cubicBezTo>
                    <a:pt x="23149" y="79331"/>
                    <a:pt x="24351" y="87320"/>
                    <a:pt x="27155" y="94579"/>
                  </a:cubicBezTo>
                  <a:cubicBezTo>
                    <a:pt x="38209" y="123333"/>
                    <a:pt x="53198" y="150083"/>
                    <a:pt x="72171" y="174264"/>
                  </a:cubicBezTo>
                  <a:cubicBezTo>
                    <a:pt x="82022" y="186826"/>
                    <a:pt x="93830" y="197879"/>
                    <a:pt x="105308" y="209050"/>
                  </a:cubicBezTo>
                  <a:cubicBezTo>
                    <a:pt x="109644" y="213269"/>
                    <a:pt x="117139" y="215956"/>
                    <a:pt x="121381" y="211124"/>
                  </a:cubicBezTo>
                  <a:cubicBezTo>
                    <a:pt x="126048" y="205798"/>
                    <a:pt x="118671" y="201815"/>
                    <a:pt x="115489" y="1979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73" name="Google Shape;3373;p59"/>
            <p:cNvSpPr/>
            <p:nvPr/>
          </p:nvSpPr>
          <p:spPr>
            <a:xfrm>
              <a:off x="460579" y="3776288"/>
              <a:ext cx="175526" cy="116078"/>
            </a:xfrm>
            <a:custGeom>
              <a:rect b="b" l="l" r="r" t="t"/>
              <a:pathLst>
                <a:path extrusionOk="0" h="116078" w="175526">
                  <a:moveTo>
                    <a:pt x="169833" y="99199"/>
                  </a:moveTo>
                  <a:cubicBezTo>
                    <a:pt x="160735" y="93307"/>
                    <a:pt x="151685" y="87203"/>
                    <a:pt x="142046" y="82300"/>
                  </a:cubicBezTo>
                  <a:cubicBezTo>
                    <a:pt x="118925" y="70563"/>
                    <a:pt x="95711" y="59227"/>
                    <a:pt x="74735" y="43530"/>
                  </a:cubicBezTo>
                  <a:cubicBezTo>
                    <a:pt x="57389" y="30544"/>
                    <a:pt x="38817" y="19184"/>
                    <a:pt x="20434" y="7660"/>
                  </a:cubicBezTo>
                  <a:cubicBezTo>
                    <a:pt x="14824" y="4148"/>
                    <a:pt x="8060" y="2498"/>
                    <a:pt x="1815" y="0"/>
                  </a:cubicBezTo>
                  <a:cubicBezTo>
                    <a:pt x="1202" y="660"/>
                    <a:pt x="589" y="1343"/>
                    <a:pt x="0" y="2003"/>
                  </a:cubicBezTo>
                  <a:cubicBezTo>
                    <a:pt x="1626" y="5303"/>
                    <a:pt x="2757" y="8979"/>
                    <a:pt x="4926" y="11878"/>
                  </a:cubicBezTo>
                  <a:cubicBezTo>
                    <a:pt x="19844" y="31817"/>
                    <a:pt x="39218" y="46783"/>
                    <a:pt x="60311" y="59463"/>
                  </a:cubicBezTo>
                  <a:cubicBezTo>
                    <a:pt x="69550" y="65025"/>
                    <a:pt x="79991" y="68536"/>
                    <a:pt x="89654" y="73462"/>
                  </a:cubicBezTo>
                  <a:cubicBezTo>
                    <a:pt x="100943" y="79213"/>
                    <a:pt x="102993" y="84162"/>
                    <a:pt x="98727" y="97643"/>
                  </a:cubicBezTo>
                  <a:cubicBezTo>
                    <a:pt x="104266" y="96818"/>
                    <a:pt x="108485" y="96653"/>
                    <a:pt x="112444" y="95522"/>
                  </a:cubicBezTo>
                  <a:cubicBezTo>
                    <a:pt x="125171" y="91845"/>
                    <a:pt x="135706" y="93967"/>
                    <a:pt x="143790" y="105374"/>
                  </a:cubicBezTo>
                  <a:cubicBezTo>
                    <a:pt x="148409" y="111878"/>
                    <a:pt x="155079" y="116238"/>
                    <a:pt x="163163" y="116074"/>
                  </a:cubicBezTo>
                  <a:cubicBezTo>
                    <a:pt x="167028" y="116003"/>
                    <a:pt x="172237" y="113976"/>
                    <a:pt x="174311" y="111030"/>
                  </a:cubicBezTo>
                  <a:cubicBezTo>
                    <a:pt x="177445" y="106505"/>
                    <a:pt x="174004" y="101909"/>
                    <a:pt x="169833" y="9919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74" name="Google Shape;3374;p59"/>
            <p:cNvSpPr/>
            <p:nvPr/>
          </p:nvSpPr>
          <p:spPr>
            <a:xfrm>
              <a:off x="986991" y="3827031"/>
              <a:ext cx="170354" cy="118103"/>
            </a:xfrm>
            <a:custGeom>
              <a:rect b="b" l="l" r="r" t="t"/>
              <a:pathLst>
                <a:path extrusionOk="0" h="118103" w="170354">
                  <a:moveTo>
                    <a:pt x="170313" y="12350"/>
                  </a:moveTo>
                  <a:cubicBezTo>
                    <a:pt x="169393" y="71"/>
                    <a:pt x="162771" y="-3370"/>
                    <a:pt x="152495" y="3464"/>
                  </a:cubicBezTo>
                  <a:cubicBezTo>
                    <a:pt x="147593" y="6740"/>
                    <a:pt x="142691" y="10370"/>
                    <a:pt x="138778" y="14730"/>
                  </a:cubicBezTo>
                  <a:cubicBezTo>
                    <a:pt x="116506" y="39547"/>
                    <a:pt x="88271" y="55668"/>
                    <a:pt x="59070" y="70540"/>
                  </a:cubicBezTo>
                  <a:cubicBezTo>
                    <a:pt x="45448" y="77492"/>
                    <a:pt x="31849" y="84563"/>
                    <a:pt x="18557" y="92105"/>
                  </a:cubicBezTo>
                  <a:cubicBezTo>
                    <a:pt x="13018" y="95239"/>
                    <a:pt x="8116" y="99552"/>
                    <a:pt x="3214" y="103676"/>
                  </a:cubicBezTo>
                  <a:cubicBezTo>
                    <a:pt x="-1123" y="107330"/>
                    <a:pt x="-628" y="112680"/>
                    <a:pt x="2082" y="116356"/>
                  </a:cubicBezTo>
                  <a:cubicBezTo>
                    <a:pt x="3473" y="118242"/>
                    <a:pt x="8776" y="118477"/>
                    <a:pt x="11816" y="117652"/>
                  </a:cubicBezTo>
                  <a:cubicBezTo>
                    <a:pt x="16977" y="116262"/>
                    <a:pt x="22092" y="113952"/>
                    <a:pt x="26640" y="111101"/>
                  </a:cubicBezTo>
                  <a:cubicBezTo>
                    <a:pt x="50327" y="96300"/>
                    <a:pt x="73400" y="80485"/>
                    <a:pt x="97510" y="66439"/>
                  </a:cubicBezTo>
                  <a:cubicBezTo>
                    <a:pt x="115116" y="56210"/>
                    <a:pt x="133546" y="46971"/>
                    <a:pt x="152495" y="39594"/>
                  </a:cubicBezTo>
                  <a:cubicBezTo>
                    <a:pt x="165293" y="34622"/>
                    <a:pt x="170643" y="30639"/>
                    <a:pt x="170313" y="16804"/>
                  </a:cubicBezTo>
                  <a:cubicBezTo>
                    <a:pt x="170313" y="15319"/>
                    <a:pt x="170407" y="13811"/>
                    <a:pt x="170313" y="123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75" name="Google Shape;3375;p59"/>
            <p:cNvSpPr/>
            <p:nvPr/>
          </p:nvSpPr>
          <p:spPr>
            <a:xfrm>
              <a:off x="1126948" y="3562437"/>
              <a:ext cx="48156" cy="187816"/>
            </a:xfrm>
            <a:custGeom>
              <a:rect b="b" l="l" r="r" t="t"/>
              <a:pathLst>
                <a:path extrusionOk="0" h="187816" w="48156">
                  <a:moveTo>
                    <a:pt x="38416" y="3175"/>
                  </a:moveTo>
                  <a:cubicBezTo>
                    <a:pt x="35305" y="7865"/>
                    <a:pt x="32430" y="12814"/>
                    <a:pt x="30356" y="18023"/>
                  </a:cubicBezTo>
                  <a:cubicBezTo>
                    <a:pt x="23757" y="34544"/>
                    <a:pt x="22767" y="52103"/>
                    <a:pt x="21424" y="69614"/>
                  </a:cubicBezTo>
                  <a:cubicBezTo>
                    <a:pt x="20410" y="83001"/>
                    <a:pt x="18124" y="96529"/>
                    <a:pt x="9639" y="107229"/>
                  </a:cubicBezTo>
                  <a:cubicBezTo>
                    <a:pt x="1956" y="116915"/>
                    <a:pt x="306" y="127615"/>
                    <a:pt x="0" y="136972"/>
                  </a:cubicBezTo>
                  <a:cubicBezTo>
                    <a:pt x="283" y="142746"/>
                    <a:pt x="-141" y="146611"/>
                    <a:pt x="754" y="150123"/>
                  </a:cubicBezTo>
                  <a:cubicBezTo>
                    <a:pt x="3417" y="160587"/>
                    <a:pt x="5892" y="171193"/>
                    <a:pt x="9828" y="181209"/>
                  </a:cubicBezTo>
                  <a:cubicBezTo>
                    <a:pt x="12963" y="189175"/>
                    <a:pt x="18525" y="189670"/>
                    <a:pt x="25171" y="184132"/>
                  </a:cubicBezTo>
                  <a:cubicBezTo>
                    <a:pt x="37780" y="173597"/>
                    <a:pt x="37521" y="166503"/>
                    <a:pt x="24228" y="156769"/>
                  </a:cubicBezTo>
                  <a:cubicBezTo>
                    <a:pt x="15225" y="150170"/>
                    <a:pt x="13269" y="144490"/>
                    <a:pt x="16568" y="133625"/>
                  </a:cubicBezTo>
                  <a:cubicBezTo>
                    <a:pt x="17723" y="129854"/>
                    <a:pt x="18855" y="125989"/>
                    <a:pt x="20669" y="122548"/>
                  </a:cubicBezTo>
                  <a:cubicBezTo>
                    <a:pt x="34716" y="95845"/>
                    <a:pt x="44379" y="67752"/>
                    <a:pt x="47396" y="37655"/>
                  </a:cubicBezTo>
                  <a:cubicBezTo>
                    <a:pt x="48456" y="27120"/>
                    <a:pt x="48150" y="16444"/>
                    <a:pt x="47985" y="5838"/>
                  </a:cubicBezTo>
                  <a:cubicBezTo>
                    <a:pt x="47961" y="3788"/>
                    <a:pt x="46052" y="606"/>
                    <a:pt x="44355" y="87"/>
                  </a:cubicBezTo>
                  <a:cubicBezTo>
                    <a:pt x="42776" y="-431"/>
                    <a:pt x="39548" y="1454"/>
                    <a:pt x="38416" y="317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76" name="Google Shape;3376;p59"/>
            <p:cNvSpPr/>
            <p:nvPr/>
          </p:nvSpPr>
          <p:spPr>
            <a:xfrm>
              <a:off x="772286" y="3765846"/>
              <a:ext cx="146553" cy="39818"/>
            </a:xfrm>
            <a:custGeom>
              <a:rect b="b" l="l" r="r" t="t"/>
              <a:pathLst>
                <a:path extrusionOk="0" h="39818" w="146553">
                  <a:moveTo>
                    <a:pt x="146554" y="2688"/>
                  </a:moveTo>
                  <a:cubicBezTo>
                    <a:pt x="142689" y="1533"/>
                    <a:pt x="140756" y="543"/>
                    <a:pt x="138800" y="449"/>
                  </a:cubicBezTo>
                  <a:cubicBezTo>
                    <a:pt x="132884" y="142"/>
                    <a:pt x="126921" y="-235"/>
                    <a:pt x="121029" y="190"/>
                  </a:cubicBezTo>
                  <a:cubicBezTo>
                    <a:pt x="94209" y="2146"/>
                    <a:pt x="67364" y="4055"/>
                    <a:pt x="40615" y="6624"/>
                  </a:cubicBezTo>
                  <a:cubicBezTo>
                    <a:pt x="29632" y="7684"/>
                    <a:pt x="18672" y="9829"/>
                    <a:pt x="7925" y="12398"/>
                  </a:cubicBezTo>
                  <a:cubicBezTo>
                    <a:pt x="-653" y="14472"/>
                    <a:pt x="-1643" y="18667"/>
                    <a:pt x="1986" y="26845"/>
                  </a:cubicBezTo>
                  <a:cubicBezTo>
                    <a:pt x="7313" y="38889"/>
                    <a:pt x="17824" y="40444"/>
                    <a:pt x="28618" y="39643"/>
                  </a:cubicBezTo>
                  <a:cubicBezTo>
                    <a:pt x="67200" y="36815"/>
                    <a:pt x="103047" y="23829"/>
                    <a:pt x="138164" y="8556"/>
                  </a:cubicBezTo>
                  <a:cubicBezTo>
                    <a:pt x="140615" y="7472"/>
                    <a:pt x="142689" y="5422"/>
                    <a:pt x="146554" y="268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77" name="Google Shape;3377;p59"/>
            <p:cNvSpPr/>
            <p:nvPr/>
          </p:nvSpPr>
          <p:spPr>
            <a:xfrm>
              <a:off x="339584" y="3336599"/>
              <a:ext cx="79558" cy="92570"/>
            </a:xfrm>
            <a:custGeom>
              <a:rect b="b" l="l" r="r" t="t"/>
              <a:pathLst>
                <a:path extrusionOk="0" h="92570" w="79558">
                  <a:moveTo>
                    <a:pt x="24011" y="91539"/>
                  </a:moveTo>
                  <a:cubicBezTo>
                    <a:pt x="30611" y="89489"/>
                    <a:pt x="35159" y="84633"/>
                    <a:pt x="35324" y="77445"/>
                  </a:cubicBezTo>
                  <a:cubicBezTo>
                    <a:pt x="35395" y="74216"/>
                    <a:pt x="33109" y="71011"/>
                    <a:pt x="32166" y="67712"/>
                  </a:cubicBezTo>
                  <a:cubicBezTo>
                    <a:pt x="30351" y="61419"/>
                    <a:pt x="33038" y="56281"/>
                    <a:pt x="37681" y="52675"/>
                  </a:cubicBezTo>
                  <a:cubicBezTo>
                    <a:pt x="40274" y="50672"/>
                    <a:pt x="46189" y="48692"/>
                    <a:pt x="47273" y="49823"/>
                  </a:cubicBezTo>
                  <a:cubicBezTo>
                    <a:pt x="50361" y="53099"/>
                    <a:pt x="52128" y="57836"/>
                    <a:pt x="53637" y="62267"/>
                  </a:cubicBezTo>
                  <a:cubicBezTo>
                    <a:pt x="55216" y="66863"/>
                    <a:pt x="55169" y="72095"/>
                    <a:pt x="57101" y="76479"/>
                  </a:cubicBezTo>
                  <a:cubicBezTo>
                    <a:pt x="60354" y="83832"/>
                    <a:pt x="67330" y="86142"/>
                    <a:pt x="74471" y="82819"/>
                  </a:cubicBezTo>
                  <a:cubicBezTo>
                    <a:pt x="81117" y="79731"/>
                    <a:pt x="79868" y="73580"/>
                    <a:pt x="78360" y="68560"/>
                  </a:cubicBezTo>
                  <a:cubicBezTo>
                    <a:pt x="71148" y="44237"/>
                    <a:pt x="56512" y="23615"/>
                    <a:pt x="44445" y="0"/>
                  </a:cubicBezTo>
                  <a:cubicBezTo>
                    <a:pt x="40156" y="15131"/>
                    <a:pt x="36668" y="28635"/>
                    <a:pt x="32402" y="41904"/>
                  </a:cubicBezTo>
                  <a:cubicBezTo>
                    <a:pt x="30964" y="46359"/>
                    <a:pt x="27523" y="50153"/>
                    <a:pt x="25001" y="54254"/>
                  </a:cubicBezTo>
                  <a:cubicBezTo>
                    <a:pt x="21443" y="51143"/>
                    <a:pt x="17577" y="48315"/>
                    <a:pt x="14372" y="44850"/>
                  </a:cubicBezTo>
                  <a:cubicBezTo>
                    <a:pt x="10743" y="40938"/>
                    <a:pt x="7726" y="36460"/>
                    <a:pt x="4426" y="32218"/>
                  </a:cubicBezTo>
                  <a:cubicBezTo>
                    <a:pt x="3507" y="32548"/>
                    <a:pt x="2588" y="32854"/>
                    <a:pt x="1669" y="33184"/>
                  </a:cubicBezTo>
                  <a:cubicBezTo>
                    <a:pt x="-924" y="51426"/>
                    <a:pt x="-1513" y="69644"/>
                    <a:pt x="7537" y="86731"/>
                  </a:cubicBezTo>
                  <a:cubicBezTo>
                    <a:pt x="10931" y="93165"/>
                    <a:pt x="17837" y="93448"/>
                    <a:pt x="24011" y="9153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78" name="Google Shape;3378;p59"/>
            <p:cNvSpPr/>
            <p:nvPr/>
          </p:nvSpPr>
          <p:spPr>
            <a:xfrm>
              <a:off x="1072081" y="2529929"/>
              <a:ext cx="157417" cy="93493"/>
            </a:xfrm>
            <a:custGeom>
              <a:rect b="b" l="l" r="r" t="t"/>
              <a:pathLst>
                <a:path extrusionOk="0" h="93493" w="157417">
                  <a:moveTo>
                    <a:pt x="1391" y="0"/>
                  </a:moveTo>
                  <a:cubicBezTo>
                    <a:pt x="919" y="801"/>
                    <a:pt x="471" y="1603"/>
                    <a:pt x="0" y="2404"/>
                  </a:cubicBezTo>
                  <a:cubicBezTo>
                    <a:pt x="5020" y="6576"/>
                    <a:pt x="9663" y="11289"/>
                    <a:pt x="15084" y="14824"/>
                  </a:cubicBezTo>
                  <a:cubicBezTo>
                    <a:pt x="46712" y="35517"/>
                    <a:pt x="78388" y="56163"/>
                    <a:pt x="110394" y="76290"/>
                  </a:cubicBezTo>
                  <a:cubicBezTo>
                    <a:pt x="119727" y="82159"/>
                    <a:pt x="129955" y="86755"/>
                    <a:pt x="140137" y="91068"/>
                  </a:cubicBezTo>
                  <a:cubicBezTo>
                    <a:pt x="145345" y="93260"/>
                    <a:pt x="152369" y="95946"/>
                    <a:pt x="156116" y="89206"/>
                  </a:cubicBezTo>
                  <a:cubicBezTo>
                    <a:pt x="160311" y="81688"/>
                    <a:pt x="153453" y="78129"/>
                    <a:pt x="148456" y="74735"/>
                  </a:cubicBezTo>
                  <a:cubicBezTo>
                    <a:pt x="106034" y="45864"/>
                    <a:pt x="60853" y="22178"/>
                    <a:pt x="13293" y="3064"/>
                  </a:cubicBezTo>
                  <a:cubicBezTo>
                    <a:pt x="9545" y="1556"/>
                    <a:pt x="5374" y="990"/>
                    <a:pt x="1391"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79" name="Google Shape;3379;p59"/>
            <p:cNvSpPr/>
            <p:nvPr/>
          </p:nvSpPr>
          <p:spPr>
            <a:xfrm>
              <a:off x="965293" y="3326492"/>
              <a:ext cx="40370" cy="117107"/>
            </a:xfrm>
            <a:custGeom>
              <a:rect b="b" l="l" r="r" t="t"/>
              <a:pathLst>
                <a:path extrusionOk="0" h="117107" w="40370">
                  <a:moveTo>
                    <a:pt x="36931" y="34193"/>
                  </a:moveTo>
                  <a:cubicBezTo>
                    <a:pt x="38086" y="26651"/>
                    <a:pt x="39571" y="19157"/>
                    <a:pt x="40302" y="11591"/>
                  </a:cubicBezTo>
                  <a:cubicBezTo>
                    <a:pt x="40773" y="6618"/>
                    <a:pt x="38841" y="2518"/>
                    <a:pt x="33443" y="679"/>
                  </a:cubicBezTo>
                  <a:cubicBezTo>
                    <a:pt x="27622" y="-1324"/>
                    <a:pt x="23828" y="1316"/>
                    <a:pt x="20976" y="5817"/>
                  </a:cubicBezTo>
                  <a:cubicBezTo>
                    <a:pt x="18737" y="9329"/>
                    <a:pt x="16663" y="13029"/>
                    <a:pt x="15060" y="16871"/>
                  </a:cubicBezTo>
                  <a:cubicBezTo>
                    <a:pt x="5421" y="39920"/>
                    <a:pt x="1673" y="64172"/>
                    <a:pt x="0" y="91983"/>
                  </a:cubicBezTo>
                  <a:cubicBezTo>
                    <a:pt x="825" y="96107"/>
                    <a:pt x="1532" y="103295"/>
                    <a:pt x="3818" y="109965"/>
                  </a:cubicBezTo>
                  <a:cubicBezTo>
                    <a:pt x="6293" y="117154"/>
                    <a:pt x="12750" y="118874"/>
                    <a:pt x="19562" y="115315"/>
                  </a:cubicBezTo>
                  <a:cubicBezTo>
                    <a:pt x="28895" y="110484"/>
                    <a:pt x="33349" y="100491"/>
                    <a:pt x="31228" y="89626"/>
                  </a:cubicBezTo>
                  <a:cubicBezTo>
                    <a:pt x="30568" y="86256"/>
                    <a:pt x="29672" y="82720"/>
                    <a:pt x="30120" y="79421"/>
                  </a:cubicBezTo>
                  <a:cubicBezTo>
                    <a:pt x="32147" y="64314"/>
                    <a:pt x="34622" y="49277"/>
                    <a:pt x="36931" y="3419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80" name="Google Shape;3380;p59"/>
            <p:cNvSpPr/>
            <p:nvPr/>
          </p:nvSpPr>
          <p:spPr>
            <a:xfrm>
              <a:off x="1259118" y="3717485"/>
              <a:ext cx="134786" cy="117228"/>
            </a:xfrm>
            <a:custGeom>
              <a:rect b="b" l="l" r="r" t="t"/>
              <a:pathLst>
                <a:path extrusionOk="0" h="117228" w="134786">
                  <a:moveTo>
                    <a:pt x="121801" y="4596"/>
                  </a:moveTo>
                  <a:cubicBezTo>
                    <a:pt x="100141" y="18077"/>
                    <a:pt x="82253" y="35706"/>
                    <a:pt x="67122" y="56140"/>
                  </a:cubicBezTo>
                  <a:cubicBezTo>
                    <a:pt x="64577" y="59580"/>
                    <a:pt x="62574" y="63941"/>
                    <a:pt x="61914" y="68112"/>
                  </a:cubicBezTo>
                  <a:cubicBezTo>
                    <a:pt x="60547" y="76950"/>
                    <a:pt x="58143" y="80627"/>
                    <a:pt x="49258" y="81193"/>
                  </a:cubicBezTo>
                  <a:cubicBezTo>
                    <a:pt x="31204" y="82347"/>
                    <a:pt x="18642" y="92317"/>
                    <a:pt x="7990" y="105633"/>
                  </a:cubicBezTo>
                  <a:cubicBezTo>
                    <a:pt x="5491" y="108767"/>
                    <a:pt x="3394" y="112256"/>
                    <a:pt x="0" y="117228"/>
                  </a:cubicBezTo>
                  <a:cubicBezTo>
                    <a:pt x="13717" y="116427"/>
                    <a:pt x="23639" y="111902"/>
                    <a:pt x="32501" y="105185"/>
                  </a:cubicBezTo>
                  <a:cubicBezTo>
                    <a:pt x="66934" y="79095"/>
                    <a:pt x="97738" y="49187"/>
                    <a:pt x="125595" y="16215"/>
                  </a:cubicBezTo>
                  <a:cubicBezTo>
                    <a:pt x="129225" y="11926"/>
                    <a:pt x="131747" y="6740"/>
                    <a:pt x="134787" y="1980"/>
                  </a:cubicBezTo>
                  <a:cubicBezTo>
                    <a:pt x="134174" y="1320"/>
                    <a:pt x="133538" y="660"/>
                    <a:pt x="132925" y="0"/>
                  </a:cubicBezTo>
                  <a:cubicBezTo>
                    <a:pt x="129225" y="1508"/>
                    <a:pt x="125171" y="2498"/>
                    <a:pt x="121801" y="459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81" name="Google Shape;3381;p59"/>
            <p:cNvSpPr/>
            <p:nvPr/>
          </p:nvSpPr>
          <p:spPr>
            <a:xfrm>
              <a:off x="362760" y="3205159"/>
              <a:ext cx="26916" cy="122436"/>
            </a:xfrm>
            <a:custGeom>
              <a:rect b="b" l="l" r="r" t="t"/>
              <a:pathLst>
                <a:path extrusionOk="0" h="122436" w="26916">
                  <a:moveTo>
                    <a:pt x="13940" y="0"/>
                  </a:moveTo>
                  <a:cubicBezTo>
                    <a:pt x="12502" y="1131"/>
                    <a:pt x="11748" y="1438"/>
                    <a:pt x="11512" y="1980"/>
                  </a:cubicBezTo>
                  <a:cubicBezTo>
                    <a:pt x="10782" y="3535"/>
                    <a:pt x="10098" y="5138"/>
                    <a:pt x="9627" y="6788"/>
                  </a:cubicBezTo>
                  <a:cubicBezTo>
                    <a:pt x="2250" y="32642"/>
                    <a:pt x="-1097" y="59133"/>
                    <a:pt x="317" y="85859"/>
                  </a:cubicBezTo>
                  <a:cubicBezTo>
                    <a:pt x="883" y="96300"/>
                    <a:pt x="4795" y="107023"/>
                    <a:pt x="9297" y="116616"/>
                  </a:cubicBezTo>
                  <a:cubicBezTo>
                    <a:pt x="13256" y="125077"/>
                    <a:pt x="21482" y="124110"/>
                    <a:pt x="24074" y="115037"/>
                  </a:cubicBezTo>
                  <a:cubicBezTo>
                    <a:pt x="26384" y="106953"/>
                    <a:pt x="27492" y="97973"/>
                    <a:pt x="26620" y="89654"/>
                  </a:cubicBezTo>
                  <a:cubicBezTo>
                    <a:pt x="24734" y="71530"/>
                    <a:pt x="21152" y="53594"/>
                    <a:pt x="18489" y="35564"/>
                  </a:cubicBezTo>
                  <a:cubicBezTo>
                    <a:pt x="16768" y="23992"/>
                    <a:pt x="15495" y="12373"/>
                    <a:pt x="1394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82" name="Google Shape;3382;p59"/>
            <p:cNvSpPr/>
            <p:nvPr/>
          </p:nvSpPr>
          <p:spPr>
            <a:xfrm>
              <a:off x="286268" y="3354335"/>
              <a:ext cx="34646" cy="106563"/>
            </a:xfrm>
            <a:custGeom>
              <a:rect b="b" l="l" r="r" t="t"/>
              <a:pathLst>
                <a:path extrusionOk="0" h="106563" w="34646">
                  <a:moveTo>
                    <a:pt x="34386" y="100129"/>
                  </a:moveTo>
                  <a:cubicBezTo>
                    <a:pt x="34481" y="91079"/>
                    <a:pt x="35070" y="81934"/>
                    <a:pt x="34080" y="72978"/>
                  </a:cubicBezTo>
                  <a:cubicBezTo>
                    <a:pt x="31558" y="50424"/>
                    <a:pt x="27080" y="28222"/>
                    <a:pt x="17724" y="7364"/>
                  </a:cubicBezTo>
                  <a:cubicBezTo>
                    <a:pt x="16286" y="4136"/>
                    <a:pt x="10889" y="-578"/>
                    <a:pt x="9475" y="58"/>
                  </a:cubicBezTo>
                  <a:cubicBezTo>
                    <a:pt x="5845" y="1732"/>
                    <a:pt x="3206" y="5880"/>
                    <a:pt x="613" y="9368"/>
                  </a:cubicBezTo>
                  <a:cubicBezTo>
                    <a:pt x="-259" y="10546"/>
                    <a:pt x="48" y="12714"/>
                    <a:pt x="71" y="14435"/>
                  </a:cubicBezTo>
                  <a:cubicBezTo>
                    <a:pt x="495" y="45309"/>
                    <a:pt x="10795" y="73214"/>
                    <a:pt x="25690" y="99752"/>
                  </a:cubicBezTo>
                  <a:cubicBezTo>
                    <a:pt x="27010" y="102085"/>
                    <a:pt x="28565" y="104301"/>
                    <a:pt x="30003" y="106563"/>
                  </a:cubicBezTo>
                  <a:cubicBezTo>
                    <a:pt x="30922" y="105974"/>
                    <a:pt x="31841" y="105408"/>
                    <a:pt x="32760" y="104819"/>
                  </a:cubicBezTo>
                  <a:cubicBezTo>
                    <a:pt x="33326" y="103264"/>
                    <a:pt x="34363" y="101708"/>
                    <a:pt x="34386" y="1001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83" name="Google Shape;3383;p59"/>
            <p:cNvSpPr/>
            <p:nvPr/>
          </p:nvSpPr>
          <p:spPr>
            <a:xfrm>
              <a:off x="513513" y="2105197"/>
              <a:ext cx="137143" cy="31235"/>
            </a:xfrm>
            <a:custGeom>
              <a:rect b="b" l="l" r="r" t="t"/>
              <a:pathLst>
                <a:path extrusionOk="0" h="31235" w="137143">
                  <a:moveTo>
                    <a:pt x="109545" y="21455"/>
                  </a:moveTo>
                  <a:cubicBezTo>
                    <a:pt x="117252" y="20677"/>
                    <a:pt x="124912" y="18038"/>
                    <a:pt x="132194" y="15186"/>
                  </a:cubicBezTo>
                  <a:cubicBezTo>
                    <a:pt x="134645" y="14220"/>
                    <a:pt x="137120" y="10001"/>
                    <a:pt x="137144" y="7244"/>
                  </a:cubicBezTo>
                  <a:cubicBezTo>
                    <a:pt x="137167" y="5287"/>
                    <a:pt x="133255" y="1870"/>
                    <a:pt x="130804" y="1587"/>
                  </a:cubicBezTo>
                  <a:cubicBezTo>
                    <a:pt x="122531" y="621"/>
                    <a:pt x="113740" y="-982"/>
                    <a:pt x="105845" y="809"/>
                  </a:cubicBezTo>
                  <a:cubicBezTo>
                    <a:pt x="70422" y="8823"/>
                    <a:pt x="35258" y="17920"/>
                    <a:pt x="0" y="26640"/>
                  </a:cubicBezTo>
                  <a:cubicBezTo>
                    <a:pt x="189" y="28172"/>
                    <a:pt x="354" y="29704"/>
                    <a:pt x="542" y="31236"/>
                  </a:cubicBezTo>
                  <a:cubicBezTo>
                    <a:pt x="36884" y="28031"/>
                    <a:pt x="73250" y="25061"/>
                    <a:pt x="109545" y="2145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84" name="Google Shape;3384;p59"/>
            <p:cNvSpPr/>
            <p:nvPr/>
          </p:nvSpPr>
          <p:spPr>
            <a:xfrm>
              <a:off x="228856" y="2983641"/>
              <a:ext cx="20797" cy="133891"/>
            </a:xfrm>
            <a:custGeom>
              <a:rect b="b" l="l" r="r" t="t"/>
              <a:pathLst>
                <a:path extrusionOk="0" h="133891" w="20797">
                  <a:moveTo>
                    <a:pt x="7259" y="133891"/>
                  </a:moveTo>
                  <a:cubicBezTo>
                    <a:pt x="17441" y="116309"/>
                    <a:pt x="25619" y="12680"/>
                    <a:pt x="17488" y="0"/>
                  </a:cubicBezTo>
                  <a:cubicBezTo>
                    <a:pt x="519" y="15791"/>
                    <a:pt x="-6434" y="110606"/>
                    <a:pt x="7259" y="1338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85" name="Google Shape;3385;p59"/>
            <p:cNvSpPr/>
            <p:nvPr/>
          </p:nvSpPr>
          <p:spPr>
            <a:xfrm>
              <a:off x="664239" y="3758117"/>
              <a:ext cx="86818" cy="39365"/>
            </a:xfrm>
            <a:custGeom>
              <a:rect b="b" l="l" r="r" t="t"/>
              <a:pathLst>
                <a:path extrusionOk="0" h="39365" w="86818">
                  <a:moveTo>
                    <a:pt x="80314" y="25642"/>
                  </a:moveTo>
                  <a:cubicBezTo>
                    <a:pt x="62284" y="9545"/>
                    <a:pt x="40719" y="2286"/>
                    <a:pt x="17292" y="0"/>
                  </a:cubicBezTo>
                  <a:cubicBezTo>
                    <a:pt x="13851" y="189"/>
                    <a:pt x="10481" y="-165"/>
                    <a:pt x="7512" y="707"/>
                  </a:cubicBezTo>
                  <a:cubicBezTo>
                    <a:pt x="4707" y="1532"/>
                    <a:pt x="912" y="3205"/>
                    <a:pt x="111" y="5421"/>
                  </a:cubicBezTo>
                  <a:cubicBezTo>
                    <a:pt x="-549" y="7259"/>
                    <a:pt x="1855" y="11431"/>
                    <a:pt x="4047" y="12892"/>
                  </a:cubicBezTo>
                  <a:cubicBezTo>
                    <a:pt x="26319" y="27740"/>
                    <a:pt x="50877" y="36625"/>
                    <a:pt x="77509" y="39335"/>
                  </a:cubicBezTo>
                  <a:cubicBezTo>
                    <a:pt x="80479" y="39642"/>
                    <a:pt x="83708" y="37521"/>
                    <a:pt x="86819" y="36531"/>
                  </a:cubicBezTo>
                  <a:cubicBezTo>
                    <a:pt x="85381" y="33561"/>
                    <a:pt x="84038" y="30568"/>
                    <a:pt x="82482" y="27669"/>
                  </a:cubicBezTo>
                  <a:cubicBezTo>
                    <a:pt x="82034" y="26821"/>
                    <a:pt x="81044" y="26302"/>
                    <a:pt x="80314" y="2564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86" name="Google Shape;3386;p59"/>
            <p:cNvSpPr/>
            <p:nvPr/>
          </p:nvSpPr>
          <p:spPr>
            <a:xfrm>
              <a:off x="920278" y="3664283"/>
              <a:ext cx="75865" cy="61617"/>
            </a:xfrm>
            <a:custGeom>
              <a:rect b="b" l="l" r="r" t="t"/>
              <a:pathLst>
                <a:path extrusionOk="0" h="61617" w="75865">
                  <a:moveTo>
                    <a:pt x="75866" y="8635"/>
                  </a:moveTo>
                  <a:cubicBezTo>
                    <a:pt x="75253" y="8305"/>
                    <a:pt x="74664" y="7951"/>
                    <a:pt x="74051" y="7621"/>
                  </a:cubicBezTo>
                  <a:cubicBezTo>
                    <a:pt x="74051" y="127"/>
                    <a:pt x="70445" y="-2254"/>
                    <a:pt x="63492" y="2342"/>
                  </a:cubicBezTo>
                  <a:cubicBezTo>
                    <a:pt x="49728" y="11487"/>
                    <a:pt x="36224" y="21126"/>
                    <a:pt x="23450" y="31543"/>
                  </a:cubicBezTo>
                  <a:cubicBezTo>
                    <a:pt x="15272" y="38213"/>
                    <a:pt x="8437" y="46556"/>
                    <a:pt x="1296" y="54404"/>
                  </a:cubicBezTo>
                  <a:cubicBezTo>
                    <a:pt x="117" y="55701"/>
                    <a:pt x="-331" y="58576"/>
                    <a:pt x="259" y="60249"/>
                  </a:cubicBezTo>
                  <a:cubicBezTo>
                    <a:pt x="612" y="61239"/>
                    <a:pt x="3652" y="61640"/>
                    <a:pt x="5467" y="61616"/>
                  </a:cubicBezTo>
                  <a:cubicBezTo>
                    <a:pt x="7376" y="61593"/>
                    <a:pt x="9332" y="60933"/>
                    <a:pt x="11171" y="60273"/>
                  </a:cubicBezTo>
                  <a:cubicBezTo>
                    <a:pt x="31769" y="53037"/>
                    <a:pt x="50105" y="41913"/>
                    <a:pt x="65495" y="26547"/>
                  </a:cubicBezTo>
                  <a:cubicBezTo>
                    <a:pt x="70233" y="21857"/>
                    <a:pt x="72495" y="14668"/>
                    <a:pt x="75866" y="863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87" name="Google Shape;3387;p59"/>
            <p:cNvSpPr/>
            <p:nvPr/>
          </p:nvSpPr>
          <p:spPr>
            <a:xfrm>
              <a:off x="623675" y="3585848"/>
              <a:ext cx="74872" cy="64444"/>
            </a:xfrm>
            <a:custGeom>
              <a:rect b="b" l="l" r="r" t="t"/>
              <a:pathLst>
                <a:path extrusionOk="0" h="64444" w="74872">
                  <a:moveTo>
                    <a:pt x="10862" y="31944"/>
                  </a:moveTo>
                  <a:cubicBezTo>
                    <a:pt x="14939" y="30719"/>
                    <a:pt x="20336" y="30907"/>
                    <a:pt x="24154" y="32628"/>
                  </a:cubicBezTo>
                  <a:cubicBezTo>
                    <a:pt x="29386" y="35008"/>
                    <a:pt x="33723" y="39392"/>
                    <a:pt x="38389" y="42998"/>
                  </a:cubicBezTo>
                  <a:cubicBezTo>
                    <a:pt x="46756" y="49432"/>
                    <a:pt x="54887" y="56172"/>
                    <a:pt x="63513" y="62182"/>
                  </a:cubicBezTo>
                  <a:cubicBezTo>
                    <a:pt x="66082" y="63973"/>
                    <a:pt x="70065" y="63738"/>
                    <a:pt x="73412" y="64445"/>
                  </a:cubicBezTo>
                  <a:cubicBezTo>
                    <a:pt x="73907" y="63549"/>
                    <a:pt x="74402" y="62653"/>
                    <a:pt x="74873" y="61758"/>
                  </a:cubicBezTo>
                  <a:cubicBezTo>
                    <a:pt x="72469" y="58105"/>
                    <a:pt x="70678" y="53792"/>
                    <a:pt x="67543" y="50940"/>
                  </a:cubicBezTo>
                  <a:cubicBezTo>
                    <a:pt x="50975" y="35762"/>
                    <a:pt x="34147" y="20867"/>
                    <a:pt x="17225" y="6090"/>
                  </a:cubicBezTo>
                  <a:cubicBezTo>
                    <a:pt x="14303" y="3521"/>
                    <a:pt x="10767" y="1258"/>
                    <a:pt x="7138" y="103"/>
                  </a:cubicBezTo>
                  <a:cubicBezTo>
                    <a:pt x="5299" y="-486"/>
                    <a:pt x="609" y="1588"/>
                    <a:pt x="539" y="2672"/>
                  </a:cubicBezTo>
                  <a:cubicBezTo>
                    <a:pt x="20" y="10733"/>
                    <a:pt x="-404" y="18934"/>
                    <a:pt x="657" y="26900"/>
                  </a:cubicBezTo>
                  <a:cubicBezTo>
                    <a:pt x="1293" y="31543"/>
                    <a:pt x="5064" y="33665"/>
                    <a:pt x="10862" y="3194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88" name="Google Shape;3388;p59"/>
            <p:cNvSpPr/>
            <p:nvPr/>
          </p:nvSpPr>
          <p:spPr>
            <a:xfrm>
              <a:off x="470006" y="2948303"/>
              <a:ext cx="44197" cy="79717"/>
            </a:xfrm>
            <a:custGeom>
              <a:rect b="b" l="l" r="r" t="t"/>
              <a:pathLst>
                <a:path extrusionOk="0" h="79717" w="44197">
                  <a:moveTo>
                    <a:pt x="14683" y="71728"/>
                  </a:moveTo>
                  <a:cubicBezTo>
                    <a:pt x="24087" y="52025"/>
                    <a:pt x="33538" y="32345"/>
                    <a:pt x="42611" y="12477"/>
                  </a:cubicBezTo>
                  <a:cubicBezTo>
                    <a:pt x="44261" y="8895"/>
                    <a:pt x="45817" y="4205"/>
                    <a:pt x="40726" y="1400"/>
                  </a:cubicBezTo>
                  <a:cubicBezTo>
                    <a:pt x="35470" y="-1499"/>
                    <a:pt x="31087" y="340"/>
                    <a:pt x="27763" y="4747"/>
                  </a:cubicBezTo>
                  <a:cubicBezTo>
                    <a:pt x="12868" y="24403"/>
                    <a:pt x="4855" y="46910"/>
                    <a:pt x="0" y="71916"/>
                  </a:cubicBezTo>
                  <a:cubicBezTo>
                    <a:pt x="943" y="74132"/>
                    <a:pt x="2145" y="76936"/>
                    <a:pt x="3323" y="79717"/>
                  </a:cubicBezTo>
                  <a:cubicBezTo>
                    <a:pt x="6033" y="78398"/>
                    <a:pt x="8885" y="77290"/>
                    <a:pt x="11431" y="75687"/>
                  </a:cubicBezTo>
                  <a:cubicBezTo>
                    <a:pt x="12798" y="74815"/>
                    <a:pt x="13952" y="73236"/>
                    <a:pt x="14683" y="717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89" name="Google Shape;3389;p59"/>
            <p:cNvSpPr/>
            <p:nvPr/>
          </p:nvSpPr>
          <p:spPr>
            <a:xfrm>
              <a:off x="316044" y="3208741"/>
              <a:ext cx="20637" cy="104784"/>
            </a:xfrm>
            <a:custGeom>
              <a:rect b="b" l="l" r="r" t="t"/>
              <a:pathLst>
                <a:path extrusionOk="0" h="104784" w="20637">
                  <a:moveTo>
                    <a:pt x="18680" y="72567"/>
                  </a:moveTo>
                  <a:cubicBezTo>
                    <a:pt x="21532" y="54089"/>
                    <a:pt x="21697" y="35659"/>
                    <a:pt x="16276" y="17535"/>
                  </a:cubicBezTo>
                  <a:cubicBezTo>
                    <a:pt x="13966" y="9828"/>
                    <a:pt x="10525" y="2805"/>
                    <a:pt x="2064" y="0"/>
                  </a:cubicBezTo>
                  <a:cubicBezTo>
                    <a:pt x="-3875" y="7683"/>
                    <a:pt x="3997" y="86001"/>
                    <a:pt x="13047" y="104784"/>
                  </a:cubicBezTo>
                  <a:cubicBezTo>
                    <a:pt x="15098" y="93118"/>
                    <a:pt x="17077" y="82866"/>
                    <a:pt x="18680" y="725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90" name="Google Shape;3390;p59"/>
            <p:cNvSpPr/>
            <p:nvPr/>
          </p:nvSpPr>
          <p:spPr>
            <a:xfrm>
              <a:off x="797812" y="3933889"/>
              <a:ext cx="62342" cy="39731"/>
            </a:xfrm>
            <a:custGeom>
              <a:rect b="b" l="l" r="r" t="t"/>
              <a:pathLst>
                <a:path extrusionOk="0" h="39731" w="62342">
                  <a:moveTo>
                    <a:pt x="58973" y="10299"/>
                  </a:moveTo>
                  <a:cubicBezTo>
                    <a:pt x="60811" y="8367"/>
                    <a:pt x="61259" y="5138"/>
                    <a:pt x="62343" y="2522"/>
                  </a:cubicBezTo>
                  <a:cubicBezTo>
                    <a:pt x="59774" y="1532"/>
                    <a:pt x="57181" y="566"/>
                    <a:pt x="55697" y="0"/>
                  </a:cubicBezTo>
                  <a:cubicBezTo>
                    <a:pt x="36913" y="2215"/>
                    <a:pt x="20226" y="6222"/>
                    <a:pt x="6580" y="17983"/>
                  </a:cubicBezTo>
                  <a:cubicBezTo>
                    <a:pt x="-231" y="23851"/>
                    <a:pt x="-1810" y="30002"/>
                    <a:pt x="2102" y="35564"/>
                  </a:cubicBezTo>
                  <a:cubicBezTo>
                    <a:pt x="6439" y="41716"/>
                    <a:pt x="12779" y="39783"/>
                    <a:pt x="18270" y="37780"/>
                  </a:cubicBezTo>
                  <a:cubicBezTo>
                    <a:pt x="34037" y="32006"/>
                    <a:pt x="47471" y="22437"/>
                    <a:pt x="58973" y="1029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91" name="Google Shape;3391;p59"/>
            <p:cNvSpPr/>
            <p:nvPr/>
          </p:nvSpPr>
          <p:spPr>
            <a:xfrm>
              <a:off x="652354" y="3096920"/>
              <a:ext cx="30903" cy="53823"/>
            </a:xfrm>
            <a:custGeom>
              <a:rect b="b" l="l" r="r" t="t"/>
              <a:pathLst>
                <a:path extrusionOk="0" h="53823" w="30903">
                  <a:moveTo>
                    <a:pt x="17464" y="956"/>
                  </a:moveTo>
                  <a:cubicBezTo>
                    <a:pt x="11501" y="-1212"/>
                    <a:pt x="6434" y="202"/>
                    <a:pt x="4101" y="6283"/>
                  </a:cubicBezTo>
                  <a:cubicBezTo>
                    <a:pt x="2192" y="11232"/>
                    <a:pt x="1485" y="16653"/>
                    <a:pt x="0" y="22827"/>
                  </a:cubicBezTo>
                  <a:cubicBezTo>
                    <a:pt x="1862" y="30676"/>
                    <a:pt x="3205" y="39184"/>
                    <a:pt x="5939" y="47221"/>
                  </a:cubicBezTo>
                  <a:cubicBezTo>
                    <a:pt x="8626" y="55069"/>
                    <a:pt x="14471" y="55964"/>
                    <a:pt x="19915" y="49672"/>
                  </a:cubicBezTo>
                  <a:cubicBezTo>
                    <a:pt x="27056" y="41423"/>
                    <a:pt x="30686" y="31571"/>
                    <a:pt x="30898" y="20588"/>
                  </a:cubicBezTo>
                  <a:cubicBezTo>
                    <a:pt x="31087" y="10548"/>
                    <a:pt x="26844" y="4350"/>
                    <a:pt x="17464" y="95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92" name="Google Shape;3392;p59"/>
            <p:cNvSpPr/>
            <p:nvPr/>
          </p:nvSpPr>
          <p:spPr>
            <a:xfrm>
              <a:off x="756478" y="2572234"/>
              <a:ext cx="108823" cy="22766"/>
            </a:xfrm>
            <a:custGeom>
              <a:rect b="b" l="l" r="r" t="t"/>
              <a:pathLst>
                <a:path extrusionOk="0" h="22766" w="108823">
                  <a:moveTo>
                    <a:pt x="0" y="2687"/>
                  </a:moveTo>
                  <a:cubicBezTo>
                    <a:pt x="35376" y="9357"/>
                    <a:pt x="70775" y="16003"/>
                    <a:pt x="106646" y="22767"/>
                  </a:cubicBezTo>
                  <a:cubicBezTo>
                    <a:pt x="110794" y="10134"/>
                    <a:pt x="109616" y="7683"/>
                    <a:pt x="97832" y="4337"/>
                  </a:cubicBezTo>
                  <a:cubicBezTo>
                    <a:pt x="95946" y="3794"/>
                    <a:pt x="94037" y="3017"/>
                    <a:pt x="92128" y="2946"/>
                  </a:cubicBezTo>
                  <a:cubicBezTo>
                    <a:pt x="61490" y="1909"/>
                    <a:pt x="30827" y="966"/>
                    <a:pt x="189" y="0"/>
                  </a:cubicBezTo>
                  <a:cubicBezTo>
                    <a:pt x="118" y="896"/>
                    <a:pt x="71" y="1791"/>
                    <a:pt x="0" y="268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93" name="Google Shape;3393;p59"/>
            <p:cNvSpPr/>
            <p:nvPr/>
          </p:nvSpPr>
          <p:spPr>
            <a:xfrm>
              <a:off x="1138920" y="2923280"/>
              <a:ext cx="36297" cy="52054"/>
            </a:xfrm>
            <a:custGeom>
              <a:rect b="b" l="l" r="r" t="t"/>
              <a:pathLst>
                <a:path extrusionOk="0" h="52054" w="36297">
                  <a:moveTo>
                    <a:pt x="6010" y="215"/>
                  </a:moveTo>
                  <a:cubicBezTo>
                    <a:pt x="2828" y="1205"/>
                    <a:pt x="1249" y="7474"/>
                    <a:pt x="0" y="9643"/>
                  </a:cubicBezTo>
                  <a:cubicBezTo>
                    <a:pt x="1862" y="26235"/>
                    <a:pt x="6293" y="38749"/>
                    <a:pt x="16946" y="48342"/>
                  </a:cubicBezTo>
                  <a:cubicBezTo>
                    <a:pt x="21141" y="52136"/>
                    <a:pt x="26043" y="53362"/>
                    <a:pt x="31204" y="50416"/>
                  </a:cubicBezTo>
                  <a:cubicBezTo>
                    <a:pt x="36366" y="47470"/>
                    <a:pt x="37426" y="42355"/>
                    <a:pt x="35187" y="37571"/>
                  </a:cubicBezTo>
                  <a:cubicBezTo>
                    <a:pt x="30026" y="26541"/>
                    <a:pt x="24676" y="15488"/>
                    <a:pt x="18148" y="5259"/>
                  </a:cubicBezTo>
                  <a:cubicBezTo>
                    <a:pt x="16097" y="2054"/>
                    <a:pt x="9357" y="-822"/>
                    <a:pt x="6010" y="21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94" name="Google Shape;3394;p59"/>
            <p:cNvSpPr/>
            <p:nvPr/>
          </p:nvSpPr>
          <p:spPr>
            <a:xfrm>
              <a:off x="206183" y="3138543"/>
              <a:ext cx="41622" cy="60471"/>
            </a:xfrm>
            <a:custGeom>
              <a:rect b="b" l="l" r="r" t="t"/>
              <a:pathLst>
                <a:path extrusionOk="0" h="60471" w="41622">
                  <a:moveTo>
                    <a:pt x="22461" y="1450"/>
                  </a:moveTo>
                  <a:cubicBezTo>
                    <a:pt x="12043" y="5739"/>
                    <a:pt x="5656" y="14389"/>
                    <a:pt x="0" y="24122"/>
                  </a:cubicBezTo>
                  <a:cubicBezTo>
                    <a:pt x="5421" y="21436"/>
                    <a:pt x="10724" y="18513"/>
                    <a:pt x="16286" y="16156"/>
                  </a:cubicBezTo>
                  <a:cubicBezTo>
                    <a:pt x="18360" y="15261"/>
                    <a:pt x="20976" y="15638"/>
                    <a:pt x="23333" y="15449"/>
                  </a:cubicBezTo>
                  <a:cubicBezTo>
                    <a:pt x="23498" y="17735"/>
                    <a:pt x="24157" y="20139"/>
                    <a:pt x="23686" y="22331"/>
                  </a:cubicBezTo>
                  <a:cubicBezTo>
                    <a:pt x="22720" y="26903"/>
                    <a:pt x="20457" y="31287"/>
                    <a:pt x="20057" y="35859"/>
                  </a:cubicBezTo>
                  <a:cubicBezTo>
                    <a:pt x="19491" y="42129"/>
                    <a:pt x="19185" y="48751"/>
                    <a:pt x="20552" y="54808"/>
                  </a:cubicBezTo>
                  <a:cubicBezTo>
                    <a:pt x="22060" y="61525"/>
                    <a:pt x="27481" y="62421"/>
                    <a:pt x="31016" y="56670"/>
                  </a:cubicBezTo>
                  <a:cubicBezTo>
                    <a:pt x="39830" y="42388"/>
                    <a:pt x="44120" y="26809"/>
                    <a:pt x="40113" y="10052"/>
                  </a:cubicBezTo>
                  <a:cubicBezTo>
                    <a:pt x="37945" y="931"/>
                    <a:pt x="31087" y="-2109"/>
                    <a:pt x="22461" y="14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95" name="Google Shape;3395;p59"/>
            <p:cNvSpPr/>
            <p:nvPr/>
          </p:nvSpPr>
          <p:spPr>
            <a:xfrm>
              <a:off x="273948" y="3156773"/>
              <a:ext cx="20357" cy="72849"/>
            </a:xfrm>
            <a:custGeom>
              <a:rect b="b" l="l" r="r" t="t"/>
              <a:pathLst>
                <a:path extrusionOk="0" h="72849" w="20357">
                  <a:moveTo>
                    <a:pt x="3576" y="71223"/>
                  </a:moveTo>
                  <a:cubicBezTo>
                    <a:pt x="4731" y="71765"/>
                    <a:pt x="5909" y="72307"/>
                    <a:pt x="7064" y="72849"/>
                  </a:cubicBezTo>
                  <a:cubicBezTo>
                    <a:pt x="8054" y="70846"/>
                    <a:pt x="8926" y="68772"/>
                    <a:pt x="10057" y="66863"/>
                  </a:cubicBezTo>
                  <a:cubicBezTo>
                    <a:pt x="20852" y="48433"/>
                    <a:pt x="23232" y="28918"/>
                    <a:pt x="16869" y="8626"/>
                  </a:cubicBezTo>
                  <a:cubicBezTo>
                    <a:pt x="15808" y="5209"/>
                    <a:pt x="11424" y="2852"/>
                    <a:pt x="8596" y="0"/>
                  </a:cubicBezTo>
                  <a:cubicBezTo>
                    <a:pt x="6004" y="3300"/>
                    <a:pt x="1431" y="6458"/>
                    <a:pt x="1196" y="9899"/>
                  </a:cubicBezTo>
                  <a:cubicBezTo>
                    <a:pt x="88" y="26019"/>
                    <a:pt x="-101" y="42234"/>
                    <a:pt x="41" y="58402"/>
                  </a:cubicBezTo>
                  <a:cubicBezTo>
                    <a:pt x="64" y="62668"/>
                    <a:pt x="2327" y="66934"/>
                    <a:pt x="3576" y="71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96" name="Google Shape;3396;p59"/>
            <p:cNvSpPr/>
            <p:nvPr/>
          </p:nvSpPr>
          <p:spPr>
            <a:xfrm>
              <a:off x="245628" y="2882038"/>
              <a:ext cx="39110" cy="60416"/>
            </a:xfrm>
            <a:custGeom>
              <a:rect b="b" l="l" r="r" t="t"/>
              <a:pathLst>
                <a:path extrusionOk="0" h="60416" w="39110">
                  <a:moveTo>
                    <a:pt x="37789" y="0"/>
                  </a:moveTo>
                  <a:cubicBezTo>
                    <a:pt x="34631" y="1673"/>
                    <a:pt x="33075" y="2074"/>
                    <a:pt x="32156" y="3064"/>
                  </a:cubicBezTo>
                  <a:cubicBezTo>
                    <a:pt x="18604" y="17653"/>
                    <a:pt x="6797" y="33420"/>
                    <a:pt x="457" y="52581"/>
                  </a:cubicBezTo>
                  <a:cubicBezTo>
                    <a:pt x="-274" y="54773"/>
                    <a:pt x="-180" y="58873"/>
                    <a:pt x="1117" y="59722"/>
                  </a:cubicBezTo>
                  <a:cubicBezTo>
                    <a:pt x="2861" y="60877"/>
                    <a:pt x="6372" y="60429"/>
                    <a:pt x="8682" y="59557"/>
                  </a:cubicBezTo>
                  <a:cubicBezTo>
                    <a:pt x="23789" y="53853"/>
                    <a:pt x="38944" y="31699"/>
                    <a:pt x="39109" y="15154"/>
                  </a:cubicBezTo>
                  <a:cubicBezTo>
                    <a:pt x="39156" y="10606"/>
                    <a:pt x="38354" y="6033"/>
                    <a:pt x="37789"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97" name="Google Shape;3397;p59"/>
            <p:cNvSpPr/>
            <p:nvPr/>
          </p:nvSpPr>
          <p:spPr>
            <a:xfrm>
              <a:off x="183763" y="2948213"/>
              <a:ext cx="43408" cy="40419"/>
            </a:xfrm>
            <a:custGeom>
              <a:rect b="b" l="l" r="r" t="t"/>
              <a:pathLst>
                <a:path extrusionOk="0" h="40419" w="43408">
                  <a:moveTo>
                    <a:pt x="7" y="30973"/>
                  </a:moveTo>
                  <a:cubicBezTo>
                    <a:pt x="-205" y="39741"/>
                    <a:pt x="4367" y="42734"/>
                    <a:pt x="12239" y="38562"/>
                  </a:cubicBezTo>
                  <a:cubicBezTo>
                    <a:pt x="24754" y="31940"/>
                    <a:pt x="34040" y="21805"/>
                    <a:pt x="41558" y="10045"/>
                  </a:cubicBezTo>
                  <a:cubicBezTo>
                    <a:pt x="45117" y="4483"/>
                    <a:pt x="43514" y="1560"/>
                    <a:pt x="37009" y="405"/>
                  </a:cubicBezTo>
                  <a:cubicBezTo>
                    <a:pt x="19215" y="-2729"/>
                    <a:pt x="455" y="12779"/>
                    <a:pt x="7" y="3097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98" name="Google Shape;3398;p59"/>
            <p:cNvSpPr/>
            <p:nvPr/>
          </p:nvSpPr>
          <p:spPr>
            <a:xfrm>
              <a:off x="725180" y="3917369"/>
              <a:ext cx="85599" cy="16684"/>
            </a:xfrm>
            <a:custGeom>
              <a:rect b="b" l="l" r="r" t="t"/>
              <a:pathLst>
                <a:path extrusionOk="0" h="16684" w="85599">
                  <a:moveTo>
                    <a:pt x="0" y="4194"/>
                  </a:moveTo>
                  <a:cubicBezTo>
                    <a:pt x="10818" y="16308"/>
                    <a:pt x="74099" y="21352"/>
                    <a:pt x="85600" y="11382"/>
                  </a:cubicBezTo>
                  <a:cubicBezTo>
                    <a:pt x="72897" y="1154"/>
                    <a:pt x="10464" y="-4314"/>
                    <a:pt x="0" y="41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399" name="Google Shape;3399;p59"/>
            <p:cNvSpPr/>
            <p:nvPr/>
          </p:nvSpPr>
          <p:spPr>
            <a:xfrm>
              <a:off x="302847" y="3044918"/>
              <a:ext cx="21216" cy="73438"/>
            </a:xfrm>
            <a:custGeom>
              <a:rect b="b" l="l" r="r" t="t"/>
              <a:pathLst>
                <a:path extrusionOk="0" h="73438" w="21216">
                  <a:moveTo>
                    <a:pt x="15238" y="73439"/>
                  </a:moveTo>
                  <a:cubicBezTo>
                    <a:pt x="16959" y="70021"/>
                    <a:pt x="18349" y="68254"/>
                    <a:pt x="18773" y="66274"/>
                  </a:cubicBezTo>
                  <a:cubicBezTo>
                    <a:pt x="23204" y="45652"/>
                    <a:pt x="21861" y="25477"/>
                    <a:pt x="12669" y="6340"/>
                  </a:cubicBezTo>
                  <a:cubicBezTo>
                    <a:pt x="11349" y="3582"/>
                    <a:pt x="7343" y="2098"/>
                    <a:pt x="4585" y="0"/>
                  </a:cubicBezTo>
                  <a:cubicBezTo>
                    <a:pt x="3006" y="3252"/>
                    <a:pt x="131" y="6481"/>
                    <a:pt x="37" y="9781"/>
                  </a:cubicBezTo>
                  <a:cubicBezTo>
                    <a:pt x="-482" y="29295"/>
                    <a:pt x="4585" y="47844"/>
                    <a:pt x="11019" y="66038"/>
                  </a:cubicBezTo>
                  <a:cubicBezTo>
                    <a:pt x="11774" y="68183"/>
                    <a:pt x="13282" y="70045"/>
                    <a:pt x="15238" y="7343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00" name="Google Shape;3400;p59"/>
            <p:cNvSpPr/>
            <p:nvPr/>
          </p:nvSpPr>
          <p:spPr>
            <a:xfrm>
              <a:off x="650280" y="3887752"/>
              <a:ext cx="53236" cy="30841"/>
            </a:xfrm>
            <a:custGeom>
              <a:rect b="b" l="l" r="r" t="t"/>
              <a:pathLst>
                <a:path extrusionOk="0" h="30841" w="53236">
                  <a:moveTo>
                    <a:pt x="47961" y="12223"/>
                  </a:moveTo>
                  <a:cubicBezTo>
                    <a:pt x="36601" y="3620"/>
                    <a:pt x="23663" y="-669"/>
                    <a:pt x="9404" y="85"/>
                  </a:cubicBezTo>
                  <a:cubicBezTo>
                    <a:pt x="6198" y="250"/>
                    <a:pt x="3135" y="2890"/>
                    <a:pt x="0" y="4398"/>
                  </a:cubicBezTo>
                  <a:cubicBezTo>
                    <a:pt x="1650" y="7721"/>
                    <a:pt x="2451" y="12223"/>
                    <a:pt x="5114" y="14202"/>
                  </a:cubicBezTo>
                  <a:cubicBezTo>
                    <a:pt x="18666" y="24313"/>
                    <a:pt x="35258" y="26199"/>
                    <a:pt x="50813" y="30841"/>
                  </a:cubicBezTo>
                  <a:cubicBezTo>
                    <a:pt x="54537" y="23182"/>
                    <a:pt x="54254" y="16983"/>
                    <a:pt x="47961" y="12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01" name="Google Shape;3401;p59"/>
            <p:cNvSpPr/>
            <p:nvPr/>
          </p:nvSpPr>
          <p:spPr>
            <a:xfrm>
              <a:off x="273793" y="2995072"/>
              <a:ext cx="15487" cy="74664"/>
            </a:xfrm>
            <a:custGeom>
              <a:rect b="b" l="l" r="r" t="t"/>
              <a:pathLst>
                <a:path extrusionOk="0" h="74664" w="15487">
                  <a:moveTo>
                    <a:pt x="5122" y="74664"/>
                  </a:moveTo>
                  <a:cubicBezTo>
                    <a:pt x="6843" y="71412"/>
                    <a:pt x="9199" y="68324"/>
                    <a:pt x="10142" y="64836"/>
                  </a:cubicBezTo>
                  <a:cubicBezTo>
                    <a:pt x="14809" y="47561"/>
                    <a:pt x="17000" y="29979"/>
                    <a:pt x="14337" y="12114"/>
                  </a:cubicBezTo>
                  <a:cubicBezTo>
                    <a:pt x="13607" y="7212"/>
                    <a:pt x="14361" y="71"/>
                    <a:pt x="7856" y="0"/>
                  </a:cubicBezTo>
                  <a:cubicBezTo>
                    <a:pt x="5381" y="-24"/>
                    <a:pt x="880" y="7471"/>
                    <a:pt x="668" y="11713"/>
                  </a:cubicBezTo>
                  <a:cubicBezTo>
                    <a:pt x="-252" y="29154"/>
                    <a:pt x="8" y="46665"/>
                    <a:pt x="126" y="64129"/>
                  </a:cubicBezTo>
                  <a:cubicBezTo>
                    <a:pt x="149" y="67405"/>
                    <a:pt x="1540" y="70681"/>
                    <a:pt x="2294" y="73957"/>
                  </a:cubicBezTo>
                  <a:cubicBezTo>
                    <a:pt x="3213" y="74216"/>
                    <a:pt x="4179" y="74429"/>
                    <a:pt x="5122" y="7466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02" name="Google Shape;3402;p59"/>
            <p:cNvSpPr/>
            <p:nvPr/>
          </p:nvSpPr>
          <p:spPr>
            <a:xfrm>
              <a:off x="844279" y="3812063"/>
              <a:ext cx="47590" cy="27176"/>
            </a:xfrm>
            <a:custGeom>
              <a:rect b="b" l="l" r="r" t="t"/>
              <a:pathLst>
                <a:path extrusionOk="0" h="27176" w="47590">
                  <a:moveTo>
                    <a:pt x="8004" y="2029"/>
                  </a:moveTo>
                  <a:cubicBezTo>
                    <a:pt x="-1187" y="4857"/>
                    <a:pt x="-2649" y="11527"/>
                    <a:pt x="4587" y="17726"/>
                  </a:cubicBezTo>
                  <a:cubicBezTo>
                    <a:pt x="11492" y="23641"/>
                    <a:pt x="19623" y="26870"/>
                    <a:pt x="30983" y="27176"/>
                  </a:cubicBezTo>
                  <a:cubicBezTo>
                    <a:pt x="32774" y="26634"/>
                    <a:pt x="37158" y="26352"/>
                    <a:pt x="40010" y="24160"/>
                  </a:cubicBezTo>
                  <a:cubicBezTo>
                    <a:pt x="43404" y="21544"/>
                    <a:pt x="47151" y="17443"/>
                    <a:pt x="47575" y="13625"/>
                  </a:cubicBezTo>
                  <a:cubicBezTo>
                    <a:pt x="47882" y="10891"/>
                    <a:pt x="43545" y="6436"/>
                    <a:pt x="40269" y="4740"/>
                  </a:cubicBezTo>
                  <a:cubicBezTo>
                    <a:pt x="30064" y="-563"/>
                    <a:pt x="19034" y="-1341"/>
                    <a:pt x="8004" y="20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03" name="Google Shape;3403;p59"/>
            <p:cNvSpPr/>
            <p:nvPr/>
          </p:nvSpPr>
          <p:spPr>
            <a:xfrm>
              <a:off x="272219" y="3249109"/>
              <a:ext cx="24684" cy="63238"/>
            </a:xfrm>
            <a:custGeom>
              <a:rect b="b" l="l" r="r" t="t"/>
              <a:pathLst>
                <a:path extrusionOk="0" h="63238" w="24684">
                  <a:moveTo>
                    <a:pt x="19753" y="63026"/>
                  </a:moveTo>
                  <a:cubicBezTo>
                    <a:pt x="21167" y="57417"/>
                    <a:pt x="23170" y="51855"/>
                    <a:pt x="23901" y="46151"/>
                  </a:cubicBezTo>
                  <a:cubicBezTo>
                    <a:pt x="26022" y="29418"/>
                    <a:pt x="24608" y="13509"/>
                    <a:pt x="9925" y="2102"/>
                  </a:cubicBezTo>
                  <a:cubicBezTo>
                    <a:pt x="8039" y="641"/>
                    <a:pt x="4858" y="-396"/>
                    <a:pt x="2713" y="146"/>
                  </a:cubicBezTo>
                  <a:cubicBezTo>
                    <a:pt x="1346" y="476"/>
                    <a:pt x="-68" y="4105"/>
                    <a:pt x="3" y="6203"/>
                  </a:cubicBezTo>
                  <a:cubicBezTo>
                    <a:pt x="497" y="26849"/>
                    <a:pt x="8958" y="45044"/>
                    <a:pt x="17255" y="63238"/>
                  </a:cubicBezTo>
                  <a:cubicBezTo>
                    <a:pt x="18056" y="63191"/>
                    <a:pt x="18904" y="63120"/>
                    <a:pt x="19753" y="6302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04" name="Google Shape;3404;p59"/>
            <p:cNvSpPr/>
            <p:nvPr/>
          </p:nvSpPr>
          <p:spPr>
            <a:xfrm>
              <a:off x="353673" y="2233375"/>
              <a:ext cx="66415" cy="25761"/>
            </a:xfrm>
            <a:custGeom>
              <a:rect b="b" l="l" r="r" t="t"/>
              <a:pathLst>
                <a:path extrusionOk="0" h="25761" w="66415">
                  <a:moveTo>
                    <a:pt x="66415" y="2140"/>
                  </a:moveTo>
                  <a:cubicBezTo>
                    <a:pt x="52816" y="-5685"/>
                    <a:pt x="7966" y="9352"/>
                    <a:pt x="0" y="24600"/>
                  </a:cubicBezTo>
                  <a:cubicBezTo>
                    <a:pt x="19208" y="29502"/>
                    <a:pt x="52887" y="18284"/>
                    <a:pt x="66415" y="214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05" name="Google Shape;3405;p59"/>
            <p:cNvSpPr/>
            <p:nvPr/>
          </p:nvSpPr>
          <p:spPr>
            <a:xfrm>
              <a:off x="744105" y="2539634"/>
              <a:ext cx="66910" cy="16852"/>
            </a:xfrm>
            <a:custGeom>
              <a:rect b="b" l="l" r="r" t="t"/>
              <a:pathLst>
                <a:path extrusionOk="0" h="16852" w="66910">
                  <a:moveTo>
                    <a:pt x="19090" y="4224"/>
                  </a:moveTo>
                  <a:cubicBezTo>
                    <a:pt x="12562" y="5285"/>
                    <a:pt x="6340" y="8372"/>
                    <a:pt x="0" y="10540"/>
                  </a:cubicBezTo>
                  <a:cubicBezTo>
                    <a:pt x="118" y="11931"/>
                    <a:pt x="212" y="13298"/>
                    <a:pt x="330" y="14688"/>
                  </a:cubicBezTo>
                  <a:cubicBezTo>
                    <a:pt x="12468" y="15490"/>
                    <a:pt x="24605" y="17045"/>
                    <a:pt x="36719" y="16833"/>
                  </a:cubicBezTo>
                  <a:cubicBezTo>
                    <a:pt x="44662" y="16715"/>
                    <a:pt x="52722" y="14547"/>
                    <a:pt x="60429" y="12285"/>
                  </a:cubicBezTo>
                  <a:cubicBezTo>
                    <a:pt x="63045" y="11530"/>
                    <a:pt x="64789" y="7736"/>
                    <a:pt x="66910" y="5308"/>
                  </a:cubicBezTo>
                  <a:cubicBezTo>
                    <a:pt x="64059" y="3446"/>
                    <a:pt x="61112" y="-160"/>
                    <a:pt x="58402" y="5"/>
                  </a:cubicBezTo>
                  <a:cubicBezTo>
                    <a:pt x="45251" y="807"/>
                    <a:pt x="32100" y="2127"/>
                    <a:pt x="19090" y="422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06" name="Google Shape;3406;p59"/>
            <p:cNvSpPr/>
            <p:nvPr/>
          </p:nvSpPr>
          <p:spPr>
            <a:xfrm>
              <a:off x="1155324" y="3913500"/>
              <a:ext cx="33592" cy="33118"/>
            </a:xfrm>
            <a:custGeom>
              <a:rect b="b" l="l" r="r" t="t"/>
              <a:pathLst>
                <a:path extrusionOk="0" h="33118" w="33592">
                  <a:moveTo>
                    <a:pt x="22248" y="3"/>
                  </a:moveTo>
                  <a:cubicBezTo>
                    <a:pt x="12091" y="-186"/>
                    <a:pt x="-23" y="9053"/>
                    <a:pt x="0" y="16925"/>
                  </a:cubicBezTo>
                  <a:cubicBezTo>
                    <a:pt x="24" y="24137"/>
                    <a:pt x="10182" y="32975"/>
                    <a:pt x="18525" y="33116"/>
                  </a:cubicBezTo>
                  <a:cubicBezTo>
                    <a:pt x="27528" y="33258"/>
                    <a:pt x="33326" y="26258"/>
                    <a:pt x="33585" y="14992"/>
                  </a:cubicBezTo>
                  <a:cubicBezTo>
                    <a:pt x="33797" y="5518"/>
                    <a:pt x="29720" y="144"/>
                    <a:pt x="22248" y="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07" name="Google Shape;3407;p59"/>
            <p:cNvSpPr/>
            <p:nvPr/>
          </p:nvSpPr>
          <p:spPr>
            <a:xfrm>
              <a:off x="614610" y="2571373"/>
              <a:ext cx="41969" cy="39442"/>
            </a:xfrm>
            <a:custGeom>
              <a:rect b="b" l="l" r="r" t="t"/>
              <a:pathLst>
                <a:path extrusionOk="0" h="39442" w="41969">
                  <a:moveTo>
                    <a:pt x="670" y="31900"/>
                  </a:moveTo>
                  <a:cubicBezTo>
                    <a:pt x="-861" y="35718"/>
                    <a:pt x="-37" y="39419"/>
                    <a:pt x="5973" y="39442"/>
                  </a:cubicBezTo>
                  <a:cubicBezTo>
                    <a:pt x="6704" y="39230"/>
                    <a:pt x="7906" y="39018"/>
                    <a:pt x="9037" y="38547"/>
                  </a:cubicBezTo>
                  <a:cubicBezTo>
                    <a:pt x="23320" y="32749"/>
                    <a:pt x="33831" y="22591"/>
                    <a:pt x="41279" y="9346"/>
                  </a:cubicBezTo>
                  <a:cubicBezTo>
                    <a:pt x="42575" y="7036"/>
                    <a:pt x="41632" y="3453"/>
                    <a:pt x="41726" y="460"/>
                  </a:cubicBezTo>
                  <a:cubicBezTo>
                    <a:pt x="38686" y="460"/>
                    <a:pt x="34821" y="-718"/>
                    <a:pt x="32770" y="696"/>
                  </a:cubicBezTo>
                  <a:cubicBezTo>
                    <a:pt x="24121" y="6635"/>
                    <a:pt x="15683" y="12999"/>
                    <a:pt x="7859" y="19998"/>
                  </a:cubicBezTo>
                  <a:cubicBezTo>
                    <a:pt x="4536" y="22968"/>
                    <a:pt x="2367" y="27635"/>
                    <a:pt x="670" y="3190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08" name="Google Shape;3408;p59"/>
            <p:cNvSpPr/>
            <p:nvPr/>
          </p:nvSpPr>
          <p:spPr>
            <a:xfrm>
              <a:off x="601629" y="3717698"/>
              <a:ext cx="41788" cy="33354"/>
            </a:xfrm>
            <a:custGeom>
              <a:rect b="b" l="l" r="r" t="t"/>
              <a:pathLst>
                <a:path extrusionOk="0" h="33354" w="41788">
                  <a:moveTo>
                    <a:pt x="6" y="6552"/>
                  </a:moveTo>
                  <a:cubicBezTo>
                    <a:pt x="760" y="17983"/>
                    <a:pt x="20298" y="34622"/>
                    <a:pt x="31729" y="33278"/>
                  </a:cubicBezTo>
                  <a:cubicBezTo>
                    <a:pt x="35146" y="32878"/>
                    <a:pt x="39082" y="30285"/>
                    <a:pt x="41156" y="27504"/>
                  </a:cubicBezTo>
                  <a:cubicBezTo>
                    <a:pt x="42429" y="25784"/>
                    <a:pt x="41651" y="20787"/>
                    <a:pt x="39977" y="18949"/>
                  </a:cubicBezTo>
                  <a:cubicBezTo>
                    <a:pt x="30739" y="8815"/>
                    <a:pt x="18648" y="3630"/>
                    <a:pt x="3706" y="0"/>
                  </a:cubicBezTo>
                  <a:cubicBezTo>
                    <a:pt x="2410" y="2145"/>
                    <a:pt x="-136" y="4454"/>
                    <a:pt x="6" y="655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09" name="Google Shape;3409;p59"/>
            <p:cNvSpPr/>
            <p:nvPr/>
          </p:nvSpPr>
          <p:spPr>
            <a:xfrm>
              <a:off x="205446" y="2886289"/>
              <a:ext cx="39182" cy="41739"/>
            </a:xfrm>
            <a:custGeom>
              <a:rect b="b" l="l" r="r" t="t"/>
              <a:pathLst>
                <a:path extrusionOk="0" h="41739" w="39182">
                  <a:moveTo>
                    <a:pt x="37857" y="10692"/>
                  </a:moveTo>
                  <a:cubicBezTo>
                    <a:pt x="38564" y="9137"/>
                    <a:pt x="38918" y="7440"/>
                    <a:pt x="39177" y="6615"/>
                  </a:cubicBezTo>
                  <a:cubicBezTo>
                    <a:pt x="39319" y="416"/>
                    <a:pt x="36443" y="-1493"/>
                    <a:pt x="30716" y="1171"/>
                  </a:cubicBezTo>
                  <a:cubicBezTo>
                    <a:pt x="16764" y="7699"/>
                    <a:pt x="6983" y="18587"/>
                    <a:pt x="643" y="32446"/>
                  </a:cubicBezTo>
                  <a:cubicBezTo>
                    <a:pt x="-535" y="34991"/>
                    <a:pt x="290" y="38455"/>
                    <a:pt x="172" y="41496"/>
                  </a:cubicBezTo>
                  <a:cubicBezTo>
                    <a:pt x="3377" y="41402"/>
                    <a:pt x="7195" y="42368"/>
                    <a:pt x="9717" y="41001"/>
                  </a:cubicBezTo>
                  <a:cubicBezTo>
                    <a:pt x="22491" y="34190"/>
                    <a:pt x="31871" y="23914"/>
                    <a:pt x="37857" y="1069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10" name="Google Shape;3410;p59"/>
            <p:cNvSpPr/>
            <p:nvPr/>
          </p:nvSpPr>
          <p:spPr>
            <a:xfrm>
              <a:off x="456519" y="3259342"/>
              <a:ext cx="27537" cy="63021"/>
            </a:xfrm>
            <a:custGeom>
              <a:rect b="b" l="l" r="r" t="t"/>
              <a:pathLst>
                <a:path extrusionOk="0" h="63021" w="27537">
                  <a:moveTo>
                    <a:pt x="1916" y="0"/>
                  </a:moveTo>
                  <a:cubicBezTo>
                    <a:pt x="1279" y="4337"/>
                    <a:pt x="-606" y="8909"/>
                    <a:pt x="195" y="12939"/>
                  </a:cubicBezTo>
                  <a:cubicBezTo>
                    <a:pt x="3518" y="29366"/>
                    <a:pt x="11178" y="44049"/>
                    <a:pt x="20346" y="57931"/>
                  </a:cubicBezTo>
                  <a:cubicBezTo>
                    <a:pt x="21595" y="59816"/>
                    <a:pt x="23433" y="61348"/>
                    <a:pt x="24989" y="63021"/>
                  </a:cubicBezTo>
                  <a:cubicBezTo>
                    <a:pt x="25625" y="62691"/>
                    <a:pt x="26238" y="62338"/>
                    <a:pt x="26874" y="62008"/>
                  </a:cubicBezTo>
                  <a:cubicBezTo>
                    <a:pt x="27110" y="60123"/>
                    <a:pt x="27581" y="58237"/>
                    <a:pt x="27534" y="56352"/>
                  </a:cubicBezTo>
                  <a:cubicBezTo>
                    <a:pt x="27134" y="38558"/>
                    <a:pt x="20652" y="22626"/>
                    <a:pt x="11720" y="7660"/>
                  </a:cubicBezTo>
                  <a:cubicBezTo>
                    <a:pt x="9764" y="4337"/>
                    <a:pt x="5262" y="2522"/>
                    <a:pt x="1916"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11" name="Google Shape;3411;p59"/>
            <p:cNvSpPr/>
            <p:nvPr/>
          </p:nvSpPr>
          <p:spPr>
            <a:xfrm>
              <a:off x="1059613" y="2484313"/>
              <a:ext cx="49611" cy="25818"/>
            </a:xfrm>
            <a:custGeom>
              <a:rect b="b" l="l" r="r" t="t"/>
              <a:pathLst>
                <a:path extrusionOk="0" h="25818" w="49611">
                  <a:moveTo>
                    <a:pt x="43413" y="10688"/>
                  </a:moveTo>
                  <a:cubicBezTo>
                    <a:pt x="33773" y="3334"/>
                    <a:pt x="22555" y="-719"/>
                    <a:pt x="10323" y="106"/>
                  </a:cubicBezTo>
                  <a:cubicBezTo>
                    <a:pt x="6764" y="341"/>
                    <a:pt x="3441" y="3712"/>
                    <a:pt x="0" y="5644"/>
                  </a:cubicBezTo>
                  <a:cubicBezTo>
                    <a:pt x="2239" y="8684"/>
                    <a:pt x="3818" y="13233"/>
                    <a:pt x="6811" y="14506"/>
                  </a:cubicBezTo>
                  <a:cubicBezTo>
                    <a:pt x="17087" y="18913"/>
                    <a:pt x="27858" y="22165"/>
                    <a:pt x="38346" y="25819"/>
                  </a:cubicBezTo>
                  <a:cubicBezTo>
                    <a:pt x="42988" y="23674"/>
                    <a:pt x="46288" y="22142"/>
                    <a:pt x="49611" y="20610"/>
                  </a:cubicBezTo>
                  <a:cubicBezTo>
                    <a:pt x="47584" y="17240"/>
                    <a:pt x="46312" y="12880"/>
                    <a:pt x="43413" y="1068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12" name="Google Shape;3412;p59"/>
            <p:cNvSpPr/>
            <p:nvPr/>
          </p:nvSpPr>
          <p:spPr>
            <a:xfrm>
              <a:off x="1216188" y="3885281"/>
              <a:ext cx="33982" cy="29824"/>
            </a:xfrm>
            <a:custGeom>
              <a:rect b="b" l="l" r="r" t="t"/>
              <a:pathLst>
                <a:path extrusionOk="0" h="29824" w="33982">
                  <a:moveTo>
                    <a:pt x="18867" y="270"/>
                  </a:moveTo>
                  <a:cubicBezTo>
                    <a:pt x="10170" y="1849"/>
                    <a:pt x="4208" y="7246"/>
                    <a:pt x="1144" y="15448"/>
                  </a:cubicBezTo>
                  <a:cubicBezTo>
                    <a:pt x="-2014" y="23862"/>
                    <a:pt x="1379" y="28340"/>
                    <a:pt x="11184" y="29825"/>
                  </a:cubicBezTo>
                  <a:cubicBezTo>
                    <a:pt x="17217" y="26808"/>
                    <a:pt x="23604" y="24333"/>
                    <a:pt x="29143" y="20562"/>
                  </a:cubicBezTo>
                  <a:cubicBezTo>
                    <a:pt x="33762" y="17404"/>
                    <a:pt x="35365" y="11936"/>
                    <a:pt x="32678" y="6657"/>
                  </a:cubicBezTo>
                  <a:cubicBezTo>
                    <a:pt x="29921" y="1260"/>
                    <a:pt x="24688" y="-791"/>
                    <a:pt x="18867" y="27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13" name="Google Shape;3413;p59"/>
            <p:cNvSpPr/>
            <p:nvPr/>
          </p:nvSpPr>
          <p:spPr>
            <a:xfrm>
              <a:off x="177611" y="3034557"/>
              <a:ext cx="27300" cy="35124"/>
            </a:xfrm>
            <a:custGeom>
              <a:rect b="b" l="l" r="r" t="t"/>
              <a:pathLst>
                <a:path extrusionOk="0" h="35124" w="27300">
                  <a:moveTo>
                    <a:pt x="10590" y="4021"/>
                  </a:moveTo>
                  <a:cubicBezTo>
                    <a:pt x="6772" y="7627"/>
                    <a:pt x="3567" y="12270"/>
                    <a:pt x="1304" y="17031"/>
                  </a:cubicBezTo>
                  <a:cubicBezTo>
                    <a:pt x="-1925" y="23819"/>
                    <a:pt x="1116" y="30866"/>
                    <a:pt x="7408" y="33812"/>
                  </a:cubicBezTo>
                  <a:cubicBezTo>
                    <a:pt x="13984" y="36875"/>
                    <a:pt x="20347" y="34542"/>
                    <a:pt x="23741" y="27189"/>
                  </a:cubicBezTo>
                  <a:cubicBezTo>
                    <a:pt x="25556" y="23253"/>
                    <a:pt x="26310" y="18822"/>
                    <a:pt x="27300" y="15452"/>
                  </a:cubicBezTo>
                  <a:cubicBezTo>
                    <a:pt x="26782" y="12482"/>
                    <a:pt x="26593" y="10503"/>
                    <a:pt x="26098" y="8641"/>
                  </a:cubicBezTo>
                  <a:cubicBezTo>
                    <a:pt x="23529" y="-787"/>
                    <a:pt x="17731" y="-2766"/>
                    <a:pt x="10590" y="402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14" name="Google Shape;3414;p59"/>
            <p:cNvSpPr/>
            <p:nvPr/>
          </p:nvSpPr>
          <p:spPr>
            <a:xfrm>
              <a:off x="703551" y="3938976"/>
              <a:ext cx="27543" cy="34163"/>
            </a:xfrm>
            <a:custGeom>
              <a:rect b="b" l="l" r="r" t="t"/>
              <a:pathLst>
                <a:path extrusionOk="0" h="34163" w="27543">
                  <a:moveTo>
                    <a:pt x="11895" y="970"/>
                  </a:moveTo>
                  <a:cubicBezTo>
                    <a:pt x="7370" y="-1387"/>
                    <a:pt x="4329" y="829"/>
                    <a:pt x="2161" y="4623"/>
                  </a:cubicBezTo>
                  <a:cubicBezTo>
                    <a:pt x="-2058" y="11953"/>
                    <a:pt x="87" y="27037"/>
                    <a:pt x="6969" y="31892"/>
                  </a:cubicBezTo>
                  <a:cubicBezTo>
                    <a:pt x="9962" y="33989"/>
                    <a:pt x="15618" y="34885"/>
                    <a:pt x="18824" y="33494"/>
                  </a:cubicBezTo>
                  <a:cubicBezTo>
                    <a:pt x="22713" y="31821"/>
                    <a:pt x="25305" y="27131"/>
                    <a:pt x="27544" y="24727"/>
                  </a:cubicBezTo>
                  <a:cubicBezTo>
                    <a:pt x="25211" y="13014"/>
                    <a:pt x="20591" y="5519"/>
                    <a:pt x="11895" y="97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15" name="Google Shape;3415;p59"/>
            <p:cNvSpPr/>
            <p:nvPr/>
          </p:nvSpPr>
          <p:spPr>
            <a:xfrm>
              <a:off x="392632" y="3641995"/>
              <a:ext cx="27649" cy="35120"/>
            </a:xfrm>
            <a:custGeom>
              <a:rect b="b" l="l" r="r" t="t"/>
              <a:pathLst>
                <a:path extrusionOk="0" h="35120" w="27649">
                  <a:moveTo>
                    <a:pt x="14023" y="2029"/>
                  </a:moveTo>
                  <a:cubicBezTo>
                    <a:pt x="9993" y="-2001"/>
                    <a:pt x="4431" y="332"/>
                    <a:pt x="2310" y="5870"/>
                  </a:cubicBezTo>
                  <a:cubicBezTo>
                    <a:pt x="1273" y="8581"/>
                    <a:pt x="919" y="11574"/>
                    <a:pt x="0" y="15580"/>
                  </a:cubicBezTo>
                  <a:cubicBezTo>
                    <a:pt x="1461" y="19681"/>
                    <a:pt x="2640" y="24796"/>
                    <a:pt x="5020" y="29227"/>
                  </a:cubicBezTo>
                  <a:cubicBezTo>
                    <a:pt x="7943" y="34647"/>
                    <a:pt x="13033" y="36391"/>
                    <a:pt x="18996" y="34199"/>
                  </a:cubicBezTo>
                  <a:cubicBezTo>
                    <a:pt x="24912" y="32031"/>
                    <a:pt x="29460" y="25503"/>
                    <a:pt x="26939" y="20200"/>
                  </a:cubicBezTo>
                  <a:cubicBezTo>
                    <a:pt x="23804" y="13577"/>
                    <a:pt x="19255" y="7237"/>
                    <a:pt x="14023" y="20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16" name="Google Shape;3416;p59"/>
            <p:cNvSpPr/>
            <p:nvPr/>
          </p:nvSpPr>
          <p:spPr>
            <a:xfrm>
              <a:off x="487847" y="3196528"/>
              <a:ext cx="26544" cy="35131"/>
            </a:xfrm>
            <a:custGeom>
              <a:rect b="b" l="l" r="r" t="t"/>
              <a:pathLst>
                <a:path extrusionOk="0" h="35131" w="26544">
                  <a:moveTo>
                    <a:pt x="17959" y="34321"/>
                  </a:moveTo>
                  <a:cubicBezTo>
                    <a:pt x="24370" y="32035"/>
                    <a:pt x="28423" y="25930"/>
                    <a:pt x="25666" y="19213"/>
                  </a:cubicBezTo>
                  <a:cubicBezTo>
                    <a:pt x="23120" y="12944"/>
                    <a:pt x="18666" y="7005"/>
                    <a:pt x="13740" y="2315"/>
                  </a:cubicBezTo>
                  <a:cubicBezTo>
                    <a:pt x="8838" y="-2351"/>
                    <a:pt x="2687" y="430"/>
                    <a:pt x="943" y="7147"/>
                  </a:cubicBezTo>
                  <a:cubicBezTo>
                    <a:pt x="330" y="9503"/>
                    <a:pt x="424" y="12025"/>
                    <a:pt x="0" y="16220"/>
                  </a:cubicBezTo>
                  <a:cubicBezTo>
                    <a:pt x="707" y="18860"/>
                    <a:pt x="1296" y="23291"/>
                    <a:pt x="3040" y="27227"/>
                  </a:cubicBezTo>
                  <a:cubicBezTo>
                    <a:pt x="6222" y="34226"/>
                    <a:pt x="11690" y="36536"/>
                    <a:pt x="17959" y="3432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17" name="Google Shape;3417;p59"/>
            <p:cNvSpPr/>
            <p:nvPr/>
          </p:nvSpPr>
          <p:spPr>
            <a:xfrm>
              <a:off x="1054659" y="3920419"/>
              <a:ext cx="34603" cy="26311"/>
            </a:xfrm>
            <a:custGeom>
              <a:rect b="b" l="l" r="r" t="t"/>
              <a:pathLst>
                <a:path extrusionOk="0" h="26311" w="34603">
                  <a:moveTo>
                    <a:pt x="27981" y="1167"/>
                  </a:moveTo>
                  <a:cubicBezTo>
                    <a:pt x="20462" y="-836"/>
                    <a:pt x="12756" y="-482"/>
                    <a:pt x="5874" y="3972"/>
                  </a:cubicBezTo>
                  <a:cubicBezTo>
                    <a:pt x="-2352" y="9299"/>
                    <a:pt x="-1833" y="20493"/>
                    <a:pt x="6769" y="25160"/>
                  </a:cubicBezTo>
                  <a:cubicBezTo>
                    <a:pt x="15631" y="29968"/>
                    <a:pt x="34368" y="18938"/>
                    <a:pt x="34603" y="6635"/>
                  </a:cubicBezTo>
                  <a:cubicBezTo>
                    <a:pt x="33119" y="5339"/>
                    <a:pt x="30903" y="1922"/>
                    <a:pt x="27981" y="11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18" name="Google Shape;3418;p59"/>
            <p:cNvSpPr/>
            <p:nvPr/>
          </p:nvSpPr>
          <p:spPr>
            <a:xfrm>
              <a:off x="1017722" y="3345274"/>
              <a:ext cx="18939" cy="46993"/>
            </a:xfrm>
            <a:custGeom>
              <a:rect b="b" l="l" r="r" t="t"/>
              <a:pathLst>
                <a:path extrusionOk="0" h="46993" w="18939">
                  <a:moveTo>
                    <a:pt x="14034" y="46994"/>
                  </a:moveTo>
                  <a:cubicBezTo>
                    <a:pt x="14693" y="46051"/>
                    <a:pt x="15919" y="45132"/>
                    <a:pt x="15990" y="44118"/>
                  </a:cubicBezTo>
                  <a:cubicBezTo>
                    <a:pt x="17145" y="30873"/>
                    <a:pt x="18582" y="17651"/>
                    <a:pt x="18936" y="4382"/>
                  </a:cubicBezTo>
                  <a:cubicBezTo>
                    <a:pt x="19077" y="-1180"/>
                    <a:pt x="14788" y="-732"/>
                    <a:pt x="11040" y="1790"/>
                  </a:cubicBezTo>
                  <a:cubicBezTo>
                    <a:pt x="-4868" y="12513"/>
                    <a:pt x="-3336" y="37519"/>
                    <a:pt x="14034" y="469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19" name="Google Shape;3419;p59"/>
            <p:cNvSpPr/>
            <p:nvPr/>
          </p:nvSpPr>
          <p:spPr>
            <a:xfrm>
              <a:off x="663655" y="3166531"/>
              <a:ext cx="22848" cy="48833"/>
            </a:xfrm>
            <a:custGeom>
              <a:rect b="b" l="l" r="r" t="t"/>
              <a:pathLst>
                <a:path extrusionOk="0" h="48833" w="22848">
                  <a:moveTo>
                    <a:pt x="271" y="754"/>
                  </a:moveTo>
                  <a:cubicBezTo>
                    <a:pt x="271" y="7283"/>
                    <a:pt x="-437" y="13905"/>
                    <a:pt x="436" y="20316"/>
                  </a:cubicBezTo>
                  <a:cubicBezTo>
                    <a:pt x="1802" y="30309"/>
                    <a:pt x="3711" y="40420"/>
                    <a:pt x="13209" y="46665"/>
                  </a:cubicBezTo>
                  <a:cubicBezTo>
                    <a:pt x="19149" y="50577"/>
                    <a:pt x="22849" y="49234"/>
                    <a:pt x="22849" y="42329"/>
                  </a:cubicBezTo>
                  <a:cubicBezTo>
                    <a:pt x="22872" y="25336"/>
                    <a:pt x="12974" y="12845"/>
                    <a:pt x="4065" y="0"/>
                  </a:cubicBezTo>
                  <a:cubicBezTo>
                    <a:pt x="2816" y="259"/>
                    <a:pt x="1543" y="519"/>
                    <a:pt x="271" y="75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20" name="Google Shape;3420;p59"/>
            <p:cNvSpPr/>
            <p:nvPr/>
          </p:nvSpPr>
          <p:spPr>
            <a:xfrm>
              <a:off x="1365507" y="3612300"/>
              <a:ext cx="34833" cy="38957"/>
            </a:xfrm>
            <a:custGeom>
              <a:rect b="b" l="l" r="r" t="t"/>
              <a:pathLst>
                <a:path extrusionOk="0" h="38957" w="34833">
                  <a:moveTo>
                    <a:pt x="988" y="29837"/>
                  </a:moveTo>
                  <a:cubicBezTo>
                    <a:pt x="-285" y="31487"/>
                    <a:pt x="-332" y="35635"/>
                    <a:pt x="870" y="37214"/>
                  </a:cubicBezTo>
                  <a:cubicBezTo>
                    <a:pt x="2025" y="38723"/>
                    <a:pt x="5819" y="39312"/>
                    <a:pt x="8035" y="38746"/>
                  </a:cubicBezTo>
                  <a:cubicBezTo>
                    <a:pt x="21728" y="35235"/>
                    <a:pt x="34997" y="16616"/>
                    <a:pt x="34832" y="0"/>
                  </a:cubicBezTo>
                  <a:cubicBezTo>
                    <a:pt x="21209" y="8555"/>
                    <a:pt x="10062" y="18077"/>
                    <a:pt x="988" y="2983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21" name="Google Shape;3421;p59"/>
            <p:cNvSpPr/>
            <p:nvPr/>
          </p:nvSpPr>
          <p:spPr>
            <a:xfrm>
              <a:off x="852306" y="3967506"/>
              <a:ext cx="34710" cy="20637"/>
            </a:xfrm>
            <a:custGeom>
              <a:rect b="b" l="l" r="r" t="t"/>
              <a:pathLst>
                <a:path extrusionOk="0" h="20637" w="34710">
                  <a:moveTo>
                    <a:pt x="1321" y="8806"/>
                  </a:moveTo>
                  <a:cubicBezTo>
                    <a:pt x="-1012" y="13072"/>
                    <a:pt x="-470" y="16536"/>
                    <a:pt x="4691" y="17880"/>
                  </a:cubicBezTo>
                  <a:cubicBezTo>
                    <a:pt x="9193" y="19035"/>
                    <a:pt x="13788" y="19742"/>
                    <a:pt x="18314" y="20637"/>
                  </a:cubicBezTo>
                  <a:cubicBezTo>
                    <a:pt x="21637" y="20072"/>
                    <a:pt x="24889" y="19907"/>
                    <a:pt x="27859" y="18940"/>
                  </a:cubicBezTo>
                  <a:cubicBezTo>
                    <a:pt x="35518" y="16466"/>
                    <a:pt x="36933" y="9749"/>
                    <a:pt x="31205" y="4257"/>
                  </a:cubicBezTo>
                  <a:cubicBezTo>
                    <a:pt x="23522" y="-3096"/>
                    <a:pt x="6412" y="-503"/>
                    <a:pt x="1321" y="880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22" name="Google Shape;3422;p59"/>
            <p:cNvSpPr/>
            <p:nvPr/>
          </p:nvSpPr>
          <p:spPr>
            <a:xfrm>
              <a:off x="802710" y="3663838"/>
              <a:ext cx="31291" cy="26580"/>
            </a:xfrm>
            <a:custGeom>
              <a:rect b="b" l="l" r="r" t="t"/>
              <a:pathLst>
                <a:path extrusionOk="0" h="26580" w="31291">
                  <a:moveTo>
                    <a:pt x="22777" y="26567"/>
                  </a:moveTo>
                  <a:cubicBezTo>
                    <a:pt x="30318" y="26874"/>
                    <a:pt x="33476" y="21830"/>
                    <a:pt x="29682" y="14924"/>
                  </a:cubicBezTo>
                  <a:cubicBezTo>
                    <a:pt x="25133" y="6676"/>
                    <a:pt x="17827" y="1821"/>
                    <a:pt x="8612" y="171"/>
                  </a:cubicBezTo>
                  <a:cubicBezTo>
                    <a:pt x="2084" y="-984"/>
                    <a:pt x="-1593" y="3871"/>
                    <a:pt x="670" y="10187"/>
                  </a:cubicBezTo>
                  <a:cubicBezTo>
                    <a:pt x="3521" y="18153"/>
                    <a:pt x="14433" y="26214"/>
                    <a:pt x="22777" y="265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23" name="Google Shape;3423;p59"/>
            <p:cNvSpPr/>
            <p:nvPr/>
          </p:nvSpPr>
          <p:spPr>
            <a:xfrm>
              <a:off x="770993" y="2664950"/>
              <a:ext cx="26730" cy="26539"/>
            </a:xfrm>
            <a:custGeom>
              <a:rect b="b" l="l" r="r" t="t"/>
              <a:pathLst>
                <a:path extrusionOk="0" h="26539" w="26730">
                  <a:moveTo>
                    <a:pt x="13390" y="1"/>
                  </a:moveTo>
                  <a:cubicBezTo>
                    <a:pt x="6461" y="95"/>
                    <a:pt x="145" y="6317"/>
                    <a:pt x="3" y="13176"/>
                  </a:cubicBezTo>
                  <a:cubicBezTo>
                    <a:pt x="-162" y="20553"/>
                    <a:pt x="6037" y="26586"/>
                    <a:pt x="13673" y="26539"/>
                  </a:cubicBezTo>
                  <a:cubicBezTo>
                    <a:pt x="21262" y="26492"/>
                    <a:pt x="26659" y="21165"/>
                    <a:pt x="26730" y="13647"/>
                  </a:cubicBezTo>
                  <a:cubicBezTo>
                    <a:pt x="26800" y="5987"/>
                    <a:pt x="20861" y="-93"/>
                    <a:pt x="13390" y="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24" name="Google Shape;3424;p59"/>
            <p:cNvSpPr/>
            <p:nvPr/>
          </p:nvSpPr>
          <p:spPr>
            <a:xfrm>
              <a:off x="317727" y="2940566"/>
              <a:ext cx="21710" cy="34107"/>
            </a:xfrm>
            <a:custGeom>
              <a:rect b="b" l="l" r="r" t="t"/>
              <a:pathLst>
                <a:path extrusionOk="0" h="34107" w="21710">
                  <a:moveTo>
                    <a:pt x="52" y="13450"/>
                  </a:moveTo>
                  <a:cubicBezTo>
                    <a:pt x="-585" y="21675"/>
                    <a:pt x="4765" y="27119"/>
                    <a:pt x="10280" y="32069"/>
                  </a:cubicBezTo>
                  <a:cubicBezTo>
                    <a:pt x="14145" y="35533"/>
                    <a:pt x="17728" y="34520"/>
                    <a:pt x="19142" y="29500"/>
                  </a:cubicBezTo>
                  <a:cubicBezTo>
                    <a:pt x="20509" y="24598"/>
                    <a:pt x="21075" y="19460"/>
                    <a:pt x="21711" y="15948"/>
                  </a:cubicBezTo>
                  <a:cubicBezTo>
                    <a:pt x="21711" y="5672"/>
                    <a:pt x="18600" y="370"/>
                    <a:pt x="13344" y="16"/>
                  </a:cubicBezTo>
                  <a:cubicBezTo>
                    <a:pt x="7287" y="-361"/>
                    <a:pt x="641" y="5979"/>
                    <a:pt x="52" y="134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25" name="Google Shape;3425;p59"/>
            <p:cNvSpPr/>
            <p:nvPr/>
          </p:nvSpPr>
          <p:spPr>
            <a:xfrm>
              <a:off x="1176150" y="3654684"/>
              <a:ext cx="26138" cy="31666"/>
            </a:xfrm>
            <a:custGeom>
              <a:rect b="b" l="l" r="r" t="t"/>
              <a:pathLst>
                <a:path extrusionOk="0" h="31666" w="26138">
                  <a:moveTo>
                    <a:pt x="15116" y="1477"/>
                  </a:moveTo>
                  <a:cubicBezTo>
                    <a:pt x="6843" y="5884"/>
                    <a:pt x="1564" y="12790"/>
                    <a:pt x="173" y="22241"/>
                  </a:cubicBezTo>
                  <a:cubicBezTo>
                    <a:pt x="-981" y="30018"/>
                    <a:pt x="3756" y="33883"/>
                    <a:pt x="10755" y="30348"/>
                  </a:cubicBezTo>
                  <a:cubicBezTo>
                    <a:pt x="19617" y="25894"/>
                    <a:pt x="24944" y="18446"/>
                    <a:pt x="26122" y="9443"/>
                  </a:cubicBezTo>
                  <a:cubicBezTo>
                    <a:pt x="26452" y="935"/>
                    <a:pt x="21856" y="-2105"/>
                    <a:pt x="15116" y="147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26" name="Google Shape;3426;p59"/>
            <p:cNvSpPr/>
            <p:nvPr/>
          </p:nvSpPr>
          <p:spPr>
            <a:xfrm>
              <a:off x="839036" y="3893445"/>
              <a:ext cx="26399" cy="26403"/>
            </a:xfrm>
            <a:custGeom>
              <a:rect b="b" l="l" r="r" t="t"/>
              <a:pathLst>
                <a:path extrusionOk="0" h="26403" w="26399">
                  <a:moveTo>
                    <a:pt x="26399" y="13223"/>
                  </a:moveTo>
                  <a:cubicBezTo>
                    <a:pt x="26304" y="6011"/>
                    <a:pt x="20365" y="96"/>
                    <a:pt x="13106" y="1"/>
                  </a:cubicBezTo>
                  <a:cubicBezTo>
                    <a:pt x="5588" y="-93"/>
                    <a:pt x="120" y="5328"/>
                    <a:pt x="2" y="12940"/>
                  </a:cubicBezTo>
                  <a:cubicBezTo>
                    <a:pt x="-116" y="20977"/>
                    <a:pt x="4716" y="26185"/>
                    <a:pt x="12446" y="26398"/>
                  </a:cubicBezTo>
                  <a:cubicBezTo>
                    <a:pt x="20106" y="26610"/>
                    <a:pt x="26469" y="20576"/>
                    <a:pt x="26399" y="13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27" name="Google Shape;3427;p59"/>
            <p:cNvSpPr/>
            <p:nvPr/>
          </p:nvSpPr>
          <p:spPr>
            <a:xfrm>
              <a:off x="318149" y="3481100"/>
              <a:ext cx="22938" cy="32891"/>
            </a:xfrm>
            <a:custGeom>
              <a:rect b="b" l="l" r="r" t="t"/>
              <a:pathLst>
                <a:path extrusionOk="0" h="32891" w="22938">
                  <a:moveTo>
                    <a:pt x="13606" y="161"/>
                  </a:moveTo>
                  <a:cubicBezTo>
                    <a:pt x="10895" y="-923"/>
                    <a:pt x="4273" y="3696"/>
                    <a:pt x="1704" y="7349"/>
                  </a:cubicBezTo>
                  <a:cubicBezTo>
                    <a:pt x="-3387" y="14608"/>
                    <a:pt x="3731" y="30800"/>
                    <a:pt x="12498" y="32850"/>
                  </a:cubicBezTo>
                  <a:cubicBezTo>
                    <a:pt x="14218" y="33251"/>
                    <a:pt x="18037" y="30635"/>
                    <a:pt x="18673" y="28702"/>
                  </a:cubicBezTo>
                  <a:cubicBezTo>
                    <a:pt x="20275" y="23870"/>
                    <a:pt x="20605" y="18615"/>
                    <a:pt x="21454" y="13524"/>
                  </a:cubicBezTo>
                  <a:cubicBezTo>
                    <a:pt x="21949" y="13100"/>
                    <a:pt x="22444" y="12699"/>
                    <a:pt x="22939" y="12275"/>
                  </a:cubicBezTo>
                  <a:cubicBezTo>
                    <a:pt x="19922" y="8009"/>
                    <a:pt x="17683" y="1787"/>
                    <a:pt x="13606" y="16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28" name="Google Shape;3428;p59"/>
            <p:cNvSpPr/>
            <p:nvPr/>
          </p:nvSpPr>
          <p:spPr>
            <a:xfrm>
              <a:off x="447145" y="3206317"/>
              <a:ext cx="21267" cy="32733"/>
            </a:xfrm>
            <a:custGeom>
              <a:rect b="b" l="l" r="r" t="t"/>
              <a:pathLst>
                <a:path extrusionOk="0" h="32733" w="21267">
                  <a:moveTo>
                    <a:pt x="9144" y="67"/>
                  </a:moveTo>
                  <a:cubicBezTo>
                    <a:pt x="7424" y="-428"/>
                    <a:pt x="3441" y="1906"/>
                    <a:pt x="2734" y="3768"/>
                  </a:cubicBezTo>
                  <a:cubicBezTo>
                    <a:pt x="1037" y="8293"/>
                    <a:pt x="660" y="13313"/>
                    <a:pt x="0" y="16848"/>
                  </a:cubicBezTo>
                  <a:cubicBezTo>
                    <a:pt x="236" y="19723"/>
                    <a:pt x="-71" y="21420"/>
                    <a:pt x="589" y="22622"/>
                  </a:cubicBezTo>
                  <a:cubicBezTo>
                    <a:pt x="2569" y="26299"/>
                    <a:pt x="5020" y="32804"/>
                    <a:pt x="7070" y="32733"/>
                  </a:cubicBezTo>
                  <a:cubicBezTo>
                    <a:pt x="11218" y="32568"/>
                    <a:pt x="16404" y="29716"/>
                    <a:pt x="19020" y="26322"/>
                  </a:cubicBezTo>
                  <a:cubicBezTo>
                    <a:pt x="24817" y="18757"/>
                    <a:pt x="18642" y="2825"/>
                    <a:pt x="9144" y="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29" name="Google Shape;3429;p59"/>
            <p:cNvSpPr/>
            <p:nvPr/>
          </p:nvSpPr>
          <p:spPr>
            <a:xfrm>
              <a:off x="1418322" y="3503319"/>
              <a:ext cx="21332" cy="32965"/>
            </a:xfrm>
            <a:custGeom>
              <a:rect b="b" l="l" r="r" t="t"/>
              <a:pathLst>
                <a:path extrusionOk="0" h="32965" w="21332">
                  <a:moveTo>
                    <a:pt x="9121" y="49"/>
                  </a:moveTo>
                  <a:cubicBezTo>
                    <a:pt x="7283" y="-375"/>
                    <a:pt x="3464" y="2052"/>
                    <a:pt x="2663" y="4008"/>
                  </a:cubicBezTo>
                  <a:cubicBezTo>
                    <a:pt x="1013" y="7991"/>
                    <a:pt x="801" y="12587"/>
                    <a:pt x="0" y="16924"/>
                  </a:cubicBezTo>
                  <a:cubicBezTo>
                    <a:pt x="236" y="16971"/>
                    <a:pt x="448" y="16994"/>
                    <a:pt x="683" y="17042"/>
                  </a:cubicBezTo>
                  <a:cubicBezTo>
                    <a:pt x="683" y="19257"/>
                    <a:pt x="0" y="21802"/>
                    <a:pt x="825" y="23641"/>
                  </a:cubicBezTo>
                  <a:cubicBezTo>
                    <a:pt x="2333" y="27034"/>
                    <a:pt x="4148" y="31748"/>
                    <a:pt x="6929" y="32738"/>
                  </a:cubicBezTo>
                  <a:cubicBezTo>
                    <a:pt x="9639" y="33681"/>
                    <a:pt x="14589" y="31536"/>
                    <a:pt x="17111" y="29179"/>
                  </a:cubicBezTo>
                  <a:cubicBezTo>
                    <a:pt x="25595" y="21260"/>
                    <a:pt x="20457" y="2618"/>
                    <a:pt x="9121" y="4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30" name="Google Shape;3430;p59"/>
            <p:cNvSpPr/>
            <p:nvPr/>
          </p:nvSpPr>
          <p:spPr>
            <a:xfrm>
              <a:off x="1431953" y="3262303"/>
              <a:ext cx="26036" cy="32364"/>
            </a:xfrm>
            <a:custGeom>
              <a:rect b="b" l="l" r="r" t="t"/>
              <a:pathLst>
                <a:path extrusionOk="0" h="32364" w="26036">
                  <a:moveTo>
                    <a:pt x="5907" y="32"/>
                  </a:moveTo>
                  <a:cubicBezTo>
                    <a:pt x="4281" y="-227"/>
                    <a:pt x="1335" y="1117"/>
                    <a:pt x="745" y="2483"/>
                  </a:cubicBezTo>
                  <a:cubicBezTo>
                    <a:pt x="-2884" y="11133"/>
                    <a:pt x="7439" y="29988"/>
                    <a:pt x="16630" y="32085"/>
                  </a:cubicBezTo>
                  <a:cubicBezTo>
                    <a:pt x="22122" y="33334"/>
                    <a:pt x="26152" y="30294"/>
                    <a:pt x="26034" y="24944"/>
                  </a:cubicBezTo>
                  <a:cubicBezTo>
                    <a:pt x="25893" y="17355"/>
                    <a:pt x="13095" y="1140"/>
                    <a:pt x="5907" y="3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31" name="Google Shape;3431;p59"/>
            <p:cNvSpPr/>
            <p:nvPr/>
          </p:nvSpPr>
          <p:spPr>
            <a:xfrm>
              <a:off x="354326" y="3574809"/>
              <a:ext cx="18359" cy="48497"/>
            </a:xfrm>
            <a:custGeom>
              <a:rect b="b" l="l" r="r" t="t"/>
              <a:pathLst>
                <a:path extrusionOk="0" h="48497" w="18359">
                  <a:moveTo>
                    <a:pt x="3118" y="41"/>
                  </a:moveTo>
                  <a:cubicBezTo>
                    <a:pt x="1892" y="348"/>
                    <a:pt x="643" y="2869"/>
                    <a:pt x="408" y="4566"/>
                  </a:cubicBezTo>
                  <a:cubicBezTo>
                    <a:pt x="-1643" y="19862"/>
                    <a:pt x="4296" y="32895"/>
                    <a:pt x="12498" y="45174"/>
                  </a:cubicBezTo>
                  <a:cubicBezTo>
                    <a:pt x="13300" y="46353"/>
                    <a:pt x="15161" y="46824"/>
                    <a:pt x="18013" y="48497"/>
                  </a:cubicBezTo>
                  <a:cubicBezTo>
                    <a:pt x="19569" y="30868"/>
                    <a:pt x="15845" y="16209"/>
                    <a:pt x="7785" y="2563"/>
                  </a:cubicBezTo>
                  <a:cubicBezTo>
                    <a:pt x="6960" y="1196"/>
                    <a:pt x="4414" y="-265"/>
                    <a:pt x="3118" y="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32" name="Google Shape;3432;p59"/>
            <p:cNvSpPr/>
            <p:nvPr/>
          </p:nvSpPr>
          <p:spPr>
            <a:xfrm>
              <a:off x="393407" y="3572107"/>
              <a:ext cx="24734" cy="31189"/>
            </a:xfrm>
            <a:custGeom>
              <a:rect b="b" l="l" r="r" t="t"/>
              <a:pathLst>
                <a:path extrusionOk="0" h="31189" w="24734">
                  <a:moveTo>
                    <a:pt x="8134" y="1871"/>
                  </a:moveTo>
                  <a:cubicBezTo>
                    <a:pt x="3538" y="-2112"/>
                    <a:pt x="-115" y="480"/>
                    <a:pt x="3" y="7598"/>
                  </a:cubicBezTo>
                  <a:cubicBezTo>
                    <a:pt x="1228" y="15564"/>
                    <a:pt x="3184" y="24567"/>
                    <a:pt x="11033" y="29823"/>
                  </a:cubicBezTo>
                  <a:cubicBezTo>
                    <a:pt x="14238" y="31968"/>
                    <a:pt x="19612" y="30836"/>
                    <a:pt x="23972" y="31190"/>
                  </a:cubicBezTo>
                  <a:cubicBezTo>
                    <a:pt x="24066" y="27348"/>
                    <a:pt x="25669" y="22517"/>
                    <a:pt x="23925" y="19901"/>
                  </a:cubicBezTo>
                  <a:cubicBezTo>
                    <a:pt x="19517" y="13278"/>
                    <a:pt x="14144" y="7080"/>
                    <a:pt x="8134" y="187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33" name="Google Shape;3433;p59"/>
            <p:cNvSpPr/>
            <p:nvPr/>
          </p:nvSpPr>
          <p:spPr>
            <a:xfrm>
              <a:off x="357392" y="3513644"/>
              <a:ext cx="21384" cy="27248"/>
            </a:xfrm>
            <a:custGeom>
              <a:rect b="b" l="l" r="r" t="t"/>
              <a:pathLst>
                <a:path extrusionOk="0" h="27248" w="21384">
                  <a:moveTo>
                    <a:pt x="9574" y="0"/>
                  </a:moveTo>
                  <a:cubicBezTo>
                    <a:pt x="1938" y="1791"/>
                    <a:pt x="-1974" y="6717"/>
                    <a:pt x="995" y="12043"/>
                  </a:cubicBezTo>
                  <a:cubicBezTo>
                    <a:pt x="4012" y="17464"/>
                    <a:pt x="8514" y="22154"/>
                    <a:pt x="12897" y="26656"/>
                  </a:cubicBezTo>
                  <a:cubicBezTo>
                    <a:pt x="13934" y="27716"/>
                    <a:pt x="18884" y="27127"/>
                    <a:pt x="18978" y="26632"/>
                  </a:cubicBezTo>
                  <a:cubicBezTo>
                    <a:pt x="20109" y="21353"/>
                    <a:pt x="22442" y="15296"/>
                    <a:pt x="20840" y="10747"/>
                  </a:cubicBezTo>
                  <a:cubicBezTo>
                    <a:pt x="19308" y="6387"/>
                    <a:pt x="13510" y="3512"/>
                    <a:pt x="9574"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34" name="Google Shape;3434;p59"/>
            <p:cNvSpPr/>
            <p:nvPr/>
          </p:nvSpPr>
          <p:spPr>
            <a:xfrm>
              <a:off x="424681" y="3070160"/>
              <a:ext cx="22181" cy="26364"/>
            </a:xfrm>
            <a:custGeom>
              <a:rect b="b" l="l" r="r" t="t"/>
              <a:pathLst>
                <a:path extrusionOk="0" h="26364" w="22181">
                  <a:moveTo>
                    <a:pt x="946" y="9428"/>
                  </a:moveTo>
                  <a:cubicBezTo>
                    <a:pt x="3397" y="14377"/>
                    <a:pt x="6814" y="19114"/>
                    <a:pt x="10703" y="23050"/>
                  </a:cubicBezTo>
                  <a:cubicBezTo>
                    <a:pt x="16147" y="28565"/>
                    <a:pt x="19989" y="27080"/>
                    <a:pt x="21780" y="19468"/>
                  </a:cubicBezTo>
                  <a:cubicBezTo>
                    <a:pt x="22181" y="17818"/>
                    <a:pt x="22134" y="16050"/>
                    <a:pt x="22181" y="15555"/>
                  </a:cubicBezTo>
                  <a:cubicBezTo>
                    <a:pt x="22275" y="4950"/>
                    <a:pt x="15794" y="-1013"/>
                    <a:pt x="6673" y="142"/>
                  </a:cubicBezTo>
                  <a:cubicBezTo>
                    <a:pt x="1016" y="873"/>
                    <a:pt x="-1529" y="4431"/>
                    <a:pt x="946" y="94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35" name="Google Shape;3435;p59"/>
            <p:cNvSpPr/>
            <p:nvPr/>
          </p:nvSpPr>
          <p:spPr>
            <a:xfrm>
              <a:off x="1205100" y="2369792"/>
              <a:ext cx="32759" cy="10679"/>
            </a:xfrm>
            <a:custGeom>
              <a:rect b="b" l="l" r="r" t="t"/>
              <a:pathLst>
                <a:path extrusionOk="0" h="10679" w="32759">
                  <a:moveTo>
                    <a:pt x="32760" y="6684"/>
                  </a:moveTo>
                  <a:cubicBezTo>
                    <a:pt x="23804" y="-1989"/>
                    <a:pt x="6599" y="-2366"/>
                    <a:pt x="0" y="6401"/>
                  </a:cubicBezTo>
                  <a:cubicBezTo>
                    <a:pt x="8838" y="12057"/>
                    <a:pt x="25737" y="12057"/>
                    <a:pt x="32760" y="668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36" name="Google Shape;3436;p59"/>
            <p:cNvSpPr/>
            <p:nvPr/>
          </p:nvSpPr>
          <p:spPr>
            <a:xfrm>
              <a:off x="232642" y="3261935"/>
              <a:ext cx="10529" cy="32217"/>
            </a:xfrm>
            <a:custGeom>
              <a:rect b="b" l="l" r="r" t="t"/>
              <a:pathLst>
                <a:path extrusionOk="0" h="32217" w="10529">
                  <a:moveTo>
                    <a:pt x="4793" y="0"/>
                  </a:moveTo>
                  <a:cubicBezTo>
                    <a:pt x="3638" y="1367"/>
                    <a:pt x="1823" y="2569"/>
                    <a:pt x="1470" y="4124"/>
                  </a:cubicBezTo>
                  <a:cubicBezTo>
                    <a:pt x="-769" y="13575"/>
                    <a:pt x="-699" y="22979"/>
                    <a:pt x="3426" y="32218"/>
                  </a:cubicBezTo>
                  <a:cubicBezTo>
                    <a:pt x="10261" y="23545"/>
                    <a:pt x="12405" y="14117"/>
                    <a:pt x="8799" y="3842"/>
                  </a:cubicBezTo>
                  <a:cubicBezTo>
                    <a:pt x="8234" y="2286"/>
                    <a:pt x="6160" y="1273"/>
                    <a:pt x="4793"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37" name="Google Shape;3437;p59"/>
            <p:cNvSpPr/>
            <p:nvPr/>
          </p:nvSpPr>
          <p:spPr>
            <a:xfrm>
              <a:off x="340633" y="3166837"/>
              <a:ext cx="10070" cy="34056"/>
            </a:xfrm>
            <a:custGeom>
              <a:rect b="b" l="l" r="r" t="t"/>
              <a:pathLst>
                <a:path extrusionOk="0" h="34056" w="10070">
                  <a:moveTo>
                    <a:pt x="3047" y="0"/>
                  </a:moveTo>
                  <a:cubicBezTo>
                    <a:pt x="-1667" y="10983"/>
                    <a:pt x="-40" y="21754"/>
                    <a:pt x="2128" y="34056"/>
                  </a:cubicBezTo>
                  <a:cubicBezTo>
                    <a:pt x="12451" y="23780"/>
                    <a:pt x="12663" y="5020"/>
                    <a:pt x="304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438" name="Google Shape;3438;p59"/>
            <p:cNvSpPr/>
            <p:nvPr/>
          </p:nvSpPr>
          <p:spPr>
            <a:xfrm>
              <a:off x="1406508" y="3639982"/>
              <a:ext cx="10152" cy="33383"/>
            </a:xfrm>
            <a:custGeom>
              <a:rect b="b" l="l" r="r" t="t"/>
              <a:pathLst>
                <a:path extrusionOk="0" h="33383" w="10152">
                  <a:moveTo>
                    <a:pt x="4225" y="11"/>
                  </a:moveTo>
                  <a:cubicBezTo>
                    <a:pt x="3565" y="-177"/>
                    <a:pt x="1396" y="2062"/>
                    <a:pt x="1161" y="3381"/>
                  </a:cubicBezTo>
                  <a:cubicBezTo>
                    <a:pt x="-442" y="13044"/>
                    <a:pt x="-701" y="22707"/>
                    <a:pt x="2433" y="33384"/>
                  </a:cubicBezTo>
                  <a:cubicBezTo>
                    <a:pt x="9527" y="25559"/>
                    <a:pt x="12238" y="10475"/>
                    <a:pt x="8420" y="3405"/>
                  </a:cubicBezTo>
                  <a:cubicBezTo>
                    <a:pt x="7618" y="1897"/>
                    <a:pt x="5851" y="483"/>
                    <a:pt x="4225" y="1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grpSp>
      <p:grpSp>
        <p:nvGrpSpPr>
          <p:cNvPr id="3439" name="Google Shape;3439;p59"/>
          <p:cNvGrpSpPr/>
          <p:nvPr/>
        </p:nvGrpSpPr>
        <p:grpSpPr>
          <a:xfrm>
            <a:off x="0" y="0"/>
            <a:ext cx="227000" cy="253951"/>
            <a:chOff x="1582614" y="2839915"/>
            <a:chExt cx="589086" cy="589086"/>
          </a:xfrm>
        </p:grpSpPr>
        <p:sp>
          <p:nvSpPr>
            <p:cNvPr id="3440" name="Google Shape;3440;p59"/>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3441" name="Google Shape;3441;p59"/>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3442" name="Google Shape;3442;p59"/>
          <p:cNvGrpSpPr/>
          <p:nvPr/>
        </p:nvGrpSpPr>
        <p:grpSpPr>
          <a:xfrm rot="5400000">
            <a:off x="833427" y="13476"/>
            <a:ext cx="253951" cy="227000"/>
            <a:chOff x="1582614" y="2839915"/>
            <a:chExt cx="589086" cy="589086"/>
          </a:xfrm>
        </p:grpSpPr>
        <p:sp>
          <p:nvSpPr>
            <p:cNvPr id="3443" name="Google Shape;3443;p59"/>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3444" name="Google Shape;3444;p59"/>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3445" name="Google Shape;3445;p59"/>
          <p:cNvGrpSpPr/>
          <p:nvPr/>
        </p:nvGrpSpPr>
        <p:grpSpPr>
          <a:xfrm flipH="1" rot="10800000">
            <a:off x="0" y="1006216"/>
            <a:ext cx="227000" cy="253951"/>
            <a:chOff x="1582614" y="2839915"/>
            <a:chExt cx="589086" cy="589086"/>
          </a:xfrm>
        </p:grpSpPr>
        <p:sp>
          <p:nvSpPr>
            <p:cNvPr id="3446" name="Google Shape;3446;p59"/>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3447" name="Google Shape;3447;p59"/>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3448" name="Google Shape;3448;p59"/>
          <p:cNvGrpSpPr/>
          <p:nvPr/>
        </p:nvGrpSpPr>
        <p:grpSpPr>
          <a:xfrm flipH="1" rot="5400000">
            <a:off x="847071" y="1019692"/>
            <a:ext cx="253953" cy="227003"/>
            <a:chOff x="1582614" y="2839909"/>
            <a:chExt cx="589091" cy="589092"/>
          </a:xfrm>
        </p:grpSpPr>
        <p:sp>
          <p:nvSpPr>
            <p:cNvPr id="3449" name="Google Shape;3449;p59"/>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3450" name="Google Shape;3450;p59"/>
            <p:cNvSpPr/>
            <p:nvPr/>
          </p:nvSpPr>
          <p:spPr>
            <a:xfrm rot="5400000">
              <a:off x="1808581" y="2613946"/>
              <a:ext cx="137161" cy="58908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3451" name="Google Shape;3451;p59"/>
          <p:cNvGrpSpPr/>
          <p:nvPr/>
        </p:nvGrpSpPr>
        <p:grpSpPr>
          <a:xfrm>
            <a:off x="11027391" y="5854890"/>
            <a:ext cx="1127771" cy="970434"/>
            <a:chOff x="7350231" y="1734252"/>
            <a:chExt cx="4870814" cy="5345793"/>
          </a:xfrm>
        </p:grpSpPr>
        <p:grpSp>
          <p:nvGrpSpPr>
            <p:cNvPr id="3452" name="Google Shape;3452;p59"/>
            <p:cNvGrpSpPr/>
            <p:nvPr/>
          </p:nvGrpSpPr>
          <p:grpSpPr>
            <a:xfrm>
              <a:off x="7496004" y="1839383"/>
              <a:ext cx="3874490" cy="3979118"/>
              <a:chOff x="7496004" y="1839383"/>
              <a:chExt cx="3874490" cy="3979118"/>
            </a:xfrm>
          </p:grpSpPr>
          <p:sp>
            <p:nvSpPr>
              <p:cNvPr id="3453" name="Google Shape;3453;p59"/>
              <p:cNvSpPr/>
              <p:nvPr/>
            </p:nvSpPr>
            <p:spPr>
              <a:xfrm rot="8201235">
                <a:off x="10839502" y="4413955"/>
                <a:ext cx="427534" cy="471394"/>
              </a:xfrm>
              <a:custGeom>
                <a:rect b="b" l="l" r="r" t="t"/>
                <a:pathLst>
                  <a:path extrusionOk="0" h="4725490" w="4285801">
                    <a:moveTo>
                      <a:pt x="1428251" y="4622752"/>
                    </a:moveTo>
                    <a:cubicBezTo>
                      <a:pt x="1313180" y="4505074"/>
                      <a:pt x="1240588" y="4345285"/>
                      <a:pt x="1235771" y="4167715"/>
                    </a:cubicBezTo>
                    <a:cubicBezTo>
                      <a:pt x="1227835" y="3875156"/>
                      <a:pt x="1406218" y="3620819"/>
                      <a:pt x="1664050" y="3520754"/>
                    </a:cubicBezTo>
                    <a:lnTo>
                      <a:pt x="1635892" y="2482688"/>
                    </a:lnTo>
                    <a:lnTo>
                      <a:pt x="1044642" y="2469039"/>
                    </a:lnTo>
                    <a:lnTo>
                      <a:pt x="1044642" y="2667331"/>
                    </a:lnTo>
                    <a:cubicBezTo>
                      <a:pt x="1044642" y="2727000"/>
                      <a:pt x="996271" y="2775371"/>
                      <a:pt x="936601" y="2775372"/>
                    </a:cubicBezTo>
                    <a:lnTo>
                      <a:pt x="657382" y="2775371"/>
                    </a:lnTo>
                    <a:cubicBezTo>
                      <a:pt x="637755" y="2823613"/>
                      <a:pt x="630101" y="2874237"/>
                      <a:pt x="622448" y="2945800"/>
                    </a:cubicBezTo>
                    <a:lnTo>
                      <a:pt x="252030" y="2945800"/>
                    </a:lnTo>
                    <a:cubicBezTo>
                      <a:pt x="256275" y="2883407"/>
                      <a:pt x="252593" y="2828938"/>
                      <a:pt x="235967" y="2775370"/>
                    </a:cubicBezTo>
                    <a:lnTo>
                      <a:pt x="7267" y="2775370"/>
                    </a:lnTo>
                    <a:cubicBezTo>
                      <a:pt x="1003" y="2679903"/>
                      <a:pt x="-1109" y="2594661"/>
                      <a:pt x="535" y="2514852"/>
                    </a:cubicBezTo>
                    <a:cubicBezTo>
                      <a:pt x="5466" y="2275424"/>
                      <a:pt x="44187" y="2084887"/>
                      <a:pt x="105917" y="1813823"/>
                    </a:cubicBezTo>
                    <a:cubicBezTo>
                      <a:pt x="258635" y="1288584"/>
                      <a:pt x="488046" y="911620"/>
                      <a:pt x="870837" y="570445"/>
                    </a:cubicBezTo>
                    <a:cubicBezTo>
                      <a:pt x="674179" y="1284154"/>
                      <a:pt x="622718" y="1497188"/>
                      <a:pt x="741752" y="1669956"/>
                    </a:cubicBezTo>
                    <a:cubicBezTo>
                      <a:pt x="882751" y="1699943"/>
                      <a:pt x="788174" y="1674807"/>
                      <a:pt x="936601" y="1710419"/>
                    </a:cubicBezTo>
                    <a:cubicBezTo>
                      <a:pt x="1001384" y="1730870"/>
                      <a:pt x="1044642" y="1758791"/>
                      <a:pt x="1044642" y="1818460"/>
                    </a:cubicBezTo>
                    <a:lnTo>
                      <a:pt x="1044642" y="1970448"/>
                    </a:lnTo>
                    <a:lnTo>
                      <a:pt x="1621635" y="1957128"/>
                    </a:lnTo>
                    <a:lnTo>
                      <a:pt x="1601569" y="1217379"/>
                    </a:lnTo>
                    <a:cubicBezTo>
                      <a:pt x="1338692" y="1131438"/>
                      <a:pt x="1146783" y="887145"/>
                      <a:pt x="1138847" y="594588"/>
                    </a:cubicBezTo>
                    <a:cubicBezTo>
                      <a:pt x="1132425" y="357828"/>
                      <a:pt x="1248029" y="146099"/>
                      <a:pt x="1428910" y="20243"/>
                    </a:cubicBezTo>
                    <a:lnTo>
                      <a:pt x="1447318" y="698863"/>
                    </a:lnTo>
                    <a:lnTo>
                      <a:pt x="2193594" y="678620"/>
                    </a:lnTo>
                    <a:lnTo>
                      <a:pt x="2175185" y="0"/>
                    </a:lnTo>
                    <a:cubicBezTo>
                      <a:pt x="2362624" y="115865"/>
                      <a:pt x="2489536" y="321015"/>
                      <a:pt x="2495958" y="557775"/>
                    </a:cubicBezTo>
                    <a:cubicBezTo>
                      <a:pt x="2503894" y="850332"/>
                      <a:pt x="2325511" y="1104670"/>
                      <a:pt x="2067679" y="1204735"/>
                    </a:cubicBezTo>
                    <a:lnTo>
                      <a:pt x="2087796" y="1946367"/>
                    </a:lnTo>
                    <a:lnTo>
                      <a:pt x="4285801" y="1895627"/>
                    </a:lnTo>
                    <a:lnTo>
                      <a:pt x="4285801" y="2543859"/>
                    </a:lnTo>
                    <a:lnTo>
                      <a:pt x="2102637" y="2493462"/>
                    </a:lnTo>
                    <a:lnTo>
                      <a:pt x="2130160" y="3508110"/>
                    </a:lnTo>
                    <a:cubicBezTo>
                      <a:pt x="2393037" y="3594051"/>
                      <a:pt x="2584946" y="3838344"/>
                      <a:pt x="2592882" y="4130902"/>
                    </a:cubicBezTo>
                    <a:cubicBezTo>
                      <a:pt x="2599304" y="4367662"/>
                      <a:pt x="2483700" y="4579391"/>
                      <a:pt x="2302820" y="4705247"/>
                    </a:cubicBezTo>
                    <a:lnTo>
                      <a:pt x="2284411" y="4026626"/>
                    </a:lnTo>
                    <a:lnTo>
                      <a:pt x="1538135" y="4046869"/>
                    </a:lnTo>
                    <a:lnTo>
                      <a:pt x="1556544" y="4725490"/>
                    </a:lnTo>
                    <a:cubicBezTo>
                      <a:pt x="1509684" y="4696524"/>
                      <a:pt x="1466607" y="4661977"/>
                      <a:pt x="1428251" y="4622752"/>
                    </a:cubicBezTo>
                    <a:close/>
                    <a:moveTo>
                      <a:pt x="44807" y="3562389"/>
                    </a:moveTo>
                    <a:cubicBezTo>
                      <a:pt x="25255" y="3542837"/>
                      <a:pt x="13162" y="3515827"/>
                      <a:pt x="13162" y="3485992"/>
                    </a:cubicBezTo>
                    <a:lnTo>
                      <a:pt x="13162" y="3053842"/>
                    </a:lnTo>
                    <a:cubicBezTo>
                      <a:pt x="13162" y="2994173"/>
                      <a:pt x="61534" y="2945801"/>
                      <a:pt x="121203" y="2945801"/>
                    </a:cubicBezTo>
                    <a:lnTo>
                      <a:pt x="757287" y="2945801"/>
                    </a:lnTo>
                    <a:cubicBezTo>
                      <a:pt x="816956" y="2945801"/>
                      <a:pt x="865328" y="2994173"/>
                      <a:pt x="865328" y="3053842"/>
                    </a:cubicBezTo>
                    <a:lnTo>
                      <a:pt x="865328" y="3485992"/>
                    </a:lnTo>
                    <a:cubicBezTo>
                      <a:pt x="865328" y="3545662"/>
                      <a:pt x="816956" y="3594033"/>
                      <a:pt x="757287" y="3594033"/>
                    </a:cubicBezTo>
                    <a:lnTo>
                      <a:pt x="121203" y="3594033"/>
                    </a:lnTo>
                    <a:cubicBezTo>
                      <a:pt x="91368" y="3594033"/>
                      <a:pt x="64358" y="3581940"/>
                      <a:pt x="44807" y="356238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454" name="Google Shape;3454;p59"/>
              <p:cNvSpPr/>
              <p:nvPr/>
            </p:nvSpPr>
            <p:spPr>
              <a:xfrm rot="-900000">
                <a:off x="7608221" y="2961416"/>
                <a:ext cx="392828" cy="319096"/>
              </a:xfrm>
              <a:custGeom>
                <a:rect b="b" l="l" r="r" t="t"/>
                <a:pathLst>
                  <a:path extrusionOk="0" h="3321003" w="4088377">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455" name="Google Shape;3455;p59"/>
              <p:cNvSpPr/>
              <p:nvPr/>
            </p:nvSpPr>
            <p:spPr>
              <a:xfrm flipH="1" rot="5400000">
                <a:off x="10824557" y="2917080"/>
                <a:ext cx="392828" cy="392828"/>
              </a:xfrm>
              <a:custGeom>
                <a:rect b="b" l="l" r="r" t="t"/>
                <a:pathLst>
                  <a:path extrusionOk="0" h="3786923" w="3287892">
                    <a:moveTo>
                      <a:pt x="2574092" y="3411971"/>
                    </a:moveTo>
                    <a:cubicBezTo>
                      <a:pt x="2577477" y="3551838"/>
                      <a:pt x="2489596" y="3681234"/>
                      <a:pt x="2347458" y="3745664"/>
                    </a:cubicBezTo>
                    <a:cubicBezTo>
                      <a:pt x="2228355" y="3799653"/>
                      <a:pt x="2086904" y="3800713"/>
                      <a:pt x="1966757" y="3748519"/>
                    </a:cubicBezTo>
                    <a:cubicBezTo>
                      <a:pt x="1823914" y="3686464"/>
                      <a:pt x="1733597" y="3559106"/>
                      <a:pt x="1733597" y="3419734"/>
                    </a:cubicBezTo>
                    <a:cubicBezTo>
                      <a:pt x="2013762" y="3417146"/>
                      <a:pt x="2293927" y="3414559"/>
                      <a:pt x="2574092" y="3411971"/>
                    </a:cubicBezTo>
                    <a:close/>
                    <a:moveTo>
                      <a:pt x="2574187" y="367189"/>
                    </a:moveTo>
                    <a:cubicBezTo>
                      <a:pt x="2294022" y="369777"/>
                      <a:pt x="2013857" y="372364"/>
                      <a:pt x="1733692" y="374952"/>
                    </a:cubicBezTo>
                    <a:cubicBezTo>
                      <a:pt x="1730307" y="235085"/>
                      <a:pt x="1818188" y="105689"/>
                      <a:pt x="1960326" y="41259"/>
                    </a:cubicBezTo>
                    <a:cubicBezTo>
                      <a:pt x="2079429" y="-12730"/>
                      <a:pt x="2220880" y="-13790"/>
                      <a:pt x="2341027" y="38404"/>
                    </a:cubicBezTo>
                    <a:cubicBezTo>
                      <a:pt x="2483870" y="100459"/>
                      <a:pt x="2574187" y="227817"/>
                      <a:pt x="2574187" y="367189"/>
                    </a:cubicBezTo>
                    <a:close/>
                    <a:moveTo>
                      <a:pt x="2688290" y="635445"/>
                    </a:moveTo>
                    <a:lnTo>
                      <a:pt x="2688290" y="1612884"/>
                    </a:lnTo>
                    <a:lnTo>
                      <a:pt x="1619492" y="1612884"/>
                    </a:lnTo>
                    <a:lnTo>
                      <a:pt x="1619492" y="1396859"/>
                    </a:lnTo>
                    <a:lnTo>
                      <a:pt x="201708" y="1396859"/>
                    </a:lnTo>
                    <a:cubicBezTo>
                      <a:pt x="90308" y="1396859"/>
                      <a:pt x="0" y="1306551"/>
                      <a:pt x="0" y="1195151"/>
                    </a:cubicBezTo>
                    <a:lnTo>
                      <a:pt x="0" y="907003"/>
                    </a:lnTo>
                    <a:cubicBezTo>
                      <a:pt x="0" y="795603"/>
                      <a:pt x="90308" y="705295"/>
                      <a:pt x="201708" y="705295"/>
                    </a:cubicBezTo>
                    <a:lnTo>
                      <a:pt x="1619492" y="705295"/>
                    </a:lnTo>
                    <a:lnTo>
                      <a:pt x="1619492" y="635445"/>
                    </a:lnTo>
                    <a:cubicBezTo>
                      <a:pt x="1619492" y="537063"/>
                      <a:pt x="1699247" y="457308"/>
                      <a:pt x="1797629" y="457308"/>
                    </a:cubicBezTo>
                    <a:lnTo>
                      <a:pt x="2510153" y="457308"/>
                    </a:lnTo>
                    <a:cubicBezTo>
                      <a:pt x="2608535" y="457308"/>
                      <a:pt x="2688290" y="537063"/>
                      <a:pt x="2688290" y="635445"/>
                    </a:cubicBezTo>
                    <a:close/>
                    <a:moveTo>
                      <a:pt x="3177333" y="2901044"/>
                    </a:moveTo>
                    <a:lnTo>
                      <a:pt x="1130451" y="2901044"/>
                    </a:lnTo>
                    <a:cubicBezTo>
                      <a:pt x="1350134" y="2526253"/>
                      <a:pt x="1481437" y="2165059"/>
                      <a:pt x="1605942" y="1684892"/>
                    </a:cubicBezTo>
                    <a:lnTo>
                      <a:pt x="2701842" y="1684892"/>
                    </a:lnTo>
                    <a:cubicBezTo>
                      <a:pt x="2809350" y="2117470"/>
                      <a:pt x="2933855" y="2516056"/>
                      <a:pt x="3177333" y="2901044"/>
                    </a:cubicBezTo>
                    <a:close/>
                    <a:moveTo>
                      <a:pt x="3287892" y="3137537"/>
                    </a:moveTo>
                    <a:lnTo>
                      <a:pt x="3287892" y="3248909"/>
                    </a:lnTo>
                    <a:cubicBezTo>
                      <a:pt x="3287892" y="3295849"/>
                      <a:pt x="3249839" y="3333902"/>
                      <a:pt x="3202899" y="3333902"/>
                    </a:cubicBezTo>
                    <a:lnTo>
                      <a:pt x="1104885" y="3333902"/>
                    </a:lnTo>
                    <a:cubicBezTo>
                      <a:pt x="1057945" y="3333902"/>
                      <a:pt x="1019892" y="3295849"/>
                      <a:pt x="1019892" y="3248909"/>
                    </a:cubicBezTo>
                    <a:lnTo>
                      <a:pt x="1019892" y="3137537"/>
                    </a:lnTo>
                    <a:cubicBezTo>
                      <a:pt x="1019892" y="3090597"/>
                      <a:pt x="1057945" y="3052544"/>
                      <a:pt x="1104885" y="3052544"/>
                    </a:cubicBezTo>
                    <a:lnTo>
                      <a:pt x="3202899" y="3052544"/>
                    </a:lnTo>
                    <a:cubicBezTo>
                      <a:pt x="3249839" y="3052544"/>
                      <a:pt x="3287892" y="3090597"/>
                      <a:pt x="3287892" y="313753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456" name="Google Shape;3456;p59"/>
              <p:cNvSpPr/>
              <p:nvPr/>
            </p:nvSpPr>
            <p:spPr>
              <a:xfrm>
                <a:off x="11062223" y="3784811"/>
                <a:ext cx="285020" cy="285020"/>
              </a:xfrm>
              <a:custGeom>
                <a:rect b="b" l="l" r="r" t="t"/>
                <a:pathLst>
                  <a:path extrusionOk="0" h="2964099" w="2801488">
                    <a:moveTo>
                      <a:pt x="1393788" y="2251706"/>
                    </a:moveTo>
                    <a:cubicBezTo>
                      <a:pt x="1338380" y="2251706"/>
                      <a:pt x="1293463" y="2296623"/>
                      <a:pt x="1293463" y="2352031"/>
                    </a:cubicBezTo>
                    <a:cubicBezTo>
                      <a:pt x="1293463" y="2407439"/>
                      <a:pt x="1338380" y="2452356"/>
                      <a:pt x="1393788" y="2452356"/>
                    </a:cubicBezTo>
                    <a:cubicBezTo>
                      <a:pt x="1449196" y="2452356"/>
                      <a:pt x="1494113" y="2407439"/>
                      <a:pt x="1494113" y="2352031"/>
                    </a:cubicBezTo>
                    <a:cubicBezTo>
                      <a:pt x="1494113" y="2296623"/>
                      <a:pt x="1449196" y="2251706"/>
                      <a:pt x="1393788" y="2251706"/>
                    </a:cubicBezTo>
                    <a:close/>
                    <a:moveTo>
                      <a:pt x="2189420" y="1936547"/>
                    </a:moveTo>
                    <a:cubicBezTo>
                      <a:pt x="1959955" y="1936547"/>
                      <a:pt x="1773936" y="2122566"/>
                      <a:pt x="1773936" y="2352031"/>
                    </a:cubicBezTo>
                    <a:cubicBezTo>
                      <a:pt x="1773936" y="2581496"/>
                      <a:pt x="1959955" y="2767515"/>
                      <a:pt x="2189420" y="2767515"/>
                    </a:cubicBezTo>
                    <a:cubicBezTo>
                      <a:pt x="2418885" y="2767515"/>
                      <a:pt x="2604904" y="2581496"/>
                      <a:pt x="2604904" y="2352031"/>
                    </a:cubicBezTo>
                    <a:cubicBezTo>
                      <a:pt x="2604904" y="2122566"/>
                      <a:pt x="2418885" y="1936547"/>
                      <a:pt x="2189420" y="1936547"/>
                    </a:cubicBezTo>
                    <a:close/>
                    <a:moveTo>
                      <a:pt x="612068" y="1936547"/>
                    </a:moveTo>
                    <a:cubicBezTo>
                      <a:pt x="382603" y="1936547"/>
                      <a:pt x="196584" y="2122566"/>
                      <a:pt x="196584" y="2352031"/>
                    </a:cubicBezTo>
                    <a:cubicBezTo>
                      <a:pt x="196584" y="2581496"/>
                      <a:pt x="382603" y="2767515"/>
                      <a:pt x="612068" y="2767515"/>
                    </a:cubicBezTo>
                    <a:cubicBezTo>
                      <a:pt x="841533" y="2767515"/>
                      <a:pt x="1027552" y="2581496"/>
                      <a:pt x="1027552" y="2352031"/>
                    </a:cubicBezTo>
                    <a:cubicBezTo>
                      <a:pt x="1027552" y="2122566"/>
                      <a:pt x="841533" y="1936547"/>
                      <a:pt x="612068" y="1936547"/>
                    </a:cubicBezTo>
                    <a:close/>
                    <a:moveTo>
                      <a:pt x="845776" y="315"/>
                    </a:moveTo>
                    <a:cubicBezTo>
                      <a:pt x="1032101" y="7965"/>
                      <a:pt x="1181399" y="153129"/>
                      <a:pt x="1195696" y="335717"/>
                    </a:cubicBezTo>
                    <a:lnTo>
                      <a:pt x="1198885" y="335806"/>
                    </a:lnTo>
                    <a:lnTo>
                      <a:pt x="1198706" y="366401"/>
                    </a:lnTo>
                    <a:cubicBezTo>
                      <a:pt x="1198883" y="367005"/>
                      <a:pt x="1198884" y="367612"/>
                      <a:pt x="1198884" y="368218"/>
                    </a:cubicBezTo>
                    <a:lnTo>
                      <a:pt x="1198695" y="368210"/>
                    </a:lnTo>
                    <a:lnTo>
                      <a:pt x="1197421" y="585651"/>
                    </a:lnTo>
                    <a:cubicBezTo>
                      <a:pt x="1245519" y="531733"/>
                      <a:pt x="1316597" y="499778"/>
                      <a:pt x="1394104" y="502960"/>
                    </a:cubicBezTo>
                    <a:cubicBezTo>
                      <a:pt x="1472998" y="506199"/>
                      <a:pt x="1542269" y="545176"/>
                      <a:pt x="1585751" y="604519"/>
                    </a:cubicBezTo>
                    <a:cubicBezTo>
                      <a:pt x="1585226" y="514948"/>
                      <a:pt x="1584701" y="425377"/>
                      <a:pt x="1584176" y="335806"/>
                    </a:cubicBezTo>
                    <a:lnTo>
                      <a:pt x="1585829" y="335760"/>
                    </a:lnTo>
                    <a:cubicBezTo>
                      <a:pt x="1602915" y="140060"/>
                      <a:pt x="1770945" y="-7755"/>
                      <a:pt x="1967493" y="315"/>
                    </a:cubicBezTo>
                    <a:cubicBezTo>
                      <a:pt x="2146853" y="7679"/>
                      <a:pt x="2291902" y="142468"/>
                      <a:pt x="2315427" y="315465"/>
                    </a:cubicBezTo>
                    <a:lnTo>
                      <a:pt x="2320109" y="315335"/>
                    </a:lnTo>
                    <a:lnTo>
                      <a:pt x="2729306" y="2069418"/>
                    </a:lnTo>
                    <a:cubicBezTo>
                      <a:pt x="2776307" y="2152970"/>
                      <a:pt x="2801488" y="2249560"/>
                      <a:pt x="2801488" y="2352031"/>
                    </a:cubicBezTo>
                    <a:cubicBezTo>
                      <a:pt x="2801488" y="2690067"/>
                      <a:pt x="2527456" y="2964099"/>
                      <a:pt x="2189420" y="2964099"/>
                    </a:cubicBezTo>
                    <a:cubicBezTo>
                      <a:pt x="1922036" y="2964099"/>
                      <a:pt x="1694697" y="2792645"/>
                      <a:pt x="1613824" y="2552817"/>
                    </a:cubicBezTo>
                    <a:cubicBezTo>
                      <a:pt x="1559905" y="2613347"/>
                      <a:pt x="1481232" y="2650901"/>
                      <a:pt x="1393788" y="2650901"/>
                    </a:cubicBezTo>
                    <a:cubicBezTo>
                      <a:pt x="1311973" y="2650901"/>
                      <a:pt x="1237837" y="2618027"/>
                      <a:pt x="1183996" y="2564635"/>
                    </a:cubicBezTo>
                    <a:cubicBezTo>
                      <a:pt x="1099341" y="2798210"/>
                      <a:pt x="875077" y="2964099"/>
                      <a:pt x="612068" y="2964099"/>
                    </a:cubicBezTo>
                    <a:cubicBezTo>
                      <a:pt x="274032" y="2964099"/>
                      <a:pt x="0" y="2690067"/>
                      <a:pt x="0" y="2352031"/>
                    </a:cubicBezTo>
                    <a:cubicBezTo>
                      <a:pt x="0" y="2288533"/>
                      <a:pt x="9669" y="2227293"/>
                      <a:pt x="30466" y="2170591"/>
                    </a:cubicBezTo>
                    <a:lnTo>
                      <a:pt x="30153" y="2170591"/>
                    </a:lnTo>
                    <a:lnTo>
                      <a:pt x="462952" y="315335"/>
                    </a:lnTo>
                    <a:lnTo>
                      <a:pt x="467801" y="315470"/>
                    </a:lnTo>
                    <a:cubicBezTo>
                      <a:pt x="493068" y="129842"/>
                      <a:pt x="656149" y="-7470"/>
                      <a:pt x="845776" y="3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457" name="Google Shape;3457;p59"/>
              <p:cNvSpPr/>
              <p:nvPr/>
            </p:nvSpPr>
            <p:spPr>
              <a:xfrm>
                <a:off x="8077159" y="2346892"/>
                <a:ext cx="392828" cy="303948"/>
              </a:xfrm>
              <a:custGeom>
                <a:rect b="b" l="l" r="r" t="t"/>
                <a:pathLst>
                  <a:path extrusionOk="0" h="3064028" w="3960000">
                    <a:moveTo>
                      <a:pt x="1955333" y="1285185"/>
                    </a:moveTo>
                    <a:cubicBezTo>
                      <a:pt x="2192176" y="1285185"/>
                      <a:pt x="2384176" y="1477185"/>
                      <a:pt x="2384176" y="1714028"/>
                    </a:cubicBezTo>
                    <a:cubicBezTo>
                      <a:pt x="2384176" y="1950871"/>
                      <a:pt x="2192176" y="2142871"/>
                      <a:pt x="1955333" y="2142871"/>
                    </a:cubicBezTo>
                    <a:cubicBezTo>
                      <a:pt x="1718490" y="2142871"/>
                      <a:pt x="1526490" y="1950871"/>
                      <a:pt x="1526490" y="1714028"/>
                    </a:cubicBezTo>
                    <a:cubicBezTo>
                      <a:pt x="1526490" y="1477185"/>
                      <a:pt x="1718490" y="1285185"/>
                      <a:pt x="1955333" y="1285185"/>
                    </a:cubicBezTo>
                    <a:close/>
                    <a:moveTo>
                      <a:pt x="1955333" y="1074136"/>
                    </a:moveTo>
                    <a:cubicBezTo>
                      <a:pt x="1601930" y="1074136"/>
                      <a:pt x="1315441" y="1360625"/>
                      <a:pt x="1315441" y="1714028"/>
                    </a:cubicBezTo>
                    <a:cubicBezTo>
                      <a:pt x="1315441" y="2067431"/>
                      <a:pt x="1601930" y="2353920"/>
                      <a:pt x="1955333" y="2353920"/>
                    </a:cubicBezTo>
                    <a:cubicBezTo>
                      <a:pt x="2308736" y="2353920"/>
                      <a:pt x="2595225" y="2067431"/>
                      <a:pt x="2595225" y="1714028"/>
                    </a:cubicBezTo>
                    <a:cubicBezTo>
                      <a:pt x="2595225" y="1360625"/>
                      <a:pt x="2308736" y="1074136"/>
                      <a:pt x="1955333" y="1074136"/>
                    </a:cubicBezTo>
                    <a:close/>
                    <a:moveTo>
                      <a:pt x="1955333" y="849503"/>
                    </a:moveTo>
                    <a:cubicBezTo>
                      <a:pt x="2432797" y="849503"/>
                      <a:pt x="2819858" y="1236564"/>
                      <a:pt x="2819858" y="1714028"/>
                    </a:cubicBezTo>
                    <a:cubicBezTo>
                      <a:pt x="2819858" y="2191492"/>
                      <a:pt x="2432797" y="2578553"/>
                      <a:pt x="1955333" y="2578553"/>
                    </a:cubicBezTo>
                    <a:cubicBezTo>
                      <a:pt x="1477869" y="2578553"/>
                      <a:pt x="1090808" y="2191492"/>
                      <a:pt x="1090808" y="1714028"/>
                    </a:cubicBezTo>
                    <a:cubicBezTo>
                      <a:pt x="1090808" y="1236564"/>
                      <a:pt x="1477869" y="849503"/>
                      <a:pt x="1955333" y="849503"/>
                    </a:cubicBezTo>
                    <a:close/>
                    <a:moveTo>
                      <a:pt x="3253503" y="756254"/>
                    </a:moveTo>
                    <a:cubicBezTo>
                      <a:pt x="3162525" y="756254"/>
                      <a:pt x="3088773" y="830006"/>
                      <a:pt x="3088773" y="920984"/>
                    </a:cubicBezTo>
                    <a:cubicBezTo>
                      <a:pt x="3088773" y="1011962"/>
                      <a:pt x="3162525" y="1085714"/>
                      <a:pt x="3253503" y="1085714"/>
                    </a:cubicBezTo>
                    <a:cubicBezTo>
                      <a:pt x="3344481" y="1085714"/>
                      <a:pt x="3418233" y="1011962"/>
                      <a:pt x="3418233" y="920984"/>
                    </a:cubicBezTo>
                    <a:cubicBezTo>
                      <a:pt x="3418233" y="830006"/>
                      <a:pt x="3344481" y="756254"/>
                      <a:pt x="3253503" y="756254"/>
                    </a:cubicBezTo>
                    <a:close/>
                    <a:moveTo>
                      <a:pt x="1955333" y="744677"/>
                    </a:moveTo>
                    <a:cubicBezTo>
                      <a:pt x="1419975" y="744677"/>
                      <a:pt x="985982" y="1178670"/>
                      <a:pt x="985982" y="1714028"/>
                    </a:cubicBezTo>
                    <a:cubicBezTo>
                      <a:pt x="985982" y="2249386"/>
                      <a:pt x="1419975" y="2683379"/>
                      <a:pt x="1955333" y="2683379"/>
                    </a:cubicBezTo>
                    <a:cubicBezTo>
                      <a:pt x="2490691" y="2683379"/>
                      <a:pt x="2924684" y="2249386"/>
                      <a:pt x="2924684" y="1714028"/>
                    </a:cubicBezTo>
                    <a:cubicBezTo>
                      <a:pt x="2924684" y="1178670"/>
                      <a:pt x="2490691" y="744677"/>
                      <a:pt x="1955333" y="744677"/>
                    </a:cubicBezTo>
                    <a:close/>
                    <a:moveTo>
                      <a:pt x="1333922" y="0"/>
                    </a:moveTo>
                    <a:lnTo>
                      <a:pt x="2626078" y="0"/>
                    </a:lnTo>
                    <a:lnTo>
                      <a:pt x="2717085" y="364028"/>
                    </a:lnTo>
                    <a:lnTo>
                      <a:pt x="3699990" y="364028"/>
                    </a:lnTo>
                    <a:cubicBezTo>
                      <a:pt x="3843590" y="364028"/>
                      <a:pt x="3960000" y="480438"/>
                      <a:pt x="3960000" y="624038"/>
                    </a:cubicBezTo>
                    <a:lnTo>
                      <a:pt x="3960000" y="2804018"/>
                    </a:lnTo>
                    <a:cubicBezTo>
                      <a:pt x="3960000" y="2947618"/>
                      <a:pt x="3843590" y="3064028"/>
                      <a:pt x="3699990" y="3064028"/>
                    </a:cubicBezTo>
                    <a:lnTo>
                      <a:pt x="260010" y="3064028"/>
                    </a:lnTo>
                    <a:cubicBezTo>
                      <a:pt x="116410" y="3064028"/>
                      <a:pt x="0" y="2947618"/>
                      <a:pt x="0" y="2804018"/>
                    </a:cubicBezTo>
                    <a:lnTo>
                      <a:pt x="0" y="624038"/>
                    </a:lnTo>
                    <a:cubicBezTo>
                      <a:pt x="0" y="480438"/>
                      <a:pt x="116410" y="364028"/>
                      <a:pt x="260010" y="364028"/>
                    </a:cubicBezTo>
                    <a:lnTo>
                      <a:pt x="443165" y="364028"/>
                    </a:lnTo>
                    <a:lnTo>
                      <a:pt x="443165" y="237982"/>
                    </a:lnTo>
                    <a:cubicBezTo>
                      <a:pt x="443165" y="195266"/>
                      <a:pt x="477794" y="160637"/>
                      <a:pt x="520510" y="160637"/>
                    </a:cubicBezTo>
                    <a:lnTo>
                      <a:pt x="1049896" y="160637"/>
                    </a:lnTo>
                    <a:cubicBezTo>
                      <a:pt x="1092612" y="160637"/>
                      <a:pt x="1127241" y="195266"/>
                      <a:pt x="1127241" y="237982"/>
                    </a:cubicBezTo>
                    <a:lnTo>
                      <a:pt x="1127241" y="364028"/>
                    </a:lnTo>
                    <a:lnTo>
                      <a:pt x="1242915" y="364028"/>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458" name="Google Shape;3458;p59"/>
              <p:cNvSpPr/>
              <p:nvPr/>
            </p:nvSpPr>
            <p:spPr>
              <a:xfrm>
                <a:off x="8560619" y="5355763"/>
                <a:ext cx="372889" cy="259826"/>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459" name="Google Shape;3459;p59"/>
              <p:cNvSpPr/>
              <p:nvPr/>
            </p:nvSpPr>
            <p:spPr>
              <a:xfrm rot="2498363">
                <a:off x="8831623" y="1920263"/>
                <a:ext cx="392828" cy="392828"/>
              </a:xfrm>
              <a:custGeom>
                <a:rect b="b" l="l" r="r" t="t"/>
                <a:pathLst>
                  <a:path extrusionOk="0" h="3938940" w="3860438">
                    <a:moveTo>
                      <a:pt x="1862067" y="2433815"/>
                    </a:moveTo>
                    <a:lnTo>
                      <a:pt x="1970067" y="2433815"/>
                    </a:lnTo>
                    <a:lnTo>
                      <a:pt x="1970067" y="3362873"/>
                    </a:lnTo>
                    <a:lnTo>
                      <a:pt x="2004792" y="3362873"/>
                    </a:lnTo>
                    <a:lnTo>
                      <a:pt x="2004792" y="3650907"/>
                    </a:lnTo>
                    <a:cubicBezTo>
                      <a:pt x="2004792" y="3808349"/>
                      <a:pt x="1878374" y="3936619"/>
                      <a:pt x="1720949" y="3938909"/>
                    </a:cubicBezTo>
                    <a:cubicBezTo>
                      <a:pt x="1564029" y="3941192"/>
                      <a:pt x="1434265" y="3817458"/>
                      <a:pt x="1429045" y="3660794"/>
                    </a:cubicBezTo>
                    <a:lnTo>
                      <a:pt x="1428727" y="3660794"/>
                    </a:lnTo>
                    <a:lnTo>
                      <a:pt x="1428727" y="3588794"/>
                    </a:lnTo>
                    <a:cubicBezTo>
                      <a:pt x="1428727" y="3549029"/>
                      <a:pt x="1460962" y="3516794"/>
                      <a:pt x="1500727" y="3516794"/>
                    </a:cubicBezTo>
                    <a:lnTo>
                      <a:pt x="1536727" y="3516794"/>
                    </a:lnTo>
                    <a:cubicBezTo>
                      <a:pt x="1576492" y="3516794"/>
                      <a:pt x="1608727" y="3549029"/>
                      <a:pt x="1608727" y="3588794"/>
                    </a:cubicBezTo>
                    <a:lnTo>
                      <a:pt x="1608727" y="3654789"/>
                    </a:lnTo>
                    <a:cubicBezTo>
                      <a:pt x="1610687" y="3713589"/>
                      <a:pt x="1659418" y="3760001"/>
                      <a:pt x="1718334" y="3759144"/>
                    </a:cubicBezTo>
                    <a:cubicBezTo>
                      <a:pt x="1777498" y="3758284"/>
                      <a:pt x="1825008" y="3710077"/>
                      <a:pt x="1825008" y="3650907"/>
                    </a:cubicBezTo>
                    <a:lnTo>
                      <a:pt x="1824792" y="3650907"/>
                    </a:lnTo>
                    <a:lnTo>
                      <a:pt x="1824792" y="3362873"/>
                    </a:lnTo>
                    <a:lnTo>
                      <a:pt x="1862067" y="3362873"/>
                    </a:lnTo>
                    <a:close/>
                    <a:moveTo>
                      <a:pt x="1963773" y="341826"/>
                    </a:moveTo>
                    <a:cubicBezTo>
                      <a:pt x="2603866" y="1105515"/>
                      <a:pt x="2803203" y="1464631"/>
                      <a:pt x="2867684" y="2396069"/>
                    </a:cubicBezTo>
                    <a:cubicBezTo>
                      <a:pt x="2523234" y="2107144"/>
                      <a:pt x="2324834" y="2107144"/>
                      <a:pt x="1967684" y="2396069"/>
                    </a:cubicBezTo>
                    <a:cubicBezTo>
                      <a:pt x="1966380" y="1713514"/>
                      <a:pt x="1965077" y="1024381"/>
                      <a:pt x="1963773" y="341826"/>
                    </a:cubicBezTo>
                    <a:close/>
                    <a:moveTo>
                      <a:pt x="1882676" y="341826"/>
                    </a:moveTo>
                    <a:cubicBezTo>
                      <a:pt x="1881372" y="1024381"/>
                      <a:pt x="1880069" y="1713514"/>
                      <a:pt x="1878765" y="2396069"/>
                    </a:cubicBezTo>
                    <a:cubicBezTo>
                      <a:pt x="1521615" y="2107144"/>
                      <a:pt x="1323215" y="2107144"/>
                      <a:pt x="978765" y="2396069"/>
                    </a:cubicBezTo>
                    <a:cubicBezTo>
                      <a:pt x="1043246" y="1464631"/>
                      <a:pt x="1242583" y="1105515"/>
                      <a:pt x="1882676" y="341826"/>
                    </a:cubicBezTo>
                    <a:close/>
                    <a:moveTo>
                      <a:pt x="2058573" y="335248"/>
                    </a:moveTo>
                    <a:cubicBezTo>
                      <a:pt x="3026489" y="598978"/>
                      <a:pt x="3714825" y="1273857"/>
                      <a:pt x="3860438" y="2396070"/>
                    </a:cubicBezTo>
                    <a:cubicBezTo>
                      <a:pt x="3515988" y="2107145"/>
                      <a:pt x="3317588" y="2107145"/>
                      <a:pt x="2960438" y="2396070"/>
                    </a:cubicBezTo>
                    <a:cubicBezTo>
                      <a:pt x="2910892" y="1313327"/>
                      <a:pt x="2647549" y="1036442"/>
                      <a:pt x="2058573" y="335248"/>
                    </a:cubicBezTo>
                    <a:close/>
                    <a:moveTo>
                      <a:pt x="1801865" y="335248"/>
                    </a:moveTo>
                    <a:cubicBezTo>
                      <a:pt x="1212889" y="1036442"/>
                      <a:pt x="949546" y="1313327"/>
                      <a:pt x="900000" y="2396070"/>
                    </a:cubicBezTo>
                    <a:cubicBezTo>
                      <a:pt x="542850" y="2107145"/>
                      <a:pt x="344450" y="2107145"/>
                      <a:pt x="0" y="2396070"/>
                    </a:cubicBezTo>
                    <a:cubicBezTo>
                      <a:pt x="145613" y="1273857"/>
                      <a:pt x="833949" y="598978"/>
                      <a:pt x="1801865" y="335248"/>
                    </a:cubicBezTo>
                    <a:close/>
                    <a:moveTo>
                      <a:pt x="1902679" y="0"/>
                    </a:moveTo>
                    <a:lnTo>
                      <a:pt x="1929455" y="0"/>
                    </a:lnTo>
                    <a:lnTo>
                      <a:pt x="1970067" y="288000"/>
                    </a:lnTo>
                    <a:lnTo>
                      <a:pt x="1862067" y="288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460" name="Google Shape;3460;p59"/>
              <p:cNvSpPr/>
              <p:nvPr/>
            </p:nvSpPr>
            <p:spPr>
              <a:xfrm rot="-2129845">
                <a:off x="10110329" y="1972655"/>
                <a:ext cx="132806" cy="502999"/>
              </a:xfrm>
              <a:custGeom>
                <a:rect b="b" l="l" r="r" t="t"/>
                <a:pathLst>
                  <a:path extrusionOk="0" h="5014044" w="1323851">
                    <a:moveTo>
                      <a:pt x="797140" y="4503940"/>
                    </a:moveTo>
                    <a:cubicBezTo>
                      <a:pt x="732770" y="4439570"/>
                      <a:pt x="628407" y="4439570"/>
                      <a:pt x="564037" y="4503940"/>
                    </a:cubicBezTo>
                    <a:cubicBezTo>
                      <a:pt x="499667" y="4568310"/>
                      <a:pt x="499667" y="4672672"/>
                      <a:pt x="564037" y="4737042"/>
                    </a:cubicBezTo>
                    <a:cubicBezTo>
                      <a:pt x="628407" y="4801412"/>
                      <a:pt x="732770" y="4801413"/>
                      <a:pt x="797140" y="4737043"/>
                    </a:cubicBezTo>
                    <a:cubicBezTo>
                      <a:pt x="861510" y="4672673"/>
                      <a:pt x="861510" y="4568310"/>
                      <a:pt x="797140" y="4503940"/>
                    </a:cubicBezTo>
                    <a:close/>
                    <a:moveTo>
                      <a:pt x="1019859" y="4396571"/>
                    </a:moveTo>
                    <a:lnTo>
                      <a:pt x="1019859" y="4844408"/>
                    </a:lnTo>
                    <a:lnTo>
                      <a:pt x="680589" y="5014044"/>
                    </a:lnTo>
                    <a:lnTo>
                      <a:pt x="341319" y="4844409"/>
                    </a:lnTo>
                    <a:lnTo>
                      <a:pt x="341319" y="4396572"/>
                    </a:lnTo>
                    <a:lnTo>
                      <a:pt x="680589" y="4226937"/>
                    </a:lnTo>
                    <a:close/>
                    <a:moveTo>
                      <a:pt x="800624" y="237293"/>
                    </a:moveTo>
                    <a:cubicBezTo>
                      <a:pt x="730322" y="166991"/>
                      <a:pt x="616339" y="166991"/>
                      <a:pt x="546037" y="237293"/>
                    </a:cubicBezTo>
                    <a:cubicBezTo>
                      <a:pt x="475735" y="307595"/>
                      <a:pt x="475735" y="421577"/>
                      <a:pt x="546037" y="491879"/>
                    </a:cubicBezTo>
                    <a:cubicBezTo>
                      <a:pt x="616339" y="562181"/>
                      <a:pt x="730322" y="562181"/>
                      <a:pt x="800624" y="491879"/>
                    </a:cubicBezTo>
                    <a:cubicBezTo>
                      <a:pt x="870926" y="421577"/>
                      <a:pt x="870926" y="307595"/>
                      <a:pt x="800624" y="237293"/>
                    </a:cubicBezTo>
                    <a:close/>
                    <a:moveTo>
                      <a:pt x="1079384" y="68015"/>
                    </a:moveTo>
                    <a:cubicBezTo>
                      <a:pt x="1121407" y="110039"/>
                      <a:pt x="1147399" y="168093"/>
                      <a:pt x="1147399" y="232219"/>
                    </a:cubicBezTo>
                    <a:cubicBezTo>
                      <a:pt x="1147399" y="1159793"/>
                      <a:pt x="1034554" y="2087367"/>
                      <a:pt x="1023948" y="3014957"/>
                    </a:cubicBezTo>
                    <a:cubicBezTo>
                      <a:pt x="1133082" y="3060182"/>
                      <a:pt x="1235152" y="3127360"/>
                      <a:pt x="1323851" y="3216059"/>
                    </a:cubicBezTo>
                    <a:cubicBezTo>
                      <a:pt x="1689423" y="3581630"/>
                      <a:pt x="1689423" y="4174338"/>
                      <a:pt x="1323851" y="4539910"/>
                    </a:cubicBezTo>
                    <a:cubicBezTo>
                      <a:pt x="1261218" y="4602543"/>
                      <a:pt x="1191917" y="4654446"/>
                      <a:pt x="1117803" y="4694845"/>
                    </a:cubicBezTo>
                    <a:lnTo>
                      <a:pt x="1117303" y="3872699"/>
                    </a:lnTo>
                    <a:lnTo>
                      <a:pt x="684319" y="3565900"/>
                    </a:lnTo>
                    <a:lnTo>
                      <a:pt x="251709" y="3873225"/>
                    </a:lnTo>
                    <a:lnTo>
                      <a:pt x="252223" y="4718882"/>
                    </a:lnTo>
                    <a:cubicBezTo>
                      <a:pt x="160837" y="4675423"/>
                      <a:pt x="75567" y="4615476"/>
                      <a:pt x="0" y="4539910"/>
                    </a:cubicBezTo>
                    <a:cubicBezTo>
                      <a:pt x="-365571" y="4174338"/>
                      <a:pt x="-365571" y="3581630"/>
                      <a:pt x="0" y="3216059"/>
                    </a:cubicBezTo>
                    <a:cubicBezTo>
                      <a:pt x="100968" y="3115091"/>
                      <a:pt x="219261" y="3042010"/>
                      <a:pt x="345675" y="2997831"/>
                    </a:cubicBezTo>
                    <a:lnTo>
                      <a:pt x="211295" y="232219"/>
                    </a:lnTo>
                    <a:cubicBezTo>
                      <a:pt x="211295" y="103968"/>
                      <a:pt x="315263" y="0"/>
                      <a:pt x="443514" y="0"/>
                    </a:cubicBezTo>
                    <a:lnTo>
                      <a:pt x="915180" y="0"/>
                    </a:lnTo>
                    <a:cubicBezTo>
                      <a:pt x="979305" y="0"/>
                      <a:pt x="1037360" y="25992"/>
                      <a:pt x="1079384" y="680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461" name="Google Shape;3461;p59"/>
              <p:cNvSpPr/>
              <p:nvPr/>
            </p:nvSpPr>
            <p:spPr>
              <a:xfrm rot="-8100000">
                <a:off x="9503918" y="5364438"/>
                <a:ext cx="71616" cy="502304"/>
              </a:xfrm>
              <a:custGeom>
                <a:rect b="b" l="l" r="r" t="t"/>
                <a:pathLst>
                  <a:path extrusionOk="0" h="460327" w="65631">
                    <a:moveTo>
                      <a:pt x="42919" y="215685"/>
                    </a:moveTo>
                    <a:lnTo>
                      <a:pt x="22708" y="215685"/>
                    </a:lnTo>
                    <a:lnTo>
                      <a:pt x="0" y="185855"/>
                    </a:lnTo>
                    <a:lnTo>
                      <a:pt x="3" y="185856"/>
                    </a:lnTo>
                    <a:lnTo>
                      <a:pt x="3" y="32814"/>
                    </a:lnTo>
                    <a:cubicBezTo>
                      <a:pt x="3" y="14690"/>
                      <a:pt x="14694" y="0"/>
                      <a:pt x="32817" y="0"/>
                    </a:cubicBezTo>
                    <a:cubicBezTo>
                      <a:pt x="50940" y="0"/>
                      <a:pt x="65631" y="14690"/>
                      <a:pt x="65631" y="32814"/>
                    </a:cubicBezTo>
                    <a:lnTo>
                      <a:pt x="65631" y="185856"/>
                    </a:lnTo>
                    <a:lnTo>
                      <a:pt x="65626" y="185856"/>
                    </a:lnTo>
                    <a:close/>
                    <a:moveTo>
                      <a:pt x="57234" y="460327"/>
                    </a:moveTo>
                    <a:lnTo>
                      <a:pt x="11300" y="460327"/>
                    </a:lnTo>
                    <a:lnTo>
                      <a:pt x="11300" y="366559"/>
                    </a:lnTo>
                    <a:cubicBezTo>
                      <a:pt x="13577" y="349655"/>
                      <a:pt x="25635" y="358815"/>
                      <a:pt x="25452" y="346112"/>
                    </a:cubicBezTo>
                    <a:cubicBezTo>
                      <a:pt x="25288" y="302926"/>
                      <a:pt x="25124" y="259739"/>
                      <a:pt x="24960" y="216553"/>
                    </a:cubicBezTo>
                    <a:lnTo>
                      <a:pt x="42858" y="216553"/>
                    </a:lnTo>
                    <a:cubicBezTo>
                      <a:pt x="42694" y="259576"/>
                      <a:pt x="42530" y="302598"/>
                      <a:pt x="42366" y="345621"/>
                    </a:cubicBezTo>
                    <a:cubicBezTo>
                      <a:pt x="39843" y="359799"/>
                      <a:pt x="54756" y="347441"/>
                      <a:pt x="57234" y="36655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462" name="Google Shape;3462;p59"/>
              <p:cNvSpPr/>
              <p:nvPr/>
            </p:nvSpPr>
            <p:spPr>
              <a:xfrm>
                <a:off x="10146073" y="5282722"/>
                <a:ext cx="141778" cy="392828"/>
              </a:xfrm>
              <a:custGeom>
                <a:rect b="b" l="l" r="r" t="t"/>
                <a:pathLst>
                  <a:path extrusionOk="0" h="3871427" w="1397263">
                    <a:moveTo>
                      <a:pt x="698631" y="1778701"/>
                    </a:moveTo>
                    <a:cubicBezTo>
                      <a:pt x="609151" y="1778701"/>
                      <a:pt x="536613" y="1851239"/>
                      <a:pt x="536613" y="1940719"/>
                    </a:cubicBezTo>
                    <a:cubicBezTo>
                      <a:pt x="536613" y="2030199"/>
                      <a:pt x="609151" y="2102737"/>
                      <a:pt x="698631" y="2102737"/>
                    </a:cubicBezTo>
                    <a:cubicBezTo>
                      <a:pt x="788111" y="2102737"/>
                      <a:pt x="860649" y="2030199"/>
                      <a:pt x="860649" y="1940719"/>
                    </a:cubicBezTo>
                    <a:cubicBezTo>
                      <a:pt x="860649" y="1851239"/>
                      <a:pt x="788111" y="1778701"/>
                      <a:pt x="698631" y="1778701"/>
                    </a:cubicBezTo>
                    <a:close/>
                    <a:moveTo>
                      <a:pt x="999594" y="0"/>
                    </a:moveTo>
                    <a:lnTo>
                      <a:pt x="1321063" y="0"/>
                    </a:lnTo>
                    <a:lnTo>
                      <a:pt x="1390119" y="95250"/>
                    </a:lnTo>
                    <a:cubicBezTo>
                      <a:pt x="1392500" y="284956"/>
                      <a:pt x="1394882" y="474663"/>
                      <a:pt x="1397263" y="664369"/>
                    </a:cubicBezTo>
                    <a:lnTo>
                      <a:pt x="1256769" y="833438"/>
                    </a:lnTo>
                    <a:lnTo>
                      <a:pt x="921013" y="978694"/>
                    </a:lnTo>
                    <a:lnTo>
                      <a:pt x="913199" y="978651"/>
                    </a:lnTo>
                    <a:lnTo>
                      <a:pt x="913199" y="1700779"/>
                    </a:lnTo>
                    <a:cubicBezTo>
                      <a:pt x="979823" y="1759212"/>
                      <a:pt x="1021211" y="1845132"/>
                      <a:pt x="1021211" y="1940719"/>
                    </a:cubicBezTo>
                    <a:cubicBezTo>
                      <a:pt x="1021211" y="2036306"/>
                      <a:pt x="979823" y="2122226"/>
                      <a:pt x="913199" y="2180659"/>
                    </a:cubicBezTo>
                    <a:lnTo>
                      <a:pt x="913199" y="2896482"/>
                    </a:lnTo>
                    <a:lnTo>
                      <a:pt x="1238250" y="3021320"/>
                    </a:lnTo>
                    <a:lnTo>
                      <a:pt x="1390650" y="3199914"/>
                    </a:lnTo>
                    <a:lnTo>
                      <a:pt x="1393032" y="3764270"/>
                    </a:lnTo>
                    <a:lnTo>
                      <a:pt x="1316832" y="3869045"/>
                    </a:lnTo>
                    <a:lnTo>
                      <a:pt x="997744" y="3869045"/>
                    </a:lnTo>
                    <a:lnTo>
                      <a:pt x="995363" y="3276114"/>
                    </a:lnTo>
                    <a:lnTo>
                      <a:pt x="700088" y="3111808"/>
                    </a:lnTo>
                    <a:lnTo>
                      <a:pt x="409575" y="3288020"/>
                    </a:lnTo>
                    <a:lnTo>
                      <a:pt x="397669" y="3871427"/>
                    </a:lnTo>
                    <a:lnTo>
                      <a:pt x="76200" y="3871427"/>
                    </a:lnTo>
                    <a:lnTo>
                      <a:pt x="7144" y="3776177"/>
                    </a:lnTo>
                    <a:cubicBezTo>
                      <a:pt x="4763" y="3586471"/>
                      <a:pt x="2381" y="3396764"/>
                      <a:pt x="0" y="3207058"/>
                    </a:cubicBezTo>
                    <a:lnTo>
                      <a:pt x="140494" y="3037989"/>
                    </a:lnTo>
                    <a:lnTo>
                      <a:pt x="476250" y="2892733"/>
                    </a:lnTo>
                    <a:lnTo>
                      <a:pt x="481151" y="2892760"/>
                    </a:lnTo>
                    <a:lnTo>
                      <a:pt x="481151" y="2180659"/>
                    </a:lnTo>
                    <a:cubicBezTo>
                      <a:pt x="414527" y="2122226"/>
                      <a:pt x="373139" y="2036306"/>
                      <a:pt x="373139" y="1940719"/>
                    </a:cubicBezTo>
                    <a:cubicBezTo>
                      <a:pt x="373139" y="1845132"/>
                      <a:pt x="414527" y="1759212"/>
                      <a:pt x="481151" y="1700779"/>
                    </a:cubicBezTo>
                    <a:lnTo>
                      <a:pt x="481151" y="973827"/>
                    </a:lnTo>
                    <a:lnTo>
                      <a:pt x="159013" y="850107"/>
                    </a:lnTo>
                    <a:lnTo>
                      <a:pt x="6613" y="671513"/>
                    </a:lnTo>
                    <a:lnTo>
                      <a:pt x="4231" y="107157"/>
                    </a:lnTo>
                    <a:lnTo>
                      <a:pt x="80431" y="2382"/>
                    </a:lnTo>
                    <a:lnTo>
                      <a:pt x="399519" y="2382"/>
                    </a:lnTo>
                    <a:cubicBezTo>
                      <a:pt x="400313" y="198438"/>
                      <a:pt x="401106" y="396875"/>
                      <a:pt x="401900" y="595313"/>
                    </a:cubicBezTo>
                    <a:lnTo>
                      <a:pt x="697175" y="759619"/>
                    </a:lnTo>
                    <a:lnTo>
                      <a:pt x="987688" y="583407"/>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463" name="Google Shape;3463;p59"/>
              <p:cNvSpPr/>
              <p:nvPr/>
            </p:nvSpPr>
            <p:spPr>
              <a:xfrm rot="10800000">
                <a:off x="9233259" y="1922064"/>
                <a:ext cx="351266" cy="351266"/>
              </a:xfrm>
              <a:custGeom>
                <a:rect b="b" l="l" r="r" t="t"/>
                <a:pathLst>
                  <a:path extrusionOk="0" h="3915008" w="3982665">
                    <a:moveTo>
                      <a:pt x="0" y="2664000"/>
                    </a:moveTo>
                    <a:lnTo>
                      <a:pt x="1911318" y="72000"/>
                    </a:lnTo>
                    <a:lnTo>
                      <a:pt x="1142725" y="2655962"/>
                    </a:lnTo>
                    <a:close/>
                    <a:moveTo>
                      <a:pt x="3982665" y="2664000"/>
                    </a:moveTo>
                    <a:lnTo>
                      <a:pt x="2839940" y="2655962"/>
                    </a:lnTo>
                    <a:lnTo>
                      <a:pt x="2071347" y="72000"/>
                    </a:lnTo>
                    <a:close/>
                    <a:moveTo>
                      <a:pt x="2621333" y="2664000"/>
                    </a:moveTo>
                    <a:lnTo>
                      <a:pt x="1361333" y="2664000"/>
                    </a:lnTo>
                    <a:lnTo>
                      <a:pt x="1991333" y="0"/>
                    </a:lnTo>
                    <a:close/>
                    <a:moveTo>
                      <a:pt x="1806654" y="3915007"/>
                    </a:moveTo>
                    <a:lnTo>
                      <a:pt x="726654" y="3915007"/>
                    </a:lnTo>
                    <a:lnTo>
                      <a:pt x="1266654" y="2835007"/>
                    </a:lnTo>
                    <a:close/>
                    <a:moveTo>
                      <a:pt x="555902" y="3915008"/>
                    </a:moveTo>
                    <a:lnTo>
                      <a:pt x="15902" y="2835008"/>
                    </a:lnTo>
                    <a:lnTo>
                      <a:pt x="1095902" y="2835008"/>
                    </a:lnTo>
                    <a:close/>
                    <a:moveTo>
                      <a:pt x="1977406" y="3915008"/>
                    </a:moveTo>
                    <a:lnTo>
                      <a:pt x="1437406" y="2835008"/>
                    </a:lnTo>
                    <a:lnTo>
                      <a:pt x="2517406" y="2835008"/>
                    </a:lnTo>
                    <a:close/>
                    <a:moveTo>
                      <a:pt x="3228158" y="3915008"/>
                    </a:moveTo>
                    <a:lnTo>
                      <a:pt x="2148158" y="3915008"/>
                    </a:lnTo>
                    <a:lnTo>
                      <a:pt x="2688158" y="2835008"/>
                    </a:lnTo>
                    <a:close/>
                    <a:moveTo>
                      <a:pt x="3398910" y="3915008"/>
                    </a:moveTo>
                    <a:lnTo>
                      <a:pt x="2858910" y="2835008"/>
                    </a:lnTo>
                    <a:lnTo>
                      <a:pt x="3938910" y="2835008"/>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464" name="Google Shape;3464;p59"/>
              <p:cNvSpPr/>
              <p:nvPr/>
            </p:nvSpPr>
            <p:spPr>
              <a:xfrm>
                <a:off x="8136976" y="5049647"/>
                <a:ext cx="351266" cy="351266"/>
              </a:xfrm>
              <a:custGeom>
                <a:rect b="b" l="l" r="r" t="t"/>
                <a:pathLst>
                  <a:path extrusionOk="0" h="3954781" w="3928707">
                    <a:moveTo>
                      <a:pt x="2773336" y="2238726"/>
                    </a:moveTo>
                    <a:cubicBezTo>
                      <a:pt x="2746826" y="2238726"/>
                      <a:pt x="2725335" y="2260217"/>
                      <a:pt x="2725335" y="2286727"/>
                    </a:cubicBezTo>
                    <a:lnTo>
                      <a:pt x="2725335" y="2478725"/>
                    </a:lnTo>
                    <a:cubicBezTo>
                      <a:pt x="2725335" y="2505235"/>
                      <a:pt x="2746826" y="2526726"/>
                      <a:pt x="2773336" y="2526726"/>
                    </a:cubicBezTo>
                    <a:lnTo>
                      <a:pt x="2965334" y="2526726"/>
                    </a:lnTo>
                    <a:cubicBezTo>
                      <a:pt x="2991844" y="2526726"/>
                      <a:pt x="3013335" y="2505235"/>
                      <a:pt x="3013335" y="2478725"/>
                    </a:cubicBezTo>
                    <a:lnTo>
                      <a:pt x="3013335" y="2286727"/>
                    </a:lnTo>
                    <a:cubicBezTo>
                      <a:pt x="3013335" y="2260217"/>
                      <a:pt x="2991844" y="2238726"/>
                      <a:pt x="2965334" y="2238726"/>
                    </a:cubicBezTo>
                    <a:close/>
                    <a:moveTo>
                      <a:pt x="2313922" y="2238726"/>
                    </a:moveTo>
                    <a:cubicBezTo>
                      <a:pt x="2287412" y="2238726"/>
                      <a:pt x="2265921" y="2260217"/>
                      <a:pt x="2265921" y="2286727"/>
                    </a:cubicBezTo>
                    <a:lnTo>
                      <a:pt x="2265921" y="2478725"/>
                    </a:lnTo>
                    <a:cubicBezTo>
                      <a:pt x="2265921" y="2505235"/>
                      <a:pt x="2287412" y="2526726"/>
                      <a:pt x="2313922" y="2526726"/>
                    </a:cubicBezTo>
                    <a:lnTo>
                      <a:pt x="2505920" y="2526726"/>
                    </a:lnTo>
                    <a:cubicBezTo>
                      <a:pt x="2532430" y="2526726"/>
                      <a:pt x="2553921" y="2505235"/>
                      <a:pt x="2553921" y="2478725"/>
                    </a:cubicBezTo>
                    <a:lnTo>
                      <a:pt x="2553921" y="2286727"/>
                    </a:lnTo>
                    <a:cubicBezTo>
                      <a:pt x="2553921" y="2260217"/>
                      <a:pt x="2532430" y="2238726"/>
                      <a:pt x="2505920" y="2238726"/>
                    </a:cubicBezTo>
                    <a:close/>
                    <a:moveTo>
                      <a:pt x="1854508" y="2238726"/>
                    </a:moveTo>
                    <a:cubicBezTo>
                      <a:pt x="1827998" y="2238726"/>
                      <a:pt x="1806507" y="2260217"/>
                      <a:pt x="1806507" y="2286727"/>
                    </a:cubicBezTo>
                    <a:lnTo>
                      <a:pt x="1806507" y="2478725"/>
                    </a:lnTo>
                    <a:cubicBezTo>
                      <a:pt x="1806507" y="2505235"/>
                      <a:pt x="1827998" y="2526726"/>
                      <a:pt x="1854508" y="2526726"/>
                    </a:cubicBezTo>
                    <a:lnTo>
                      <a:pt x="2046506" y="2526726"/>
                    </a:lnTo>
                    <a:cubicBezTo>
                      <a:pt x="2073016" y="2526726"/>
                      <a:pt x="2094507" y="2505235"/>
                      <a:pt x="2094507" y="2478725"/>
                    </a:cubicBezTo>
                    <a:lnTo>
                      <a:pt x="2094507" y="2286727"/>
                    </a:lnTo>
                    <a:cubicBezTo>
                      <a:pt x="2094507" y="2260217"/>
                      <a:pt x="2073016" y="2238726"/>
                      <a:pt x="2046506" y="2238726"/>
                    </a:cubicBezTo>
                    <a:close/>
                    <a:moveTo>
                      <a:pt x="879732" y="2133675"/>
                    </a:moveTo>
                    <a:cubicBezTo>
                      <a:pt x="767330" y="2133675"/>
                      <a:pt x="676210" y="2224795"/>
                      <a:pt x="676210" y="2337197"/>
                    </a:cubicBezTo>
                    <a:cubicBezTo>
                      <a:pt x="676210" y="2449599"/>
                      <a:pt x="767330" y="2540719"/>
                      <a:pt x="879732" y="2540719"/>
                    </a:cubicBezTo>
                    <a:cubicBezTo>
                      <a:pt x="956121" y="2540719"/>
                      <a:pt x="1022681" y="2498634"/>
                      <a:pt x="1054808" y="2434886"/>
                    </a:cubicBezTo>
                    <a:lnTo>
                      <a:pt x="1469273" y="2434887"/>
                    </a:lnTo>
                    <a:cubicBezTo>
                      <a:pt x="1529381" y="2434887"/>
                      <a:pt x="1578108" y="2386160"/>
                      <a:pt x="1578108" y="2326052"/>
                    </a:cubicBezTo>
                    <a:cubicBezTo>
                      <a:pt x="1578108" y="2265944"/>
                      <a:pt x="1529381" y="2217217"/>
                      <a:pt x="1469273" y="2217217"/>
                    </a:cubicBezTo>
                    <a:lnTo>
                      <a:pt x="1039779" y="2217217"/>
                    </a:lnTo>
                    <a:cubicBezTo>
                      <a:pt x="1005455" y="2165662"/>
                      <a:pt x="946329" y="2133675"/>
                      <a:pt x="879732" y="2133675"/>
                    </a:cubicBezTo>
                    <a:close/>
                    <a:moveTo>
                      <a:pt x="2773336" y="1699178"/>
                    </a:moveTo>
                    <a:cubicBezTo>
                      <a:pt x="2746826" y="1699178"/>
                      <a:pt x="2725335" y="1720669"/>
                      <a:pt x="2725335" y="1747179"/>
                    </a:cubicBezTo>
                    <a:lnTo>
                      <a:pt x="2725335" y="1939177"/>
                    </a:lnTo>
                    <a:cubicBezTo>
                      <a:pt x="2725335" y="1965687"/>
                      <a:pt x="2746826" y="1987178"/>
                      <a:pt x="2773336" y="1987178"/>
                    </a:cubicBezTo>
                    <a:lnTo>
                      <a:pt x="2965334" y="1987178"/>
                    </a:lnTo>
                    <a:cubicBezTo>
                      <a:pt x="2991844" y="1987178"/>
                      <a:pt x="3013335" y="1965687"/>
                      <a:pt x="3013335" y="1939177"/>
                    </a:cubicBezTo>
                    <a:lnTo>
                      <a:pt x="3013335" y="1747179"/>
                    </a:lnTo>
                    <a:cubicBezTo>
                      <a:pt x="3013335" y="1720669"/>
                      <a:pt x="2991844" y="1699178"/>
                      <a:pt x="2965334" y="1699178"/>
                    </a:cubicBezTo>
                    <a:close/>
                    <a:moveTo>
                      <a:pt x="2313922" y="1699178"/>
                    </a:moveTo>
                    <a:cubicBezTo>
                      <a:pt x="2287412" y="1699178"/>
                      <a:pt x="2265921" y="1720669"/>
                      <a:pt x="2265921" y="1747179"/>
                    </a:cubicBezTo>
                    <a:lnTo>
                      <a:pt x="2265921" y="1939177"/>
                    </a:lnTo>
                    <a:cubicBezTo>
                      <a:pt x="2265921" y="1965687"/>
                      <a:pt x="2287412" y="1987178"/>
                      <a:pt x="2313922" y="1987178"/>
                    </a:cubicBezTo>
                    <a:lnTo>
                      <a:pt x="2505920" y="1987178"/>
                    </a:lnTo>
                    <a:cubicBezTo>
                      <a:pt x="2532430" y="1987178"/>
                      <a:pt x="2553921" y="1965687"/>
                      <a:pt x="2553921" y="1939177"/>
                    </a:cubicBezTo>
                    <a:lnTo>
                      <a:pt x="2553921" y="1747179"/>
                    </a:lnTo>
                    <a:cubicBezTo>
                      <a:pt x="2553921" y="1720669"/>
                      <a:pt x="2532430" y="1699178"/>
                      <a:pt x="2505920" y="1699178"/>
                    </a:cubicBezTo>
                    <a:close/>
                    <a:moveTo>
                      <a:pt x="1854508" y="1699178"/>
                    </a:moveTo>
                    <a:cubicBezTo>
                      <a:pt x="1827998" y="1699178"/>
                      <a:pt x="1806507" y="1720669"/>
                      <a:pt x="1806507" y="1747179"/>
                    </a:cubicBezTo>
                    <a:lnTo>
                      <a:pt x="1806507" y="1939177"/>
                    </a:lnTo>
                    <a:cubicBezTo>
                      <a:pt x="1806507" y="1965687"/>
                      <a:pt x="1827998" y="1987178"/>
                      <a:pt x="1854508" y="1987178"/>
                    </a:cubicBezTo>
                    <a:lnTo>
                      <a:pt x="2046506" y="1987178"/>
                    </a:lnTo>
                    <a:cubicBezTo>
                      <a:pt x="2073016" y="1987178"/>
                      <a:pt x="2094507" y="1965687"/>
                      <a:pt x="2094507" y="1939177"/>
                    </a:cubicBezTo>
                    <a:lnTo>
                      <a:pt x="2094507" y="1747179"/>
                    </a:lnTo>
                    <a:cubicBezTo>
                      <a:pt x="2094507" y="1720669"/>
                      <a:pt x="2073016" y="1699178"/>
                      <a:pt x="2046506" y="1699178"/>
                    </a:cubicBezTo>
                    <a:close/>
                    <a:moveTo>
                      <a:pt x="1035948" y="1186216"/>
                    </a:moveTo>
                    <a:cubicBezTo>
                      <a:pt x="1165960" y="1186216"/>
                      <a:pt x="1271356" y="1291612"/>
                      <a:pt x="1271356" y="1421624"/>
                    </a:cubicBezTo>
                    <a:cubicBezTo>
                      <a:pt x="1271356" y="1551636"/>
                      <a:pt x="1165960" y="1657032"/>
                      <a:pt x="1035948" y="1657032"/>
                    </a:cubicBezTo>
                    <a:cubicBezTo>
                      <a:pt x="905936" y="1657032"/>
                      <a:pt x="800540" y="1551636"/>
                      <a:pt x="800540" y="1421624"/>
                    </a:cubicBezTo>
                    <a:cubicBezTo>
                      <a:pt x="800540" y="1291612"/>
                      <a:pt x="905936" y="1186216"/>
                      <a:pt x="1035948" y="1186216"/>
                    </a:cubicBezTo>
                    <a:close/>
                    <a:moveTo>
                      <a:pt x="2773336" y="1159631"/>
                    </a:moveTo>
                    <a:cubicBezTo>
                      <a:pt x="2746826" y="1159631"/>
                      <a:pt x="2725335" y="1181122"/>
                      <a:pt x="2725335" y="1207632"/>
                    </a:cubicBezTo>
                    <a:lnTo>
                      <a:pt x="2725335" y="1399630"/>
                    </a:lnTo>
                    <a:cubicBezTo>
                      <a:pt x="2725335" y="1426140"/>
                      <a:pt x="2746826" y="1447631"/>
                      <a:pt x="2773336" y="1447631"/>
                    </a:cubicBezTo>
                    <a:lnTo>
                      <a:pt x="2965334" y="1447631"/>
                    </a:lnTo>
                    <a:cubicBezTo>
                      <a:pt x="2991844" y="1447631"/>
                      <a:pt x="3013335" y="1426140"/>
                      <a:pt x="3013335" y="1399630"/>
                    </a:cubicBezTo>
                    <a:lnTo>
                      <a:pt x="3013335" y="1207632"/>
                    </a:lnTo>
                    <a:cubicBezTo>
                      <a:pt x="3013335" y="1181122"/>
                      <a:pt x="2991844" y="1159631"/>
                      <a:pt x="2965334" y="1159631"/>
                    </a:cubicBezTo>
                    <a:close/>
                    <a:moveTo>
                      <a:pt x="2313922" y="1159631"/>
                    </a:moveTo>
                    <a:cubicBezTo>
                      <a:pt x="2287412" y="1159631"/>
                      <a:pt x="2265921" y="1181122"/>
                      <a:pt x="2265921" y="1207632"/>
                    </a:cubicBezTo>
                    <a:lnTo>
                      <a:pt x="2265921" y="1399630"/>
                    </a:lnTo>
                    <a:cubicBezTo>
                      <a:pt x="2265921" y="1426140"/>
                      <a:pt x="2287412" y="1447631"/>
                      <a:pt x="2313922" y="1447631"/>
                    </a:cubicBezTo>
                    <a:lnTo>
                      <a:pt x="2505920" y="1447631"/>
                    </a:lnTo>
                    <a:cubicBezTo>
                      <a:pt x="2532430" y="1447631"/>
                      <a:pt x="2553921" y="1426140"/>
                      <a:pt x="2553921" y="1399630"/>
                    </a:cubicBezTo>
                    <a:lnTo>
                      <a:pt x="2553921" y="1207632"/>
                    </a:lnTo>
                    <a:cubicBezTo>
                      <a:pt x="2553921" y="1181122"/>
                      <a:pt x="2532430" y="1159631"/>
                      <a:pt x="2505920" y="1159631"/>
                    </a:cubicBezTo>
                    <a:close/>
                    <a:moveTo>
                      <a:pt x="1854508" y="1159631"/>
                    </a:moveTo>
                    <a:cubicBezTo>
                      <a:pt x="1827998" y="1159631"/>
                      <a:pt x="1806507" y="1181122"/>
                      <a:pt x="1806507" y="1207632"/>
                    </a:cubicBezTo>
                    <a:lnTo>
                      <a:pt x="1806507" y="1399630"/>
                    </a:lnTo>
                    <a:cubicBezTo>
                      <a:pt x="1806507" y="1426140"/>
                      <a:pt x="1827998" y="1447631"/>
                      <a:pt x="1854508" y="1447631"/>
                    </a:cubicBezTo>
                    <a:lnTo>
                      <a:pt x="2046506" y="1447631"/>
                    </a:lnTo>
                    <a:cubicBezTo>
                      <a:pt x="2073016" y="1447631"/>
                      <a:pt x="2094507" y="1426140"/>
                      <a:pt x="2094507" y="1399630"/>
                    </a:cubicBezTo>
                    <a:lnTo>
                      <a:pt x="2094507" y="1207632"/>
                    </a:lnTo>
                    <a:cubicBezTo>
                      <a:pt x="2094507" y="1181122"/>
                      <a:pt x="2073016" y="1159631"/>
                      <a:pt x="2046506" y="1159631"/>
                    </a:cubicBezTo>
                    <a:close/>
                    <a:moveTo>
                      <a:pt x="1035947" y="1097587"/>
                    </a:moveTo>
                    <a:cubicBezTo>
                      <a:pt x="856987" y="1097587"/>
                      <a:pt x="711911" y="1242663"/>
                      <a:pt x="711911" y="1421623"/>
                    </a:cubicBezTo>
                    <a:cubicBezTo>
                      <a:pt x="711911" y="1600583"/>
                      <a:pt x="856987" y="1745659"/>
                      <a:pt x="1035947" y="1745659"/>
                    </a:cubicBezTo>
                    <a:cubicBezTo>
                      <a:pt x="1214907" y="1745659"/>
                      <a:pt x="1359983" y="1600583"/>
                      <a:pt x="1359983" y="1421623"/>
                    </a:cubicBezTo>
                    <a:cubicBezTo>
                      <a:pt x="1359983" y="1242663"/>
                      <a:pt x="1214907" y="1097587"/>
                      <a:pt x="1035947" y="1097587"/>
                    </a:cubicBezTo>
                    <a:close/>
                    <a:moveTo>
                      <a:pt x="593124" y="376367"/>
                    </a:moveTo>
                    <a:lnTo>
                      <a:pt x="3225543" y="376367"/>
                    </a:lnTo>
                    <a:cubicBezTo>
                      <a:pt x="3328637" y="376367"/>
                      <a:pt x="3412211" y="459941"/>
                      <a:pt x="3412211" y="563035"/>
                    </a:cubicBezTo>
                    <a:lnTo>
                      <a:pt x="3412211" y="3074837"/>
                    </a:lnTo>
                    <a:cubicBezTo>
                      <a:pt x="3412211" y="3177931"/>
                      <a:pt x="3328637" y="3261505"/>
                      <a:pt x="3225543" y="3261505"/>
                    </a:cubicBezTo>
                    <a:lnTo>
                      <a:pt x="593124" y="3261505"/>
                    </a:lnTo>
                    <a:cubicBezTo>
                      <a:pt x="490030" y="3261505"/>
                      <a:pt x="406456" y="3177931"/>
                      <a:pt x="406456" y="3074837"/>
                    </a:cubicBezTo>
                    <a:lnTo>
                      <a:pt x="406456" y="563035"/>
                    </a:lnTo>
                    <a:cubicBezTo>
                      <a:pt x="406456" y="459941"/>
                      <a:pt x="490030" y="376367"/>
                      <a:pt x="593124" y="376367"/>
                    </a:cubicBezTo>
                    <a:close/>
                    <a:moveTo>
                      <a:pt x="466365" y="263607"/>
                    </a:moveTo>
                    <a:cubicBezTo>
                      <a:pt x="353740" y="263607"/>
                      <a:pt x="262440" y="354907"/>
                      <a:pt x="262440" y="467532"/>
                    </a:cubicBezTo>
                    <a:lnTo>
                      <a:pt x="262440" y="3211530"/>
                    </a:lnTo>
                    <a:cubicBezTo>
                      <a:pt x="262440" y="3324155"/>
                      <a:pt x="353740" y="3415455"/>
                      <a:pt x="466365" y="3415455"/>
                    </a:cubicBezTo>
                    <a:lnTo>
                      <a:pt x="3352302" y="3415455"/>
                    </a:lnTo>
                    <a:cubicBezTo>
                      <a:pt x="3464927" y="3415455"/>
                      <a:pt x="3556227" y="3324155"/>
                      <a:pt x="3556227" y="3211530"/>
                    </a:cubicBezTo>
                    <a:lnTo>
                      <a:pt x="3556227" y="2945906"/>
                    </a:lnTo>
                    <a:lnTo>
                      <a:pt x="3604113" y="2945906"/>
                    </a:lnTo>
                    <a:cubicBezTo>
                      <a:pt x="3647262" y="2945906"/>
                      <a:pt x="3682241" y="2910927"/>
                      <a:pt x="3682241" y="2867778"/>
                    </a:cubicBezTo>
                    <a:lnTo>
                      <a:pt x="3682241" y="2555278"/>
                    </a:lnTo>
                    <a:cubicBezTo>
                      <a:pt x="3682241" y="2512129"/>
                      <a:pt x="3647262" y="2477150"/>
                      <a:pt x="3604113" y="2477150"/>
                    </a:cubicBezTo>
                    <a:lnTo>
                      <a:pt x="3556227" y="2477150"/>
                    </a:lnTo>
                    <a:lnTo>
                      <a:pt x="3556227" y="1181006"/>
                    </a:lnTo>
                    <a:lnTo>
                      <a:pt x="3604113" y="1181006"/>
                    </a:lnTo>
                    <a:cubicBezTo>
                      <a:pt x="3647262" y="1181006"/>
                      <a:pt x="3682241" y="1146027"/>
                      <a:pt x="3682241" y="1102878"/>
                    </a:cubicBezTo>
                    <a:lnTo>
                      <a:pt x="3682241" y="790378"/>
                    </a:lnTo>
                    <a:cubicBezTo>
                      <a:pt x="3682241" y="747229"/>
                      <a:pt x="3647262" y="712250"/>
                      <a:pt x="3604113" y="712250"/>
                    </a:cubicBezTo>
                    <a:lnTo>
                      <a:pt x="3556227" y="712250"/>
                    </a:lnTo>
                    <a:lnTo>
                      <a:pt x="3556227" y="467532"/>
                    </a:lnTo>
                    <a:cubicBezTo>
                      <a:pt x="3556227" y="354907"/>
                      <a:pt x="3464927" y="263607"/>
                      <a:pt x="3352302" y="263607"/>
                    </a:cubicBezTo>
                    <a:close/>
                    <a:moveTo>
                      <a:pt x="235370" y="0"/>
                    </a:moveTo>
                    <a:lnTo>
                      <a:pt x="3693337" y="0"/>
                    </a:lnTo>
                    <a:cubicBezTo>
                      <a:pt x="3823328" y="0"/>
                      <a:pt x="3928707" y="105379"/>
                      <a:pt x="3928707" y="235370"/>
                    </a:cubicBezTo>
                    <a:lnTo>
                      <a:pt x="3928707" y="3402502"/>
                    </a:lnTo>
                    <a:cubicBezTo>
                      <a:pt x="3928707" y="3485210"/>
                      <a:pt x="3886047" y="3557954"/>
                      <a:pt x="3821334" y="3599629"/>
                    </a:cubicBezTo>
                    <a:lnTo>
                      <a:pt x="3732546" y="3954781"/>
                    </a:lnTo>
                    <a:lnTo>
                      <a:pt x="2998166" y="3954781"/>
                    </a:lnTo>
                    <a:lnTo>
                      <a:pt x="2918939" y="3637872"/>
                    </a:lnTo>
                    <a:lnTo>
                      <a:pt x="1025164" y="3637872"/>
                    </a:lnTo>
                    <a:lnTo>
                      <a:pt x="945937" y="3954781"/>
                    </a:lnTo>
                    <a:lnTo>
                      <a:pt x="211557" y="3954781"/>
                    </a:lnTo>
                    <a:lnTo>
                      <a:pt x="125186" y="3609298"/>
                    </a:lnTo>
                    <a:cubicBezTo>
                      <a:pt x="50483" y="3570656"/>
                      <a:pt x="0" y="3492475"/>
                      <a:pt x="0" y="3402502"/>
                    </a:cubicBezTo>
                    <a:lnTo>
                      <a:pt x="0" y="235370"/>
                    </a:lnTo>
                    <a:cubicBezTo>
                      <a:pt x="0" y="105379"/>
                      <a:pt x="105379" y="0"/>
                      <a:pt x="23537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465" name="Google Shape;3465;p59"/>
              <p:cNvSpPr/>
              <p:nvPr/>
            </p:nvSpPr>
            <p:spPr>
              <a:xfrm>
                <a:off x="9626515" y="1969444"/>
                <a:ext cx="330976" cy="339180"/>
              </a:xfrm>
              <a:custGeom>
                <a:rect b="b" l="l" r="r" t="t"/>
                <a:pathLst>
                  <a:path extrusionOk="0" h="3984815" w="3888432">
                    <a:moveTo>
                      <a:pt x="3131805" y="2156163"/>
                    </a:moveTo>
                    <a:lnTo>
                      <a:pt x="3132791" y="2156712"/>
                    </a:lnTo>
                    <a:lnTo>
                      <a:pt x="3132791" y="3458037"/>
                    </a:lnTo>
                    <a:lnTo>
                      <a:pt x="2592791" y="3458037"/>
                    </a:lnTo>
                    <a:lnTo>
                      <a:pt x="2592791" y="2392416"/>
                    </a:lnTo>
                    <a:lnTo>
                      <a:pt x="3131805" y="2392416"/>
                    </a:lnTo>
                    <a:close/>
                    <a:moveTo>
                      <a:pt x="1894806" y="1447696"/>
                    </a:moveTo>
                    <a:lnTo>
                      <a:pt x="2434806" y="1447696"/>
                    </a:lnTo>
                    <a:lnTo>
                      <a:pt x="2434806" y="3067696"/>
                    </a:lnTo>
                    <a:lnTo>
                      <a:pt x="2425859" y="3067696"/>
                    </a:lnTo>
                    <a:lnTo>
                      <a:pt x="2425859" y="3458037"/>
                    </a:lnTo>
                    <a:lnTo>
                      <a:pt x="1885859" y="3458037"/>
                    </a:lnTo>
                    <a:lnTo>
                      <a:pt x="1885859" y="1462222"/>
                    </a:lnTo>
                    <a:lnTo>
                      <a:pt x="1894806" y="1467205"/>
                    </a:lnTo>
                    <a:close/>
                    <a:moveTo>
                      <a:pt x="1178927" y="1068489"/>
                    </a:moveTo>
                    <a:lnTo>
                      <a:pt x="1179306" y="1068700"/>
                    </a:lnTo>
                    <a:lnTo>
                      <a:pt x="1179306" y="1992407"/>
                    </a:lnTo>
                    <a:lnTo>
                      <a:pt x="1718927" y="1992407"/>
                    </a:lnTo>
                    <a:lnTo>
                      <a:pt x="1718927" y="3458037"/>
                    </a:lnTo>
                    <a:lnTo>
                      <a:pt x="1178927" y="3458037"/>
                    </a:lnTo>
                    <a:close/>
                    <a:moveTo>
                      <a:pt x="471995" y="674757"/>
                    </a:moveTo>
                    <a:lnTo>
                      <a:pt x="482407" y="680556"/>
                    </a:lnTo>
                    <a:lnTo>
                      <a:pt x="1022307" y="680556"/>
                    </a:lnTo>
                    <a:lnTo>
                      <a:pt x="1022307" y="2085638"/>
                    </a:lnTo>
                    <a:lnTo>
                      <a:pt x="1011995" y="2085638"/>
                    </a:lnTo>
                    <a:lnTo>
                      <a:pt x="1011995" y="3458037"/>
                    </a:lnTo>
                    <a:lnTo>
                      <a:pt x="471995" y="3458037"/>
                    </a:lnTo>
                    <a:close/>
                    <a:moveTo>
                      <a:pt x="3301860" y="259154"/>
                    </a:moveTo>
                    <a:lnTo>
                      <a:pt x="3841860" y="259154"/>
                    </a:lnTo>
                    <a:lnTo>
                      <a:pt x="3841860" y="2548347"/>
                    </a:lnTo>
                    <a:lnTo>
                      <a:pt x="3835956" y="2548347"/>
                    </a:lnTo>
                    <a:lnTo>
                      <a:pt x="3839723" y="2550445"/>
                    </a:lnTo>
                    <a:lnTo>
                      <a:pt x="3839723" y="3458037"/>
                    </a:lnTo>
                    <a:lnTo>
                      <a:pt x="3299723" y="3458037"/>
                    </a:lnTo>
                    <a:lnTo>
                      <a:pt x="3299723" y="2249687"/>
                    </a:lnTo>
                    <a:lnTo>
                      <a:pt x="3301860" y="2250877"/>
                    </a:lnTo>
                    <a:close/>
                    <a:moveTo>
                      <a:pt x="0" y="0"/>
                    </a:moveTo>
                    <a:lnTo>
                      <a:pt x="360000" y="0"/>
                    </a:lnTo>
                    <a:lnTo>
                      <a:pt x="360000" y="3624815"/>
                    </a:lnTo>
                    <a:lnTo>
                      <a:pt x="3888432" y="3624815"/>
                    </a:lnTo>
                    <a:lnTo>
                      <a:pt x="3888432" y="3984815"/>
                    </a:lnTo>
                    <a:lnTo>
                      <a:pt x="0" y="3984815"/>
                    </a:lnTo>
                    <a:lnTo>
                      <a:pt x="0" y="3888432"/>
                    </a:lnTo>
                    <a:lnTo>
                      <a:pt x="0" y="362481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466" name="Google Shape;3466;p59"/>
              <p:cNvSpPr/>
              <p:nvPr/>
            </p:nvSpPr>
            <p:spPr>
              <a:xfrm>
                <a:off x="10765361" y="4863776"/>
                <a:ext cx="330939" cy="234666"/>
              </a:xfrm>
              <a:custGeom>
                <a:rect b="b" l="l" r="r" t="t"/>
                <a:pathLst>
                  <a:path extrusionOk="0" h="2808000" w="3960000">
                    <a:moveTo>
                      <a:pt x="2137982" y="2165237"/>
                    </a:moveTo>
                    <a:lnTo>
                      <a:pt x="2111402" y="2204211"/>
                    </a:lnTo>
                    <a:lnTo>
                      <a:pt x="2137982" y="2204211"/>
                    </a:lnTo>
                    <a:close/>
                    <a:moveTo>
                      <a:pt x="2635730" y="2101964"/>
                    </a:moveTo>
                    <a:cubicBezTo>
                      <a:pt x="2615812" y="2101964"/>
                      <a:pt x="2599666" y="2142287"/>
                      <a:pt x="2599666" y="2192028"/>
                    </a:cubicBezTo>
                    <a:cubicBezTo>
                      <a:pt x="2599666" y="2241769"/>
                      <a:pt x="2615812" y="2282092"/>
                      <a:pt x="2635730" y="2282092"/>
                    </a:cubicBezTo>
                    <a:cubicBezTo>
                      <a:pt x="2655648" y="2282092"/>
                      <a:pt x="2671794" y="2241769"/>
                      <a:pt x="2671794" y="2192028"/>
                    </a:cubicBezTo>
                    <a:cubicBezTo>
                      <a:pt x="2671794" y="2142287"/>
                      <a:pt x="2655648" y="2101964"/>
                      <a:pt x="2635730" y="2101964"/>
                    </a:cubicBezTo>
                    <a:close/>
                    <a:moveTo>
                      <a:pt x="1280012" y="2101964"/>
                    </a:moveTo>
                    <a:cubicBezTo>
                      <a:pt x="1260094" y="2101964"/>
                      <a:pt x="1243948" y="2142287"/>
                      <a:pt x="1243948" y="2192028"/>
                    </a:cubicBezTo>
                    <a:cubicBezTo>
                      <a:pt x="1243948" y="2241769"/>
                      <a:pt x="1260094" y="2282092"/>
                      <a:pt x="1280012" y="2282092"/>
                    </a:cubicBezTo>
                    <a:cubicBezTo>
                      <a:pt x="1299930" y="2282092"/>
                      <a:pt x="1316076" y="2241769"/>
                      <a:pt x="1316076" y="2192028"/>
                    </a:cubicBezTo>
                    <a:cubicBezTo>
                      <a:pt x="1316076" y="2142287"/>
                      <a:pt x="1299930" y="2101964"/>
                      <a:pt x="1280012" y="2101964"/>
                    </a:cubicBezTo>
                    <a:close/>
                    <a:moveTo>
                      <a:pt x="2138296" y="2025749"/>
                    </a:moveTo>
                    <a:lnTo>
                      <a:pt x="2139137" y="2026323"/>
                    </a:lnTo>
                    <a:lnTo>
                      <a:pt x="2216315" y="2026323"/>
                    </a:lnTo>
                    <a:lnTo>
                      <a:pt x="2216315" y="2204211"/>
                    </a:lnTo>
                    <a:lnTo>
                      <a:pt x="2256063" y="2204211"/>
                    </a:lnTo>
                    <a:lnTo>
                      <a:pt x="2256063" y="2282544"/>
                    </a:lnTo>
                    <a:lnTo>
                      <a:pt x="2216315" y="2282544"/>
                    </a:lnTo>
                    <a:lnTo>
                      <a:pt x="2216315" y="2357732"/>
                    </a:lnTo>
                    <a:lnTo>
                      <a:pt x="2137982" y="2357732"/>
                    </a:lnTo>
                    <a:lnTo>
                      <a:pt x="2137982" y="2282544"/>
                    </a:lnTo>
                    <a:lnTo>
                      <a:pt x="2015039" y="2282544"/>
                    </a:lnTo>
                    <a:lnTo>
                      <a:pt x="2015039" y="2208059"/>
                    </a:lnTo>
                    <a:lnTo>
                      <a:pt x="2014304" y="2207558"/>
                    </a:lnTo>
                    <a:lnTo>
                      <a:pt x="2015039" y="2206481"/>
                    </a:lnTo>
                    <a:lnTo>
                      <a:pt x="2015039" y="2204211"/>
                    </a:lnTo>
                    <a:lnTo>
                      <a:pt x="2016587" y="2204211"/>
                    </a:lnTo>
                    <a:close/>
                    <a:moveTo>
                      <a:pt x="1855876" y="2017651"/>
                    </a:moveTo>
                    <a:cubicBezTo>
                      <a:pt x="1914135" y="2017257"/>
                      <a:pt x="1961791" y="2063958"/>
                      <a:pt x="1962577" y="2122214"/>
                    </a:cubicBezTo>
                    <a:cubicBezTo>
                      <a:pt x="1962954" y="2150145"/>
                      <a:pt x="1952489" y="2175712"/>
                      <a:pt x="1934995" y="2194820"/>
                    </a:cubicBezTo>
                    <a:cubicBezTo>
                      <a:pt x="1952694" y="2214184"/>
                      <a:pt x="1963194" y="2240138"/>
                      <a:pt x="1962560" y="2268406"/>
                    </a:cubicBezTo>
                    <a:cubicBezTo>
                      <a:pt x="1961260" y="2326468"/>
                      <a:pt x="1913477" y="2372672"/>
                      <a:pt x="1855404" y="2372021"/>
                    </a:cubicBezTo>
                    <a:cubicBezTo>
                      <a:pt x="1797331" y="2371371"/>
                      <a:pt x="1750595" y="2324109"/>
                      <a:pt x="1750595" y="2266032"/>
                    </a:cubicBezTo>
                    <a:lnTo>
                      <a:pt x="1826499" y="2266032"/>
                    </a:lnTo>
                    <a:cubicBezTo>
                      <a:pt x="1826499" y="2282520"/>
                      <a:pt x="1839767" y="2295938"/>
                      <a:pt x="1856254" y="2296122"/>
                    </a:cubicBezTo>
                    <a:cubicBezTo>
                      <a:pt x="1872741" y="2296307"/>
                      <a:pt x="1886306" y="2283190"/>
                      <a:pt x="1886676" y="2266706"/>
                    </a:cubicBezTo>
                    <a:cubicBezTo>
                      <a:pt x="1887039" y="2250493"/>
                      <a:pt x="1874503" y="2236962"/>
                      <a:pt x="1858407" y="2236065"/>
                    </a:cubicBezTo>
                    <a:lnTo>
                      <a:pt x="1814193" y="2236065"/>
                    </a:lnTo>
                    <a:lnTo>
                      <a:pt x="1814193" y="2152552"/>
                    </a:lnTo>
                    <a:lnTo>
                      <a:pt x="1857384" y="2152552"/>
                    </a:lnTo>
                    <a:cubicBezTo>
                      <a:pt x="1873190" y="2152141"/>
                      <a:pt x="1885741" y="2139089"/>
                      <a:pt x="1885527" y="2123254"/>
                    </a:cubicBezTo>
                    <a:cubicBezTo>
                      <a:pt x="1885313" y="2107349"/>
                      <a:pt x="1872302" y="2094598"/>
                      <a:pt x="1856396" y="2094706"/>
                    </a:cubicBezTo>
                    <a:cubicBezTo>
                      <a:pt x="1840490" y="2094813"/>
                      <a:pt x="1827652" y="2107738"/>
                      <a:pt x="1827652" y="2123644"/>
                    </a:cubicBezTo>
                    <a:lnTo>
                      <a:pt x="1750595" y="2123644"/>
                    </a:lnTo>
                    <a:cubicBezTo>
                      <a:pt x="1750595" y="2065383"/>
                      <a:pt x="1797616" y="2018044"/>
                      <a:pt x="1855876" y="2017651"/>
                    </a:cubicBezTo>
                    <a:close/>
                    <a:moveTo>
                      <a:pt x="2930344" y="2012028"/>
                    </a:moveTo>
                    <a:cubicBezTo>
                      <a:pt x="2996416" y="2014229"/>
                      <a:pt x="3045968" y="2074602"/>
                      <a:pt x="3038901" y="2136479"/>
                    </a:cubicBezTo>
                    <a:cubicBezTo>
                      <a:pt x="3029916" y="2202312"/>
                      <a:pt x="2982346" y="2231435"/>
                      <a:pt x="2939412" y="2275597"/>
                    </a:cubicBezTo>
                    <a:lnTo>
                      <a:pt x="3031192" y="2275597"/>
                    </a:lnTo>
                    <a:lnTo>
                      <a:pt x="3031192" y="2357732"/>
                    </a:lnTo>
                    <a:lnTo>
                      <a:pt x="2819358" y="2357732"/>
                    </a:lnTo>
                    <a:cubicBezTo>
                      <a:pt x="2819409" y="2335416"/>
                      <a:pt x="2820521" y="2314113"/>
                      <a:pt x="2820571" y="2291797"/>
                    </a:cubicBezTo>
                    <a:cubicBezTo>
                      <a:pt x="2870625" y="2240158"/>
                      <a:pt x="2905662" y="2213324"/>
                      <a:pt x="2965770" y="2143601"/>
                    </a:cubicBezTo>
                    <a:cubicBezTo>
                      <a:pt x="2980233" y="2116927"/>
                      <a:pt x="2957264" y="2092452"/>
                      <a:pt x="2931831" y="2093607"/>
                    </a:cubicBezTo>
                    <a:cubicBezTo>
                      <a:pt x="2910102" y="2094595"/>
                      <a:pt x="2891536" y="2110969"/>
                      <a:pt x="2889885" y="2139461"/>
                    </a:cubicBezTo>
                    <a:lnTo>
                      <a:pt x="2818945" y="2139461"/>
                    </a:lnTo>
                    <a:cubicBezTo>
                      <a:pt x="2821421" y="2064364"/>
                      <a:pt x="2869776" y="2012037"/>
                      <a:pt x="2930344" y="2012028"/>
                    </a:cubicBezTo>
                    <a:close/>
                    <a:moveTo>
                      <a:pt x="2635730" y="2012028"/>
                    </a:moveTo>
                    <a:cubicBezTo>
                      <a:pt x="2705318" y="2012028"/>
                      <a:pt x="2761730" y="2092617"/>
                      <a:pt x="2761730" y="2192028"/>
                    </a:cubicBezTo>
                    <a:cubicBezTo>
                      <a:pt x="2761730" y="2291439"/>
                      <a:pt x="2705318" y="2372028"/>
                      <a:pt x="2635730" y="2372028"/>
                    </a:cubicBezTo>
                    <a:cubicBezTo>
                      <a:pt x="2566142" y="2372028"/>
                      <a:pt x="2509730" y="2291439"/>
                      <a:pt x="2509730" y="2192028"/>
                    </a:cubicBezTo>
                    <a:cubicBezTo>
                      <a:pt x="2509730" y="2092617"/>
                      <a:pt x="2566142" y="2012028"/>
                      <a:pt x="2635730" y="2012028"/>
                    </a:cubicBezTo>
                    <a:close/>
                    <a:moveTo>
                      <a:pt x="2436237" y="2012028"/>
                    </a:moveTo>
                    <a:lnTo>
                      <a:pt x="2436206" y="2012510"/>
                    </a:lnTo>
                    <a:lnTo>
                      <a:pt x="2452515" y="2012510"/>
                    </a:lnTo>
                    <a:lnTo>
                      <a:pt x="2452515" y="2372028"/>
                    </a:lnTo>
                    <a:lnTo>
                      <a:pt x="2364870" y="2372028"/>
                    </a:lnTo>
                    <a:lnTo>
                      <a:pt x="2364870" y="2101874"/>
                    </a:lnTo>
                    <a:cubicBezTo>
                      <a:pt x="2347394" y="2108434"/>
                      <a:pt x="2328091" y="2111607"/>
                      <a:pt x="2308515" y="2111039"/>
                    </a:cubicBezTo>
                    <a:lnTo>
                      <a:pt x="2311564" y="2043892"/>
                    </a:lnTo>
                    <a:cubicBezTo>
                      <a:pt x="2321741" y="2044066"/>
                      <a:pt x="2331771" y="2042373"/>
                      <a:pt x="2340372" y="2039030"/>
                    </a:cubicBezTo>
                    <a:cubicBezTo>
                      <a:pt x="2355279" y="2033236"/>
                      <a:pt x="2364268" y="2023137"/>
                      <a:pt x="2364156" y="2012310"/>
                    </a:cubicBezTo>
                    <a:cubicBezTo>
                      <a:pt x="2388183" y="2012216"/>
                      <a:pt x="2412210" y="2012122"/>
                      <a:pt x="2436237" y="2012028"/>
                    </a:cubicBezTo>
                    <a:close/>
                    <a:moveTo>
                      <a:pt x="1574625" y="2012028"/>
                    </a:moveTo>
                    <a:cubicBezTo>
                      <a:pt x="1640698" y="2014229"/>
                      <a:pt x="1690250" y="2074602"/>
                      <a:pt x="1683183" y="2136479"/>
                    </a:cubicBezTo>
                    <a:cubicBezTo>
                      <a:pt x="1674198" y="2202312"/>
                      <a:pt x="1626628" y="2231435"/>
                      <a:pt x="1583694" y="2275597"/>
                    </a:cubicBezTo>
                    <a:lnTo>
                      <a:pt x="1675474" y="2275597"/>
                    </a:lnTo>
                    <a:lnTo>
                      <a:pt x="1675474" y="2357732"/>
                    </a:lnTo>
                    <a:lnTo>
                      <a:pt x="1463640" y="2357732"/>
                    </a:lnTo>
                    <a:cubicBezTo>
                      <a:pt x="1463691" y="2335416"/>
                      <a:pt x="1464802" y="2314113"/>
                      <a:pt x="1464853" y="2291797"/>
                    </a:cubicBezTo>
                    <a:cubicBezTo>
                      <a:pt x="1514907" y="2240158"/>
                      <a:pt x="1549943" y="2213324"/>
                      <a:pt x="1610052" y="2143601"/>
                    </a:cubicBezTo>
                    <a:cubicBezTo>
                      <a:pt x="1624515" y="2116927"/>
                      <a:pt x="1601546" y="2092452"/>
                      <a:pt x="1576112" y="2093607"/>
                    </a:cubicBezTo>
                    <a:cubicBezTo>
                      <a:pt x="1554383" y="2094595"/>
                      <a:pt x="1535817" y="2110969"/>
                      <a:pt x="1534167" y="2139461"/>
                    </a:cubicBezTo>
                    <a:lnTo>
                      <a:pt x="1463227" y="2139461"/>
                    </a:lnTo>
                    <a:cubicBezTo>
                      <a:pt x="1465703" y="2064364"/>
                      <a:pt x="1514058" y="2012037"/>
                      <a:pt x="1574625" y="2012028"/>
                    </a:cubicBezTo>
                    <a:close/>
                    <a:moveTo>
                      <a:pt x="1280012" y="2012028"/>
                    </a:moveTo>
                    <a:cubicBezTo>
                      <a:pt x="1349600" y="2012028"/>
                      <a:pt x="1406012" y="2092617"/>
                      <a:pt x="1406012" y="2192028"/>
                    </a:cubicBezTo>
                    <a:cubicBezTo>
                      <a:pt x="1406012" y="2291439"/>
                      <a:pt x="1349600" y="2372028"/>
                      <a:pt x="1280012" y="2372028"/>
                    </a:cubicBezTo>
                    <a:cubicBezTo>
                      <a:pt x="1210424" y="2372028"/>
                      <a:pt x="1154012" y="2291439"/>
                      <a:pt x="1154012" y="2192028"/>
                    </a:cubicBezTo>
                    <a:cubicBezTo>
                      <a:pt x="1154012" y="2092617"/>
                      <a:pt x="1210424" y="2012028"/>
                      <a:pt x="1280012" y="2012028"/>
                    </a:cubicBezTo>
                    <a:close/>
                    <a:moveTo>
                      <a:pt x="1080519" y="2012028"/>
                    </a:moveTo>
                    <a:lnTo>
                      <a:pt x="1080488" y="2012510"/>
                    </a:lnTo>
                    <a:lnTo>
                      <a:pt x="1096797" y="2012510"/>
                    </a:lnTo>
                    <a:lnTo>
                      <a:pt x="1096797" y="2372028"/>
                    </a:lnTo>
                    <a:lnTo>
                      <a:pt x="1009152" y="2372028"/>
                    </a:lnTo>
                    <a:lnTo>
                      <a:pt x="1009152" y="2101874"/>
                    </a:lnTo>
                    <a:cubicBezTo>
                      <a:pt x="991676" y="2108434"/>
                      <a:pt x="972373" y="2111607"/>
                      <a:pt x="952797" y="2111039"/>
                    </a:cubicBezTo>
                    <a:lnTo>
                      <a:pt x="955846" y="2043892"/>
                    </a:lnTo>
                    <a:cubicBezTo>
                      <a:pt x="966023" y="2044066"/>
                      <a:pt x="976053" y="2042373"/>
                      <a:pt x="984654" y="2039030"/>
                    </a:cubicBezTo>
                    <a:cubicBezTo>
                      <a:pt x="999561" y="2033236"/>
                      <a:pt x="1008550" y="2023137"/>
                      <a:pt x="1008438" y="2012310"/>
                    </a:cubicBezTo>
                    <a:cubicBezTo>
                      <a:pt x="1032465" y="2012216"/>
                      <a:pt x="1056492" y="2012122"/>
                      <a:pt x="1080519" y="2012028"/>
                    </a:cubicBezTo>
                    <a:close/>
                    <a:moveTo>
                      <a:pt x="3373743" y="362438"/>
                    </a:moveTo>
                    <a:lnTo>
                      <a:pt x="3553743" y="362438"/>
                    </a:lnTo>
                    <a:lnTo>
                      <a:pt x="3553743" y="2414438"/>
                    </a:lnTo>
                    <a:lnTo>
                      <a:pt x="3373743" y="2414438"/>
                    </a:lnTo>
                    <a:close/>
                    <a:moveTo>
                      <a:pt x="3129580" y="362438"/>
                    </a:moveTo>
                    <a:lnTo>
                      <a:pt x="3273580" y="362438"/>
                    </a:lnTo>
                    <a:lnTo>
                      <a:pt x="3273580" y="2414438"/>
                    </a:lnTo>
                    <a:lnTo>
                      <a:pt x="3129580" y="2414438"/>
                    </a:lnTo>
                    <a:close/>
                    <a:moveTo>
                      <a:pt x="2939411" y="362438"/>
                    </a:moveTo>
                    <a:lnTo>
                      <a:pt x="3029411" y="362438"/>
                    </a:lnTo>
                    <a:lnTo>
                      <a:pt x="3029411" y="1957238"/>
                    </a:lnTo>
                    <a:lnTo>
                      <a:pt x="2939411" y="1957238"/>
                    </a:lnTo>
                    <a:close/>
                    <a:moveTo>
                      <a:pt x="2731242" y="362438"/>
                    </a:moveTo>
                    <a:lnTo>
                      <a:pt x="2839242" y="362438"/>
                    </a:lnTo>
                    <a:lnTo>
                      <a:pt x="2839242" y="1957238"/>
                    </a:lnTo>
                    <a:lnTo>
                      <a:pt x="2731242" y="1957238"/>
                    </a:lnTo>
                    <a:close/>
                    <a:moveTo>
                      <a:pt x="2487073" y="362438"/>
                    </a:moveTo>
                    <a:lnTo>
                      <a:pt x="2631073" y="362438"/>
                    </a:lnTo>
                    <a:lnTo>
                      <a:pt x="2631073" y="1957238"/>
                    </a:lnTo>
                    <a:lnTo>
                      <a:pt x="2487073" y="1957238"/>
                    </a:lnTo>
                    <a:close/>
                    <a:moveTo>
                      <a:pt x="2296904" y="362438"/>
                    </a:moveTo>
                    <a:lnTo>
                      <a:pt x="2386904" y="362438"/>
                    </a:lnTo>
                    <a:lnTo>
                      <a:pt x="2386904" y="1957238"/>
                    </a:lnTo>
                    <a:lnTo>
                      <a:pt x="2296904" y="1957238"/>
                    </a:lnTo>
                    <a:close/>
                    <a:moveTo>
                      <a:pt x="2016735" y="362438"/>
                    </a:moveTo>
                    <a:lnTo>
                      <a:pt x="2196735" y="362438"/>
                    </a:lnTo>
                    <a:lnTo>
                      <a:pt x="2196735" y="1957238"/>
                    </a:lnTo>
                    <a:lnTo>
                      <a:pt x="2016735" y="1957238"/>
                    </a:lnTo>
                    <a:close/>
                    <a:moveTo>
                      <a:pt x="1826566" y="362438"/>
                    </a:moveTo>
                    <a:lnTo>
                      <a:pt x="1916566" y="362438"/>
                    </a:lnTo>
                    <a:lnTo>
                      <a:pt x="1916566" y="1957238"/>
                    </a:lnTo>
                    <a:lnTo>
                      <a:pt x="1826566" y="1957238"/>
                    </a:lnTo>
                    <a:close/>
                    <a:moveTo>
                      <a:pt x="1582397" y="362438"/>
                    </a:moveTo>
                    <a:lnTo>
                      <a:pt x="1726397" y="362438"/>
                    </a:lnTo>
                    <a:lnTo>
                      <a:pt x="1726397" y="1957238"/>
                    </a:lnTo>
                    <a:lnTo>
                      <a:pt x="1582397" y="1957238"/>
                    </a:lnTo>
                    <a:close/>
                    <a:moveTo>
                      <a:pt x="1302228" y="362438"/>
                    </a:moveTo>
                    <a:lnTo>
                      <a:pt x="1482228" y="362438"/>
                    </a:lnTo>
                    <a:lnTo>
                      <a:pt x="1482228" y="1957238"/>
                    </a:lnTo>
                    <a:lnTo>
                      <a:pt x="1302228" y="1957238"/>
                    </a:lnTo>
                    <a:close/>
                    <a:moveTo>
                      <a:pt x="1094059" y="362438"/>
                    </a:moveTo>
                    <a:lnTo>
                      <a:pt x="1202059" y="362438"/>
                    </a:lnTo>
                    <a:lnTo>
                      <a:pt x="1202059" y="1957238"/>
                    </a:lnTo>
                    <a:lnTo>
                      <a:pt x="1094059" y="1957238"/>
                    </a:lnTo>
                    <a:close/>
                    <a:moveTo>
                      <a:pt x="903890" y="362438"/>
                    </a:moveTo>
                    <a:lnTo>
                      <a:pt x="993890" y="362438"/>
                    </a:lnTo>
                    <a:lnTo>
                      <a:pt x="993890" y="1957238"/>
                    </a:lnTo>
                    <a:lnTo>
                      <a:pt x="903890" y="1957238"/>
                    </a:lnTo>
                    <a:close/>
                    <a:moveTo>
                      <a:pt x="623721" y="362438"/>
                    </a:moveTo>
                    <a:lnTo>
                      <a:pt x="803721" y="362438"/>
                    </a:lnTo>
                    <a:lnTo>
                      <a:pt x="803721" y="2414438"/>
                    </a:lnTo>
                    <a:lnTo>
                      <a:pt x="623721" y="2414438"/>
                    </a:lnTo>
                    <a:close/>
                    <a:moveTo>
                      <a:pt x="433552" y="362438"/>
                    </a:moveTo>
                    <a:lnTo>
                      <a:pt x="523552" y="362438"/>
                    </a:lnTo>
                    <a:lnTo>
                      <a:pt x="523552" y="2414438"/>
                    </a:lnTo>
                    <a:lnTo>
                      <a:pt x="433552" y="2414438"/>
                    </a:lnTo>
                    <a:close/>
                    <a:moveTo>
                      <a:pt x="303674" y="216000"/>
                    </a:moveTo>
                    <a:cubicBezTo>
                      <a:pt x="255253" y="216000"/>
                      <a:pt x="216000" y="255253"/>
                      <a:pt x="216000" y="303674"/>
                    </a:cubicBezTo>
                    <a:lnTo>
                      <a:pt x="216000" y="2504326"/>
                    </a:lnTo>
                    <a:cubicBezTo>
                      <a:pt x="216000" y="2552747"/>
                      <a:pt x="255253" y="2592000"/>
                      <a:pt x="303674" y="2592000"/>
                    </a:cubicBezTo>
                    <a:lnTo>
                      <a:pt x="3656326" y="2592000"/>
                    </a:lnTo>
                    <a:cubicBezTo>
                      <a:pt x="3704747" y="2592000"/>
                      <a:pt x="3744000" y="2552747"/>
                      <a:pt x="3744000" y="2504326"/>
                    </a:cubicBezTo>
                    <a:lnTo>
                      <a:pt x="3744000" y="303674"/>
                    </a:lnTo>
                    <a:cubicBezTo>
                      <a:pt x="3744000" y="255253"/>
                      <a:pt x="3704747" y="216000"/>
                      <a:pt x="3656326" y="216000"/>
                    </a:cubicBezTo>
                    <a:close/>
                    <a:moveTo>
                      <a:pt x="149021" y="0"/>
                    </a:moveTo>
                    <a:lnTo>
                      <a:pt x="3810979" y="0"/>
                    </a:lnTo>
                    <a:cubicBezTo>
                      <a:pt x="3893281" y="0"/>
                      <a:pt x="3960000" y="66719"/>
                      <a:pt x="3960000" y="149021"/>
                    </a:cubicBezTo>
                    <a:lnTo>
                      <a:pt x="3960000" y="2658979"/>
                    </a:lnTo>
                    <a:cubicBezTo>
                      <a:pt x="3960000" y="2741281"/>
                      <a:pt x="3893281" y="2808000"/>
                      <a:pt x="3810979" y="2808000"/>
                    </a:cubicBezTo>
                    <a:lnTo>
                      <a:pt x="149021" y="2808000"/>
                    </a:lnTo>
                    <a:cubicBezTo>
                      <a:pt x="66719" y="2808000"/>
                      <a:pt x="0" y="2741281"/>
                      <a:pt x="0" y="2658979"/>
                    </a:cubicBezTo>
                    <a:lnTo>
                      <a:pt x="0" y="149021"/>
                    </a:lnTo>
                    <a:cubicBezTo>
                      <a:pt x="0" y="66719"/>
                      <a:pt x="66719" y="0"/>
                      <a:pt x="14902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467" name="Google Shape;3467;p59"/>
              <p:cNvSpPr/>
              <p:nvPr/>
            </p:nvSpPr>
            <p:spPr>
              <a:xfrm>
                <a:off x="7818475" y="4673961"/>
                <a:ext cx="330939" cy="330692"/>
              </a:xfrm>
              <a:custGeom>
                <a:rect b="b" l="l" r="r" t="t"/>
                <a:pathLst>
                  <a:path extrusionOk="0" h="3968213" w="3971162">
                    <a:moveTo>
                      <a:pt x="808855" y="2815607"/>
                    </a:moveTo>
                    <a:lnTo>
                      <a:pt x="1168895" y="2815607"/>
                    </a:lnTo>
                    <a:lnTo>
                      <a:pt x="1168895" y="3175607"/>
                    </a:lnTo>
                    <a:lnTo>
                      <a:pt x="808855" y="3175607"/>
                    </a:lnTo>
                    <a:close/>
                    <a:moveTo>
                      <a:pt x="697665" y="2704397"/>
                    </a:moveTo>
                    <a:lnTo>
                      <a:pt x="697665" y="3286817"/>
                    </a:lnTo>
                    <a:lnTo>
                      <a:pt x="1280085" y="3286817"/>
                    </a:lnTo>
                    <a:lnTo>
                      <a:pt x="1280085" y="2704397"/>
                    </a:lnTo>
                    <a:close/>
                    <a:moveTo>
                      <a:pt x="537750" y="2544482"/>
                    </a:moveTo>
                    <a:lnTo>
                      <a:pt x="1440000" y="2544482"/>
                    </a:lnTo>
                    <a:lnTo>
                      <a:pt x="1440000" y="3446732"/>
                    </a:lnTo>
                    <a:lnTo>
                      <a:pt x="537750" y="3446732"/>
                    </a:lnTo>
                    <a:close/>
                    <a:moveTo>
                      <a:pt x="0" y="2528213"/>
                    </a:moveTo>
                    <a:lnTo>
                      <a:pt x="360000" y="2528213"/>
                    </a:lnTo>
                    <a:lnTo>
                      <a:pt x="360000" y="3608213"/>
                    </a:lnTo>
                    <a:lnTo>
                      <a:pt x="1440000" y="3608213"/>
                    </a:lnTo>
                    <a:lnTo>
                      <a:pt x="1440000" y="3968213"/>
                    </a:lnTo>
                    <a:lnTo>
                      <a:pt x="360000" y="3968213"/>
                    </a:lnTo>
                    <a:lnTo>
                      <a:pt x="0" y="3968213"/>
                    </a:lnTo>
                    <a:lnTo>
                      <a:pt x="0" y="3608213"/>
                    </a:lnTo>
                    <a:close/>
                    <a:moveTo>
                      <a:pt x="3605829" y="2524046"/>
                    </a:moveTo>
                    <a:lnTo>
                      <a:pt x="3965829" y="2524046"/>
                    </a:lnTo>
                    <a:lnTo>
                      <a:pt x="3965829" y="3604046"/>
                    </a:lnTo>
                    <a:lnTo>
                      <a:pt x="3965829" y="3964046"/>
                    </a:lnTo>
                    <a:lnTo>
                      <a:pt x="3605829" y="3964046"/>
                    </a:lnTo>
                    <a:lnTo>
                      <a:pt x="2525829" y="3964046"/>
                    </a:lnTo>
                    <a:lnTo>
                      <a:pt x="2525829" y="3604046"/>
                    </a:lnTo>
                    <a:lnTo>
                      <a:pt x="3605829" y="3604046"/>
                    </a:lnTo>
                    <a:close/>
                    <a:moveTo>
                      <a:pt x="1542677" y="2468095"/>
                    </a:moveTo>
                    <a:lnTo>
                      <a:pt x="1758701" y="2468095"/>
                    </a:lnTo>
                    <a:lnTo>
                      <a:pt x="1758701" y="2835684"/>
                    </a:lnTo>
                    <a:lnTo>
                      <a:pt x="1542677" y="2835684"/>
                    </a:lnTo>
                    <a:close/>
                    <a:moveTo>
                      <a:pt x="3174101" y="2437460"/>
                    </a:moveTo>
                    <a:lnTo>
                      <a:pt x="3390125" y="2437460"/>
                    </a:lnTo>
                    <a:lnTo>
                      <a:pt x="3390125" y="2663201"/>
                    </a:lnTo>
                    <a:lnTo>
                      <a:pt x="3174101" y="2663201"/>
                    </a:lnTo>
                    <a:close/>
                    <a:moveTo>
                      <a:pt x="2809842" y="2295613"/>
                    </a:moveTo>
                    <a:lnTo>
                      <a:pt x="3025866" y="2295613"/>
                    </a:lnTo>
                    <a:lnTo>
                      <a:pt x="3025866" y="2663202"/>
                    </a:lnTo>
                    <a:lnTo>
                      <a:pt x="3389097" y="2663202"/>
                    </a:lnTo>
                    <a:lnTo>
                      <a:pt x="3389097" y="2873898"/>
                    </a:lnTo>
                    <a:lnTo>
                      <a:pt x="3389097" y="2873898"/>
                    </a:lnTo>
                    <a:lnTo>
                      <a:pt x="3389097" y="3446732"/>
                    </a:lnTo>
                    <a:lnTo>
                      <a:pt x="3173073" y="3446732"/>
                    </a:lnTo>
                    <a:lnTo>
                      <a:pt x="3173073" y="2879226"/>
                    </a:lnTo>
                    <a:lnTo>
                      <a:pt x="3021508" y="2879226"/>
                    </a:lnTo>
                    <a:lnTo>
                      <a:pt x="3021508" y="2663202"/>
                    </a:lnTo>
                    <a:lnTo>
                      <a:pt x="2809842" y="2663202"/>
                    </a:lnTo>
                    <a:close/>
                    <a:moveTo>
                      <a:pt x="2093780" y="2089306"/>
                    </a:moveTo>
                    <a:lnTo>
                      <a:pt x="2309804" y="2089306"/>
                    </a:lnTo>
                    <a:lnTo>
                      <a:pt x="2309804" y="2315047"/>
                    </a:lnTo>
                    <a:lnTo>
                      <a:pt x="2093780" y="2315047"/>
                    </a:lnTo>
                    <a:close/>
                    <a:moveTo>
                      <a:pt x="2656492" y="1853849"/>
                    </a:moveTo>
                    <a:lnTo>
                      <a:pt x="2872516" y="1853849"/>
                    </a:lnTo>
                    <a:lnTo>
                      <a:pt x="2872516" y="2038657"/>
                    </a:lnTo>
                    <a:lnTo>
                      <a:pt x="2989835" y="2038657"/>
                    </a:lnTo>
                    <a:lnTo>
                      <a:pt x="2989835" y="1887092"/>
                    </a:lnTo>
                    <a:lnTo>
                      <a:pt x="3205859" y="1887092"/>
                    </a:lnTo>
                    <a:lnTo>
                      <a:pt x="3205859" y="2028940"/>
                    </a:lnTo>
                    <a:lnTo>
                      <a:pt x="3390125" y="2028940"/>
                    </a:lnTo>
                    <a:lnTo>
                      <a:pt x="3390125" y="2254681"/>
                    </a:lnTo>
                    <a:lnTo>
                      <a:pt x="3205859" y="2254681"/>
                    </a:lnTo>
                    <a:lnTo>
                      <a:pt x="3174101" y="2254681"/>
                    </a:lnTo>
                    <a:lnTo>
                      <a:pt x="3005149" y="2254681"/>
                    </a:lnTo>
                    <a:lnTo>
                      <a:pt x="2989835" y="2254681"/>
                    </a:lnTo>
                    <a:lnTo>
                      <a:pt x="2688721" y="2254681"/>
                    </a:lnTo>
                    <a:lnTo>
                      <a:pt x="2688721" y="2447179"/>
                    </a:lnTo>
                    <a:lnTo>
                      <a:pt x="2488606" y="2447179"/>
                    </a:lnTo>
                    <a:lnTo>
                      <a:pt x="2488606" y="2663841"/>
                    </a:lnTo>
                    <a:lnTo>
                      <a:pt x="2486018" y="2663841"/>
                    </a:lnTo>
                    <a:lnTo>
                      <a:pt x="2486018" y="2846997"/>
                    </a:lnTo>
                    <a:lnTo>
                      <a:pt x="2840287" y="2846997"/>
                    </a:lnTo>
                    <a:lnTo>
                      <a:pt x="2840287" y="3046907"/>
                    </a:lnTo>
                    <a:lnTo>
                      <a:pt x="3045880" y="3046907"/>
                    </a:lnTo>
                    <a:lnTo>
                      <a:pt x="3045880" y="3272648"/>
                    </a:lnTo>
                    <a:lnTo>
                      <a:pt x="2829856" y="3272648"/>
                    </a:lnTo>
                    <a:lnTo>
                      <a:pt x="2829856" y="3063021"/>
                    </a:lnTo>
                    <a:lnTo>
                      <a:pt x="2472698" y="3063021"/>
                    </a:lnTo>
                    <a:lnTo>
                      <a:pt x="2472698" y="2847499"/>
                    </a:lnTo>
                    <a:lnTo>
                      <a:pt x="2093780" y="2847499"/>
                    </a:lnTo>
                    <a:lnTo>
                      <a:pt x="2088510" y="2847499"/>
                    </a:lnTo>
                    <a:lnTo>
                      <a:pt x="1910267" y="2847499"/>
                    </a:lnTo>
                    <a:lnTo>
                      <a:pt x="1910267" y="3028023"/>
                    </a:lnTo>
                    <a:lnTo>
                      <a:pt x="2277575" y="3028023"/>
                    </a:lnTo>
                    <a:lnTo>
                      <a:pt x="2277575" y="3241488"/>
                    </a:lnTo>
                    <a:lnTo>
                      <a:pt x="2829855" y="3241488"/>
                    </a:lnTo>
                    <a:lnTo>
                      <a:pt x="2829855" y="3457512"/>
                    </a:lnTo>
                    <a:lnTo>
                      <a:pt x="2269993" y="3457512"/>
                    </a:lnTo>
                    <a:lnTo>
                      <a:pt x="2269993" y="3244047"/>
                    </a:lnTo>
                    <a:lnTo>
                      <a:pt x="2111604" y="3244047"/>
                    </a:lnTo>
                    <a:lnTo>
                      <a:pt x="2111604" y="3446733"/>
                    </a:lnTo>
                    <a:lnTo>
                      <a:pt x="1744015" y="3446733"/>
                    </a:lnTo>
                    <a:lnTo>
                      <a:pt x="1744015" y="3230709"/>
                    </a:lnTo>
                    <a:lnTo>
                      <a:pt x="1909986" y="3230709"/>
                    </a:lnTo>
                    <a:lnTo>
                      <a:pt x="1909986" y="3051709"/>
                    </a:lnTo>
                    <a:lnTo>
                      <a:pt x="1542678" y="3051709"/>
                    </a:lnTo>
                    <a:lnTo>
                      <a:pt x="1542678" y="2835685"/>
                    </a:lnTo>
                    <a:lnTo>
                      <a:pt x="1877756" y="2835685"/>
                    </a:lnTo>
                    <a:lnTo>
                      <a:pt x="1877756" y="2315047"/>
                    </a:lnTo>
                    <a:lnTo>
                      <a:pt x="2093780" y="2315047"/>
                    </a:lnTo>
                    <a:lnTo>
                      <a:pt x="2093780" y="2631475"/>
                    </a:lnTo>
                    <a:lnTo>
                      <a:pt x="2272582" y="2631475"/>
                    </a:lnTo>
                    <a:lnTo>
                      <a:pt x="2272582" y="2438100"/>
                    </a:lnTo>
                    <a:lnTo>
                      <a:pt x="2472697" y="2438100"/>
                    </a:lnTo>
                    <a:lnTo>
                      <a:pt x="2472697" y="2254681"/>
                    </a:lnTo>
                    <a:lnTo>
                      <a:pt x="2472697" y="2221438"/>
                    </a:lnTo>
                    <a:lnTo>
                      <a:pt x="2472697" y="2038657"/>
                    </a:lnTo>
                    <a:lnTo>
                      <a:pt x="2656492" y="2038657"/>
                    </a:lnTo>
                    <a:close/>
                    <a:moveTo>
                      <a:pt x="2989836" y="1667759"/>
                    </a:moveTo>
                    <a:lnTo>
                      <a:pt x="3357425" y="1667759"/>
                    </a:lnTo>
                    <a:lnTo>
                      <a:pt x="3357425" y="1883783"/>
                    </a:lnTo>
                    <a:lnTo>
                      <a:pt x="2989836" y="1883783"/>
                    </a:lnTo>
                    <a:close/>
                    <a:moveTo>
                      <a:pt x="2309586" y="1554888"/>
                    </a:moveTo>
                    <a:lnTo>
                      <a:pt x="2829824" y="1554888"/>
                    </a:lnTo>
                    <a:lnTo>
                      <a:pt x="2829824" y="1770912"/>
                    </a:lnTo>
                    <a:lnTo>
                      <a:pt x="2525643" y="1770912"/>
                    </a:lnTo>
                    <a:lnTo>
                      <a:pt x="2525643" y="1927296"/>
                    </a:lnTo>
                    <a:lnTo>
                      <a:pt x="2309619" y="1927296"/>
                    </a:lnTo>
                    <a:lnTo>
                      <a:pt x="2309619" y="1770912"/>
                    </a:lnTo>
                    <a:lnTo>
                      <a:pt x="2309586" y="1770912"/>
                    </a:lnTo>
                    <a:close/>
                    <a:moveTo>
                      <a:pt x="616397" y="1550030"/>
                    </a:moveTo>
                    <a:lnTo>
                      <a:pt x="808855" y="1550030"/>
                    </a:lnTo>
                    <a:lnTo>
                      <a:pt x="832421" y="1550030"/>
                    </a:lnTo>
                    <a:lnTo>
                      <a:pt x="1024879" y="1550030"/>
                    </a:lnTo>
                    <a:lnTo>
                      <a:pt x="1024879" y="1775771"/>
                    </a:lnTo>
                    <a:lnTo>
                      <a:pt x="832421" y="1775771"/>
                    </a:lnTo>
                    <a:lnTo>
                      <a:pt x="832421" y="2079590"/>
                    </a:lnTo>
                    <a:lnTo>
                      <a:pt x="1028931" y="2079590"/>
                    </a:lnTo>
                    <a:lnTo>
                      <a:pt x="1192537" y="2079590"/>
                    </a:lnTo>
                    <a:lnTo>
                      <a:pt x="1244955" y="2079590"/>
                    </a:lnTo>
                    <a:lnTo>
                      <a:pt x="1244955" y="2231155"/>
                    </a:lnTo>
                    <a:lnTo>
                      <a:pt x="1468668" y="2231155"/>
                    </a:lnTo>
                    <a:lnTo>
                      <a:pt x="1468668" y="2447179"/>
                    </a:lnTo>
                    <a:lnTo>
                      <a:pt x="1244955" y="2447179"/>
                    </a:lnTo>
                    <a:lnTo>
                      <a:pt x="1244955" y="2447179"/>
                    </a:lnTo>
                    <a:lnTo>
                      <a:pt x="1028931" y="2447179"/>
                    </a:lnTo>
                    <a:lnTo>
                      <a:pt x="1028931" y="2295614"/>
                    </a:lnTo>
                    <a:lnTo>
                      <a:pt x="619703" y="2295614"/>
                    </a:lnTo>
                    <a:lnTo>
                      <a:pt x="619703" y="2082482"/>
                    </a:lnTo>
                    <a:lnTo>
                      <a:pt x="616397" y="2082482"/>
                    </a:lnTo>
                    <a:close/>
                    <a:moveTo>
                      <a:pt x="1747452" y="1324289"/>
                    </a:moveTo>
                    <a:lnTo>
                      <a:pt x="1963476" y="1324289"/>
                    </a:lnTo>
                    <a:lnTo>
                      <a:pt x="1963476" y="1528779"/>
                    </a:lnTo>
                    <a:lnTo>
                      <a:pt x="2151955" y="1528779"/>
                    </a:lnTo>
                    <a:lnTo>
                      <a:pt x="2151955" y="1754520"/>
                    </a:lnTo>
                    <a:lnTo>
                      <a:pt x="1935931" y="1754520"/>
                    </a:lnTo>
                    <a:lnTo>
                      <a:pt x="1935931" y="1550030"/>
                    </a:lnTo>
                    <a:lnTo>
                      <a:pt x="1758702" y="1550030"/>
                    </a:lnTo>
                    <a:lnTo>
                      <a:pt x="1758702" y="1863566"/>
                    </a:lnTo>
                    <a:lnTo>
                      <a:pt x="2119726" y="1863566"/>
                    </a:lnTo>
                    <a:lnTo>
                      <a:pt x="2119726" y="2079590"/>
                    </a:lnTo>
                    <a:lnTo>
                      <a:pt x="1761543" y="2079590"/>
                    </a:lnTo>
                    <a:lnTo>
                      <a:pt x="1761543" y="2259540"/>
                    </a:lnTo>
                    <a:lnTo>
                      <a:pt x="1545519" y="2259540"/>
                    </a:lnTo>
                    <a:lnTo>
                      <a:pt x="1545519" y="2082482"/>
                    </a:lnTo>
                    <a:lnTo>
                      <a:pt x="1542678" y="2082482"/>
                    </a:lnTo>
                    <a:lnTo>
                      <a:pt x="1542678" y="2079589"/>
                    </a:lnTo>
                    <a:lnTo>
                      <a:pt x="1030691" y="2079589"/>
                    </a:lnTo>
                    <a:lnTo>
                      <a:pt x="1030691" y="1863565"/>
                    </a:lnTo>
                    <a:lnTo>
                      <a:pt x="1192537" y="1863565"/>
                    </a:lnTo>
                    <a:lnTo>
                      <a:pt x="1192537" y="1662900"/>
                    </a:lnTo>
                    <a:lnTo>
                      <a:pt x="1440000" y="1662900"/>
                    </a:lnTo>
                    <a:lnTo>
                      <a:pt x="1440000" y="1863565"/>
                    </a:lnTo>
                    <a:lnTo>
                      <a:pt x="1542678" y="1863565"/>
                    </a:lnTo>
                    <a:lnTo>
                      <a:pt x="1542678" y="1550030"/>
                    </a:lnTo>
                    <a:lnTo>
                      <a:pt x="1747452" y="1550030"/>
                    </a:lnTo>
                    <a:close/>
                    <a:moveTo>
                      <a:pt x="2802267" y="814725"/>
                    </a:moveTo>
                    <a:lnTo>
                      <a:pt x="3162307" y="814725"/>
                    </a:lnTo>
                    <a:lnTo>
                      <a:pt x="3162307" y="1174725"/>
                    </a:lnTo>
                    <a:lnTo>
                      <a:pt x="2802267" y="1174725"/>
                    </a:lnTo>
                    <a:close/>
                    <a:moveTo>
                      <a:pt x="884915" y="814725"/>
                    </a:moveTo>
                    <a:lnTo>
                      <a:pt x="1244955" y="814725"/>
                    </a:lnTo>
                    <a:lnTo>
                      <a:pt x="1244955" y="1174725"/>
                    </a:lnTo>
                    <a:lnTo>
                      <a:pt x="884915" y="1174725"/>
                    </a:lnTo>
                    <a:close/>
                    <a:moveTo>
                      <a:pt x="2691077" y="703515"/>
                    </a:moveTo>
                    <a:lnTo>
                      <a:pt x="2691077" y="1285935"/>
                    </a:lnTo>
                    <a:lnTo>
                      <a:pt x="3273497" y="1285935"/>
                    </a:lnTo>
                    <a:lnTo>
                      <a:pt x="3273497" y="703515"/>
                    </a:lnTo>
                    <a:close/>
                    <a:moveTo>
                      <a:pt x="773725" y="703515"/>
                    </a:moveTo>
                    <a:lnTo>
                      <a:pt x="773725" y="1285935"/>
                    </a:lnTo>
                    <a:lnTo>
                      <a:pt x="1356145" y="1285935"/>
                    </a:lnTo>
                    <a:lnTo>
                      <a:pt x="1356145" y="703515"/>
                    </a:lnTo>
                    <a:close/>
                    <a:moveTo>
                      <a:pt x="2531162" y="543600"/>
                    </a:moveTo>
                    <a:lnTo>
                      <a:pt x="3433412" y="543600"/>
                    </a:lnTo>
                    <a:lnTo>
                      <a:pt x="3433412" y="1445850"/>
                    </a:lnTo>
                    <a:lnTo>
                      <a:pt x="2531162" y="1445850"/>
                    </a:lnTo>
                    <a:close/>
                    <a:moveTo>
                      <a:pt x="613810" y="543600"/>
                    </a:moveTo>
                    <a:lnTo>
                      <a:pt x="1516060" y="543600"/>
                    </a:lnTo>
                    <a:lnTo>
                      <a:pt x="1516060" y="1445850"/>
                    </a:lnTo>
                    <a:lnTo>
                      <a:pt x="613810" y="1445850"/>
                    </a:lnTo>
                    <a:close/>
                    <a:moveTo>
                      <a:pt x="2088509" y="543244"/>
                    </a:moveTo>
                    <a:lnTo>
                      <a:pt x="2283187" y="543244"/>
                    </a:lnTo>
                    <a:lnTo>
                      <a:pt x="2283187" y="759268"/>
                    </a:lnTo>
                    <a:lnTo>
                      <a:pt x="2088509" y="759268"/>
                    </a:lnTo>
                    <a:close/>
                    <a:moveTo>
                      <a:pt x="1751276" y="543243"/>
                    </a:moveTo>
                    <a:lnTo>
                      <a:pt x="1967300" y="543243"/>
                    </a:lnTo>
                    <a:lnTo>
                      <a:pt x="1967300" y="986389"/>
                    </a:lnTo>
                    <a:lnTo>
                      <a:pt x="2119726" y="986389"/>
                    </a:lnTo>
                    <a:lnTo>
                      <a:pt x="2119726" y="986388"/>
                    </a:lnTo>
                    <a:lnTo>
                      <a:pt x="2335750" y="986388"/>
                    </a:lnTo>
                    <a:lnTo>
                      <a:pt x="2335750" y="1491348"/>
                    </a:lnTo>
                    <a:lnTo>
                      <a:pt x="2119726" y="1491348"/>
                    </a:lnTo>
                    <a:lnTo>
                      <a:pt x="2119726" y="1202413"/>
                    </a:lnTo>
                    <a:lnTo>
                      <a:pt x="1747396" y="1202413"/>
                    </a:lnTo>
                    <a:lnTo>
                      <a:pt x="1747396" y="986389"/>
                    </a:lnTo>
                    <a:lnTo>
                      <a:pt x="1751276" y="986389"/>
                    </a:lnTo>
                    <a:close/>
                    <a:moveTo>
                      <a:pt x="4409" y="5850"/>
                    </a:moveTo>
                    <a:lnTo>
                      <a:pt x="364409" y="5850"/>
                    </a:lnTo>
                    <a:lnTo>
                      <a:pt x="1444409" y="5850"/>
                    </a:lnTo>
                    <a:lnTo>
                      <a:pt x="1444409" y="365850"/>
                    </a:lnTo>
                    <a:lnTo>
                      <a:pt x="364409" y="365850"/>
                    </a:lnTo>
                    <a:lnTo>
                      <a:pt x="364409" y="1445850"/>
                    </a:lnTo>
                    <a:lnTo>
                      <a:pt x="4409" y="1445850"/>
                    </a:lnTo>
                    <a:lnTo>
                      <a:pt x="4409" y="365850"/>
                    </a:lnTo>
                    <a:close/>
                    <a:moveTo>
                      <a:pt x="2531162" y="0"/>
                    </a:moveTo>
                    <a:lnTo>
                      <a:pt x="3611162" y="0"/>
                    </a:lnTo>
                    <a:lnTo>
                      <a:pt x="3971162" y="0"/>
                    </a:lnTo>
                    <a:lnTo>
                      <a:pt x="3971162" y="360000"/>
                    </a:lnTo>
                    <a:lnTo>
                      <a:pt x="3971162" y="1440000"/>
                    </a:lnTo>
                    <a:lnTo>
                      <a:pt x="3611162" y="1440000"/>
                    </a:lnTo>
                    <a:lnTo>
                      <a:pt x="3611162" y="360000"/>
                    </a:lnTo>
                    <a:lnTo>
                      <a:pt x="2531162" y="36000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468" name="Google Shape;3468;p59"/>
              <p:cNvSpPr/>
              <p:nvPr/>
            </p:nvSpPr>
            <p:spPr>
              <a:xfrm>
                <a:off x="10999746" y="4139499"/>
                <a:ext cx="330940" cy="232884"/>
              </a:xfrm>
              <a:custGeom>
                <a:rect b="b" l="l" r="r" t="t"/>
                <a:pathLst>
                  <a:path extrusionOk="0" h="2736304" w="3888432">
                    <a:moveTo>
                      <a:pt x="1324542" y="1693069"/>
                    </a:moveTo>
                    <a:lnTo>
                      <a:pt x="1371242" y="1693069"/>
                    </a:lnTo>
                    <a:cubicBezTo>
                      <a:pt x="1385857" y="1693069"/>
                      <a:pt x="1397704" y="1704917"/>
                      <a:pt x="1397704" y="1719531"/>
                    </a:cubicBezTo>
                    <a:lnTo>
                      <a:pt x="1397704" y="1766231"/>
                    </a:lnTo>
                    <a:cubicBezTo>
                      <a:pt x="1397704" y="1780846"/>
                      <a:pt x="1385857" y="1792693"/>
                      <a:pt x="1371242" y="1792693"/>
                    </a:cubicBezTo>
                    <a:lnTo>
                      <a:pt x="1324542" y="1792693"/>
                    </a:lnTo>
                    <a:cubicBezTo>
                      <a:pt x="1309928" y="1792693"/>
                      <a:pt x="1298080" y="1780846"/>
                      <a:pt x="1298080" y="1766231"/>
                    </a:cubicBezTo>
                    <a:lnTo>
                      <a:pt x="1298080" y="1719531"/>
                    </a:lnTo>
                    <a:cubicBezTo>
                      <a:pt x="1298080" y="1704917"/>
                      <a:pt x="1309928" y="1693069"/>
                      <a:pt x="1324542" y="1693069"/>
                    </a:cubicBezTo>
                    <a:close/>
                    <a:moveTo>
                      <a:pt x="1174792" y="1693069"/>
                    </a:moveTo>
                    <a:lnTo>
                      <a:pt x="1221492" y="1693069"/>
                    </a:lnTo>
                    <a:cubicBezTo>
                      <a:pt x="1236107" y="1693069"/>
                      <a:pt x="1247954" y="1704917"/>
                      <a:pt x="1247954" y="1719531"/>
                    </a:cubicBezTo>
                    <a:lnTo>
                      <a:pt x="1247954" y="1766231"/>
                    </a:lnTo>
                    <a:cubicBezTo>
                      <a:pt x="1247954" y="1780846"/>
                      <a:pt x="1236107" y="1792693"/>
                      <a:pt x="1221492" y="1792693"/>
                    </a:cubicBezTo>
                    <a:lnTo>
                      <a:pt x="1174792" y="1792693"/>
                    </a:lnTo>
                    <a:cubicBezTo>
                      <a:pt x="1160178" y="1792693"/>
                      <a:pt x="1148330" y="1780846"/>
                      <a:pt x="1148330" y="1766231"/>
                    </a:cubicBezTo>
                    <a:lnTo>
                      <a:pt x="1148330" y="1719531"/>
                    </a:lnTo>
                    <a:cubicBezTo>
                      <a:pt x="1148330" y="1704917"/>
                      <a:pt x="1160178" y="1693069"/>
                      <a:pt x="1174792" y="1693069"/>
                    </a:cubicBezTo>
                    <a:close/>
                    <a:moveTo>
                      <a:pt x="1025670" y="1693069"/>
                    </a:moveTo>
                    <a:lnTo>
                      <a:pt x="1072369" y="1693069"/>
                    </a:lnTo>
                    <a:cubicBezTo>
                      <a:pt x="1086984" y="1693069"/>
                      <a:pt x="1098832" y="1704917"/>
                      <a:pt x="1098832" y="1719531"/>
                    </a:cubicBezTo>
                    <a:lnTo>
                      <a:pt x="1098832" y="1766231"/>
                    </a:lnTo>
                    <a:cubicBezTo>
                      <a:pt x="1098832" y="1780846"/>
                      <a:pt x="1086984" y="1792693"/>
                      <a:pt x="1072369" y="1792693"/>
                    </a:cubicBezTo>
                    <a:lnTo>
                      <a:pt x="1025670" y="1792693"/>
                    </a:lnTo>
                    <a:cubicBezTo>
                      <a:pt x="1011055" y="1792693"/>
                      <a:pt x="999207" y="1780846"/>
                      <a:pt x="999207" y="1766231"/>
                    </a:cubicBezTo>
                    <a:lnTo>
                      <a:pt x="999207" y="1719531"/>
                    </a:lnTo>
                    <a:cubicBezTo>
                      <a:pt x="999207" y="1704917"/>
                      <a:pt x="1011055" y="1693069"/>
                      <a:pt x="1025670" y="1693069"/>
                    </a:cubicBezTo>
                    <a:close/>
                    <a:moveTo>
                      <a:pt x="2538530" y="1609316"/>
                    </a:moveTo>
                    <a:lnTo>
                      <a:pt x="2133002" y="1939195"/>
                    </a:lnTo>
                    <a:lnTo>
                      <a:pt x="3272021" y="1939195"/>
                    </a:lnTo>
                    <a:lnTo>
                      <a:pt x="2866494" y="1609316"/>
                    </a:lnTo>
                    <a:close/>
                    <a:moveTo>
                      <a:pt x="1324542" y="1547147"/>
                    </a:moveTo>
                    <a:lnTo>
                      <a:pt x="1371242" y="1547147"/>
                    </a:lnTo>
                    <a:cubicBezTo>
                      <a:pt x="1385857" y="1547147"/>
                      <a:pt x="1397704" y="1558995"/>
                      <a:pt x="1397704" y="1573609"/>
                    </a:cubicBezTo>
                    <a:lnTo>
                      <a:pt x="1397704" y="1620309"/>
                    </a:lnTo>
                    <a:cubicBezTo>
                      <a:pt x="1397704" y="1634924"/>
                      <a:pt x="1385857" y="1646771"/>
                      <a:pt x="1371242" y="1646771"/>
                    </a:cubicBezTo>
                    <a:lnTo>
                      <a:pt x="1324542" y="1646771"/>
                    </a:lnTo>
                    <a:cubicBezTo>
                      <a:pt x="1309928" y="1646771"/>
                      <a:pt x="1298080" y="1634924"/>
                      <a:pt x="1298080" y="1620309"/>
                    </a:cubicBezTo>
                    <a:lnTo>
                      <a:pt x="1298080" y="1573609"/>
                    </a:lnTo>
                    <a:cubicBezTo>
                      <a:pt x="1298080" y="1558995"/>
                      <a:pt x="1309928" y="1547147"/>
                      <a:pt x="1324542" y="1547147"/>
                    </a:cubicBezTo>
                    <a:close/>
                    <a:moveTo>
                      <a:pt x="1174792" y="1547147"/>
                    </a:moveTo>
                    <a:lnTo>
                      <a:pt x="1221492" y="1547147"/>
                    </a:lnTo>
                    <a:cubicBezTo>
                      <a:pt x="1236107" y="1547147"/>
                      <a:pt x="1247954" y="1558995"/>
                      <a:pt x="1247954" y="1573609"/>
                    </a:cubicBezTo>
                    <a:lnTo>
                      <a:pt x="1247954" y="1620309"/>
                    </a:lnTo>
                    <a:cubicBezTo>
                      <a:pt x="1247954" y="1634924"/>
                      <a:pt x="1236107" y="1646771"/>
                      <a:pt x="1221492" y="1646771"/>
                    </a:cubicBezTo>
                    <a:lnTo>
                      <a:pt x="1174792" y="1646771"/>
                    </a:lnTo>
                    <a:cubicBezTo>
                      <a:pt x="1160178" y="1646771"/>
                      <a:pt x="1148330" y="1634924"/>
                      <a:pt x="1148330" y="1620309"/>
                    </a:cubicBezTo>
                    <a:lnTo>
                      <a:pt x="1148330" y="1573609"/>
                    </a:lnTo>
                    <a:cubicBezTo>
                      <a:pt x="1148330" y="1558995"/>
                      <a:pt x="1160178" y="1547147"/>
                      <a:pt x="1174792" y="1547147"/>
                    </a:cubicBezTo>
                    <a:close/>
                    <a:moveTo>
                      <a:pt x="1025670" y="1547147"/>
                    </a:moveTo>
                    <a:lnTo>
                      <a:pt x="1072369" y="1547147"/>
                    </a:lnTo>
                    <a:cubicBezTo>
                      <a:pt x="1086984" y="1547147"/>
                      <a:pt x="1098832" y="1558995"/>
                      <a:pt x="1098832" y="1573609"/>
                    </a:cubicBezTo>
                    <a:lnTo>
                      <a:pt x="1098832" y="1620309"/>
                    </a:lnTo>
                    <a:cubicBezTo>
                      <a:pt x="1098832" y="1634924"/>
                      <a:pt x="1086984" y="1646771"/>
                      <a:pt x="1072369" y="1646771"/>
                    </a:cubicBezTo>
                    <a:lnTo>
                      <a:pt x="1025670" y="1646771"/>
                    </a:lnTo>
                    <a:cubicBezTo>
                      <a:pt x="1011055" y="1646771"/>
                      <a:pt x="999207" y="1634924"/>
                      <a:pt x="999207" y="1620309"/>
                    </a:cubicBezTo>
                    <a:lnTo>
                      <a:pt x="999207" y="1573609"/>
                    </a:lnTo>
                    <a:cubicBezTo>
                      <a:pt x="999207" y="1558995"/>
                      <a:pt x="1011055" y="1547147"/>
                      <a:pt x="1025670" y="1547147"/>
                    </a:cubicBezTo>
                    <a:close/>
                    <a:moveTo>
                      <a:pt x="2504665" y="1505875"/>
                    </a:moveTo>
                    <a:cubicBezTo>
                      <a:pt x="2501347" y="1505875"/>
                      <a:pt x="2498657" y="1508565"/>
                      <a:pt x="2498657" y="1511883"/>
                    </a:cubicBezTo>
                    <a:lnTo>
                      <a:pt x="2498657" y="1535912"/>
                    </a:lnTo>
                    <a:cubicBezTo>
                      <a:pt x="2498657" y="1539230"/>
                      <a:pt x="2501347" y="1541920"/>
                      <a:pt x="2504665" y="1541920"/>
                    </a:cubicBezTo>
                    <a:lnTo>
                      <a:pt x="2893211" y="1541920"/>
                    </a:lnTo>
                    <a:cubicBezTo>
                      <a:pt x="2896529" y="1541920"/>
                      <a:pt x="2899219" y="1539230"/>
                      <a:pt x="2899219" y="1535912"/>
                    </a:cubicBezTo>
                    <a:lnTo>
                      <a:pt x="2899219" y="1511883"/>
                    </a:lnTo>
                    <a:cubicBezTo>
                      <a:pt x="2899219" y="1508565"/>
                      <a:pt x="2896529" y="1505875"/>
                      <a:pt x="2893211" y="1505875"/>
                    </a:cubicBezTo>
                    <a:close/>
                    <a:moveTo>
                      <a:pt x="2504665" y="1422733"/>
                    </a:moveTo>
                    <a:cubicBezTo>
                      <a:pt x="2501347" y="1422733"/>
                      <a:pt x="2498657" y="1425422"/>
                      <a:pt x="2498657" y="1428740"/>
                    </a:cubicBezTo>
                    <a:lnTo>
                      <a:pt x="2498657" y="1452770"/>
                    </a:lnTo>
                    <a:cubicBezTo>
                      <a:pt x="2498657" y="1456088"/>
                      <a:pt x="2501347" y="1458777"/>
                      <a:pt x="2504665" y="1458777"/>
                    </a:cubicBezTo>
                    <a:lnTo>
                      <a:pt x="2893211" y="1458777"/>
                    </a:lnTo>
                    <a:cubicBezTo>
                      <a:pt x="2896529" y="1458777"/>
                      <a:pt x="2899219" y="1456088"/>
                      <a:pt x="2899219" y="1452770"/>
                    </a:cubicBezTo>
                    <a:lnTo>
                      <a:pt x="2899219" y="1428740"/>
                    </a:lnTo>
                    <a:cubicBezTo>
                      <a:pt x="2899219" y="1425422"/>
                      <a:pt x="2896529" y="1422733"/>
                      <a:pt x="2893211" y="1422733"/>
                    </a:cubicBezTo>
                    <a:close/>
                    <a:moveTo>
                      <a:pt x="1324542" y="1401225"/>
                    </a:moveTo>
                    <a:lnTo>
                      <a:pt x="1371242" y="1401225"/>
                    </a:lnTo>
                    <a:cubicBezTo>
                      <a:pt x="1385857" y="1401225"/>
                      <a:pt x="1397704" y="1413073"/>
                      <a:pt x="1397704" y="1427687"/>
                    </a:cubicBezTo>
                    <a:lnTo>
                      <a:pt x="1397704" y="1474387"/>
                    </a:lnTo>
                    <a:cubicBezTo>
                      <a:pt x="1397704" y="1489001"/>
                      <a:pt x="1385857" y="1500849"/>
                      <a:pt x="1371242" y="1500849"/>
                    </a:cubicBezTo>
                    <a:lnTo>
                      <a:pt x="1324542" y="1500849"/>
                    </a:lnTo>
                    <a:cubicBezTo>
                      <a:pt x="1309928" y="1500849"/>
                      <a:pt x="1298080" y="1489001"/>
                      <a:pt x="1298080" y="1474387"/>
                    </a:cubicBezTo>
                    <a:lnTo>
                      <a:pt x="1298080" y="1427687"/>
                    </a:lnTo>
                    <a:cubicBezTo>
                      <a:pt x="1298080" y="1413073"/>
                      <a:pt x="1309928" y="1401225"/>
                      <a:pt x="1324542" y="1401225"/>
                    </a:cubicBezTo>
                    <a:close/>
                    <a:moveTo>
                      <a:pt x="1174792" y="1401225"/>
                    </a:moveTo>
                    <a:lnTo>
                      <a:pt x="1221492" y="1401225"/>
                    </a:lnTo>
                    <a:cubicBezTo>
                      <a:pt x="1236107" y="1401225"/>
                      <a:pt x="1247954" y="1413073"/>
                      <a:pt x="1247954" y="1427687"/>
                    </a:cubicBezTo>
                    <a:lnTo>
                      <a:pt x="1247954" y="1474387"/>
                    </a:lnTo>
                    <a:cubicBezTo>
                      <a:pt x="1247954" y="1489001"/>
                      <a:pt x="1236107" y="1500849"/>
                      <a:pt x="1221492" y="1500849"/>
                    </a:cubicBezTo>
                    <a:lnTo>
                      <a:pt x="1174792" y="1500849"/>
                    </a:lnTo>
                    <a:cubicBezTo>
                      <a:pt x="1160178" y="1500849"/>
                      <a:pt x="1148330" y="1489001"/>
                      <a:pt x="1148330" y="1474387"/>
                    </a:cubicBezTo>
                    <a:lnTo>
                      <a:pt x="1148330" y="1427687"/>
                    </a:lnTo>
                    <a:cubicBezTo>
                      <a:pt x="1148330" y="1413073"/>
                      <a:pt x="1160178" y="1401225"/>
                      <a:pt x="1174792" y="1401225"/>
                    </a:cubicBezTo>
                    <a:close/>
                    <a:moveTo>
                      <a:pt x="1025670" y="1401225"/>
                    </a:moveTo>
                    <a:lnTo>
                      <a:pt x="1072369" y="1401225"/>
                    </a:lnTo>
                    <a:cubicBezTo>
                      <a:pt x="1086984" y="1401225"/>
                      <a:pt x="1098832" y="1413073"/>
                      <a:pt x="1098832" y="1427687"/>
                    </a:cubicBezTo>
                    <a:lnTo>
                      <a:pt x="1098832" y="1474387"/>
                    </a:lnTo>
                    <a:cubicBezTo>
                      <a:pt x="1098832" y="1489001"/>
                      <a:pt x="1086984" y="1500849"/>
                      <a:pt x="1072369" y="1500849"/>
                    </a:cubicBezTo>
                    <a:lnTo>
                      <a:pt x="1025670" y="1500849"/>
                    </a:lnTo>
                    <a:cubicBezTo>
                      <a:pt x="1011055" y="1500849"/>
                      <a:pt x="999207" y="1489001"/>
                      <a:pt x="999207" y="1474387"/>
                    </a:cubicBezTo>
                    <a:lnTo>
                      <a:pt x="999207" y="1427687"/>
                    </a:lnTo>
                    <a:cubicBezTo>
                      <a:pt x="999207" y="1413073"/>
                      <a:pt x="1011055" y="1401225"/>
                      <a:pt x="1025670" y="1401225"/>
                    </a:cubicBezTo>
                    <a:close/>
                    <a:moveTo>
                      <a:pt x="2504665" y="1339590"/>
                    </a:moveTo>
                    <a:cubicBezTo>
                      <a:pt x="2501347" y="1339590"/>
                      <a:pt x="2498657" y="1342280"/>
                      <a:pt x="2498657" y="1345598"/>
                    </a:cubicBezTo>
                    <a:lnTo>
                      <a:pt x="2498657" y="1369628"/>
                    </a:lnTo>
                    <a:cubicBezTo>
                      <a:pt x="2498657" y="1372945"/>
                      <a:pt x="2501347" y="1375635"/>
                      <a:pt x="2504665" y="1375635"/>
                    </a:cubicBezTo>
                    <a:lnTo>
                      <a:pt x="2893211" y="1375635"/>
                    </a:lnTo>
                    <a:cubicBezTo>
                      <a:pt x="2896529" y="1375635"/>
                      <a:pt x="2899219" y="1372945"/>
                      <a:pt x="2899219" y="1369628"/>
                    </a:cubicBezTo>
                    <a:lnTo>
                      <a:pt x="2899219" y="1345598"/>
                    </a:lnTo>
                    <a:cubicBezTo>
                      <a:pt x="2899219" y="1342280"/>
                      <a:pt x="2896529" y="1339590"/>
                      <a:pt x="2893211" y="1339590"/>
                    </a:cubicBezTo>
                    <a:close/>
                    <a:moveTo>
                      <a:pt x="2088232" y="1285358"/>
                    </a:moveTo>
                    <a:lnTo>
                      <a:pt x="2088232" y="1938513"/>
                    </a:lnTo>
                    <a:lnTo>
                      <a:pt x="2504773" y="1611936"/>
                    </a:lnTo>
                    <a:close/>
                    <a:moveTo>
                      <a:pt x="3314199" y="1280118"/>
                    </a:moveTo>
                    <a:lnTo>
                      <a:pt x="2897658" y="1608841"/>
                    </a:lnTo>
                    <a:lnTo>
                      <a:pt x="3314199" y="1937564"/>
                    </a:lnTo>
                    <a:close/>
                    <a:moveTo>
                      <a:pt x="1527230" y="1221901"/>
                    </a:moveTo>
                    <a:cubicBezTo>
                      <a:pt x="1521727" y="1221901"/>
                      <a:pt x="1517267" y="1226362"/>
                      <a:pt x="1517267" y="1231864"/>
                    </a:cubicBezTo>
                    <a:lnTo>
                      <a:pt x="1517267" y="1271713"/>
                    </a:lnTo>
                    <a:cubicBezTo>
                      <a:pt x="1517267" y="1277215"/>
                      <a:pt x="1521727" y="1281676"/>
                      <a:pt x="1527230" y="1281676"/>
                    </a:cubicBezTo>
                    <a:lnTo>
                      <a:pt x="1732319" y="1281676"/>
                    </a:lnTo>
                    <a:cubicBezTo>
                      <a:pt x="1737821" y="1281676"/>
                      <a:pt x="1742281" y="1277215"/>
                      <a:pt x="1742281" y="1271713"/>
                    </a:cubicBezTo>
                    <a:lnTo>
                      <a:pt x="1742281" y="1231864"/>
                    </a:lnTo>
                    <a:cubicBezTo>
                      <a:pt x="1742281" y="1226362"/>
                      <a:pt x="1737821" y="1221901"/>
                      <a:pt x="1732319" y="1221901"/>
                    </a:cubicBezTo>
                    <a:close/>
                    <a:moveTo>
                      <a:pt x="666834" y="1221901"/>
                    </a:moveTo>
                    <a:cubicBezTo>
                      <a:pt x="661332" y="1221901"/>
                      <a:pt x="656871" y="1226362"/>
                      <a:pt x="656871" y="1231864"/>
                    </a:cubicBezTo>
                    <a:lnTo>
                      <a:pt x="656871" y="1271713"/>
                    </a:lnTo>
                    <a:cubicBezTo>
                      <a:pt x="656871" y="1277215"/>
                      <a:pt x="661332" y="1281676"/>
                      <a:pt x="666834" y="1281676"/>
                    </a:cubicBezTo>
                    <a:lnTo>
                      <a:pt x="871923" y="1281676"/>
                    </a:lnTo>
                    <a:cubicBezTo>
                      <a:pt x="877425" y="1281676"/>
                      <a:pt x="881885" y="1277215"/>
                      <a:pt x="881885" y="1271713"/>
                    </a:cubicBezTo>
                    <a:lnTo>
                      <a:pt x="881885" y="1231864"/>
                    </a:lnTo>
                    <a:cubicBezTo>
                      <a:pt x="881885" y="1226362"/>
                      <a:pt x="877425" y="1221901"/>
                      <a:pt x="871923" y="1221901"/>
                    </a:cubicBezTo>
                    <a:close/>
                    <a:moveTo>
                      <a:pt x="1052149" y="1111644"/>
                    </a:moveTo>
                    <a:cubicBezTo>
                      <a:pt x="1044919" y="1111644"/>
                      <a:pt x="1039057" y="1117506"/>
                      <a:pt x="1039057" y="1124736"/>
                    </a:cubicBezTo>
                    <a:lnTo>
                      <a:pt x="1039057" y="1168203"/>
                    </a:lnTo>
                    <a:lnTo>
                      <a:pt x="1009466" y="1168203"/>
                    </a:lnTo>
                    <a:cubicBezTo>
                      <a:pt x="969193" y="1174775"/>
                      <a:pt x="956437" y="1243393"/>
                      <a:pt x="940007" y="1277093"/>
                    </a:cubicBezTo>
                    <a:cubicBezTo>
                      <a:pt x="776268" y="1309492"/>
                      <a:pt x="775043" y="1328679"/>
                      <a:pt x="736793" y="1421744"/>
                    </a:cubicBezTo>
                    <a:lnTo>
                      <a:pt x="648072" y="1812480"/>
                    </a:lnTo>
                    <a:cubicBezTo>
                      <a:pt x="648072" y="1882463"/>
                      <a:pt x="704805" y="1939195"/>
                      <a:pt x="774788" y="1939195"/>
                    </a:cubicBezTo>
                    <a:lnTo>
                      <a:pt x="1183772" y="1939195"/>
                    </a:lnTo>
                    <a:lnTo>
                      <a:pt x="1198456" y="1939195"/>
                    </a:lnTo>
                    <a:lnTo>
                      <a:pt x="1607440" y="1939195"/>
                    </a:lnTo>
                    <a:cubicBezTo>
                      <a:pt x="1677423" y="1939195"/>
                      <a:pt x="1734156" y="1882463"/>
                      <a:pt x="1734156" y="1812480"/>
                    </a:cubicBezTo>
                    <a:lnTo>
                      <a:pt x="1645435" y="1421744"/>
                    </a:lnTo>
                    <a:cubicBezTo>
                      <a:pt x="1607185" y="1328679"/>
                      <a:pt x="1605960" y="1309492"/>
                      <a:pt x="1442221" y="1277093"/>
                    </a:cubicBezTo>
                    <a:cubicBezTo>
                      <a:pt x="1425791" y="1243393"/>
                      <a:pt x="1413035" y="1174775"/>
                      <a:pt x="1372762" y="1168203"/>
                    </a:cubicBezTo>
                    <a:lnTo>
                      <a:pt x="1357854" y="1168203"/>
                    </a:lnTo>
                    <a:lnTo>
                      <a:pt x="1357854" y="1124736"/>
                    </a:lnTo>
                    <a:cubicBezTo>
                      <a:pt x="1357854" y="1117506"/>
                      <a:pt x="1351993" y="1111644"/>
                      <a:pt x="1344762" y="1111644"/>
                    </a:cubicBezTo>
                    <a:lnTo>
                      <a:pt x="1268702" y="1111644"/>
                    </a:lnTo>
                    <a:cubicBezTo>
                      <a:pt x="1261471" y="1111644"/>
                      <a:pt x="1255610" y="1117506"/>
                      <a:pt x="1255610" y="1124736"/>
                    </a:cubicBezTo>
                    <a:lnTo>
                      <a:pt x="1255610" y="1168203"/>
                    </a:lnTo>
                    <a:lnTo>
                      <a:pt x="1198456" y="1168203"/>
                    </a:lnTo>
                    <a:lnTo>
                      <a:pt x="1183772" y="1168203"/>
                    </a:lnTo>
                    <a:lnTo>
                      <a:pt x="1141302" y="1168203"/>
                    </a:lnTo>
                    <a:lnTo>
                      <a:pt x="1141302" y="1124736"/>
                    </a:lnTo>
                    <a:cubicBezTo>
                      <a:pt x="1141302" y="1117506"/>
                      <a:pt x="1135440" y="1111644"/>
                      <a:pt x="1128210" y="1111644"/>
                    </a:cubicBezTo>
                    <a:close/>
                    <a:moveTo>
                      <a:pt x="2705133" y="840243"/>
                    </a:moveTo>
                    <a:lnTo>
                      <a:pt x="2088233" y="1255464"/>
                    </a:lnTo>
                    <a:lnTo>
                      <a:pt x="2299068" y="1414858"/>
                    </a:lnTo>
                    <a:lnTo>
                      <a:pt x="2299068" y="1228076"/>
                    </a:lnTo>
                    <a:lnTo>
                      <a:pt x="3108494" y="1228076"/>
                    </a:lnTo>
                    <a:lnTo>
                      <a:pt x="3108494" y="1416902"/>
                    </a:lnTo>
                    <a:lnTo>
                      <a:pt x="3322033" y="1255464"/>
                    </a:lnTo>
                    <a:lnTo>
                      <a:pt x="3322033" y="1255464"/>
                    </a:lnTo>
                    <a:close/>
                    <a:moveTo>
                      <a:pt x="1195706" y="835207"/>
                    </a:moveTo>
                    <a:lnTo>
                      <a:pt x="1195706" y="835221"/>
                    </a:lnTo>
                    <a:cubicBezTo>
                      <a:pt x="866618" y="834160"/>
                      <a:pt x="692194" y="969423"/>
                      <a:pt x="665970" y="1132153"/>
                    </a:cubicBezTo>
                    <a:cubicBezTo>
                      <a:pt x="665970" y="1145595"/>
                      <a:pt x="659622" y="1181725"/>
                      <a:pt x="663418" y="1194550"/>
                    </a:cubicBezTo>
                    <a:lnTo>
                      <a:pt x="878440" y="1194550"/>
                    </a:lnTo>
                    <a:cubicBezTo>
                      <a:pt x="887485" y="1007425"/>
                      <a:pt x="1085027" y="1006045"/>
                      <a:pt x="1195706" y="1007712"/>
                    </a:cubicBezTo>
                    <a:lnTo>
                      <a:pt x="1195706" y="1007714"/>
                    </a:lnTo>
                    <a:cubicBezTo>
                      <a:pt x="1195809" y="1007712"/>
                      <a:pt x="1195911" y="1007710"/>
                      <a:pt x="1196014" y="1007712"/>
                    </a:cubicBezTo>
                    <a:lnTo>
                      <a:pt x="1196322" y="1007714"/>
                    </a:lnTo>
                    <a:lnTo>
                      <a:pt x="1196322" y="1007712"/>
                    </a:lnTo>
                    <a:cubicBezTo>
                      <a:pt x="1307001" y="1006045"/>
                      <a:pt x="1504542" y="1007425"/>
                      <a:pt x="1513587" y="1194550"/>
                    </a:cubicBezTo>
                    <a:lnTo>
                      <a:pt x="1728609" y="1194550"/>
                    </a:lnTo>
                    <a:cubicBezTo>
                      <a:pt x="1732405" y="1181725"/>
                      <a:pt x="1726057" y="1145595"/>
                      <a:pt x="1726057" y="1132153"/>
                    </a:cubicBezTo>
                    <a:cubicBezTo>
                      <a:pt x="1699834" y="969423"/>
                      <a:pt x="1525410" y="834160"/>
                      <a:pt x="1196322" y="835221"/>
                    </a:cubicBezTo>
                    <a:lnTo>
                      <a:pt x="1196322" y="835207"/>
                    </a:lnTo>
                    <a:cubicBezTo>
                      <a:pt x="1196219" y="835207"/>
                      <a:pt x="1196117" y="835206"/>
                      <a:pt x="1196014" y="835214"/>
                    </a:cubicBezTo>
                    <a:close/>
                    <a:moveTo>
                      <a:pt x="713043" y="263029"/>
                    </a:moveTo>
                    <a:lnTo>
                      <a:pt x="3158596" y="263029"/>
                    </a:lnTo>
                    <a:cubicBezTo>
                      <a:pt x="3365555" y="263029"/>
                      <a:pt x="3533328" y="430802"/>
                      <a:pt x="3533328" y="637761"/>
                    </a:cubicBezTo>
                    <a:lnTo>
                      <a:pt x="3533328" y="2136642"/>
                    </a:lnTo>
                    <a:cubicBezTo>
                      <a:pt x="3533328" y="2343601"/>
                      <a:pt x="3365555" y="2511374"/>
                      <a:pt x="3158596" y="2511374"/>
                    </a:cubicBezTo>
                    <a:lnTo>
                      <a:pt x="713043" y="2511374"/>
                    </a:lnTo>
                    <a:cubicBezTo>
                      <a:pt x="506084" y="2511374"/>
                      <a:pt x="338311" y="2343601"/>
                      <a:pt x="338311" y="2136642"/>
                    </a:cubicBezTo>
                    <a:lnTo>
                      <a:pt x="338311" y="637761"/>
                    </a:lnTo>
                    <a:cubicBezTo>
                      <a:pt x="338311" y="430802"/>
                      <a:pt x="506084" y="263029"/>
                      <a:pt x="713043" y="263029"/>
                    </a:cubicBezTo>
                    <a:close/>
                    <a:moveTo>
                      <a:pt x="593824" y="142875"/>
                    </a:moveTo>
                    <a:cubicBezTo>
                      <a:pt x="365814" y="142875"/>
                      <a:pt x="180975" y="327714"/>
                      <a:pt x="180975" y="555724"/>
                    </a:cubicBezTo>
                    <a:lnTo>
                      <a:pt x="180975" y="2207068"/>
                    </a:lnTo>
                    <a:cubicBezTo>
                      <a:pt x="180975" y="2435078"/>
                      <a:pt x="365814" y="2619917"/>
                      <a:pt x="593824" y="2619917"/>
                    </a:cubicBezTo>
                    <a:lnTo>
                      <a:pt x="3288134" y="2619917"/>
                    </a:lnTo>
                    <a:cubicBezTo>
                      <a:pt x="3516144" y="2619917"/>
                      <a:pt x="3700983" y="2435078"/>
                      <a:pt x="3700983" y="2207068"/>
                    </a:cubicBezTo>
                    <a:lnTo>
                      <a:pt x="3700983" y="555724"/>
                    </a:lnTo>
                    <a:cubicBezTo>
                      <a:pt x="3700983" y="327714"/>
                      <a:pt x="3516144" y="142875"/>
                      <a:pt x="3288134" y="142875"/>
                    </a:cubicBezTo>
                    <a:close/>
                    <a:moveTo>
                      <a:pt x="456060" y="0"/>
                    </a:moveTo>
                    <a:lnTo>
                      <a:pt x="3432372" y="0"/>
                    </a:lnTo>
                    <a:cubicBezTo>
                      <a:pt x="3684247" y="0"/>
                      <a:pt x="3888432" y="204185"/>
                      <a:pt x="3888432" y="456060"/>
                    </a:cubicBezTo>
                    <a:lnTo>
                      <a:pt x="3888432" y="2280244"/>
                    </a:lnTo>
                    <a:cubicBezTo>
                      <a:pt x="3888432" y="2532119"/>
                      <a:pt x="3684247" y="2736304"/>
                      <a:pt x="3432372" y="2736304"/>
                    </a:cubicBezTo>
                    <a:lnTo>
                      <a:pt x="456060" y="2736304"/>
                    </a:lnTo>
                    <a:cubicBezTo>
                      <a:pt x="204185" y="2736304"/>
                      <a:pt x="0" y="2532119"/>
                      <a:pt x="0" y="2280244"/>
                    </a:cubicBezTo>
                    <a:lnTo>
                      <a:pt x="0" y="456060"/>
                    </a:lnTo>
                    <a:cubicBezTo>
                      <a:pt x="0" y="204185"/>
                      <a:pt x="204185" y="0"/>
                      <a:pt x="456060"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469" name="Google Shape;3469;p59"/>
              <p:cNvSpPr/>
              <p:nvPr/>
            </p:nvSpPr>
            <p:spPr>
              <a:xfrm>
                <a:off x="9698244" y="5398653"/>
                <a:ext cx="300703" cy="366439"/>
              </a:xfrm>
              <a:custGeom>
                <a:rect b="b" l="l" r="r" t="t"/>
                <a:pathLst>
                  <a:path extrusionOk="0" h="3949460" w="3240944">
                    <a:moveTo>
                      <a:pt x="2411668" y="919204"/>
                    </a:moveTo>
                    <a:cubicBezTo>
                      <a:pt x="2652037" y="921566"/>
                      <a:pt x="2997179" y="1088232"/>
                      <a:pt x="3147060" y="1333480"/>
                    </a:cubicBezTo>
                    <a:cubicBezTo>
                      <a:pt x="2837519" y="1559133"/>
                      <a:pt x="2713715" y="1818123"/>
                      <a:pt x="2716116" y="2148550"/>
                    </a:cubicBezTo>
                    <a:cubicBezTo>
                      <a:pt x="2724370" y="2506677"/>
                      <a:pt x="2937416" y="2788602"/>
                      <a:pt x="3240944" y="2908604"/>
                    </a:cubicBezTo>
                    <a:cubicBezTo>
                      <a:pt x="3111039" y="3296832"/>
                      <a:pt x="2835874" y="3920800"/>
                      <a:pt x="2360688" y="3949460"/>
                    </a:cubicBezTo>
                    <a:cubicBezTo>
                      <a:pt x="2104982" y="3948826"/>
                      <a:pt x="1887379" y="3871989"/>
                      <a:pt x="1655487" y="3790391"/>
                    </a:cubicBezTo>
                    <a:cubicBezTo>
                      <a:pt x="1465920" y="3881513"/>
                      <a:pt x="1178719" y="3984543"/>
                      <a:pt x="936764" y="3932790"/>
                    </a:cubicBezTo>
                    <a:cubicBezTo>
                      <a:pt x="634032" y="3867349"/>
                      <a:pt x="33306" y="3304229"/>
                      <a:pt x="0" y="2002921"/>
                    </a:cubicBezTo>
                    <a:cubicBezTo>
                      <a:pt x="5122" y="1625861"/>
                      <a:pt x="224231" y="988116"/>
                      <a:pt x="1004287" y="951010"/>
                    </a:cubicBezTo>
                    <a:cubicBezTo>
                      <a:pt x="1237754" y="955627"/>
                      <a:pt x="1430737" y="1013358"/>
                      <a:pt x="1654678" y="1150601"/>
                    </a:cubicBezTo>
                    <a:cubicBezTo>
                      <a:pt x="1907007" y="1025844"/>
                      <a:pt x="2042657" y="934423"/>
                      <a:pt x="2411668" y="919204"/>
                    </a:cubicBezTo>
                    <a:close/>
                    <a:moveTo>
                      <a:pt x="2423572" y="0"/>
                    </a:moveTo>
                    <a:cubicBezTo>
                      <a:pt x="2449670" y="236641"/>
                      <a:pt x="2449574" y="370890"/>
                      <a:pt x="2275646" y="605149"/>
                    </a:cubicBezTo>
                    <a:cubicBezTo>
                      <a:pt x="2098536" y="787863"/>
                      <a:pt x="1909519" y="903902"/>
                      <a:pt x="1627634" y="908022"/>
                    </a:cubicBezTo>
                    <a:cubicBezTo>
                      <a:pt x="1601565" y="662380"/>
                      <a:pt x="1689794" y="371496"/>
                      <a:pt x="1823269" y="256823"/>
                    </a:cubicBezTo>
                    <a:cubicBezTo>
                      <a:pt x="1945582" y="131527"/>
                      <a:pt x="2156003" y="39571"/>
                      <a:pt x="2423572" y="0"/>
                    </a:cubicBez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470" name="Google Shape;3470;p59"/>
              <p:cNvSpPr/>
              <p:nvPr/>
            </p:nvSpPr>
            <p:spPr>
              <a:xfrm>
                <a:off x="7800500" y="2582839"/>
                <a:ext cx="300170" cy="347427"/>
              </a:xfrm>
              <a:custGeom>
                <a:rect b="b" l="l" r="r" t="t"/>
                <a:pathLst>
                  <a:path extrusionOk="0" h="3842533" w="3319870">
                    <a:moveTo>
                      <a:pt x="579936" y="1296382"/>
                    </a:moveTo>
                    <a:lnTo>
                      <a:pt x="2739936" y="1296382"/>
                    </a:lnTo>
                    <a:lnTo>
                      <a:pt x="2739936" y="2796543"/>
                    </a:lnTo>
                    <a:cubicBezTo>
                      <a:pt x="2739936" y="2962250"/>
                      <a:pt x="2605604" y="3096582"/>
                      <a:pt x="2439897" y="3096582"/>
                    </a:cubicBezTo>
                    <a:lnTo>
                      <a:pt x="2272003" y="3096582"/>
                    </a:lnTo>
                    <a:lnTo>
                      <a:pt x="2272003" y="3590505"/>
                    </a:lnTo>
                    <a:cubicBezTo>
                      <a:pt x="2272003" y="3729696"/>
                      <a:pt x="2159166" y="3842533"/>
                      <a:pt x="2019975" y="3842533"/>
                    </a:cubicBezTo>
                    <a:cubicBezTo>
                      <a:pt x="1880784" y="3842533"/>
                      <a:pt x="1767947" y="3729696"/>
                      <a:pt x="1767947" y="3590505"/>
                    </a:cubicBezTo>
                    <a:lnTo>
                      <a:pt x="1767947" y="3096582"/>
                    </a:lnTo>
                    <a:lnTo>
                      <a:pt x="1492066" y="3096582"/>
                    </a:lnTo>
                    <a:lnTo>
                      <a:pt x="1492066" y="3590505"/>
                    </a:lnTo>
                    <a:cubicBezTo>
                      <a:pt x="1492066" y="3729696"/>
                      <a:pt x="1379229" y="3842533"/>
                      <a:pt x="1240038" y="3842533"/>
                    </a:cubicBezTo>
                    <a:cubicBezTo>
                      <a:pt x="1100847" y="3842533"/>
                      <a:pt x="988010" y="3729696"/>
                      <a:pt x="988010" y="3590505"/>
                    </a:cubicBezTo>
                    <a:lnTo>
                      <a:pt x="988010" y="3096582"/>
                    </a:lnTo>
                    <a:lnTo>
                      <a:pt x="879975" y="3096582"/>
                    </a:lnTo>
                    <a:cubicBezTo>
                      <a:pt x="714268" y="3096582"/>
                      <a:pt x="579936" y="2962250"/>
                      <a:pt x="579936" y="2796543"/>
                    </a:cubicBezTo>
                    <a:close/>
                    <a:moveTo>
                      <a:pt x="3067842" y="1281925"/>
                    </a:moveTo>
                    <a:cubicBezTo>
                      <a:pt x="3207033" y="1281925"/>
                      <a:pt x="3319870" y="1394762"/>
                      <a:pt x="3319870" y="1533953"/>
                    </a:cubicBezTo>
                    <a:lnTo>
                      <a:pt x="3319870" y="2505897"/>
                    </a:lnTo>
                    <a:cubicBezTo>
                      <a:pt x="3319870" y="2645088"/>
                      <a:pt x="3207033" y="2757925"/>
                      <a:pt x="3067842" y="2757925"/>
                    </a:cubicBezTo>
                    <a:cubicBezTo>
                      <a:pt x="2928651" y="2757925"/>
                      <a:pt x="2815814" y="2645088"/>
                      <a:pt x="2815814" y="2505897"/>
                    </a:cubicBezTo>
                    <a:lnTo>
                      <a:pt x="2815814" y="1533953"/>
                    </a:lnTo>
                    <a:cubicBezTo>
                      <a:pt x="2815814" y="1394762"/>
                      <a:pt x="2928651" y="1281925"/>
                      <a:pt x="3067842" y="1281925"/>
                    </a:cubicBezTo>
                    <a:close/>
                    <a:moveTo>
                      <a:pt x="252028" y="1281925"/>
                    </a:moveTo>
                    <a:cubicBezTo>
                      <a:pt x="391219" y="1281925"/>
                      <a:pt x="504056" y="1394762"/>
                      <a:pt x="504056" y="1533953"/>
                    </a:cubicBezTo>
                    <a:lnTo>
                      <a:pt x="504056" y="2505897"/>
                    </a:lnTo>
                    <a:cubicBezTo>
                      <a:pt x="504056" y="2645088"/>
                      <a:pt x="391219" y="2757925"/>
                      <a:pt x="252028" y="2757925"/>
                    </a:cubicBezTo>
                    <a:cubicBezTo>
                      <a:pt x="112837" y="2757925"/>
                      <a:pt x="0" y="2645088"/>
                      <a:pt x="0" y="2505897"/>
                    </a:cubicBezTo>
                    <a:lnTo>
                      <a:pt x="0" y="1533953"/>
                    </a:lnTo>
                    <a:cubicBezTo>
                      <a:pt x="0" y="1394762"/>
                      <a:pt x="112837" y="1281925"/>
                      <a:pt x="252028" y="1281925"/>
                    </a:cubicBezTo>
                    <a:close/>
                    <a:moveTo>
                      <a:pt x="2134062" y="558521"/>
                    </a:moveTo>
                    <a:cubicBezTo>
                      <a:pt x="2073373" y="558521"/>
                      <a:pt x="2024174" y="607720"/>
                      <a:pt x="2024174" y="668409"/>
                    </a:cubicBezTo>
                    <a:cubicBezTo>
                      <a:pt x="2024174" y="729098"/>
                      <a:pt x="2073373" y="778297"/>
                      <a:pt x="2134062" y="778297"/>
                    </a:cubicBezTo>
                    <a:cubicBezTo>
                      <a:pt x="2194751" y="778297"/>
                      <a:pt x="2243950" y="729098"/>
                      <a:pt x="2243950" y="668409"/>
                    </a:cubicBezTo>
                    <a:cubicBezTo>
                      <a:pt x="2243950" y="607720"/>
                      <a:pt x="2194751" y="558521"/>
                      <a:pt x="2134062" y="558521"/>
                    </a:cubicBezTo>
                    <a:close/>
                    <a:moveTo>
                      <a:pt x="1177409" y="558521"/>
                    </a:moveTo>
                    <a:cubicBezTo>
                      <a:pt x="1116720" y="558521"/>
                      <a:pt x="1067521" y="607720"/>
                      <a:pt x="1067521" y="668409"/>
                    </a:cubicBezTo>
                    <a:cubicBezTo>
                      <a:pt x="1067521" y="729098"/>
                      <a:pt x="1116720" y="778297"/>
                      <a:pt x="1177409" y="778297"/>
                    </a:cubicBezTo>
                    <a:cubicBezTo>
                      <a:pt x="1238098" y="778297"/>
                      <a:pt x="1287297" y="729098"/>
                      <a:pt x="1287297" y="668409"/>
                    </a:cubicBezTo>
                    <a:cubicBezTo>
                      <a:pt x="1287297" y="607720"/>
                      <a:pt x="1238098" y="558521"/>
                      <a:pt x="1177409" y="558521"/>
                    </a:cubicBezTo>
                    <a:close/>
                    <a:moveTo>
                      <a:pt x="1041854" y="0"/>
                    </a:moveTo>
                    <a:lnTo>
                      <a:pt x="1215617" y="300965"/>
                    </a:lnTo>
                    <a:cubicBezTo>
                      <a:pt x="1350827" y="238508"/>
                      <a:pt x="1501239" y="204386"/>
                      <a:pt x="1659158" y="204272"/>
                    </a:cubicBezTo>
                    <a:cubicBezTo>
                      <a:pt x="1823689" y="204153"/>
                      <a:pt x="1980124" y="240963"/>
                      <a:pt x="2119837" y="308065"/>
                    </a:cubicBezTo>
                    <a:lnTo>
                      <a:pt x="2297698" y="0"/>
                    </a:lnTo>
                    <a:lnTo>
                      <a:pt x="2391229" y="54000"/>
                    </a:lnTo>
                    <a:lnTo>
                      <a:pt x="2215205" y="358882"/>
                    </a:lnTo>
                    <a:cubicBezTo>
                      <a:pt x="2507692" y="533629"/>
                      <a:pt x="2710924" y="843756"/>
                      <a:pt x="2737127" y="1206450"/>
                    </a:cubicBezTo>
                    <a:cubicBezTo>
                      <a:pt x="2018962" y="1206967"/>
                      <a:pt x="1300797" y="1207483"/>
                      <a:pt x="582632" y="1208000"/>
                    </a:cubicBezTo>
                    <a:cubicBezTo>
                      <a:pt x="608780" y="838665"/>
                      <a:pt x="818541" y="523565"/>
                      <a:pt x="1119462" y="350420"/>
                    </a:cubicBezTo>
                    <a:lnTo>
                      <a:pt x="948323" y="5400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471" name="Google Shape;3471;p59"/>
              <p:cNvSpPr/>
              <p:nvPr/>
            </p:nvSpPr>
            <p:spPr>
              <a:xfrm>
                <a:off x="10645011" y="2518278"/>
                <a:ext cx="340001" cy="338281"/>
              </a:xfrm>
              <a:custGeom>
                <a:rect b="b" l="l" r="r" t="t"/>
                <a:pathLst>
                  <a:path extrusionOk="0" h="2941055" w="2956013">
                    <a:moveTo>
                      <a:pt x="2169165" y="2259549"/>
                    </a:moveTo>
                    <a:cubicBezTo>
                      <a:pt x="2305163" y="2320579"/>
                      <a:pt x="2430502" y="2400997"/>
                      <a:pt x="2542352" y="2496872"/>
                    </a:cubicBezTo>
                    <a:cubicBezTo>
                      <a:pt x="2303978" y="2744099"/>
                      <a:pt x="1979593" y="2907447"/>
                      <a:pt x="1617206" y="2939204"/>
                    </a:cubicBezTo>
                    <a:lnTo>
                      <a:pt x="1588575" y="2925411"/>
                    </a:lnTo>
                    <a:cubicBezTo>
                      <a:pt x="1835671" y="2758142"/>
                      <a:pt x="2037335" y="2529257"/>
                      <a:pt x="2169165" y="2259549"/>
                    </a:cubicBezTo>
                    <a:close/>
                    <a:moveTo>
                      <a:pt x="797309" y="2254509"/>
                    </a:moveTo>
                    <a:cubicBezTo>
                      <a:pt x="928512" y="2525684"/>
                      <a:pt x="1129977" y="2756161"/>
                      <a:pt x="1376879" y="2925229"/>
                    </a:cubicBezTo>
                    <a:cubicBezTo>
                      <a:pt x="1367940" y="2931748"/>
                      <a:pt x="1358086" y="2936536"/>
                      <a:pt x="1348086" y="2941055"/>
                    </a:cubicBezTo>
                    <a:cubicBezTo>
                      <a:pt x="981929" y="2910776"/>
                      <a:pt x="654006" y="2746454"/>
                      <a:pt x="413461" y="2497054"/>
                    </a:cubicBezTo>
                    <a:cubicBezTo>
                      <a:pt x="528278" y="2398621"/>
                      <a:pt x="657289" y="2316447"/>
                      <a:pt x="797309" y="2254509"/>
                    </a:cubicBezTo>
                    <a:close/>
                    <a:moveTo>
                      <a:pt x="1426305" y="2108791"/>
                    </a:moveTo>
                    <a:lnTo>
                      <a:pt x="1426305" y="2824067"/>
                    </a:lnTo>
                    <a:cubicBezTo>
                      <a:pt x="1203050" y="2668305"/>
                      <a:pt x="1020431" y="2458508"/>
                      <a:pt x="899682" y="2212532"/>
                    </a:cubicBezTo>
                    <a:cubicBezTo>
                      <a:pt x="1063835" y="2148883"/>
                      <a:pt x="1241204" y="2112683"/>
                      <a:pt x="1426305" y="2108791"/>
                    </a:cubicBezTo>
                    <a:close/>
                    <a:moveTo>
                      <a:pt x="1527809" y="2108695"/>
                    </a:moveTo>
                    <a:cubicBezTo>
                      <a:pt x="1717707" y="2112557"/>
                      <a:pt x="1899494" y="2150291"/>
                      <a:pt x="2067336" y="2216559"/>
                    </a:cubicBezTo>
                    <a:cubicBezTo>
                      <a:pt x="1943936" y="2466549"/>
                      <a:pt x="1756622" y="2679032"/>
                      <a:pt x="1527809" y="2835300"/>
                    </a:cubicBezTo>
                    <a:close/>
                    <a:moveTo>
                      <a:pt x="2354776" y="1530125"/>
                    </a:moveTo>
                    <a:lnTo>
                      <a:pt x="2955077" y="1530125"/>
                    </a:lnTo>
                    <a:cubicBezTo>
                      <a:pt x="2942393" y="1866074"/>
                      <a:pt x="2817414" y="2173186"/>
                      <a:pt x="2615767" y="2414127"/>
                    </a:cubicBezTo>
                    <a:cubicBezTo>
                      <a:pt x="2496453" y="2311434"/>
                      <a:pt x="2362630" y="2225327"/>
                      <a:pt x="2217376" y="2159975"/>
                    </a:cubicBezTo>
                    <a:cubicBezTo>
                      <a:pt x="2300477" y="1965771"/>
                      <a:pt x="2348521" y="1753185"/>
                      <a:pt x="2354776" y="1530125"/>
                    </a:cubicBezTo>
                    <a:close/>
                    <a:moveTo>
                      <a:pt x="1527809" y="1530125"/>
                    </a:moveTo>
                    <a:lnTo>
                      <a:pt x="2244039" y="1530125"/>
                    </a:lnTo>
                    <a:cubicBezTo>
                      <a:pt x="2237819" y="1737690"/>
                      <a:pt x="2192963" y="1935525"/>
                      <a:pt x="2115825" y="2116496"/>
                    </a:cubicBezTo>
                    <a:cubicBezTo>
                      <a:pt x="1933189" y="2043464"/>
                      <a:pt x="1735000" y="2001899"/>
                      <a:pt x="1527809" y="1997958"/>
                    </a:cubicBezTo>
                    <a:close/>
                    <a:moveTo>
                      <a:pt x="725097" y="1530125"/>
                    </a:moveTo>
                    <a:lnTo>
                      <a:pt x="1426305" y="1530125"/>
                    </a:lnTo>
                    <a:lnTo>
                      <a:pt x="1426305" y="1998054"/>
                    </a:lnTo>
                    <a:cubicBezTo>
                      <a:pt x="1224105" y="2002029"/>
                      <a:pt x="1030504" y="2041966"/>
                      <a:pt x="851699" y="2112283"/>
                    </a:cubicBezTo>
                    <a:cubicBezTo>
                      <a:pt x="775482" y="1932518"/>
                      <a:pt x="731260" y="1736112"/>
                      <a:pt x="725097" y="1530125"/>
                    </a:cubicBezTo>
                    <a:close/>
                    <a:moveTo>
                      <a:pt x="934" y="1530125"/>
                    </a:moveTo>
                    <a:lnTo>
                      <a:pt x="614360" y="1530125"/>
                    </a:lnTo>
                    <a:cubicBezTo>
                      <a:pt x="620543" y="1751166"/>
                      <a:pt x="667772" y="1961919"/>
                      <a:pt x="749235" y="2154869"/>
                    </a:cubicBezTo>
                    <a:cubicBezTo>
                      <a:pt x="599936" y="2221117"/>
                      <a:pt x="462426" y="2308980"/>
                      <a:pt x="340129" y="2414234"/>
                    </a:cubicBezTo>
                    <a:cubicBezTo>
                      <a:pt x="138582" y="2173144"/>
                      <a:pt x="13619" y="1866051"/>
                      <a:pt x="934" y="1530125"/>
                    </a:cubicBezTo>
                    <a:close/>
                    <a:moveTo>
                      <a:pt x="883886" y="768586"/>
                    </a:moveTo>
                    <a:cubicBezTo>
                      <a:pt x="1053566" y="831753"/>
                      <a:pt x="1236128" y="867407"/>
                      <a:pt x="1426305" y="871035"/>
                    </a:cubicBezTo>
                    <a:lnTo>
                      <a:pt x="1426305" y="1428622"/>
                    </a:lnTo>
                    <a:lnTo>
                      <a:pt x="724559" y="1428622"/>
                    </a:lnTo>
                    <a:cubicBezTo>
                      <a:pt x="730221" y="1192426"/>
                      <a:pt x="785872" y="968634"/>
                      <a:pt x="883886" y="768586"/>
                    </a:cubicBezTo>
                    <a:close/>
                    <a:moveTo>
                      <a:pt x="2083288" y="764501"/>
                    </a:moveTo>
                    <a:cubicBezTo>
                      <a:pt x="2182501" y="965616"/>
                      <a:pt x="2238869" y="1190833"/>
                      <a:pt x="2244577" y="1428622"/>
                    </a:cubicBezTo>
                    <a:lnTo>
                      <a:pt x="1527809" y="1428622"/>
                    </a:lnTo>
                    <a:lnTo>
                      <a:pt x="1527809" y="871130"/>
                    </a:lnTo>
                    <a:cubicBezTo>
                      <a:pt x="1722835" y="867528"/>
                      <a:pt x="1909881" y="830382"/>
                      <a:pt x="2083288" y="764501"/>
                    </a:cubicBezTo>
                    <a:close/>
                    <a:moveTo>
                      <a:pt x="375750" y="484510"/>
                    </a:moveTo>
                    <a:cubicBezTo>
                      <a:pt x="497688" y="583858"/>
                      <a:pt x="633678" y="666438"/>
                      <a:pt x="780212" y="729142"/>
                    </a:cubicBezTo>
                    <a:cubicBezTo>
                      <a:pt x="677519" y="941475"/>
                      <a:pt x="619429" y="1178562"/>
                      <a:pt x="613822" y="1428622"/>
                    </a:cubicBezTo>
                    <a:lnTo>
                      <a:pt x="0" y="1428622"/>
                    </a:lnTo>
                    <a:cubicBezTo>
                      <a:pt x="9263" y="1065848"/>
                      <a:pt x="149371" y="735691"/>
                      <a:pt x="375750" y="484510"/>
                    </a:cubicBezTo>
                    <a:close/>
                    <a:moveTo>
                      <a:pt x="2580304" y="484479"/>
                    </a:moveTo>
                    <a:cubicBezTo>
                      <a:pt x="2806628" y="735651"/>
                      <a:pt x="2946750" y="1065827"/>
                      <a:pt x="2956013" y="1428622"/>
                    </a:cubicBezTo>
                    <a:lnTo>
                      <a:pt x="2355314" y="1428622"/>
                    </a:lnTo>
                    <a:cubicBezTo>
                      <a:pt x="2349636" y="1176504"/>
                      <a:pt x="2290630" y="937573"/>
                      <a:pt x="2186241" y="724113"/>
                    </a:cubicBezTo>
                    <a:cubicBezTo>
                      <a:pt x="2328935" y="662418"/>
                      <a:pt x="2461323" y="581449"/>
                      <a:pt x="2580304" y="484479"/>
                    </a:cubicBezTo>
                    <a:close/>
                    <a:moveTo>
                      <a:pt x="1426305" y="124032"/>
                    </a:moveTo>
                    <a:lnTo>
                      <a:pt x="1426305" y="760298"/>
                    </a:lnTo>
                    <a:cubicBezTo>
                      <a:pt x="1253727" y="756791"/>
                      <a:pt x="1087879" y="724966"/>
                      <a:pt x="933247" y="668842"/>
                    </a:cubicBezTo>
                    <a:cubicBezTo>
                      <a:pt x="1054039" y="451822"/>
                      <a:pt x="1223389" y="265609"/>
                      <a:pt x="1426305" y="124032"/>
                    </a:cubicBezTo>
                    <a:close/>
                    <a:moveTo>
                      <a:pt x="1527809" y="112799"/>
                    </a:moveTo>
                    <a:cubicBezTo>
                      <a:pt x="1736145" y="255085"/>
                      <a:pt x="1910079" y="443973"/>
                      <a:pt x="2033951" y="664748"/>
                    </a:cubicBezTo>
                    <a:cubicBezTo>
                      <a:pt x="1875578" y="723616"/>
                      <a:pt x="1705238" y="756901"/>
                      <a:pt x="1527809" y="760394"/>
                    </a:cubicBezTo>
                    <a:close/>
                    <a:moveTo>
                      <a:pt x="1632157" y="1693"/>
                    </a:moveTo>
                    <a:cubicBezTo>
                      <a:pt x="1969090" y="34839"/>
                      <a:pt x="2272411" y="181752"/>
                      <a:pt x="2502559" y="404493"/>
                    </a:cubicBezTo>
                    <a:cubicBezTo>
                      <a:pt x="2392455" y="493535"/>
                      <a:pt x="2270018" y="567692"/>
                      <a:pt x="2138287" y="624414"/>
                    </a:cubicBezTo>
                    <a:cubicBezTo>
                      <a:pt x="2004803" y="382989"/>
                      <a:pt x="1815448" y="176841"/>
                      <a:pt x="1587368" y="23269"/>
                    </a:cubicBezTo>
                    <a:close/>
                    <a:moveTo>
                      <a:pt x="1333466" y="0"/>
                    </a:moveTo>
                    <a:lnTo>
                      <a:pt x="1376468" y="23177"/>
                    </a:lnTo>
                    <a:cubicBezTo>
                      <a:pt x="1149236" y="178863"/>
                      <a:pt x="960516" y="386575"/>
                      <a:pt x="827965" y="629347"/>
                    </a:cubicBezTo>
                    <a:cubicBezTo>
                      <a:pt x="692459" y="571593"/>
                      <a:pt x="566467" y="495851"/>
                      <a:pt x="453430" y="404475"/>
                    </a:cubicBezTo>
                    <a:cubicBezTo>
                      <a:pt x="685742" y="179438"/>
                      <a:pt x="992667" y="31629"/>
                      <a:pt x="1333466"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3472" name="Google Shape;3472;p59"/>
              <p:cNvSpPr/>
              <p:nvPr/>
            </p:nvSpPr>
            <p:spPr>
              <a:xfrm flipH="1">
                <a:off x="10345251" y="2251006"/>
                <a:ext cx="441966" cy="281210"/>
              </a:xfrm>
              <a:custGeom>
                <a:rect b="b" l="l" r="r" t="t"/>
                <a:pathLst>
                  <a:path extrusionOk="0" h="2532594" w="3980365">
                    <a:moveTo>
                      <a:pt x="1988360" y="58973"/>
                    </a:moveTo>
                    <a:cubicBezTo>
                      <a:pt x="1988306" y="58975"/>
                      <a:pt x="1988252" y="58977"/>
                      <a:pt x="1988199" y="58995"/>
                    </a:cubicBezTo>
                    <a:cubicBezTo>
                      <a:pt x="1988145" y="58977"/>
                      <a:pt x="1988091" y="58975"/>
                      <a:pt x="1988037" y="58973"/>
                    </a:cubicBezTo>
                    <a:lnTo>
                      <a:pt x="1988037" y="59017"/>
                    </a:lnTo>
                    <a:cubicBezTo>
                      <a:pt x="1574406" y="74019"/>
                      <a:pt x="1375335" y="406725"/>
                      <a:pt x="1370318" y="708381"/>
                    </a:cubicBezTo>
                    <a:cubicBezTo>
                      <a:pt x="1362506" y="1089140"/>
                      <a:pt x="1497435" y="1312904"/>
                      <a:pt x="1568575" y="1407072"/>
                    </a:cubicBezTo>
                    <a:cubicBezTo>
                      <a:pt x="1631785" y="1490670"/>
                      <a:pt x="1727890" y="1649476"/>
                      <a:pt x="1617443" y="1704159"/>
                    </a:cubicBezTo>
                    <a:cubicBezTo>
                      <a:pt x="1318592" y="1846636"/>
                      <a:pt x="1062028" y="1946829"/>
                      <a:pt x="927030" y="2049664"/>
                    </a:cubicBezTo>
                    <a:cubicBezTo>
                      <a:pt x="705669" y="2234426"/>
                      <a:pt x="740656" y="2445615"/>
                      <a:pt x="754501" y="2532594"/>
                    </a:cubicBezTo>
                    <a:lnTo>
                      <a:pt x="1988199" y="2531551"/>
                    </a:lnTo>
                    <a:lnTo>
                      <a:pt x="3221896" y="2532594"/>
                    </a:lnTo>
                    <a:cubicBezTo>
                      <a:pt x="3235741" y="2445615"/>
                      <a:pt x="3270728" y="2234426"/>
                      <a:pt x="3049367" y="2049664"/>
                    </a:cubicBezTo>
                    <a:cubicBezTo>
                      <a:pt x="2914369" y="1946829"/>
                      <a:pt x="2657805" y="1846636"/>
                      <a:pt x="2358954" y="1704159"/>
                    </a:cubicBezTo>
                    <a:cubicBezTo>
                      <a:pt x="2248507" y="1649476"/>
                      <a:pt x="2344612" y="1490670"/>
                      <a:pt x="2407822" y="1407072"/>
                    </a:cubicBezTo>
                    <a:cubicBezTo>
                      <a:pt x="2478962" y="1312904"/>
                      <a:pt x="2613891" y="1089140"/>
                      <a:pt x="2606079" y="708381"/>
                    </a:cubicBezTo>
                    <a:cubicBezTo>
                      <a:pt x="2601062" y="406725"/>
                      <a:pt x="2401991" y="74019"/>
                      <a:pt x="1988360" y="59017"/>
                    </a:cubicBezTo>
                    <a:close/>
                    <a:moveTo>
                      <a:pt x="1093515" y="0"/>
                    </a:moveTo>
                    <a:cubicBezTo>
                      <a:pt x="736613" y="12826"/>
                      <a:pt x="553627" y="327881"/>
                      <a:pt x="549299" y="588096"/>
                    </a:cubicBezTo>
                    <a:cubicBezTo>
                      <a:pt x="542562" y="916461"/>
                      <a:pt x="658924" y="1109434"/>
                      <a:pt x="720275" y="1190644"/>
                    </a:cubicBezTo>
                    <a:cubicBezTo>
                      <a:pt x="774787" y="1262738"/>
                      <a:pt x="857667" y="1399692"/>
                      <a:pt x="762418" y="1446850"/>
                    </a:cubicBezTo>
                    <a:cubicBezTo>
                      <a:pt x="504691" y="1569722"/>
                      <a:pt x="283431" y="1656128"/>
                      <a:pt x="167010" y="1744812"/>
                    </a:cubicBezTo>
                    <a:cubicBezTo>
                      <a:pt x="-23891" y="1904150"/>
                      <a:pt x="672" y="2013351"/>
                      <a:pt x="1392" y="2161289"/>
                    </a:cubicBezTo>
                    <a:cubicBezTo>
                      <a:pt x="356083" y="2160989"/>
                      <a:pt x="261990" y="2166300"/>
                      <a:pt x="616681" y="2166000"/>
                    </a:cubicBezTo>
                    <a:cubicBezTo>
                      <a:pt x="794788" y="1846239"/>
                      <a:pt x="1045824" y="1778915"/>
                      <a:pt x="1453932" y="1593789"/>
                    </a:cubicBezTo>
                    <a:cubicBezTo>
                      <a:pt x="1171572" y="1115084"/>
                      <a:pt x="1046285" y="714919"/>
                      <a:pt x="1414663" y="124017"/>
                    </a:cubicBezTo>
                    <a:cubicBezTo>
                      <a:pt x="1309485" y="41539"/>
                      <a:pt x="1305280" y="26381"/>
                      <a:pt x="1093515" y="0"/>
                    </a:cubicBezTo>
                    <a:close/>
                    <a:moveTo>
                      <a:pt x="2886850" y="0"/>
                    </a:moveTo>
                    <a:cubicBezTo>
                      <a:pt x="2675085" y="26381"/>
                      <a:pt x="2670880" y="41539"/>
                      <a:pt x="2565702" y="124017"/>
                    </a:cubicBezTo>
                    <a:cubicBezTo>
                      <a:pt x="2934080" y="714919"/>
                      <a:pt x="2808793" y="1115084"/>
                      <a:pt x="2526433" y="1593789"/>
                    </a:cubicBezTo>
                    <a:cubicBezTo>
                      <a:pt x="2934542" y="1778915"/>
                      <a:pt x="3185577" y="1846239"/>
                      <a:pt x="3363685" y="2166000"/>
                    </a:cubicBezTo>
                    <a:cubicBezTo>
                      <a:pt x="3718376" y="2166300"/>
                      <a:pt x="3624282" y="2160989"/>
                      <a:pt x="3978973" y="2161289"/>
                    </a:cubicBezTo>
                    <a:cubicBezTo>
                      <a:pt x="3979693" y="2013351"/>
                      <a:pt x="4004256" y="1904150"/>
                      <a:pt x="3813355" y="1744812"/>
                    </a:cubicBezTo>
                    <a:cubicBezTo>
                      <a:pt x="3696934" y="1656128"/>
                      <a:pt x="3475674" y="1569722"/>
                      <a:pt x="3217947" y="1446850"/>
                    </a:cubicBezTo>
                    <a:cubicBezTo>
                      <a:pt x="3122698" y="1399692"/>
                      <a:pt x="3205579" y="1262738"/>
                      <a:pt x="3260090" y="1190644"/>
                    </a:cubicBezTo>
                    <a:cubicBezTo>
                      <a:pt x="3321441" y="1109434"/>
                      <a:pt x="3437803" y="916461"/>
                      <a:pt x="3431066" y="588096"/>
                    </a:cubicBezTo>
                    <a:cubicBezTo>
                      <a:pt x="3426739" y="327881"/>
                      <a:pt x="3243752" y="12826"/>
                      <a:pt x="288685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473" name="Google Shape;3473;p59"/>
              <p:cNvSpPr/>
              <p:nvPr/>
            </p:nvSpPr>
            <p:spPr>
              <a:xfrm>
                <a:off x="11003273" y="3365017"/>
                <a:ext cx="357359" cy="364685"/>
              </a:xfrm>
              <a:custGeom>
                <a:rect b="b" l="l" r="r" t="t"/>
                <a:pathLst>
                  <a:path extrusionOk="0" h="3940019" w="3860876">
                    <a:moveTo>
                      <a:pt x="3248876" y="1942264"/>
                    </a:moveTo>
                    <a:lnTo>
                      <a:pt x="3860876" y="1942264"/>
                    </a:lnTo>
                    <a:lnTo>
                      <a:pt x="3860876" y="2090815"/>
                    </a:lnTo>
                    <a:lnTo>
                      <a:pt x="3859023" y="2090815"/>
                    </a:lnTo>
                    <a:cubicBezTo>
                      <a:pt x="3817225" y="2949620"/>
                      <a:pt x="3215273" y="3679864"/>
                      <a:pt x="2378197" y="3884304"/>
                    </a:cubicBezTo>
                    <a:cubicBezTo>
                      <a:pt x="2219818" y="3922985"/>
                      <a:pt x="2060231" y="3941082"/>
                      <a:pt x="1902626" y="3939971"/>
                    </a:cubicBezTo>
                    <a:cubicBezTo>
                      <a:pt x="1286982" y="3935631"/>
                      <a:pt x="701577" y="3638194"/>
                      <a:pt x="337583" y="3128887"/>
                    </a:cubicBezTo>
                    <a:lnTo>
                      <a:pt x="30667" y="3435803"/>
                    </a:lnTo>
                    <a:lnTo>
                      <a:pt x="30667" y="2342045"/>
                    </a:lnTo>
                    <a:lnTo>
                      <a:pt x="1124425" y="2342045"/>
                    </a:lnTo>
                    <a:lnTo>
                      <a:pt x="781340" y="2685130"/>
                    </a:lnTo>
                    <a:cubicBezTo>
                      <a:pt x="1079782" y="3180935"/>
                      <a:pt x="1667379" y="3425841"/>
                      <a:pt x="2232517" y="3287817"/>
                    </a:cubicBezTo>
                    <a:cubicBezTo>
                      <a:pt x="2810639" y="3146622"/>
                      <a:pt x="3224897" y="2638979"/>
                      <a:pt x="3247291" y="2044286"/>
                    </a:cubicBezTo>
                    <a:lnTo>
                      <a:pt x="3248876" y="2044345"/>
                    </a:lnTo>
                    <a:close/>
                    <a:moveTo>
                      <a:pt x="1958249" y="48"/>
                    </a:moveTo>
                    <a:cubicBezTo>
                      <a:pt x="2573893" y="4388"/>
                      <a:pt x="3159298" y="301825"/>
                      <a:pt x="3523293" y="811132"/>
                    </a:cubicBezTo>
                    <a:lnTo>
                      <a:pt x="3830209" y="504216"/>
                    </a:lnTo>
                    <a:lnTo>
                      <a:pt x="3830209" y="1597974"/>
                    </a:lnTo>
                    <a:lnTo>
                      <a:pt x="2736450" y="1597974"/>
                    </a:lnTo>
                    <a:lnTo>
                      <a:pt x="3079535" y="1254889"/>
                    </a:lnTo>
                    <a:cubicBezTo>
                      <a:pt x="2781093" y="759084"/>
                      <a:pt x="2193496" y="514178"/>
                      <a:pt x="1628358" y="652202"/>
                    </a:cubicBezTo>
                    <a:cubicBezTo>
                      <a:pt x="1050236" y="793397"/>
                      <a:pt x="635978" y="1301040"/>
                      <a:pt x="613584" y="1895733"/>
                    </a:cubicBezTo>
                    <a:lnTo>
                      <a:pt x="612000" y="1895674"/>
                    </a:lnTo>
                    <a:lnTo>
                      <a:pt x="612000" y="1985958"/>
                    </a:lnTo>
                    <a:lnTo>
                      <a:pt x="0" y="1985958"/>
                    </a:lnTo>
                    <a:lnTo>
                      <a:pt x="0" y="1837407"/>
                    </a:lnTo>
                    <a:lnTo>
                      <a:pt x="2787" y="1837407"/>
                    </a:lnTo>
                    <a:cubicBezTo>
                      <a:pt x="49183" y="983705"/>
                      <a:pt x="649445" y="259216"/>
                      <a:pt x="1482678" y="55715"/>
                    </a:cubicBezTo>
                    <a:cubicBezTo>
                      <a:pt x="1641057" y="17034"/>
                      <a:pt x="1800644" y="-1063"/>
                      <a:pt x="1958249" y="4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474" name="Google Shape;3474;p59"/>
              <p:cNvSpPr/>
              <p:nvPr/>
            </p:nvSpPr>
            <p:spPr>
              <a:xfrm>
                <a:off x="9028038" y="5418963"/>
                <a:ext cx="353455" cy="397548"/>
              </a:xfrm>
              <a:custGeom>
                <a:rect b="b" l="l" r="r" t="t"/>
                <a:pathLst>
                  <a:path extrusionOk="0" h="3110058" w="2765122">
                    <a:moveTo>
                      <a:pt x="1376433" y="2257187"/>
                    </a:moveTo>
                    <a:lnTo>
                      <a:pt x="1145400" y="2354829"/>
                    </a:lnTo>
                    <a:lnTo>
                      <a:pt x="1036105" y="2389775"/>
                    </a:lnTo>
                    <a:lnTo>
                      <a:pt x="1040146" y="2406930"/>
                    </a:lnTo>
                    <a:cubicBezTo>
                      <a:pt x="1121535" y="2704580"/>
                      <a:pt x="1244707" y="2894301"/>
                      <a:pt x="1382560" y="2894301"/>
                    </a:cubicBezTo>
                    <a:cubicBezTo>
                      <a:pt x="1520414" y="2894301"/>
                      <a:pt x="1643585" y="2704580"/>
                      <a:pt x="1724974" y="2406930"/>
                    </a:cubicBezTo>
                    <a:lnTo>
                      <a:pt x="1726723" y="2399874"/>
                    </a:lnTo>
                    <a:lnTo>
                      <a:pt x="1605728" y="2358846"/>
                    </a:lnTo>
                    <a:close/>
                    <a:moveTo>
                      <a:pt x="1795887" y="2033026"/>
                    </a:moveTo>
                    <a:lnTo>
                      <a:pt x="1694075" y="2094586"/>
                    </a:lnTo>
                    <a:lnTo>
                      <a:pt x="1578650" y="2155153"/>
                    </a:lnTo>
                    <a:lnTo>
                      <a:pt x="1618821" y="2173994"/>
                    </a:lnTo>
                    <a:lnTo>
                      <a:pt x="1763952" y="2229138"/>
                    </a:lnTo>
                    <a:lnTo>
                      <a:pt x="1791432" y="2076334"/>
                    </a:lnTo>
                    <a:close/>
                    <a:moveTo>
                      <a:pt x="969005" y="2030800"/>
                    </a:moveTo>
                    <a:lnTo>
                      <a:pt x="973688" y="2076334"/>
                    </a:lnTo>
                    <a:lnTo>
                      <a:pt x="997942" y="2219324"/>
                    </a:lnTo>
                    <a:lnTo>
                      <a:pt x="1135534" y="2169774"/>
                    </a:lnTo>
                    <a:lnTo>
                      <a:pt x="1176026" y="2151638"/>
                    </a:lnTo>
                    <a:lnTo>
                      <a:pt x="1061678" y="2089068"/>
                    </a:lnTo>
                    <a:close/>
                    <a:moveTo>
                      <a:pt x="2270995" y="1682607"/>
                    </a:moveTo>
                    <a:lnTo>
                      <a:pt x="2193789" y="1749541"/>
                    </a:lnTo>
                    <a:cubicBezTo>
                      <a:pt x="2157450" y="1779622"/>
                      <a:pt x="2119670" y="1809519"/>
                      <a:pt x="2080535" y="1839120"/>
                    </a:cubicBezTo>
                    <a:lnTo>
                      <a:pt x="1988274" y="1905861"/>
                    </a:lnTo>
                    <a:lnTo>
                      <a:pt x="1956628" y="2160317"/>
                    </a:lnTo>
                    <a:lnTo>
                      <a:pt x="1929983" y="2282840"/>
                    </a:lnTo>
                    <a:lnTo>
                      <a:pt x="2032699" y="2311732"/>
                    </a:lnTo>
                    <a:cubicBezTo>
                      <a:pt x="2281801" y="2367725"/>
                      <a:pt x="2467430" y="2349840"/>
                      <a:pt x="2530541" y="2244806"/>
                    </a:cubicBezTo>
                    <a:cubicBezTo>
                      <a:pt x="2601541" y="2126643"/>
                      <a:pt x="2502356" y="1923350"/>
                      <a:pt x="2289139" y="1700285"/>
                    </a:cubicBezTo>
                    <a:close/>
                    <a:moveTo>
                      <a:pt x="491768" y="1666932"/>
                    </a:moveTo>
                    <a:lnTo>
                      <a:pt x="473585" y="1684439"/>
                    </a:lnTo>
                    <a:cubicBezTo>
                      <a:pt x="256508" y="1903749"/>
                      <a:pt x="153790" y="2105280"/>
                      <a:pt x="222717" y="2224664"/>
                    </a:cubicBezTo>
                    <a:cubicBezTo>
                      <a:pt x="283985" y="2330784"/>
                      <a:pt x="469273" y="2351906"/>
                      <a:pt x="719315" y="2300269"/>
                    </a:cubicBezTo>
                    <a:lnTo>
                      <a:pt x="831176" y="2270901"/>
                    </a:lnTo>
                    <a:lnTo>
                      <a:pt x="808495" y="2160317"/>
                    </a:lnTo>
                    <a:lnTo>
                      <a:pt x="776012" y="1899134"/>
                    </a:lnTo>
                    <a:lnTo>
                      <a:pt x="679735" y="1826895"/>
                    </a:lnTo>
                    <a:cubicBezTo>
                      <a:pt x="616990" y="1777691"/>
                      <a:pt x="557836" y="1727770"/>
                      <a:pt x="502637" y="1677612"/>
                    </a:cubicBezTo>
                    <a:close/>
                    <a:moveTo>
                      <a:pt x="2001099" y="1443878"/>
                    </a:moveTo>
                    <a:lnTo>
                      <a:pt x="2005588" y="1555029"/>
                    </a:lnTo>
                    <a:lnTo>
                      <a:pt x="2000712" y="1675767"/>
                    </a:lnTo>
                    <a:lnTo>
                      <a:pt x="2038461" y="1648469"/>
                    </a:lnTo>
                    <a:cubicBezTo>
                      <a:pt x="2070345" y="1623579"/>
                      <a:pt x="2101053" y="1598643"/>
                      <a:pt x="2130505" y="1573751"/>
                    </a:cubicBezTo>
                    <a:lnTo>
                      <a:pt x="2143759" y="1562074"/>
                    </a:lnTo>
                    <a:lnTo>
                      <a:pt x="2039991" y="1473050"/>
                    </a:lnTo>
                    <a:close/>
                    <a:moveTo>
                      <a:pt x="764411" y="1434288"/>
                    </a:moveTo>
                    <a:lnTo>
                      <a:pt x="726661" y="1461587"/>
                    </a:lnTo>
                    <a:cubicBezTo>
                      <a:pt x="694778" y="1486477"/>
                      <a:pt x="664070" y="1511412"/>
                      <a:pt x="634617" y="1536305"/>
                    </a:cubicBezTo>
                    <a:lnTo>
                      <a:pt x="621360" y="1547985"/>
                    </a:lnTo>
                    <a:lnTo>
                      <a:pt x="725129" y="1637009"/>
                    </a:lnTo>
                    <a:lnTo>
                      <a:pt x="764024" y="1666183"/>
                    </a:lnTo>
                    <a:lnTo>
                      <a:pt x="759534" y="1555029"/>
                    </a:lnTo>
                    <a:close/>
                    <a:moveTo>
                      <a:pt x="1386966" y="1049980"/>
                    </a:moveTo>
                    <a:lnTo>
                      <a:pt x="1160689" y="1170734"/>
                    </a:lnTo>
                    <a:lnTo>
                      <a:pt x="947211" y="1303680"/>
                    </a:lnTo>
                    <a:lnTo>
                      <a:pt x="938816" y="1555028"/>
                    </a:lnTo>
                    <a:lnTo>
                      <a:pt x="947046" y="1801432"/>
                    </a:lnTo>
                    <a:lnTo>
                      <a:pt x="1154015" y="1935392"/>
                    </a:lnTo>
                    <a:lnTo>
                      <a:pt x="1378151" y="2060078"/>
                    </a:lnTo>
                    <a:lnTo>
                      <a:pt x="1604433" y="1939321"/>
                    </a:lnTo>
                    <a:lnTo>
                      <a:pt x="1817909" y="1806377"/>
                    </a:lnTo>
                    <a:lnTo>
                      <a:pt x="1826304" y="1555028"/>
                    </a:lnTo>
                    <a:lnTo>
                      <a:pt x="1818074" y="1308628"/>
                    </a:lnTo>
                    <a:lnTo>
                      <a:pt x="1611105" y="1174667"/>
                    </a:lnTo>
                    <a:close/>
                    <a:moveTo>
                      <a:pt x="1767179" y="890733"/>
                    </a:moveTo>
                    <a:lnTo>
                      <a:pt x="1629589" y="940281"/>
                    </a:lnTo>
                    <a:lnTo>
                      <a:pt x="1589093" y="958419"/>
                    </a:lnTo>
                    <a:lnTo>
                      <a:pt x="1703444" y="1020991"/>
                    </a:lnTo>
                    <a:lnTo>
                      <a:pt x="1796116" y="1079257"/>
                    </a:lnTo>
                    <a:lnTo>
                      <a:pt x="1791432" y="1033723"/>
                    </a:lnTo>
                    <a:close/>
                    <a:moveTo>
                      <a:pt x="1001168" y="880921"/>
                    </a:moveTo>
                    <a:lnTo>
                      <a:pt x="973688" y="1033723"/>
                    </a:lnTo>
                    <a:lnTo>
                      <a:pt x="969233" y="1077033"/>
                    </a:lnTo>
                    <a:lnTo>
                      <a:pt x="1071048" y="1015472"/>
                    </a:lnTo>
                    <a:lnTo>
                      <a:pt x="1186470" y="954907"/>
                    </a:lnTo>
                    <a:lnTo>
                      <a:pt x="1146299" y="936065"/>
                    </a:lnTo>
                    <a:close/>
                    <a:moveTo>
                      <a:pt x="2296662" y="783036"/>
                    </a:moveTo>
                    <a:cubicBezTo>
                      <a:pt x="2224233" y="781291"/>
                      <a:pt x="2139574" y="790423"/>
                      <a:pt x="2045808" y="809787"/>
                    </a:cubicBezTo>
                    <a:lnTo>
                      <a:pt x="1933945" y="839155"/>
                    </a:lnTo>
                    <a:lnTo>
                      <a:pt x="1956628" y="949742"/>
                    </a:lnTo>
                    <a:lnTo>
                      <a:pt x="1989111" y="1210925"/>
                    </a:lnTo>
                    <a:lnTo>
                      <a:pt x="2085387" y="1283163"/>
                    </a:lnTo>
                    <a:cubicBezTo>
                      <a:pt x="2148132" y="1332368"/>
                      <a:pt x="2207286" y="1382289"/>
                      <a:pt x="2262485" y="1432446"/>
                    </a:cubicBezTo>
                    <a:lnTo>
                      <a:pt x="2273353" y="1443125"/>
                    </a:lnTo>
                    <a:lnTo>
                      <a:pt x="2291537" y="1425616"/>
                    </a:lnTo>
                    <a:cubicBezTo>
                      <a:pt x="2508615" y="1206306"/>
                      <a:pt x="2611333" y="1004776"/>
                      <a:pt x="2542406" y="885391"/>
                    </a:cubicBezTo>
                    <a:cubicBezTo>
                      <a:pt x="2504113" y="819067"/>
                      <a:pt x="2417375" y="785944"/>
                      <a:pt x="2296662" y="783036"/>
                    </a:cubicBezTo>
                    <a:close/>
                    <a:moveTo>
                      <a:pt x="482072" y="767202"/>
                    </a:moveTo>
                    <a:cubicBezTo>
                      <a:pt x="361326" y="768003"/>
                      <a:pt x="274023" y="799606"/>
                      <a:pt x="234579" y="865253"/>
                    </a:cubicBezTo>
                    <a:cubicBezTo>
                      <a:pt x="163579" y="983417"/>
                      <a:pt x="262764" y="1186709"/>
                      <a:pt x="475981" y="1409774"/>
                    </a:cubicBezTo>
                    <a:lnTo>
                      <a:pt x="494126" y="1427453"/>
                    </a:lnTo>
                    <a:lnTo>
                      <a:pt x="571333" y="1360517"/>
                    </a:lnTo>
                    <a:cubicBezTo>
                      <a:pt x="607672" y="1330436"/>
                      <a:pt x="645452" y="1300540"/>
                      <a:pt x="684587" y="1270938"/>
                    </a:cubicBezTo>
                    <a:lnTo>
                      <a:pt x="776848" y="1204197"/>
                    </a:lnTo>
                    <a:lnTo>
                      <a:pt x="808495" y="949742"/>
                    </a:lnTo>
                    <a:lnTo>
                      <a:pt x="835139" y="827220"/>
                    </a:lnTo>
                    <a:lnTo>
                      <a:pt x="732420" y="798327"/>
                    </a:lnTo>
                    <a:cubicBezTo>
                      <a:pt x="639007" y="777329"/>
                      <a:pt x="554520" y="766721"/>
                      <a:pt x="482072" y="767202"/>
                    </a:cubicBezTo>
                    <a:close/>
                    <a:moveTo>
                      <a:pt x="1382560" y="215755"/>
                    </a:moveTo>
                    <a:cubicBezTo>
                      <a:pt x="1244707" y="215755"/>
                      <a:pt x="1121535" y="405476"/>
                      <a:pt x="1040146" y="703126"/>
                    </a:cubicBezTo>
                    <a:lnTo>
                      <a:pt x="1038397" y="710184"/>
                    </a:lnTo>
                    <a:lnTo>
                      <a:pt x="1159394" y="751212"/>
                    </a:lnTo>
                    <a:lnTo>
                      <a:pt x="1388689" y="852872"/>
                    </a:lnTo>
                    <a:lnTo>
                      <a:pt x="1619722" y="755229"/>
                    </a:lnTo>
                    <a:lnTo>
                      <a:pt x="1729016" y="720284"/>
                    </a:lnTo>
                    <a:lnTo>
                      <a:pt x="1724974" y="703126"/>
                    </a:lnTo>
                    <a:cubicBezTo>
                      <a:pt x="1643585" y="405476"/>
                      <a:pt x="1520414" y="215755"/>
                      <a:pt x="1382560" y="215755"/>
                    </a:cubicBezTo>
                    <a:close/>
                    <a:moveTo>
                      <a:pt x="1382561" y="0"/>
                    </a:moveTo>
                    <a:cubicBezTo>
                      <a:pt x="1576111" y="0"/>
                      <a:pt x="1749046" y="220285"/>
                      <a:pt x="1863319" y="565886"/>
                    </a:cubicBezTo>
                    <a:lnTo>
                      <a:pt x="1892754" y="669221"/>
                    </a:lnTo>
                    <a:lnTo>
                      <a:pt x="1998805" y="644109"/>
                    </a:lnTo>
                    <a:cubicBezTo>
                      <a:pt x="2355240" y="570272"/>
                      <a:pt x="2632481" y="609896"/>
                      <a:pt x="2729256" y="777515"/>
                    </a:cubicBezTo>
                    <a:cubicBezTo>
                      <a:pt x="2826030" y="945133"/>
                      <a:pt x="2721726" y="1205043"/>
                      <a:pt x="2479563" y="1476806"/>
                    </a:cubicBezTo>
                    <a:lnTo>
                      <a:pt x="2396868" y="1564493"/>
                    </a:lnTo>
                    <a:lnTo>
                      <a:pt x="2415853" y="1583149"/>
                    </a:lnTo>
                    <a:cubicBezTo>
                      <a:pt x="2697403" y="1884053"/>
                      <a:pt x="2823474" y="2176199"/>
                      <a:pt x="2715481" y="2355928"/>
                    </a:cubicBezTo>
                    <a:cubicBezTo>
                      <a:pt x="2615796" y="2521833"/>
                      <a:pt x="2337906" y="2556612"/>
                      <a:pt x="1982813" y="2476565"/>
                    </a:cubicBezTo>
                    <a:lnTo>
                      <a:pt x="1890625" y="2453030"/>
                    </a:lnTo>
                    <a:lnTo>
                      <a:pt x="1863319" y="2544172"/>
                    </a:lnTo>
                    <a:cubicBezTo>
                      <a:pt x="1749047" y="2889773"/>
                      <a:pt x="1576111" y="3110058"/>
                      <a:pt x="1382561" y="3110058"/>
                    </a:cubicBezTo>
                    <a:cubicBezTo>
                      <a:pt x="1189012" y="3110058"/>
                      <a:pt x="1016076" y="2889773"/>
                      <a:pt x="901803" y="2544172"/>
                    </a:cubicBezTo>
                    <a:lnTo>
                      <a:pt x="872368" y="2440837"/>
                    </a:lnTo>
                    <a:lnTo>
                      <a:pt x="766317" y="2465949"/>
                    </a:lnTo>
                    <a:cubicBezTo>
                      <a:pt x="409882" y="2539787"/>
                      <a:pt x="132641" y="2500163"/>
                      <a:pt x="35866" y="2332544"/>
                    </a:cubicBezTo>
                    <a:cubicBezTo>
                      <a:pt x="-60908" y="2164925"/>
                      <a:pt x="43396" y="1905015"/>
                      <a:pt x="285559" y="1633252"/>
                    </a:cubicBezTo>
                    <a:lnTo>
                      <a:pt x="368254" y="1545565"/>
                    </a:lnTo>
                    <a:lnTo>
                      <a:pt x="349269" y="1526910"/>
                    </a:lnTo>
                    <a:cubicBezTo>
                      <a:pt x="67719" y="1226005"/>
                      <a:pt x="-58351" y="933860"/>
                      <a:pt x="49641" y="754130"/>
                    </a:cubicBezTo>
                    <a:cubicBezTo>
                      <a:pt x="149326" y="588226"/>
                      <a:pt x="427216" y="553446"/>
                      <a:pt x="782309" y="633493"/>
                    </a:cubicBezTo>
                    <a:lnTo>
                      <a:pt x="874497" y="657029"/>
                    </a:lnTo>
                    <a:lnTo>
                      <a:pt x="901803" y="565886"/>
                    </a:lnTo>
                    <a:cubicBezTo>
                      <a:pt x="1016076" y="220285"/>
                      <a:pt x="1189012" y="0"/>
                      <a:pt x="138256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3475" name="Google Shape;3475;p59"/>
              <p:cNvSpPr/>
              <p:nvPr/>
            </p:nvSpPr>
            <p:spPr>
              <a:xfrm>
                <a:off x="7496004" y="3682990"/>
                <a:ext cx="320490" cy="269438"/>
              </a:xfrm>
              <a:custGeom>
                <a:rect b="b" l="l" r="r" t="t"/>
                <a:pathLst>
                  <a:path extrusionOk="0" h="3350285" w="3985089">
                    <a:moveTo>
                      <a:pt x="1489879" y="1687056"/>
                    </a:moveTo>
                    <a:cubicBezTo>
                      <a:pt x="1413602" y="1687056"/>
                      <a:pt x="1351768" y="1748890"/>
                      <a:pt x="1351768" y="1825167"/>
                    </a:cubicBezTo>
                    <a:lnTo>
                      <a:pt x="1351768" y="1828965"/>
                    </a:lnTo>
                    <a:cubicBezTo>
                      <a:pt x="1351768" y="1905242"/>
                      <a:pt x="1413602" y="1967076"/>
                      <a:pt x="1489879" y="1967076"/>
                    </a:cubicBezTo>
                    <a:lnTo>
                      <a:pt x="1717713" y="1967076"/>
                    </a:lnTo>
                    <a:cubicBezTo>
                      <a:pt x="1793990" y="1967076"/>
                      <a:pt x="1855824" y="1905242"/>
                      <a:pt x="1855824" y="1828965"/>
                    </a:cubicBezTo>
                    <a:lnTo>
                      <a:pt x="1855824" y="1825167"/>
                    </a:lnTo>
                    <a:cubicBezTo>
                      <a:pt x="1855824" y="1748890"/>
                      <a:pt x="1793990" y="1687056"/>
                      <a:pt x="1717713" y="1687056"/>
                    </a:cubicBezTo>
                    <a:close/>
                    <a:moveTo>
                      <a:pt x="2281462" y="1675141"/>
                    </a:moveTo>
                    <a:cubicBezTo>
                      <a:pt x="2205185" y="1675141"/>
                      <a:pt x="2143351" y="1736975"/>
                      <a:pt x="2143351" y="1813252"/>
                    </a:cubicBezTo>
                    <a:lnTo>
                      <a:pt x="2143351" y="1817050"/>
                    </a:lnTo>
                    <a:cubicBezTo>
                      <a:pt x="2143351" y="1893327"/>
                      <a:pt x="2205185" y="1955161"/>
                      <a:pt x="2281462" y="1955161"/>
                    </a:cubicBezTo>
                    <a:lnTo>
                      <a:pt x="2509296" y="1955161"/>
                    </a:lnTo>
                    <a:cubicBezTo>
                      <a:pt x="2585573" y="1955161"/>
                      <a:pt x="2647407" y="1893327"/>
                      <a:pt x="2647407" y="1817050"/>
                    </a:cubicBezTo>
                    <a:lnTo>
                      <a:pt x="2647407" y="1813252"/>
                    </a:lnTo>
                    <a:cubicBezTo>
                      <a:pt x="2647407" y="1736975"/>
                      <a:pt x="2585573" y="1675141"/>
                      <a:pt x="2509296" y="1675141"/>
                    </a:cubicBezTo>
                    <a:close/>
                    <a:moveTo>
                      <a:pt x="2837535" y="1159396"/>
                    </a:moveTo>
                    <a:cubicBezTo>
                      <a:pt x="2731595" y="1159396"/>
                      <a:pt x="2645713" y="1245278"/>
                      <a:pt x="2645713" y="1351218"/>
                    </a:cubicBezTo>
                    <a:cubicBezTo>
                      <a:pt x="2645713" y="1457158"/>
                      <a:pt x="2731595" y="1543040"/>
                      <a:pt x="2837535" y="1543040"/>
                    </a:cubicBezTo>
                    <a:cubicBezTo>
                      <a:pt x="2943475" y="1543040"/>
                      <a:pt x="3029357" y="1457158"/>
                      <a:pt x="3029357" y="1351218"/>
                    </a:cubicBezTo>
                    <a:cubicBezTo>
                      <a:pt x="3029357" y="1245278"/>
                      <a:pt x="2943475" y="1159396"/>
                      <a:pt x="2837535" y="1159396"/>
                    </a:cubicBezTo>
                    <a:close/>
                    <a:moveTo>
                      <a:pt x="3235655" y="750352"/>
                    </a:moveTo>
                    <a:cubicBezTo>
                      <a:pt x="3129715" y="750352"/>
                      <a:pt x="3043833" y="836234"/>
                      <a:pt x="3043833" y="942174"/>
                    </a:cubicBezTo>
                    <a:cubicBezTo>
                      <a:pt x="3043833" y="1048114"/>
                      <a:pt x="3129715" y="1133996"/>
                      <a:pt x="3235655" y="1133996"/>
                    </a:cubicBezTo>
                    <a:cubicBezTo>
                      <a:pt x="3341595" y="1133996"/>
                      <a:pt x="3427477" y="1048114"/>
                      <a:pt x="3427477" y="942174"/>
                    </a:cubicBezTo>
                    <a:cubicBezTo>
                      <a:pt x="3427477" y="836234"/>
                      <a:pt x="3341595" y="750352"/>
                      <a:pt x="3235655" y="750352"/>
                    </a:cubicBezTo>
                    <a:close/>
                    <a:moveTo>
                      <a:pt x="2455585" y="750352"/>
                    </a:moveTo>
                    <a:cubicBezTo>
                      <a:pt x="2349645" y="750352"/>
                      <a:pt x="2263763" y="836234"/>
                      <a:pt x="2263763" y="942174"/>
                    </a:cubicBezTo>
                    <a:cubicBezTo>
                      <a:pt x="2263763" y="1048114"/>
                      <a:pt x="2349645" y="1133996"/>
                      <a:pt x="2455585" y="1133996"/>
                    </a:cubicBezTo>
                    <a:cubicBezTo>
                      <a:pt x="2561525" y="1133996"/>
                      <a:pt x="2647407" y="1048114"/>
                      <a:pt x="2647407" y="942174"/>
                    </a:cubicBezTo>
                    <a:cubicBezTo>
                      <a:pt x="2647407" y="836234"/>
                      <a:pt x="2561525" y="750352"/>
                      <a:pt x="2455585" y="750352"/>
                    </a:cubicBezTo>
                    <a:close/>
                    <a:moveTo>
                      <a:pt x="941776" y="640989"/>
                    </a:moveTo>
                    <a:lnTo>
                      <a:pt x="1181794" y="640989"/>
                    </a:lnTo>
                    <a:lnTo>
                      <a:pt x="1181794" y="881020"/>
                    </a:lnTo>
                    <a:lnTo>
                      <a:pt x="1421825" y="881020"/>
                    </a:lnTo>
                    <a:lnTo>
                      <a:pt x="1421825" y="1121038"/>
                    </a:lnTo>
                    <a:lnTo>
                      <a:pt x="1181794" y="1121038"/>
                    </a:lnTo>
                    <a:lnTo>
                      <a:pt x="1181794" y="1361069"/>
                    </a:lnTo>
                    <a:lnTo>
                      <a:pt x="941776" y="1361069"/>
                    </a:lnTo>
                    <a:lnTo>
                      <a:pt x="941776" y="1121038"/>
                    </a:lnTo>
                    <a:lnTo>
                      <a:pt x="701745" y="1121038"/>
                    </a:lnTo>
                    <a:lnTo>
                      <a:pt x="701745" y="881020"/>
                    </a:lnTo>
                    <a:lnTo>
                      <a:pt x="941776" y="881020"/>
                    </a:lnTo>
                    <a:close/>
                    <a:moveTo>
                      <a:pt x="1061785" y="459017"/>
                    </a:moveTo>
                    <a:cubicBezTo>
                      <a:pt x="762440" y="459017"/>
                      <a:pt x="519773" y="701684"/>
                      <a:pt x="519773" y="1001029"/>
                    </a:cubicBezTo>
                    <a:cubicBezTo>
                      <a:pt x="519773" y="1300374"/>
                      <a:pt x="762440" y="1543041"/>
                      <a:pt x="1061785" y="1543041"/>
                    </a:cubicBezTo>
                    <a:cubicBezTo>
                      <a:pt x="1361130" y="1543041"/>
                      <a:pt x="1603797" y="1300374"/>
                      <a:pt x="1603797" y="1001029"/>
                    </a:cubicBezTo>
                    <a:cubicBezTo>
                      <a:pt x="1603797" y="701684"/>
                      <a:pt x="1361130" y="459017"/>
                      <a:pt x="1061785" y="459017"/>
                    </a:cubicBezTo>
                    <a:close/>
                    <a:moveTo>
                      <a:pt x="2837535" y="359296"/>
                    </a:moveTo>
                    <a:cubicBezTo>
                      <a:pt x="2731595" y="359296"/>
                      <a:pt x="2645713" y="445178"/>
                      <a:pt x="2645713" y="551118"/>
                    </a:cubicBezTo>
                    <a:cubicBezTo>
                      <a:pt x="2645713" y="657058"/>
                      <a:pt x="2731595" y="742940"/>
                      <a:pt x="2837535" y="742940"/>
                    </a:cubicBezTo>
                    <a:cubicBezTo>
                      <a:pt x="2943475" y="742940"/>
                      <a:pt x="3029357" y="657058"/>
                      <a:pt x="3029357" y="551118"/>
                    </a:cubicBezTo>
                    <a:cubicBezTo>
                      <a:pt x="3029357" y="445178"/>
                      <a:pt x="2943475" y="359296"/>
                      <a:pt x="2837535" y="359296"/>
                    </a:cubicBezTo>
                    <a:close/>
                    <a:moveTo>
                      <a:pt x="927799" y="0"/>
                    </a:moveTo>
                    <a:lnTo>
                      <a:pt x="2978398" y="0"/>
                    </a:lnTo>
                    <a:cubicBezTo>
                      <a:pt x="3447374" y="0"/>
                      <a:pt x="3902811" y="418280"/>
                      <a:pt x="3926614" y="887256"/>
                    </a:cubicBezTo>
                    <a:cubicBezTo>
                      <a:pt x="4011721" y="1784310"/>
                      <a:pt x="4065643" y="3326870"/>
                      <a:pt x="3630620" y="3349891"/>
                    </a:cubicBezTo>
                    <a:cubicBezTo>
                      <a:pt x="3101375" y="3362701"/>
                      <a:pt x="2778421" y="2566209"/>
                      <a:pt x="2352321" y="2174369"/>
                    </a:cubicBezTo>
                    <a:lnTo>
                      <a:pt x="1572952" y="2174369"/>
                    </a:lnTo>
                    <a:cubicBezTo>
                      <a:pt x="1161652" y="2566210"/>
                      <a:pt x="901104" y="3370635"/>
                      <a:pt x="339051" y="3349892"/>
                    </a:cubicBezTo>
                    <a:cubicBezTo>
                      <a:pt x="-171518" y="3349299"/>
                      <a:pt x="45251" y="1463012"/>
                      <a:pt x="48163" y="849156"/>
                    </a:cubicBezTo>
                    <a:cubicBezTo>
                      <a:pt x="48163" y="380180"/>
                      <a:pt x="458823" y="0"/>
                      <a:pt x="927799"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476" name="Google Shape;3476;p59"/>
              <p:cNvSpPr/>
              <p:nvPr/>
            </p:nvSpPr>
            <p:spPr>
              <a:xfrm>
                <a:off x="7501595" y="3961380"/>
                <a:ext cx="348693" cy="269437"/>
              </a:xfrm>
              <a:custGeom>
                <a:rect b="b" l="l" r="r" t="t"/>
                <a:pathLst>
                  <a:path extrusionOk="0" h="3051548" w="3949160">
                    <a:moveTo>
                      <a:pt x="2339911" y="638678"/>
                    </a:moveTo>
                    <a:cubicBezTo>
                      <a:pt x="3228675" y="638678"/>
                      <a:pt x="3949160" y="1138384"/>
                      <a:pt x="3949160" y="1754802"/>
                    </a:cubicBezTo>
                    <a:cubicBezTo>
                      <a:pt x="3949160" y="2075792"/>
                      <a:pt x="3753790" y="2365135"/>
                      <a:pt x="3440317" y="2567662"/>
                    </a:cubicBezTo>
                    <a:lnTo>
                      <a:pt x="3655878" y="3051548"/>
                    </a:lnTo>
                    <a:lnTo>
                      <a:pt x="2882697" y="2804439"/>
                    </a:lnTo>
                    <a:cubicBezTo>
                      <a:pt x="2713357" y="2847946"/>
                      <a:pt x="2530504" y="2870926"/>
                      <a:pt x="2339911" y="2870926"/>
                    </a:cubicBezTo>
                    <a:cubicBezTo>
                      <a:pt x="1451147" y="2870926"/>
                      <a:pt x="730662" y="2371220"/>
                      <a:pt x="730662" y="1754802"/>
                    </a:cubicBezTo>
                    <a:cubicBezTo>
                      <a:pt x="730662" y="1138384"/>
                      <a:pt x="1451147" y="638678"/>
                      <a:pt x="2339911" y="638678"/>
                    </a:cubicBezTo>
                    <a:close/>
                    <a:moveTo>
                      <a:pt x="1609249" y="0"/>
                    </a:moveTo>
                    <a:cubicBezTo>
                      <a:pt x="2214487" y="0"/>
                      <a:pt x="2741687" y="231736"/>
                      <a:pt x="3015976" y="574644"/>
                    </a:cubicBezTo>
                    <a:cubicBezTo>
                      <a:pt x="2789246" y="488504"/>
                      <a:pt x="2533611" y="440957"/>
                      <a:pt x="2263344" y="440957"/>
                    </a:cubicBezTo>
                    <a:cubicBezTo>
                      <a:pt x="1318096" y="440957"/>
                      <a:pt x="551821" y="1022559"/>
                      <a:pt x="551821" y="1740001"/>
                    </a:cubicBezTo>
                    <a:cubicBezTo>
                      <a:pt x="551821" y="1819940"/>
                      <a:pt x="561334" y="1898193"/>
                      <a:pt x="580963" y="1973803"/>
                    </a:cubicBezTo>
                    <a:cubicBezTo>
                      <a:pt x="578579" y="1972737"/>
                      <a:pt x="677277" y="2155498"/>
                      <a:pt x="675039" y="2154187"/>
                    </a:cubicBezTo>
                    <a:lnTo>
                      <a:pt x="502119" y="2089690"/>
                    </a:lnTo>
                    <a:lnTo>
                      <a:pt x="213774" y="2502637"/>
                    </a:lnTo>
                    <a:cubicBezTo>
                      <a:pt x="162937" y="2145510"/>
                      <a:pt x="82414" y="1758692"/>
                      <a:pt x="31577" y="1383752"/>
                    </a:cubicBezTo>
                    <a:cubicBezTo>
                      <a:pt x="6733" y="1307252"/>
                      <a:pt x="0" y="1197870"/>
                      <a:pt x="0" y="1116124"/>
                    </a:cubicBezTo>
                    <a:cubicBezTo>
                      <a:pt x="0" y="499706"/>
                      <a:pt x="720485" y="0"/>
                      <a:pt x="1609249"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477" name="Google Shape;3477;p59"/>
              <p:cNvSpPr/>
              <p:nvPr/>
            </p:nvSpPr>
            <p:spPr>
              <a:xfrm rot="10800000">
                <a:off x="7556822" y="3332187"/>
                <a:ext cx="299221" cy="322665"/>
              </a:xfrm>
              <a:custGeom>
                <a:rect b="b" l="l" r="r" t="t"/>
                <a:pathLst>
                  <a:path extrusionOk="0" h="3963955" w="3672275">
                    <a:moveTo>
                      <a:pt x="984766" y="3417555"/>
                    </a:moveTo>
                    <a:cubicBezTo>
                      <a:pt x="932254" y="3417555"/>
                      <a:pt x="882982" y="3403623"/>
                      <a:pt x="841068" y="3378104"/>
                    </a:cubicBezTo>
                    <a:lnTo>
                      <a:pt x="840676" y="3378710"/>
                    </a:lnTo>
                    <a:lnTo>
                      <a:pt x="835545" y="3375094"/>
                    </a:lnTo>
                    <a:cubicBezTo>
                      <a:pt x="823791" y="3369308"/>
                      <a:pt x="813094" y="3361844"/>
                      <a:pt x="803763" y="3352697"/>
                    </a:cubicBezTo>
                    <a:cubicBezTo>
                      <a:pt x="147868" y="2908007"/>
                      <a:pt x="-148746" y="2089941"/>
                      <a:pt x="72539" y="1325492"/>
                    </a:cubicBezTo>
                    <a:cubicBezTo>
                      <a:pt x="298018" y="546553"/>
                      <a:pt x="1007805" y="7791"/>
                      <a:pt x="1818686" y="83"/>
                    </a:cubicBezTo>
                    <a:cubicBezTo>
                      <a:pt x="2629567" y="-7624"/>
                      <a:pt x="3349467" y="517549"/>
                      <a:pt x="3589711" y="1292061"/>
                    </a:cubicBezTo>
                    <a:cubicBezTo>
                      <a:pt x="3828334" y="2061344"/>
                      <a:pt x="3537615" y="2895621"/>
                      <a:pt x="2873980" y="3349798"/>
                    </a:cubicBezTo>
                    <a:cubicBezTo>
                      <a:pt x="2824845" y="3391084"/>
                      <a:pt x="2761401" y="3415171"/>
                      <a:pt x="2692355" y="3415171"/>
                    </a:cubicBezTo>
                    <a:cubicBezTo>
                      <a:pt x="2531252" y="3415171"/>
                      <a:pt x="2400652" y="3284038"/>
                      <a:pt x="2400652" y="3122277"/>
                    </a:cubicBezTo>
                    <a:cubicBezTo>
                      <a:pt x="2400652" y="3018609"/>
                      <a:pt x="2454292" y="2927520"/>
                      <a:pt x="2535552" y="2875976"/>
                    </a:cubicBezTo>
                    <a:lnTo>
                      <a:pt x="2534959" y="2875094"/>
                    </a:lnTo>
                    <a:cubicBezTo>
                      <a:pt x="2993902" y="2566441"/>
                      <a:pt x="3196002" y="1993261"/>
                      <a:pt x="3032146" y="1465012"/>
                    </a:cubicBezTo>
                    <a:cubicBezTo>
                      <a:pt x="2868290" y="936764"/>
                      <a:pt x="2377289" y="578575"/>
                      <a:pt x="1824236" y="583831"/>
                    </a:cubicBezTo>
                    <a:cubicBezTo>
                      <a:pt x="1271183" y="589088"/>
                      <a:pt x="787080" y="956545"/>
                      <a:pt x="633294" y="1487812"/>
                    </a:cubicBezTo>
                    <a:cubicBezTo>
                      <a:pt x="479508" y="2019079"/>
                      <a:pt x="692467" y="2588315"/>
                      <a:pt x="1157194" y="2888188"/>
                    </a:cubicBezTo>
                    <a:lnTo>
                      <a:pt x="1156634" y="2889057"/>
                    </a:lnTo>
                    <a:cubicBezTo>
                      <a:pt x="1229500" y="2941659"/>
                      <a:pt x="1276469" y="3027652"/>
                      <a:pt x="1276469" y="3124661"/>
                    </a:cubicBezTo>
                    <a:cubicBezTo>
                      <a:pt x="1276469" y="3286422"/>
                      <a:pt x="1145869" y="3417555"/>
                      <a:pt x="984766" y="3417555"/>
                    </a:cubicBezTo>
                    <a:close/>
                    <a:moveTo>
                      <a:pt x="1836138" y="3963955"/>
                    </a:moveTo>
                    <a:cubicBezTo>
                      <a:pt x="1677062" y="3963955"/>
                      <a:pt x="1548106" y="3834999"/>
                      <a:pt x="1548106" y="3675923"/>
                    </a:cubicBezTo>
                    <a:lnTo>
                      <a:pt x="1548106" y="1958036"/>
                    </a:lnTo>
                    <a:cubicBezTo>
                      <a:pt x="1548106" y="1798960"/>
                      <a:pt x="1677062" y="1670004"/>
                      <a:pt x="1836138" y="1670004"/>
                    </a:cubicBezTo>
                    <a:cubicBezTo>
                      <a:pt x="1995214" y="1670004"/>
                      <a:pt x="2124170" y="1798960"/>
                      <a:pt x="2124170" y="1958036"/>
                    </a:cubicBezTo>
                    <a:lnTo>
                      <a:pt x="2124170" y="3675923"/>
                    </a:lnTo>
                    <a:cubicBezTo>
                      <a:pt x="2124170" y="3834999"/>
                      <a:pt x="1995214" y="3963955"/>
                      <a:pt x="1836138" y="396395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478" name="Google Shape;3478;p59"/>
              <p:cNvSpPr/>
              <p:nvPr/>
            </p:nvSpPr>
            <p:spPr>
              <a:xfrm>
                <a:off x="8516432" y="2099615"/>
                <a:ext cx="296548" cy="296548"/>
              </a:xfrm>
              <a:custGeom>
                <a:rect b="b" l="l" r="r" t="t"/>
                <a:pathLst>
                  <a:path extrusionOk="0" h="3960000" w="3960440">
                    <a:moveTo>
                      <a:pt x="1588743" y="1414211"/>
                    </a:moveTo>
                    <a:cubicBezTo>
                      <a:pt x="1540407" y="1411706"/>
                      <a:pt x="1506842" y="1440258"/>
                      <a:pt x="1506842" y="1478573"/>
                    </a:cubicBezTo>
                    <a:lnTo>
                      <a:pt x="1506842" y="2462752"/>
                    </a:lnTo>
                    <a:cubicBezTo>
                      <a:pt x="1506842" y="2484086"/>
                      <a:pt x="1516471" y="2503171"/>
                      <a:pt x="1532201" y="2515206"/>
                    </a:cubicBezTo>
                    <a:cubicBezTo>
                      <a:pt x="1552351" y="2541621"/>
                      <a:pt x="1589483" y="2548946"/>
                      <a:pt x="1619199" y="2531790"/>
                    </a:cubicBezTo>
                    <a:lnTo>
                      <a:pt x="2471524" y="2039700"/>
                    </a:lnTo>
                    <a:cubicBezTo>
                      <a:pt x="2509339" y="2017643"/>
                      <a:pt x="2509577" y="1945490"/>
                      <a:pt x="2464719" y="1913406"/>
                    </a:cubicBezTo>
                    <a:cubicBezTo>
                      <a:pt x="2315501" y="1808322"/>
                      <a:pt x="1748389" y="1486683"/>
                      <a:pt x="1588743" y="1414211"/>
                    </a:cubicBezTo>
                    <a:close/>
                    <a:moveTo>
                      <a:pt x="1982320" y="904379"/>
                    </a:moveTo>
                    <a:cubicBezTo>
                      <a:pt x="2575020" y="904379"/>
                      <a:pt x="3055498" y="1384857"/>
                      <a:pt x="3055498" y="1977557"/>
                    </a:cubicBezTo>
                    <a:cubicBezTo>
                      <a:pt x="3055498" y="2570257"/>
                      <a:pt x="2575020" y="3050735"/>
                      <a:pt x="1982320" y="3050735"/>
                    </a:cubicBezTo>
                    <a:cubicBezTo>
                      <a:pt x="1389620" y="3050735"/>
                      <a:pt x="909142" y="2570257"/>
                      <a:pt x="909142" y="1977557"/>
                    </a:cubicBezTo>
                    <a:cubicBezTo>
                      <a:pt x="909142" y="1384857"/>
                      <a:pt x="1389620" y="904379"/>
                      <a:pt x="1982320" y="904379"/>
                    </a:cubicBezTo>
                    <a:close/>
                    <a:moveTo>
                      <a:pt x="1982320" y="537397"/>
                    </a:moveTo>
                    <a:cubicBezTo>
                      <a:pt x="1186942" y="537397"/>
                      <a:pt x="542160" y="1182179"/>
                      <a:pt x="542160" y="1977557"/>
                    </a:cubicBezTo>
                    <a:cubicBezTo>
                      <a:pt x="542160" y="2772935"/>
                      <a:pt x="1186942" y="3417717"/>
                      <a:pt x="1982320" y="3417717"/>
                    </a:cubicBezTo>
                    <a:cubicBezTo>
                      <a:pt x="2777698" y="3417717"/>
                      <a:pt x="3422480" y="2772935"/>
                      <a:pt x="3422480" y="1977557"/>
                    </a:cubicBezTo>
                    <a:cubicBezTo>
                      <a:pt x="3422480" y="1182179"/>
                      <a:pt x="2777698" y="537397"/>
                      <a:pt x="1982320" y="537397"/>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479" name="Google Shape;3479;p59"/>
              <p:cNvSpPr/>
              <p:nvPr/>
            </p:nvSpPr>
            <p:spPr>
              <a:xfrm flipH="1">
                <a:off x="7608791" y="4297323"/>
                <a:ext cx="336694" cy="323742"/>
              </a:xfrm>
              <a:custGeom>
                <a:rect b="b" l="l" r="r" t="t"/>
                <a:pathLst>
                  <a:path extrusionOk="0" h="3817544" w="3948393">
                    <a:moveTo>
                      <a:pt x="1888045" y="2370407"/>
                    </a:moveTo>
                    <a:lnTo>
                      <a:pt x="1180379" y="2998560"/>
                    </a:lnTo>
                    <a:lnTo>
                      <a:pt x="695350" y="2712314"/>
                    </a:lnTo>
                    <a:lnTo>
                      <a:pt x="703301" y="3014463"/>
                    </a:lnTo>
                    <a:lnTo>
                      <a:pt x="1888044" y="3817544"/>
                    </a:lnTo>
                    <a:cubicBezTo>
                      <a:pt x="1885393" y="3356368"/>
                      <a:pt x="1874793" y="2911096"/>
                      <a:pt x="1888045" y="2370407"/>
                    </a:cubicBezTo>
                    <a:close/>
                    <a:moveTo>
                      <a:pt x="2059390" y="2370407"/>
                    </a:moveTo>
                    <a:cubicBezTo>
                      <a:pt x="2072642" y="2911096"/>
                      <a:pt x="2062042" y="3356368"/>
                      <a:pt x="2059391" y="3817544"/>
                    </a:cubicBezTo>
                    <a:lnTo>
                      <a:pt x="3244134" y="3014463"/>
                    </a:lnTo>
                    <a:lnTo>
                      <a:pt x="3252085" y="2712314"/>
                    </a:lnTo>
                    <a:lnTo>
                      <a:pt x="2767056" y="2998560"/>
                    </a:lnTo>
                    <a:close/>
                    <a:moveTo>
                      <a:pt x="733907" y="1451867"/>
                    </a:moveTo>
                    <a:lnTo>
                      <a:pt x="0" y="2113471"/>
                    </a:lnTo>
                    <a:lnTo>
                      <a:pt x="1170450" y="2848461"/>
                    </a:lnTo>
                    <a:lnTo>
                      <a:pt x="1919327" y="2170968"/>
                    </a:lnTo>
                    <a:close/>
                    <a:moveTo>
                      <a:pt x="3206900" y="1451867"/>
                    </a:moveTo>
                    <a:lnTo>
                      <a:pt x="2021479" y="2170968"/>
                    </a:lnTo>
                    <a:lnTo>
                      <a:pt x="2770356" y="2848461"/>
                    </a:lnTo>
                    <a:lnTo>
                      <a:pt x="3940806" y="2113471"/>
                    </a:lnTo>
                    <a:close/>
                    <a:moveTo>
                      <a:pt x="1195981" y="0"/>
                    </a:moveTo>
                    <a:lnTo>
                      <a:pt x="10560" y="719101"/>
                    </a:lnTo>
                    <a:lnTo>
                      <a:pt x="759438" y="1396594"/>
                    </a:lnTo>
                    <a:lnTo>
                      <a:pt x="1929887" y="661605"/>
                    </a:lnTo>
                    <a:close/>
                    <a:moveTo>
                      <a:pt x="2762973" y="0"/>
                    </a:moveTo>
                    <a:lnTo>
                      <a:pt x="2029067" y="661605"/>
                    </a:lnTo>
                    <a:lnTo>
                      <a:pt x="3199516" y="1396594"/>
                    </a:lnTo>
                    <a:lnTo>
                      <a:pt x="3948393" y="719101"/>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sp>
          <p:nvSpPr>
            <p:cNvPr id="3480" name="Google Shape;3480;p59"/>
            <p:cNvSpPr/>
            <p:nvPr/>
          </p:nvSpPr>
          <p:spPr>
            <a:xfrm>
              <a:off x="7350231" y="1734252"/>
              <a:ext cx="4243993" cy="4243993"/>
            </a:xfrm>
            <a:prstGeom prst="donut">
              <a:avLst>
                <a:gd fmla="val 14003" name="adj"/>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grpSp>
          <p:nvGrpSpPr>
            <p:cNvPr id="3481" name="Google Shape;3481;p59"/>
            <p:cNvGrpSpPr/>
            <p:nvPr/>
          </p:nvGrpSpPr>
          <p:grpSpPr>
            <a:xfrm>
              <a:off x="7907899" y="2308624"/>
              <a:ext cx="4313146" cy="4771421"/>
              <a:chOff x="7907899" y="2308624"/>
              <a:chExt cx="4313146" cy="4771421"/>
            </a:xfrm>
          </p:grpSpPr>
          <p:sp>
            <p:nvSpPr>
              <p:cNvPr id="3482" name="Google Shape;3482;p59"/>
              <p:cNvSpPr/>
              <p:nvPr/>
            </p:nvSpPr>
            <p:spPr>
              <a:xfrm rot="8348922">
                <a:off x="11198871" y="4958370"/>
                <a:ext cx="306777" cy="2301677"/>
              </a:xfrm>
              <a:custGeom>
                <a:rect b="b" l="l" r="r" t="t"/>
                <a:pathLst>
                  <a:path extrusionOk="0" h="2109330" w="281140">
                    <a:moveTo>
                      <a:pt x="0" y="2109328"/>
                    </a:moveTo>
                    <a:lnTo>
                      <a:pt x="0" y="0"/>
                    </a:lnTo>
                    <a:lnTo>
                      <a:pt x="281140" y="243113"/>
                    </a:lnTo>
                    <a:lnTo>
                      <a:pt x="281140" y="2109330"/>
                    </a:lnTo>
                    <a:close/>
                  </a:path>
                </a:pathLst>
              </a:custGeom>
              <a:solidFill>
                <a:srgbClr val="3F3F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483" name="Google Shape;3483;p59"/>
              <p:cNvSpPr/>
              <p:nvPr/>
            </p:nvSpPr>
            <p:spPr>
              <a:xfrm>
                <a:off x="7907899" y="2308624"/>
                <a:ext cx="3099805" cy="3099806"/>
              </a:xfrm>
              <a:prstGeom prst="donut">
                <a:avLst>
                  <a:gd fmla="val 3665" name="adj"/>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484" name="Google Shape;3484;p59"/>
              <p:cNvSpPr/>
              <p:nvPr/>
            </p:nvSpPr>
            <p:spPr>
              <a:xfrm rot="8399802">
                <a:off x="10257449" y="4979836"/>
                <a:ext cx="498891" cy="307559"/>
              </a:xfrm>
              <a:prstGeom prst="round2SameRect">
                <a:avLst>
                  <a:gd fmla="val 31004" name="adj1"/>
                  <a:gd fmla="val 0" name="adj2"/>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grpSp>
        <p:grpSp>
          <p:nvGrpSpPr>
            <p:cNvPr id="3485" name="Google Shape;3485;p59"/>
            <p:cNvGrpSpPr/>
            <p:nvPr/>
          </p:nvGrpSpPr>
          <p:grpSpPr>
            <a:xfrm>
              <a:off x="8045579" y="2409380"/>
              <a:ext cx="2811142" cy="2844985"/>
              <a:chOff x="8045579" y="2409380"/>
              <a:chExt cx="2811142" cy="2844985"/>
            </a:xfrm>
          </p:grpSpPr>
          <p:sp>
            <p:nvSpPr>
              <p:cNvPr id="3486" name="Google Shape;3486;p59"/>
              <p:cNvSpPr/>
              <p:nvPr/>
            </p:nvSpPr>
            <p:spPr>
              <a:xfrm>
                <a:off x="10509374" y="3444941"/>
                <a:ext cx="343339" cy="343339"/>
              </a:xfrm>
              <a:custGeom>
                <a:rect b="b" l="l" r="r" t="t"/>
                <a:pathLst>
                  <a:path extrusionOk="0" h="2700265" w="2376266">
                    <a:moveTo>
                      <a:pt x="1656387" y="1972892"/>
                    </a:moveTo>
                    <a:cubicBezTo>
                      <a:pt x="1611887" y="1973356"/>
                      <a:pt x="1563385" y="2005080"/>
                      <a:pt x="1534629" y="2057337"/>
                    </a:cubicBezTo>
                    <a:cubicBezTo>
                      <a:pt x="1496288" y="2127013"/>
                      <a:pt x="1507568" y="2206808"/>
                      <a:pt x="1559826" y="2235565"/>
                    </a:cubicBezTo>
                    <a:cubicBezTo>
                      <a:pt x="1612084" y="2264320"/>
                      <a:pt x="1685527" y="2231149"/>
                      <a:pt x="1723869" y="2161473"/>
                    </a:cubicBezTo>
                    <a:cubicBezTo>
                      <a:pt x="1762211" y="2091796"/>
                      <a:pt x="1750931" y="2012000"/>
                      <a:pt x="1698673" y="1983245"/>
                    </a:cubicBezTo>
                    <a:cubicBezTo>
                      <a:pt x="1685608" y="1976055"/>
                      <a:pt x="1671220" y="1972736"/>
                      <a:pt x="1656387" y="1972892"/>
                    </a:cubicBezTo>
                    <a:close/>
                    <a:moveTo>
                      <a:pt x="312688" y="1634792"/>
                    </a:moveTo>
                    <a:cubicBezTo>
                      <a:pt x="281116" y="1626772"/>
                      <a:pt x="249981" y="1631172"/>
                      <a:pt x="226763" y="1649891"/>
                    </a:cubicBezTo>
                    <a:cubicBezTo>
                      <a:pt x="180329" y="1687329"/>
                      <a:pt x="183153" y="1767868"/>
                      <a:pt x="233071" y="1829780"/>
                    </a:cubicBezTo>
                    <a:cubicBezTo>
                      <a:pt x="282989" y="1891692"/>
                      <a:pt x="361097" y="1911533"/>
                      <a:pt x="407532" y="1874094"/>
                    </a:cubicBezTo>
                    <a:cubicBezTo>
                      <a:pt x="453966" y="1836657"/>
                      <a:pt x="451142" y="1756118"/>
                      <a:pt x="401224" y="1694205"/>
                    </a:cubicBezTo>
                    <a:cubicBezTo>
                      <a:pt x="376265" y="1663249"/>
                      <a:pt x="344258" y="1642811"/>
                      <a:pt x="312688" y="1634792"/>
                    </a:cubicBezTo>
                    <a:close/>
                    <a:moveTo>
                      <a:pt x="1869299" y="1519920"/>
                    </a:moveTo>
                    <a:cubicBezTo>
                      <a:pt x="1824865" y="1522388"/>
                      <a:pt x="1777842" y="1556264"/>
                      <a:pt x="1751468" y="1609764"/>
                    </a:cubicBezTo>
                    <a:cubicBezTo>
                      <a:pt x="1716305" y="1681096"/>
                      <a:pt x="1731168" y="1760303"/>
                      <a:pt x="1784668" y="1786676"/>
                    </a:cubicBezTo>
                    <a:cubicBezTo>
                      <a:pt x="1838168" y="1813049"/>
                      <a:pt x="1910044" y="1776602"/>
                      <a:pt x="1945208" y="1705269"/>
                    </a:cubicBezTo>
                    <a:cubicBezTo>
                      <a:pt x="1980371" y="1633937"/>
                      <a:pt x="1965508" y="1554730"/>
                      <a:pt x="1912008" y="1528357"/>
                    </a:cubicBezTo>
                    <a:cubicBezTo>
                      <a:pt x="1898633" y="1521764"/>
                      <a:pt x="1884109" y="1519097"/>
                      <a:pt x="1869299" y="1519920"/>
                    </a:cubicBezTo>
                    <a:close/>
                    <a:moveTo>
                      <a:pt x="741251" y="1329992"/>
                    </a:moveTo>
                    <a:cubicBezTo>
                      <a:pt x="709680" y="1321974"/>
                      <a:pt x="678544" y="1326372"/>
                      <a:pt x="655326" y="1345092"/>
                    </a:cubicBezTo>
                    <a:cubicBezTo>
                      <a:pt x="608892" y="1382530"/>
                      <a:pt x="611716" y="1463069"/>
                      <a:pt x="661634" y="1524981"/>
                    </a:cubicBezTo>
                    <a:cubicBezTo>
                      <a:pt x="711552" y="1586893"/>
                      <a:pt x="789660" y="1606734"/>
                      <a:pt x="836094" y="1569294"/>
                    </a:cubicBezTo>
                    <a:cubicBezTo>
                      <a:pt x="882529" y="1531856"/>
                      <a:pt x="879704" y="1451317"/>
                      <a:pt x="829787" y="1389406"/>
                    </a:cubicBezTo>
                    <a:cubicBezTo>
                      <a:pt x="804828" y="1358450"/>
                      <a:pt x="772822" y="1338012"/>
                      <a:pt x="741251" y="1329992"/>
                    </a:cubicBezTo>
                    <a:close/>
                    <a:moveTo>
                      <a:pt x="2079316" y="1065457"/>
                    </a:moveTo>
                    <a:cubicBezTo>
                      <a:pt x="2035146" y="1070876"/>
                      <a:pt x="1990481" y="1107807"/>
                      <a:pt x="1967725" y="1162943"/>
                    </a:cubicBezTo>
                    <a:cubicBezTo>
                      <a:pt x="1937386" y="1236457"/>
                      <a:pt x="1957487" y="1314499"/>
                      <a:pt x="2012623" y="1337253"/>
                    </a:cubicBezTo>
                    <a:cubicBezTo>
                      <a:pt x="2067759" y="1360009"/>
                      <a:pt x="2137051" y="1318860"/>
                      <a:pt x="2167391" y="1245345"/>
                    </a:cubicBezTo>
                    <a:cubicBezTo>
                      <a:pt x="2197730" y="1171831"/>
                      <a:pt x="2177629" y="1093789"/>
                      <a:pt x="2122493" y="1071035"/>
                    </a:cubicBezTo>
                    <a:cubicBezTo>
                      <a:pt x="2108709" y="1065345"/>
                      <a:pt x="2094040" y="1063650"/>
                      <a:pt x="2079316" y="1065457"/>
                    </a:cubicBezTo>
                    <a:close/>
                    <a:moveTo>
                      <a:pt x="0" y="654162"/>
                    </a:moveTo>
                    <a:lnTo>
                      <a:pt x="1082073" y="1244384"/>
                    </a:lnTo>
                    <a:lnTo>
                      <a:pt x="1121421" y="2700265"/>
                    </a:lnTo>
                    <a:lnTo>
                      <a:pt x="4918" y="1923139"/>
                    </a:lnTo>
                    <a:cubicBezTo>
                      <a:pt x="3279" y="1498508"/>
                      <a:pt x="1639" y="1073875"/>
                      <a:pt x="0" y="654162"/>
                    </a:cubicBezTo>
                    <a:close/>
                    <a:moveTo>
                      <a:pt x="2375644" y="688592"/>
                    </a:moveTo>
                    <a:lnTo>
                      <a:pt x="2360889" y="1967406"/>
                    </a:lnTo>
                    <a:lnTo>
                      <a:pt x="1293570" y="2700265"/>
                    </a:lnTo>
                    <a:lnTo>
                      <a:pt x="1249303" y="1239466"/>
                    </a:lnTo>
                    <a:close/>
                    <a:moveTo>
                      <a:pt x="1214923" y="371219"/>
                    </a:moveTo>
                    <a:cubicBezTo>
                      <a:pt x="1197013" y="368793"/>
                      <a:pt x="1177834" y="369067"/>
                      <a:pt x="1158247" y="372480"/>
                    </a:cubicBezTo>
                    <a:cubicBezTo>
                      <a:pt x="1079899" y="386133"/>
                      <a:pt x="1024686" y="444836"/>
                      <a:pt x="1034926" y="503598"/>
                    </a:cubicBezTo>
                    <a:cubicBezTo>
                      <a:pt x="1045165" y="562359"/>
                      <a:pt x="1116980" y="598927"/>
                      <a:pt x="1195328" y="585274"/>
                    </a:cubicBezTo>
                    <a:cubicBezTo>
                      <a:pt x="1273676" y="571621"/>
                      <a:pt x="1328889" y="512918"/>
                      <a:pt x="1318650" y="454156"/>
                    </a:cubicBezTo>
                    <a:cubicBezTo>
                      <a:pt x="1310970" y="410086"/>
                      <a:pt x="1268654" y="378499"/>
                      <a:pt x="1214923" y="371219"/>
                    </a:cubicBezTo>
                    <a:close/>
                    <a:moveTo>
                      <a:pt x="1185985" y="0"/>
                    </a:moveTo>
                    <a:lnTo>
                      <a:pt x="2376266" y="506608"/>
                    </a:lnTo>
                    <a:lnTo>
                      <a:pt x="1161392" y="1101748"/>
                    </a:lnTo>
                    <a:lnTo>
                      <a:pt x="10460" y="491852"/>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487" name="Google Shape;3487;p59"/>
              <p:cNvSpPr/>
              <p:nvPr/>
            </p:nvSpPr>
            <p:spPr>
              <a:xfrm>
                <a:off x="8174482" y="4174830"/>
                <a:ext cx="392828" cy="392828"/>
              </a:xfrm>
              <a:custGeom>
                <a:rect b="b" l="l" r="r" t="t"/>
                <a:pathLst>
                  <a:path extrusionOk="0" h="4259405" w="4088964">
                    <a:moveTo>
                      <a:pt x="1480605" y="2231940"/>
                    </a:moveTo>
                    <a:lnTo>
                      <a:pt x="1199818" y="2044620"/>
                    </a:lnTo>
                    <a:lnTo>
                      <a:pt x="761621" y="2687221"/>
                    </a:lnTo>
                    <a:cubicBezTo>
                      <a:pt x="501536" y="2652619"/>
                      <a:pt x="265323" y="2467912"/>
                      <a:pt x="39127" y="2272940"/>
                    </a:cubicBezTo>
                    <a:cubicBezTo>
                      <a:pt x="-80639" y="2070133"/>
                      <a:pt x="269496" y="1743507"/>
                      <a:pt x="374515" y="1494038"/>
                    </a:cubicBezTo>
                    <a:lnTo>
                      <a:pt x="93728" y="1306717"/>
                    </a:lnTo>
                    <a:lnTo>
                      <a:pt x="1091841" y="1312633"/>
                    </a:lnTo>
                    <a:close/>
                    <a:moveTo>
                      <a:pt x="2759566" y="226796"/>
                    </a:moveTo>
                    <a:cubicBezTo>
                      <a:pt x="2331051" y="377379"/>
                      <a:pt x="2150002" y="492309"/>
                      <a:pt x="1991062" y="643648"/>
                    </a:cubicBezTo>
                    <a:lnTo>
                      <a:pt x="1463599" y="1446568"/>
                    </a:lnTo>
                    <a:lnTo>
                      <a:pt x="610317" y="909936"/>
                    </a:lnTo>
                    <a:cubicBezTo>
                      <a:pt x="810411" y="627556"/>
                      <a:pt x="1020899" y="239191"/>
                      <a:pt x="1244930" y="61882"/>
                    </a:cubicBezTo>
                    <a:cubicBezTo>
                      <a:pt x="1491876" y="-75367"/>
                      <a:pt x="1697752" y="31605"/>
                      <a:pt x="2759566" y="226796"/>
                    </a:cubicBezTo>
                    <a:close/>
                    <a:moveTo>
                      <a:pt x="1722488" y="3820535"/>
                    </a:moveTo>
                    <a:cubicBezTo>
                      <a:pt x="1376925" y="3801485"/>
                      <a:pt x="936112" y="3830060"/>
                      <a:pt x="666750" y="3734810"/>
                    </a:cubicBezTo>
                    <a:cubicBezTo>
                      <a:pt x="419100" y="3598835"/>
                      <a:pt x="400050" y="3367610"/>
                      <a:pt x="0" y="2364860"/>
                    </a:cubicBezTo>
                    <a:cubicBezTo>
                      <a:pt x="355600" y="2647435"/>
                      <a:pt x="549276" y="2739510"/>
                      <a:pt x="762000" y="2793485"/>
                    </a:cubicBezTo>
                    <a:lnTo>
                      <a:pt x="1722487" y="2812535"/>
                    </a:lnTo>
                    <a:close/>
                    <a:moveTo>
                      <a:pt x="3605396" y="869465"/>
                    </a:moveTo>
                    <a:lnTo>
                      <a:pt x="3069019" y="1711228"/>
                    </a:lnTo>
                    <a:lnTo>
                      <a:pt x="2083849" y="1550906"/>
                    </a:lnTo>
                    <a:lnTo>
                      <a:pt x="2391902" y="1412941"/>
                    </a:lnTo>
                    <a:lnTo>
                      <a:pt x="2081217" y="699900"/>
                    </a:lnTo>
                    <a:cubicBezTo>
                      <a:pt x="2248971" y="498156"/>
                      <a:pt x="2531081" y="396532"/>
                      <a:pt x="2816547" y="308854"/>
                    </a:cubicBezTo>
                    <a:cubicBezTo>
                      <a:pt x="3051986" y="315439"/>
                      <a:pt x="3142075" y="785719"/>
                      <a:pt x="3297344" y="1007430"/>
                    </a:cubicBezTo>
                    <a:close/>
                    <a:moveTo>
                      <a:pt x="3222215" y="3788662"/>
                    </a:moveTo>
                    <a:cubicBezTo>
                      <a:pt x="3089072" y="3954283"/>
                      <a:pt x="2662122" y="3869088"/>
                      <a:pt x="2413930" y="3921936"/>
                    </a:cubicBezTo>
                    <a:lnTo>
                      <a:pt x="2420658" y="4259405"/>
                    </a:lnTo>
                    <a:lnTo>
                      <a:pt x="1855155" y="3436926"/>
                    </a:lnTo>
                    <a:lnTo>
                      <a:pt x="2387428" y="2592563"/>
                    </a:lnTo>
                    <a:lnTo>
                      <a:pt x="2394156" y="2930032"/>
                    </a:lnTo>
                    <a:lnTo>
                      <a:pt x="3171906" y="2922431"/>
                    </a:lnTo>
                    <a:cubicBezTo>
                      <a:pt x="3292132" y="3155642"/>
                      <a:pt x="3275533" y="3455038"/>
                      <a:pt x="3244786" y="3752078"/>
                    </a:cubicBezTo>
                    <a:cubicBezTo>
                      <a:pt x="3238662" y="3765464"/>
                      <a:pt x="3231091" y="3777620"/>
                      <a:pt x="3222215" y="3788662"/>
                    </a:cubicBezTo>
                    <a:close/>
                    <a:moveTo>
                      <a:pt x="3948285" y="2834020"/>
                    </a:moveTo>
                    <a:cubicBezTo>
                      <a:pt x="3833022" y="3018741"/>
                      <a:pt x="3639730" y="3281008"/>
                      <a:pt x="3342579" y="3731662"/>
                    </a:cubicBezTo>
                    <a:cubicBezTo>
                      <a:pt x="3371271" y="3278367"/>
                      <a:pt x="3336159" y="3066813"/>
                      <a:pt x="3258895" y="2861397"/>
                    </a:cubicBezTo>
                    <a:lnTo>
                      <a:pt x="2725671" y="2062291"/>
                    </a:lnTo>
                    <a:lnTo>
                      <a:pt x="3552883" y="1486284"/>
                    </a:lnTo>
                    <a:cubicBezTo>
                      <a:pt x="3734716" y="1780754"/>
                      <a:pt x="4010062" y="2126176"/>
                      <a:pt x="4085819" y="2401657"/>
                    </a:cubicBezTo>
                    <a:cubicBezTo>
                      <a:pt x="4100783" y="2542124"/>
                      <a:pt x="4063549" y="2649298"/>
                      <a:pt x="3948285" y="283402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488" name="Google Shape;3488;p59"/>
              <p:cNvSpPr/>
              <p:nvPr/>
            </p:nvSpPr>
            <p:spPr>
              <a:xfrm>
                <a:off x="9225535" y="2409380"/>
                <a:ext cx="393582" cy="392828"/>
              </a:xfrm>
              <a:custGeom>
                <a:rect b="b" l="l" r="r" t="t"/>
                <a:pathLst>
                  <a:path extrusionOk="0" h="4012920" w="4020621">
                    <a:moveTo>
                      <a:pt x="780213" y="3724888"/>
                    </a:moveTo>
                    <a:lnTo>
                      <a:pt x="2868445" y="3724888"/>
                    </a:lnTo>
                    <a:lnTo>
                      <a:pt x="2868445" y="4012920"/>
                    </a:lnTo>
                    <a:lnTo>
                      <a:pt x="780213" y="4012920"/>
                    </a:lnTo>
                    <a:close/>
                    <a:moveTo>
                      <a:pt x="4020621" y="2152587"/>
                    </a:moveTo>
                    <a:lnTo>
                      <a:pt x="4020621" y="3448731"/>
                    </a:lnTo>
                    <a:lnTo>
                      <a:pt x="3903908" y="3386593"/>
                    </a:lnTo>
                    <a:lnTo>
                      <a:pt x="3903908" y="2214725"/>
                    </a:lnTo>
                    <a:close/>
                    <a:moveTo>
                      <a:pt x="1582587" y="1544569"/>
                    </a:moveTo>
                    <a:cubicBezTo>
                      <a:pt x="1525677" y="1652847"/>
                      <a:pt x="1434945" y="1739939"/>
                      <a:pt x="1324158" y="1792547"/>
                    </a:cubicBezTo>
                    <a:lnTo>
                      <a:pt x="1790243" y="1792547"/>
                    </a:lnTo>
                    <a:cubicBezTo>
                      <a:pt x="1708293" y="1721838"/>
                      <a:pt x="1638004" y="1638154"/>
                      <a:pt x="1582587" y="1544569"/>
                    </a:cubicBezTo>
                    <a:close/>
                    <a:moveTo>
                      <a:pt x="1238323" y="1312673"/>
                    </a:moveTo>
                    <a:cubicBezTo>
                      <a:pt x="1173622" y="1312673"/>
                      <a:pt x="1121172" y="1365123"/>
                      <a:pt x="1121172" y="1429824"/>
                    </a:cubicBezTo>
                    <a:cubicBezTo>
                      <a:pt x="1121172" y="1494525"/>
                      <a:pt x="1173622" y="1546975"/>
                      <a:pt x="1238323" y="1546975"/>
                    </a:cubicBezTo>
                    <a:cubicBezTo>
                      <a:pt x="1303024" y="1546975"/>
                      <a:pt x="1355474" y="1494525"/>
                      <a:pt x="1355474" y="1429824"/>
                    </a:cubicBezTo>
                    <a:cubicBezTo>
                      <a:pt x="1355474" y="1365123"/>
                      <a:pt x="1303024" y="1312673"/>
                      <a:pt x="1238323" y="1312673"/>
                    </a:cubicBezTo>
                    <a:close/>
                    <a:moveTo>
                      <a:pt x="870057" y="1312673"/>
                    </a:moveTo>
                    <a:cubicBezTo>
                      <a:pt x="805356" y="1312673"/>
                      <a:pt x="752906" y="1365123"/>
                      <a:pt x="752906" y="1429824"/>
                    </a:cubicBezTo>
                    <a:cubicBezTo>
                      <a:pt x="752906" y="1494525"/>
                      <a:pt x="805356" y="1546975"/>
                      <a:pt x="870057" y="1546975"/>
                    </a:cubicBezTo>
                    <a:cubicBezTo>
                      <a:pt x="934758" y="1546975"/>
                      <a:pt x="987208" y="1494525"/>
                      <a:pt x="987208" y="1429824"/>
                    </a:cubicBezTo>
                    <a:cubicBezTo>
                      <a:pt x="987208" y="1365123"/>
                      <a:pt x="934758" y="1312673"/>
                      <a:pt x="870057" y="1312673"/>
                    </a:cubicBezTo>
                    <a:close/>
                    <a:moveTo>
                      <a:pt x="2775838" y="1127627"/>
                    </a:moveTo>
                    <a:cubicBezTo>
                      <a:pt x="2666578" y="1127627"/>
                      <a:pt x="2578006" y="1216199"/>
                      <a:pt x="2578006" y="1325459"/>
                    </a:cubicBezTo>
                    <a:cubicBezTo>
                      <a:pt x="2578006" y="1434719"/>
                      <a:pt x="2666578" y="1523291"/>
                      <a:pt x="2775838" y="1523291"/>
                    </a:cubicBezTo>
                    <a:cubicBezTo>
                      <a:pt x="2885098" y="1523291"/>
                      <a:pt x="2973670" y="1434719"/>
                      <a:pt x="2973670" y="1325459"/>
                    </a:cubicBezTo>
                    <a:cubicBezTo>
                      <a:pt x="2973670" y="1216199"/>
                      <a:pt x="2885098" y="1127627"/>
                      <a:pt x="2775838" y="1127627"/>
                    </a:cubicBezTo>
                    <a:close/>
                    <a:moveTo>
                      <a:pt x="2153949" y="1127627"/>
                    </a:moveTo>
                    <a:cubicBezTo>
                      <a:pt x="2044689" y="1127627"/>
                      <a:pt x="1956117" y="1216199"/>
                      <a:pt x="1956117" y="1325459"/>
                    </a:cubicBezTo>
                    <a:cubicBezTo>
                      <a:pt x="1956117" y="1434719"/>
                      <a:pt x="2044689" y="1523291"/>
                      <a:pt x="2153949" y="1523291"/>
                    </a:cubicBezTo>
                    <a:cubicBezTo>
                      <a:pt x="2263209" y="1523291"/>
                      <a:pt x="2351781" y="1434719"/>
                      <a:pt x="2351781" y="1325459"/>
                    </a:cubicBezTo>
                    <a:cubicBezTo>
                      <a:pt x="2351781" y="1216199"/>
                      <a:pt x="2263209" y="1127627"/>
                      <a:pt x="2153949" y="1127627"/>
                    </a:cubicBezTo>
                    <a:close/>
                    <a:moveTo>
                      <a:pt x="1238323" y="956510"/>
                    </a:moveTo>
                    <a:cubicBezTo>
                      <a:pt x="1173622" y="956510"/>
                      <a:pt x="1121172" y="1008960"/>
                      <a:pt x="1121172" y="1073661"/>
                    </a:cubicBezTo>
                    <a:cubicBezTo>
                      <a:pt x="1121172" y="1138362"/>
                      <a:pt x="1173622" y="1190812"/>
                      <a:pt x="1238323" y="1190812"/>
                    </a:cubicBezTo>
                    <a:cubicBezTo>
                      <a:pt x="1303024" y="1190812"/>
                      <a:pt x="1355474" y="1138362"/>
                      <a:pt x="1355474" y="1073661"/>
                    </a:cubicBezTo>
                    <a:cubicBezTo>
                      <a:pt x="1355474" y="1008960"/>
                      <a:pt x="1303024" y="956510"/>
                      <a:pt x="1238323" y="956510"/>
                    </a:cubicBezTo>
                    <a:close/>
                    <a:moveTo>
                      <a:pt x="870057" y="956510"/>
                    </a:moveTo>
                    <a:cubicBezTo>
                      <a:pt x="805356" y="956510"/>
                      <a:pt x="752906" y="1008960"/>
                      <a:pt x="752906" y="1073661"/>
                    </a:cubicBezTo>
                    <a:cubicBezTo>
                      <a:pt x="752906" y="1138362"/>
                      <a:pt x="805356" y="1190812"/>
                      <a:pt x="870057" y="1190812"/>
                    </a:cubicBezTo>
                    <a:cubicBezTo>
                      <a:pt x="934758" y="1190812"/>
                      <a:pt x="987208" y="1138362"/>
                      <a:pt x="987208" y="1073661"/>
                    </a:cubicBezTo>
                    <a:cubicBezTo>
                      <a:pt x="987208" y="1008960"/>
                      <a:pt x="934758" y="956510"/>
                      <a:pt x="870057" y="956510"/>
                    </a:cubicBezTo>
                    <a:close/>
                    <a:moveTo>
                      <a:pt x="2775838" y="526176"/>
                    </a:moveTo>
                    <a:cubicBezTo>
                      <a:pt x="2666578" y="526176"/>
                      <a:pt x="2578006" y="614748"/>
                      <a:pt x="2578006" y="724008"/>
                    </a:cubicBezTo>
                    <a:cubicBezTo>
                      <a:pt x="2578006" y="833268"/>
                      <a:pt x="2666578" y="921840"/>
                      <a:pt x="2775838" y="921840"/>
                    </a:cubicBezTo>
                    <a:cubicBezTo>
                      <a:pt x="2885098" y="921840"/>
                      <a:pt x="2973670" y="833268"/>
                      <a:pt x="2973670" y="724008"/>
                    </a:cubicBezTo>
                    <a:cubicBezTo>
                      <a:pt x="2973670" y="614748"/>
                      <a:pt x="2885098" y="526176"/>
                      <a:pt x="2775838" y="526176"/>
                    </a:cubicBezTo>
                    <a:close/>
                    <a:moveTo>
                      <a:pt x="2153949" y="526176"/>
                    </a:moveTo>
                    <a:cubicBezTo>
                      <a:pt x="2044689" y="526176"/>
                      <a:pt x="1956117" y="614748"/>
                      <a:pt x="1956117" y="724008"/>
                    </a:cubicBezTo>
                    <a:cubicBezTo>
                      <a:pt x="1956117" y="833268"/>
                      <a:pt x="2044689" y="921840"/>
                      <a:pt x="2153949" y="921840"/>
                    </a:cubicBezTo>
                    <a:cubicBezTo>
                      <a:pt x="2263209" y="921840"/>
                      <a:pt x="2351781" y="833268"/>
                      <a:pt x="2351781" y="724008"/>
                    </a:cubicBezTo>
                    <a:cubicBezTo>
                      <a:pt x="2351781" y="614748"/>
                      <a:pt x="2263209" y="526176"/>
                      <a:pt x="2153949" y="526176"/>
                    </a:cubicBezTo>
                    <a:close/>
                    <a:moveTo>
                      <a:pt x="2464893" y="0"/>
                    </a:moveTo>
                    <a:cubicBezTo>
                      <a:pt x="3030837" y="0"/>
                      <a:pt x="3489626" y="458789"/>
                      <a:pt x="3489626" y="1024733"/>
                    </a:cubicBezTo>
                    <a:cubicBezTo>
                      <a:pt x="3489626" y="1442455"/>
                      <a:pt x="3239684" y="1801800"/>
                      <a:pt x="2880320" y="1959209"/>
                    </a:cubicBezTo>
                    <a:lnTo>
                      <a:pt x="2880320" y="2008571"/>
                    </a:lnTo>
                    <a:lnTo>
                      <a:pt x="3250857" y="2008571"/>
                    </a:lnTo>
                    <a:lnTo>
                      <a:pt x="3250857" y="2359970"/>
                    </a:lnTo>
                    <a:lnTo>
                      <a:pt x="3437294" y="2359970"/>
                    </a:lnTo>
                    <a:lnTo>
                      <a:pt x="3437294" y="2360694"/>
                    </a:lnTo>
                    <a:lnTo>
                      <a:pt x="3852060" y="2233461"/>
                    </a:lnTo>
                    <a:lnTo>
                      <a:pt x="3852060" y="3367858"/>
                    </a:lnTo>
                    <a:lnTo>
                      <a:pt x="3437294" y="3240624"/>
                    </a:lnTo>
                    <a:lnTo>
                      <a:pt x="3437294" y="3241349"/>
                    </a:lnTo>
                    <a:lnTo>
                      <a:pt x="3250857" y="3241349"/>
                    </a:lnTo>
                    <a:lnTo>
                      <a:pt x="3250857" y="3633063"/>
                    </a:lnTo>
                    <a:lnTo>
                      <a:pt x="298529" y="3633063"/>
                    </a:lnTo>
                    <a:lnTo>
                      <a:pt x="298529" y="2431730"/>
                    </a:lnTo>
                    <a:lnTo>
                      <a:pt x="0" y="2008571"/>
                    </a:lnTo>
                    <a:lnTo>
                      <a:pt x="298529" y="2008571"/>
                    </a:lnTo>
                    <a:lnTo>
                      <a:pt x="792088" y="2008571"/>
                    </a:lnTo>
                    <a:lnTo>
                      <a:pt x="792088" y="1796817"/>
                    </a:lnTo>
                    <a:cubicBezTo>
                      <a:pt x="587745" y="1700755"/>
                      <a:pt x="447370" y="1492642"/>
                      <a:pt x="447370" y="1251742"/>
                    </a:cubicBezTo>
                    <a:cubicBezTo>
                      <a:pt x="447370" y="916605"/>
                      <a:pt x="719053" y="644923"/>
                      <a:pt x="1054190" y="644923"/>
                    </a:cubicBezTo>
                    <a:cubicBezTo>
                      <a:pt x="1212753" y="644923"/>
                      <a:pt x="1357112" y="705740"/>
                      <a:pt x="1463939" y="806702"/>
                    </a:cubicBezTo>
                    <a:cubicBezTo>
                      <a:pt x="1563407" y="345444"/>
                      <a:pt x="1973809" y="0"/>
                      <a:pt x="2464893"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489" name="Google Shape;3489;p59"/>
              <p:cNvSpPr/>
              <p:nvPr/>
            </p:nvSpPr>
            <p:spPr>
              <a:xfrm rot="9900000">
                <a:off x="10073915" y="2714730"/>
                <a:ext cx="351357" cy="423598"/>
              </a:xfrm>
              <a:custGeom>
                <a:rect b="b" l="l" r="r" t="t"/>
                <a:pathLst>
                  <a:path extrusionOk="0" h="4064034" w="3370953">
                    <a:moveTo>
                      <a:pt x="307836" y="3226369"/>
                    </a:moveTo>
                    <a:lnTo>
                      <a:pt x="307836" y="2810144"/>
                    </a:lnTo>
                    <a:lnTo>
                      <a:pt x="1258549" y="2810144"/>
                    </a:lnTo>
                    <a:lnTo>
                      <a:pt x="1331954" y="2516524"/>
                    </a:lnTo>
                    <a:lnTo>
                      <a:pt x="1639161" y="2516524"/>
                    </a:lnTo>
                    <a:lnTo>
                      <a:pt x="1806826" y="1890788"/>
                    </a:lnTo>
                    <a:cubicBezTo>
                      <a:pt x="1709407" y="1836984"/>
                      <a:pt x="1651662" y="1730051"/>
                      <a:pt x="1660897" y="1618049"/>
                    </a:cubicBezTo>
                    <a:lnTo>
                      <a:pt x="497736" y="946498"/>
                    </a:lnTo>
                    <a:lnTo>
                      <a:pt x="415801" y="1252284"/>
                    </a:lnTo>
                    <a:cubicBezTo>
                      <a:pt x="388670" y="1353539"/>
                      <a:pt x="284592" y="1413628"/>
                      <a:pt x="183338" y="1386497"/>
                    </a:cubicBezTo>
                    <a:lnTo>
                      <a:pt x="0" y="1337372"/>
                    </a:lnTo>
                    <a:lnTo>
                      <a:pt x="358348" y="0"/>
                    </a:lnTo>
                    <a:lnTo>
                      <a:pt x="541685" y="49125"/>
                    </a:lnTo>
                    <a:cubicBezTo>
                      <a:pt x="642940" y="76256"/>
                      <a:pt x="703029" y="180334"/>
                      <a:pt x="675898" y="281588"/>
                    </a:cubicBezTo>
                    <a:lnTo>
                      <a:pt x="574914" y="658466"/>
                    </a:lnTo>
                    <a:lnTo>
                      <a:pt x="1826395" y="1381009"/>
                    </a:lnTo>
                    <a:cubicBezTo>
                      <a:pt x="1885142" y="1352063"/>
                      <a:pt x="1954182" y="1344264"/>
                      <a:pt x="2022379" y="1362537"/>
                    </a:cubicBezTo>
                    <a:cubicBezTo>
                      <a:pt x="2176035" y="1403709"/>
                      <a:pt x="2267221" y="1561647"/>
                      <a:pt x="2226049" y="1715303"/>
                    </a:cubicBezTo>
                    <a:cubicBezTo>
                      <a:pt x="2207347" y="1785100"/>
                      <a:pt x="2164552" y="1842007"/>
                      <a:pt x="2108323" y="1878457"/>
                    </a:cubicBezTo>
                    <a:lnTo>
                      <a:pt x="1937353" y="2516524"/>
                    </a:lnTo>
                    <a:lnTo>
                      <a:pt x="2236046" y="2516524"/>
                    </a:lnTo>
                    <a:lnTo>
                      <a:pt x="2309451" y="2810144"/>
                    </a:lnTo>
                    <a:lnTo>
                      <a:pt x="2828116" y="2810144"/>
                    </a:lnTo>
                    <a:lnTo>
                      <a:pt x="2828116" y="2930119"/>
                    </a:lnTo>
                    <a:lnTo>
                      <a:pt x="2945247" y="2930119"/>
                    </a:lnTo>
                    <a:lnTo>
                      <a:pt x="3109201" y="2856867"/>
                    </a:lnTo>
                    <a:cubicBezTo>
                      <a:pt x="3112004" y="2849082"/>
                      <a:pt x="3119624" y="2844415"/>
                      <a:pt x="3128335" y="2844415"/>
                    </a:cubicBezTo>
                    <a:lnTo>
                      <a:pt x="3223771" y="2844415"/>
                    </a:lnTo>
                    <a:cubicBezTo>
                      <a:pt x="3236949" y="2844415"/>
                      <a:pt x="3247631" y="2855097"/>
                      <a:pt x="3247631" y="2868275"/>
                    </a:cubicBezTo>
                    <a:lnTo>
                      <a:pt x="3247631" y="3606750"/>
                    </a:lnTo>
                    <a:cubicBezTo>
                      <a:pt x="3247631" y="3619928"/>
                      <a:pt x="3236949" y="3630610"/>
                      <a:pt x="3223771" y="3630610"/>
                    </a:cubicBezTo>
                    <a:lnTo>
                      <a:pt x="3128335" y="3630610"/>
                    </a:lnTo>
                    <a:cubicBezTo>
                      <a:pt x="3120852" y="3630610"/>
                      <a:pt x="3114174" y="3627166"/>
                      <a:pt x="3110472" y="3621230"/>
                    </a:cubicBezTo>
                    <a:lnTo>
                      <a:pt x="3110472" y="3624351"/>
                    </a:lnTo>
                    <a:lnTo>
                      <a:pt x="2954172" y="3554518"/>
                    </a:lnTo>
                    <a:lnTo>
                      <a:pt x="2954172" y="3558788"/>
                    </a:lnTo>
                    <a:lnTo>
                      <a:pt x="2828116" y="3558788"/>
                    </a:lnTo>
                    <a:lnTo>
                      <a:pt x="2828116" y="3630610"/>
                    </a:lnTo>
                    <a:lnTo>
                      <a:pt x="2038337" y="3226369"/>
                    </a:lnTo>
                    <a:close/>
                    <a:moveTo>
                      <a:pt x="77048" y="4064034"/>
                    </a:moveTo>
                    <a:lnTo>
                      <a:pt x="77048" y="3342578"/>
                    </a:lnTo>
                    <a:lnTo>
                      <a:pt x="2050947" y="3342578"/>
                    </a:lnTo>
                    <a:lnTo>
                      <a:pt x="3370953" y="4058524"/>
                    </a:lnTo>
                    <a:lnTo>
                      <a:pt x="3370953" y="4064034"/>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490" name="Google Shape;3490;p59"/>
              <p:cNvSpPr/>
              <p:nvPr/>
            </p:nvSpPr>
            <p:spPr>
              <a:xfrm rot="3600000">
                <a:off x="8507130" y="4424299"/>
                <a:ext cx="162074" cy="478539"/>
              </a:xfrm>
              <a:custGeom>
                <a:rect b="b" l="l" r="r" t="t"/>
                <a:pathLst>
                  <a:path extrusionOk="0" h="3920353" w="1327763">
                    <a:moveTo>
                      <a:pt x="483881" y="2840232"/>
                    </a:moveTo>
                    <a:lnTo>
                      <a:pt x="843881" y="2840232"/>
                    </a:lnTo>
                    <a:lnTo>
                      <a:pt x="843881" y="3920353"/>
                    </a:lnTo>
                    <a:lnTo>
                      <a:pt x="483881" y="3920353"/>
                    </a:lnTo>
                    <a:close/>
                    <a:moveTo>
                      <a:pt x="757697" y="168239"/>
                    </a:moveTo>
                    <a:lnTo>
                      <a:pt x="757697" y="384263"/>
                    </a:lnTo>
                    <a:lnTo>
                      <a:pt x="930062" y="384263"/>
                    </a:lnTo>
                    <a:lnTo>
                      <a:pt x="930062" y="168239"/>
                    </a:lnTo>
                    <a:close/>
                    <a:moveTo>
                      <a:pt x="432932" y="168239"/>
                    </a:moveTo>
                    <a:lnTo>
                      <a:pt x="432932" y="384263"/>
                    </a:lnTo>
                    <a:lnTo>
                      <a:pt x="605297" y="384263"/>
                    </a:lnTo>
                    <a:lnTo>
                      <a:pt x="605297" y="168239"/>
                    </a:lnTo>
                    <a:close/>
                    <a:moveTo>
                      <a:pt x="168643" y="0"/>
                    </a:moveTo>
                    <a:lnTo>
                      <a:pt x="1159119" y="0"/>
                    </a:lnTo>
                    <a:lnTo>
                      <a:pt x="1159119" y="539093"/>
                    </a:lnTo>
                    <a:lnTo>
                      <a:pt x="1327763" y="539093"/>
                    </a:lnTo>
                    <a:lnTo>
                      <a:pt x="1327763" y="2245406"/>
                    </a:lnTo>
                    <a:lnTo>
                      <a:pt x="1318300" y="2245406"/>
                    </a:lnTo>
                    <a:lnTo>
                      <a:pt x="1127664" y="2719000"/>
                    </a:lnTo>
                    <a:lnTo>
                      <a:pt x="200100" y="2719000"/>
                    </a:lnTo>
                    <a:lnTo>
                      <a:pt x="9464" y="2245406"/>
                    </a:lnTo>
                    <a:lnTo>
                      <a:pt x="0" y="2245406"/>
                    </a:lnTo>
                    <a:lnTo>
                      <a:pt x="0" y="539093"/>
                    </a:lnTo>
                    <a:lnTo>
                      <a:pt x="168643" y="539093"/>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491" name="Google Shape;3491;p59"/>
              <p:cNvSpPr/>
              <p:nvPr/>
            </p:nvSpPr>
            <p:spPr>
              <a:xfrm>
                <a:off x="8045579" y="3848133"/>
                <a:ext cx="330939" cy="260933"/>
              </a:xfrm>
              <a:custGeom>
                <a:rect b="b" l="l" r="r" t="t"/>
                <a:pathLst>
                  <a:path extrusionOk="0" h="2952328" w="3744416">
                    <a:moveTo>
                      <a:pt x="184806" y="576064"/>
                    </a:moveTo>
                    <a:lnTo>
                      <a:pt x="895314" y="576064"/>
                    </a:lnTo>
                    <a:cubicBezTo>
                      <a:pt x="997380" y="576064"/>
                      <a:pt x="1080120" y="658804"/>
                      <a:pt x="1080120" y="760870"/>
                    </a:cubicBezTo>
                    <a:lnTo>
                      <a:pt x="1080120" y="792088"/>
                    </a:lnTo>
                    <a:lnTo>
                      <a:pt x="3312368" y="792088"/>
                    </a:lnTo>
                    <a:lnTo>
                      <a:pt x="3312368" y="2952328"/>
                    </a:lnTo>
                    <a:lnTo>
                      <a:pt x="0" y="2952328"/>
                    </a:lnTo>
                    <a:lnTo>
                      <a:pt x="0" y="1072569"/>
                    </a:lnTo>
                    <a:lnTo>
                      <a:pt x="0" y="792088"/>
                    </a:lnTo>
                    <a:lnTo>
                      <a:pt x="0" y="760870"/>
                    </a:lnTo>
                    <a:cubicBezTo>
                      <a:pt x="0" y="658804"/>
                      <a:pt x="82740" y="576064"/>
                      <a:pt x="184806" y="576064"/>
                    </a:cubicBezTo>
                    <a:close/>
                    <a:moveTo>
                      <a:pt x="616854" y="0"/>
                    </a:moveTo>
                    <a:lnTo>
                      <a:pt x="1327362" y="0"/>
                    </a:lnTo>
                    <a:cubicBezTo>
                      <a:pt x="1429428" y="0"/>
                      <a:pt x="1512168" y="82740"/>
                      <a:pt x="1512168" y="184806"/>
                    </a:cubicBezTo>
                    <a:lnTo>
                      <a:pt x="1512168" y="216024"/>
                    </a:lnTo>
                    <a:lnTo>
                      <a:pt x="3744416" y="216024"/>
                    </a:lnTo>
                    <a:lnTo>
                      <a:pt x="3744416" y="2376264"/>
                    </a:lnTo>
                    <a:lnTo>
                      <a:pt x="3464768" y="2376264"/>
                    </a:lnTo>
                    <a:lnTo>
                      <a:pt x="3464768" y="648072"/>
                    </a:lnTo>
                    <a:lnTo>
                      <a:pt x="1232520" y="648072"/>
                    </a:lnTo>
                    <a:lnTo>
                      <a:pt x="1232520" y="616854"/>
                    </a:lnTo>
                    <a:cubicBezTo>
                      <a:pt x="1232520" y="514788"/>
                      <a:pt x="1149780" y="432048"/>
                      <a:pt x="1047714" y="432048"/>
                    </a:cubicBezTo>
                    <a:lnTo>
                      <a:pt x="432048" y="432048"/>
                    </a:lnTo>
                    <a:lnTo>
                      <a:pt x="432048" y="216024"/>
                    </a:lnTo>
                    <a:lnTo>
                      <a:pt x="432048" y="184806"/>
                    </a:lnTo>
                    <a:cubicBezTo>
                      <a:pt x="432048" y="82740"/>
                      <a:pt x="514788" y="0"/>
                      <a:pt x="61685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492" name="Google Shape;3492;p59"/>
              <p:cNvSpPr/>
              <p:nvPr/>
            </p:nvSpPr>
            <p:spPr>
              <a:xfrm>
                <a:off x="9003511" y="4923426"/>
                <a:ext cx="304410" cy="330939"/>
              </a:xfrm>
              <a:custGeom>
                <a:rect b="b" l="l" r="r" t="t"/>
                <a:pathLst>
                  <a:path extrusionOk="0" h="4031150" w="3708000">
                    <a:moveTo>
                      <a:pt x="2226025" y="2078010"/>
                    </a:moveTo>
                    <a:lnTo>
                      <a:pt x="1976753" y="2339372"/>
                    </a:lnTo>
                    <a:lnTo>
                      <a:pt x="1976910" y="2339581"/>
                    </a:lnTo>
                    <a:lnTo>
                      <a:pt x="1976204" y="2339948"/>
                    </a:lnTo>
                    <a:lnTo>
                      <a:pt x="1975656" y="2340523"/>
                    </a:lnTo>
                    <a:lnTo>
                      <a:pt x="1975499" y="2340314"/>
                    </a:lnTo>
                    <a:lnTo>
                      <a:pt x="1688579" y="2489240"/>
                    </a:lnTo>
                    <a:cubicBezTo>
                      <a:pt x="1740712" y="2519877"/>
                      <a:pt x="1801557" y="2536438"/>
                      <a:pt x="1866270" y="2536438"/>
                    </a:cubicBezTo>
                    <a:cubicBezTo>
                      <a:pt x="2071258" y="2536438"/>
                      <a:pt x="2237434" y="2370262"/>
                      <a:pt x="2237434" y="2165274"/>
                    </a:cubicBezTo>
                    <a:cubicBezTo>
                      <a:pt x="2237434" y="2135129"/>
                      <a:pt x="2233840" y="2105822"/>
                      <a:pt x="2226025" y="2078010"/>
                    </a:cubicBezTo>
                    <a:close/>
                    <a:moveTo>
                      <a:pt x="1866270" y="1794110"/>
                    </a:moveTo>
                    <a:cubicBezTo>
                      <a:pt x="1661282" y="1794110"/>
                      <a:pt x="1495106" y="1960286"/>
                      <a:pt x="1495106" y="2165274"/>
                    </a:cubicBezTo>
                    <a:cubicBezTo>
                      <a:pt x="1495106" y="2194876"/>
                      <a:pt x="1498572" y="2223668"/>
                      <a:pt x="1506052" y="2251046"/>
                    </a:cubicBezTo>
                    <a:lnTo>
                      <a:pt x="1731247" y="2014929"/>
                    </a:lnTo>
                    <a:lnTo>
                      <a:pt x="1731090" y="2014720"/>
                    </a:lnTo>
                    <a:lnTo>
                      <a:pt x="1731796" y="2014353"/>
                    </a:lnTo>
                    <a:lnTo>
                      <a:pt x="1732344" y="2013778"/>
                    </a:lnTo>
                    <a:lnTo>
                      <a:pt x="1732501" y="2013987"/>
                    </a:lnTo>
                    <a:lnTo>
                      <a:pt x="2054335" y="1846939"/>
                    </a:lnTo>
                    <a:cubicBezTo>
                      <a:pt x="1999773" y="1812909"/>
                      <a:pt x="1935217" y="1794110"/>
                      <a:pt x="1866270" y="1794110"/>
                    </a:cubicBezTo>
                    <a:close/>
                    <a:moveTo>
                      <a:pt x="1866270" y="1281021"/>
                    </a:moveTo>
                    <a:lnTo>
                      <a:pt x="1995916" y="1728077"/>
                    </a:lnTo>
                    <a:cubicBezTo>
                      <a:pt x="2049420" y="1742880"/>
                      <a:pt x="2098387" y="1768442"/>
                      <a:pt x="2141027" y="1801941"/>
                    </a:cubicBezTo>
                    <a:lnTo>
                      <a:pt x="2830781" y="1443923"/>
                    </a:lnTo>
                    <a:lnTo>
                      <a:pt x="2293677" y="2007077"/>
                    </a:lnTo>
                    <a:lnTo>
                      <a:pt x="2302169" y="2036187"/>
                    </a:lnTo>
                    <a:lnTo>
                      <a:pt x="2755181" y="2167560"/>
                    </a:lnTo>
                    <a:lnTo>
                      <a:pt x="2301207" y="2299213"/>
                    </a:lnTo>
                    <a:cubicBezTo>
                      <a:pt x="2288949" y="2340747"/>
                      <a:pt x="2270868" y="2379745"/>
                      <a:pt x="2246307" y="2414255"/>
                    </a:cubicBezTo>
                    <a:lnTo>
                      <a:pt x="2368615" y="2636476"/>
                    </a:lnTo>
                    <a:lnTo>
                      <a:pt x="2152396" y="2517472"/>
                    </a:lnTo>
                    <a:cubicBezTo>
                      <a:pt x="2112986" y="2553805"/>
                      <a:pt x="2065424" y="2580505"/>
                      <a:pt x="2013636" y="2598144"/>
                    </a:cubicBezTo>
                    <a:lnTo>
                      <a:pt x="1875846" y="3073280"/>
                    </a:lnTo>
                    <a:lnTo>
                      <a:pt x="1739624" y="2603548"/>
                    </a:lnTo>
                    <a:cubicBezTo>
                      <a:pt x="1688445" y="2589723"/>
                      <a:pt x="1641302" y="2566161"/>
                      <a:pt x="1599709" y="2535368"/>
                    </a:cubicBezTo>
                    <a:lnTo>
                      <a:pt x="877219" y="2910378"/>
                    </a:lnTo>
                    <a:lnTo>
                      <a:pt x="1438400" y="2321979"/>
                    </a:lnTo>
                    <a:lnTo>
                      <a:pt x="1437655" y="2319411"/>
                    </a:lnTo>
                    <a:lnTo>
                      <a:pt x="963153" y="2181805"/>
                    </a:lnTo>
                    <a:lnTo>
                      <a:pt x="1425898" y="2047609"/>
                    </a:lnTo>
                    <a:cubicBezTo>
                      <a:pt x="1440318" y="1991458"/>
                      <a:pt x="1465316" y="1939627"/>
                      <a:pt x="1501635" y="1896529"/>
                    </a:cubicBezTo>
                    <a:lnTo>
                      <a:pt x="1375628" y="1667588"/>
                    </a:lnTo>
                    <a:lnTo>
                      <a:pt x="1605635" y="1794181"/>
                    </a:lnTo>
                    <a:cubicBezTo>
                      <a:pt x="1643852" y="1764149"/>
                      <a:pt x="1688437" y="1742763"/>
                      <a:pt x="1736328" y="1729097"/>
                    </a:cubicBezTo>
                    <a:close/>
                    <a:moveTo>
                      <a:pt x="1801446" y="873772"/>
                    </a:moveTo>
                    <a:cubicBezTo>
                      <a:pt x="1122607" y="899096"/>
                      <a:pt x="577020" y="1443990"/>
                      <a:pt x="550657" y="2122563"/>
                    </a:cubicBezTo>
                    <a:lnTo>
                      <a:pt x="754935" y="2181804"/>
                    </a:lnTo>
                    <a:lnTo>
                      <a:pt x="551187" y="2240891"/>
                    </a:lnTo>
                    <a:cubicBezTo>
                      <a:pt x="582476" y="2925954"/>
                      <a:pt x="1143118" y="3472541"/>
                      <a:pt x="1833783" y="3482192"/>
                    </a:cubicBezTo>
                    <a:lnTo>
                      <a:pt x="1883029" y="3312376"/>
                    </a:lnTo>
                    <a:lnTo>
                      <a:pt x="1931451" y="3479348"/>
                    </a:lnTo>
                    <a:cubicBezTo>
                      <a:pt x="2602724" y="3441618"/>
                      <a:pt x="3137685" y="2895457"/>
                      <a:pt x="3157888" y="2219621"/>
                    </a:cubicBezTo>
                    <a:lnTo>
                      <a:pt x="2970483" y="2165273"/>
                    </a:lnTo>
                    <a:lnTo>
                      <a:pt x="3156785" y="2111246"/>
                    </a:lnTo>
                    <a:cubicBezTo>
                      <a:pt x="3124894" y="1437932"/>
                      <a:pt x="2581609" y="898954"/>
                      <a:pt x="1906553" y="873772"/>
                    </a:cubicBezTo>
                    <a:lnTo>
                      <a:pt x="1853999" y="1054992"/>
                    </a:lnTo>
                    <a:close/>
                    <a:moveTo>
                      <a:pt x="1842112" y="204015"/>
                    </a:moveTo>
                    <a:cubicBezTo>
                      <a:pt x="1750186" y="208331"/>
                      <a:pt x="1671595" y="261235"/>
                      <a:pt x="1631665" y="337724"/>
                    </a:cubicBezTo>
                    <a:cubicBezTo>
                      <a:pt x="1704451" y="327639"/>
                      <a:pt x="1778701" y="323150"/>
                      <a:pt x="1854000" y="323150"/>
                    </a:cubicBezTo>
                    <a:cubicBezTo>
                      <a:pt x="1929687" y="323150"/>
                      <a:pt x="2004315" y="327685"/>
                      <a:pt x="2077458" y="337895"/>
                    </a:cubicBezTo>
                    <a:cubicBezTo>
                      <a:pt x="2032849" y="253989"/>
                      <a:pt x="1942703" y="199292"/>
                      <a:pt x="1842112" y="204015"/>
                    </a:cubicBezTo>
                    <a:close/>
                    <a:moveTo>
                      <a:pt x="1832557" y="511"/>
                    </a:moveTo>
                    <a:cubicBezTo>
                      <a:pt x="2064724" y="-10390"/>
                      <a:pt x="2266043" y="154192"/>
                      <a:pt x="2302551" y="380077"/>
                    </a:cubicBezTo>
                    <a:cubicBezTo>
                      <a:pt x="3110034" y="578670"/>
                      <a:pt x="3708000" y="1308079"/>
                      <a:pt x="3708000" y="2177150"/>
                    </a:cubicBezTo>
                    <a:cubicBezTo>
                      <a:pt x="3708000" y="3201086"/>
                      <a:pt x="2877936" y="4031150"/>
                      <a:pt x="1854000" y="4031150"/>
                    </a:cubicBezTo>
                    <a:cubicBezTo>
                      <a:pt x="830064" y="4031150"/>
                      <a:pt x="0" y="3201086"/>
                      <a:pt x="0" y="2177150"/>
                    </a:cubicBezTo>
                    <a:cubicBezTo>
                      <a:pt x="0" y="1308490"/>
                      <a:pt x="597400" y="579361"/>
                      <a:pt x="1404307" y="380371"/>
                    </a:cubicBezTo>
                    <a:cubicBezTo>
                      <a:pt x="1438620" y="172028"/>
                      <a:pt x="1614858" y="10733"/>
                      <a:pt x="1832557" y="51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493" name="Google Shape;3493;p59"/>
              <p:cNvSpPr/>
              <p:nvPr/>
            </p:nvSpPr>
            <p:spPr>
              <a:xfrm>
                <a:off x="9848127" y="4821478"/>
                <a:ext cx="257012" cy="330939"/>
              </a:xfrm>
              <a:custGeom>
                <a:rect b="b" l="l" r="r" t="t"/>
                <a:pathLst>
                  <a:path extrusionOk="0" h="3913585" w="3039346">
                    <a:moveTo>
                      <a:pt x="1527178" y="2618567"/>
                    </a:moveTo>
                    <a:cubicBezTo>
                      <a:pt x="1429201" y="2618567"/>
                      <a:pt x="1349775" y="2697993"/>
                      <a:pt x="1349775" y="2795971"/>
                    </a:cubicBezTo>
                    <a:cubicBezTo>
                      <a:pt x="1349775" y="2861110"/>
                      <a:pt x="1384883" y="2918050"/>
                      <a:pt x="1437574" y="2948279"/>
                    </a:cubicBezTo>
                    <a:lnTo>
                      <a:pt x="1275150" y="3311239"/>
                    </a:lnTo>
                    <a:lnTo>
                      <a:pt x="1779206" y="3311239"/>
                    </a:lnTo>
                    <a:lnTo>
                      <a:pt x="1616782" y="2948279"/>
                    </a:lnTo>
                    <a:cubicBezTo>
                      <a:pt x="1669475" y="2918050"/>
                      <a:pt x="1704582" y="2861110"/>
                      <a:pt x="1704582" y="2795971"/>
                    </a:cubicBezTo>
                    <a:cubicBezTo>
                      <a:pt x="1704582" y="2697993"/>
                      <a:pt x="1625156" y="2618567"/>
                      <a:pt x="1527178" y="2618567"/>
                    </a:cubicBezTo>
                    <a:close/>
                    <a:moveTo>
                      <a:pt x="1527178" y="0"/>
                    </a:moveTo>
                    <a:cubicBezTo>
                      <a:pt x="2026975" y="0"/>
                      <a:pt x="2435288" y="391686"/>
                      <a:pt x="2460697" y="884907"/>
                    </a:cubicBezTo>
                    <a:lnTo>
                      <a:pt x="2463282" y="884907"/>
                    </a:lnTo>
                    <a:lnTo>
                      <a:pt x="2463282" y="936104"/>
                    </a:lnTo>
                    <a:lnTo>
                      <a:pt x="2463282" y="1656184"/>
                    </a:lnTo>
                    <a:lnTo>
                      <a:pt x="2067282" y="1656184"/>
                    </a:lnTo>
                    <a:lnTo>
                      <a:pt x="2067282" y="1427425"/>
                    </a:lnTo>
                    <a:lnTo>
                      <a:pt x="2310132" y="1427584"/>
                    </a:lnTo>
                    <a:cubicBezTo>
                      <a:pt x="2310132" y="1320268"/>
                      <a:pt x="2206785" y="1230216"/>
                      <a:pt x="2067282" y="1206340"/>
                    </a:cubicBezTo>
                    <a:lnTo>
                      <a:pt x="2067282" y="936104"/>
                    </a:lnTo>
                    <a:lnTo>
                      <a:pt x="2066786" y="936104"/>
                    </a:lnTo>
                    <a:cubicBezTo>
                      <a:pt x="2066786" y="638087"/>
                      <a:pt x="1825195" y="396496"/>
                      <a:pt x="1527178" y="396496"/>
                    </a:cubicBezTo>
                    <a:cubicBezTo>
                      <a:pt x="1229161" y="396496"/>
                      <a:pt x="987570" y="638087"/>
                      <a:pt x="987570" y="936104"/>
                    </a:cubicBezTo>
                    <a:lnTo>
                      <a:pt x="987074" y="936104"/>
                    </a:lnTo>
                    <a:lnTo>
                      <a:pt x="987074" y="1872209"/>
                    </a:lnTo>
                    <a:lnTo>
                      <a:pt x="2699110" y="1872209"/>
                    </a:lnTo>
                    <a:cubicBezTo>
                      <a:pt x="2887017" y="1872209"/>
                      <a:pt x="3039346" y="2024538"/>
                      <a:pt x="3039346" y="2212445"/>
                    </a:cubicBezTo>
                    <a:lnTo>
                      <a:pt x="3039346" y="3573349"/>
                    </a:lnTo>
                    <a:cubicBezTo>
                      <a:pt x="3039346" y="3761256"/>
                      <a:pt x="2887017" y="3913585"/>
                      <a:pt x="2699110" y="3913585"/>
                    </a:cubicBezTo>
                    <a:lnTo>
                      <a:pt x="340236" y="3913585"/>
                    </a:lnTo>
                    <a:cubicBezTo>
                      <a:pt x="152329" y="3913585"/>
                      <a:pt x="0" y="3761256"/>
                      <a:pt x="0" y="3573349"/>
                    </a:cubicBezTo>
                    <a:lnTo>
                      <a:pt x="0" y="2212445"/>
                    </a:lnTo>
                    <a:cubicBezTo>
                      <a:pt x="0" y="2024538"/>
                      <a:pt x="152329" y="1872209"/>
                      <a:pt x="340236" y="1872209"/>
                    </a:cubicBezTo>
                    <a:lnTo>
                      <a:pt x="591074" y="1872209"/>
                    </a:lnTo>
                    <a:lnTo>
                      <a:pt x="591074" y="936104"/>
                    </a:lnTo>
                    <a:cubicBezTo>
                      <a:pt x="591074" y="419108"/>
                      <a:pt x="1010182" y="0"/>
                      <a:pt x="1527178"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494" name="Google Shape;3494;p59"/>
              <p:cNvSpPr/>
              <p:nvPr/>
            </p:nvSpPr>
            <p:spPr>
              <a:xfrm>
                <a:off x="10547386" y="3842640"/>
                <a:ext cx="309335" cy="309300"/>
              </a:xfrm>
              <a:custGeom>
                <a:rect b="b" l="l" r="r" t="t"/>
                <a:pathLst>
                  <a:path extrusionOk="0" h="3960000" w="3960440">
                    <a:moveTo>
                      <a:pt x="2117745" y="2289258"/>
                    </a:moveTo>
                    <a:cubicBezTo>
                      <a:pt x="2253931" y="2373161"/>
                      <a:pt x="2290104" y="2397532"/>
                      <a:pt x="2392952" y="2510010"/>
                    </a:cubicBezTo>
                    <a:cubicBezTo>
                      <a:pt x="2551302" y="2699530"/>
                      <a:pt x="2456894" y="2911213"/>
                      <a:pt x="2285214" y="2987744"/>
                    </a:cubicBezTo>
                    <a:cubicBezTo>
                      <a:pt x="2046443" y="3084914"/>
                      <a:pt x="1864058" y="3073352"/>
                      <a:pt x="1634211" y="2962065"/>
                    </a:cubicBezTo>
                    <a:cubicBezTo>
                      <a:pt x="1390134" y="2803501"/>
                      <a:pt x="1391670" y="2463226"/>
                      <a:pt x="1703848" y="2355742"/>
                    </a:cubicBezTo>
                    <a:cubicBezTo>
                      <a:pt x="1867216" y="2309770"/>
                      <a:pt x="1932946" y="2304275"/>
                      <a:pt x="2117745" y="2289258"/>
                    </a:cubicBezTo>
                    <a:close/>
                    <a:moveTo>
                      <a:pt x="1895201" y="880902"/>
                    </a:moveTo>
                    <a:cubicBezTo>
                      <a:pt x="2049819" y="878570"/>
                      <a:pt x="2210983" y="1023567"/>
                      <a:pt x="2276065" y="1236504"/>
                    </a:cubicBezTo>
                    <a:cubicBezTo>
                      <a:pt x="2350446" y="1479859"/>
                      <a:pt x="2271166" y="1719799"/>
                      <a:pt x="2098990" y="1772423"/>
                    </a:cubicBezTo>
                    <a:cubicBezTo>
                      <a:pt x="1926813" y="1825048"/>
                      <a:pt x="1726940" y="1670429"/>
                      <a:pt x="1652559" y="1427074"/>
                    </a:cubicBezTo>
                    <a:cubicBezTo>
                      <a:pt x="1578180" y="1183717"/>
                      <a:pt x="1657458" y="943778"/>
                      <a:pt x="1829635" y="891153"/>
                    </a:cubicBezTo>
                    <a:close/>
                    <a:moveTo>
                      <a:pt x="2577034" y="759541"/>
                    </a:moveTo>
                    <a:lnTo>
                      <a:pt x="1972441" y="767241"/>
                    </a:lnTo>
                    <a:cubicBezTo>
                      <a:pt x="1929619" y="768623"/>
                      <a:pt x="1886068" y="773785"/>
                      <a:pt x="1842289" y="783004"/>
                    </a:cubicBezTo>
                    <a:cubicBezTo>
                      <a:pt x="1492048" y="856758"/>
                      <a:pt x="1259862" y="1162246"/>
                      <a:pt x="1323686" y="1465331"/>
                    </a:cubicBezTo>
                    <a:cubicBezTo>
                      <a:pt x="1380617" y="1735681"/>
                      <a:pt x="1653838" y="1912801"/>
                      <a:pt x="1960688" y="1894227"/>
                    </a:cubicBezTo>
                    <a:lnTo>
                      <a:pt x="1954787" y="1896039"/>
                    </a:lnTo>
                    <a:cubicBezTo>
                      <a:pt x="1858317" y="2000800"/>
                      <a:pt x="1978682" y="2148499"/>
                      <a:pt x="2028445" y="2210716"/>
                    </a:cubicBezTo>
                    <a:lnTo>
                      <a:pt x="1914361" y="2213518"/>
                    </a:lnTo>
                    <a:cubicBezTo>
                      <a:pt x="1373805" y="2249742"/>
                      <a:pt x="1143478" y="2466102"/>
                      <a:pt x="1177422" y="2809298"/>
                    </a:cubicBezTo>
                    <a:cubicBezTo>
                      <a:pt x="1211366" y="3152493"/>
                      <a:pt x="1741992" y="3244646"/>
                      <a:pt x="2060873" y="3229704"/>
                    </a:cubicBezTo>
                    <a:cubicBezTo>
                      <a:pt x="2379755" y="3214763"/>
                      <a:pt x="2698110" y="2930571"/>
                      <a:pt x="2719230" y="2648210"/>
                    </a:cubicBezTo>
                    <a:cubicBezTo>
                      <a:pt x="2699867" y="2070575"/>
                      <a:pt x="2052418" y="2112562"/>
                      <a:pt x="2282832" y="1799863"/>
                    </a:cubicBezTo>
                    <a:cubicBezTo>
                      <a:pt x="2510843" y="1673695"/>
                      <a:pt x="2641919" y="1435236"/>
                      <a:pt x="2592014" y="1198247"/>
                    </a:cubicBezTo>
                    <a:cubicBezTo>
                      <a:pt x="2566015" y="1074781"/>
                      <a:pt x="2494906" y="970760"/>
                      <a:pt x="2395028" y="897200"/>
                    </a:cubicBezTo>
                    <a:lnTo>
                      <a:pt x="2564389" y="891152"/>
                    </a:lnTo>
                    <a:cubicBezTo>
                      <a:pt x="2644558" y="859402"/>
                      <a:pt x="2739013" y="796695"/>
                      <a:pt x="2769176" y="767327"/>
                    </a:cubicBezTo>
                    <a:cubicBezTo>
                      <a:pt x="2755484" y="761968"/>
                      <a:pt x="2680847" y="759625"/>
                      <a:pt x="2577034" y="759541"/>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495" name="Google Shape;3495;p59"/>
              <p:cNvSpPr/>
              <p:nvPr/>
            </p:nvSpPr>
            <p:spPr>
              <a:xfrm>
                <a:off x="10401733" y="3025716"/>
                <a:ext cx="257188" cy="377708"/>
              </a:xfrm>
              <a:custGeom>
                <a:rect b="b" l="l" r="r" t="t"/>
                <a:pathLst>
                  <a:path extrusionOk="0" h="4032448" w="2745756">
                    <a:moveTo>
                      <a:pt x="1622229" y="1008112"/>
                    </a:moveTo>
                    <a:lnTo>
                      <a:pt x="2371247" y="1008112"/>
                    </a:lnTo>
                    <a:lnTo>
                      <a:pt x="2371247" y="3081405"/>
                    </a:lnTo>
                    <a:lnTo>
                      <a:pt x="2745756" y="3081405"/>
                    </a:lnTo>
                    <a:lnTo>
                      <a:pt x="1996738" y="4032448"/>
                    </a:lnTo>
                    <a:lnTo>
                      <a:pt x="1247720" y="3081405"/>
                    </a:lnTo>
                    <a:lnTo>
                      <a:pt x="1622229" y="3081405"/>
                    </a:lnTo>
                    <a:close/>
                    <a:moveTo>
                      <a:pt x="749018" y="0"/>
                    </a:moveTo>
                    <a:lnTo>
                      <a:pt x="1498036" y="951043"/>
                    </a:lnTo>
                    <a:lnTo>
                      <a:pt x="1123527" y="951043"/>
                    </a:lnTo>
                    <a:lnTo>
                      <a:pt x="1123527" y="3024336"/>
                    </a:lnTo>
                    <a:lnTo>
                      <a:pt x="374509" y="3024336"/>
                    </a:lnTo>
                    <a:lnTo>
                      <a:pt x="374509" y="951043"/>
                    </a:lnTo>
                    <a:lnTo>
                      <a:pt x="0" y="951043"/>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496" name="Google Shape;3496;p59"/>
              <p:cNvSpPr/>
              <p:nvPr/>
            </p:nvSpPr>
            <p:spPr>
              <a:xfrm>
                <a:off x="9438297" y="5013963"/>
                <a:ext cx="300437" cy="209342"/>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497" name="Google Shape;3497;p59"/>
              <p:cNvSpPr/>
              <p:nvPr/>
            </p:nvSpPr>
            <p:spPr>
              <a:xfrm rot="678773">
                <a:off x="10108027" y="4569149"/>
                <a:ext cx="338104" cy="343148"/>
              </a:xfrm>
              <a:custGeom>
                <a:rect b="b" l="l" r="r" t="t"/>
                <a:pathLst>
                  <a:path extrusionOk="0" h="3948462" w="3890413">
                    <a:moveTo>
                      <a:pt x="1853384" y="1371624"/>
                    </a:moveTo>
                    <a:lnTo>
                      <a:pt x="1768767" y="1390324"/>
                    </a:lnTo>
                    <a:cubicBezTo>
                      <a:pt x="1579409" y="1463487"/>
                      <a:pt x="1490873" y="1833773"/>
                      <a:pt x="1517577" y="2042010"/>
                    </a:cubicBezTo>
                    <a:cubicBezTo>
                      <a:pt x="1544281" y="2250247"/>
                      <a:pt x="1644086" y="2624290"/>
                      <a:pt x="1928990" y="2639747"/>
                    </a:cubicBezTo>
                    <a:cubicBezTo>
                      <a:pt x="2177093" y="2653207"/>
                      <a:pt x="2337423" y="2363017"/>
                      <a:pt x="2318674" y="2006358"/>
                    </a:cubicBezTo>
                    <a:cubicBezTo>
                      <a:pt x="2310210" y="1948950"/>
                      <a:pt x="2301678" y="1891436"/>
                      <a:pt x="2293344" y="1834228"/>
                    </a:cubicBezTo>
                    <a:cubicBezTo>
                      <a:pt x="2229725" y="1555945"/>
                      <a:pt x="2050691" y="1359067"/>
                      <a:pt x="1853384" y="1371624"/>
                    </a:cubicBezTo>
                    <a:close/>
                    <a:moveTo>
                      <a:pt x="1594841" y="45653"/>
                    </a:moveTo>
                    <a:cubicBezTo>
                      <a:pt x="2527821" y="-128041"/>
                      <a:pt x="3626282" y="158796"/>
                      <a:pt x="3869632" y="1517323"/>
                    </a:cubicBezTo>
                    <a:cubicBezTo>
                      <a:pt x="3939308" y="2058696"/>
                      <a:pt x="3820785" y="2251376"/>
                      <a:pt x="3706266" y="2457195"/>
                    </a:cubicBezTo>
                    <a:cubicBezTo>
                      <a:pt x="3132098" y="3124925"/>
                      <a:pt x="2589274" y="2611359"/>
                      <a:pt x="2548384" y="2446988"/>
                    </a:cubicBezTo>
                    <a:cubicBezTo>
                      <a:pt x="2411721" y="3024903"/>
                      <a:pt x="2005702" y="3164775"/>
                      <a:pt x="1746058" y="3093574"/>
                    </a:cubicBezTo>
                    <a:cubicBezTo>
                      <a:pt x="1486414" y="3022373"/>
                      <a:pt x="990519" y="2612821"/>
                      <a:pt x="990519" y="2019783"/>
                    </a:cubicBezTo>
                    <a:cubicBezTo>
                      <a:pt x="990519" y="1500875"/>
                      <a:pt x="1249504" y="1067935"/>
                      <a:pt x="1593790" y="967808"/>
                    </a:cubicBezTo>
                    <a:cubicBezTo>
                      <a:pt x="1642974" y="953504"/>
                      <a:pt x="1694009" y="949376"/>
                      <a:pt x="1746058" y="945992"/>
                    </a:cubicBezTo>
                    <a:cubicBezTo>
                      <a:pt x="2004670" y="929176"/>
                      <a:pt x="2081338" y="1030119"/>
                      <a:pt x="2206475" y="1173924"/>
                    </a:cubicBezTo>
                    <a:cubicBezTo>
                      <a:pt x="2194343" y="1061758"/>
                      <a:pt x="2187003" y="961165"/>
                      <a:pt x="2185910" y="877882"/>
                    </a:cubicBezTo>
                    <a:lnTo>
                      <a:pt x="2656644" y="803138"/>
                    </a:lnTo>
                    <a:lnTo>
                      <a:pt x="2828567" y="2099525"/>
                    </a:lnTo>
                    <a:cubicBezTo>
                      <a:pt x="2888366" y="2544108"/>
                      <a:pt x="3261961" y="2420799"/>
                      <a:pt x="3362812" y="2002360"/>
                    </a:cubicBezTo>
                    <a:cubicBezTo>
                      <a:pt x="3355320" y="1625023"/>
                      <a:pt x="3366534" y="1729632"/>
                      <a:pt x="3289926" y="1346695"/>
                    </a:cubicBezTo>
                    <a:lnTo>
                      <a:pt x="3290031" y="1346798"/>
                    </a:lnTo>
                    <a:cubicBezTo>
                      <a:pt x="3068547" y="637774"/>
                      <a:pt x="2419129" y="439933"/>
                      <a:pt x="1700745" y="575031"/>
                    </a:cubicBezTo>
                    <a:cubicBezTo>
                      <a:pt x="890947" y="727320"/>
                      <a:pt x="415476" y="1491783"/>
                      <a:pt x="571995" y="2274165"/>
                    </a:cubicBezTo>
                    <a:cubicBezTo>
                      <a:pt x="728513" y="3056546"/>
                      <a:pt x="1580131" y="3572543"/>
                      <a:pt x="2267548" y="3408286"/>
                    </a:cubicBezTo>
                    <a:cubicBezTo>
                      <a:pt x="2796517" y="3281890"/>
                      <a:pt x="2641988" y="3320887"/>
                      <a:pt x="3194376" y="3072653"/>
                    </a:cubicBezTo>
                    <a:cubicBezTo>
                      <a:pt x="3249441" y="3306078"/>
                      <a:pt x="3239115" y="3309742"/>
                      <a:pt x="3268026" y="3509545"/>
                    </a:cubicBezTo>
                    <a:cubicBezTo>
                      <a:pt x="3021841" y="3717756"/>
                      <a:pt x="2685602" y="3836362"/>
                      <a:pt x="2347298" y="3904041"/>
                    </a:cubicBezTo>
                    <a:cubicBezTo>
                      <a:pt x="1157336" y="4112956"/>
                      <a:pt x="289475" y="3581660"/>
                      <a:pt x="42617" y="2380068"/>
                    </a:cubicBezTo>
                    <a:cubicBezTo>
                      <a:pt x="-204242" y="1178477"/>
                      <a:pt x="661862" y="219348"/>
                      <a:pt x="1594841" y="45653"/>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498" name="Google Shape;3498;p59"/>
              <p:cNvSpPr/>
              <p:nvPr/>
            </p:nvSpPr>
            <p:spPr>
              <a:xfrm>
                <a:off x="8506880" y="2771935"/>
                <a:ext cx="315652" cy="359610"/>
              </a:xfrm>
              <a:custGeom>
                <a:rect b="b" l="l" r="r" t="t"/>
                <a:pathLst>
                  <a:path extrusionOk="0" h="3938119" w="3456727">
                    <a:moveTo>
                      <a:pt x="1728364" y="1961325"/>
                    </a:moveTo>
                    <a:cubicBezTo>
                      <a:pt x="1726089" y="2407152"/>
                      <a:pt x="1737463" y="2812034"/>
                      <a:pt x="1735188" y="3257861"/>
                    </a:cubicBezTo>
                    <a:cubicBezTo>
                      <a:pt x="2394830" y="3057694"/>
                      <a:pt x="2610919" y="2352560"/>
                      <a:pt x="2765594" y="1981796"/>
                    </a:cubicBezTo>
                    <a:close/>
                    <a:moveTo>
                      <a:pt x="1728362" y="682044"/>
                    </a:moveTo>
                    <a:cubicBezTo>
                      <a:pt x="1355324" y="868563"/>
                      <a:pt x="1166530" y="952725"/>
                      <a:pt x="609247" y="1002767"/>
                    </a:cubicBezTo>
                    <a:cubicBezTo>
                      <a:pt x="606972" y="1330312"/>
                      <a:pt x="631992" y="1623739"/>
                      <a:pt x="704780" y="1964933"/>
                    </a:cubicBezTo>
                    <a:lnTo>
                      <a:pt x="1728363" y="1971757"/>
                    </a:lnTo>
                    <a:cubicBezTo>
                      <a:pt x="1728363" y="1541853"/>
                      <a:pt x="1728362" y="1111948"/>
                      <a:pt x="1728362" y="682044"/>
                    </a:cubicBezTo>
                    <a:close/>
                    <a:moveTo>
                      <a:pt x="1723409" y="487996"/>
                    </a:moveTo>
                    <a:cubicBezTo>
                      <a:pt x="1725062" y="488690"/>
                      <a:pt x="1726712" y="489384"/>
                      <a:pt x="1728363" y="490064"/>
                    </a:cubicBezTo>
                    <a:cubicBezTo>
                      <a:pt x="1730015" y="489384"/>
                      <a:pt x="1731666" y="488690"/>
                      <a:pt x="1733319" y="487996"/>
                    </a:cubicBezTo>
                    <a:lnTo>
                      <a:pt x="1733319" y="492131"/>
                    </a:lnTo>
                    <a:cubicBezTo>
                      <a:pt x="2179467" y="679460"/>
                      <a:pt x="2405896" y="769409"/>
                      <a:pt x="2817789" y="813808"/>
                    </a:cubicBezTo>
                    <a:cubicBezTo>
                      <a:pt x="2971516" y="823489"/>
                      <a:pt x="3036247" y="875307"/>
                      <a:pt x="3033236" y="1061333"/>
                    </a:cubicBezTo>
                    <a:cubicBezTo>
                      <a:pt x="3015439" y="2441328"/>
                      <a:pt x="2363638" y="3359629"/>
                      <a:pt x="1733319" y="3448048"/>
                    </a:cubicBezTo>
                    <a:lnTo>
                      <a:pt x="1733319" y="3450123"/>
                    </a:lnTo>
                    <a:lnTo>
                      <a:pt x="1728363" y="3449086"/>
                    </a:lnTo>
                    <a:lnTo>
                      <a:pt x="1723409" y="3450123"/>
                    </a:lnTo>
                    <a:lnTo>
                      <a:pt x="1723409" y="3448048"/>
                    </a:lnTo>
                    <a:cubicBezTo>
                      <a:pt x="1093089" y="3359629"/>
                      <a:pt x="441289" y="2441328"/>
                      <a:pt x="423491" y="1061333"/>
                    </a:cubicBezTo>
                    <a:cubicBezTo>
                      <a:pt x="420479" y="875307"/>
                      <a:pt x="485211" y="823489"/>
                      <a:pt x="638937" y="813808"/>
                    </a:cubicBezTo>
                    <a:cubicBezTo>
                      <a:pt x="1050832" y="769409"/>
                      <a:pt x="1277261" y="679460"/>
                      <a:pt x="1723409" y="492131"/>
                    </a:cubicBezTo>
                    <a:close/>
                    <a:moveTo>
                      <a:pt x="1722802" y="306889"/>
                    </a:moveTo>
                    <a:lnTo>
                      <a:pt x="1722802" y="311530"/>
                    </a:lnTo>
                    <a:cubicBezTo>
                      <a:pt x="1222099" y="521767"/>
                      <a:pt x="967982" y="622713"/>
                      <a:pt x="505720" y="672542"/>
                    </a:cubicBezTo>
                    <a:cubicBezTo>
                      <a:pt x="333196" y="683408"/>
                      <a:pt x="260550" y="741561"/>
                      <a:pt x="263929" y="950334"/>
                    </a:cubicBezTo>
                    <a:cubicBezTo>
                      <a:pt x="283902" y="2499079"/>
                      <a:pt x="1015407" y="3529669"/>
                      <a:pt x="1722802" y="3628902"/>
                    </a:cubicBezTo>
                    <a:lnTo>
                      <a:pt x="1722802" y="3631230"/>
                    </a:lnTo>
                    <a:lnTo>
                      <a:pt x="1728365" y="3630065"/>
                    </a:lnTo>
                    <a:lnTo>
                      <a:pt x="1733925" y="3631230"/>
                    </a:lnTo>
                    <a:lnTo>
                      <a:pt x="1733925" y="3628902"/>
                    </a:lnTo>
                    <a:cubicBezTo>
                      <a:pt x="2441322" y="3529669"/>
                      <a:pt x="3172826" y="2499079"/>
                      <a:pt x="3192800" y="950334"/>
                    </a:cubicBezTo>
                    <a:cubicBezTo>
                      <a:pt x="3196179" y="741561"/>
                      <a:pt x="3123532" y="683408"/>
                      <a:pt x="2951007" y="672542"/>
                    </a:cubicBezTo>
                    <a:cubicBezTo>
                      <a:pt x="2488747" y="622713"/>
                      <a:pt x="2234630" y="521767"/>
                      <a:pt x="1733925" y="311530"/>
                    </a:cubicBezTo>
                    <a:lnTo>
                      <a:pt x="1733925" y="306889"/>
                    </a:lnTo>
                    <a:cubicBezTo>
                      <a:pt x="1732071" y="307669"/>
                      <a:pt x="1730218" y="308445"/>
                      <a:pt x="1728365" y="309209"/>
                    </a:cubicBezTo>
                    <a:cubicBezTo>
                      <a:pt x="1726510" y="308445"/>
                      <a:pt x="1724659" y="307669"/>
                      <a:pt x="1722802" y="306889"/>
                    </a:cubicBezTo>
                    <a:close/>
                    <a:moveTo>
                      <a:pt x="1721800" y="0"/>
                    </a:moveTo>
                    <a:cubicBezTo>
                      <a:pt x="1723991" y="923"/>
                      <a:pt x="1726176" y="1844"/>
                      <a:pt x="1728363" y="2749"/>
                    </a:cubicBezTo>
                    <a:cubicBezTo>
                      <a:pt x="1730551" y="1844"/>
                      <a:pt x="1732737" y="923"/>
                      <a:pt x="1734926" y="0"/>
                    </a:cubicBezTo>
                    <a:lnTo>
                      <a:pt x="1734926" y="5497"/>
                    </a:lnTo>
                    <a:cubicBezTo>
                      <a:pt x="2325825" y="254550"/>
                      <a:pt x="2625718" y="374136"/>
                      <a:pt x="3171248" y="433164"/>
                    </a:cubicBezTo>
                    <a:cubicBezTo>
                      <a:pt x="3374850" y="446035"/>
                      <a:pt x="3460584" y="514926"/>
                      <a:pt x="3456595" y="762245"/>
                    </a:cubicBezTo>
                    <a:cubicBezTo>
                      <a:pt x="3433024" y="2596936"/>
                      <a:pt x="2569749" y="3817807"/>
                      <a:pt x="1734926" y="3935360"/>
                    </a:cubicBezTo>
                    <a:lnTo>
                      <a:pt x="1734926" y="3938119"/>
                    </a:lnTo>
                    <a:lnTo>
                      <a:pt x="1728363" y="3936740"/>
                    </a:lnTo>
                    <a:lnTo>
                      <a:pt x="1721800" y="3938119"/>
                    </a:lnTo>
                    <a:lnTo>
                      <a:pt x="1721800" y="3935360"/>
                    </a:lnTo>
                    <a:cubicBezTo>
                      <a:pt x="886977" y="3817807"/>
                      <a:pt x="23703" y="2596936"/>
                      <a:pt x="132" y="762245"/>
                    </a:cubicBezTo>
                    <a:cubicBezTo>
                      <a:pt x="-3858" y="514926"/>
                      <a:pt x="81876" y="446035"/>
                      <a:pt x="285478" y="433164"/>
                    </a:cubicBezTo>
                    <a:cubicBezTo>
                      <a:pt x="831010" y="374136"/>
                      <a:pt x="1130903" y="254550"/>
                      <a:pt x="1721800" y="549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499" name="Google Shape;3499;p59"/>
              <p:cNvSpPr/>
              <p:nvPr/>
            </p:nvSpPr>
            <p:spPr>
              <a:xfrm>
                <a:off x="9655543" y="2519661"/>
                <a:ext cx="338578" cy="338540"/>
              </a:xfrm>
              <a:custGeom>
                <a:rect b="b" l="l" r="r" t="t"/>
                <a:pathLst>
                  <a:path extrusionOk="0" h="3960000" w="3960440">
                    <a:moveTo>
                      <a:pt x="2764687" y="782779"/>
                    </a:moveTo>
                    <a:cubicBezTo>
                      <a:pt x="2512183" y="782779"/>
                      <a:pt x="2307488" y="987475"/>
                      <a:pt x="2307487" y="1239980"/>
                    </a:cubicBezTo>
                    <a:cubicBezTo>
                      <a:pt x="2307487" y="1241985"/>
                      <a:pt x="2307500" y="1243987"/>
                      <a:pt x="2308092" y="1245978"/>
                    </a:cubicBezTo>
                    <a:lnTo>
                      <a:pt x="1570677" y="1632536"/>
                    </a:lnTo>
                    <a:cubicBezTo>
                      <a:pt x="1488749" y="1552118"/>
                      <a:pt x="1376387" y="1502860"/>
                      <a:pt x="1252520" y="1502859"/>
                    </a:cubicBezTo>
                    <a:cubicBezTo>
                      <a:pt x="1000014" y="1502859"/>
                      <a:pt x="795319" y="1707555"/>
                      <a:pt x="795319" y="1960060"/>
                    </a:cubicBezTo>
                    <a:cubicBezTo>
                      <a:pt x="795319" y="2212565"/>
                      <a:pt x="1000014" y="2417260"/>
                      <a:pt x="1252520" y="2417260"/>
                    </a:cubicBezTo>
                    <a:cubicBezTo>
                      <a:pt x="1361432" y="2417260"/>
                      <a:pt x="1461449" y="2379178"/>
                      <a:pt x="1538674" y="2313987"/>
                    </a:cubicBezTo>
                    <a:lnTo>
                      <a:pt x="2308734" y="2717656"/>
                    </a:lnTo>
                    <a:cubicBezTo>
                      <a:pt x="2314220" y="2964461"/>
                      <a:pt x="2516327" y="3162492"/>
                      <a:pt x="2764688" y="3162492"/>
                    </a:cubicBezTo>
                    <a:cubicBezTo>
                      <a:pt x="3017192" y="3162492"/>
                      <a:pt x="3221888" y="2957797"/>
                      <a:pt x="3221887" y="2705292"/>
                    </a:cubicBezTo>
                    <a:cubicBezTo>
                      <a:pt x="3221887" y="2452786"/>
                      <a:pt x="3017192" y="2248092"/>
                      <a:pt x="2764688" y="2248092"/>
                    </a:cubicBezTo>
                    <a:cubicBezTo>
                      <a:pt x="2638870" y="2248092"/>
                      <a:pt x="2524924" y="2298913"/>
                      <a:pt x="2442337" y="2381228"/>
                    </a:cubicBezTo>
                    <a:lnTo>
                      <a:pt x="1706164" y="1995322"/>
                    </a:lnTo>
                    <a:lnTo>
                      <a:pt x="1709074" y="1966451"/>
                    </a:lnTo>
                    <a:lnTo>
                      <a:pt x="2455698" y="1575067"/>
                    </a:lnTo>
                    <a:cubicBezTo>
                      <a:pt x="2536225" y="1651261"/>
                      <a:pt x="2645094" y="1697180"/>
                      <a:pt x="2764687" y="1697179"/>
                    </a:cubicBezTo>
                    <a:cubicBezTo>
                      <a:pt x="3017193" y="1697180"/>
                      <a:pt x="3221887" y="1492485"/>
                      <a:pt x="3221888" y="1239980"/>
                    </a:cubicBezTo>
                    <a:cubicBezTo>
                      <a:pt x="3221887" y="987475"/>
                      <a:pt x="3017193" y="782779"/>
                      <a:pt x="2764687" y="782779"/>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500" name="Google Shape;3500;p59"/>
              <p:cNvSpPr/>
              <p:nvPr/>
            </p:nvSpPr>
            <p:spPr>
              <a:xfrm rot="2648398">
                <a:off x="8942310" y="2514803"/>
                <a:ext cx="148930" cy="380894"/>
              </a:xfrm>
              <a:custGeom>
                <a:rect b="b" l="l" r="r" t="t"/>
                <a:pathLst>
                  <a:path extrusionOk="0" h="4764557" w="1862952">
                    <a:moveTo>
                      <a:pt x="289679" y="2004751"/>
                    </a:moveTo>
                    <a:cubicBezTo>
                      <a:pt x="458860" y="1838972"/>
                      <a:pt x="691283" y="1737733"/>
                      <a:pt x="946849" y="1740329"/>
                    </a:cubicBezTo>
                    <a:cubicBezTo>
                      <a:pt x="982916" y="1740695"/>
                      <a:pt x="1018481" y="1743119"/>
                      <a:pt x="1053366" y="1748014"/>
                    </a:cubicBezTo>
                    <a:cubicBezTo>
                      <a:pt x="1317748" y="1888655"/>
                      <a:pt x="1203170" y="2165630"/>
                      <a:pt x="978473" y="2204473"/>
                    </a:cubicBezTo>
                    <a:cubicBezTo>
                      <a:pt x="966642" y="2201190"/>
                      <a:pt x="954470" y="2200566"/>
                      <a:pt x="942176" y="2200441"/>
                    </a:cubicBezTo>
                    <a:cubicBezTo>
                      <a:pt x="697403" y="2197955"/>
                      <a:pt x="496962" y="2394367"/>
                      <a:pt x="494475" y="2639137"/>
                    </a:cubicBezTo>
                    <a:lnTo>
                      <a:pt x="482110" y="3856696"/>
                    </a:lnTo>
                    <a:cubicBezTo>
                      <a:pt x="479624" y="4101467"/>
                      <a:pt x="676035" y="4301910"/>
                      <a:pt x="920807" y="4304396"/>
                    </a:cubicBezTo>
                    <a:cubicBezTo>
                      <a:pt x="1043193" y="4305639"/>
                      <a:pt x="1154496" y="4257158"/>
                      <a:pt x="1235513" y="4177768"/>
                    </a:cubicBezTo>
                    <a:cubicBezTo>
                      <a:pt x="1316531" y="4098380"/>
                      <a:pt x="1367262" y="3988084"/>
                      <a:pt x="1368506" y="3865699"/>
                    </a:cubicBezTo>
                    <a:lnTo>
                      <a:pt x="1375662" y="3161156"/>
                    </a:lnTo>
                    <a:cubicBezTo>
                      <a:pt x="1504082" y="3167548"/>
                      <a:pt x="1792622" y="2981572"/>
                      <a:pt x="1861834" y="2783546"/>
                    </a:cubicBezTo>
                    <a:lnTo>
                      <a:pt x="1851019" y="3848423"/>
                    </a:lnTo>
                    <a:cubicBezTo>
                      <a:pt x="1848423" y="4103989"/>
                      <a:pt x="1742485" y="4334308"/>
                      <a:pt x="1573304" y="4500088"/>
                    </a:cubicBezTo>
                    <a:cubicBezTo>
                      <a:pt x="1404123" y="4665866"/>
                      <a:pt x="1171700" y="4767105"/>
                      <a:pt x="916134" y="4764509"/>
                    </a:cubicBezTo>
                    <a:cubicBezTo>
                      <a:pt x="405002" y="4759318"/>
                      <a:pt x="-5143" y="4340756"/>
                      <a:pt x="48" y="3829624"/>
                    </a:cubicBezTo>
                    <a:lnTo>
                      <a:pt x="11964" y="2656415"/>
                    </a:lnTo>
                    <a:cubicBezTo>
                      <a:pt x="14559" y="2400849"/>
                      <a:pt x="120498" y="2170529"/>
                      <a:pt x="289679" y="2004751"/>
                    </a:cubicBezTo>
                    <a:close/>
                    <a:moveTo>
                      <a:pt x="282968" y="271082"/>
                    </a:moveTo>
                    <a:cubicBezTo>
                      <a:pt x="450457" y="103594"/>
                      <a:pt x="681840" y="0"/>
                      <a:pt x="937419" y="0"/>
                    </a:cubicBezTo>
                    <a:cubicBezTo>
                      <a:pt x="1448577" y="0"/>
                      <a:pt x="1862952" y="414375"/>
                      <a:pt x="1862952" y="925533"/>
                    </a:cubicBezTo>
                    <a:lnTo>
                      <a:pt x="1862952" y="2098803"/>
                    </a:lnTo>
                    <a:cubicBezTo>
                      <a:pt x="1862952" y="2609961"/>
                      <a:pt x="1448577" y="3024336"/>
                      <a:pt x="937419" y="3024336"/>
                    </a:cubicBezTo>
                    <a:cubicBezTo>
                      <a:pt x="901350" y="3024336"/>
                      <a:pt x="865762" y="3022273"/>
                      <a:pt x="830829" y="3017733"/>
                    </a:cubicBezTo>
                    <a:cubicBezTo>
                      <a:pt x="565032" y="2879784"/>
                      <a:pt x="676792" y="2601660"/>
                      <a:pt x="901083" y="2560538"/>
                    </a:cubicBezTo>
                    <a:cubicBezTo>
                      <a:pt x="912947" y="2563700"/>
                      <a:pt x="925124" y="2564200"/>
                      <a:pt x="937419" y="2564200"/>
                    </a:cubicBezTo>
                    <a:cubicBezTo>
                      <a:pt x="1182204" y="2564200"/>
                      <a:pt x="1380640" y="2365763"/>
                      <a:pt x="1380641" y="2120980"/>
                    </a:cubicBezTo>
                    <a:lnTo>
                      <a:pt x="1380640" y="903358"/>
                    </a:lnTo>
                    <a:cubicBezTo>
                      <a:pt x="1380640" y="658574"/>
                      <a:pt x="1182204" y="460137"/>
                      <a:pt x="937419" y="460137"/>
                    </a:cubicBezTo>
                    <a:cubicBezTo>
                      <a:pt x="815027" y="460137"/>
                      <a:pt x="704222" y="509746"/>
                      <a:pt x="624015" y="589954"/>
                    </a:cubicBezTo>
                    <a:cubicBezTo>
                      <a:pt x="543808" y="670161"/>
                      <a:pt x="494199" y="780966"/>
                      <a:pt x="494199" y="903358"/>
                    </a:cubicBezTo>
                    <a:lnTo>
                      <a:pt x="494198" y="1607937"/>
                    </a:lnTo>
                    <a:cubicBezTo>
                      <a:pt x="365720" y="1602850"/>
                      <a:pt x="79084" y="1791747"/>
                      <a:pt x="11886" y="1990465"/>
                    </a:cubicBezTo>
                    <a:lnTo>
                      <a:pt x="11886" y="925533"/>
                    </a:lnTo>
                    <a:cubicBezTo>
                      <a:pt x="11886" y="669954"/>
                      <a:pt x="115480" y="438571"/>
                      <a:pt x="282968" y="271082"/>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501" name="Google Shape;3501;p59"/>
              <p:cNvSpPr/>
              <p:nvPr/>
            </p:nvSpPr>
            <p:spPr>
              <a:xfrm rot="8580000">
                <a:off x="8651645" y="4749636"/>
                <a:ext cx="318301" cy="317452"/>
              </a:xfrm>
              <a:custGeom>
                <a:rect b="b" l="l" r="r" t="t"/>
                <a:pathLst>
                  <a:path extrusionOk="0" h="3862045" w="3872365">
                    <a:moveTo>
                      <a:pt x="1786489" y="808318"/>
                    </a:moveTo>
                    <a:cubicBezTo>
                      <a:pt x="1525809" y="610106"/>
                      <a:pt x="1257124" y="397966"/>
                      <a:pt x="1040385" y="230829"/>
                    </a:cubicBezTo>
                    <a:cubicBezTo>
                      <a:pt x="1905215" y="-194386"/>
                      <a:pt x="2650439" y="24572"/>
                      <a:pt x="3162062" y="429660"/>
                    </a:cubicBezTo>
                    <a:cubicBezTo>
                      <a:pt x="3007351" y="875340"/>
                      <a:pt x="2905932" y="1443216"/>
                      <a:pt x="2745609" y="1410478"/>
                    </a:cubicBezTo>
                    <a:cubicBezTo>
                      <a:pt x="2633182" y="1430335"/>
                      <a:pt x="2220955" y="1138671"/>
                      <a:pt x="1786489" y="808318"/>
                    </a:cubicBezTo>
                    <a:close/>
                    <a:moveTo>
                      <a:pt x="2701004" y="2590217"/>
                    </a:moveTo>
                    <a:cubicBezTo>
                      <a:pt x="2682933" y="2576481"/>
                      <a:pt x="2672282" y="2559744"/>
                      <a:pt x="2670336" y="2539383"/>
                    </a:cubicBezTo>
                    <a:cubicBezTo>
                      <a:pt x="2587360" y="2376647"/>
                      <a:pt x="3042640" y="1246798"/>
                      <a:pt x="3299881" y="563773"/>
                    </a:cubicBezTo>
                    <a:cubicBezTo>
                      <a:pt x="3959368" y="1266493"/>
                      <a:pt x="3967860" y="2043171"/>
                      <a:pt x="3730056" y="2650875"/>
                    </a:cubicBezTo>
                    <a:cubicBezTo>
                      <a:pt x="3317547" y="2635434"/>
                      <a:pt x="2827499" y="2686366"/>
                      <a:pt x="2701004" y="2590217"/>
                    </a:cubicBezTo>
                    <a:close/>
                    <a:moveTo>
                      <a:pt x="19691" y="2248546"/>
                    </a:moveTo>
                    <a:cubicBezTo>
                      <a:pt x="-100797" y="1292396"/>
                      <a:pt x="348853" y="659059"/>
                      <a:pt x="898439" y="307194"/>
                    </a:cubicBezTo>
                    <a:cubicBezTo>
                      <a:pt x="1269469" y="598575"/>
                      <a:pt x="1773388" y="879352"/>
                      <a:pt x="1690237" y="1020281"/>
                    </a:cubicBezTo>
                    <a:cubicBezTo>
                      <a:pt x="1661713" y="1200709"/>
                      <a:pt x="629275" y="1847170"/>
                      <a:pt x="19691" y="2248546"/>
                    </a:cubicBezTo>
                    <a:close/>
                    <a:moveTo>
                      <a:pt x="1805382" y="3858278"/>
                    </a:moveTo>
                    <a:cubicBezTo>
                      <a:pt x="1676483" y="3404460"/>
                      <a:pt x="1433840" y="2881111"/>
                      <a:pt x="1583946" y="2815971"/>
                    </a:cubicBezTo>
                    <a:cubicBezTo>
                      <a:pt x="1713076" y="2686769"/>
                      <a:pt x="2928316" y="2770622"/>
                      <a:pt x="3657403" y="2804207"/>
                    </a:cubicBezTo>
                    <a:cubicBezTo>
                      <a:pt x="3192869" y="3648569"/>
                      <a:pt x="2456828" y="3896652"/>
                      <a:pt x="1805382" y="3858278"/>
                    </a:cubicBezTo>
                    <a:close/>
                    <a:moveTo>
                      <a:pt x="762284" y="3480575"/>
                    </a:moveTo>
                    <a:cubicBezTo>
                      <a:pt x="380940" y="3198297"/>
                      <a:pt x="161300" y="2806810"/>
                      <a:pt x="58293" y="2412172"/>
                    </a:cubicBezTo>
                    <a:cubicBezTo>
                      <a:pt x="450067" y="2149344"/>
                      <a:pt x="872820" y="1756853"/>
                      <a:pt x="981158" y="1879484"/>
                    </a:cubicBezTo>
                    <a:cubicBezTo>
                      <a:pt x="1143940" y="1962367"/>
                      <a:pt x="1439720" y="3144041"/>
                      <a:pt x="1633080" y="3847823"/>
                    </a:cubicBezTo>
                    <a:cubicBezTo>
                      <a:pt x="1278110" y="3779994"/>
                      <a:pt x="991090" y="3649942"/>
                      <a:pt x="762284" y="348057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502" name="Google Shape;3502;p59"/>
              <p:cNvSpPr/>
              <p:nvPr/>
            </p:nvSpPr>
            <p:spPr>
              <a:xfrm>
                <a:off x="8268788" y="3120081"/>
                <a:ext cx="291831" cy="251871"/>
              </a:xfrm>
              <a:custGeom>
                <a:rect b="b" l="l" r="r" t="t"/>
                <a:pathLst>
                  <a:path extrusionOk="0" h="316007" w="366142">
                    <a:moveTo>
                      <a:pt x="241139" y="0"/>
                    </a:moveTo>
                    <a:cubicBezTo>
                      <a:pt x="265040" y="0"/>
                      <a:pt x="292051" y="14516"/>
                      <a:pt x="306633" y="31202"/>
                    </a:cubicBezTo>
                    <a:cubicBezTo>
                      <a:pt x="327151" y="29858"/>
                      <a:pt x="335397" y="19692"/>
                      <a:pt x="349699" y="10558"/>
                    </a:cubicBezTo>
                    <a:cubicBezTo>
                      <a:pt x="343170" y="29574"/>
                      <a:pt x="336047" y="54091"/>
                      <a:pt x="325569" y="59830"/>
                    </a:cubicBezTo>
                    <a:cubicBezTo>
                      <a:pt x="340338" y="61437"/>
                      <a:pt x="353079" y="55334"/>
                      <a:pt x="366142" y="52395"/>
                    </a:cubicBezTo>
                    <a:cubicBezTo>
                      <a:pt x="361514" y="66282"/>
                      <a:pt x="342655" y="74263"/>
                      <a:pt x="334454" y="94697"/>
                    </a:cubicBezTo>
                    <a:cubicBezTo>
                      <a:pt x="326254" y="115131"/>
                      <a:pt x="329982" y="126199"/>
                      <a:pt x="316939" y="174999"/>
                    </a:cubicBezTo>
                    <a:cubicBezTo>
                      <a:pt x="296102" y="242622"/>
                      <a:pt x="276174" y="279635"/>
                      <a:pt x="184305" y="311458"/>
                    </a:cubicBezTo>
                    <a:cubicBezTo>
                      <a:pt x="152057" y="320905"/>
                      <a:pt x="83508" y="315693"/>
                      <a:pt x="27716" y="295316"/>
                    </a:cubicBezTo>
                    <a:lnTo>
                      <a:pt x="0" y="281129"/>
                    </a:lnTo>
                    <a:lnTo>
                      <a:pt x="0" y="268036"/>
                    </a:lnTo>
                    <a:lnTo>
                      <a:pt x="23178" y="266110"/>
                    </a:lnTo>
                    <a:cubicBezTo>
                      <a:pt x="63548" y="261698"/>
                      <a:pt x="90116" y="254801"/>
                      <a:pt x="108726" y="240807"/>
                    </a:cubicBezTo>
                    <a:cubicBezTo>
                      <a:pt x="87700" y="241375"/>
                      <a:pt x="35310" y="244403"/>
                      <a:pt x="20535" y="200079"/>
                    </a:cubicBezTo>
                    <a:cubicBezTo>
                      <a:pt x="37583" y="203299"/>
                      <a:pt x="59856" y="197334"/>
                      <a:pt x="70653" y="194871"/>
                    </a:cubicBezTo>
                    <a:cubicBezTo>
                      <a:pt x="57204" y="189662"/>
                      <a:pt x="37595" y="181773"/>
                      <a:pt x="20899" y="168840"/>
                    </a:cubicBezTo>
                    <a:lnTo>
                      <a:pt x="0" y="146258"/>
                    </a:lnTo>
                    <a:lnTo>
                      <a:pt x="0" y="116697"/>
                    </a:lnTo>
                    <a:lnTo>
                      <a:pt x="14104" y="121836"/>
                    </a:lnTo>
                    <a:cubicBezTo>
                      <a:pt x="23887" y="123910"/>
                      <a:pt x="33812" y="125203"/>
                      <a:pt x="40441" y="126434"/>
                    </a:cubicBezTo>
                    <a:cubicBezTo>
                      <a:pt x="9945" y="103325"/>
                      <a:pt x="-5039" y="60063"/>
                      <a:pt x="20722" y="8541"/>
                    </a:cubicBezTo>
                    <a:cubicBezTo>
                      <a:pt x="76047" y="73391"/>
                      <a:pt x="116697" y="97001"/>
                      <a:pt x="168525" y="104817"/>
                    </a:cubicBezTo>
                    <a:cubicBezTo>
                      <a:pt x="166649" y="98530"/>
                      <a:pt x="164888" y="89662"/>
                      <a:pt x="165796" y="68430"/>
                    </a:cubicBezTo>
                    <a:cubicBezTo>
                      <a:pt x="166838" y="44047"/>
                      <a:pt x="190944" y="0"/>
                      <a:pt x="241139"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3503" name="Google Shape;3503;p59"/>
              <p:cNvSpPr/>
              <p:nvPr/>
            </p:nvSpPr>
            <p:spPr>
              <a:xfrm>
                <a:off x="10509375" y="4197069"/>
                <a:ext cx="172150" cy="348350"/>
              </a:xfrm>
              <a:custGeom>
                <a:rect b="b" l="l" r="r" t="t"/>
                <a:pathLst>
                  <a:path extrusionOk="0" h="455920" w="225309">
                    <a:moveTo>
                      <a:pt x="139383" y="455355"/>
                    </a:moveTo>
                    <a:lnTo>
                      <a:pt x="139383" y="455920"/>
                    </a:lnTo>
                    <a:lnTo>
                      <a:pt x="139383" y="455355"/>
                    </a:lnTo>
                    <a:close/>
                    <a:moveTo>
                      <a:pt x="54403" y="455920"/>
                    </a:moveTo>
                    <a:lnTo>
                      <a:pt x="54403" y="455355"/>
                    </a:lnTo>
                    <a:lnTo>
                      <a:pt x="54403" y="455920"/>
                    </a:lnTo>
                    <a:close/>
                    <a:moveTo>
                      <a:pt x="193296" y="6"/>
                    </a:moveTo>
                    <a:cubicBezTo>
                      <a:pt x="204595" y="73"/>
                      <a:pt x="214144" y="770"/>
                      <a:pt x="225309" y="2823"/>
                    </a:cubicBezTo>
                    <a:cubicBezTo>
                      <a:pt x="225271" y="27274"/>
                      <a:pt x="222913" y="50194"/>
                      <a:pt x="219909" y="69600"/>
                    </a:cubicBezTo>
                    <a:cubicBezTo>
                      <a:pt x="188141" y="67117"/>
                      <a:pt x="138250" y="66776"/>
                      <a:pt x="139383" y="96177"/>
                    </a:cubicBezTo>
                    <a:lnTo>
                      <a:pt x="139383" y="140898"/>
                    </a:lnTo>
                    <a:lnTo>
                      <a:pt x="217171" y="140898"/>
                    </a:lnTo>
                    <a:lnTo>
                      <a:pt x="211626" y="215050"/>
                    </a:lnTo>
                    <a:lnTo>
                      <a:pt x="139383" y="216436"/>
                    </a:lnTo>
                    <a:lnTo>
                      <a:pt x="139383" y="455355"/>
                    </a:lnTo>
                    <a:lnTo>
                      <a:pt x="54403" y="455355"/>
                    </a:lnTo>
                    <a:lnTo>
                      <a:pt x="54403" y="216436"/>
                    </a:lnTo>
                    <a:lnTo>
                      <a:pt x="0" y="216436"/>
                    </a:lnTo>
                    <a:lnTo>
                      <a:pt x="0" y="140898"/>
                    </a:lnTo>
                    <a:lnTo>
                      <a:pt x="54403" y="140898"/>
                    </a:lnTo>
                    <a:lnTo>
                      <a:pt x="54403" y="90429"/>
                    </a:lnTo>
                    <a:cubicBezTo>
                      <a:pt x="54356" y="90266"/>
                      <a:pt x="54310" y="90103"/>
                      <a:pt x="54263" y="89940"/>
                    </a:cubicBezTo>
                    <a:cubicBezTo>
                      <a:pt x="54393" y="21715"/>
                      <a:pt x="104084" y="2174"/>
                      <a:pt x="150786" y="971"/>
                    </a:cubicBezTo>
                    <a:cubicBezTo>
                      <a:pt x="168948" y="503"/>
                      <a:pt x="181997" y="-60"/>
                      <a:pt x="193296" y="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3504" name="Google Shape;3504;p59"/>
              <p:cNvSpPr/>
              <p:nvPr/>
            </p:nvSpPr>
            <p:spPr>
              <a:xfrm>
                <a:off x="8105957" y="3478924"/>
                <a:ext cx="284621" cy="282605"/>
              </a:xfrm>
              <a:custGeom>
                <a:rect b="b" l="l" r="r" t="t"/>
                <a:pathLst>
                  <a:path extrusionOk="0" h="297454" w="299575">
                    <a:moveTo>
                      <a:pt x="249204" y="123541"/>
                    </a:moveTo>
                    <a:cubicBezTo>
                      <a:pt x="240190" y="123011"/>
                      <a:pt x="239659" y="128843"/>
                      <a:pt x="241250" y="136266"/>
                    </a:cubicBezTo>
                    <a:cubicBezTo>
                      <a:pt x="245492" y="158536"/>
                      <a:pt x="240720" y="179214"/>
                      <a:pt x="229055" y="198302"/>
                    </a:cubicBezTo>
                    <a:cubicBezTo>
                      <a:pt x="206255" y="234888"/>
                      <a:pt x="158536" y="250264"/>
                      <a:pt x="116648" y="234888"/>
                    </a:cubicBezTo>
                    <a:cubicBezTo>
                      <a:pt x="83774" y="222692"/>
                      <a:pt x="50901" y="185577"/>
                      <a:pt x="59914" y="135736"/>
                    </a:cubicBezTo>
                    <a:cubicBezTo>
                      <a:pt x="60444" y="132555"/>
                      <a:pt x="62565" y="127252"/>
                      <a:pt x="58324" y="125662"/>
                    </a:cubicBezTo>
                    <a:cubicBezTo>
                      <a:pt x="51431" y="122481"/>
                      <a:pt x="43477" y="123541"/>
                      <a:pt x="36585" y="125131"/>
                    </a:cubicBezTo>
                    <a:cubicBezTo>
                      <a:pt x="30222" y="126722"/>
                      <a:pt x="31813" y="133085"/>
                      <a:pt x="31813" y="137857"/>
                    </a:cubicBezTo>
                    <a:cubicBezTo>
                      <a:pt x="31813" y="174442"/>
                      <a:pt x="31813" y="210497"/>
                      <a:pt x="31813" y="247082"/>
                    </a:cubicBezTo>
                    <a:cubicBezTo>
                      <a:pt x="31813" y="262989"/>
                      <a:pt x="35524" y="266701"/>
                      <a:pt x="51961" y="266701"/>
                    </a:cubicBezTo>
                    <a:cubicBezTo>
                      <a:pt x="84835" y="266701"/>
                      <a:pt x="117178" y="266701"/>
                      <a:pt x="150052" y="266701"/>
                    </a:cubicBezTo>
                    <a:cubicBezTo>
                      <a:pt x="183456" y="266701"/>
                      <a:pt x="217390" y="266701"/>
                      <a:pt x="250794" y="266701"/>
                    </a:cubicBezTo>
                    <a:cubicBezTo>
                      <a:pt x="262459" y="266701"/>
                      <a:pt x="269352" y="261929"/>
                      <a:pt x="269352" y="250264"/>
                    </a:cubicBezTo>
                    <a:cubicBezTo>
                      <a:pt x="269352" y="211558"/>
                      <a:pt x="269352" y="173382"/>
                      <a:pt x="269352" y="134675"/>
                    </a:cubicBezTo>
                    <a:cubicBezTo>
                      <a:pt x="268822" y="126987"/>
                      <a:pt x="265773" y="124337"/>
                      <a:pt x="261863" y="123541"/>
                    </a:cubicBezTo>
                    <a:cubicBezTo>
                      <a:pt x="257952" y="122746"/>
                      <a:pt x="253180" y="123806"/>
                      <a:pt x="249204" y="123541"/>
                    </a:cubicBezTo>
                    <a:close/>
                    <a:moveTo>
                      <a:pt x="151642" y="88016"/>
                    </a:moveTo>
                    <a:cubicBezTo>
                      <a:pt x="116648" y="87486"/>
                      <a:pt x="89076" y="113997"/>
                      <a:pt x="89076" y="147931"/>
                    </a:cubicBezTo>
                    <a:cubicBezTo>
                      <a:pt x="89076" y="180805"/>
                      <a:pt x="117178" y="208377"/>
                      <a:pt x="150582" y="208377"/>
                    </a:cubicBezTo>
                    <a:cubicBezTo>
                      <a:pt x="183986" y="208377"/>
                      <a:pt x="212088" y="181335"/>
                      <a:pt x="212088" y="148461"/>
                    </a:cubicBezTo>
                    <a:cubicBezTo>
                      <a:pt x="212088" y="115058"/>
                      <a:pt x="185577" y="88546"/>
                      <a:pt x="151642" y="88016"/>
                    </a:cubicBezTo>
                    <a:close/>
                    <a:moveTo>
                      <a:pt x="234357" y="29162"/>
                    </a:moveTo>
                    <a:cubicBezTo>
                      <a:pt x="207846" y="29162"/>
                      <a:pt x="204135" y="32873"/>
                      <a:pt x="203605" y="60444"/>
                    </a:cubicBezTo>
                    <a:cubicBezTo>
                      <a:pt x="203605" y="90137"/>
                      <a:pt x="205195" y="92258"/>
                      <a:pt x="235948" y="92258"/>
                    </a:cubicBezTo>
                    <a:cubicBezTo>
                      <a:pt x="267762" y="92258"/>
                      <a:pt x="268822" y="91197"/>
                      <a:pt x="268822" y="59914"/>
                    </a:cubicBezTo>
                    <a:cubicBezTo>
                      <a:pt x="268822" y="57794"/>
                      <a:pt x="268822" y="55673"/>
                      <a:pt x="268822" y="53552"/>
                    </a:cubicBezTo>
                    <a:cubicBezTo>
                      <a:pt x="268822" y="35524"/>
                      <a:pt x="263519" y="29692"/>
                      <a:pt x="245492" y="29162"/>
                    </a:cubicBezTo>
                    <a:cubicBezTo>
                      <a:pt x="241781" y="29162"/>
                      <a:pt x="238069" y="29162"/>
                      <a:pt x="234357" y="29162"/>
                    </a:cubicBezTo>
                    <a:close/>
                    <a:moveTo>
                      <a:pt x="41887" y="0"/>
                    </a:moveTo>
                    <a:cubicBezTo>
                      <a:pt x="113998" y="0"/>
                      <a:pt x="186108" y="0"/>
                      <a:pt x="258217" y="0"/>
                    </a:cubicBezTo>
                    <a:cubicBezTo>
                      <a:pt x="284728" y="0"/>
                      <a:pt x="299575" y="14846"/>
                      <a:pt x="299575" y="41887"/>
                    </a:cubicBezTo>
                    <a:cubicBezTo>
                      <a:pt x="299575" y="112937"/>
                      <a:pt x="299575" y="184517"/>
                      <a:pt x="299575" y="255567"/>
                    </a:cubicBezTo>
                    <a:cubicBezTo>
                      <a:pt x="299575" y="283138"/>
                      <a:pt x="285789" y="297454"/>
                      <a:pt x="257687" y="297454"/>
                    </a:cubicBezTo>
                    <a:cubicBezTo>
                      <a:pt x="221632" y="297454"/>
                      <a:pt x="185577" y="297454"/>
                      <a:pt x="149522" y="297454"/>
                    </a:cubicBezTo>
                    <a:cubicBezTo>
                      <a:pt x="113467" y="297454"/>
                      <a:pt x="77412" y="297454"/>
                      <a:pt x="41357" y="297454"/>
                    </a:cubicBezTo>
                    <a:cubicBezTo>
                      <a:pt x="14315" y="297454"/>
                      <a:pt x="0" y="283138"/>
                      <a:pt x="0" y="256096"/>
                    </a:cubicBezTo>
                    <a:cubicBezTo>
                      <a:pt x="0" y="184517"/>
                      <a:pt x="0" y="112937"/>
                      <a:pt x="0" y="41357"/>
                    </a:cubicBezTo>
                    <a:cubicBezTo>
                      <a:pt x="0" y="14315"/>
                      <a:pt x="14846" y="0"/>
                      <a:pt x="41887"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grpSp>
        <p:grpSp>
          <p:nvGrpSpPr>
            <p:cNvPr id="3505" name="Google Shape;3505;p59"/>
            <p:cNvGrpSpPr/>
            <p:nvPr/>
          </p:nvGrpSpPr>
          <p:grpSpPr>
            <a:xfrm>
              <a:off x="8955547" y="3191206"/>
              <a:ext cx="1044109" cy="1340343"/>
              <a:chOff x="3425013" y="0"/>
              <a:chExt cx="5341478" cy="6856954"/>
            </a:xfrm>
          </p:grpSpPr>
          <p:sp>
            <p:nvSpPr>
              <p:cNvPr id="3506" name="Google Shape;3506;p59"/>
              <p:cNvSpPr/>
              <p:nvPr/>
            </p:nvSpPr>
            <p:spPr>
              <a:xfrm>
                <a:off x="3425013" y="0"/>
                <a:ext cx="5341478" cy="6856954"/>
              </a:xfrm>
              <a:custGeom>
                <a:rect b="b" l="l" r="r" t="t"/>
                <a:pathLst>
                  <a:path extrusionOk="0" h="6856954" w="5341478">
                    <a:moveTo>
                      <a:pt x="2688415" y="0"/>
                    </a:moveTo>
                    <a:cubicBezTo>
                      <a:pt x="2688415" y="0"/>
                      <a:pt x="956487" y="1166644"/>
                      <a:pt x="25123" y="1019550"/>
                    </a:cubicBezTo>
                    <a:cubicBezTo>
                      <a:pt x="-26116" y="2058707"/>
                      <a:pt x="15276" y="3058651"/>
                      <a:pt x="25123" y="3846231"/>
                    </a:cubicBezTo>
                    <a:cubicBezTo>
                      <a:pt x="54577" y="5744861"/>
                      <a:pt x="2642056" y="6856955"/>
                      <a:pt x="2642056" y="6856955"/>
                    </a:cubicBezTo>
                    <a:cubicBezTo>
                      <a:pt x="2642056" y="6856955"/>
                      <a:pt x="5064141" y="5921234"/>
                      <a:pt x="5338636" y="3952543"/>
                    </a:cubicBezTo>
                    <a:cubicBezTo>
                      <a:pt x="5328789" y="2980224"/>
                      <a:pt x="5348483" y="1950827"/>
                      <a:pt x="5338636" y="1048917"/>
                    </a:cubicBezTo>
                    <a:cubicBezTo>
                      <a:pt x="3593636" y="764663"/>
                      <a:pt x="2688415" y="0"/>
                      <a:pt x="2688415" y="0"/>
                    </a:cubicBezTo>
                    <a:close/>
                  </a:path>
                </a:pathLst>
              </a:custGeom>
              <a:noFill/>
              <a:ln cap="flat" cmpd="sng" w="3175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507" name="Google Shape;3507;p59"/>
              <p:cNvSpPr/>
              <p:nvPr/>
            </p:nvSpPr>
            <p:spPr>
              <a:xfrm>
                <a:off x="3692070" y="321376"/>
                <a:ext cx="4817313" cy="6184138"/>
              </a:xfrm>
              <a:custGeom>
                <a:rect b="b" l="l" r="r" t="t"/>
                <a:pathLst>
                  <a:path extrusionOk="0" h="6184138" w="4817313">
                    <a:moveTo>
                      <a:pt x="2424582" y="0"/>
                    </a:moveTo>
                    <a:cubicBezTo>
                      <a:pt x="2424582" y="0"/>
                      <a:pt x="862578" y="1052141"/>
                      <a:pt x="22626" y="919512"/>
                    </a:cubicBezTo>
                    <a:cubicBezTo>
                      <a:pt x="-23559" y="1856714"/>
                      <a:pt x="13825" y="2758537"/>
                      <a:pt x="22626" y="3468824"/>
                    </a:cubicBezTo>
                    <a:cubicBezTo>
                      <a:pt x="49117" y="5181145"/>
                      <a:pt x="2382841" y="6184138"/>
                      <a:pt x="2382841" y="6184138"/>
                    </a:cubicBezTo>
                    <a:cubicBezTo>
                      <a:pt x="2382841" y="6184138"/>
                      <a:pt x="4567206" y="5340265"/>
                      <a:pt x="4814773" y="3564766"/>
                    </a:cubicBezTo>
                    <a:cubicBezTo>
                      <a:pt x="4805973" y="2687778"/>
                      <a:pt x="4823575" y="1759465"/>
                      <a:pt x="4814773" y="946003"/>
                    </a:cubicBezTo>
                    <a:cubicBezTo>
                      <a:pt x="3240919" y="689634"/>
                      <a:pt x="2424582" y="0"/>
                      <a:pt x="2424582"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508" name="Google Shape;3508;p59"/>
              <p:cNvSpPr/>
              <p:nvPr/>
            </p:nvSpPr>
            <p:spPr>
              <a:xfrm>
                <a:off x="5077582" y="3107623"/>
                <a:ext cx="1971904" cy="1813799"/>
              </a:xfrm>
              <a:custGeom>
                <a:rect b="b" l="l" r="r" t="t"/>
                <a:pathLst>
                  <a:path extrusionOk="0" h="1813799" w="1971904">
                    <a:moveTo>
                      <a:pt x="1970433" y="1441139"/>
                    </a:moveTo>
                    <a:cubicBezTo>
                      <a:pt x="1467194" y="1954225"/>
                      <a:pt x="555524" y="1921547"/>
                      <a:pt x="0" y="1441139"/>
                    </a:cubicBezTo>
                    <a:cubicBezTo>
                      <a:pt x="0" y="1079329"/>
                      <a:pt x="0" y="0"/>
                      <a:pt x="0" y="0"/>
                    </a:cubicBezTo>
                    <a:lnTo>
                      <a:pt x="1970433" y="0"/>
                    </a:lnTo>
                    <a:cubicBezTo>
                      <a:pt x="1970433" y="87"/>
                      <a:pt x="1973745" y="1079329"/>
                      <a:pt x="1970433" y="144113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509" name="Google Shape;3509;p59"/>
              <p:cNvSpPr/>
              <p:nvPr/>
            </p:nvSpPr>
            <p:spPr>
              <a:xfrm>
                <a:off x="5332382" y="1718072"/>
                <a:ext cx="1483576" cy="1261366"/>
              </a:xfrm>
              <a:custGeom>
                <a:rect b="b" l="l" r="r" t="t"/>
                <a:pathLst>
                  <a:path extrusionOk="0" h="1261366" w="1483576">
                    <a:moveTo>
                      <a:pt x="741832" y="0"/>
                    </a:moveTo>
                    <a:lnTo>
                      <a:pt x="741832" y="0"/>
                    </a:lnTo>
                    <a:cubicBezTo>
                      <a:pt x="332182" y="0"/>
                      <a:pt x="0" y="332095"/>
                      <a:pt x="0" y="741745"/>
                    </a:cubicBezTo>
                    <a:lnTo>
                      <a:pt x="0" y="1261367"/>
                    </a:lnTo>
                    <a:lnTo>
                      <a:pt x="292445" y="1261367"/>
                    </a:lnTo>
                    <a:lnTo>
                      <a:pt x="292445" y="735209"/>
                    </a:lnTo>
                    <a:cubicBezTo>
                      <a:pt x="292445" y="499231"/>
                      <a:pt x="483720" y="307956"/>
                      <a:pt x="719698" y="307956"/>
                    </a:cubicBezTo>
                    <a:lnTo>
                      <a:pt x="719698" y="307956"/>
                    </a:lnTo>
                    <a:cubicBezTo>
                      <a:pt x="955676" y="307956"/>
                      <a:pt x="1146950" y="499231"/>
                      <a:pt x="1146950" y="735209"/>
                    </a:cubicBezTo>
                    <a:lnTo>
                      <a:pt x="1146950" y="1261367"/>
                    </a:lnTo>
                    <a:lnTo>
                      <a:pt x="1483576" y="1261367"/>
                    </a:lnTo>
                    <a:lnTo>
                      <a:pt x="1483576" y="741745"/>
                    </a:lnTo>
                    <a:cubicBezTo>
                      <a:pt x="1483664" y="332095"/>
                      <a:pt x="1151569" y="0"/>
                      <a:pt x="741832"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510" name="Google Shape;3510;p59"/>
              <p:cNvSpPr/>
              <p:nvPr/>
            </p:nvSpPr>
            <p:spPr>
              <a:xfrm>
                <a:off x="5864640" y="3547424"/>
                <a:ext cx="405205" cy="796469"/>
              </a:xfrm>
              <a:custGeom>
                <a:rect b="b" l="l" r="r" t="t"/>
                <a:pathLst>
                  <a:path extrusionOk="0" h="796469" w="405205">
                    <a:moveTo>
                      <a:pt x="353618" y="639528"/>
                    </a:moveTo>
                    <a:lnTo>
                      <a:pt x="310135" y="639528"/>
                    </a:lnTo>
                    <a:cubicBezTo>
                      <a:pt x="311006" y="635781"/>
                      <a:pt x="311529" y="631947"/>
                      <a:pt x="311529" y="628026"/>
                    </a:cubicBezTo>
                    <a:lnTo>
                      <a:pt x="311529" y="570861"/>
                    </a:lnTo>
                    <a:cubicBezTo>
                      <a:pt x="311529" y="543324"/>
                      <a:pt x="289221" y="521016"/>
                      <a:pt x="261685" y="521016"/>
                    </a:cubicBezTo>
                    <a:lnTo>
                      <a:pt x="261423" y="521016"/>
                    </a:lnTo>
                    <a:lnTo>
                      <a:pt x="261423" y="396492"/>
                    </a:lnTo>
                    <a:cubicBezTo>
                      <a:pt x="344643" y="371308"/>
                      <a:pt x="405206" y="294014"/>
                      <a:pt x="405206" y="202603"/>
                    </a:cubicBezTo>
                    <a:cubicBezTo>
                      <a:pt x="405206" y="90714"/>
                      <a:pt x="314492" y="0"/>
                      <a:pt x="202603" y="0"/>
                    </a:cubicBezTo>
                    <a:cubicBezTo>
                      <a:pt x="90714" y="0"/>
                      <a:pt x="0" y="90714"/>
                      <a:pt x="0" y="202603"/>
                    </a:cubicBezTo>
                    <a:cubicBezTo>
                      <a:pt x="0" y="294014"/>
                      <a:pt x="60563" y="371308"/>
                      <a:pt x="143783" y="396492"/>
                    </a:cubicBezTo>
                    <a:lnTo>
                      <a:pt x="143783" y="521016"/>
                    </a:lnTo>
                    <a:lnTo>
                      <a:pt x="143521" y="521016"/>
                    </a:lnTo>
                    <a:cubicBezTo>
                      <a:pt x="115985" y="521016"/>
                      <a:pt x="93677" y="543324"/>
                      <a:pt x="93677" y="570861"/>
                    </a:cubicBezTo>
                    <a:lnTo>
                      <a:pt x="93677" y="628026"/>
                    </a:lnTo>
                    <a:cubicBezTo>
                      <a:pt x="93677" y="632034"/>
                      <a:pt x="94199" y="635868"/>
                      <a:pt x="95071" y="639528"/>
                    </a:cubicBezTo>
                    <a:lnTo>
                      <a:pt x="51587" y="639528"/>
                    </a:lnTo>
                    <a:cubicBezTo>
                      <a:pt x="35118" y="639528"/>
                      <a:pt x="21785" y="652861"/>
                      <a:pt x="21785" y="669330"/>
                    </a:cubicBezTo>
                    <a:lnTo>
                      <a:pt x="21785" y="766667"/>
                    </a:lnTo>
                    <a:cubicBezTo>
                      <a:pt x="21785" y="783137"/>
                      <a:pt x="35118" y="796469"/>
                      <a:pt x="51587" y="796469"/>
                    </a:cubicBezTo>
                    <a:lnTo>
                      <a:pt x="353705" y="796469"/>
                    </a:lnTo>
                    <a:cubicBezTo>
                      <a:pt x="370175" y="796469"/>
                      <a:pt x="383508" y="783137"/>
                      <a:pt x="383508" y="766667"/>
                    </a:cubicBezTo>
                    <a:lnTo>
                      <a:pt x="383508" y="669330"/>
                    </a:lnTo>
                    <a:cubicBezTo>
                      <a:pt x="383333" y="652861"/>
                      <a:pt x="370001" y="639528"/>
                      <a:pt x="353618" y="63952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grpSp>
      <p:sp>
        <p:nvSpPr>
          <p:cNvPr id="3511" name="Google Shape;3511;p59"/>
          <p:cNvSpPr txBox="1"/>
          <p:nvPr/>
        </p:nvSpPr>
        <p:spPr>
          <a:xfrm>
            <a:off x="3251850" y="5965448"/>
            <a:ext cx="6458207"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F0"/>
              </a:buClr>
              <a:buSzPts val="2600"/>
              <a:buFont typeface="Impact"/>
              <a:buNone/>
            </a:pPr>
            <a:r>
              <a:rPr b="0" i="0" lang="en-US" sz="2600" u="none" cap="none" strike="noStrike">
                <a:solidFill>
                  <a:srgbClr val="00B0F0"/>
                </a:solidFill>
                <a:latin typeface="Impact"/>
                <a:ea typeface="Impact"/>
                <a:cs typeface="Impact"/>
                <a:sym typeface="Impact"/>
              </a:rPr>
              <a:t>A. YOU HAVE BEEN ARRIVING LATE FOR WORK.</a:t>
            </a:r>
            <a:endParaRPr b="0" i="0" sz="2600" u="none" cap="none" strike="noStrike">
              <a:solidFill>
                <a:srgbClr val="00B0F0"/>
              </a:solidFill>
              <a:latin typeface="Arial"/>
              <a:ea typeface="Arial"/>
              <a:cs typeface="Arial"/>
              <a:sym typeface="Arial"/>
            </a:endParaRPr>
          </a:p>
          <a:p>
            <a:pPr indent="0" lvl="0" marL="0" marR="0" rtl="0" algn="l">
              <a:lnSpc>
                <a:spcPct val="100000"/>
              </a:lnSpc>
              <a:spcBef>
                <a:spcPts val="0"/>
              </a:spcBef>
              <a:spcAft>
                <a:spcPts val="0"/>
              </a:spcAft>
              <a:buClr>
                <a:srgbClr val="00B0F0"/>
              </a:buClr>
              <a:buSzPts val="2600"/>
              <a:buFont typeface="Impact"/>
              <a:buNone/>
            </a:pPr>
            <a:r>
              <a:rPr b="0" i="0" lang="en-US" sz="2600" u="none" cap="none" strike="noStrike">
                <a:solidFill>
                  <a:srgbClr val="00B0F0"/>
                </a:solidFill>
                <a:latin typeface="Impact"/>
                <a:ea typeface="Impact"/>
                <a:cs typeface="Impact"/>
                <a:sym typeface="Impact"/>
              </a:rPr>
              <a:t>B. YOU HAVE ARRIVED LATE FOR WORK.</a:t>
            </a:r>
            <a:endParaRPr b="0" i="0" sz="2600" u="none" cap="none" strike="noStrike">
              <a:solidFill>
                <a:srgbClr val="00B0F0"/>
              </a:solidFill>
              <a:latin typeface="Arial"/>
              <a:ea typeface="Arial"/>
              <a:cs typeface="Arial"/>
              <a:sym typeface="Arial"/>
            </a:endParaRPr>
          </a:p>
        </p:txBody>
      </p:sp>
      <p:sp>
        <p:nvSpPr>
          <p:cNvPr id="3512" name="Google Shape;3512;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1">
                                            <p:txEl>
                                              <p:pRg end="0" st="0"/>
                                            </p:txEl>
                                          </p:spTgt>
                                        </p:tgtEl>
                                        <p:attrNameLst>
                                          <p:attrName>style.visibility</p:attrName>
                                        </p:attrNameLst>
                                      </p:cBhvr>
                                      <p:to>
                                        <p:strVal val="visible"/>
                                      </p:to>
                                    </p:set>
                                    <p:animEffect filter="fade" transition="in">
                                      <p:cBhvr>
                                        <p:cTn dur="500"/>
                                        <p:tgtEl>
                                          <p:spTgt spid="351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1">
                                            <p:txEl>
                                              <p:pRg end="1" st="1"/>
                                            </p:txEl>
                                          </p:spTgt>
                                        </p:tgtEl>
                                        <p:attrNameLst>
                                          <p:attrName>style.visibility</p:attrName>
                                        </p:attrNameLst>
                                      </p:cBhvr>
                                      <p:to>
                                        <p:strVal val="visible"/>
                                      </p:to>
                                    </p:set>
                                    <p:animEffect filter="fade" transition="in">
                                      <p:cBhvr>
                                        <p:cTn dur="500"/>
                                        <p:tgtEl>
                                          <p:spTgt spid="3511">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6" name="Shape 3516"/>
        <p:cNvGrpSpPr/>
        <p:nvPr/>
      </p:nvGrpSpPr>
      <p:grpSpPr>
        <a:xfrm>
          <a:off x="0" y="0"/>
          <a:ext cx="0" cy="0"/>
          <a:chOff x="0" y="0"/>
          <a:chExt cx="0" cy="0"/>
        </a:xfrm>
      </p:grpSpPr>
      <p:sp>
        <p:nvSpPr>
          <p:cNvPr id="3517" name="Google Shape;3517;p60"/>
          <p:cNvSpPr txBox="1"/>
          <p:nvPr/>
        </p:nvSpPr>
        <p:spPr>
          <a:xfrm>
            <a:off x="1127728" y="366946"/>
            <a:ext cx="10394707" cy="1213360"/>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accent1"/>
              </a:buClr>
              <a:buSzPts val="5400"/>
              <a:buFont typeface="Impact"/>
              <a:buNone/>
            </a:pPr>
            <a:r>
              <a:rPr b="0" i="0" lang="en-US" sz="5400" u="none" cap="none" strike="noStrike">
                <a:solidFill>
                  <a:srgbClr val="169C7C"/>
                </a:solidFill>
                <a:latin typeface="Impact"/>
                <a:ea typeface="Impact"/>
                <a:cs typeface="Impact"/>
                <a:sym typeface="Impact"/>
              </a:rPr>
              <a:t>NOW YOU TELL ME:</a:t>
            </a:r>
            <a:endParaRPr b="0" i="0" sz="5400" u="none" cap="none" strike="noStrike">
              <a:solidFill>
                <a:srgbClr val="169C7C"/>
              </a:solidFill>
              <a:latin typeface="Impact"/>
              <a:ea typeface="Impact"/>
              <a:cs typeface="Impact"/>
              <a:sym typeface="Impact"/>
            </a:endParaRPr>
          </a:p>
        </p:txBody>
      </p:sp>
      <p:sp>
        <p:nvSpPr>
          <p:cNvPr id="3518" name="Google Shape;3518;p60"/>
          <p:cNvSpPr txBox="1"/>
          <p:nvPr/>
        </p:nvSpPr>
        <p:spPr>
          <a:xfrm>
            <a:off x="1169082" y="4860156"/>
            <a:ext cx="4613020" cy="937241"/>
          </a:xfrm>
          <a:prstGeom prst="rect">
            <a:avLst/>
          </a:prstGeom>
          <a:noFill/>
          <a:ln>
            <a:noFill/>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Clr>
                <a:schemeClr val="accent1"/>
              </a:buClr>
              <a:buSzPts val="2400"/>
              <a:buFont typeface="Arial"/>
              <a:buNone/>
            </a:pPr>
            <a:r>
              <a:rPr b="0" i="0" lang="en-US" sz="2800" u="none" cap="none" strike="noStrike">
                <a:solidFill>
                  <a:srgbClr val="7F7F7F"/>
                </a:solidFill>
                <a:latin typeface="Impact"/>
                <a:ea typeface="Impact"/>
                <a:cs typeface="Impact"/>
                <a:sym typeface="Impact"/>
              </a:rPr>
              <a:t>WHAT’S THE WRENCH FOR? OH, SHE’S...</a:t>
            </a:r>
            <a:endParaRPr b="0" i="0" sz="2800" u="none" cap="none" strike="noStrike">
              <a:solidFill>
                <a:schemeClr val="dk1"/>
              </a:solidFill>
              <a:latin typeface="Calibri"/>
              <a:ea typeface="Calibri"/>
              <a:cs typeface="Calibri"/>
              <a:sym typeface="Calibri"/>
            </a:endParaRPr>
          </a:p>
        </p:txBody>
      </p:sp>
      <p:sp>
        <p:nvSpPr>
          <p:cNvPr id="3519" name="Google Shape;3519;p60"/>
          <p:cNvSpPr txBox="1"/>
          <p:nvPr/>
        </p:nvSpPr>
        <p:spPr>
          <a:xfrm>
            <a:off x="6441954" y="4066487"/>
            <a:ext cx="4080470" cy="1587338"/>
          </a:xfrm>
          <a:prstGeom prst="rect">
            <a:avLst/>
          </a:prstGeom>
          <a:noFill/>
          <a:ln>
            <a:noFill/>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Clr>
                <a:schemeClr val="accent1"/>
              </a:buClr>
              <a:buSzPts val="2400"/>
              <a:buFont typeface="Arial"/>
              <a:buNone/>
            </a:pPr>
            <a:r>
              <a:rPr b="0" i="0" lang="en-US" sz="2400" u="none" cap="none" strike="noStrike">
                <a:solidFill>
                  <a:srgbClr val="7F7F7F"/>
                </a:solidFill>
                <a:latin typeface="Impact"/>
                <a:ea typeface="Impact"/>
                <a:cs typeface="Impact"/>
                <a:sym typeface="Impact"/>
              </a:rPr>
              <a:t>ALL SET!!</a:t>
            </a:r>
            <a:endParaRPr b="0" i="0" sz="2000" u="none" cap="none" strike="noStrike">
              <a:solidFill>
                <a:schemeClr val="dk1"/>
              </a:solidFill>
              <a:latin typeface="Arial"/>
              <a:ea typeface="Arial"/>
              <a:cs typeface="Arial"/>
              <a:sym typeface="Arial"/>
            </a:endParaRPr>
          </a:p>
          <a:p>
            <a:pPr indent="0" lvl="0" marL="0" marR="0" rtl="0" algn="ctr">
              <a:lnSpc>
                <a:spcPct val="120000"/>
              </a:lnSpc>
              <a:spcBef>
                <a:spcPts val="1000"/>
              </a:spcBef>
              <a:spcAft>
                <a:spcPts val="0"/>
              </a:spcAft>
              <a:buClr>
                <a:schemeClr val="accent1"/>
              </a:buClr>
              <a:buSzPts val="2400"/>
              <a:buFont typeface="Arial"/>
              <a:buNone/>
            </a:pPr>
            <a:r>
              <a:rPr b="0" i="0" lang="en-US" sz="2400" u="none" cap="none" strike="noStrike">
                <a:solidFill>
                  <a:srgbClr val="7F7F7F"/>
                </a:solidFill>
                <a:latin typeface="Impact"/>
                <a:ea typeface="Impact"/>
                <a:cs typeface="Impact"/>
                <a:sym typeface="Impact"/>
              </a:rPr>
              <a:t>THE CAR WAS BROKEN BUT NOW IT’S FIXED. SHE’S...</a:t>
            </a:r>
            <a:endParaRPr b="0" i="0" sz="2400" u="none" cap="none" strike="noStrike">
              <a:solidFill>
                <a:srgbClr val="7F7F7F"/>
              </a:solidFill>
              <a:latin typeface="Impact"/>
              <a:ea typeface="Impact"/>
              <a:cs typeface="Impact"/>
              <a:sym typeface="Impact"/>
            </a:endParaRPr>
          </a:p>
        </p:txBody>
      </p:sp>
      <p:pic>
        <p:nvPicPr>
          <p:cNvPr descr="http://i456.photobucket.com/albums/qq281/preeto_f07/bcsi007393.jpg" id="3520" name="Google Shape;3520;p60"/>
          <p:cNvPicPr preferRelativeResize="0"/>
          <p:nvPr/>
        </p:nvPicPr>
        <p:blipFill rotWithShape="1">
          <a:blip r:embed="rId3">
            <a:alphaModFix/>
          </a:blip>
          <a:srcRect b="0" l="0" r="0" t="0"/>
          <a:stretch/>
        </p:blipFill>
        <p:spPr>
          <a:xfrm>
            <a:off x="1337014" y="1977672"/>
            <a:ext cx="3810000" cy="2543175"/>
          </a:xfrm>
          <a:prstGeom prst="rect">
            <a:avLst/>
          </a:prstGeom>
          <a:noFill/>
          <a:ln>
            <a:noFill/>
          </a:ln>
        </p:spPr>
      </p:pic>
      <p:pic>
        <p:nvPicPr>
          <p:cNvPr descr="http://cl.jroo.me/z3/V/-/D/e/a.baa-Awesome-car-.jpg" id="3521" name="Google Shape;3521;p60"/>
          <p:cNvPicPr preferRelativeResize="0"/>
          <p:nvPr/>
        </p:nvPicPr>
        <p:blipFill rotWithShape="1">
          <a:blip r:embed="rId4">
            <a:alphaModFix/>
          </a:blip>
          <a:srcRect b="5547" l="0" r="0" t="0"/>
          <a:stretch/>
        </p:blipFill>
        <p:spPr>
          <a:xfrm>
            <a:off x="6138017" y="1092141"/>
            <a:ext cx="4711846" cy="2974346"/>
          </a:xfrm>
          <a:prstGeom prst="rect">
            <a:avLst/>
          </a:prstGeom>
          <a:noFill/>
          <a:ln>
            <a:noFill/>
          </a:ln>
        </p:spPr>
      </p:pic>
      <p:grpSp>
        <p:nvGrpSpPr>
          <p:cNvPr id="3522" name="Google Shape;3522;p60"/>
          <p:cNvGrpSpPr/>
          <p:nvPr/>
        </p:nvGrpSpPr>
        <p:grpSpPr>
          <a:xfrm>
            <a:off x="155100" y="20496"/>
            <a:ext cx="768029" cy="1252175"/>
            <a:chOff x="169229" y="2084489"/>
            <a:chExt cx="1306245" cy="1903654"/>
          </a:xfrm>
        </p:grpSpPr>
        <p:sp>
          <p:nvSpPr>
            <p:cNvPr id="3523" name="Google Shape;3523;p60"/>
            <p:cNvSpPr/>
            <p:nvPr/>
          </p:nvSpPr>
          <p:spPr>
            <a:xfrm>
              <a:off x="1162276" y="2834478"/>
              <a:ext cx="313198" cy="613622"/>
            </a:xfrm>
            <a:custGeom>
              <a:rect b="b" l="l" r="r" t="t"/>
              <a:pathLst>
                <a:path extrusionOk="0" h="613622" w="313198">
                  <a:moveTo>
                    <a:pt x="297384" y="307094"/>
                  </a:moveTo>
                  <a:cubicBezTo>
                    <a:pt x="292364" y="293707"/>
                    <a:pt x="287509" y="280038"/>
                    <a:pt x="294721" y="265708"/>
                  </a:cubicBezTo>
                  <a:cubicBezTo>
                    <a:pt x="294815" y="265520"/>
                    <a:pt x="294203" y="264954"/>
                    <a:pt x="293543" y="264011"/>
                  </a:cubicBezTo>
                  <a:cubicBezTo>
                    <a:pt x="278907" y="272732"/>
                    <a:pt x="270799" y="262338"/>
                    <a:pt x="263140" y="252463"/>
                  </a:cubicBezTo>
                  <a:cubicBezTo>
                    <a:pt x="257860" y="245675"/>
                    <a:pt x="254396" y="237474"/>
                    <a:pt x="249187" y="230639"/>
                  </a:cubicBezTo>
                  <a:cubicBezTo>
                    <a:pt x="243413" y="223050"/>
                    <a:pt x="236790" y="216027"/>
                    <a:pt x="230050" y="209262"/>
                  </a:cubicBezTo>
                  <a:cubicBezTo>
                    <a:pt x="225972" y="205162"/>
                    <a:pt x="219798" y="202828"/>
                    <a:pt x="216592" y="198280"/>
                  </a:cubicBezTo>
                  <a:cubicBezTo>
                    <a:pt x="205209" y="182135"/>
                    <a:pt x="194980" y="165190"/>
                    <a:pt x="183785" y="148904"/>
                  </a:cubicBezTo>
                  <a:cubicBezTo>
                    <a:pt x="175701" y="137120"/>
                    <a:pt x="167075" y="125642"/>
                    <a:pt x="158049" y="114565"/>
                  </a:cubicBezTo>
                  <a:cubicBezTo>
                    <a:pt x="155527" y="111478"/>
                    <a:pt x="150672" y="108697"/>
                    <a:pt x="146830" y="108626"/>
                  </a:cubicBezTo>
                  <a:cubicBezTo>
                    <a:pt x="138110" y="108461"/>
                    <a:pt x="135494" y="107259"/>
                    <a:pt x="134905" y="98445"/>
                  </a:cubicBezTo>
                  <a:cubicBezTo>
                    <a:pt x="133538" y="78011"/>
                    <a:pt x="121895" y="64318"/>
                    <a:pt x="105633" y="53806"/>
                  </a:cubicBezTo>
                  <a:cubicBezTo>
                    <a:pt x="103276" y="52274"/>
                    <a:pt x="98044" y="51284"/>
                    <a:pt x="97030" y="52510"/>
                  </a:cubicBezTo>
                  <a:cubicBezTo>
                    <a:pt x="95192" y="54678"/>
                    <a:pt x="94014" y="59581"/>
                    <a:pt x="95286" y="61749"/>
                  </a:cubicBezTo>
                  <a:cubicBezTo>
                    <a:pt x="99293" y="68607"/>
                    <a:pt x="104007" y="75277"/>
                    <a:pt x="109474" y="81028"/>
                  </a:cubicBezTo>
                  <a:cubicBezTo>
                    <a:pt x="116309" y="88192"/>
                    <a:pt x="121094" y="95711"/>
                    <a:pt x="121023" y="108202"/>
                  </a:cubicBezTo>
                  <a:cubicBezTo>
                    <a:pt x="115744" y="104879"/>
                    <a:pt x="111619" y="103135"/>
                    <a:pt x="108602" y="100212"/>
                  </a:cubicBezTo>
                  <a:cubicBezTo>
                    <a:pt x="92930" y="85105"/>
                    <a:pt x="77540" y="69715"/>
                    <a:pt x="62032" y="54419"/>
                  </a:cubicBezTo>
                  <a:cubicBezTo>
                    <a:pt x="45652" y="38275"/>
                    <a:pt x="29390" y="21989"/>
                    <a:pt x="12798" y="6081"/>
                  </a:cubicBezTo>
                  <a:cubicBezTo>
                    <a:pt x="9922" y="3323"/>
                    <a:pt x="5656" y="1980"/>
                    <a:pt x="2027" y="0"/>
                  </a:cubicBezTo>
                  <a:cubicBezTo>
                    <a:pt x="1343" y="683"/>
                    <a:pt x="660" y="1367"/>
                    <a:pt x="0" y="2050"/>
                  </a:cubicBezTo>
                  <a:cubicBezTo>
                    <a:pt x="2098" y="6623"/>
                    <a:pt x="3465" y="11713"/>
                    <a:pt x="6387" y="15649"/>
                  </a:cubicBezTo>
                  <a:cubicBezTo>
                    <a:pt x="23686" y="38840"/>
                    <a:pt x="40537" y="62409"/>
                    <a:pt x="59062" y="84586"/>
                  </a:cubicBezTo>
                  <a:cubicBezTo>
                    <a:pt x="92623" y="124747"/>
                    <a:pt x="125077" y="165755"/>
                    <a:pt x="149328" y="212185"/>
                  </a:cubicBezTo>
                  <a:cubicBezTo>
                    <a:pt x="181735" y="274240"/>
                    <a:pt x="204949" y="340137"/>
                    <a:pt x="225713" y="406929"/>
                  </a:cubicBezTo>
                  <a:cubicBezTo>
                    <a:pt x="236932" y="443012"/>
                    <a:pt x="237969" y="480863"/>
                    <a:pt x="246312" y="517417"/>
                  </a:cubicBezTo>
                  <a:cubicBezTo>
                    <a:pt x="252722" y="545534"/>
                    <a:pt x="259062" y="573651"/>
                    <a:pt x="265756" y="601697"/>
                  </a:cubicBezTo>
                  <a:cubicBezTo>
                    <a:pt x="266769" y="605892"/>
                    <a:pt x="269621" y="609663"/>
                    <a:pt x="271600" y="613623"/>
                  </a:cubicBezTo>
                  <a:cubicBezTo>
                    <a:pt x="272308" y="613481"/>
                    <a:pt x="272991" y="613316"/>
                    <a:pt x="273698" y="613175"/>
                  </a:cubicBezTo>
                  <a:cubicBezTo>
                    <a:pt x="274452" y="610417"/>
                    <a:pt x="275914" y="607660"/>
                    <a:pt x="275843" y="604926"/>
                  </a:cubicBezTo>
                  <a:cubicBezTo>
                    <a:pt x="275442" y="587391"/>
                    <a:pt x="276927" y="569432"/>
                    <a:pt x="273698" y="552392"/>
                  </a:cubicBezTo>
                  <a:cubicBezTo>
                    <a:pt x="263776" y="500071"/>
                    <a:pt x="251945" y="448103"/>
                    <a:pt x="240985" y="395970"/>
                  </a:cubicBezTo>
                  <a:cubicBezTo>
                    <a:pt x="234457" y="364836"/>
                    <a:pt x="228070" y="333656"/>
                    <a:pt x="221895" y="302451"/>
                  </a:cubicBezTo>
                  <a:cubicBezTo>
                    <a:pt x="221188" y="298845"/>
                    <a:pt x="222154" y="294909"/>
                    <a:pt x="222366" y="291139"/>
                  </a:cubicBezTo>
                  <a:cubicBezTo>
                    <a:pt x="223521" y="290879"/>
                    <a:pt x="224676" y="290620"/>
                    <a:pt x="225831" y="290361"/>
                  </a:cubicBezTo>
                  <a:cubicBezTo>
                    <a:pt x="228730" y="295286"/>
                    <a:pt x="232336" y="299953"/>
                    <a:pt x="234363" y="305209"/>
                  </a:cubicBezTo>
                  <a:cubicBezTo>
                    <a:pt x="240090" y="319915"/>
                    <a:pt x="244332" y="335235"/>
                    <a:pt x="250719" y="349635"/>
                  </a:cubicBezTo>
                  <a:cubicBezTo>
                    <a:pt x="256847" y="363517"/>
                    <a:pt x="264082" y="377092"/>
                    <a:pt x="272402" y="389748"/>
                  </a:cubicBezTo>
                  <a:cubicBezTo>
                    <a:pt x="277917" y="398138"/>
                    <a:pt x="285789" y="398728"/>
                    <a:pt x="295805" y="394650"/>
                  </a:cubicBezTo>
                  <a:cubicBezTo>
                    <a:pt x="294792" y="393236"/>
                    <a:pt x="294132" y="391468"/>
                    <a:pt x="292883" y="390691"/>
                  </a:cubicBezTo>
                  <a:cubicBezTo>
                    <a:pt x="283644" y="384869"/>
                    <a:pt x="278011" y="376055"/>
                    <a:pt x="274075" y="366415"/>
                  </a:cubicBezTo>
                  <a:cubicBezTo>
                    <a:pt x="266439" y="347726"/>
                    <a:pt x="259793" y="328612"/>
                    <a:pt x="252227" y="309875"/>
                  </a:cubicBezTo>
                  <a:cubicBezTo>
                    <a:pt x="247632" y="298468"/>
                    <a:pt x="242376" y="287297"/>
                    <a:pt x="236743" y="276361"/>
                  </a:cubicBezTo>
                  <a:cubicBezTo>
                    <a:pt x="235305" y="273557"/>
                    <a:pt x="231417" y="271742"/>
                    <a:pt x="228306" y="270139"/>
                  </a:cubicBezTo>
                  <a:cubicBezTo>
                    <a:pt x="223686" y="267782"/>
                    <a:pt x="217653" y="267170"/>
                    <a:pt x="214188" y="263776"/>
                  </a:cubicBezTo>
                  <a:cubicBezTo>
                    <a:pt x="207330" y="257106"/>
                    <a:pt x="201202" y="249493"/>
                    <a:pt x="195899" y="241504"/>
                  </a:cubicBezTo>
                  <a:cubicBezTo>
                    <a:pt x="178930" y="215979"/>
                    <a:pt x="162267" y="190219"/>
                    <a:pt x="145887" y="164294"/>
                  </a:cubicBezTo>
                  <a:cubicBezTo>
                    <a:pt x="138911" y="153241"/>
                    <a:pt x="132760" y="141669"/>
                    <a:pt x="126609" y="130120"/>
                  </a:cubicBezTo>
                  <a:cubicBezTo>
                    <a:pt x="125030" y="127174"/>
                    <a:pt x="124888" y="123498"/>
                    <a:pt x="124063" y="120151"/>
                  </a:cubicBezTo>
                  <a:cubicBezTo>
                    <a:pt x="124912" y="119632"/>
                    <a:pt x="125760" y="119114"/>
                    <a:pt x="126609" y="118595"/>
                  </a:cubicBezTo>
                  <a:cubicBezTo>
                    <a:pt x="133066" y="125171"/>
                    <a:pt x="140207" y="131228"/>
                    <a:pt x="145887" y="138440"/>
                  </a:cubicBezTo>
                  <a:cubicBezTo>
                    <a:pt x="176998" y="177893"/>
                    <a:pt x="208296" y="217181"/>
                    <a:pt x="238393" y="257389"/>
                  </a:cubicBezTo>
                  <a:cubicBezTo>
                    <a:pt x="258049" y="283667"/>
                    <a:pt x="277610" y="310205"/>
                    <a:pt x="291115" y="340538"/>
                  </a:cubicBezTo>
                  <a:cubicBezTo>
                    <a:pt x="293330" y="345510"/>
                    <a:pt x="297526" y="350130"/>
                    <a:pt x="301909" y="353406"/>
                  </a:cubicBezTo>
                  <a:cubicBezTo>
                    <a:pt x="304549" y="355362"/>
                    <a:pt x="309357" y="354443"/>
                    <a:pt x="313199" y="354796"/>
                  </a:cubicBezTo>
                  <a:cubicBezTo>
                    <a:pt x="313199" y="351332"/>
                    <a:pt x="313199" y="347867"/>
                    <a:pt x="313199" y="344379"/>
                  </a:cubicBezTo>
                  <a:cubicBezTo>
                    <a:pt x="307848" y="331959"/>
                    <a:pt x="302121" y="319727"/>
                    <a:pt x="297384" y="3070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24" name="Google Shape;3524;p60"/>
            <p:cNvSpPr/>
            <p:nvPr/>
          </p:nvSpPr>
          <p:spPr>
            <a:xfrm>
              <a:off x="720533" y="2084489"/>
              <a:ext cx="230932" cy="61420"/>
            </a:xfrm>
            <a:custGeom>
              <a:rect b="b" l="l" r="r" t="t"/>
              <a:pathLst>
                <a:path extrusionOk="0" h="61420" w="230932">
                  <a:moveTo>
                    <a:pt x="21640" y="61089"/>
                  </a:moveTo>
                  <a:cubicBezTo>
                    <a:pt x="44878" y="58190"/>
                    <a:pt x="68163" y="54938"/>
                    <a:pt x="91543" y="53830"/>
                  </a:cubicBezTo>
                  <a:cubicBezTo>
                    <a:pt x="124421" y="52251"/>
                    <a:pt x="157369" y="52628"/>
                    <a:pt x="190294" y="51803"/>
                  </a:cubicBezTo>
                  <a:cubicBezTo>
                    <a:pt x="200145" y="51544"/>
                    <a:pt x="210044" y="50554"/>
                    <a:pt x="219754" y="48975"/>
                  </a:cubicBezTo>
                  <a:cubicBezTo>
                    <a:pt x="230855" y="47160"/>
                    <a:pt x="233730" y="42022"/>
                    <a:pt x="228192" y="32359"/>
                  </a:cubicBezTo>
                  <a:cubicBezTo>
                    <a:pt x="221758" y="21117"/>
                    <a:pt x="213768" y="10747"/>
                    <a:pt x="206438" y="0"/>
                  </a:cubicBezTo>
                  <a:cubicBezTo>
                    <a:pt x="204953" y="0"/>
                    <a:pt x="203469" y="0"/>
                    <a:pt x="201984" y="0"/>
                  </a:cubicBezTo>
                  <a:cubicBezTo>
                    <a:pt x="202926" y="3983"/>
                    <a:pt x="203398" y="8178"/>
                    <a:pt x="204883" y="11949"/>
                  </a:cubicBezTo>
                  <a:cubicBezTo>
                    <a:pt x="208159" y="20222"/>
                    <a:pt x="207075" y="24935"/>
                    <a:pt x="198637" y="27787"/>
                  </a:cubicBezTo>
                  <a:cubicBezTo>
                    <a:pt x="191025" y="30356"/>
                    <a:pt x="182870" y="32171"/>
                    <a:pt x="174880" y="32548"/>
                  </a:cubicBezTo>
                  <a:cubicBezTo>
                    <a:pt x="131633" y="34622"/>
                    <a:pt x="89210" y="27622"/>
                    <a:pt x="46834" y="20057"/>
                  </a:cubicBezTo>
                  <a:cubicBezTo>
                    <a:pt x="36158" y="18148"/>
                    <a:pt x="25387" y="16356"/>
                    <a:pt x="14593" y="15696"/>
                  </a:cubicBezTo>
                  <a:cubicBezTo>
                    <a:pt x="4293" y="15060"/>
                    <a:pt x="287" y="19067"/>
                    <a:pt x="27" y="29036"/>
                  </a:cubicBezTo>
                  <a:cubicBezTo>
                    <a:pt x="-138" y="35164"/>
                    <a:pt x="452" y="41409"/>
                    <a:pt x="1512" y="47466"/>
                  </a:cubicBezTo>
                  <a:cubicBezTo>
                    <a:pt x="3539" y="59251"/>
                    <a:pt x="9643" y="62574"/>
                    <a:pt x="21640" y="6108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25" name="Google Shape;3525;p60"/>
            <p:cNvSpPr/>
            <p:nvPr/>
          </p:nvSpPr>
          <p:spPr>
            <a:xfrm>
              <a:off x="517440" y="2721140"/>
              <a:ext cx="900505" cy="1154323"/>
            </a:xfrm>
            <a:custGeom>
              <a:rect b="b" l="l" r="r" t="t"/>
              <a:pathLst>
                <a:path extrusionOk="0" h="1154323" w="900505">
                  <a:moveTo>
                    <a:pt x="894354" y="849656"/>
                  </a:moveTo>
                  <a:cubicBezTo>
                    <a:pt x="889475" y="846993"/>
                    <a:pt x="887283" y="843835"/>
                    <a:pt x="886671" y="839027"/>
                  </a:cubicBezTo>
                  <a:cubicBezTo>
                    <a:pt x="884573" y="822859"/>
                    <a:pt x="881981" y="806715"/>
                    <a:pt x="880896" y="790477"/>
                  </a:cubicBezTo>
                  <a:cubicBezTo>
                    <a:pt x="878869" y="760592"/>
                    <a:pt x="878115" y="730637"/>
                    <a:pt x="876253" y="700752"/>
                  </a:cubicBezTo>
                  <a:cubicBezTo>
                    <a:pt x="873590" y="658023"/>
                    <a:pt x="867439" y="615695"/>
                    <a:pt x="858059" y="573955"/>
                  </a:cubicBezTo>
                  <a:cubicBezTo>
                    <a:pt x="854170" y="556727"/>
                    <a:pt x="848019" y="539993"/>
                    <a:pt x="842433" y="523213"/>
                  </a:cubicBezTo>
                  <a:cubicBezTo>
                    <a:pt x="841608" y="520714"/>
                    <a:pt x="838191" y="519065"/>
                    <a:pt x="835952" y="517014"/>
                  </a:cubicBezTo>
                  <a:cubicBezTo>
                    <a:pt x="834019" y="519630"/>
                    <a:pt x="830814" y="522034"/>
                    <a:pt x="830390" y="524862"/>
                  </a:cubicBezTo>
                  <a:cubicBezTo>
                    <a:pt x="829070" y="533583"/>
                    <a:pt x="828245" y="542492"/>
                    <a:pt x="828268" y="551306"/>
                  </a:cubicBezTo>
                  <a:cubicBezTo>
                    <a:pt x="828292" y="560356"/>
                    <a:pt x="829565" y="569406"/>
                    <a:pt x="830272" y="578433"/>
                  </a:cubicBezTo>
                  <a:cubicBezTo>
                    <a:pt x="829565" y="578551"/>
                    <a:pt x="828858" y="578645"/>
                    <a:pt x="828174" y="578763"/>
                  </a:cubicBezTo>
                  <a:cubicBezTo>
                    <a:pt x="824380" y="566602"/>
                    <a:pt x="820609" y="554441"/>
                    <a:pt x="816791" y="542279"/>
                  </a:cubicBezTo>
                  <a:cubicBezTo>
                    <a:pt x="802744" y="497570"/>
                    <a:pt x="790159" y="452414"/>
                    <a:pt x="770833" y="409496"/>
                  </a:cubicBezTo>
                  <a:cubicBezTo>
                    <a:pt x="757564" y="380036"/>
                    <a:pt x="745497" y="350010"/>
                    <a:pt x="733100" y="320149"/>
                  </a:cubicBezTo>
                  <a:cubicBezTo>
                    <a:pt x="730625" y="314186"/>
                    <a:pt x="729070" y="307823"/>
                    <a:pt x="727090" y="301648"/>
                  </a:cubicBezTo>
                  <a:cubicBezTo>
                    <a:pt x="727797" y="301318"/>
                    <a:pt x="728480" y="300964"/>
                    <a:pt x="729188" y="300634"/>
                  </a:cubicBezTo>
                  <a:cubicBezTo>
                    <a:pt x="731851" y="304664"/>
                    <a:pt x="734867" y="308482"/>
                    <a:pt x="737106" y="312725"/>
                  </a:cubicBezTo>
                  <a:cubicBezTo>
                    <a:pt x="753321" y="343269"/>
                    <a:pt x="768994" y="374120"/>
                    <a:pt x="785633" y="404452"/>
                  </a:cubicBezTo>
                  <a:cubicBezTo>
                    <a:pt x="799162" y="429128"/>
                    <a:pt x="813680" y="453262"/>
                    <a:pt x="828009" y="477490"/>
                  </a:cubicBezTo>
                  <a:cubicBezTo>
                    <a:pt x="829848" y="480578"/>
                    <a:pt x="833123" y="482817"/>
                    <a:pt x="837107" y="486800"/>
                  </a:cubicBezTo>
                  <a:cubicBezTo>
                    <a:pt x="838827" y="473861"/>
                    <a:pt x="834632" y="464481"/>
                    <a:pt x="831262" y="455171"/>
                  </a:cubicBezTo>
                  <a:cubicBezTo>
                    <a:pt x="815518" y="411664"/>
                    <a:pt x="795839" y="369854"/>
                    <a:pt x="773449" y="329458"/>
                  </a:cubicBezTo>
                  <a:cubicBezTo>
                    <a:pt x="758624" y="302708"/>
                    <a:pt x="741844" y="277019"/>
                    <a:pt x="725676" y="251023"/>
                  </a:cubicBezTo>
                  <a:cubicBezTo>
                    <a:pt x="723413" y="247370"/>
                    <a:pt x="719619" y="244660"/>
                    <a:pt x="716531" y="241525"/>
                  </a:cubicBezTo>
                  <a:cubicBezTo>
                    <a:pt x="715824" y="241973"/>
                    <a:pt x="715141" y="242421"/>
                    <a:pt x="714434" y="242868"/>
                  </a:cubicBezTo>
                  <a:cubicBezTo>
                    <a:pt x="715212" y="246639"/>
                    <a:pt x="716154" y="250363"/>
                    <a:pt x="716696" y="254181"/>
                  </a:cubicBezTo>
                  <a:cubicBezTo>
                    <a:pt x="717545" y="260003"/>
                    <a:pt x="719006" y="265942"/>
                    <a:pt x="718535" y="271716"/>
                  </a:cubicBezTo>
                  <a:cubicBezTo>
                    <a:pt x="718275" y="274898"/>
                    <a:pt x="715235" y="279234"/>
                    <a:pt x="712336" y="280554"/>
                  </a:cubicBezTo>
                  <a:cubicBezTo>
                    <a:pt x="702320" y="285079"/>
                    <a:pt x="700364" y="287742"/>
                    <a:pt x="703522" y="298490"/>
                  </a:cubicBezTo>
                  <a:cubicBezTo>
                    <a:pt x="709814" y="319772"/>
                    <a:pt x="715871" y="341124"/>
                    <a:pt x="722942" y="362147"/>
                  </a:cubicBezTo>
                  <a:cubicBezTo>
                    <a:pt x="737083" y="404240"/>
                    <a:pt x="752190" y="446097"/>
                    <a:pt x="756503" y="490689"/>
                  </a:cubicBezTo>
                  <a:cubicBezTo>
                    <a:pt x="758789" y="514280"/>
                    <a:pt x="760251" y="537990"/>
                    <a:pt x="761547" y="561653"/>
                  </a:cubicBezTo>
                  <a:cubicBezTo>
                    <a:pt x="761853" y="567450"/>
                    <a:pt x="761476" y="573908"/>
                    <a:pt x="755914" y="578457"/>
                  </a:cubicBezTo>
                  <a:cubicBezTo>
                    <a:pt x="748584" y="574167"/>
                    <a:pt x="746746" y="566838"/>
                    <a:pt x="745803" y="560026"/>
                  </a:cubicBezTo>
                  <a:cubicBezTo>
                    <a:pt x="742834" y="538744"/>
                    <a:pt x="741160" y="517273"/>
                    <a:pt x="738214" y="495991"/>
                  </a:cubicBezTo>
                  <a:cubicBezTo>
                    <a:pt x="730484" y="440158"/>
                    <a:pt x="715754" y="386328"/>
                    <a:pt x="691997" y="335067"/>
                  </a:cubicBezTo>
                  <a:cubicBezTo>
                    <a:pt x="687660" y="325711"/>
                    <a:pt x="684102" y="315930"/>
                    <a:pt x="680943" y="306126"/>
                  </a:cubicBezTo>
                  <a:cubicBezTo>
                    <a:pt x="678469" y="298466"/>
                    <a:pt x="680637" y="292008"/>
                    <a:pt x="687048" y="286258"/>
                  </a:cubicBezTo>
                  <a:cubicBezTo>
                    <a:pt x="691219" y="282534"/>
                    <a:pt x="694637" y="277019"/>
                    <a:pt x="696333" y="271669"/>
                  </a:cubicBezTo>
                  <a:cubicBezTo>
                    <a:pt x="700316" y="259178"/>
                    <a:pt x="697630" y="246757"/>
                    <a:pt x="693411" y="234667"/>
                  </a:cubicBezTo>
                  <a:cubicBezTo>
                    <a:pt x="686883" y="215930"/>
                    <a:pt x="674344" y="201483"/>
                    <a:pt x="660345" y="187884"/>
                  </a:cubicBezTo>
                  <a:cubicBezTo>
                    <a:pt x="664658" y="203957"/>
                    <a:pt x="670078" y="219512"/>
                    <a:pt x="674745" y="235279"/>
                  </a:cubicBezTo>
                  <a:cubicBezTo>
                    <a:pt x="678092" y="246592"/>
                    <a:pt x="681226" y="258070"/>
                    <a:pt x="683017" y="269689"/>
                  </a:cubicBezTo>
                  <a:cubicBezTo>
                    <a:pt x="684573" y="279753"/>
                    <a:pt x="682640" y="280837"/>
                    <a:pt x="672671" y="279588"/>
                  </a:cubicBezTo>
                  <a:cubicBezTo>
                    <a:pt x="670220" y="279281"/>
                    <a:pt x="667722" y="279234"/>
                    <a:pt x="665247" y="279281"/>
                  </a:cubicBezTo>
                  <a:cubicBezTo>
                    <a:pt x="657422" y="279423"/>
                    <a:pt x="653722" y="282463"/>
                    <a:pt x="654971" y="290146"/>
                  </a:cubicBezTo>
                  <a:cubicBezTo>
                    <a:pt x="656597" y="300021"/>
                    <a:pt x="659402" y="309826"/>
                    <a:pt x="662796" y="319277"/>
                  </a:cubicBezTo>
                  <a:cubicBezTo>
                    <a:pt x="671375" y="343175"/>
                    <a:pt x="680660" y="366814"/>
                    <a:pt x="689357" y="390665"/>
                  </a:cubicBezTo>
                  <a:cubicBezTo>
                    <a:pt x="690583" y="393988"/>
                    <a:pt x="691832" y="399314"/>
                    <a:pt x="690182" y="401294"/>
                  </a:cubicBezTo>
                  <a:cubicBezTo>
                    <a:pt x="686058" y="406244"/>
                    <a:pt x="689169" y="409519"/>
                    <a:pt x="691101" y="413173"/>
                  </a:cubicBezTo>
                  <a:cubicBezTo>
                    <a:pt x="692704" y="416213"/>
                    <a:pt x="695061" y="418852"/>
                    <a:pt x="696852" y="421822"/>
                  </a:cubicBezTo>
                  <a:cubicBezTo>
                    <a:pt x="706161" y="437165"/>
                    <a:pt x="709956" y="453710"/>
                    <a:pt x="706751" y="471480"/>
                  </a:cubicBezTo>
                  <a:cubicBezTo>
                    <a:pt x="705737" y="477066"/>
                    <a:pt x="703899" y="483406"/>
                    <a:pt x="696758" y="483477"/>
                  </a:cubicBezTo>
                  <a:cubicBezTo>
                    <a:pt x="689451" y="483524"/>
                    <a:pt x="687165" y="477608"/>
                    <a:pt x="685963" y="471457"/>
                  </a:cubicBezTo>
                  <a:cubicBezTo>
                    <a:pt x="685115" y="467097"/>
                    <a:pt x="684832" y="462595"/>
                    <a:pt x="683630" y="458353"/>
                  </a:cubicBezTo>
                  <a:cubicBezTo>
                    <a:pt x="669866" y="410227"/>
                    <a:pt x="656480" y="362006"/>
                    <a:pt x="641985" y="314092"/>
                  </a:cubicBezTo>
                  <a:cubicBezTo>
                    <a:pt x="624120" y="254982"/>
                    <a:pt x="595131" y="202166"/>
                    <a:pt x="551389" y="157811"/>
                  </a:cubicBezTo>
                  <a:cubicBezTo>
                    <a:pt x="538568" y="144825"/>
                    <a:pt x="526948" y="130495"/>
                    <a:pt x="515966" y="115859"/>
                  </a:cubicBezTo>
                  <a:cubicBezTo>
                    <a:pt x="505525" y="101907"/>
                    <a:pt x="506727" y="94506"/>
                    <a:pt x="518629" y="81897"/>
                  </a:cubicBezTo>
                  <a:cubicBezTo>
                    <a:pt x="521858" y="78480"/>
                    <a:pt x="525275" y="75204"/>
                    <a:pt x="528952" y="72305"/>
                  </a:cubicBezTo>
                  <a:cubicBezTo>
                    <a:pt x="538803" y="64480"/>
                    <a:pt x="542928" y="65541"/>
                    <a:pt x="547712" y="76854"/>
                  </a:cubicBezTo>
                  <a:cubicBezTo>
                    <a:pt x="550658" y="83783"/>
                    <a:pt x="555136" y="89651"/>
                    <a:pt x="562678" y="90971"/>
                  </a:cubicBezTo>
                  <a:cubicBezTo>
                    <a:pt x="566402" y="91631"/>
                    <a:pt x="572341" y="90311"/>
                    <a:pt x="574250" y="87672"/>
                  </a:cubicBezTo>
                  <a:cubicBezTo>
                    <a:pt x="576489" y="84631"/>
                    <a:pt x="576725" y="78716"/>
                    <a:pt x="575428" y="74874"/>
                  </a:cubicBezTo>
                  <a:cubicBezTo>
                    <a:pt x="574108" y="71032"/>
                    <a:pt x="570196" y="67733"/>
                    <a:pt x="566779" y="64999"/>
                  </a:cubicBezTo>
                  <a:cubicBezTo>
                    <a:pt x="549668" y="51282"/>
                    <a:pt x="530790" y="40606"/>
                    <a:pt x="509814" y="34054"/>
                  </a:cubicBezTo>
                  <a:cubicBezTo>
                    <a:pt x="505030" y="32569"/>
                    <a:pt x="499656" y="32852"/>
                    <a:pt x="494542" y="32475"/>
                  </a:cubicBezTo>
                  <a:cubicBezTo>
                    <a:pt x="488839" y="32050"/>
                    <a:pt x="482734" y="32993"/>
                    <a:pt x="477502" y="31249"/>
                  </a:cubicBezTo>
                  <a:cubicBezTo>
                    <a:pt x="469866" y="28680"/>
                    <a:pt x="462748" y="24414"/>
                    <a:pt x="455607" y="20549"/>
                  </a:cubicBezTo>
                  <a:cubicBezTo>
                    <a:pt x="443894" y="14233"/>
                    <a:pt x="432393" y="7540"/>
                    <a:pt x="420656" y="1270"/>
                  </a:cubicBezTo>
                  <a:cubicBezTo>
                    <a:pt x="415164" y="-1652"/>
                    <a:pt x="410545" y="823"/>
                    <a:pt x="406868" y="5088"/>
                  </a:cubicBezTo>
                  <a:cubicBezTo>
                    <a:pt x="404936" y="7304"/>
                    <a:pt x="403357" y="9873"/>
                    <a:pt x="401895" y="12442"/>
                  </a:cubicBezTo>
                  <a:cubicBezTo>
                    <a:pt x="396121" y="22670"/>
                    <a:pt x="387448" y="29340"/>
                    <a:pt x="375805" y="29529"/>
                  </a:cubicBezTo>
                  <a:cubicBezTo>
                    <a:pt x="354099" y="29906"/>
                    <a:pt x="332345" y="29387"/>
                    <a:pt x="310639" y="28657"/>
                  </a:cubicBezTo>
                  <a:cubicBezTo>
                    <a:pt x="292845" y="28067"/>
                    <a:pt x="275098" y="26182"/>
                    <a:pt x="257328" y="25711"/>
                  </a:cubicBezTo>
                  <a:cubicBezTo>
                    <a:pt x="231685" y="25051"/>
                    <a:pt x="209060" y="34619"/>
                    <a:pt x="187683" y="47841"/>
                  </a:cubicBezTo>
                  <a:cubicBezTo>
                    <a:pt x="154381" y="68440"/>
                    <a:pt x="121409" y="89510"/>
                    <a:pt x="93905" y="117792"/>
                  </a:cubicBezTo>
                  <a:cubicBezTo>
                    <a:pt x="88296" y="123542"/>
                    <a:pt x="83818" y="130519"/>
                    <a:pt x="79529" y="137377"/>
                  </a:cubicBezTo>
                  <a:cubicBezTo>
                    <a:pt x="78350" y="139262"/>
                    <a:pt x="78940" y="143410"/>
                    <a:pt x="80330" y="145319"/>
                  </a:cubicBezTo>
                  <a:cubicBezTo>
                    <a:pt x="81273" y="146592"/>
                    <a:pt x="85562" y="146710"/>
                    <a:pt x="87518" y="145720"/>
                  </a:cubicBezTo>
                  <a:cubicBezTo>
                    <a:pt x="94518" y="142138"/>
                    <a:pt x="101754" y="138603"/>
                    <a:pt x="107858" y="133724"/>
                  </a:cubicBezTo>
                  <a:cubicBezTo>
                    <a:pt x="129328" y="116566"/>
                    <a:pt x="150163" y="98654"/>
                    <a:pt x="171610" y="81450"/>
                  </a:cubicBezTo>
                  <a:cubicBezTo>
                    <a:pt x="185939" y="69972"/>
                    <a:pt x="201306" y="60097"/>
                    <a:pt x="219713" y="56161"/>
                  </a:cubicBezTo>
                  <a:cubicBezTo>
                    <a:pt x="248631" y="49962"/>
                    <a:pt x="277808" y="50528"/>
                    <a:pt x="306868" y="53898"/>
                  </a:cubicBezTo>
                  <a:cubicBezTo>
                    <a:pt x="350846" y="58989"/>
                    <a:pt x="389027" y="79352"/>
                    <a:pt x="426312" y="101577"/>
                  </a:cubicBezTo>
                  <a:cubicBezTo>
                    <a:pt x="428009" y="102590"/>
                    <a:pt x="429612" y="106385"/>
                    <a:pt x="428999" y="108035"/>
                  </a:cubicBezTo>
                  <a:cubicBezTo>
                    <a:pt x="428174" y="110250"/>
                    <a:pt x="425322" y="112819"/>
                    <a:pt x="423036" y="113149"/>
                  </a:cubicBezTo>
                  <a:cubicBezTo>
                    <a:pt x="419524" y="113667"/>
                    <a:pt x="415518" y="113031"/>
                    <a:pt x="412124" y="111805"/>
                  </a:cubicBezTo>
                  <a:cubicBezTo>
                    <a:pt x="389875" y="103769"/>
                    <a:pt x="367556" y="95873"/>
                    <a:pt x="345614" y="87035"/>
                  </a:cubicBezTo>
                  <a:cubicBezTo>
                    <a:pt x="323319" y="78056"/>
                    <a:pt x="300646" y="71268"/>
                    <a:pt x="276418" y="74520"/>
                  </a:cubicBezTo>
                  <a:cubicBezTo>
                    <a:pt x="212336" y="83123"/>
                    <a:pt x="159402" y="112560"/>
                    <a:pt x="118110" y="162218"/>
                  </a:cubicBezTo>
                  <a:cubicBezTo>
                    <a:pt x="67815" y="222694"/>
                    <a:pt x="45638" y="293517"/>
                    <a:pt x="44388" y="371245"/>
                  </a:cubicBezTo>
                  <a:cubicBezTo>
                    <a:pt x="44011" y="394931"/>
                    <a:pt x="46934" y="418664"/>
                    <a:pt x="48301" y="442397"/>
                  </a:cubicBezTo>
                  <a:cubicBezTo>
                    <a:pt x="50775" y="485810"/>
                    <a:pt x="60179" y="527219"/>
                    <a:pt x="80660" y="566107"/>
                  </a:cubicBezTo>
                  <a:cubicBezTo>
                    <a:pt x="91242" y="586211"/>
                    <a:pt x="103427" y="606904"/>
                    <a:pt x="92609" y="633583"/>
                  </a:cubicBezTo>
                  <a:cubicBezTo>
                    <a:pt x="100245" y="626041"/>
                    <a:pt x="105972" y="628987"/>
                    <a:pt x="111487" y="632687"/>
                  </a:cubicBezTo>
                  <a:cubicBezTo>
                    <a:pt x="132227" y="646640"/>
                    <a:pt x="149786" y="664127"/>
                    <a:pt x="165246" y="683547"/>
                  </a:cubicBezTo>
                  <a:cubicBezTo>
                    <a:pt x="172718" y="692928"/>
                    <a:pt x="179717" y="703109"/>
                    <a:pt x="184620" y="713974"/>
                  </a:cubicBezTo>
                  <a:cubicBezTo>
                    <a:pt x="187566" y="720479"/>
                    <a:pt x="190724" y="723967"/>
                    <a:pt x="197205" y="723873"/>
                  </a:cubicBezTo>
                  <a:cubicBezTo>
                    <a:pt x="211747" y="723684"/>
                    <a:pt x="226383" y="723826"/>
                    <a:pt x="240806" y="722270"/>
                  </a:cubicBezTo>
                  <a:cubicBezTo>
                    <a:pt x="264398" y="719748"/>
                    <a:pt x="287613" y="715082"/>
                    <a:pt x="309767" y="706102"/>
                  </a:cubicBezTo>
                  <a:cubicBezTo>
                    <a:pt x="317804" y="702850"/>
                    <a:pt x="324356" y="698160"/>
                    <a:pt x="328409" y="690123"/>
                  </a:cubicBezTo>
                  <a:cubicBezTo>
                    <a:pt x="340429" y="666319"/>
                    <a:pt x="352638" y="642633"/>
                    <a:pt x="364846" y="618947"/>
                  </a:cubicBezTo>
                  <a:cubicBezTo>
                    <a:pt x="366779" y="615200"/>
                    <a:pt x="369112" y="611641"/>
                    <a:pt x="371257" y="607988"/>
                  </a:cubicBezTo>
                  <a:cubicBezTo>
                    <a:pt x="372058" y="608176"/>
                    <a:pt x="372836" y="608365"/>
                    <a:pt x="373637" y="608553"/>
                  </a:cubicBezTo>
                  <a:cubicBezTo>
                    <a:pt x="374910" y="624085"/>
                    <a:pt x="376206" y="639616"/>
                    <a:pt x="377479" y="655124"/>
                  </a:cubicBezTo>
                  <a:cubicBezTo>
                    <a:pt x="378327" y="655148"/>
                    <a:pt x="379199" y="655171"/>
                    <a:pt x="380047" y="655195"/>
                  </a:cubicBezTo>
                  <a:cubicBezTo>
                    <a:pt x="381132" y="653050"/>
                    <a:pt x="382192" y="650929"/>
                    <a:pt x="383276" y="648784"/>
                  </a:cubicBezTo>
                  <a:cubicBezTo>
                    <a:pt x="390842" y="633818"/>
                    <a:pt x="393316" y="617627"/>
                    <a:pt x="392633" y="601247"/>
                  </a:cubicBezTo>
                  <a:cubicBezTo>
                    <a:pt x="392138" y="589534"/>
                    <a:pt x="389734" y="577773"/>
                    <a:pt x="386812" y="566366"/>
                  </a:cubicBezTo>
                  <a:cubicBezTo>
                    <a:pt x="384808" y="558612"/>
                    <a:pt x="380142" y="557505"/>
                    <a:pt x="373213" y="561723"/>
                  </a:cubicBezTo>
                  <a:cubicBezTo>
                    <a:pt x="367933" y="564905"/>
                    <a:pt x="363243" y="569053"/>
                    <a:pt x="357988" y="572235"/>
                  </a:cubicBezTo>
                  <a:cubicBezTo>
                    <a:pt x="349786" y="577208"/>
                    <a:pt x="342833" y="576595"/>
                    <a:pt x="335504" y="570396"/>
                  </a:cubicBezTo>
                  <a:cubicBezTo>
                    <a:pt x="332110" y="567545"/>
                    <a:pt x="328952" y="564316"/>
                    <a:pt x="326218" y="560828"/>
                  </a:cubicBezTo>
                  <a:cubicBezTo>
                    <a:pt x="324709" y="558895"/>
                    <a:pt x="324261" y="556114"/>
                    <a:pt x="323342" y="553710"/>
                  </a:cubicBezTo>
                  <a:cubicBezTo>
                    <a:pt x="325558" y="552909"/>
                    <a:pt x="327773" y="551495"/>
                    <a:pt x="330012" y="551471"/>
                  </a:cubicBezTo>
                  <a:cubicBezTo>
                    <a:pt x="335574" y="551400"/>
                    <a:pt x="339157" y="548761"/>
                    <a:pt x="340429" y="543741"/>
                  </a:cubicBezTo>
                  <a:cubicBezTo>
                    <a:pt x="342079" y="537307"/>
                    <a:pt x="344106" y="530684"/>
                    <a:pt x="343988" y="524179"/>
                  </a:cubicBezTo>
                  <a:cubicBezTo>
                    <a:pt x="343540" y="498937"/>
                    <a:pt x="342786" y="473696"/>
                    <a:pt x="341231" y="448525"/>
                  </a:cubicBezTo>
                  <a:cubicBezTo>
                    <a:pt x="339062" y="413620"/>
                    <a:pt x="332369" y="379494"/>
                    <a:pt x="320255" y="346616"/>
                  </a:cubicBezTo>
                  <a:cubicBezTo>
                    <a:pt x="309885" y="318452"/>
                    <a:pt x="294990" y="293092"/>
                    <a:pt x="273660" y="271598"/>
                  </a:cubicBezTo>
                  <a:cubicBezTo>
                    <a:pt x="264422" y="262289"/>
                    <a:pt x="254287" y="260498"/>
                    <a:pt x="242574" y="265070"/>
                  </a:cubicBezTo>
                  <a:cubicBezTo>
                    <a:pt x="237766" y="266955"/>
                    <a:pt x="233099" y="269288"/>
                    <a:pt x="228409" y="271480"/>
                  </a:cubicBezTo>
                  <a:cubicBezTo>
                    <a:pt x="214103" y="278197"/>
                    <a:pt x="199868" y="285056"/>
                    <a:pt x="185468" y="291584"/>
                  </a:cubicBezTo>
                  <a:cubicBezTo>
                    <a:pt x="182475" y="292951"/>
                    <a:pt x="178916" y="293045"/>
                    <a:pt x="175593" y="293729"/>
                  </a:cubicBezTo>
                  <a:cubicBezTo>
                    <a:pt x="175122" y="292904"/>
                    <a:pt x="174650" y="292102"/>
                    <a:pt x="174179" y="291278"/>
                  </a:cubicBezTo>
                  <a:cubicBezTo>
                    <a:pt x="178256" y="285574"/>
                    <a:pt x="182404" y="279894"/>
                    <a:pt x="186434" y="274120"/>
                  </a:cubicBezTo>
                  <a:cubicBezTo>
                    <a:pt x="191996" y="266154"/>
                    <a:pt x="197888" y="257740"/>
                    <a:pt x="195532" y="247653"/>
                  </a:cubicBezTo>
                  <a:cubicBezTo>
                    <a:pt x="193693" y="239805"/>
                    <a:pt x="197323" y="236576"/>
                    <a:pt x="203144" y="235279"/>
                  </a:cubicBezTo>
                  <a:cubicBezTo>
                    <a:pt x="214669" y="232687"/>
                    <a:pt x="226335" y="230283"/>
                    <a:pt x="238072" y="229317"/>
                  </a:cubicBezTo>
                  <a:cubicBezTo>
                    <a:pt x="256856" y="227761"/>
                    <a:pt x="274768" y="230849"/>
                    <a:pt x="288721" y="245131"/>
                  </a:cubicBezTo>
                  <a:cubicBezTo>
                    <a:pt x="307575" y="264457"/>
                    <a:pt x="321881" y="286894"/>
                    <a:pt x="332251" y="311782"/>
                  </a:cubicBezTo>
                  <a:cubicBezTo>
                    <a:pt x="333241" y="314162"/>
                    <a:pt x="333217" y="317038"/>
                    <a:pt x="333264" y="319701"/>
                  </a:cubicBezTo>
                  <a:cubicBezTo>
                    <a:pt x="333359" y="327596"/>
                    <a:pt x="332958" y="335492"/>
                    <a:pt x="333288" y="343387"/>
                  </a:cubicBezTo>
                  <a:cubicBezTo>
                    <a:pt x="333547" y="349326"/>
                    <a:pt x="334631" y="355218"/>
                    <a:pt x="335339" y="361110"/>
                  </a:cubicBezTo>
                  <a:cubicBezTo>
                    <a:pt x="336211" y="361322"/>
                    <a:pt x="337083" y="361535"/>
                    <a:pt x="337955" y="361747"/>
                  </a:cubicBezTo>
                  <a:cubicBezTo>
                    <a:pt x="341490" y="357222"/>
                    <a:pt x="344907" y="352602"/>
                    <a:pt x="348607" y="348219"/>
                  </a:cubicBezTo>
                  <a:cubicBezTo>
                    <a:pt x="353250" y="342727"/>
                    <a:pt x="356668" y="342491"/>
                    <a:pt x="361429" y="347841"/>
                  </a:cubicBezTo>
                  <a:cubicBezTo>
                    <a:pt x="364516" y="351306"/>
                    <a:pt x="367132" y="355313"/>
                    <a:pt x="369324" y="359413"/>
                  </a:cubicBezTo>
                  <a:cubicBezTo>
                    <a:pt x="376913" y="373531"/>
                    <a:pt x="384007" y="387931"/>
                    <a:pt x="391761" y="401978"/>
                  </a:cubicBezTo>
                  <a:cubicBezTo>
                    <a:pt x="394236" y="406432"/>
                    <a:pt x="397653" y="410698"/>
                    <a:pt x="401589" y="413856"/>
                  </a:cubicBezTo>
                  <a:cubicBezTo>
                    <a:pt x="403734" y="415577"/>
                    <a:pt x="408212" y="415789"/>
                    <a:pt x="410969" y="414822"/>
                  </a:cubicBezTo>
                  <a:cubicBezTo>
                    <a:pt x="412619" y="414233"/>
                    <a:pt x="414009" y="409967"/>
                    <a:pt x="413774" y="407516"/>
                  </a:cubicBezTo>
                  <a:cubicBezTo>
                    <a:pt x="413349" y="403180"/>
                    <a:pt x="412100" y="398749"/>
                    <a:pt x="410309" y="394766"/>
                  </a:cubicBezTo>
                  <a:cubicBezTo>
                    <a:pt x="390347" y="350269"/>
                    <a:pt x="368829" y="306621"/>
                    <a:pt x="336918" y="269100"/>
                  </a:cubicBezTo>
                  <a:cubicBezTo>
                    <a:pt x="319619" y="248761"/>
                    <a:pt x="300175" y="231061"/>
                    <a:pt x="275687" y="219465"/>
                  </a:cubicBezTo>
                  <a:cubicBezTo>
                    <a:pt x="258058" y="211122"/>
                    <a:pt x="239510" y="210439"/>
                    <a:pt x="220608" y="210839"/>
                  </a:cubicBezTo>
                  <a:cubicBezTo>
                    <a:pt x="215682" y="210934"/>
                    <a:pt x="210757" y="209896"/>
                    <a:pt x="205831" y="209354"/>
                  </a:cubicBezTo>
                  <a:cubicBezTo>
                    <a:pt x="205666" y="208600"/>
                    <a:pt x="205501" y="207846"/>
                    <a:pt x="205312" y="207092"/>
                  </a:cubicBezTo>
                  <a:cubicBezTo>
                    <a:pt x="207245" y="205395"/>
                    <a:pt x="209036" y="203486"/>
                    <a:pt x="211134" y="202025"/>
                  </a:cubicBezTo>
                  <a:cubicBezTo>
                    <a:pt x="220396" y="195543"/>
                    <a:pt x="231143" y="192904"/>
                    <a:pt x="242008" y="193304"/>
                  </a:cubicBezTo>
                  <a:cubicBezTo>
                    <a:pt x="263950" y="194106"/>
                    <a:pt x="286010" y="194954"/>
                    <a:pt x="307669" y="198089"/>
                  </a:cubicBezTo>
                  <a:cubicBezTo>
                    <a:pt x="321598" y="200116"/>
                    <a:pt x="335079" y="205796"/>
                    <a:pt x="348442" y="210721"/>
                  </a:cubicBezTo>
                  <a:cubicBezTo>
                    <a:pt x="354311" y="212890"/>
                    <a:pt x="359237" y="217344"/>
                    <a:pt x="358836" y="226536"/>
                  </a:cubicBezTo>
                  <a:cubicBezTo>
                    <a:pt x="349385" y="224556"/>
                    <a:pt x="340806" y="222765"/>
                    <a:pt x="332251" y="220974"/>
                  </a:cubicBezTo>
                  <a:cubicBezTo>
                    <a:pt x="331685" y="221704"/>
                    <a:pt x="331096" y="222411"/>
                    <a:pt x="330531" y="223142"/>
                  </a:cubicBezTo>
                  <a:cubicBezTo>
                    <a:pt x="333547" y="228633"/>
                    <a:pt x="336211" y="234337"/>
                    <a:pt x="339604" y="239569"/>
                  </a:cubicBezTo>
                  <a:cubicBezTo>
                    <a:pt x="356574" y="265682"/>
                    <a:pt x="374839" y="291018"/>
                    <a:pt x="390559" y="317863"/>
                  </a:cubicBezTo>
                  <a:cubicBezTo>
                    <a:pt x="411653" y="353875"/>
                    <a:pt x="430861" y="390971"/>
                    <a:pt x="438591" y="432758"/>
                  </a:cubicBezTo>
                  <a:cubicBezTo>
                    <a:pt x="445379" y="469524"/>
                    <a:pt x="450587" y="506456"/>
                    <a:pt x="450847" y="543906"/>
                  </a:cubicBezTo>
                  <a:cubicBezTo>
                    <a:pt x="450894" y="551754"/>
                    <a:pt x="449456" y="559626"/>
                    <a:pt x="448325" y="567427"/>
                  </a:cubicBezTo>
                  <a:cubicBezTo>
                    <a:pt x="448089" y="569077"/>
                    <a:pt x="446204" y="570491"/>
                    <a:pt x="445096" y="572022"/>
                  </a:cubicBezTo>
                  <a:cubicBezTo>
                    <a:pt x="443423" y="570797"/>
                    <a:pt x="440971" y="569901"/>
                    <a:pt x="440194" y="568252"/>
                  </a:cubicBezTo>
                  <a:cubicBezTo>
                    <a:pt x="438025" y="563609"/>
                    <a:pt x="436046" y="558730"/>
                    <a:pt x="434844" y="553757"/>
                  </a:cubicBezTo>
                  <a:cubicBezTo>
                    <a:pt x="429187" y="530236"/>
                    <a:pt x="429093" y="506220"/>
                    <a:pt x="428598" y="482180"/>
                  </a:cubicBezTo>
                  <a:cubicBezTo>
                    <a:pt x="428339" y="469406"/>
                    <a:pt x="426359" y="456609"/>
                    <a:pt x="424167" y="443976"/>
                  </a:cubicBezTo>
                  <a:cubicBezTo>
                    <a:pt x="422824" y="436222"/>
                    <a:pt x="417827" y="431367"/>
                    <a:pt x="409296" y="429482"/>
                  </a:cubicBezTo>
                  <a:cubicBezTo>
                    <a:pt x="403121" y="428115"/>
                    <a:pt x="396168" y="425357"/>
                    <a:pt x="391997" y="420926"/>
                  </a:cubicBezTo>
                  <a:cubicBezTo>
                    <a:pt x="385374" y="413880"/>
                    <a:pt x="380260" y="405207"/>
                    <a:pt x="375452" y="396698"/>
                  </a:cubicBezTo>
                  <a:cubicBezTo>
                    <a:pt x="370384" y="387695"/>
                    <a:pt x="366590" y="377985"/>
                    <a:pt x="361806" y="368794"/>
                  </a:cubicBezTo>
                  <a:cubicBezTo>
                    <a:pt x="360721" y="366720"/>
                    <a:pt x="357846" y="365588"/>
                    <a:pt x="355819" y="364009"/>
                  </a:cubicBezTo>
                  <a:cubicBezTo>
                    <a:pt x="354759" y="366272"/>
                    <a:pt x="352685" y="368558"/>
                    <a:pt x="352779" y="370750"/>
                  </a:cubicBezTo>
                  <a:cubicBezTo>
                    <a:pt x="353321" y="382298"/>
                    <a:pt x="354170" y="393870"/>
                    <a:pt x="355395" y="405372"/>
                  </a:cubicBezTo>
                  <a:cubicBezTo>
                    <a:pt x="358954" y="438532"/>
                    <a:pt x="362678" y="471645"/>
                    <a:pt x="366496" y="504782"/>
                  </a:cubicBezTo>
                  <a:cubicBezTo>
                    <a:pt x="367179" y="510651"/>
                    <a:pt x="368028" y="516614"/>
                    <a:pt x="369890" y="522152"/>
                  </a:cubicBezTo>
                  <a:cubicBezTo>
                    <a:pt x="370809" y="524886"/>
                    <a:pt x="374250" y="526795"/>
                    <a:pt x="376536" y="529081"/>
                  </a:cubicBezTo>
                  <a:cubicBezTo>
                    <a:pt x="378657" y="526889"/>
                    <a:pt x="382192" y="524980"/>
                    <a:pt x="382664" y="522482"/>
                  </a:cubicBezTo>
                  <a:cubicBezTo>
                    <a:pt x="384408" y="513361"/>
                    <a:pt x="385916" y="504052"/>
                    <a:pt x="386034" y="494789"/>
                  </a:cubicBezTo>
                  <a:cubicBezTo>
                    <a:pt x="386199" y="483689"/>
                    <a:pt x="384643" y="472565"/>
                    <a:pt x="384290" y="461464"/>
                  </a:cubicBezTo>
                  <a:cubicBezTo>
                    <a:pt x="384196" y="458400"/>
                    <a:pt x="385704" y="455265"/>
                    <a:pt x="386482" y="452178"/>
                  </a:cubicBezTo>
                  <a:cubicBezTo>
                    <a:pt x="387354" y="452060"/>
                    <a:pt x="388226" y="451942"/>
                    <a:pt x="389121" y="451824"/>
                  </a:cubicBezTo>
                  <a:cubicBezTo>
                    <a:pt x="390983" y="454771"/>
                    <a:pt x="393741" y="457504"/>
                    <a:pt x="394518" y="460733"/>
                  </a:cubicBezTo>
                  <a:cubicBezTo>
                    <a:pt x="396969" y="470797"/>
                    <a:pt x="399798" y="480955"/>
                    <a:pt x="400434" y="491207"/>
                  </a:cubicBezTo>
                  <a:cubicBezTo>
                    <a:pt x="402720" y="528256"/>
                    <a:pt x="405336" y="565353"/>
                    <a:pt x="405572" y="602426"/>
                  </a:cubicBezTo>
                  <a:cubicBezTo>
                    <a:pt x="405737" y="629553"/>
                    <a:pt x="402979" y="656750"/>
                    <a:pt x="400340" y="683783"/>
                  </a:cubicBezTo>
                  <a:cubicBezTo>
                    <a:pt x="399326" y="694177"/>
                    <a:pt x="394872" y="704217"/>
                    <a:pt x="392374" y="714516"/>
                  </a:cubicBezTo>
                  <a:cubicBezTo>
                    <a:pt x="391808" y="716849"/>
                    <a:pt x="392845" y="719560"/>
                    <a:pt x="393128" y="722105"/>
                  </a:cubicBezTo>
                  <a:cubicBezTo>
                    <a:pt x="395461" y="721704"/>
                    <a:pt x="397936" y="721657"/>
                    <a:pt x="400104" y="720809"/>
                  </a:cubicBezTo>
                  <a:cubicBezTo>
                    <a:pt x="404252" y="719159"/>
                    <a:pt x="408212" y="717062"/>
                    <a:pt x="412242" y="715129"/>
                  </a:cubicBezTo>
                  <a:cubicBezTo>
                    <a:pt x="411488" y="721516"/>
                    <a:pt x="408919" y="726277"/>
                    <a:pt x="407811" y="731367"/>
                  </a:cubicBezTo>
                  <a:cubicBezTo>
                    <a:pt x="407316" y="733724"/>
                    <a:pt x="409036" y="738108"/>
                    <a:pt x="410945" y="739004"/>
                  </a:cubicBezTo>
                  <a:cubicBezTo>
                    <a:pt x="412878" y="739899"/>
                    <a:pt x="417380" y="738438"/>
                    <a:pt x="418794" y="736529"/>
                  </a:cubicBezTo>
                  <a:cubicBezTo>
                    <a:pt x="421386" y="733112"/>
                    <a:pt x="423602" y="728704"/>
                    <a:pt x="424097" y="724485"/>
                  </a:cubicBezTo>
                  <a:cubicBezTo>
                    <a:pt x="425699" y="711028"/>
                    <a:pt x="426336" y="697453"/>
                    <a:pt x="427537" y="683925"/>
                  </a:cubicBezTo>
                  <a:cubicBezTo>
                    <a:pt x="429399" y="662784"/>
                    <a:pt x="430743" y="641572"/>
                    <a:pt x="433571" y="620550"/>
                  </a:cubicBezTo>
                  <a:cubicBezTo>
                    <a:pt x="435174" y="608600"/>
                    <a:pt x="442503" y="599857"/>
                    <a:pt x="454712" y="596180"/>
                  </a:cubicBezTo>
                  <a:cubicBezTo>
                    <a:pt x="457776" y="595261"/>
                    <a:pt x="460792" y="594177"/>
                    <a:pt x="463809" y="593069"/>
                  </a:cubicBezTo>
                  <a:cubicBezTo>
                    <a:pt x="472317" y="589958"/>
                    <a:pt x="477526" y="583877"/>
                    <a:pt x="477761" y="574851"/>
                  </a:cubicBezTo>
                  <a:cubicBezTo>
                    <a:pt x="478068" y="563019"/>
                    <a:pt x="478139" y="551094"/>
                    <a:pt x="476960" y="539333"/>
                  </a:cubicBezTo>
                  <a:cubicBezTo>
                    <a:pt x="474839" y="518193"/>
                    <a:pt x="471940" y="497123"/>
                    <a:pt x="468923" y="476076"/>
                  </a:cubicBezTo>
                  <a:cubicBezTo>
                    <a:pt x="464186" y="443081"/>
                    <a:pt x="459802" y="409802"/>
                    <a:pt x="447759" y="378574"/>
                  </a:cubicBezTo>
                  <a:cubicBezTo>
                    <a:pt x="438992" y="355831"/>
                    <a:pt x="427090" y="334313"/>
                    <a:pt x="416720" y="312183"/>
                  </a:cubicBezTo>
                  <a:cubicBezTo>
                    <a:pt x="407339" y="292150"/>
                    <a:pt x="398101" y="272046"/>
                    <a:pt x="388815" y="251966"/>
                  </a:cubicBezTo>
                  <a:cubicBezTo>
                    <a:pt x="389357" y="251636"/>
                    <a:pt x="389875" y="251282"/>
                    <a:pt x="390418" y="250952"/>
                  </a:cubicBezTo>
                  <a:cubicBezTo>
                    <a:pt x="401188" y="265305"/>
                    <a:pt x="412925" y="279022"/>
                    <a:pt x="422494" y="294129"/>
                  </a:cubicBezTo>
                  <a:cubicBezTo>
                    <a:pt x="440005" y="321775"/>
                    <a:pt x="452096" y="352131"/>
                    <a:pt x="462984" y="382887"/>
                  </a:cubicBezTo>
                  <a:cubicBezTo>
                    <a:pt x="480707" y="433017"/>
                    <a:pt x="497252" y="483453"/>
                    <a:pt x="497488" y="537542"/>
                  </a:cubicBezTo>
                  <a:cubicBezTo>
                    <a:pt x="497512" y="543010"/>
                    <a:pt x="499609" y="548714"/>
                    <a:pt x="501825" y="553828"/>
                  </a:cubicBezTo>
                  <a:cubicBezTo>
                    <a:pt x="502744" y="555925"/>
                    <a:pt x="506868" y="558400"/>
                    <a:pt x="508942" y="557952"/>
                  </a:cubicBezTo>
                  <a:cubicBezTo>
                    <a:pt x="522305" y="555030"/>
                    <a:pt x="526147" y="556538"/>
                    <a:pt x="529824" y="569666"/>
                  </a:cubicBezTo>
                  <a:cubicBezTo>
                    <a:pt x="532652" y="579824"/>
                    <a:pt x="534679" y="590288"/>
                    <a:pt x="536187" y="600752"/>
                  </a:cubicBezTo>
                  <a:cubicBezTo>
                    <a:pt x="542951" y="647370"/>
                    <a:pt x="540901" y="693493"/>
                    <a:pt x="526901" y="738674"/>
                  </a:cubicBezTo>
                  <a:cubicBezTo>
                    <a:pt x="524238" y="747229"/>
                    <a:pt x="519477" y="755242"/>
                    <a:pt x="514881" y="763020"/>
                  </a:cubicBezTo>
                  <a:cubicBezTo>
                    <a:pt x="513609" y="765164"/>
                    <a:pt x="509154" y="767050"/>
                    <a:pt x="506774" y="766460"/>
                  </a:cubicBezTo>
                  <a:cubicBezTo>
                    <a:pt x="504511" y="765918"/>
                    <a:pt x="501707" y="762077"/>
                    <a:pt x="501542" y="759531"/>
                  </a:cubicBezTo>
                  <a:cubicBezTo>
                    <a:pt x="501165" y="753757"/>
                    <a:pt x="502084" y="747865"/>
                    <a:pt x="502791" y="742067"/>
                  </a:cubicBezTo>
                  <a:cubicBezTo>
                    <a:pt x="503545" y="735963"/>
                    <a:pt x="505666" y="729859"/>
                    <a:pt x="505266" y="723873"/>
                  </a:cubicBezTo>
                  <a:cubicBezTo>
                    <a:pt x="505030" y="720290"/>
                    <a:pt x="501306" y="714351"/>
                    <a:pt x="498714" y="714092"/>
                  </a:cubicBezTo>
                  <a:cubicBezTo>
                    <a:pt x="494566" y="713691"/>
                    <a:pt x="489711" y="716637"/>
                    <a:pt x="485845" y="719206"/>
                  </a:cubicBezTo>
                  <a:cubicBezTo>
                    <a:pt x="484031" y="720408"/>
                    <a:pt x="483583" y="723967"/>
                    <a:pt x="482970" y="726583"/>
                  </a:cubicBezTo>
                  <a:cubicBezTo>
                    <a:pt x="481037" y="734785"/>
                    <a:pt x="476724" y="738249"/>
                    <a:pt x="468546" y="740300"/>
                  </a:cubicBezTo>
                  <a:cubicBezTo>
                    <a:pt x="462772" y="741761"/>
                    <a:pt x="455914" y="743576"/>
                    <a:pt x="452237" y="747653"/>
                  </a:cubicBezTo>
                  <a:cubicBezTo>
                    <a:pt x="440854" y="760239"/>
                    <a:pt x="430814" y="774026"/>
                    <a:pt x="420161" y="787271"/>
                  </a:cubicBezTo>
                  <a:cubicBezTo>
                    <a:pt x="413208" y="795897"/>
                    <a:pt x="406232" y="804523"/>
                    <a:pt x="398855" y="812796"/>
                  </a:cubicBezTo>
                  <a:cubicBezTo>
                    <a:pt x="397394" y="814446"/>
                    <a:pt x="394141" y="814493"/>
                    <a:pt x="391737" y="815270"/>
                  </a:cubicBezTo>
                  <a:cubicBezTo>
                    <a:pt x="391266" y="812725"/>
                    <a:pt x="389781" y="809873"/>
                    <a:pt x="390488" y="807728"/>
                  </a:cubicBezTo>
                  <a:cubicBezTo>
                    <a:pt x="392869" y="800493"/>
                    <a:pt x="395768" y="793399"/>
                    <a:pt x="398973" y="786470"/>
                  </a:cubicBezTo>
                  <a:cubicBezTo>
                    <a:pt x="406138" y="771056"/>
                    <a:pt x="403757" y="756562"/>
                    <a:pt x="394848" y="742869"/>
                  </a:cubicBezTo>
                  <a:cubicBezTo>
                    <a:pt x="390865" y="736717"/>
                    <a:pt x="385657" y="731415"/>
                    <a:pt x="377266" y="732805"/>
                  </a:cubicBezTo>
                  <a:cubicBezTo>
                    <a:pt x="369112" y="734172"/>
                    <a:pt x="365200" y="740606"/>
                    <a:pt x="363243" y="747512"/>
                  </a:cubicBezTo>
                  <a:cubicBezTo>
                    <a:pt x="362088" y="751565"/>
                    <a:pt x="362819" y="756845"/>
                    <a:pt x="364681" y="760639"/>
                  </a:cubicBezTo>
                  <a:cubicBezTo>
                    <a:pt x="365294" y="761912"/>
                    <a:pt x="371964" y="760286"/>
                    <a:pt x="375829" y="759885"/>
                  </a:cubicBezTo>
                  <a:cubicBezTo>
                    <a:pt x="376536" y="759814"/>
                    <a:pt x="377196" y="759037"/>
                    <a:pt x="377856" y="759037"/>
                  </a:cubicBezTo>
                  <a:cubicBezTo>
                    <a:pt x="380637" y="759107"/>
                    <a:pt x="384290" y="758377"/>
                    <a:pt x="385987" y="759814"/>
                  </a:cubicBezTo>
                  <a:cubicBezTo>
                    <a:pt x="387731" y="761299"/>
                    <a:pt x="388579" y="765164"/>
                    <a:pt x="388155" y="767710"/>
                  </a:cubicBezTo>
                  <a:cubicBezTo>
                    <a:pt x="386717" y="776430"/>
                    <a:pt x="381744" y="783170"/>
                    <a:pt x="374203" y="787743"/>
                  </a:cubicBezTo>
                  <a:cubicBezTo>
                    <a:pt x="368358" y="791278"/>
                    <a:pt x="363408" y="788945"/>
                    <a:pt x="361994" y="782416"/>
                  </a:cubicBezTo>
                  <a:cubicBezTo>
                    <a:pt x="359661" y="771551"/>
                    <a:pt x="357446" y="770632"/>
                    <a:pt x="347995" y="776760"/>
                  </a:cubicBezTo>
                  <a:cubicBezTo>
                    <a:pt x="345709" y="778245"/>
                    <a:pt x="343517" y="779894"/>
                    <a:pt x="341537" y="781733"/>
                  </a:cubicBezTo>
                  <a:cubicBezTo>
                    <a:pt x="316484" y="805136"/>
                    <a:pt x="286599" y="807493"/>
                    <a:pt x="254806" y="801789"/>
                  </a:cubicBezTo>
                  <a:cubicBezTo>
                    <a:pt x="230389" y="797406"/>
                    <a:pt x="208471" y="786706"/>
                    <a:pt x="186788" y="775322"/>
                  </a:cubicBezTo>
                  <a:cubicBezTo>
                    <a:pt x="183017" y="773343"/>
                    <a:pt x="179057" y="771763"/>
                    <a:pt x="174603" y="769713"/>
                  </a:cubicBezTo>
                  <a:cubicBezTo>
                    <a:pt x="174886" y="771433"/>
                    <a:pt x="174815" y="772023"/>
                    <a:pt x="175074" y="772353"/>
                  </a:cubicBezTo>
                  <a:cubicBezTo>
                    <a:pt x="176253" y="773932"/>
                    <a:pt x="177549" y="775440"/>
                    <a:pt x="178775" y="776996"/>
                  </a:cubicBezTo>
                  <a:cubicBezTo>
                    <a:pt x="193599" y="795567"/>
                    <a:pt x="213726" y="806574"/>
                    <a:pt x="234820" y="816072"/>
                  </a:cubicBezTo>
                  <a:cubicBezTo>
                    <a:pt x="256927" y="826017"/>
                    <a:pt x="279435" y="834832"/>
                    <a:pt x="303828" y="837448"/>
                  </a:cubicBezTo>
                  <a:cubicBezTo>
                    <a:pt x="310710" y="838179"/>
                    <a:pt x="316767" y="837684"/>
                    <a:pt x="321009" y="830448"/>
                  </a:cubicBezTo>
                  <a:cubicBezTo>
                    <a:pt x="322871" y="827267"/>
                    <a:pt x="327396" y="824721"/>
                    <a:pt x="331190" y="823708"/>
                  </a:cubicBezTo>
                  <a:cubicBezTo>
                    <a:pt x="346345" y="819678"/>
                    <a:pt x="361240" y="820927"/>
                    <a:pt x="374792" y="829199"/>
                  </a:cubicBezTo>
                  <a:cubicBezTo>
                    <a:pt x="378798" y="831627"/>
                    <a:pt x="381792" y="835987"/>
                    <a:pt x="384667" y="839876"/>
                  </a:cubicBezTo>
                  <a:cubicBezTo>
                    <a:pt x="385680" y="841266"/>
                    <a:pt x="385657" y="844283"/>
                    <a:pt x="384808" y="845862"/>
                  </a:cubicBezTo>
                  <a:cubicBezTo>
                    <a:pt x="384266" y="846852"/>
                    <a:pt x="381202" y="847040"/>
                    <a:pt x="379458" y="846663"/>
                  </a:cubicBezTo>
                  <a:cubicBezTo>
                    <a:pt x="375852" y="845909"/>
                    <a:pt x="372388" y="844495"/>
                    <a:pt x="368829" y="843458"/>
                  </a:cubicBezTo>
                  <a:cubicBezTo>
                    <a:pt x="353792" y="839051"/>
                    <a:pt x="339699" y="840536"/>
                    <a:pt x="326288" y="849279"/>
                  </a:cubicBezTo>
                  <a:cubicBezTo>
                    <a:pt x="321645" y="852320"/>
                    <a:pt x="316154" y="854912"/>
                    <a:pt x="310733" y="855808"/>
                  </a:cubicBezTo>
                  <a:cubicBezTo>
                    <a:pt x="282546" y="860498"/>
                    <a:pt x="255042" y="857340"/>
                    <a:pt x="228551" y="846640"/>
                  </a:cubicBezTo>
                  <a:cubicBezTo>
                    <a:pt x="220420" y="843364"/>
                    <a:pt x="213114" y="838815"/>
                    <a:pt x="212548" y="828280"/>
                  </a:cubicBezTo>
                  <a:cubicBezTo>
                    <a:pt x="212336" y="824226"/>
                    <a:pt x="209955" y="822152"/>
                    <a:pt x="205265" y="824603"/>
                  </a:cubicBezTo>
                  <a:cubicBezTo>
                    <a:pt x="203286" y="825640"/>
                    <a:pt x="199986" y="825711"/>
                    <a:pt x="197936" y="824792"/>
                  </a:cubicBezTo>
                  <a:cubicBezTo>
                    <a:pt x="193717" y="822859"/>
                    <a:pt x="189475" y="820479"/>
                    <a:pt x="186010" y="817415"/>
                  </a:cubicBezTo>
                  <a:cubicBezTo>
                    <a:pt x="153722" y="788780"/>
                    <a:pt x="120467" y="761535"/>
                    <a:pt x="101871" y="720290"/>
                  </a:cubicBezTo>
                  <a:cubicBezTo>
                    <a:pt x="90794" y="695732"/>
                    <a:pt x="71138" y="676124"/>
                    <a:pt x="51530" y="657410"/>
                  </a:cubicBezTo>
                  <a:cubicBezTo>
                    <a:pt x="48489" y="654511"/>
                    <a:pt x="44483" y="652626"/>
                    <a:pt x="40924" y="650269"/>
                  </a:cubicBezTo>
                  <a:cubicBezTo>
                    <a:pt x="40358" y="650693"/>
                    <a:pt x="39793" y="651141"/>
                    <a:pt x="39203" y="651565"/>
                  </a:cubicBezTo>
                  <a:cubicBezTo>
                    <a:pt x="39604" y="654629"/>
                    <a:pt x="39368" y="657952"/>
                    <a:pt x="40523" y="660710"/>
                  </a:cubicBezTo>
                  <a:cubicBezTo>
                    <a:pt x="43564" y="667992"/>
                    <a:pt x="46722" y="675275"/>
                    <a:pt x="50658" y="682110"/>
                  </a:cubicBezTo>
                  <a:cubicBezTo>
                    <a:pt x="75286" y="724957"/>
                    <a:pt x="106891" y="762289"/>
                    <a:pt x="142244" y="796534"/>
                  </a:cubicBezTo>
                  <a:cubicBezTo>
                    <a:pt x="164681" y="818264"/>
                    <a:pt x="188249" y="838697"/>
                    <a:pt x="214999" y="855077"/>
                  </a:cubicBezTo>
                  <a:cubicBezTo>
                    <a:pt x="228362" y="863255"/>
                    <a:pt x="242268" y="870467"/>
                    <a:pt x="258294" y="871033"/>
                  </a:cubicBezTo>
                  <a:cubicBezTo>
                    <a:pt x="282004" y="871881"/>
                    <a:pt x="305737" y="872918"/>
                    <a:pt x="329423" y="872235"/>
                  </a:cubicBezTo>
                  <a:cubicBezTo>
                    <a:pt x="355442" y="871504"/>
                    <a:pt x="379105" y="863208"/>
                    <a:pt x="396852" y="842987"/>
                  </a:cubicBezTo>
                  <a:cubicBezTo>
                    <a:pt x="410380" y="827549"/>
                    <a:pt x="422989" y="811287"/>
                    <a:pt x="436258" y="795638"/>
                  </a:cubicBezTo>
                  <a:cubicBezTo>
                    <a:pt x="443611" y="786965"/>
                    <a:pt x="451365" y="778622"/>
                    <a:pt x="459284" y="770467"/>
                  </a:cubicBezTo>
                  <a:cubicBezTo>
                    <a:pt x="460839" y="768864"/>
                    <a:pt x="464328" y="767969"/>
                    <a:pt x="466449" y="768534"/>
                  </a:cubicBezTo>
                  <a:cubicBezTo>
                    <a:pt x="467816" y="768912"/>
                    <a:pt x="469277" y="772730"/>
                    <a:pt x="468947" y="774733"/>
                  </a:cubicBezTo>
                  <a:cubicBezTo>
                    <a:pt x="467792" y="781921"/>
                    <a:pt x="467179" y="789652"/>
                    <a:pt x="464045" y="796039"/>
                  </a:cubicBezTo>
                  <a:cubicBezTo>
                    <a:pt x="446557" y="831627"/>
                    <a:pt x="419807" y="859649"/>
                    <a:pt x="389239" y="884160"/>
                  </a:cubicBezTo>
                  <a:cubicBezTo>
                    <a:pt x="378987" y="892386"/>
                    <a:pt x="366425" y="896439"/>
                    <a:pt x="353321" y="896227"/>
                  </a:cubicBezTo>
                  <a:cubicBezTo>
                    <a:pt x="327632" y="895779"/>
                    <a:pt x="301872" y="895426"/>
                    <a:pt x="276300" y="893211"/>
                  </a:cubicBezTo>
                  <a:cubicBezTo>
                    <a:pt x="239392" y="890005"/>
                    <a:pt x="204912" y="878363"/>
                    <a:pt x="173448" y="858447"/>
                  </a:cubicBezTo>
                  <a:cubicBezTo>
                    <a:pt x="138049" y="836034"/>
                    <a:pt x="110592" y="805725"/>
                    <a:pt x="87990" y="770891"/>
                  </a:cubicBezTo>
                  <a:cubicBezTo>
                    <a:pt x="71704" y="745815"/>
                    <a:pt x="56620" y="719960"/>
                    <a:pt x="40382" y="694860"/>
                  </a:cubicBezTo>
                  <a:cubicBezTo>
                    <a:pt x="35338" y="687083"/>
                    <a:pt x="29423" y="678716"/>
                    <a:pt x="21787" y="674120"/>
                  </a:cubicBezTo>
                  <a:cubicBezTo>
                    <a:pt x="14716" y="669854"/>
                    <a:pt x="13443" y="666720"/>
                    <a:pt x="17026" y="660521"/>
                  </a:cubicBezTo>
                  <a:cubicBezTo>
                    <a:pt x="25227" y="646286"/>
                    <a:pt x="12383" y="617934"/>
                    <a:pt x="599" y="608954"/>
                  </a:cubicBezTo>
                  <a:cubicBezTo>
                    <a:pt x="363" y="611216"/>
                    <a:pt x="-132" y="613102"/>
                    <a:pt x="33" y="614917"/>
                  </a:cubicBezTo>
                  <a:cubicBezTo>
                    <a:pt x="2013" y="636647"/>
                    <a:pt x="5831" y="658023"/>
                    <a:pt x="13703" y="678433"/>
                  </a:cubicBezTo>
                  <a:cubicBezTo>
                    <a:pt x="49738" y="771669"/>
                    <a:pt x="111794" y="842916"/>
                    <a:pt x="197276" y="893918"/>
                  </a:cubicBezTo>
                  <a:cubicBezTo>
                    <a:pt x="248277" y="924344"/>
                    <a:pt x="303286" y="929859"/>
                    <a:pt x="360439" y="916991"/>
                  </a:cubicBezTo>
                  <a:cubicBezTo>
                    <a:pt x="395249" y="909143"/>
                    <a:pt x="425346" y="893423"/>
                    <a:pt x="444954" y="861794"/>
                  </a:cubicBezTo>
                  <a:cubicBezTo>
                    <a:pt x="457493" y="841572"/>
                    <a:pt x="472411" y="825499"/>
                    <a:pt x="499044" y="824556"/>
                  </a:cubicBezTo>
                  <a:cubicBezTo>
                    <a:pt x="513727" y="824038"/>
                    <a:pt x="524262" y="808907"/>
                    <a:pt x="522588" y="794083"/>
                  </a:cubicBezTo>
                  <a:cubicBezTo>
                    <a:pt x="519595" y="795850"/>
                    <a:pt x="516790" y="797194"/>
                    <a:pt x="514339" y="799008"/>
                  </a:cubicBezTo>
                  <a:cubicBezTo>
                    <a:pt x="507575" y="804005"/>
                    <a:pt x="501094" y="809425"/>
                    <a:pt x="494188" y="814210"/>
                  </a:cubicBezTo>
                  <a:cubicBezTo>
                    <a:pt x="487236" y="819041"/>
                    <a:pt x="484596" y="817863"/>
                    <a:pt x="483559" y="809661"/>
                  </a:cubicBezTo>
                  <a:cubicBezTo>
                    <a:pt x="483017" y="805277"/>
                    <a:pt x="482829" y="800729"/>
                    <a:pt x="483371" y="796369"/>
                  </a:cubicBezTo>
                  <a:cubicBezTo>
                    <a:pt x="484690" y="785621"/>
                    <a:pt x="489663" y="781827"/>
                    <a:pt x="500411" y="783005"/>
                  </a:cubicBezTo>
                  <a:cubicBezTo>
                    <a:pt x="505053" y="783524"/>
                    <a:pt x="509696" y="784278"/>
                    <a:pt x="514292" y="785244"/>
                  </a:cubicBezTo>
                  <a:cubicBezTo>
                    <a:pt x="529894" y="788520"/>
                    <a:pt x="535622" y="784867"/>
                    <a:pt x="536706" y="768864"/>
                  </a:cubicBezTo>
                  <a:cubicBezTo>
                    <a:pt x="537955" y="750175"/>
                    <a:pt x="545426" y="734526"/>
                    <a:pt x="557823" y="721045"/>
                  </a:cubicBezTo>
                  <a:cubicBezTo>
                    <a:pt x="570173" y="707611"/>
                    <a:pt x="575381" y="691608"/>
                    <a:pt x="576135" y="673743"/>
                  </a:cubicBezTo>
                  <a:cubicBezTo>
                    <a:pt x="577314" y="645225"/>
                    <a:pt x="568806" y="619112"/>
                    <a:pt x="555961" y="594247"/>
                  </a:cubicBezTo>
                  <a:cubicBezTo>
                    <a:pt x="544365" y="571763"/>
                    <a:pt x="534160" y="548784"/>
                    <a:pt x="529447" y="523825"/>
                  </a:cubicBezTo>
                  <a:cubicBezTo>
                    <a:pt x="527679" y="514445"/>
                    <a:pt x="527443" y="504735"/>
                    <a:pt x="527137" y="495143"/>
                  </a:cubicBezTo>
                  <a:cubicBezTo>
                    <a:pt x="527066" y="493092"/>
                    <a:pt x="529447" y="489651"/>
                    <a:pt x="531309" y="489180"/>
                  </a:cubicBezTo>
                  <a:cubicBezTo>
                    <a:pt x="533241" y="488685"/>
                    <a:pt x="536329" y="490524"/>
                    <a:pt x="538073" y="492220"/>
                  </a:cubicBezTo>
                  <a:cubicBezTo>
                    <a:pt x="539934" y="494035"/>
                    <a:pt x="541254" y="496722"/>
                    <a:pt x="541985" y="499267"/>
                  </a:cubicBezTo>
                  <a:cubicBezTo>
                    <a:pt x="546039" y="513220"/>
                    <a:pt x="550470" y="527078"/>
                    <a:pt x="553604" y="541242"/>
                  </a:cubicBezTo>
                  <a:cubicBezTo>
                    <a:pt x="558223" y="562195"/>
                    <a:pt x="561429" y="583524"/>
                    <a:pt x="571705" y="602756"/>
                  </a:cubicBezTo>
                  <a:cubicBezTo>
                    <a:pt x="573637" y="606385"/>
                    <a:pt x="576300" y="609850"/>
                    <a:pt x="579341" y="612583"/>
                  </a:cubicBezTo>
                  <a:cubicBezTo>
                    <a:pt x="581038" y="614115"/>
                    <a:pt x="584997" y="615270"/>
                    <a:pt x="586458" y="614328"/>
                  </a:cubicBezTo>
                  <a:cubicBezTo>
                    <a:pt x="588155" y="613243"/>
                    <a:pt x="588933" y="609637"/>
                    <a:pt x="588886" y="607116"/>
                  </a:cubicBezTo>
                  <a:cubicBezTo>
                    <a:pt x="588839" y="603463"/>
                    <a:pt x="587825" y="599810"/>
                    <a:pt x="587047" y="596204"/>
                  </a:cubicBezTo>
                  <a:cubicBezTo>
                    <a:pt x="580778" y="567026"/>
                    <a:pt x="574533" y="537825"/>
                    <a:pt x="568169" y="508671"/>
                  </a:cubicBezTo>
                  <a:cubicBezTo>
                    <a:pt x="562890" y="484561"/>
                    <a:pt x="557752" y="460356"/>
                    <a:pt x="544695" y="438885"/>
                  </a:cubicBezTo>
                  <a:cubicBezTo>
                    <a:pt x="541796" y="434125"/>
                    <a:pt x="538568" y="427973"/>
                    <a:pt x="531709" y="430448"/>
                  </a:cubicBezTo>
                  <a:cubicBezTo>
                    <a:pt x="524238" y="433135"/>
                    <a:pt x="526948" y="440323"/>
                    <a:pt x="527184" y="446003"/>
                  </a:cubicBezTo>
                  <a:cubicBezTo>
                    <a:pt x="527278" y="448148"/>
                    <a:pt x="528339" y="450269"/>
                    <a:pt x="528928" y="452414"/>
                  </a:cubicBezTo>
                  <a:cubicBezTo>
                    <a:pt x="529329" y="453828"/>
                    <a:pt x="530177" y="455407"/>
                    <a:pt x="529894" y="456703"/>
                  </a:cubicBezTo>
                  <a:cubicBezTo>
                    <a:pt x="528952" y="460969"/>
                    <a:pt x="528857" y="466979"/>
                    <a:pt x="526076" y="468935"/>
                  </a:cubicBezTo>
                  <a:cubicBezTo>
                    <a:pt x="521410" y="472211"/>
                    <a:pt x="517262" y="467403"/>
                    <a:pt x="514716" y="463514"/>
                  </a:cubicBezTo>
                  <a:cubicBezTo>
                    <a:pt x="511346" y="458400"/>
                    <a:pt x="508117" y="452979"/>
                    <a:pt x="506091" y="447229"/>
                  </a:cubicBezTo>
                  <a:cubicBezTo>
                    <a:pt x="499326" y="428162"/>
                    <a:pt x="493623" y="408742"/>
                    <a:pt x="486647" y="389769"/>
                  </a:cubicBezTo>
                  <a:cubicBezTo>
                    <a:pt x="470950" y="347017"/>
                    <a:pt x="452591" y="305489"/>
                    <a:pt x="426406" y="267922"/>
                  </a:cubicBezTo>
                  <a:cubicBezTo>
                    <a:pt x="418864" y="257104"/>
                    <a:pt x="410309" y="247653"/>
                    <a:pt x="397276" y="242515"/>
                  </a:cubicBezTo>
                  <a:cubicBezTo>
                    <a:pt x="384950" y="237683"/>
                    <a:pt x="380448" y="220314"/>
                    <a:pt x="387212" y="208836"/>
                  </a:cubicBezTo>
                  <a:cubicBezTo>
                    <a:pt x="392986" y="199031"/>
                    <a:pt x="402555" y="197759"/>
                    <a:pt x="410262" y="205866"/>
                  </a:cubicBezTo>
                  <a:cubicBezTo>
                    <a:pt x="412972" y="208742"/>
                    <a:pt x="415565" y="211758"/>
                    <a:pt x="417874" y="214964"/>
                  </a:cubicBezTo>
                  <a:cubicBezTo>
                    <a:pt x="444530" y="252013"/>
                    <a:pt x="466755" y="291631"/>
                    <a:pt x="485539" y="333158"/>
                  </a:cubicBezTo>
                  <a:cubicBezTo>
                    <a:pt x="490064" y="343175"/>
                    <a:pt x="494212" y="353804"/>
                    <a:pt x="495956" y="364575"/>
                  </a:cubicBezTo>
                  <a:cubicBezTo>
                    <a:pt x="499185" y="384443"/>
                    <a:pt x="509932" y="398466"/>
                    <a:pt x="525746" y="409496"/>
                  </a:cubicBezTo>
                  <a:cubicBezTo>
                    <a:pt x="527514" y="410745"/>
                    <a:pt x="529800" y="411264"/>
                    <a:pt x="533548" y="412866"/>
                  </a:cubicBezTo>
                  <a:cubicBezTo>
                    <a:pt x="532181" y="407634"/>
                    <a:pt x="531521" y="404311"/>
                    <a:pt x="530436" y="401153"/>
                  </a:cubicBezTo>
                  <a:cubicBezTo>
                    <a:pt x="513043" y="350033"/>
                    <a:pt x="490606" y="301176"/>
                    <a:pt x="463927" y="254323"/>
                  </a:cubicBezTo>
                  <a:cubicBezTo>
                    <a:pt x="456008" y="240394"/>
                    <a:pt x="448089" y="225781"/>
                    <a:pt x="437177" y="214398"/>
                  </a:cubicBezTo>
                  <a:cubicBezTo>
                    <a:pt x="407528" y="183476"/>
                    <a:pt x="376324" y="154016"/>
                    <a:pt x="341513" y="128798"/>
                  </a:cubicBezTo>
                  <a:cubicBezTo>
                    <a:pt x="328080" y="119064"/>
                    <a:pt x="313444" y="111876"/>
                    <a:pt x="296192" y="113149"/>
                  </a:cubicBezTo>
                  <a:cubicBezTo>
                    <a:pt x="283371" y="114092"/>
                    <a:pt x="270620" y="116637"/>
                    <a:pt x="257799" y="116755"/>
                  </a:cubicBezTo>
                  <a:cubicBezTo>
                    <a:pt x="242268" y="116896"/>
                    <a:pt x="229682" y="123071"/>
                    <a:pt x="217709" y="131886"/>
                  </a:cubicBezTo>
                  <a:cubicBezTo>
                    <a:pt x="188909" y="153073"/>
                    <a:pt x="162135" y="176571"/>
                    <a:pt x="137837" y="202802"/>
                  </a:cubicBezTo>
                  <a:cubicBezTo>
                    <a:pt x="133830" y="207139"/>
                    <a:pt x="130200" y="211923"/>
                    <a:pt x="127042" y="216920"/>
                  </a:cubicBezTo>
                  <a:cubicBezTo>
                    <a:pt x="125675" y="219088"/>
                    <a:pt x="125746" y="222270"/>
                    <a:pt x="125463" y="225027"/>
                  </a:cubicBezTo>
                  <a:cubicBezTo>
                    <a:pt x="125086" y="228822"/>
                    <a:pt x="126005" y="233088"/>
                    <a:pt x="124568" y="236340"/>
                  </a:cubicBezTo>
                  <a:cubicBezTo>
                    <a:pt x="121999" y="242138"/>
                    <a:pt x="117992" y="247323"/>
                    <a:pt x="114740" y="252838"/>
                  </a:cubicBezTo>
                  <a:cubicBezTo>
                    <a:pt x="112218" y="257104"/>
                    <a:pt x="107363" y="261629"/>
                    <a:pt x="111699" y="266272"/>
                  </a:cubicBezTo>
                  <a:cubicBezTo>
                    <a:pt x="112713" y="267356"/>
                    <a:pt x="121409" y="263679"/>
                    <a:pt x="124143" y="260238"/>
                  </a:cubicBezTo>
                  <a:cubicBezTo>
                    <a:pt x="133641" y="248266"/>
                    <a:pt x="142503" y="235727"/>
                    <a:pt x="150846" y="222906"/>
                  </a:cubicBezTo>
                  <a:cubicBezTo>
                    <a:pt x="161169" y="206998"/>
                    <a:pt x="172859" y="192432"/>
                    <a:pt x="187542" y="180365"/>
                  </a:cubicBezTo>
                  <a:cubicBezTo>
                    <a:pt x="215093" y="157716"/>
                    <a:pt x="247240" y="145767"/>
                    <a:pt x="282098" y="141171"/>
                  </a:cubicBezTo>
                  <a:cubicBezTo>
                    <a:pt x="295414" y="139404"/>
                    <a:pt x="309366" y="138697"/>
                    <a:pt x="322565" y="140606"/>
                  </a:cubicBezTo>
                  <a:cubicBezTo>
                    <a:pt x="341537" y="143340"/>
                    <a:pt x="353840" y="157716"/>
                    <a:pt x="365742" y="171410"/>
                  </a:cubicBezTo>
                  <a:cubicBezTo>
                    <a:pt x="370714" y="177113"/>
                    <a:pt x="374957" y="183641"/>
                    <a:pt x="378445" y="190382"/>
                  </a:cubicBezTo>
                  <a:cubicBezTo>
                    <a:pt x="381579" y="196415"/>
                    <a:pt x="378728" y="200163"/>
                    <a:pt x="371964" y="199361"/>
                  </a:cubicBezTo>
                  <a:cubicBezTo>
                    <a:pt x="366920" y="198749"/>
                    <a:pt x="361688" y="197405"/>
                    <a:pt x="357163" y="195119"/>
                  </a:cubicBezTo>
                  <a:cubicBezTo>
                    <a:pt x="346368" y="189698"/>
                    <a:pt x="335881" y="183594"/>
                    <a:pt x="325346" y="177679"/>
                  </a:cubicBezTo>
                  <a:cubicBezTo>
                    <a:pt x="304417" y="165895"/>
                    <a:pt x="281980" y="162548"/>
                    <a:pt x="258695" y="167049"/>
                  </a:cubicBezTo>
                  <a:cubicBezTo>
                    <a:pt x="214127" y="175699"/>
                    <a:pt x="186953" y="205230"/>
                    <a:pt x="168711" y="244589"/>
                  </a:cubicBezTo>
                  <a:cubicBezTo>
                    <a:pt x="167014" y="248242"/>
                    <a:pt x="168334" y="253191"/>
                    <a:pt x="167415" y="257339"/>
                  </a:cubicBezTo>
                  <a:cubicBezTo>
                    <a:pt x="166543" y="261252"/>
                    <a:pt x="165671" y="266696"/>
                    <a:pt x="162913" y="268393"/>
                  </a:cubicBezTo>
                  <a:cubicBezTo>
                    <a:pt x="155348" y="273012"/>
                    <a:pt x="150611" y="279564"/>
                    <a:pt x="148372" y="287389"/>
                  </a:cubicBezTo>
                  <a:cubicBezTo>
                    <a:pt x="144153" y="302048"/>
                    <a:pt x="140406" y="316920"/>
                    <a:pt x="137954" y="331956"/>
                  </a:cubicBezTo>
                  <a:cubicBezTo>
                    <a:pt x="136658" y="339781"/>
                    <a:pt x="137695" y="348289"/>
                    <a:pt x="139180" y="356185"/>
                  </a:cubicBezTo>
                  <a:cubicBezTo>
                    <a:pt x="140476" y="363043"/>
                    <a:pt x="146203" y="364575"/>
                    <a:pt x="150469" y="359131"/>
                  </a:cubicBezTo>
                  <a:cubicBezTo>
                    <a:pt x="154217" y="354323"/>
                    <a:pt x="156668" y="348077"/>
                    <a:pt x="158247" y="342091"/>
                  </a:cubicBezTo>
                  <a:cubicBezTo>
                    <a:pt x="160368" y="334054"/>
                    <a:pt x="160627" y="325522"/>
                    <a:pt x="162583" y="317415"/>
                  </a:cubicBezTo>
                  <a:cubicBezTo>
                    <a:pt x="163809" y="312277"/>
                    <a:pt x="166849" y="307328"/>
                    <a:pt x="173472" y="308695"/>
                  </a:cubicBezTo>
                  <a:cubicBezTo>
                    <a:pt x="179835" y="310014"/>
                    <a:pt x="180542" y="315482"/>
                    <a:pt x="180754" y="320903"/>
                  </a:cubicBezTo>
                  <a:cubicBezTo>
                    <a:pt x="181202" y="333535"/>
                    <a:pt x="176159" y="344471"/>
                    <a:pt x="170267" y="355171"/>
                  </a:cubicBezTo>
                  <a:cubicBezTo>
                    <a:pt x="162866" y="368605"/>
                    <a:pt x="163667" y="373696"/>
                    <a:pt x="174957" y="384184"/>
                  </a:cubicBezTo>
                  <a:cubicBezTo>
                    <a:pt x="180377" y="389227"/>
                    <a:pt x="182286" y="395072"/>
                    <a:pt x="179552" y="402237"/>
                  </a:cubicBezTo>
                  <a:cubicBezTo>
                    <a:pt x="177879" y="406621"/>
                    <a:pt x="173684" y="411923"/>
                    <a:pt x="180142" y="415152"/>
                  </a:cubicBezTo>
                  <a:cubicBezTo>
                    <a:pt x="186835" y="418499"/>
                    <a:pt x="188815" y="411782"/>
                    <a:pt x="191596" y="407705"/>
                  </a:cubicBezTo>
                  <a:cubicBezTo>
                    <a:pt x="192680" y="406102"/>
                    <a:pt x="193505" y="404217"/>
                    <a:pt x="194023" y="402331"/>
                  </a:cubicBezTo>
                  <a:cubicBezTo>
                    <a:pt x="197559" y="389510"/>
                    <a:pt x="200929" y="376665"/>
                    <a:pt x="204464" y="363844"/>
                  </a:cubicBezTo>
                  <a:cubicBezTo>
                    <a:pt x="208306" y="349845"/>
                    <a:pt x="211864" y="335751"/>
                    <a:pt x="216319" y="321963"/>
                  </a:cubicBezTo>
                  <a:cubicBezTo>
                    <a:pt x="218581" y="314940"/>
                    <a:pt x="222235" y="308459"/>
                    <a:pt x="231190" y="307045"/>
                  </a:cubicBezTo>
                  <a:cubicBezTo>
                    <a:pt x="232934" y="306762"/>
                    <a:pt x="234679" y="301883"/>
                    <a:pt x="235056" y="298937"/>
                  </a:cubicBezTo>
                  <a:cubicBezTo>
                    <a:pt x="235315" y="296840"/>
                    <a:pt x="233264" y="294459"/>
                    <a:pt x="232322" y="292173"/>
                  </a:cubicBezTo>
                  <a:cubicBezTo>
                    <a:pt x="228999" y="283971"/>
                    <a:pt x="231261" y="280837"/>
                    <a:pt x="239769" y="281897"/>
                  </a:cubicBezTo>
                  <a:cubicBezTo>
                    <a:pt x="255489" y="283877"/>
                    <a:pt x="266048" y="293988"/>
                    <a:pt x="275357" y="305442"/>
                  </a:cubicBezTo>
                  <a:cubicBezTo>
                    <a:pt x="292963" y="327078"/>
                    <a:pt x="303498" y="352343"/>
                    <a:pt x="310851" y="378951"/>
                  </a:cubicBezTo>
                  <a:cubicBezTo>
                    <a:pt x="321528" y="417533"/>
                    <a:pt x="324921" y="456515"/>
                    <a:pt x="317639" y="496321"/>
                  </a:cubicBezTo>
                  <a:cubicBezTo>
                    <a:pt x="312831" y="522529"/>
                    <a:pt x="308966" y="548949"/>
                    <a:pt x="305831" y="575416"/>
                  </a:cubicBezTo>
                  <a:cubicBezTo>
                    <a:pt x="304016" y="590783"/>
                    <a:pt x="300740" y="597948"/>
                    <a:pt x="285751" y="601719"/>
                  </a:cubicBezTo>
                  <a:cubicBezTo>
                    <a:pt x="252850" y="610038"/>
                    <a:pt x="222140" y="607233"/>
                    <a:pt x="196474" y="581662"/>
                  </a:cubicBezTo>
                  <a:cubicBezTo>
                    <a:pt x="186458" y="571693"/>
                    <a:pt x="174391" y="567167"/>
                    <a:pt x="159920" y="571669"/>
                  </a:cubicBezTo>
                  <a:cubicBezTo>
                    <a:pt x="156785" y="572659"/>
                    <a:pt x="151553" y="572847"/>
                    <a:pt x="149880" y="571009"/>
                  </a:cubicBezTo>
                  <a:cubicBezTo>
                    <a:pt x="148136" y="569100"/>
                    <a:pt x="149385" y="564316"/>
                    <a:pt x="149550" y="560804"/>
                  </a:cubicBezTo>
                  <a:cubicBezTo>
                    <a:pt x="149880" y="553569"/>
                    <a:pt x="151553" y="546168"/>
                    <a:pt x="150446" y="539192"/>
                  </a:cubicBezTo>
                  <a:cubicBezTo>
                    <a:pt x="149456" y="532970"/>
                    <a:pt x="144648" y="528068"/>
                    <a:pt x="137177" y="528681"/>
                  </a:cubicBezTo>
                  <a:cubicBezTo>
                    <a:pt x="129894" y="529270"/>
                    <a:pt x="125652" y="534360"/>
                    <a:pt x="125322" y="540865"/>
                  </a:cubicBezTo>
                  <a:cubicBezTo>
                    <a:pt x="124968" y="547582"/>
                    <a:pt x="125840" y="554794"/>
                    <a:pt x="128079" y="561110"/>
                  </a:cubicBezTo>
                  <a:cubicBezTo>
                    <a:pt x="138402" y="590052"/>
                    <a:pt x="155018" y="615082"/>
                    <a:pt x="178185" y="635280"/>
                  </a:cubicBezTo>
                  <a:cubicBezTo>
                    <a:pt x="185327" y="641502"/>
                    <a:pt x="194212" y="645838"/>
                    <a:pt x="202649" y="650387"/>
                  </a:cubicBezTo>
                  <a:cubicBezTo>
                    <a:pt x="205242" y="651777"/>
                    <a:pt x="209036" y="650976"/>
                    <a:pt x="212289" y="651188"/>
                  </a:cubicBezTo>
                  <a:cubicBezTo>
                    <a:pt x="211181" y="647959"/>
                    <a:pt x="210992" y="643717"/>
                    <a:pt x="208777" y="641643"/>
                  </a:cubicBezTo>
                  <a:cubicBezTo>
                    <a:pt x="200717" y="634054"/>
                    <a:pt x="191666" y="627502"/>
                    <a:pt x="183606" y="619913"/>
                  </a:cubicBezTo>
                  <a:cubicBezTo>
                    <a:pt x="175781" y="612536"/>
                    <a:pt x="168287" y="604665"/>
                    <a:pt x="161570" y="596274"/>
                  </a:cubicBezTo>
                  <a:cubicBezTo>
                    <a:pt x="159684" y="593941"/>
                    <a:pt x="161028" y="589039"/>
                    <a:pt x="160886" y="585291"/>
                  </a:cubicBezTo>
                  <a:cubicBezTo>
                    <a:pt x="164304" y="585786"/>
                    <a:pt x="168357" y="585268"/>
                    <a:pt x="170997" y="586965"/>
                  </a:cubicBezTo>
                  <a:cubicBezTo>
                    <a:pt x="178233" y="591631"/>
                    <a:pt x="184455" y="597995"/>
                    <a:pt x="191879" y="602308"/>
                  </a:cubicBezTo>
                  <a:cubicBezTo>
                    <a:pt x="202225" y="608294"/>
                    <a:pt x="212854" y="614445"/>
                    <a:pt x="224167" y="617863"/>
                  </a:cubicBezTo>
                  <a:cubicBezTo>
                    <a:pt x="234891" y="621115"/>
                    <a:pt x="238968" y="625075"/>
                    <a:pt x="236163" y="636081"/>
                  </a:cubicBezTo>
                  <a:cubicBezTo>
                    <a:pt x="234702" y="641785"/>
                    <a:pt x="233052" y="647535"/>
                    <a:pt x="232605" y="653357"/>
                  </a:cubicBezTo>
                  <a:cubicBezTo>
                    <a:pt x="231827" y="663302"/>
                    <a:pt x="237530" y="668275"/>
                    <a:pt x="246887" y="664716"/>
                  </a:cubicBezTo>
                  <a:cubicBezTo>
                    <a:pt x="256432" y="661063"/>
                    <a:pt x="266095" y="656468"/>
                    <a:pt x="274014" y="650128"/>
                  </a:cubicBezTo>
                  <a:cubicBezTo>
                    <a:pt x="285963" y="640583"/>
                    <a:pt x="296215" y="628963"/>
                    <a:pt x="307575" y="618641"/>
                  </a:cubicBezTo>
                  <a:cubicBezTo>
                    <a:pt x="315282" y="611641"/>
                    <a:pt x="322470" y="603675"/>
                    <a:pt x="334113" y="600116"/>
                  </a:cubicBezTo>
                  <a:cubicBezTo>
                    <a:pt x="334113" y="603486"/>
                    <a:pt x="334467" y="605867"/>
                    <a:pt x="334066" y="608105"/>
                  </a:cubicBezTo>
                  <a:cubicBezTo>
                    <a:pt x="329140" y="635515"/>
                    <a:pt x="317026" y="659555"/>
                    <a:pt x="298761" y="680366"/>
                  </a:cubicBezTo>
                  <a:cubicBezTo>
                    <a:pt x="295815" y="683736"/>
                    <a:pt x="290582" y="686305"/>
                    <a:pt x="286104" y="686894"/>
                  </a:cubicBezTo>
                  <a:cubicBezTo>
                    <a:pt x="265034" y="689699"/>
                    <a:pt x="243894" y="692103"/>
                    <a:pt x="222706" y="693823"/>
                  </a:cubicBezTo>
                  <a:cubicBezTo>
                    <a:pt x="209767" y="694860"/>
                    <a:pt x="197111" y="692008"/>
                    <a:pt x="187778" y="682393"/>
                  </a:cubicBezTo>
                  <a:cubicBezTo>
                    <a:pt x="175404" y="669642"/>
                    <a:pt x="162913" y="656750"/>
                    <a:pt x="152472" y="642468"/>
                  </a:cubicBezTo>
                  <a:cubicBezTo>
                    <a:pt x="129800" y="611476"/>
                    <a:pt x="105006" y="581615"/>
                    <a:pt x="94777" y="543128"/>
                  </a:cubicBezTo>
                  <a:cubicBezTo>
                    <a:pt x="92303" y="533748"/>
                    <a:pt x="85986" y="525475"/>
                    <a:pt x="82357" y="516307"/>
                  </a:cubicBezTo>
                  <a:cubicBezTo>
                    <a:pt x="69559" y="484160"/>
                    <a:pt x="65953" y="450128"/>
                    <a:pt x="65105" y="416071"/>
                  </a:cubicBezTo>
                  <a:cubicBezTo>
                    <a:pt x="64351" y="386187"/>
                    <a:pt x="65906" y="356185"/>
                    <a:pt x="67792" y="326324"/>
                  </a:cubicBezTo>
                  <a:cubicBezTo>
                    <a:pt x="70149" y="288897"/>
                    <a:pt x="79882" y="253356"/>
                    <a:pt x="99043" y="220761"/>
                  </a:cubicBezTo>
                  <a:cubicBezTo>
                    <a:pt x="136870" y="156420"/>
                    <a:pt x="188697" y="110438"/>
                    <a:pt x="264304" y="96957"/>
                  </a:cubicBezTo>
                  <a:cubicBezTo>
                    <a:pt x="303168" y="90028"/>
                    <a:pt x="339840" y="95001"/>
                    <a:pt x="372364" y="120502"/>
                  </a:cubicBezTo>
                  <a:cubicBezTo>
                    <a:pt x="419666" y="157575"/>
                    <a:pt x="458223" y="202143"/>
                    <a:pt x="485586" y="255407"/>
                  </a:cubicBezTo>
                  <a:cubicBezTo>
                    <a:pt x="521716" y="325711"/>
                    <a:pt x="551577" y="398867"/>
                    <a:pt x="576866" y="473790"/>
                  </a:cubicBezTo>
                  <a:cubicBezTo>
                    <a:pt x="583795" y="494318"/>
                    <a:pt x="590300" y="514964"/>
                    <a:pt x="591502" y="537047"/>
                  </a:cubicBezTo>
                  <a:cubicBezTo>
                    <a:pt x="592162" y="549303"/>
                    <a:pt x="596145" y="561110"/>
                    <a:pt x="603498" y="571622"/>
                  </a:cubicBezTo>
                  <a:cubicBezTo>
                    <a:pt x="607952" y="578009"/>
                    <a:pt x="612218" y="584985"/>
                    <a:pt x="614528" y="592338"/>
                  </a:cubicBezTo>
                  <a:cubicBezTo>
                    <a:pt x="626265" y="629741"/>
                    <a:pt x="629659" y="668346"/>
                    <a:pt x="628858" y="707328"/>
                  </a:cubicBezTo>
                  <a:cubicBezTo>
                    <a:pt x="628693" y="715883"/>
                    <a:pt x="626925" y="724509"/>
                    <a:pt x="624851" y="732852"/>
                  </a:cubicBezTo>
                  <a:cubicBezTo>
                    <a:pt x="624144" y="735657"/>
                    <a:pt x="619053" y="740088"/>
                    <a:pt x="617945" y="739569"/>
                  </a:cubicBezTo>
                  <a:cubicBezTo>
                    <a:pt x="614387" y="737872"/>
                    <a:pt x="610380" y="734738"/>
                    <a:pt x="609178" y="731226"/>
                  </a:cubicBezTo>
                  <a:cubicBezTo>
                    <a:pt x="607858" y="727384"/>
                    <a:pt x="609272" y="722506"/>
                    <a:pt x="609862" y="718122"/>
                  </a:cubicBezTo>
                  <a:cubicBezTo>
                    <a:pt x="610828" y="711052"/>
                    <a:pt x="612996" y="704028"/>
                    <a:pt x="612925" y="697005"/>
                  </a:cubicBezTo>
                  <a:cubicBezTo>
                    <a:pt x="612878" y="693493"/>
                    <a:pt x="609461" y="687648"/>
                    <a:pt x="606798" y="687153"/>
                  </a:cubicBezTo>
                  <a:cubicBezTo>
                    <a:pt x="603757" y="686588"/>
                    <a:pt x="598077" y="690052"/>
                    <a:pt x="596640" y="693163"/>
                  </a:cubicBezTo>
                  <a:cubicBezTo>
                    <a:pt x="593647" y="699739"/>
                    <a:pt x="591903" y="707139"/>
                    <a:pt x="591054" y="714375"/>
                  </a:cubicBezTo>
                  <a:cubicBezTo>
                    <a:pt x="587896" y="741360"/>
                    <a:pt x="585256" y="768417"/>
                    <a:pt x="582522" y="795473"/>
                  </a:cubicBezTo>
                  <a:cubicBezTo>
                    <a:pt x="581132" y="809213"/>
                    <a:pt x="579458" y="822977"/>
                    <a:pt x="579011" y="836741"/>
                  </a:cubicBezTo>
                  <a:cubicBezTo>
                    <a:pt x="578775" y="844189"/>
                    <a:pt x="581910" y="845508"/>
                    <a:pt x="588414" y="842586"/>
                  </a:cubicBezTo>
                  <a:cubicBezTo>
                    <a:pt x="599232" y="837731"/>
                    <a:pt x="601353" y="839051"/>
                    <a:pt x="601542" y="850788"/>
                  </a:cubicBezTo>
                  <a:cubicBezTo>
                    <a:pt x="601565" y="852273"/>
                    <a:pt x="601542" y="853757"/>
                    <a:pt x="601448" y="855242"/>
                  </a:cubicBezTo>
                  <a:cubicBezTo>
                    <a:pt x="599091" y="895025"/>
                    <a:pt x="587542" y="932357"/>
                    <a:pt x="570668" y="968134"/>
                  </a:cubicBezTo>
                  <a:cubicBezTo>
                    <a:pt x="561594" y="987366"/>
                    <a:pt x="551931" y="1006385"/>
                    <a:pt x="533877" y="1019395"/>
                  </a:cubicBezTo>
                  <a:cubicBezTo>
                    <a:pt x="529211" y="1022742"/>
                    <a:pt x="527420" y="1027927"/>
                    <a:pt x="529517" y="1033960"/>
                  </a:cubicBezTo>
                  <a:cubicBezTo>
                    <a:pt x="531803" y="1040536"/>
                    <a:pt x="536446" y="1044307"/>
                    <a:pt x="543140" y="1044754"/>
                  </a:cubicBezTo>
                  <a:cubicBezTo>
                    <a:pt x="547523" y="1045061"/>
                    <a:pt x="551978" y="1043977"/>
                    <a:pt x="557281" y="1043435"/>
                  </a:cubicBezTo>
                  <a:cubicBezTo>
                    <a:pt x="555230" y="1045956"/>
                    <a:pt x="553934" y="1048078"/>
                    <a:pt x="552143" y="1049680"/>
                  </a:cubicBezTo>
                  <a:cubicBezTo>
                    <a:pt x="535409" y="1064764"/>
                    <a:pt x="519029" y="1080248"/>
                    <a:pt x="501683" y="1094578"/>
                  </a:cubicBezTo>
                  <a:cubicBezTo>
                    <a:pt x="492044" y="1102544"/>
                    <a:pt x="480825" y="1108648"/>
                    <a:pt x="470125" y="1115271"/>
                  </a:cubicBezTo>
                  <a:cubicBezTo>
                    <a:pt x="467745" y="1116732"/>
                    <a:pt x="464563" y="1116897"/>
                    <a:pt x="459590" y="1118264"/>
                  </a:cubicBezTo>
                  <a:cubicBezTo>
                    <a:pt x="461546" y="1114139"/>
                    <a:pt x="462018" y="1111830"/>
                    <a:pt x="463408" y="1110463"/>
                  </a:cubicBezTo>
                  <a:cubicBezTo>
                    <a:pt x="469183" y="1104712"/>
                    <a:pt x="475240" y="1099244"/>
                    <a:pt x="481155" y="1093635"/>
                  </a:cubicBezTo>
                  <a:cubicBezTo>
                    <a:pt x="493340" y="1082087"/>
                    <a:pt x="505878" y="1070868"/>
                    <a:pt x="517474" y="1058777"/>
                  </a:cubicBezTo>
                  <a:cubicBezTo>
                    <a:pt x="520538" y="1055596"/>
                    <a:pt x="520797" y="1049704"/>
                    <a:pt x="522353" y="1045061"/>
                  </a:cubicBezTo>
                  <a:cubicBezTo>
                    <a:pt x="517875" y="1046451"/>
                    <a:pt x="512595" y="1046758"/>
                    <a:pt x="509060" y="1049397"/>
                  </a:cubicBezTo>
                  <a:cubicBezTo>
                    <a:pt x="498596" y="1057269"/>
                    <a:pt x="488768" y="1065989"/>
                    <a:pt x="478775" y="1074497"/>
                  </a:cubicBezTo>
                  <a:cubicBezTo>
                    <a:pt x="465011" y="1086235"/>
                    <a:pt x="451153" y="1097830"/>
                    <a:pt x="433430" y="1103298"/>
                  </a:cubicBezTo>
                  <a:cubicBezTo>
                    <a:pt x="424851" y="1105938"/>
                    <a:pt x="419524" y="1104311"/>
                    <a:pt x="416743" y="1098514"/>
                  </a:cubicBezTo>
                  <a:cubicBezTo>
                    <a:pt x="413868" y="1092551"/>
                    <a:pt x="415824" y="1087908"/>
                    <a:pt x="423554" y="1082699"/>
                  </a:cubicBezTo>
                  <a:cubicBezTo>
                    <a:pt x="425393" y="1081474"/>
                    <a:pt x="427325" y="1080248"/>
                    <a:pt x="429376" y="1079470"/>
                  </a:cubicBezTo>
                  <a:cubicBezTo>
                    <a:pt x="437908" y="1076265"/>
                    <a:pt x="446722" y="1073743"/>
                    <a:pt x="455018" y="1070043"/>
                  </a:cubicBezTo>
                  <a:cubicBezTo>
                    <a:pt x="463291" y="1066366"/>
                    <a:pt x="471374" y="1062101"/>
                    <a:pt x="478916" y="1057104"/>
                  </a:cubicBezTo>
                  <a:cubicBezTo>
                    <a:pt x="483465" y="1054087"/>
                    <a:pt x="484101" y="1044896"/>
                    <a:pt x="480990" y="1040866"/>
                  </a:cubicBezTo>
                  <a:cubicBezTo>
                    <a:pt x="477361" y="1036199"/>
                    <a:pt x="473024" y="1039004"/>
                    <a:pt x="468947" y="1040276"/>
                  </a:cubicBezTo>
                  <a:cubicBezTo>
                    <a:pt x="467533" y="1040724"/>
                    <a:pt x="466072" y="1041125"/>
                    <a:pt x="464822" y="1041879"/>
                  </a:cubicBezTo>
                  <a:cubicBezTo>
                    <a:pt x="447217" y="1052367"/>
                    <a:pt x="429093" y="1062124"/>
                    <a:pt x="412195" y="1073649"/>
                  </a:cubicBezTo>
                  <a:cubicBezTo>
                    <a:pt x="394212" y="1085905"/>
                    <a:pt x="395414" y="1097759"/>
                    <a:pt x="414316" y="1109025"/>
                  </a:cubicBezTo>
                  <a:cubicBezTo>
                    <a:pt x="423130" y="1114281"/>
                    <a:pt x="432345" y="1118052"/>
                    <a:pt x="442928" y="1118028"/>
                  </a:cubicBezTo>
                  <a:cubicBezTo>
                    <a:pt x="445826" y="1118028"/>
                    <a:pt x="450092" y="1119136"/>
                    <a:pt x="451271" y="1121186"/>
                  </a:cubicBezTo>
                  <a:cubicBezTo>
                    <a:pt x="452308" y="1122977"/>
                    <a:pt x="450517" y="1127149"/>
                    <a:pt x="448914" y="1129576"/>
                  </a:cubicBezTo>
                  <a:cubicBezTo>
                    <a:pt x="445096" y="1135351"/>
                    <a:pt x="440594" y="1140654"/>
                    <a:pt x="436517" y="1146263"/>
                  </a:cubicBezTo>
                  <a:cubicBezTo>
                    <a:pt x="435079" y="1148243"/>
                    <a:pt x="434160" y="1150576"/>
                    <a:pt x="432157" y="1154323"/>
                  </a:cubicBezTo>
                  <a:cubicBezTo>
                    <a:pt x="436682" y="1153498"/>
                    <a:pt x="439487" y="1153522"/>
                    <a:pt x="441820" y="1152485"/>
                  </a:cubicBezTo>
                  <a:cubicBezTo>
                    <a:pt x="453321" y="1147465"/>
                    <a:pt x="465223" y="1143058"/>
                    <a:pt x="476065" y="1136835"/>
                  </a:cubicBezTo>
                  <a:cubicBezTo>
                    <a:pt x="513727" y="1115247"/>
                    <a:pt x="548867" y="1090076"/>
                    <a:pt x="581415" y="1061229"/>
                  </a:cubicBezTo>
                  <a:cubicBezTo>
                    <a:pt x="591313" y="1052438"/>
                    <a:pt x="592327" y="1042727"/>
                    <a:pt x="588721" y="1031179"/>
                  </a:cubicBezTo>
                  <a:cubicBezTo>
                    <a:pt x="586364" y="1023684"/>
                    <a:pt x="580637" y="1017722"/>
                    <a:pt x="572152" y="1020903"/>
                  </a:cubicBezTo>
                  <a:cubicBezTo>
                    <a:pt x="570809" y="1021422"/>
                    <a:pt x="568994" y="1020715"/>
                    <a:pt x="566048" y="1020432"/>
                  </a:cubicBezTo>
                  <a:cubicBezTo>
                    <a:pt x="568216" y="1016378"/>
                    <a:pt x="569913" y="1013173"/>
                    <a:pt x="571634" y="1010015"/>
                  </a:cubicBezTo>
                  <a:cubicBezTo>
                    <a:pt x="575523" y="1002874"/>
                    <a:pt x="580142" y="996015"/>
                    <a:pt x="583206" y="988544"/>
                  </a:cubicBezTo>
                  <a:cubicBezTo>
                    <a:pt x="603310" y="939546"/>
                    <a:pt x="617498" y="888756"/>
                    <a:pt x="627821" y="836859"/>
                  </a:cubicBezTo>
                  <a:cubicBezTo>
                    <a:pt x="630625" y="822812"/>
                    <a:pt x="633359" y="808553"/>
                    <a:pt x="629329" y="794271"/>
                  </a:cubicBezTo>
                  <a:cubicBezTo>
                    <a:pt x="627326" y="787177"/>
                    <a:pt x="624191" y="781096"/>
                    <a:pt x="615306" y="780059"/>
                  </a:cubicBezTo>
                  <a:cubicBezTo>
                    <a:pt x="608518" y="779258"/>
                    <a:pt x="603687" y="772400"/>
                    <a:pt x="604323" y="766296"/>
                  </a:cubicBezTo>
                  <a:cubicBezTo>
                    <a:pt x="604936" y="760356"/>
                    <a:pt x="610168" y="756043"/>
                    <a:pt x="617922" y="756633"/>
                  </a:cubicBezTo>
                  <a:cubicBezTo>
                    <a:pt x="625134" y="757175"/>
                    <a:pt x="628386" y="753687"/>
                    <a:pt x="630319" y="747700"/>
                  </a:cubicBezTo>
                  <a:cubicBezTo>
                    <a:pt x="631144" y="745131"/>
                    <a:pt x="632086" y="742539"/>
                    <a:pt x="632558" y="739899"/>
                  </a:cubicBezTo>
                  <a:cubicBezTo>
                    <a:pt x="641679" y="688285"/>
                    <a:pt x="639463" y="636977"/>
                    <a:pt x="628127" y="585951"/>
                  </a:cubicBezTo>
                  <a:cubicBezTo>
                    <a:pt x="625770" y="575322"/>
                    <a:pt x="621457" y="565871"/>
                    <a:pt x="611629" y="559744"/>
                  </a:cubicBezTo>
                  <a:cubicBezTo>
                    <a:pt x="609249" y="558259"/>
                    <a:pt x="607175" y="555548"/>
                    <a:pt x="606114" y="552956"/>
                  </a:cubicBezTo>
                  <a:cubicBezTo>
                    <a:pt x="605219" y="550740"/>
                    <a:pt x="605030" y="547134"/>
                    <a:pt x="606303" y="545485"/>
                  </a:cubicBezTo>
                  <a:cubicBezTo>
                    <a:pt x="607505" y="543906"/>
                    <a:pt x="611441" y="542916"/>
                    <a:pt x="613350" y="543693"/>
                  </a:cubicBezTo>
                  <a:cubicBezTo>
                    <a:pt x="618982" y="545980"/>
                    <a:pt x="624709" y="548596"/>
                    <a:pt x="629541" y="552249"/>
                  </a:cubicBezTo>
                  <a:cubicBezTo>
                    <a:pt x="649857" y="567615"/>
                    <a:pt x="657045" y="589793"/>
                    <a:pt x="659096" y="613785"/>
                  </a:cubicBezTo>
                  <a:cubicBezTo>
                    <a:pt x="660910" y="634973"/>
                    <a:pt x="660816" y="656326"/>
                    <a:pt x="662466" y="677538"/>
                  </a:cubicBezTo>
                  <a:cubicBezTo>
                    <a:pt x="662961" y="683830"/>
                    <a:pt x="665341" y="690618"/>
                    <a:pt x="668806" y="695897"/>
                  </a:cubicBezTo>
                  <a:cubicBezTo>
                    <a:pt x="672765" y="701931"/>
                    <a:pt x="678634" y="700469"/>
                    <a:pt x="680778" y="693493"/>
                  </a:cubicBezTo>
                  <a:cubicBezTo>
                    <a:pt x="682145" y="689062"/>
                    <a:pt x="683229" y="684207"/>
                    <a:pt x="682876" y="679659"/>
                  </a:cubicBezTo>
                  <a:cubicBezTo>
                    <a:pt x="681203" y="658000"/>
                    <a:pt x="680142" y="636199"/>
                    <a:pt x="676654" y="614799"/>
                  </a:cubicBezTo>
                  <a:cubicBezTo>
                    <a:pt x="671870" y="585456"/>
                    <a:pt x="659143" y="559861"/>
                    <a:pt x="635009" y="540983"/>
                  </a:cubicBezTo>
                  <a:cubicBezTo>
                    <a:pt x="630743" y="537660"/>
                    <a:pt x="626925" y="533630"/>
                    <a:pt x="623460" y="529435"/>
                  </a:cubicBezTo>
                  <a:cubicBezTo>
                    <a:pt x="614457" y="518523"/>
                    <a:pt x="606421" y="507281"/>
                    <a:pt x="604040" y="492574"/>
                  </a:cubicBezTo>
                  <a:cubicBezTo>
                    <a:pt x="601778" y="478527"/>
                    <a:pt x="599350" y="464174"/>
                    <a:pt x="594330" y="451000"/>
                  </a:cubicBezTo>
                  <a:cubicBezTo>
                    <a:pt x="587212" y="432357"/>
                    <a:pt x="577455" y="414752"/>
                    <a:pt x="569112" y="396581"/>
                  </a:cubicBezTo>
                  <a:cubicBezTo>
                    <a:pt x="556055" y="368087"/>
                    <a:pt x="542833" y="339593"/>
                    <a:pt x="535268" y="309001"/>
                  </a:cubicBezTo>
                  <a:cubicBezTo>
                    <a:pt x="532086" y="296156"/>
                    <a:pt x="529989" y="282864"/>
                    <a:pt x="536399" y="270561"/>
                  </a:cubicBezTo>
                  <a:cubicBezTo>
                    <a:pt x="539298" y="264999"/>
                    <a:pt x="544436" y="258188"/>
                    <a:pt x="549645" y="257104"/>
                  </a:cubicBezTo>
                  <a:cubicBezTo>
                    <a:pt x="553345" y="256326"/>
                    <a:pt x="560085" y="263373"/>
                    <a:pt x="563338" y="268322"/>
                  </a:cubicBezTo>
                  <a:cubicBezTo>
                    <a:pt x="579341" y="292668"/>
                    <a:pt x="589993" y="319442"/>
                    <a:pt x="596899" y="347700"/>
                  </a:cubicBezTo>
                  <a:cubicBezTo>
                    <a:pt x="597653" y="350787"/>
                    <a:pt x="597936" y="353993"/>
                    <a:pt x="598431" y="357151"/>
                  </a:cubicBezTo>
                  <a:cubicBezTo>
                    <a:pt x="597512" y="357575"/>
                    <a:pt x="596593" y="357999"/>
                    <a:pt x="595673" y="358447"/>
                  </a:cubicBezTo>
                  <a:cubicBezTo>
                    <a:pt x="577879" y="333535"/>
                    <a:pt x="560062" y="308647"/>
                    <a:pt x="542268" y="283736"/>
                  </a:cubicBezTo>
                  <a:cubicBezTo>
                    <a:pt x="542126" y="286753"/>
                    <a:pt x="542881" y="289274"/>
                    <a:pt x="543941" y="291655"/>
                  </a:cubicBezTo>
                  <a:cubicBezTo>
                    <a:pt x="561641" y="330802"/>
                    <a:pt x="579694" y="369783"/>
                    <a:pt x="596993" y="409095"/>
                  </a:cubicBezTo>
                  <a:cubicBezTo>
                    <a:pt x="606515" y="430731"/>
                    <a:pt x="615188" y="452649"/>
                    <a:pt x="618440" y="476524"/>
                  </a:cubicBezTo>
                  <a:cubicBezTo>
                    <a:pt x="620891" y="494389"/>
                    <a:pt x="631733" y="507658"/>
                    <a:pt x="647194" y="516779"/>
                  </a:cubicBezTo>
                  <a:cubicBezTo>
                    <a:pt x="649621" y="518216"/>
                    <a:pt x="653675" y="518782"/>
                    <a:pt x="656055" y="517674"/>
                  </a:cubicBezTo>
                  <a:cubicBezTo>
                    <a:pt x="657540" y="516991"/>
                    <a:pt x="658059" y="512324"/>
                    <a:pt x="657611" y="509708"/>
                  </a:cubicBezTo>
                  <a:cubicBezTo>
                    <a:pt x="656126" y="500917"/>
                    <a:pt x="650493" y="494766"/>
                    <a:pt x="643588" y="489534"/>
                  </a:cubicBezTo>
                  <a:cubicBezTo>
                    <a:pt x="635810" y="483618"/>
                    <a:pt x="632605" y="475982"/>
                    <a:pt x="634679" y="466107"/>
                  </a:cubicBezTo>
                  <a:cubicBezTo>
                    <a:pt x="635480" y="462289"/>
                    <a:pt x="635763" y="458117"/>
                    <a:pt x="635103" y="454323"/>
                  </a:cubicBezTo>
                  <a:cubicBezTo>
                    <a:pt x="632133" y="437047"/>
                    <a:pt x="629682" y="419607"/>
                    <a:pt x="625346" y="402661"/>
                  </a:cubicBezTo>
                  <a:cubicBezTo>
                    <a:pt x="614481" y="360120"/>
                    <a:pt x="602932" y="317768"/>
                    <a:pt x="591101" y="275487"/>
                  </a:cubicBezTo>
                  <a:cubicBezTo>
                    <a:pt x="588744" y="267097"/>
                    <a:pt x="585351" y="258353"/>
                    <a:pt x="580118" y="251518"/>
                  </a:cubicBezTo>
                  <a:cubicBezTo>
                    <a:pt x="562560" y="228539"/>
                    <a:pt x="543588" y="206620"/>
                    <a:pt x="525864" y="183759"/>
                  </a:cubicBezTo>
                  <a:cubicBezTo>
                    <a:pt x="515188" y="169972"/>
                    <a:pt x="505902" y="155124"/>
                    <a:pt x="495720" y="140936"/>
                  </a:cubicBezTo>
                  <a:cubicBezTo>
                    <a:pt x="493976" y="138485"/>
                    <a:pt x="491195" y="136010"/>
                    <a:pt x="488414" y="135256"/>
                  </a:cubicBezTo>
                  <a:cubicBezTo>
                    <a:pt x="482263" y="133583"/>
                    <a:pt x="475805" y="133205"/>
                    <a:pt x="469536" y="131933"/>
                  </a:cubicBezTo>
                  <a:cubicBezTo>
                    <a:pt x="464681" y="130966"/>
                    <a:pt x="458671" y="129859"/>
                    <a:pt x="460698" y="122953"/>
                  </a:cubicBezTo>
                  <a:cubicBezTo>
                    <a:pt x="462324" y="117344"/>
                    <a:pt x="460250" y="113385"/>
                    <a:pt x="456833" y="110344"/>
                  </a:cubicBezTo>
                  <a:cubicBezTo>
                    <a:pt x="448160" y="102661"/>
                    <a:pt x="439133" y="95402"/>
                    <a:pt x="429942" y="88355"/>
                  </a:cubicBezTo>
                  <a:cubicBezTo>
                    <a:pt x="420726" y="81308"/>
                    <a:pt x="410804" y="75133"/>
                    <a:pt x="401942" y="67709"/>
                  </a:cubicBezTo>
                  <a:cubicBezTo>
                    <a:pt x="398596" y="64905"/>
                    <a:pt x="397370" y="59602"/>
                    <a:pt x="395178" y="55430"/>
                  </a:cubicBezTo>
                  <a:cubicBezTo>
                    <a:pt x="400057" y="55077"/>
                    <a:pt x="405289" y="53427"/>
                    <a:pt x="409767" y="54582"/>
                  </a:cubicBezTo>
                  <a:cubicBezTo>
                    <a:pt x="428032" y="59272"/>
                    <a:pt x="443941" y="68652"/>
                    <a:pt x="457941" y="81261"/>
                  </a:cubicBezTo>
                  <a:cubicBezTo>
                    <a:pt x="501801" y="120785"/>
                    <a:pt x="538167" y="166790"/>
                    <a:pt x="572223" y="214681"/>
                  </a:cubicBezTo>
                  <a:cubicBezTo>
                    <a:pt x="591030" y="241101"/>
                    <a:pt x="608117" y="268416"/>
                    <a:pt x="616649" y="300422"/>
                  </a:cubicBezTo>
                  <a:cubicBezTo>
                    <a:pt x="619124" y="309684"/>
                    <a:pt x="624238" y="318947"/>
                    <a:pt x="630366" y="326347"/>
                  </a:cubicBezTo>
                  <a:cubicBezTo>
                    <a:pt x="636187" y="333370"/>
                    <a:pt x="640100" y="340582"/>
                    <a:pt x="641349" y="349232"/>
                  </a:cubicBezTo>
                  <a:cubicBezTo>
                    <a:pt x="642833" y="359484"/>
                    <a:pt x="643305" y="369878"/>
                    <a:pt x="644601" y="380153"/>
                  </a:cubicBezTo>
                  <a:cubicBezTo>
                    <a:pt x="646251" y="393092"/>
                    <a:pt x="647901" y="406055"/>
                    <a:pt x="650375" y="418829"/>
                  </a:cubicBezTo>
                  <a:cubicBezTo>
                    <a:pt x="651436" y="424368"/>
                    <a:pt x="654405" y="429058"/>
                    <a:pt x="661594" y="429906"/>
                  </a:cubicBezTo>
                  <a:cubicBezTo>
                    <a:pt x="666520" y="430472"/>
                    <a:pt x="669041" y="434148"/>
                    <a:pt x="666920" y="439852"/>
                  </a:cubicBezTo>
                  <a:cubicBezTo>
                    <a:pt x="665765" y="443010"/>
                    <a:pt x="664846" y="446687"/>
                    <a:pt x="665294" y="449915"/>
                  </a:cubicBezTo>
                  <a:cubicBezTo>
                    <a:pt x="668971" y="476524"/>
                    <a:pt x="671799" y="503368"/>
                    <a:pt x="677243" y="529623"/>
                  </a:cubicBezTo>
                  <a:cubicBezTo>
                    <a:pt x="683371" y="559272"/>
                    <a:pt x="691879" y="588450"/>
                    <a:pt x="699609" y="617769"/>
                  </a:cubicBezTo>
                  <a:cubicBezTo>
                    <a:pt x="700529" y="621233"/>
                    <a:pt x="702980" y="624273"/>
                    <a:pt x="704724" y="627526"/>
                  </a:cubicBezTo>
                  <a:cubicBezTo>
                    <a:pt x="707151" y="624792"/>
                    <a:pt x="708000" y="622765"/>
                    <a:pt x="708353" y="620644"/>
                  </a:cubicBezTo>
                  <a:cubicBezTo>
                    <a:pt x="711676" y="600092"/>
                    <a:pt x="710097" y="579635"/>
                    <a:pt x="705973" y="559437"/>
                  </a:cubicBezTo>
                  <a:cubicBezTo>
                    <a:pt x="702673" y="543269"/>
                    <a:pt x="697960" y="527408"/>
                    <a:pt x="694731" y="511216"/>
                  </a:cubicBezTo>
                  <a:cubicBezTo>
                    <a:pt x="693906" y="507021"/>
                    <a:pt x="696239" y="502213"/>
                    <a:pt x="697135" y="497665"/>
                  </a:cubicBezTo>
                  <a:cubicBezTo>
                    <a:pt x="700387" y="500658"/>
                    <a:pt x="705172" y="503038"/>
                    <a:pt x="706586" y="506738"/>
                  </a:cubicBezTo>
                  <a:cubicBezTo>
                    <a:pt x="712006" y="520714"/>
                    <a:pt x="717168" y="534903"/>
                    <a:pt x="720939" y="549373"/>
                  </a:cubicBezTo>
                  <a:cubicBezTo>
                    <a:pt x="731002" y="588143"/>
                    <a:pt x="738662" y="627266"/>
                    <a:pt x="740029" y="667592"/>
                  </a:cubicBezTo>
                  <a:cubicBezTo>
                    <a:pt x="740760" y="689487"/>
                    <a:pt x="743871" y="711382"/>
                    <a:pt x="747288" y="733064"/>
                  </a:cubicBezTo>
                  <a:cubicBezTo>
                    <a:pt x="748584" y="741243"/>
                    <a:pt x="751907" y="750717"/>
                    <a:pt x="757587" y="756208"/>
                  </a:cubicBezTo>
                  <a:cubicBezTo>
                    <a:pt x="765129" y="763491"/>
                    <a:pt x="767604" y="771598"/>
                    <a:pt x="767510" y="780578"/>
                  </a:cubicBezTo>
                  <a:cubicBezTo>
                    <a:pt x="767297" y="800587"/>
                    <a:pt x="766732" y="820667"/>
                    <a:pt x="764728" y="840559"/>
                  </a:cubicBezTo>
                  <a:cubicBezTo>
                    <a:pt x="760580" y="881733"/>
                    <a:pt x="751153" y="921775"/>
                    <a:pt x="735622" y="960262"/>
                  </a:cubicBezTo>
                  <a:cubicBezTo>
                    <a:pt x="732181" y="968794"/>
                    <a:pt x="729117" y="977491"/>
                    <a:pt x="725888" y="986117"/>
                  </a:cubicBezTo>
                  <a:cubicBezTo>
                    <a:pt x="735645" y="978221"/>
                    <a:pt x="744248" y="969713"/>
                    <a:pt x="752732" y="961087"/>
                  </a:cubicBezTo>
                  <a:cubicBezTo>
                    <a:pt x="761971" y="951707"/>
                    <a:pt x="768806" y="940701"/>
                    <a:pt x="771021" y="927738"/>
                  </a:cubicBezTo>
                  <a:cubicBezTo>
                    <a:pt x="774910" y="904900"/>
                    <a:pt x="778445" y="881968"/>
                    <a:pt x="780943" y="858942"/>
                  </a:cubicBezTo>
                  <a:cubicBezTo>
                    <a:pt x="783112" y="839027"/>
                    <a:pt x="784102" y="818947"/>
                    <a:pt x="784761" y="798914"/>
                  </a:cubicBezTo>
                  <a:cubicBezTo>
                    <a:pt x="785846" y="766484"/>
                    <a:pt x="786317" y="734031"/>
                    <a:pt x="786883" y="701577"/>
                  </a:cubicBezTo>
                  <a:cubicBezTo>
                    <a:pt x="786953" y="697901"/>
                    <a:pt x="785893" y="694224"/>
                    <a:pt x="785351" y="690547"/>
                  </a:cubicBezTo>
                  <a:cubicBezTo>
                    <a:pt x="777880" y="704193"/>
                    <a:pt x="778210" y="720149"/>
                    <a:pt x="769701" y="733583"/>
                  </a:cubicBezTo>
                  <a:cubicBezTo>
                    <a:pt x="762183" y="721775"/>
                    <a:pt x="753180" y="607233"/>
                    <a:pt x="759378" y="596298"/>
                  </a:cubicBezTo>
                  <a:cubicBezTo>
                    <a:pt x="769254" y="611429"/>
                    <a:pt x="778728" y="625923"/>
                    <a:pt x="788202" y="640418"/>
                  </a:cubicBezTo>
                  <a:cubicBezTo>
                    <a:pt x="789381" y="639970"/>
                    <a:pt x="790559" y="639546"/>
                    <a:pt x="791738" y="639098"/>
                  </a:cubicBezTo>
                  <a:cubicBezTo>
                    <a:pt x="788603" y="607941"/>
                    <a:pt x="785445" y="576807"/>
                    <a:pt x="782310" y="545650"/>
                  </a:cubicBezTo>
                  <a:cubicBezTo>
                    <a:pt x="783135" y="545438"/>
                    <a:pt x="783937" y="545225"/>
                    <a:pt x="784761" y="545013"/>
                  </a:cubicBezTo>
                  <a:cubicBezTo>
                    <a:pt x="785987" y="547512"/>
                    <a:pt x="787354" y="549939"/>
                    <a:pt x="788438" y="552508"/>
                  </a:cubicBezTo>
                  <a:cubicBezTo>
                    <a:pt x="792115" y="561134"/>
                    <a:pt x="795037" y="570161"/>
                    <a:pt x="799492" y="578362"/>
                  </a:cubicBezTo>
                  <a:cubicBezTo>
                    <a:pt x="804040" y="586753"/>
                    <a:pt x="809579" y="594742"/>
                    <a:pt x="815589" y="602190"/>
                  </a:cubicBezTo>
                  <a:cubicBezTo>
                    <a:pt x="819666" y="607233"/>
                    <a:pt x="825228" y="609897"/>
                    <a:pt x="832723" y="608270"/>
                  </a:cubicBezTo>
                  <a:cubicBezTo>
                    <a:pt x="835928" y="607587"/>
                    <a:pt x="841113" y="610038"/>
                    <a:pt x="843494" y="612748"/>
                  </a:cubicBezTo>
                  <a:cubicBezTo>
                    <a:pt x="852261" y="622694"/>
                    <a:pt x="845473" y="642350"/>
                    <a:pt x="832487" y="644896"/>
                  </a:cubicBezTo>
                  <a:cubicBezTo>
                    <a:pt x="826336" y="646121"/>
                    <a:pt x="822518" y="649232"/>
                    <a:pt x="820915" y="654888"/>
                  </a:cubicBezTo>
                  <a:cubicBezTo>
                    <a:pt x="817851" y="665801"/>
                    <a:pt x="814222" y="676642"/>
                    <a:pt x="812525" y="687790"/>
                  </a:cubicBezTo>
                  <a:cubicBezTo>
                    <a:pt x="807034" y="723896"/>
                    <a:pt x="805808" y="760333"/>
                    <a:pt x="809697" y="796628"/>
                  </a:cubicBezTo>
                  <a:cubicBezTo>
                    <a:pt x="811394" y="812466"/>
                    <a:pt x="809932" y="830495"/>
                    <a:pt x="828009" y="841549"/>
                  </a:cubicBezTo>
                  <a:cubicBezTo>
                    <a:pt x="822659" y="841148"/>
                    <a:pt x="818723" y="840606"/>
                    <a:pt x="814787" y="840630"/>
                  </a:cubicBezTo>
                  <a:cubicBezTo>
                    <a:pt x="810144" y="840653"/>
                    <a:pt x="805289" y="840418"/>
                    <a:pt x="800953" y="841690"/>
                  </a:cubicBezTo>
                  <a:cubicBezTo>
                    <a:pt x="798054" y="842539"/>
                    <a:pt x="794236" y="845626"/>
                    <a:pt x="793835" y="848172"/>
                  </a:cubicBezTo>
                  <a:cubicBezTo>
                    <a:pt x="793364" y="851165"/>
                    <a:pt x="795626" y="855101"/>
                    <a:pt x="797724" y="857811"/>
                  </a:cubicBezTo>
                  <a:cubicBezTo>
                    <a:pt x="799185" y="859696"/>
                    <a:pt x="802320" y="860592"/>
                    <a:pt x="804889" y="861252"/>
                  </a:cubicBezTo>
                  <a:cubicBezTo>
                    <a:pt x="818935" y="864881"/>
                    <a:pt x="826194" y="889251"/>
                    <a:pt x="815777" y="901436"/>
                  </a:cubicBezTo>
                  <a:cubicBezTo>
                    <a:pt x="809084" y="893211"/>
                    <a:pt x="802461" y="885127"/>
                    <a:pt x="795862" y="877043"/>
                  </a:cubicBezTo>
                  <a:cubicBezTo>
                    <a:pt x="795367" y="881049"/>
                    <a:pt x="796121" y="884349"/>
                    <a:pt x="797300" y="887483"/>
                  </a:cubicBezTo>
                  <a:cubicBezTo>
                    <a:pt x="802414" y="901059"/>
                    <a:pt x="801354" y="914587"/>
                    <a:pt x="794660" y="926913"/>
                  </a:cubicBezTo>
                  <a:cubicBezTo>
                    <a:pt x="786317" y="942256"/>
                    <a:pt x="776395" y="956751"/>
                    <a:pt x="767392" y="971764"/>
                  </a:cubicBezTo>
                  <a:cubicBezTo>
                    <a:pt x="761830" y="981049"/>
                    <a:pt x="755961" y="990241"/>
                    <a:pt x="751554" y="1000092"/>
                  </a:cubicBezTo>
                  <a:cubicBezTo>
                    <a:pt x="747854" y="1008341"/>
                    <a:pt x="750045" y="1011924"/>
                    <a:pt x="757776" y="1016567"/>
                  </a:cubicBezTo>
                  <a:cubicBezTo>
                    <a:pt x="760958" y="1018476"/>
                    <a:pt x="763856" y="1020833"/>
                    <a:pt x="767910" y="1023708"/>
                  </a:cubicBezTo>
                  <a:cubicBezTo>
                    <a:pt x="764021" y="1026395"/>
                    <a:pt x="761806" y="1028351"/>
                    <a:pt x="759261" y="1029624"/>
                  </a:cubicBezTo>
                  <a:cubicBezTo>
                    <a:pt x="746934" y="1035775"/>
                    <a:pt x="740312" y="1045414"/>
                    <a:pt x="739228" y="1059343"/>
                  </a:cubicBezTo>
                  <a:cubicBezTo>
                    <a:pt x="738379" y="1070420"/>
                    <a:pt x="729235" y="1077962"/>
                    <a:pt x="717757" y="1077514"/>
                  </a:cubicBezTo>
                  <a:cubicBezTo>
                    <a:pt x="711276" y="1077255"/>
                    <a:pt x="702343" y="1078151"/>
                    <a:pt x="700694" y="1070585"/>
                  </a:cubicBezTo>
                  <a:cubicBezTo>
                    <a:pt x="699727" y="1066107"/>
                    <a:pt x="704370" y="1059225"/>
                    <a:pt x="708306" y="1055171"/>
                  </a:cubicBezTo>
                  <a:cubicBezTo>
                    <a:pt x="715494" y="1047771"/>
                    <a:pt x="724168" y="1041785"/>
                    <a:pt x="731992" y="1034974"/>
                  </a:cubicBezTo>
                  <a:cubicBezTo>
                    <a:pt x="740712" y="1027408"/>
                    <a:pt x="741137" y="1022482"/>
                    <a:pt x="733713" y="1013597"/>
                  </a:cubicBezTo>
                  <a:cubicBezTo>
                    <a:pt x="728952" y="1007894"/>
                    <a:pt x="723908" y="1002402"/>
                    <a:pt x="718558" y="997241"/>
                  </a:cubicBezTo>
                  <a:cubicBezTo>
                    <a:pt x="706185" y="985315"/>
                    <a:pt x="704394" y="972023"/>
                    <a:pt x="712148" y="956915"/>
                  </a:cubicBezTo>
                  <a:cubicBezTo>
                    <a:pt x="724144" y="933559"/>
                    <a:pt x="733359" y="909213"/>
                    <a:pt x="738898" y="883430"/>
                  </a:cubicBezTo>
                  <a:cubicBezTo>
                    <a:pt x="745662" y="851966"/>
                    <a:pt x="751460" y="820385"/>
                    <a:pt x="751200" y="788049"/>
                  </a:cubicBezTo>
                  <a:cubicBezTo>
                    <a:pt x="751153" y="782463"/>
                    <a:pt x="750163" y="776689"/>
                    <a:pt x="748490" y="771339"/>
                  </a:cubicBezTo>
                  <a:cubicBezTo>
                    <a:pt x="746817" y="765966"/>
                    <a:pt x="743140" y="765612"/>
                    <a:pt x="740053" y="770349"/>
                  </a:cubicBezTo>
                  <a:cubicBezTo>
                    <a:pt x="737813" y="773790"/>
                    <a:pt x="735810" y="777820"/>
                    <a:pt x="735150" y="781827"/>
                  </a:cubicBezTo>
                  <a:cubicBezTo>
                    <a:pt x="733218" y="793493"/>
                    <a:pt x="731332" y="805230"/>
                    <a:pt x="730649" y="817014"/>
                  </a:cubicBezTo>
                  <a:cubicBezTo>
                    <a:pt x="728952" y="846757"/>
                    <a:pt x="725487" y="876289"/>
                    <a:pt x="714552" y="904099"/>
                  </a:cubicBezTo>
                  <a:cubicBezTo>
                    <a:pt x="701000" y="938532"/>
                    <a:pt x="685846" y="972329"/>
                    <a:pt x="671492" y="1006432"/>
                  </a:cubicBezTo>
                  <a:cubicBezTo>
                    <a:pt x="667910" y="1014941"/>
                    <a:pt x="664776" y="1023614"/>
                    <a:pt x="661452" y="1032216"/>
                  </a:cubicBezTo>
                  <a:cubicBezTo>
                    <a:pt x="662136" y="1032640"/>
                    <a:pt x="662819" y="1033064"/>
                    <a:pt x="663526" y="1033489"/>
                  </a:cubicBezTo>
                  <a:cubicBezTo>
                    <a:pt x="666449" y="1030283"/>
                    <a:pt x="669206" y="1026937"/>
                    <a:pt x="672341" y="1023944"/>
                  </a:cubicBezTo>
                  <a:cubicBezTo>
                    <a:pt x="680331" y="1016307"/>
                    <a:pt x="688179" y="1008483"/>
                    <a:pt x="696734" y="1001507"/>
                  </a:cubicBezTo>
                  <a:cubicBezTo>
                    <a:pt x="698926" y="999715"/>
                    <a:pt x="704606" y="999362"/>
                    <a:pt x="706656" y="1000964"/>
                  </a:cubicBezTo>
                  <a:cubicBezTo>
                    <a:pt x="708683" y="1002567"/>
                    <a:pt x="709037" y="1007564"/>
                    <a:pt x="708518" y="1010816"/>
                  </a:cubicBezTo>
                  <a:cubicBezTo>
                    <a:pt x="707882" y="1014823"/>
                    <a:pt x="706232" y="1019018"/>
                    <a:pt x="703922" y="1022388"/>
                  </a:cubicBezTo>
                  <a:cubicBezTo>
                    <a:pt x="698596" y="1030118"/>
                    <a:pt x="692374" y="1037212"/>
                    <a:pt x="686953" y="1044849"/>
                  </a:cubicBezTo>
                  <a:cubicBezTo>
                    <a:pt x="678964" y="1056114"/>
                    <a:pt x="671186" y="1067545"/>
                    <a:pt x="663762" y="1079188"/>
                  </a:cubicBezTo>
                  <a:cubicBezTo>
                    <a:pt x="662419" y="1081309"/>
                    <a:pt x="663149" y="1084773"/>
                    <a:pt x="662914" y="1087601"/>
                  </a:cubicBezTo>
                  <a:cubicBezTo>
                    <a:pt x="665671" y="1087814"/>
                    <a:pt x="668546" y="1088662"/>
                    <a:pt x="671162" y="1088120"/>
                  </a:cubicBezTo>
                  <a:cubicBezTo>
                    <a:pt x="676465" y="1087036"/>
                    <a:pt x="681509" y="1084726"/>
                    <a:pt x="686835" y="1083831"/>
                  </a:cubicBezTo>
                  <a:cubicBezTo>
                    <a:pt x="689970" y="1083312"/>
                    <a:pt x="695367" y="1083501"/>
                    <a:pt x="696263" y="1085198"/>
                  </a:cubicBezTo>
                  <a:cubicBezTo>
                    <a:pt x="697583" y="1087743"/>
                    <a:pt x="696899" y="1092574"/>
                    <a:pt x="695202" y="1095214"/>
                  </a:cubicBezTo>
                  <a:cubicBezTo>
                    <a:pt x="688744" y="1105136"/>
                    <a:pt x="681674" y="1114681"/>
                    <a:pt x="674533" y="1124132"/>
                  </a:cubicBezTo>
                  <a:cubicBezTo>
                    <a:pt x="669607" y="1130684"/>
                    <a:pt x="664186" y="1136859"/>
                    <a:pt x="659001" y="1143223"/>
                  </a:cubicBezTo>
                  <a:cubicBezTo>
                    <a:pt x="662089" y="1142963"/>
                    <a:pt x="664139" y="1141785"/>
                    <a:pt x="666072" y="1140394"/>
                  </a:cubicBezTo>
                  <a:cubicBezTo>
                    <a:pt x="724662" y="1098160"/>
                    <a:pt x="775994" y="1048078"/>
                    <a:pt x="823319" y="993800"/>
                  </a:cubicBezTo>
                  <a:cubicBezTo>
                    <a:pt x="832369" y="983430"/>
                    <a:pt x="839888" y="971646"/>
                    <a:pt x="847571" y="960168"/>
                  </a:cubicBezTo>
                  <a:cubicBezTo>
                    <a:pt x="849173" y="957764"/>
                    <a:pt x="848396" y="953781"/>
                    <a:pt x="848702" y="950529"/>
                  </a:cubicBezTo>
                  <a:cubicBezTo>
                    <a:pt x="844955" y="950269"/>
                    <a:pt x="839817" y="948313"/>
                    <a:pt x="837743" y="950034"/>
                  </a:cubicBezTo>
                  <a:cubicBezTo>
                    <a:pt x="832511" y="954441"/>
                    <a:pt x="827349" y="959909"/>
                    <a:pt x="824498" y="966036"/>
                  </a:cubicBezTo>
                  <a:cubicBezTo>
                    <a:pt x="818299" y="979258"/>
                    <a:pt x="811040" y="991443"/>
                    <a:pt x="799303" y="1000352"/>
                  </a:cubicBezTo>
                  <a:cubicBezTo>
                    <a:pt x="792044" y="1005867"/>
                    <a:pt x="784149" y="1010415"/>
                    <a:pt x="773001" y="1008954"/>
                  </a:cubicBezTo>
                  <a:cubicBezTo>
                    <a:pt x="775028" y="1004170"/>
                    <a:pt x="776230" y="999833"/>
                    <a:pt x="778539" y="996227"/>
                  </a:cubicBezTo>
                  <a:cubicBezTo>
                    <a:pt x="786128" y="984349"/>
                    <a:pt x="794094" y="972730"/>
                    <a:pt x="801966" y="961040"/>
                  </a:cubicBezTo>
                  <a:cubicBezTo>
                    <a:pt x="817922" y="937354"/>
                    <a:pt x="832888" y="913456"/>
                    <a:pt x="834302" y="883500"/>
                  </a:cubicBezTo>
                  <a:cubicBezTo>
                    <a:pt x="834891" y="871056"/>
                    <a:pt x="840194" y="867592"/>
                    <a:pt x="852968" y="867922"/>
                  </a:cubicBezTo>
                  <a:cubicBezTo>
                    <a:pt x="856904" y="868016"/>
                    <a:pt x="860816" y="868935"/>
                    <a:pt x="864752" y="869030"/>
                  </a:cubicBezTo>
                  <a:cubicBezTo>
                    <a:pt x="873826" y="869289"/>
                    <a:pt x="882970" y="869949"/>
                    <a:pt x="891950" y="869030"/>
                  </a:cubicBezTo>
                  <a:cubicBezTo>
                    <a:pt x="895202" y="868700"/>
                    <a:pt x="900576" y="864222"/>
                    <a:pt x="900505" y="861794"/>
                  </a:cubicBezTo>
                  <a:cubicBezTo>
                    <a:pt x="900317" y="857623"/>
                    <a:pt x="897771" y="851542"/>
                    <a:pt x="894354" y="849656"/>
                  </a:cubicBezTo>
                  <a:close/>
                  <a:moveTo>
                    <a:pt x="443917" y="128492"/>
                  </a:moveTo>
                  <a:cubicBezTo>
                    <a:pt x="470644" y="147676"/>
                    <a:pt x="494566" y="169595"/>
                    <a:pt x="510403" y="199055"/>
                  </a:cubicBezTo>
                  <a:cubicBezTo>
                    <a:pt x="515023" y="207634"/>
                    <a:pt x="516578" y="216448"/>
                    <a:pt x="513255" y="226111"/>
                  </a:cubicBezTo>
                  <a:cubicBezTo>
                    <a:pt x="510710" y="233441"/>
                    <a:pt x="512878" y="235892"/>
                    <a:pt x="520750" y="234714"/>
                  </a:cubicBezTo>
                  <a:cubicBezTo>
                    <a:pt x="526783" y="233818"/>
                    <a:pt x="532605" y="231556"/>
                    <a:pt x="538544" y="230047"/>
                  </a:cubicBezTo>
                  <a:cubicBezTo>
                    <a:pt x="541325" y="229340"/>
                    <a:pt x="544177" y="228963"/>
                    <a:pt x="547005" y="228445"/>
                  </a:cubicBezTo>
                  <a:cubicBezTo>
                    <a:pt x="547264" y="229057"/>
                    <a:pt x="547547" y="229670"/>
                    <a:pt x="547806" y="230259"/>
                  </a:cubicBezTo>
                  <a:cubicBezTo>
                    <a:pt x="538332" y="240865"/>
                    <a:pt x="528999" y="251636"/>
                    <a:pt x="519171" y="261888"/>
                  </a:cubicBezTo>
                  <a:cubicBezTo>
                    <a:pt x="517898" y="263208"/>
                    <a:pt x="513255" y="263019"/>
                    <a:pt x="511440" y="261723"/>
                  </a:cubicBezTo>
                  <a:cubicBezTo>
                    <a:pt x="508589" y="259673"/>
                    <a:pt x="506043" y="256444"/>
                    <a:pt x="504700" y="253168"/>
                  </a:cubicBezTo>
                  <a:cubicBezTo>
                    <a:pt x="490653" y="219041"/>
                    <a:pt x="468806" y="189675"/>
                    <a:pt x="448207" y="159531"/>
                  </a:cubicBezTo>
                  <a:cubicBezTo>
                    <a:pt x="443093" y="152036"/>
                    <a:pt x="438945" y="143835"/>
                    <a:pt x="434797" y="135727"/>
                  </a:cubicBezTo>
                  <a:cubicBezTo>
                    <a:pt x="433430" y="133088"/>
                    <a:pt x="433453" y="129741"/>
                    <a:pt x="432345" y="124320"/>
                  </a:cubicBezTo>
                  <a:cubicBezTo>
                    <a:pt x="437554" y="126111"/>
                    <a:pt x="441254" y="126559"/>
                    <a:pt x="443917" y="128492"/>
                  </a:cubicBezTo>
                  <a:close/>
                  <a:moveTo>
                    <a:pt x="457634" y="61511"/>
                  </a:moveTo>
                  <a:cubicBezTo>
                    <a:pt x="445921" y="53993"/>
                    <a:pt x="435598" y="44235"/>
                    <a:pt x="425086" y="34997"/>
                  </a:cubicBezTo>
                  <a:cubicBezTo>
                    <a:pt x="423107" y="33252"/>
                    <a:pt x="422918" y="29458"/>
                    <a:pt x="421928" y="26606"/>
                  </a:cubicBezTo>
                  <a:cubicBezTo>
                    <a:pt x="425157" y="26465"/>
                    <a:pt x="428904" y="25216"/>
                    <a:pt x="431497" y="26441"/>
                  </a:cubicBezTo>
                  <a:cubicBezTo>
                    <a:pt x="437200" y="29081"/>
                    <a:pt x="443658" y="31909"/>
                    <a:pt x="447382" y="36576"/>
                  </a:cubicBezTo>
                  <a:cubicBezTo>
                    <a:pt x="456691" y="48336"/>
                    <a:pt x="468240" y="49703"/>
                    <a:pt x="481815" y="47959"/>
                  </a:cubicBezTo>
                  <a:cubicBezTo>
                    <a:pt x="490700" y="46828"/>
                    <a:pt x="499845" y="46969"/>
                    <a:pt x="508801" y="47653"/>
                  </a:cubicBezTo>
                  <a:cubicBezTo>
                    <a:pt x="511912" y="47888"/>
                    <a:pt x="515494" y="50929"/>
                    <a:pt x="517568" y="53686"/>
                  </a:cubicBezTo>
                  <a:cubicBezTo>
                    <a:pt x="523319" y="61299"/>
                    <a:pt x="521975" y="64080"/>
                    <a:pt x="512855" y="66389"/>
                  </a:cubicBezTo>
                  <a:cubicBezTo>
                    <a:pt x="504771" y="68440"/>
                    <a:pt x="496781" y="70844"/>
                    <a:pt x="486552" y="73719"/>
                  </a:cubicBezTo>
                  <a:cubicBezTo>
                    <a:pt x="477738" y="70137"/>
                    <a:pt x="466708" y="67332"/>
                    <a:pt x="457634" y="61511"/>
                  </a:cubicBezTo>
                  <a:close/>
                  <a:moveTo>
                    <a:pt x="867415" y="745720"/>
                  </a:moveTo>
                  <a:cubicBezTo>
                    <a:pt x="866991" y="749821"/>
                    <a:pt x="866261" y="754158"/>
                    <a:pt x="864469" y="757787"/>
                  </a:cubicBezTo>
                  <a:cubicBezTo>
                    <a:pt x="857493" y="771952"/>
                    <a:pt x="857587" y="786800"/>
                    <a:pt x="858954" y="801954"/>
                  </a:cubicBezTo>
                  <a:cubicBezTo>
                    <a:pt x="859520" y="808082"/>
                    <a:pt x="859049" y="814281"/>
                    <a:pt x="859049" y="820455"/>
                  </a:cubicBezTo>
                  <a:cubicBezTo>
                    <a:pt x="857540" y="820785"/>
                    <a:pt x="856032" y="821092"/>
                    <a:pt x="854500" y="821422"/>
                  </a:cubicBezTo>
                  <a:cubicBezTo>
                    <a:pt x="838945" y="797901"/>
                    <a:pt x="832959" y="770255"/>
                    <a:pt x="821269" y="745061"/>
                  </a:cubicBezTo>
                  <a:cubicBezTo>
                    <a:pt x="822023" y="744377"/>
                    <a:pt x="822801" y="743694"/>
                    <a:pt x="823555" y="742987"/>
                  </a:cubicBezTo>
                  <a:cubicBezTo>
                    <a:pt x="826124" y="743788"/>
                    <a:pt x="828811" y="744330"/>
                    <a:pt x="831238" y="745438"/>
                  </a:cubicBezTo>
                  <a:cubicBezTo>
                    <a:pt x="840359" y="749538"/>
                    <a:pt x="848961" y="748007"/>
                    <a:pt x="853039" y="741313"/>
                  </a:cubicBezTo>
                  <a:cubicBezTo>
                    <a:pt x="857399" y="734172"/>
                    <a:pt x="855749" y="725782"/>
                    <a:pt x="847241" y="720149"/>
                  </a:cubicBezTo>
                  <a:cubicBezTo>
                    <a:pt x="831804" y="709897"/>
                    <a:pt x="830979" y="675888"/>
                    <a:pt x="839723" y="665141"/>
                  </a:cubicBezTo>
                  <a:cubicBezTo>
                    <a:pt x="841962" y="662407"/>
                    <a:pt x="846015" y="660074"/>
                    <a:pt x="849480" y="659626"/>
                  </a:cubicBezTo>
                  <a:cubicBezTo>
                    <a:pt x="857517" y="658589"/>
                    <a:pt x="857470" y="661252"/>
                    <a:pt x="856527" y="669077"/>
                  </a:cubicBezTo>
                  <a:cubicBezTo>
                    <a:pt x="855396" y="678551"/>
                    <a:pt x="856315" y="688732"/>
                    <a:pt x="858577" y="698066"/>
                  </a:cubicBezTo>
                  <a:cubicBezTo>
                    <a:pt x="862490" y="713809"/>
                    <a:pt x="869159" y="728987"/>
                    <a:pt x="867415" y="74572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26" name="Google Shape;3526;p60"/>
            <p:cNvSpPr/>
            <p:nvPr/>
          </p:nvSpPr>
          <p:spPr>
            <a:xfrm>
              <a:off x="342903" y="2442120"/>
              <a:ext cx="1122602" cy="585900"/>
            </a:xfrm>
            <a:custGeom>
              <a:rect b="b" l="l" r="r" t="t"/>
              <a:pathLst>
                <a:path extrusionOk="0" h="585900" w="1122602">
                  <a:moveTo>
                    <a:pt x="1037851" y="440319"/>
                  </a:moveTo>
                  <a:cubicBezTo>
                    <a:pt x="1032172" y="434356"/>
                    <a:pt x="1025313" y="429313"/>
                    <a:pt x="1020600" y="422690"/>
                  </a:cubicBezTo>
                  <a:cubicBezTo>
                    <a:pt x="1014896" y="414701"/>
                    <a:pt x="1010984" y="405462"/>
                    <a:pt x="1006105" y="396883"/>
                  </a:cubicBezTo>
                  <a:cubicBezTo>
                    <a:pt x="1003300" y="391957"/>
                    <a:pt x="1000543" y="386890"/>
                    <a:pt x="996913" y="382577"/>
                  </a:cubicBezTo>
                  <a:cubicBezTo>
                    <a:pt x="994981" y="380291"/>
                    <a:pt x="991304" y="379466"/>
                    <a:pt x="988405" y="378005"/>
                  </a:cubicBezTo>
                  <a:cubicBezTo>
                    <a:pt x="986897" y="380951"/>
                    <a:pt x="984422" y="383779"/>
                    <a:pt x="984069" y="386843"/>
                  </a:cubicBezTo>
                  <a:cubicBezTo>
                    <a:pt x="982867" y="397637"/>
                    <a:pt x="986755" y="407088"/>
                    <a:pt x="992600" y="416091"/>
                  </a:cubicBezTo>
                  <a:cubicBezTo>
                    <a:pt x="996183" y="421583"/>
                    <a:pt x="999129" y="427616"/>
                    <a:pt x="1001439" y="433744"/>
                  </a:cubicBezTo>
                  <a:cubicBezTo>
                    <a:pt x="1002287" y="436006"/>
                    <a:pt x="1001439" y="440366"/>
                    <a:pt x="999718" y="441710"/>
                  </a:cubicBezTo>
                  <a:cubicBezTo>
                    <a:pt x="998233" y="442888"/>
                    <a:pt x="994227" y="441663"/>
                    <a:pt x="991752" y="440579"/>
                  </a:cubicBezTo>
                  <a:cubicBezTo>
                    <a:pt x="988641" y="439212"/>
                    <a:pt x="985601" y="437232"/>
                    <a:pt x="983079" y="434922"/>
                  </a:cubicBezTo>
                  <a:cubicBezTo>
                    <a:pt x="965544" y="418896"/>
                    <a:pt x="948316" y="402563"/>
                    <a:pt x="930687" y="386631"/>
                  </a:cubicBezTo>
                  <a:cubicBezTo>
                    <a:pt x="919515" y="376544"/>
                    <a:pt x="908273" y="366409"/>
                    <a:pt x="896277" y="357359"/>
                  </a:cubicBezTo>
                  <a:cubicBezTo>
                    <a:pt x="885318" y="349110"/>
                    <a:pt x="872756" y="346824"/>
                    <a:pt x="859086" y="351090"/>
                  </a:cubicBezTo>
                  <a:cubicBezTo>
                    <a:pt x="853571" y="352810"/>
                    <a:pt x="847279" y="353447"/>
                    <a:pt x="841575" y="352693"/>
                  </a:cubicBezTo>
                  <a:cubicBezTo>
                    <a:pt x="838346" y="352268"/>
                    <a:pt x="834905" y="348497"/>
                    <a:pt x="832808" y="345410"/>
                  </a:cubicBezTo>
                  <a:cubicBezTo>
                    <a:pt x="829697" y="340791"/>
                    <a:pt x="828660" y="334592"/>
                    <a:pt x="825077" y="330538"/>
                  </a:cubicBezTo>
                  <a:cubicBezTo>
                    <a:pt x="812633" y="316468"/>
                    <a:pt x="799341" y="303129"/>
                    <a:pt x="786614" y="289318"/>
                  </a:cubicBezTo>
                  <a:cubicBezTo>
                    <a:pt x="776574" y="278429"/>
                    <a:pt x="766628" y="267399"/>
                    <a:pt x="757106" y="256039"/>
                  </a:cubicBezTo>
                  <a:cubicBezTo>
                    <a:pt x="754349" y="252763"/>
                    <a:pt x="753194" y="248120"/>
                    <a:pt x="751309" y="244114"/>
                  </a:cubicBezTo>
                  <a:cubicBezTo>
                    <a:pt x="752063" y="243407"/>
                    <a:pt x="752841" y="242676"/>
                    <a:pt x="753595" y="241969"/>
                  </a:cubicBezTo>
                  <a:cubicBezTo>
                    <a:pt x="758780" y="244891"/>
                    <a:pt x="764507" y="247154"/>
                    <a:pt x="769032" y="250901"/>
                  </a:cubicBezTo>
                  <a:cubicBezTo>
                    <a:pt x="781995" y="261625"/>
                    <a:pt x="794062" y="273456"/>
                    <a:pt x="807236" y="283897"/>
                  </a:cubicBezTo>
                  <a:cubicBezTo>
                    <a:pt x="818808" y="293065"/>
                    <a:pt x="831087" y="301432"/>
                    <a:pt x="843626" y="309256"/>
                  </a:cubicBezTo>
                  <a:cubicBezTo>
                    <a:pt x="850861" y="313781"/>
                    <a:pt x="859228" y="314088"/>
                    <a:pt x="867948" y="312132"/>
                  </a:cubicBezTo>
                  <a:cubicBezTo>
                    <a:pt x="881759" y="309021"/>
                    <a:pt x="893614" y="312603"/>
                    <a:pt x="903041" y="324057"/>
                  </a:cubicBezTo>
                  <a:cubicBezTo>
                    <a:pt x="919562" y="344137"/>
                    <a:pt x="936343" y="363982"/>
                    <a:pt x="953524" y="383496"/>
                  </a:cubicBezTo>
                  <a:cubicBezTo>
                    <a:pt x="956258" y="386607"/>
                    <a:pt x="961608" y="387409"/>
                    <a:pt x="965733" y="389270"/>
                  </a:cubicBezTo>
                  <a:cubicBezTo>
                    <a:pt x="965591" y="384368"/>
                    <a:pt x="965615" y="379443"/>
                    <a:pt x="965167" y="374540"/>
                  </a:cubicBezTo>
                  <a:cubicBezTo>
                    <a:pt x="965026" y="372985"/>
                    <a:pt x="963682" y="371429"/>
                    <a:pt x="962645" y="370062"/>
                  </a:cubicBezTo>
                  <a:cubicBezTo>
                    <a:pt x="955575" y="360847"/>
                    <a:pt x="948976" y="351208"/>
                    <a:pt x="941245" y="342558"/>
                  </a:cubicBezTo>
                  <a:cubicBezTo>
                    <a:pt x="896371" y="292429"/>
                    <a:pt x="846949" y="247036"/>
                    <a:pt x="795075" y="204330"/>
                  </a:cubicBezTo>
                  <a:cubicBezTo>
                    <a:pt x="770635" y="184203"/>
                    <a:pt x="745817" y="164477"/>
                    <a:pt x="717135" y="150430"/>
                  </a:cubicBezTo>
                  <a:cubicBezTo>
                    <a:pt x="670328" y="127522"/>
                    <a:pt x="620906" y="112249"/>
                    <a:pt x="570352" y="100418"/>
                  </a:cubicBezTo>
                  <a:cubicBezTo>
                    <a:pt x="546548" y="94856"/>
                    <a:pt x="522579" y="89482"/>
                    <a:pt x="497856" y="91415"/>
                  </a:cubicBezTo>
                  <a:cubicBezTo>
                    <a:pt x="494273" y="91698"/>
                    <a:pt x="490927" y="94880"/>
                    <a:pt x="487486" y="96741"/>
                  </a:cubicBezTo>
                  <a:cubicBezTo>
                    <a:pt x="489748" y="99758"/>
                    <a:pt x="491422" y="104425"/>
                    <a:pt x="494415" y="105509"/>
                  </a:cubicBezTo>
                  <a:cubicBezTo>
                    <a:pt x="503818" y="108973"/>
                    <a:pt x="513623" y="112815"/>
                    <a:pt x="523451" y="113404"/>
                  </a:cubicBezTo>
                  <a:cubicBezTo>
                    <a:pt x="557601" y="115455"/>
                    <a:pt x="591327" y="119603"/>
                    <a:pt x="623969" y="130208"/>
                  </a:cubicBezTo>
                  <a:cubicBezTo>
                    <a:pt x="653830" y="139895"/>
                    <a:pt x="683574" y="149746"/>
                    <a:pt x="707566" y="171641"/>
                  </a:cubicBezTo>
                  <a:cubicBezTo>
                    <a:pt x="712822" y="176426"/>
                    <a:pt x="720411" y="178782"/>
                    <a:pt x="727128" y="181823"/>
                  </a:cubicBezTo>
                  <a:cubicBezTo>
                    <a:pt x="733774" y="184840"/>
                    <a:pt x="741363" y="186301"/>
                    <a:pt x="747373" y="190213"/>
                  </a:cubicBezTo>
                  <a:cubicBezTo>
                    <a:pt x="779614" y="211236"/>
                    <a:pt x="808768" y="236195"/>
                    <a:pt x="836626" y="262638"/>
                  </a:cubicBezTo>
                  <a:cubicBezTo>
                    <a:pt x="846289" y="271830"/>
                    <a:pt x="855197" y="281823"/>
                    <a:pt x="864177" y="291722"/>
                  </a:cubicBezTo>
                  <a:cubicBezTo>
                    <a:pt x="866180" y="293937"/>
                    <a:pt x="867029" y="297213"/>
                    <a:pt x="868419" y="299994"/>
                  </a:cubicBezTo>
                  <a:cubicBezTo>
                    <a:pt x="867618" y="300701"/>
                    <a:pt x="866817" y="301432"/>
                    <a:pt x="866015" y="302139"/>
                  </a:cubicBezTo>
                  <a:cubicBezTo>
                    <a:pt x="856847" y="296553"/>
                    <a:pt x="847137" y="291651"/>
                    <a:pt x="838582" y="285217"/>
                  </a:cubicBezTo>
                  <a:cubicBezTo>
                    <a:pt x="807542" y="261837"/>
                    <a:pt x="777139" y="237656"/>
                    <a:pt x="745982" y="214441"/>
                  </a:cubicBezTo>
                  <a:cubicBezTo>
                    <a:pt x="736178" y="207135"/>
                    <a:pt x="724912" y="201762"/>
                    <a:pt x="714118" y="195869"/>
                  </a:cubicBezTo>
                  <a:cubicBezTo>
                    <a:pt x="705162" y="190967"/>
                    <a:pt x="695711" y="186961"/>
                    <a:pt x="686849" y="181870"/>
                  </a:cubicBezTo>
                  <a:cubicBezTo>
                    <a:pt x="680038" y="177958"/>
                    <a:pt x="674240" y="172207"/>
                    <a:pt x="667288" y="168648"/>
                  </a:cubicBezTo>
                  <a:cubicBezTo>
                    <a:pt x="645935" y="157783"/>
                    <a:pt x="622862" y="152551"/>
                    <a:pt x="599270" y="149393"/>
                  </a:cubicBezTo>
                  <a:cubicBezTo>
                    <a:pt x="590502" y="148214"/>
                    <a:pt x="581735" y="147130"/>
                    <a:pt x="572944" y="145999"/>
                  </a:cubicBezTo>
                  <a:cubicBezTo>
                    <a:pt x="572756" y="146848"/>
                    <a:pt x="572543" y="147672"/>
                    <a:pt x="572355" y="148521"/>
                  </a:cubicBezTo>
                  <a:cubicBezTo>
                    <a:pt x="583974" y="153729"/>
                    <a:pt x="595570" y="158962"/>
                    <a:pt x="607189" y="164147"/>
                  </a:cubicBezTo>
                  <a:cubicBezTo>
                    <a:pt x="647349" y="182082"/>
                    <a:pt x="687651" y="199711"/>
                    <a:pt x="724158" y="224670"/>
                  </a:cubicBezTo>
                  <a:cubicBezTo>
                    <a:pt x="728612" y="227710"/>
                    <a:pt x="732690" y="231481"/>
                    <a:pt x="736249" y="235535"/>
                  </a:cubicBezTo>
                  <a:cubicBezTo>
                    <a:pt x="737663" y="237137"/>
                    <a:pt x="737168" y="240390"/>
                    <a:pt x="737568" y="242888"/>
                  </a:cubicBezTo>
                  <a:cubicBezTo>
                    <a:pt x="734882" y="243242"/>
                    <a:pt x="732030" y="244326"/>
                    <a:pt x="729532" y="243784"/>
                  </a:cubicBezTo>
                  <a:cubicBezTo>
                    <a:pt x="727033" y="243242"/>
                    <a:pt x="724889" y="241097"/>
                    <a:pt x="722555" y="239683"/>
                  </a:cubicBezTo>
                  <a:cubicBezTo>
                    <a:pt x="717088" y="236313"/>
                    <a:pt x="711879" y="232400"/>
                    <a:pt x="706105" y="229713"/>
                  </a:cubicBezTo>
                  <a:cubicBezTo>
                    <a:pt x="652770" y="204778"/>
                    <a:pt x="597573" y="185052"/>
                    <a:pt x="540396" y="170981"/>
                  </a:cubicBezTo>
                  <a:cubicBezTo>
                    <a:pt x="533915" y="169379"/>
                    <a:pt x="526727" y="169497"/>
                    <a:pt x="520033" y="170251"/>
                  </a:cubicBezTo>
                  <a:cubicBezTo>
                    <a:pt x="514872" y="170840"/>
                    <a:pt x="512444" y="175318"/>
                    <a:pt x="515037" y="180338"/>
                  </a:cubicBezTo>
                  <a:cubicBezTo>
                    <a:pt x="518831" y="187644"/>
                    <a:pt x="515296" y="191014"/>
                    <a:pt x="508980" y="192947"/>
                  </a:cubicBezTo>
                  <a:cubicBezTo>
                    <a:pt x="495357" y="197142"/>
                    <a:pt x="481641" y="197024"/>
                    <a:pt x="468230" y="192216"/>
                  </a:cubicBezTo>
                  <a:cubicBezTo>
                    <a:pt x="462032" y="190001"/>
                    <a:pt x="458355" y="185806"/>
                    <a:pt x="458025" y="178311"/>
                  </a:cubicBezTo>
                  <a:cubicBezTo>
                    <a:pt x="457884" y="175059"/>
                    <a:pt x="454396" y="170722"/>
                    <a:pt x="451285" y="169143"/>
                  </a:cubicBezTo>
                  <a:cubicBezTo>
                    <a:pt x="446830" y="166904"/>
                    <a:pt x="441363" y="166008"/>
                    <a:pt x="436272" y="165867"/>
                  </a:cubicBezTo>
                  <a:cubicBezTo>
                    <a:pt x="422154" y="165466"/>
                    <a:pt x="408037" y="165844"/>
                    <a:pt x="393920" y="165679"/>
                  </a:cubicBezTo>
                  <a:cubicBezTo>
                    <a:pt x="389937" y="165631"/>
                    <a:pt x="385954" y="164712"/>
                    <a:pt x="381146" y="164076"/>
                  </a:cubicBezTo>
                  <a:cubicBezTo>
                    <a:pt x="396701" y="148662"/>
                    <a:pt x="396041" y="148969"/>
                    <a:pt x="387509" y="129431"/>
                  </a:cubicBezTo>
                  <a:cubicBezTo>
                    <a:pt x="383173" y="119485"/>
                    <a:pt x="381004" y="108384"/>
                    <a:pt x="379213" y="97566"/>
                  </a:cubicBezTo>
                  <a:cubicBezTo>
                    <a:pt x="378270" y="91910"/>
                    <a:pt x="380816" y="86395"/>
                    <a:pt x="388263" y="85429"/>
                  </a:cubicBezTo>
                  <a:cubicBezTo>
                    <a:pt x="406859" y="83001"/>
                    <a:pt x="425383" y="79796"/>
                    <a:pt x="444026" y="77887"/>
                  </a:cubicBezTo>
                  <a:cubicBezTo>
                    <a:pt x="489442" y="73244"/>
                    <a:pt x="534740" y="71783"/>
                    <a:pt x="579638" y="83425"/>
                  </a:cubicBezTo>
                  <a:cubicBezTo>
                    <a:pt x="595193" y="87456"/>
                    <a:pt x="610135" y="86206"/>
                    <a:pt x="620246" y="70369"/>
                  </a:cubicBezTo>
                  <a:cubicBezTo>
                    <a:pt x="623993" y="64500"/>
                    <a:pt x="631087" y="62945"/>
                    <a:pt x="637568" y="64288"/>
                  </a:cubicBezTo>
                  <a:cubicBezTo>
                    <a:pt x="650554" y="66998"/>
                    <a:pt x="663328" y="70675"/>
                    <a:pt x="676197" y="73951"/>
                  </a:cubicBezTo>
                  <a:cubicBezTo>
                    <a:pt x="683574" y="75836"/>
                    <a:pt x="690903" y="78028"/>
                    <a:pt x="698351" y="79560"/>
                  </a:cubicBezTo>
                  <a:cubicBezTo>
                    <a:pt x="702876" y="80503"/>
                    <a:pt x="704973" y="77651"/>
                    <a:pt x="704031" y="73385"/>
                  </a:cubicBezTo>
                  <a:cubicBezTo>
                    <a:pt x="701344" y="61177"/>
                    <a:pt x="697361" y="49676"/>
                    <a:pt x="687156" y="41262"/>
                  </a:cubicBezTo>
                  <a:cubicBezTo>
                    <a:pt x="672968" y="29548"/>
                    <a:pt x="656659" y="22030"/>
                    <a:pt x="639194" y="17151"/>
                  </a:cubicBezTo>
                  <a:cubicBezTo>
                    <a:pt x="619727" y="11707"/>
                    <a:pt x="600048" y="8243"/>
                    <a:pt x="580792" y="18424"/>
                  </a:cubicBezTo>
                  <a:cubicBezTo>
                    <a:pt x="580156" y="18754"/>
                    <a:pt x="579048" y="18165"/>
                    <a:pt x="577894" y="17953"/>
                  </a:cubicBezTo>
                  <a:cubicBezTo>
                    <a:pt x="578223" y="16609"/>
                    <a:pt x="578365" y="15643"/>
                    <a:pt x="578718" y="14747"/>
                  </a:cubicBezTo>
                  <a:cubicBezTo>
                    <a:pt x="582419" y="5650"/>
                    <a:pt x="581287" y="2115"/>
                    <a:pt x="571813" y="677"/>
                  </a:cubicBezTo>
                  <a:cubicBezTo>
                    <a:pt x="563682" y="-548"/>
                    <a:pt x="555150" y="112"/>
                    <a:pt x="546901" y="913"/>
                  </a:cubicBezTo>
                  <a:cubicBezTo>
                    <a:pt x="543743" y="1219"/>
                    <a:pt x="538629" y="3977"/>
                    <a:pt x="538393" y="6098"/>
                  </a:cubicBezTo>
                  <a:cubicBezTo>
                    <a:pt x="538016" y="9185"/>
                    <a:pt x="540373" y="13923"/>
                    <a:pt x="543060" y="15808"/>
                  </a:cubicBezTo>
                  <a:cubicBezTo>
                    <a:pt x="551544" y="21724"/>
                    <a:pt x="560736" y="26555"/>
                    <a:pt x="569597" y="31929"/>
                  </a:cubicBezTo>
                  <a:cubicBezTo>
                    <a:pt x="572261" y="33555"/>
                    <a:pt x="574688" y="35582"/>
                    <a:pt x="577210" y="37420"/>
                  </a:cubicBezTo>
                  <a:cubicBezTo>
                    <a:pt x="576904" y="38104"/>
                    <a:pt x="576597" y="38764"/>
                    <a:pt x="576291" y="39447"/>
                  </a:cubicBezTo>
                  <a:cubicBezTo>
                    <a:pt x="571153" y="39801"/>
                    <a:pt x="565992" y="40720"/>
                    <a:pt x="560901" y="40413"/>
                  </a:cubicBezTo>
                  <a:cubicBezTo>
                    <a:pt x="537945" y="39070"/>
                    <a:pt x="515013" y="36855"/>
                    <a:pt x="492034" y="35959"/>
                  </a:cubicBezTo>
                  <a:cubicBezTo>
                    <a:pt x="475277" y="35299"/>
                    <a:pt x="458450" y="35770"/>
                    <a:pt x="441693" y="36595"/>
                  </a:cubicBezTo>
                  <a:cubicBezTo>
                    <a:pt x="434669" y="36949"/>
                    <a:pt x="428188" y="39636"/>
                    <a:pt x="427740" y="48921"/>
                  </a:cubicBezTo>
                  <a:cubicBezTo>
                    <a:pt x="427481" y="54342"/>
                    <a:pt x="423569" y="57524"/>
                    <a:pt x="418148" y="57123"/>
                  </a:cubicBezTo>
                  <a:cubicBezTo>
                    <a:pt x="413057" y="56723"/>
                    <a:pt x="408037" y="55285"/>
                    <a:pt x="403017" y="54177"/>
                  </a:cubicBezTo>
                  <a:cubicBezTo>
                    <a:pt x="398893" y="53258"/>
                    <a:pt x="394839" y="52174"/>
                    <a:pt x="390738" y="51160"/>
                  </a:cubicBezTo>
                  <a:cubicBezTo>
                    <a:pt x="395805" y="60022"/>
                    <a:pt x="391751" y="65608"/>
                    <a:pt x="385836" y="69308"/>
                  </a:cubicBezTo>
                  <a:cubicBezTo>
                    <a:pt x="374782" y="76213"/>
                    <a:pt x="363116" y="82106"/>
                    <a:pt x="351709" y="88493"/>
                  </a:cubicBezTo>
                  <a:cubicBezTo>
                    <a:pt x="347372" y="90920"/>
                    <a:pt x="343130" y="93489"/>
                    <a:pt x="338864" y="95987"/>
                  </a:cubicBezTo>
                  <a:cubicBezTo>
                    <a:pt x="339053" y="96789"/>
                    <a:pt x="339241" y="97590"/>
                    <a:pt x="339430" y="98391"/>
                  </a:cubicBezTo>
                  <a:cubicBezTo>
                    <a:pt x="350248" y="99829"/>
                    <a:pt x="361042" y="101267"/>
                    <a:pt x="371860" y="102704"/>
                  </a:cubicBezTo>
                  <a:cubicBezTo>
                    <a:pt x="372001" y="103671"/>
                    <a:pt x="372166" y="104660"/>
                    <a:pt x="372308" y="105627"/>
                  </a:cubicBezTo>
                  <a:cubicBezTo>
                    <a:pt x="363870" y="112179"/>
                    <a:pt x="355433" y="118731"/>
                    <a:pt x="345699" y="126272"/>
                  </a:cubicBezTo>
                  <a:cubicBezTo>
                    <a:pt x="352982" y="127309"/>
                    <a:pt x="357719" y="127993"/>
                    <a:pt x="364954" y="129030"/>
                  </a:cubicBezTo>
                  <a:cubicBezTo>
                    <a:pt x="358591" y="134804"/>
                    <a:pt x="354419" y="139824"/>
                    <a:pt x="349187" y="143100"/>
                  </a:cubicBezTo>
                  <a:cubicBezTo>
                    <a:pt x="317818" y="162827"/>
                    <a:pt x="286566" y="182789"/>
                    <a:pt x="254537" y="201384"/>
                  </a:cubicBezTo>
                  <a:cubicBezTo>
                    <a:pt x="239053" y="210388"/>
                    <a:pt x="222013" y="216704"/>
                    <a:pt x="205539" y="223963"/>
                  </a:cubicBezTo>
                  <a:cubicBezTo>
                    <a:pt x="203300" y="224953"/>
                    <a:pt x="200377" y="224387"/>
                    <a:pt x="197761" y="224528"/>
                  </a:cubicBezTo>
                  <a:cubicBezTo>
                    <a:pt x="197525" y="223798"/>
                    <a:pt x="197266" y="223067"/>
                    <a:pt x="197031" y="222360"/>
                  </a:cubicBezTo>
                  <a:cubicBezTo>
                    <a:pt x="209592" y="203859"/>
                    <a:pt x="229131" y="192405"/>
                    <a:pt x="244426" y="176473"/>
                  </a:cubicBezTo>
                  <a:cubicBezTo>
                    <a:pt x="241221" y="177604"/>
                    <a:pt x="238251" y="179183"/>
                    <a:pt x="235400" y="180904"/>
                  </a:cubicBezTo>
                  <a:cubicBezTo>
                    <a:pt x="219279" y="190567"/>
                    <a:pt x="203323" y="200489"/>
                    <a:pt x="187038" y="209893"/>
                  </a:cubicBezTo>
                  <a:cubicBezTo>
                    <a:pt x="168419" y="220640"/>
                    <a:pt x="149446" y="230774"/>
                    <a:pt x="130780" y="241403"/>
                  </a:cubicBezTo>
                  <a:cubicBezTo>
                    <a:pt x="119915" y="247602"/>
                    <a:pt x="108485" y="254696"/>
                    <a:pt x="105586" y="267328"/>
                  </a:cubicBezTo>
                  <a:cubicBezTo>
                    <a:pt x="101202" y="286395"/>
                    <a:pt x="91233" y="302068"/>
                    <a:pt x="79496" y="316633"/>
                  </a:cubicBezTo>
                  <a:cubicBezTo>
                    <a:pt x="57672" y="343689"/>
                    <a:pt x="37615" y="371429"/>
                    <a:pt x="26090" y="404849"/>
                  </a:cubicBezTo>
                  <a:cubicBezTo>
                    <a:pt x="19679" y="423421"/>
                    <a:pt x="10181" y="440932"/>
                    <a:pt x="2616" y="459150"/>
                  </a:cubicBezTo>
                  <a:cubicBezTo>
                    <a:pt x="683" y="463817"/>
                    <a:pt x="825" y="469332"/>
                    <a:pt x="0" y="474470"/>
                  </a:cubicBezTo>
                  <a:cubicBezTo>
                    <a:pt x="1084" y="474965"/>
                    <a:pt x="2145" y="475460"/>
                    <a:pt x="3229" y="475954"/>
                  </a:cubicBezTo>
                  <a:cubicBezTo>
                    <a:pt x="5586" y="473668"/>
                    <a:pt x="8485" y="471712"/>
                    <a:pt x="10229" y="469025"/>
                  </a:cubicBezTo>
                  <a:cubicBezTo>
                    <a:pt x="14942" y="461790"/>
                    <a:pt x="19844" y="454578"/>
                    <a:pt x="23450" y="446777"/>
                  </a:cubicBezTo>
                  <a:cubicBezTo>
                    <a:pt x="45510" y="398981"/>
                    <a:pt x="73038" y="354460"/>
                    <a:pt x="104572" y="312438"/>
                  </a:cubicBezTo>
                  <a:cubicBezTo>
                    <a:pt x="122249" y="288870"/>
                    <a:pt x="140231" y="265467"/>
                    <a:pt x="163281" y="246635"/>
                  </a:cubicBezTo>
                  <a:cubicBezTo>
                    <a:pt x="169927" y="241215"/>
                    <a:pt x="177163" y="237114"/>
                    <a:pt x="186071" y="237161"/>
                  </a:cubicBezTo>
                  <a:cubicBezTo>
                    <a:pt x="191233" y="237185"/>
                    <a:pt x="193236" y="239589"/>
                    <a:pt x="190054" y="244114"/>
                  </a:cubicBezTo>
                  <a:cubicBezTo>
                    <a:pt x="186071" y="249770"/>
                    <a:pt x="181947" y="255356"/>
                    <a:pt x="177280" y="260446"/>
                  </a:cubicBezTo>
                  <a:cubicBezTo>
                    <a:pt x="160900" y="278358"/>
                    <a:pt x="143578" y="295469"/>
                    <a:pt x="127952" y="313994"/>
                  </a:cubicBezTo>
                  <a:cubicBezTo>
                    <a:pt x="117346" y="326555"/>
                    <a:pt x="108579" y="340743"/>
                    <a:pt x="99906" y="354790"/>
                  </a:cubicBezTo>
                  <a:cubicBezTo>
                    <a:pt x="97950" y="357972"/>
                    <a:pt x="98185" y="365961"/>
                    <a:pt x="100330" y="367423"/>
                  </a:cubicBezTo>
                  <a:cubicBezTo>
                    <a:pt x="104148" y="370015"/>
                    <a:pt x="110464" y="370557"/>
                    <a:pt x="115272" y="369638"/>
                  </a:cubicBezTo>
                  <a:cubicBezTo>
                    <a:pt x="119491" y="368837"/>
                    <a:pt x="123993" y="365584"/>
                    <a:pt x="126774" y="362120"/>
                  </a:cubicBezTo>
                  <a:cubicBezTo>
                    <a:pt x="131204" y="356652"/>
                    <a:pt x="134410" y="350171"/>
                    <a:pt x="137992" y="344019"/>
                  </a:cubicBezTo>
                  <a:cubicBezTo>
                    <a:pt x="145652" y="330868"/>
                    <a:pt x="152298" y="316963"/>
                    <a:pt x="161136" y="304660"/>
                  </a:cubicBezTo>
                  <a:cubicBezTo>
                    <a:pt x="169644" y="292782"/>
                    <a:pt x="180910" y="283096"/>
                    <a:pt x="195074" y="277887"/>
                  </a:cubicBezTo>
                  <a:cubicBezTo>
                    <a:pt x="203040" y="274965"/>
                    <a:pt x="208202" y="276756"/>
                    <a:pt x="210818" y="282671"/>
                  </a:cubicBezTo>
                  <a:cubicBezTo>
                    <a:pt x="214165" y="290190"/>
                    <a:pt x="211973" y="297213"/>
                    <a:pt x="204337" y="300654"/>
                  </a:cubicBezTo>
                  <a:cubicBezTo>
                    <a:pt x="200165" y="302539"/>
                    <a:pt x="195263" y="302657"/>
                    <a:pt x="190832" y="304048"/>
                  </a:cubicBezTo>
                  <a:cubicBezTo>
                    <a:pt x="185553" y="305721"/>
                    <a:pt x="179944" y="307135"/>
                    <a:pt x="175395" y="310058"/>
                  </a:cubicBezTo>
                  <a:cubicBezTo>
                    <a:pt x="171035" y="312862"/>
                    <a:pt x="170634" y="323185"/>
                    <a:pt x="173981" y="327050"/>
                  </a:cubicBezTo>
                  <a:cubicBezTo>
                    <a:pt x="178176" y="331858"/>
                    <a:pt x="183125" y="329666"/>
                    <a:pt x="187485" y="327380"/>
                  </a:cubicBezTo>
                  <a:cubicBezTo>
                    <a:pt x="191610" y="325212"/>
                    <a:pt x="195711" y="322667"/>
                    <a:pt x="199175" y="319556"/>
                  </a:cubicBezTo>
                  <a:cubicBezTo>
                    <a:pt x="210370" y="309445"/>
                    <a:pt x="221117" y="298792"/>
                    <a:pt x="232336" y="288705"/>
                  </a:cubicBezTo>
                  <a:cubicBezTo>
                    <a:pt x="244285" y="277958"/>
                    <a:pt x="256022" y="266881"/>
                    <a:pt x="268867" y="257265"/>
                  </a:cubicBezTo>
                  <a:cubicBezTo>
                    <a:pt x="295923" y="236972"/>
                    <a:pt x="326467" y="226037"/>
                    <a:pt x="360641" y="226602"/>
                  </a:cubicBezTo>
                  <a:cubicBezTo>
                    <a:pt x="363305" y="226650"/>
                    <a:pt x="365944" y="227451"/>
                    <a:pt x="368607" y="227899"/>
                  </a:cubicBezTo>
                  <a:cubicBezTo>
                    <a:pt x="368796" y="228676"/>
                    <a:pt x="369008" y="229431"/>
                    <a:pt x="369197" y="230208"/>
                  </a:cubicBezTo>
                  <a:cubicBezTo>
                    <a:pt x="366133" y="232400"/>
                    <a:pt x="363328" y="235087"/>
                    <a:pt x="359958" y="236666"/>
                  </a:cubicBezTo>
                  <a:cubicBezTo>
                    <a:pt x="352581" y="240083"/>
                    <a:pt x="345110" y="243454"/>
                    <a:pt x="337403" y="245928"/>
                  </a:cubicBezTo>
                  <a:cubicBezTo>
                    <a:pt x="314448" y="253258"/>
                    <a:pt x="294155" y="265184"/>
                    <a:pt x="275466" y="280149"/>
                  </a:cubicBezTo>
                  <a:cubicBezTo>
                    <a:pt x="239618" y="308856"/>
                    <a:pt x="209640" y="343053"/>
                    <a:pt x="183149" y="380338"/>
                  </a:cubicBezTo>
                  <a:cubicBezTo>
                    <a:pt x="145840" y="432848"/>
                    <a:pt x="114919" y="488540"/>
                    <a:pt x="100283" y="552033"/>
                  </a:cubicBezTo>
                  <a:cubicBezTo>
                    <a:pt x="98256" y="560824"/>
                    <a:pt x="97101" y="569827"/>
                    <a:pt x="95546" y="578736"/>
                  </a:cubicBezTo>
                  <a:cubicBezTo>
                    <a:pt x="96253" y="578901"/>
                    <a:pt x="96960" y="579042"/>
                    <a:pt x="97667" y="579207"/>
                  </a:cubicBezTo>
                  <a:cubicBezTo>
                    <a:pt x="99104" y="576685"/>
                    <a:pt x="100778" y="574258"/>
                    <a:pt x="101909" y="571618"/>
                  </a:cubicBezTo>
                  <a:cubicBezTo>
                    <a:pt x="110040" y="552551"/>
                    <a:pt x="118030" y="533437"/>
                    <a:pt x="126137" y="514371"/>
                  </a:cubicBezTo>
                  <a:cubicBezTo>
                    <a:pt x="129885" y="505533"/>
                    <a:pt x="133161" y="496412"/>
                    <a:pt x="137709" y="487998"/>
                  </a:cubicBezTo>
                  <a:cubicBezTo>
                    <a:pt x="144756" y="474941"/>
                    <a:pt x="153476" y="471382"/>
                    <a:pt x="167994" y="474399"/>
                  </a:cubicBezTo>
                  <a:cubicBezTo>
                    <a:pt x="179614" y="476827"/>
                    <a:pt x="189724" y="474069"/>
                    <a:pt x="197573" y="465160"/>
                  </a:cubicBezTo>
                  <a:cubicBezTo>
                    <a:pt x="201956" y="460187"/>
                    <a:pt x="205798" y="454649"/>
                    <a:pt x="209310" y="449016"/>
                  </a:cubicBezTo>
                  <a:cubicBezTo>
                    <a:pt x="217417" y="436006"/>
                    <a:pt x="224511" y="422360"/>
                    <a:pt x="233161" y="409728"/>
                  </a:cubicBezTo>
                  <a:cubicBezTo>
                    <a:pt x="266675" y="360847"/>
                    <a:pt x="309828" y="323256"/>
                    <a:pt x="364907" y="300371"/>
                  </a:cubicBezTo>
                  <a:cubicBezTo>
                    <a:pt x="407636" y="282601"/>
                    <a:pt x="451261" y="277581"/>
                    <a:pt x="496701" y="290095"/>
                  </a:cubicBezTo>
                  <a:cubicBezTo>
                    <a:pt x="509734" y="293701"/>
                    <a:pt x="524087" y="293136"/>
                    <a:pt x="537828" y="293348"/>
                  </a:cubicBezTo>
                  <a:cubicBezTo>
                    <a:pt x="542565" y="293418"/>
                    <a:pt x="547844" y="290732"/>
                    <a:pt x="551992" y="287974"/>
                  </a:cubicBezTo>
                  <a:cubicBezTo>
                    <a:pt x="558120" y="283873"/>
                    <a:pt x="557507" y="278995"/>
                    <a:pt x="551191" y="275318"/>
                  </a:cubicBezTo>
                  <a:cubicBezTo>
                    <a:pt x="549305" y="274210"/>
                    <a:pt x="547184" y="273150"/>
                    <a:pt x="545063" y="272820"/>
                  </a:cubicBezTo>
                  <a:cubicBezTo>
                    <a:pt x="527505" y="270251"/>
                    <a:pt x="509946" y="265914"/>
                    <a:pt x="492364" y="265844"/>
                  </a:cubicBezTo>
                  <a:cubicBezTo>
                    <a:pt x="463234" y="265749"/>
                    <a:pt x="433986" y="267258"/>
                    <a:pt x="404997" y="270274"/>
                  </a:cubicBezTo>
                  <a:cubicBezTo>
                    <a:pt x="376079" y="273268"/>
                    <a:pt x="348504" y="281469"/>
                    <a:pt x="324158" y="298792"/>
                  </a:cubicBezTo>
                  <a:cubicBezTo>
                    <a:pt x="282324" y="328535"/>
                    <a:pt x="244992" y="363110"/>
                    <a:pt x="212232" y="402539"/>
                  </a:cubicBezTo>
                  <a:cubicBezTo>
                    <a:pt x="199505" y="417859"/>
                    <a:pt x="186189" y="433225"/>
                    <a:pt x="184209" y="454531"/>
                  </a:cubicBezTo>
                  <a:cubicBezTo>
                    <a:pt x="184092" y="455709"/>
                    <a:pt x="183408" y="456864"/>
                    <a:pt x="182842" y="457948"/>
                  </a:cubicBezTo>
                  <a:cubicBezTo>
                    <a:pt x="178883" y="465490"/>
                    <a:pt x="171247" y="468012"/>
                    <a:pt x="163234" y="464170"/>
                  </a:cubicBezTo>
                  <a:cubicBezTo>
                    <a:pt x="155056" y="460234"/>
                    <a:pt x="158921" y="454319"/>
                    <a:pt x="161325" y="449087"/>
                  </a:cubicBezTo>
                  <a:cubicBezTo>
                    <a:pt x="174688" y="419886"/>
                    <a:pt x="192883" y="393890"/>
                    <a:pt x="212892" y="368813"/>
                  </a:cubicBezTo>
                  <a:cubicBezTo>
                    <a:pt x="235023" y="341073"/>
                    <a:pt x="256635" y="313381"/>
                    <a:pt x="287839" y="294715"/>
                  </a:cubicBezTo>
                  <a:cubicBezTo>
                    <a:pt x="318690" y="276261"/>
                    <a:pt x="349564" y="258349"/>
                    <a:pt x="385577" y="251868"/>
                  </a:cubicBezTo>
                  <a:cubicBezTo>
                    <a:pt x="389418" y="251184"/>
                    <a:pt x="393236" y="249864"/>
                    <a:pt x="396842" y="248332"/>
                  </a:cubicBezTo>
                  <a:cubicBezTo>
                    <a:pt x="404620" y="245009"/>
                    <a:pt x="405892" y="241238"/>
                    <a:pt x="400519" y="234804"/>
                  </a:cubicBezTo>
                  <a:cubicBezTo>
                    <a:pt x="388570" y="220522"/>
                    <a:pt x="374099" y="210340"/>
                    <a:pt x="354773" y="208832"/>
                  </a:cubicBezTo>
                  <a:cubicBezTo>
                    <a:pt x="352817" y="208691"/>
                    <a:pt x="350884" y="207913"/>
                    <a:pt x="348645" y="207371"/>
                  </a:cubicBezTo>
                  <a:cubicBezTo>
                    <a:pt x="357035" y="193301"/>
                    <a:pt x="374735" y="187338"/>
                    <a:pt x="388475" y="194974"/>
                  </a:cubicBezTo>
                  <a:cubicBezTo>
                    <a:pt x="398963" y="200795"/>
                    <a:pt x="408037" y="209091"/>
                    <a:pt x="417794" y="216256"/>
                  </a:cubicBezTo>
                  <a:cubicBezTo>
                    <a:pt x="420788" y="218448"/>
                    <a:pt x="423875" y="220522"/>
                    <a:pt x="426915" y="222643"/>
                  </a:cubicBezTo>
                  <a:cubicBezTo>
                    <a:pt x="427457" y="222195"/>
                    <a:pt x="427999" y="221771"/>
                    <a:pt x="428518" y="221323"/>
                  </a:cubicBezTo>
                  <a:cubicBezTo>
                    <a:pt x="427339" y="217411"/>
                    <a:pt x="425878" y="213546"/>
                    <a:pt x="425077" y="209539"/>
                  </a:cubicBezTo>
                  <a:cubicBezTo>
                    <a:pt x="423757" y="203058"/>
                    <a:pt x="421990" y="196506"/>
                    <a:pt x="421990" y="190001"/>
                  </a:cubicBezTo>
                  <a:cubicBezTo>
                    <a:pt x="421990" y="182860"/>
                    <a:pt x="427882" y="179961"/>
                    <a:pt x="433915" y="183850"/>
                  </a:cubicBezTo>
                  <a:cubicBezTo>
                    <a:pt x="436838" y="185735"/>
                    <a:pt x="440302" y="189058"/>
                    <a:pt x="440679" y="192099"/>
                  </a:cubicBezTo>
                  <a:cubicBezTo>
                    <a:pt x="441645" y="199852"/>
                    <a:pt x="446713" y="202963"/>
                    <a:pt x="452840" y="204213"/>
                  </a:cubicBezTo>
                  <a:cubicBezTo>
                    <a:pt x="463187" y="206334"/>
                    <a:pt x="473745" y="207441"/>
                    <a:pt x="484210" y="208903"/>
                  </a:cubicBezTo>
                  <a:cubicBezTo>
                    <a:pt x="505680" y="211896"/>
                    <a:pt x="527363" y="213852"/>
                    <a:pt x="548551" y="218212"/>
                  </a:cubicBezTo>
                  <a:cubicBezTo>
                    <a:pt x="560170" y="220593"/>
                    <a:pt x="570823" y="227357"/>
                    <a:pt x="582183" y="231481"/>
                  </a:cubicBezTo>
                  <a:cubicBezTo>
                    <a:pt x="592718" y="235299"/>
                    <a:pt x="596088" y="233579"/>
                    <a:pt x="600873" y="223609"/>
                  </a:cubicBezTo>
                  <a:cubicBezTo>
                    <a:pt x="604431" y="216209"/>
                    <a:pt x="610158" y="211401"/>
                    <a:pt x="618077" y="209704"/>
                  </a:cubicBezTo>
                  <a:cubicBezTo>
                    <a:pt x="620387" y="209209"/>
                    <a:pt x="624040" y="209845"/>
                    <a:pt x="625336" y="211401"/>
                  </a:cubicBezTo>
                  <a:cubicBezTo>
                    <a:pt x="626444" y="212697"/>
                    <a:pt x="625713" y="216492"/>
                    <a:pt x="624606" y="218542"/>
                  </a:cubicBezTo>
                  <a:cubicBezTo>
                    <a:pt x="615155" y="236100"/>
                    <a:pt x="594674" y="245999"/>
                    <a:pt x="575136" y="242558"/>
                  </a:cubicBezTo>
                  <a:cubicBezTo>
                    <a:pt x="569550" y="241568"/>
                    <a:pt x="564059" y="240178"/>
                    <a:pt x="558544" y="238834"/>
                  </a:cubicBezTo>
                  <a:cubicBezTo>
                    <a:pt x="538747" y="233979"/>
                    <a:pt x="518808" y="230821"/>
                    <a:pt x="498374" y="234144"/>
                  </a:cubicBezTo>
                  <a:cubicBezTo>
                    <a:pt x="491681" y="235228"/>
                    <a:pt x="484846" y="236195"/>
                    <a:pt x="479284" y="243053"/>
                  </a:cubicBezTo>
                  <a:cubicBezTo>
                    <a:pt x="483715" y="244774"/>
                    <a:pt x="487179" y="246730"/>
                    <a:pt x="490903" y="247460"/>
                  </a:cubicBezTo>
                  <a:cubicBezTo>
                    <a:pt x="504950" y="250194"/>
                    <a:pt x="519067" y="252551"/>
                    <a:pt x="533161" y="254979"/>
                  </a:cubicBezTo>
                  <a:cubicBezTo>
                    <a:pt x="568560" y="261036"/>
                    <a:pt x="603465" y="268507"/>
                    <a:pt x="634222" y="288610"/>
                  </a:cubicBezTo>
                  <a:cubicBezTo>
                    <a:pt x="637686" y="290873"/>
                    <a:pt x="641669" y="292523"/>
                    <a:pt x="645582" y="293937"/>
                  </a:cubicBezTo>
                  <a:cubicBezTo>
                    <a:pt x="654113" y="296977"/>
                    <a:pt x="655739" y="295964"/>
                    <a:pt x="657507" y="287267"/>
                  </a:cubicBezTo>
                  <a:cubicBezTo>
                    <a:pt x="659228" y="278783"/>
                    <a:pt x="662833" y="276119"/>
                    <a:pt x="671130" y="278688"/>
                  </a:cubicBezTo>
                  <a:cubicBezTo>
                    <a:pt x="677422" y="280644"/>
                    <a:pt x="683951" y="283119"/>
                    <a:pt x="689183" y="286961"/>
                  </a:cubicBezTo>
                  <a:cubicBezTo>
                    <a:pt x="712115" y="303788"/>
                    <a:pt x="735047" y="320640"/>
                    <a:pt x="757059" y="338599"/>
                  </a:cubicBezTo>
                  <a:cubicBezTo>
                    <a:pt x="768466" y="347908"/>
                    <a:pt x="778082" y="359457"/>
                    <a:pt x="788146" y="370345"/>
                  </a:cubicBezTo>
                  <a:cubicBezTo>
                    <a:pt x="789819" y="372136"/>
                    <a:pt x="789583" y="375695"/>
                    <a:pt x="790220" y="378429"/>
                  </a:cubicBezTo>
                  <a:cubicBezTo>
                    <a:pt x="787439" y="378759"/>
                    <a:pt x="784516" y="379772"/>
                    <a:pt x="781900" y="379254"/>
                  </a:cubicBezTo>
                  <a:cubicBezTo>
                    <a:pt x="777092" y="378288"/>
                    <a:pt x="772497" y="376355"/>
                    <a:pt x="767759" y="374941"/>
                  </a:cubicBezTo>
                  <a:cubicBezTo>
                    <a:pt x="758898" y="372278"/>
                    <a:pt x="755905" y="374729"/>
                    <a:pt x="757931" y="383779"/>
                  </a:cubicBezTo>
                  <a:cubicBezTo>
                    <a:pt x="759416" y="390496"/>
                    <a:pt x="762126" y="396930"/>
                    <a:pt x="764083" y="403553"/>
                  </a:cubicBezTo>
                  <a:cubicBezTo>
                    <a:pt x="764766" y="405886"/>
                    <a:pt x="764837" y="408384"/>
                    <a:pt x="765473" y="412839"/>
                  </a:cubicBezTo>
                  <a:cubicBezTo>
                    <a:pt x="760406" y="409421"/>
                    <a:pt x="757130" y="407324"/>
                    <a:pt x="753972" y="405061"/>
                  </a:cubicBezTo>
                  <a:cubicBezTo>
                    <a:pt x="746124" y="399476"/>
                    <a:pt x="738488" y="393513"/>
                    <a:pt x="730404" y="388304"/>
                  </a:cubicBezTo>
                  <a:cubicBezTo>
                    <a:pt x="727458" y="386419"/>
                    <a:pt x="723427" y="386230"/>
                    <a:pt x="717653" y="384628"/>
                  </a:cubicBezTo>
                  <a:cubicBezTo>
                    <a:pt x="719515" y="390732"/>
                    <a:pt x="720034" y="394715"/>
                    <a:pt x="721872" y="397967"/>
                  </a:cubicBezTo>
                  <a:cubicBezTo>
                    <a:pt x="726114" y="405485"/>
                    <a:pt x="730498" y="413004"/>
                    <a:pt x="735659" y="419909"/>
                  </a:cubicBezTo>
                  <a:cubicBezTo>
                    <a:pt x="748457" y="436973"/>
                    <a:pt x="761844" y="453659"/>
                    <a:pt x="781028" y="464147"/>
                  </a:cubicBezTo>
                  <a:cubicBezTo>
                    <a:pt x="789819" y="468955"/>
                    <a:pt x="799529" y="473221"/>
                    <a:pt x="808839" y="466244"/>
                  </a:cubicBezTo>
                  <a:cubicBezTo>
                    <a:pt x="818125" y="459268"/>
                    <a:pt x="816711" y="448615"/>
                    <a:pt x="814778" y="438882"/>
                  </a:cubicBezTo>
                  <a:cubicBezTo>
                    <a:pt x="811172" y="420522"/>
                    <a:pt x="804620" y="402445"/>
                    <a:pt x="803536" y="383991"/>
                  </a:cubicBezTo>
                  <a:cubicBezTo>
                    <a:pt x="802711" y="369850"/>
                    <a:pt x="796913" y="360069"/>
                    <a:pt x="788523" y="350689"/>
                  </a:cubicBezTo>
                  <a:cubicBezTo>
                    <a:pt x="761961" y="320993"/>
                    <a:pt x="731629" y="295681"/>
                    <a:pt x="698445" y="273715"/>
                  </a:cubicBezTo>
                  <a:cubicBezTo>
                    <a:pt x="685718" y="265278"/>
                    <a:pt x="672143" y="260164"/>
                    <a:pt x="656635" y="261201"/>
                  </a:cubicBezTo>
                  <a:cubicBezTo>
                    <a:pt x="648975" y="261719"/>
                    <a:pt x="641316" y="262238"/>
                    <a:pt x="633656" y="262379"/>
                  </a:cubicBezTo>
                  <a:cubicBezTo>
                    <a:pt x="625855" y="262520"/>
                    <a:pt x="622909" y="259174"/>
                    <a:pt x="623427" y="251420"/>
                  </a:cubicBezTo>
                  <a:cubicBezTo>
                    <a:pt x="624394" y="236454"/>
                    <a:pt x="635306" y="226650"/>
                    <a:pt x="650130" y="227781"/>
                  </a:cubicBezTo>
                  <a:cubicBezTo>
                    <a:pt x="655009" y="228158"/>
                    <a:pt x="660312" y="228488"/>
                    <a:pt x="664554" y="230585"/>
                  </a:cubicBezTo>
                  <a:cubicBezTo>
                    <a:pt x="680604" y="238622"/>
                    <a:pt x="697290" y="245976"/>
                    <a:pt x="711973" y="256133"/>
                  </a:cubicBezTo>
                  <a:cubicBezTo>
                    <a:pt x="758521" y="288351"/>
                    <a:pt x="796560" y="329855"/>
                    <a:pt x="835235" y="370746"/>
                  </a:cubicBezTo>
                  <a:cubicBezTo>
                    <a:pt x="854585" y="391203"/>
                    <a:pt x="875890" y="409798"/>
                    <a:pt x="896513" y="428983"/>
                  </a:cubicBezTo>
                  <a:cubicBezTo>
                    <a:pt x="899600" y="431835"/>
                    <a:pt x="903913" y="433367"/>
                    <a:pt x="907660" y="435511"/>
                  </a:cubicBezTo>
                  <a:cubicBezTo>
                    <a:pt x="908462" y="435087"/>
                    <a:pt x="909263" y="434663"/>
                    <a:pt x="910064" y="434215"/>
                  </a:cubicBezTo>
                  <a:cubicBezTo>
                    <a:pt x="909381" y="430114"/>
                    <a:pt x="909805" y="425330"/>
                    <a:pt x="907778" y="422077"/>
                  </a:cubicBezTo>
                  <a:cubicBezTo>
                    <a:pt x="900260" y="409940"/>
                    <a:pt x="892482" y="397920"/>
                    <a:pt x="883786" y="386631"/>
                  </a:cubicBezTo>
                  <a:cubicBezTo>
                    <a:pt x="875608" y="376002"/>
                    <a:pt x="866157" y="366339"/>
                    <a:pt x="857248" y="356228"/>
                  </a:cubicBezTo>
                  <a:cubicBezTo>
                    <a:pt x="861255" y="358019"/>
                    <a:pt x="864366" y="360682"/>
                    <a:pt x="867594" y="363204"/>
                  </a:cubicBezTo>
                  <a:cubicBezTo>
                    <a:pt x="915037" y="400277"/>
                    <a:pt x="957602" y="442252"/>
                    <a:pt x="994769" y="489671"/>
                  </a:cubicBezTo>
                  <a:cubicBezTo>
                    <a:pt x="1015367" y="515973"/>
                    <a:pt x="1035872" y="542346"/>
                    <a:pt x="1056777" y="568413"/>
                  </a:cubicBezTo>
                  <a:cubicBezTo>
                    <a:pt x="1061538" y="574328"/>
                    <a:pt x="1067453" y="579490"/>
                    <a:pt x="1073534" y="584086"/>
                  </a:cubicBezTo>
                  <a:cubicBezTo>
                    <a:pt x="1075985" y="585947"/>
                    <a:pt x="1080251" y="585382"/>
                    <a:pt x="1083692" y="585900"/>
                  </a:cubicBezTo>
                  <a:cubicBezTo>
                    <a:pt x="1083220" y="582954"/>
                    <a:pt x="1083645" y="579466"/>
                    <a:pt x="1082160" y="577157"/>
                  </a:cubicBezTo>
                  <a:cubicBezTo>
                    <a:pt x="1073817" y="564029"/>
                    <a:pt x="1065214" y="551019"/>
                    <a:pt x="1056353" y="538245"/>
                  </a:cubicBezTo>
                  <a:cubicBezTo>
                    <a:pt x="1041434" y="516704"/>
                    <a:pt x="1025949" y="495563"/>
                    <a:pt x="1011361" y="473810"/>
                  </a:cubicBezTo>
                  <a:cubicBezTo>
                    <a:pt x="1007778" y="468483"/>
                    <a:pt x="1005775" y="461672"/>
                    <a:pt x="1004597" y="455238"/>
                  </a:cubicBezTo>
                  <a:cubicBezTo>
                    <a:pt x="1002994" y="446447"/>
                    <a:pt x="1007802" y="442700"/>
                    <a:pt x="1015132" y="447248"/>
                  </a:cubicBezTo>
                  <a:cubicBezTo>
                    <a:pt x="1022344" y="451703"/>
                    <a:pt x="1029155" y="457501"/>
                    <a:pt x="1034528" y="464052"/>
                  </a:cubicBezTo>
                  <a:cubicBezTo>
                    <a:pt x="1044262" y="475884"/>
                    <a:pt x="1051969" y="489388"/>
                    <a:pt x="1061985" y="500937"/>
                  </a:cubicBezTo>
                  <a:cubicBezTo>
                    <a:pt x="1078153" y="519603"/>
                    <a:pt x="1095429" y="537326"/>
                    <a:pt x="1112445" y="555214"/>
                  </a:cubicBezTo>
                  <a:cubicBezTo>
                    <a:pt x="1114708" y="557595"/>
                    <a:pt x="1118290" y="558726"/>
                    <a:pt x="1122603" y="561201"/>
                  </a:cubicBezTo>
                  <a:cubicBezTo>
                    <a:pt x="1122037" y="557595"/>
                    <a:pt x="1122108" y="556016"/>
                    <a:pt x="1121542" y="554743"/>
                  </a:cubicBezTo>
                  <a:cubicBezTo>
                    <a:pt x="1119586" y="550477"/>
                    <a:pt x="1117866" y="545999"/>
                    <a:pt x="1115226" y="542205"/>
                  </a:cubicBezTo>
                  <a:cubicBezTo>
                    <a:pt x="1097738" y="517034"/>
                    <a:pt x="1080416" y="491745"/>
                    <a:pt x="1062245" y="467069"/>
                  </a:cubicBezTo>
                  <a:cubicBezTo>
                    <a:pt x="1055316" y="457312"/>
                    <a:pt x="1046218" y="449063"/>
                    <a:pt x="1037851" y="440319"/>
                  </a:cubicBezTo>
                  <a:close/>
                  <a:moveTo>
                    <a:pt x="503418" y="55780"/>
                  </a:moveTo>
                  <a:cubicBezTo>
                    <a:pt x="488617" y="59999"/>
                    <a:pt x="475254" y="59598"/>
                    <a:pt x="460736" y="55945"/>
                  </a:cubicBezTo>
                  <a:cubicBezTo>
                    <a:pt x="470187" y="47390"/>
                    <a:pt x="493331" y="47272"/>
                    <a:pt x="503418" y="55780"/>
                  </a:cubicBezTo>
                  <a:close/>
                  <a:moveTo>
                    <a:pt x="341999" y="187126"/>
                  </a:moveTo>
                  <a:cubicBezTo>
                    <a:pt x="311926" y="208266"/>
                    <a:pt x="281782" y="229313"/>
                    <a:pt x="251214" y="249699"/>
                  </a:cubicBezTo>
                  <a:cubicBezTo>
                    <a:pt x="243342" y="254955"/>
                    <a:pt x="234056" y="258372"/>
                    <a:pt x="225006" y="261436"/>
                  </a:cubicBezTo>
                  <a:cubicBezTo>
                    <a:pt x="214801" y="264877"/>
                    <a:pt x="210040" y="259951"/>
                    <a:pt x="212986" y="249676"/>
                  </a:cubicBezTo>
                  <a:cubicBezTo>
                    <a:pt x="214636" y="243949"/>
                    <a:pt x="217417" y="239235"/>
                    <a:pt x="223757" y="236572"/>
                  </a:cubicBezTo>
                  <a:cubicBezTo>
                    <a:pt x="240703" y="229454"/>
                    <a:pt x="257766" y="222337"/>
                    <a:pt x="273981" y="213711"/>
                  </a:cubicBezTo>
                  <a:cubicBezTo>
                    <a:pt x="296842" y="201573"/>
                    <a:pt x="318878" y="187927"/>
                    <a:pt x="341457" y="175247"/>
                  </a:cubicBezTo>
                  <a:cubicBezTo>
                    <a:pt x="346642" y="172325"/>
                    <a:pt x="352581" y="170699"/>
                    <a:pt x="358167" y="168483"/>
                  </a:cubicBezTo>
                  <a:cubicBezTo>
                    <a:pt x="358756" y="169402"/>
                    <a:pt x="359369" y="170321"/>
                    <a:pt x="359958" y="171241"/>
                  </a:cubicBezTo>
                  <a:cubicBezTo>
                    <a:pt x="353972" y="176567"/>
                    <a:pt x="348480" y="182553"/>
                    <a:pt x="341999" y="18712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27" name="Google Shape;3527;p60"/>
            <p:cNvSpPr/>
            <p:nvPr/>
          </p:nvSpPr>
          <p:spPr>
            <a:xfrm>
              <a:off x="190581" y="2180046"/>
              <a:ext cx="1006655" cy="452263"/>
            </a:xfrm>
            <a:custGeom>
              <a:rect b="b" l="l" r="r" t="t"/>
              <a:pathLst>
                <a:path extrusionOk="0" h="452263" w="1006655">
                  <a:moveTo>
                    <a:pt x="12020" y="446890"/>
                  </a:moveTo>
                  <a:cubicBezTo>
                    <a:pt x="21777" y="438900"/>
                    <a:pt x="31794" y="431099"/>
                    <a:pt x="40726" y="422238"/>
                  </a:cubicBezTo>
                  <a:cubicBezTo>
                    <a:pt x="69031" y="394144"/>
                    <a:pt x="96465" y="365155"/>
                    <a:pt x="125077" y="337368"/>
                  </a:cubicBezTo>
                  <a:cubicBezTo>
                    <a:pt x="141362" y="321554"/>
                    <a:pt x="158709" y="306659"/>
                    <a:pt x="176668" y="292777"/>
                  </a:cubicBezTo>
                  <a:cubicBezTo>
                    <a:pt x="188900" y="283326"/>
                    <a:pt x="195334" y="285518"/>
                    <a:pt x="204313" y="297986"/>
                  </a:cubicBezTo>
                  <a:cubicBezTo>
                    <a:pt x="211172" y="307507"/>
                    <a:pt x="216734" y="309039"/>
                    <a:pt x="226114" y="302252"/>
                  </a:cubicBezTo>
                  <a:cubicBezTo>
                    <a:pt x="235305" y="295605"/>
                    <a:pt x="243649" y="287781"/>
                    <a:pt x="252416" y="280545"/>
                  </a:cubicBezTo>
                  <a:cubicBezTo>
                    <a:pt x="264719" y="270364"/>
                    <a:pt x="278223" y="262303"/>
                    <a:pt x="293590" y="257661"/>
                  </a:cubicBezTo>
                  <a:cubicBezTo>
                    <a:pt x="303677" y="254620"/>
                    <a:pt x="313717" y="254997"/>
                    <a:pt x="324888" y="258061"/>
                  </a:cubicBezTo>
                  <a:cubicBezTo>
                    <a:pt x="314330" y="272344"/>
                    <a:pt x="296088" y="277811"/>
                    <a:pt x="288499" y="294828"/>
                  </a:cubicBezTo>
                  <a:cubicBezTo>
                    <a:pt x="291280" y="295228"/>
                    <a:pt x="292223" y="295440"/>
                    <a:pt x="293165" y="295488"/>
                  </a:cubicBezTo>
                  <a:cubicBezTo>
                    <a:pt x="294155" y="295535"/>
                    <a:pt x="295239" y="295676"/>
                    <a:pt x="296111" y="295346"/>
                  </a:cubicBezTo>
                  <a:cubicBezTo>
                    <a:pt x="313246" y="289077"/>
                    <a:pt x="325407" y="277387"/>
                    <a:pt x="332972" y="260937"/>
                  </a:cubicBezTo>
                  <a:cubicBezTo>
                    <a:pt x="333561" y="259664"/>
                    <a:pt x="332666" y="256317"/>
                    <a:pt x="331700" y="255940"/>
                  </a:cubicBezTo>
                  <a:cubicBezTo>
                    <a:pt x="325878" y="253725"/>
                    <a:pt x="328259" y="249977"/>
                    <a:pt x="330050" y="247031"/>
                  </a:cubicBezTo>
                  <a:cubicBezTo>
                    <a:pt x="334033" y="240503"/>
                    <a:pt x="338676" y="234399"/>
                    <a:pt x="342753" y="227917"/>
                  </a:cubicBezTo>
                  <a:cubicBezTo>
                    <a:pt x="344709" y="224806"/>
                    <a:pt x="346005" y="221248"/>
                    <a:pt x="348598" y="215827"/>
                  </a:cubicBezTo>
                  <a:cubicBezTo>
                    <a:pt x="342659" y="216746"/>
                    <a:pt x="338746" y="216487"/>
                    <a:pt x="335659" y="217948"/>
                  </a:cubicBezTo>
                  <a:cubicBezTo>
                    <a:pt x="320293" y="225231"/>
                    <a:pt x="304950" y="232584"/>
                    <a:pt x="289984" y="240668"/>
                  </a:cubicBezTo>
                  <a:cubicBezTo>
                    <a:pt x="268914" y="252028"/>
                    <a:pt x="248315" y="264307"/>
                    <a:pt x="227198" y="275620"/>
                  </a:cubicBezTo>
                  <a:cubicBezTo>
                    <a:pt x="221424" y="278707"/>
                    <a:pt x="214542" y="279744"/>
                    <a:pt x="208178" y="281724"/>
                  </a:cubicBezTo>
                  <a:cubicBezTo>
                    <a:pt x="207707" y="281017"/>
                    <a:pt x="207236" y="280333"/>
                    <a:pt x="206764" y="279626"/>
                  </a:cubicBezTo>
                  <a:cubicBezTo>
                    <a:pt x="207471" y="277151"/>
                    <a:pt x="207636" y="274347"/>
                    <a:pt x="208980" y="272273"/>
                  </a:cubicBezTo>
                  <a:cubicBezTo>
                    <a:pt x="219303" y="256459"/>
                    <a:pt x="232029" y="243920"/>
                    <a:pt x="252062" y="241563"/>
                  </a:cubicBezTo>
                  <a:cubicBezTo>
                    <a:pt x="255409" y="241163"/>
                    <a:pt x="258897" y="239961"/>
                    <a:pt x="261820" y="238264"/>
                  </a:cubicBezTo>
                  <a:cubicBezTo>
                    <a:pt x="274405" y="230981"/>
                    <a:pt x="286826" y="223392"/>
                    <a:pt x="299270" y="215874"/>
                  </a:cubicBezTo>
                  <a:cubicBezTo>
                    <a:pt x="309404" y="209746"/>
                    <a:pt x="319208" y="203006"/>
                    <a:pt x="329673" y="197561"/>
                  </a:cubicBezTo>
                  <a:cubicBezTo>
                    <a:pt x="337050" y="193720"/>
                    <a:pt x="344992" y="191410"/>
                    <a:pt x="353759" y="195582"/>
                  </a:cubicBezTo>
                  <a:cubicBezTo>
                    <a:pt x="359864" y="198504"/>
                    <a:pt x="363446" y="195700"/>
                    <a:pt x="364672" y="188888"/>
                  </a:cubicBezTo>
                  <a:cubicBezTo>
                    <a:pt x="366086" y="181087"/>
                    <a:pt x="370870" y="176350"/>
                    <a:pt x="378836" y="175054"/>
                  </a:cubicBezTo>
                  <a:cubicBezTo>
                    <a:pt x="382489" y="174465"/>
                    <a:pt x="386260" y="174323"/>
                    <a:pt x="389866" y="173545"/>
                  </a:cubicBezTo>
                  <a:cubicBezTo>
                    <a:pt x="398751" y="171636"/>
                    <a:pt x="406953" y="168195"/>
                    <a:pt x="411949" y="160064"/>
                  </a:cubicBezTo>
                  <a:cubicBezTo>
                    <a:pt x="413151" y="158108"/>
                    <a:pt x="413693" y="154337"/>
                    <a:pt x="412586" y="152711"/>
                  </a:cubicBezTo>
                  <a:cubicBezTo>
                    <a:pt x="411431" y="150991"/>
                    <a:pt x="407896" y="150001"/>
                    <a:pt x="405492" y="150142"/>
                  </a:cubicBezTo>
                  <a:cubicBezTo>
                    <a:pt x="390290" y="151038"/>
                    <a:pt x="388334" y="149317"/>
                    <a:pt x="388570" y="134069"/>
                  </a:cubicBezTo>
                  <a:cubicBezTo>
                    <a:pt x="388711" y="125231"/>
                    <a:pt x="386378" y="123581"/>
                    <a:pt x="378553" y="127045"/>
                  </a:cubicBezTo>
                  <a:cubicBezTo>
                    <a:pt x="373887" y="129096"/>
                    <a:pt x="368749" y="131618"/>
                    <a:pt x="365614" y="125584"/>
                  </a:cubicBezTo>
                  <a:cubicBezTo>
                    <a:pt x="362503" y="119598"/>
                    <a:pt x="365897" y="115026"/>
                    <a:pt x="371200" y="112150"/>
                  </a:cubicBezTo>
                  <a:cubicBezTo>
                    <a:pt x="382913" y="105787"/>
                    <a:pt x="395263" y="104844"/>
                    <a:pt x="407660" y="109628"/>
                  </a:cubicBezTo>
                  <a:cubicBezTo>
                    <a:pt x="410182" y="110618"/>
                    <a:pt x="413741" y="114955"/>
                    <a:pt x="413246" y="116722"/>
                  </a:cubicBezTo>
                  <a:cubicBezTo>
                    <a:pt x="411195" y="123958"/>
                    <a:pt x="415603" y="124712"/>
                    <a:pt x="420269" y="124524"/>
                  </a:cubicBezTo>
                  <a:cubicBezTo>
                    <a:pt x="430356" y="124123"/>
                    <a:pt x="440443" y="123180"/>
                    <a:pt x="450531" y="122261"/>
                  </a:cubicBezTo>
                  <a:cubicBezTo>
                    <a:pt x="456918" y="121672"/>
                    <a:pt x="463281" y="120729"/>
                    <a:pt x="469645" y="119928"/>
                  </a:cubicBezTo>
                  <a:cubicBezTo>
                    <a:pt x="470375" y="121177"/>
                    <a:pt x="471106" y="122450"/>
                    <a:pt x="471836" y="123699"/>
                  </a:cubicBezTo>
                  <a:cubicBezTo>
                    <a:pt x="469173" y="125396"/>
                    <a:pt x="466345" y="126880"/>
                    <a:pt x="463870" y="128837"/>
                  </a:cubicBezTo>
                  <a:cubicBezTo>
                    <a:pt x="458049" y="133432"/>
                    <a:pt x="452228" y="138099"/>
                    <a:pt x="446736" y="143072"/>
                  </a:cubicBezTo>
                  <a:cubicBezTo>
                    <a:pt x="445134" y="144533"/>
                    <a:pt x="443389" y="147620"/>
                    <a:pt x="443955" y="149152"/>
                  </a:cubicBezTo>
                  <a:cubicBezTo>
                    <a:pt x="444544" y="150802"/>
                    <a:pt x="447679" y="152263"/>
                    <a:pt x="449847" y="152523"/>
                  </a:cubicBezTo>
                  <a:cubicBezTo>
                    <a:pt x="456965" y="153347"/>
                    <a:pt x="464177" y="154196"/>
                    <a:pt x="471294" y="153960"/>
                  </a:cubicBezTo>
                  <a:cubicBezTo>
                    <a:pt x="506175" y="152758"/>
                    <a:pt x="541033" y="150708"/>
                    <a:pt x="575937" y="149907"/>
                  </a:cubicBezTo>
                  <a:cubicBezTo>
                    <a:pt x="634410" y="148563"/>
                    <a:pt x="692647" y="152051"/>
                    <a:pt x="750649" y="159923"/>
                  </a:cubicBezTo>
                  <a:cubicBezTo>
                    <a:pt x="804267" y="167206"/>
                    <a:pt x="857177" y="177576"/>
                    <a:pt x="909169" y="192683"/>
                  </a:cubicBezTo>
                  <a:cubicBezTo>
                    <a:pt x="916027" y="194686"/>
                    <a:pt x="922909" y="196784"/>
                    <a:pt x="929909" y="198056"/>
                  </a:cubicBezTo>
                  <a:cubicBezTo>
                    <a:pt x="933208" y="198669"/>
                    <a:pt x="936838" y="197420"/>
                    <a:pt x="940326" y="197019"/>
                  </a:cubicBezTo>
                  <a:cubicBezTo>
                    <a:pt x="939053" y="193531"/>
                    <a:pt x="938676" y="189218"/>
                    <a:pt x="936343" y="186767"/>
                  </a:cubicBezTo>
                  <a:cubicBezTo>
                    <a:pt x="932855" y="183138"/>
                    <a:pt x="928330" y="179791"/>
                    <a:pt x="923616" y="178283"/>
                  </a:cubicBezTo>
                  <a:cubicBezTo>
                    <a:pt x="916428" y="175973"/>
                    <a:pt x="908721" y="175360"/>
                    <a:pt x="901226" y="173993"/>
                  </a:cubicBezTo>
                  <a:cubicBezTo>
                    <a:pt x="892577" y="172438"/>
                    <a:pt x="891563" y="169704"/>
                    <a:pt x="897055" y="162893"/>
                  </a:cubicBezTo>
                  <a:cubicBezTo>
                    <a:pt x="905799" y="151981"/>
                    <a:pt x="917253" y="150849"/>
                    <a:pt x="929178" y="155327"/>
                  </a:cubicBezTo>
                  <a:cubicBezTo>
                    <a:pt x="943225" y="160630"/>
                    <a:pt x="956565" y="167818"/>
                    <a:pt x="970682" y="172956"/>
                  </a:cubicBezTo>
                  <a:cubicBezTo>
                    <a:pt x="979049" y="175997"/>
                    <a:pt x="988240" y="177175"/>
                    <a:pt x="997173" y="178236"/>
                  </a:cubicBezTo>
                  <a:cubicBezTo>
                    <a:pt x="1002405" y="178848"/>
                    <a:pt x="1006435" y="175384"/>
                    <a:pt x="1006647" y="169892"/>
                  </a:cubicBezTo>
                  <a:cubicBezTo>
                    <a:pt x="1006883" y="163906"/>
                    <a:pt x="1002051" y="162068"/>
                    <a:pt x="997149" y="161596"/>
                  </a:cubicBezTo>
                  <a:cubicBezTo>
                    <a:pt x="974618" y="159428"/>
                    <a:pt x="953972" y="151108"/>
                    <a:pt x="934010" y="141375"/>
                  </a:cubicBezTo>
                  <a:cubicBezTo>
                    <a:pt x="898398" y="123981"/>
                    <a:pt x="861632" y="109958"/>
                    <a:pt x="823380" y="99800"/>
                  </a:cubicBezTo>
                  <a:cubicBezTo>
                    <a:pt x="770941" y="85872"/>
                    <a:pt x="718101" y="74842"/>
                    <a:pt x="663305" y="78306"/>
                  </a:cubicBezTo>
                  <a:cubicBezTo>
                    <a:pt x="661584" y="78424"/>
                    <a:pt x="659840" y="78047"/>
                    <a:pt x="656046" y="77741"/>
                  </a:cubicBezTo>
                  <a:cubicBezTo>
                    <a:pt x="664035" y="74465"/>
                    <a:pt x="670045" y="72296"/>
                    <a:pt x="675796" y="69586"/>
                  </a:cubicBezTo>
                  <a:cubicBezTo>
                    <a:pt x="704644" y="55963"/>
                    <a:pt x="734599" y="54219"/>
                    <a:pt x="765544" y="60300"/>
                  </a:cubicBezTo>
                  <a:cubicBezTo>
                    <a:pt x="799812" y="67041"/>
                    <a:pt x="832548" y="78613"/>
                    <a:pt x="865025" y="91080"/>
                  </a:cubicBezTo>
                  <a:cubicBezTo>
                    <a:pt x="899529" y="104326"/>
                    <a:pt x="933585" y="118938"/>
                    <a:pt x="969951" y="126668"/>
                  </a:cubicBezTo>
                  <a:cubicBezTo>
                    <a:pt x="977635" y="128294"/>
                    <a:pt x="985601" y="130793"/>
                    <a:pt x="994934" y="126975"/>
                  </a:cubicBezTo>
                  <a:cubicBezTo>
                    <a:pt x="992270" y="124076"/>
                    <a:pt x="990691" y="121577"/>
                    <a:pt x="988429" y="120022"/>
                  </a:cubicBezTo>
                  <a:cubicBezTo>
                    <a:pt x="983126" y="116416"/>
                    <a:pt x="977729" y="112857"/>
                    <a:pt x="972025" y="109982"/>
                  </a:cubicBezTo>
                  <a:cubicBezTo>
                    <a:pt x="924559" y="85919"/>
                    <a:pt x="875466" y="65980"/>
                    <a:pt x="823687" y="53371"/>
                  </a:cubicBezTo>
                  <a:cubicBezTo>
                    <a:pt x="775325" y="41587"/>
                    <a:pt x="726727" y="30698"/>
                    <a:pt x="678153" y="19810"/>
                  </a:cubicBezTo>
                  <a:cubicBezTo>
                    <a:pt x="671059" y="18207"/>
                    <a:pt x="663470" y="18796"/>
                    <a:pt x="656117" y="18372"/>
                  </a:cubicBezTo>
                  <a:cubicBezTo>
                    <a:pt x="655975" y="19173"/>
                    <a:pt x="655834" y="19998"/>
                    <a:pt x="655692" y="20800"/>
                  </a:cubicBezTo>
                  <a:cubicBezTo>
                    <a:pt x="658850" y="23463"/>
                    <a:pt x="662244" y="25914"/>
                    <a:pt x="665120" y="28860"/>
                  </a:cubicBezTo>
                  <a:cubicBezTo>
                    <a:pt x="668254" y="32065"/>
                    <a:pt x="671365" y="35742"/>
                    <a:pt x="667971" y="40573"/>
                  </a:cubicBezTo>
                  <a:cubicBezTo>
                    <a:pt x="664389" y="45688"/>
                    <a:pt x="658945" y="47856"/>
                    <a:pt x="653783" y="44627"/>
                  </a:cubicBezTo>
                  <a:cubicBezTo>
                    <a:pt x="649447" y="41917"/>
                    <a:pt x="646359" y="37085"/>
                    <a:pt x="643060" y="32914"/>
                  </a:cubicBezTo>
                  <a:cubicBezTo>
                    <a:pt x="639289" y="28106"/>
                    <a:pt x="636390" y="22544"/>
                    <a:pt x="632218" y="18136"/>
                  </a:cubicBezTo>
                  <a:cubicBezTo>
                    <a:pt x="627575" y="13234"/>
                    <a:pt x="621118" y="10359"/>
                    <a:pt x="614778" y="14153"/>
                  </a:cubicBezTo>
                  <a:cubicBezTo>
                    <a:pt x="608297" y="18042"/>
                    <a:pt x="609970" y="24759"/>
                    <a:pt x="611596" y="30934"/>
                  </a:cubicBezTo>
                  <a:cubicBezTo>
                    <a:pt x="612350" y="33786"/>
                    <a:pt x="613269" y="36755"/>
                    <a:pt x="613128" y="39607"/>
                  </a:cubicBezTo>
                  <a:cubicBezTo>
                    <a:pt x="613010" y="41823"/>
                    <a:pt x="611902" y="44556"/>
                    <a:pt x="610300" y="46065"/>
                  </a:cubicBezTo>
                  <a:cubicBezTo>
                    <a:pt x="603041" y="52923"/>
                    <a:pt x="581523" y="49176"/>
                    <a:pt x="577139" y="40243"/>
                  </a:cubicBezTo>
                  <a:cubicBezTo>
                    <a:pt x="575937" y="37792"/>
                    <a:pt x="575631" y="34469"/>
                    <a:pt x="576032" y="31688"/>
                  </a:cubicBezTo>
                  <a:cubicBezTo>
                    <a:pt x="577493" y="21625"/>
                    <a:pt x="575160" y="17807"/>
                    <a:pt x="565025" y="17524"/>
                  </a:cubicBezTo>
                  <a:cubicBezTo>
                    <a:pt x="556446" y="17288"/>
                    <a:pt x="547679" y="17665"/>
                    <a:pt x="539242" y="19173"/>
                  </a:cubicBezTo>
                  <a:cubicBezTo>
                    <a:pt x="522791" y="22096"/>
                    <a:pt x="507189" y="27587"/>
                    <a:pt x="494674" y="39348"/>
                  </a:cubicBezTo>
                  <a:cubicBezTo>
                    <a:pt x="492058" y="41799"/>
                    <a:pt x="490361" y="45264"/>
                    <a:pt x="488263" y="48280"/>
                  </a:cubicBezTo>
                  <a:cubicBezTo>
                    <a:pt x="488735" y="49176"/>
                    <a:pt x="489230" y="50071"/>
                    <a:pt x="489701" y="50967"/>
                  </a:cubicBezTo>
                  <a:cubicBezTo>
                    <a:pt x="503559" y="49647"/>
                    <a:pt x="517441" y="48351"/>
                    <a:pt x="531299" y="47031"/>
                  </a:cubicBezTo>
                  <a:cubicBezTo>
                    <a:pt x="526114" y="50519"/>
                    <a:pt x="520646" y="52711"/>
                    <a:pt x="515697" y="55799"/>
                  </a:cubicBezTo>
                  <a:cubicBezTo>
                    <a:pt x="509734" y="59522"/>
                    <a:pt x="510017" y="64118"/>
                    <a:pt x="516592" y="66475"/>
                  </a:cubicBezTo>
                  <a:cubicBezTo>
                    <a:pt x="522791" y="68690"/>
                    <a:pt x="529508" y="70647"/>
                    <a:pt x="535989" y="70694"/>
                  </a:cubicBezTo>
                  <a:cubicBezTo>
                    <a:pt x="559699" y="70835"/>
                    <a:pt x="583432" y="70317"/>
                    <a:pt x="607165" y="69680"/>
                  </a:cubicBezTo>
                  <a:cubicBezTo>
                    <a:pt x="620411" y="69327"/>
                    <a:pt x="633632" y="68313"/>
                    <a:pt x="646854" y="67583"/>
                  </a:cubicBezTo>
                  <a:cubicBezTo>
                    <a:pt x="635494" y="71872"/>
                    <a:pt x="623946" y="74959"/>
                    <a:pt x="612350" y="77835"/>
                  </a:cubicBezTo>
                  <a:cubicBezTo>
                    <a:pt x="578648" y="86154"/>
                    <a:pt x="544851" y="92942"/>
                    <a:pt x="509875" y="85895"/>
                  </a:cubicBezTo>
                  <a:cubicBezTo>
                    <a:pt x="505115" y="84929"/>
                    <a:pt x="499812" y="84952"/>
                    <a:pt x="495145" y="86060"/>
                  </a:cubicBezTo>
                  <a:cubicBezTo>
                    <a:pt x="491869" y="86838"/>
                    <a:pt x="487580" y="89690"/>
                    <a:pt x="486614" y="92589"/>
                  </a:cubicBezTo>
                  <a:cubicBezTo>
                    <a:pt x="484233" y="99683"/>
                    <a:pt x="479331" y="103430"/>
                    <a:pt x="472921" y="104773"/>
                  </a:cubicBezTo>
                  <a:cubicBezTo>
                    <a:pt x="466227" y="106187"/>
                    <a:pt x="459227" y="106541"/>
                    <a:pt x="452345" y="106494"/>
                  </a:cubicBezTo>
                  <a:cubicBezTo>
                    <a:pt x="440656" y="106447"/>
                    <a:pt x="437050" y="101686"/>
                    <a:pt x="440019" y="90467"/>
                  </a:cubicBezTo>
                  <a:cubicBezTo>
                    <a:pt x="448150" y="59829"/>
                    <a:pt x="463022" y="33338"/>
                    <a:pt x="487981" y="13022"/>
                  </a:cubicBezTo>
                  <a:cubicBezTo>
                    <a:pt x="491327" y="10288"/>
                    <a:pt x="493731" y="6399"/>
                    <a:pt x="497431" y="2039"/>
                  </a:cubicBezTo>
                  <a:cubicBezTo>
                    <a:pt x="493401" y="955"/>
                    <a:pt x="491469" y="-129"/>
                    <a:pt x="489654" y="12"/>
                  </a:cubicBezTo>
                  <a:cubicBezTo>
                    <a:pt x="470658" y="1544"/>
                    <a:pt x="451780" y="4090"/>
                    <a:pt x="434999" y="13941"/>
                  </a:cubicBezTo>
                  <a:cubicBezTo>
                    <a:pt x="427316" y="18466"/>
                    <a:pt x="425454" y="25136"/>
                    <a:pt x="427599" y="33856"/>
                  </a:cubicBezTo>
                  <a:cubicBezTo>
                    <a:pt x="428353" y="36944"/>
                    <a:pt x="429366" y="40149"/>
                    <a:pt x="429296" y="43260"/>
                  </a:cubicBezTo>
                  <a:cubicBezTo>
                    <a:pt x="429107" y="51179"/>
                    <a:pt x="422862" y="55469"/>
                    <a:pt x="416192" y="51462"/>
                  </a:cubicBezTo>
                  <a:cubicBezTo>
                    <a:pt x="410960" y="48351"/>
                    <a:pt x="406293" y="43519"/>
                    <a:pt x="402852" y="38429"/>
                  </a:cubicBezTo>
                  <a:cubicBezTo>
                    <a:pt x="399623" y="33644"/>
                    <a:pt x="396677" y="29520"/>
                    <a:pt x="390667" y="28789"/>
                  </a:cubicBezTo>
                  <a:cubicBezTo>
                    <a:pt x="370257" y="26291"/>
                    <a:pt x="351355" y="30510"/>
                    <a:pt x="334834" y="42860"/>
                  </a:cubicBezTo>
                  <a:cubicBezTo>
                    <a:pt x="332359" y="44721"/>
                    <a:pt x="330969" y="50307"/>
                    <a:pt x="331652" y="53654"/>
                  </a:cubicBezTo>
                  <a:cubicBezTo>
                    <a:pt x="332878" y="59734"/>
                    <a:pt x="330545" y="62775"/>
                    <a:pt x="325619" y="64519"/>
                  </a:cubicBezTo>
                  <a:cubicBezTo>
                    <a:pt x="322414" y="65650"/>
                    <a:pt x="318878" y="65886"/>
                    <a:pt x="315461" y="66357"/>
                  </a:cubicBezTo>
                  <a:cubicBezTo>
                    <a:pt x="308862" y="67253"/>
                    <a:pt x="302145" y="67535"/>
                    <a:pt x="295687" y="68973"/>
                  </a:cubicBezTo>
                  <a:cubicBezTo>
                    <a:pt x="253264" y="78495"/>
                    <a:pt x="213411" y="94851"/>
                    <a:pt x="175018" y="115026"/>
                  </a:cubicBezTo>
                  <a:cubicBezTo>
                    <a:pt x="162668" y="121507"/>
                    <a:pt x="151473" y="129284"/>
                    <a:pt x="143154" y="141021"/>
                  </a:cubicBezTo>
                  <a:cubicBezTo>
                    <a:pt x="138534" y="147526"/>
                    <a:pt x="132100" y="151863"/>
                    <a:pt x="122885" y="150873"/>
                  </a:cubicBezTo>
                  <a:cubicBezTo>
                    <a:pt x="116074" y="150142"/>
                    <a:pt x="112633" y="155233"/>
                    <a:pt x="109804" y="163505"/>
                  </a:cubicBezTo>
                  <a:cubicBezTo>
                    <a:pt x="117276" y="161832"/>
                    <a:pt x="123380" y="161337"/>
                    <a:pt x="128824" y="159122"/>
                  </a:cubicBezTo>
                  <a:cubicBezTo>
                    <a:pt x="159651" y="146560"/>
                    <a:pt x="190290" y="133527"/>
                    <a:pt x="221070" y="120776"/>
                  </a:cubicBezTo>
                  <a:cubicBezTo>
                    <a:pt x="251355" y="108238"/>
                    <a:pt x="281381" y="95040"/>
                    <a:pt x="313717" y="88040"/>
                  </a:cubicBezTo>
                  <a:cubicBezTo>
                    <a:pt x="331016" y="84293"/>
                    <a:pt x="346053" y="75855"/>
                    <a:pt x="355739" y="59970"/>
                  </a:cubicBezTo>
                  <a:cubicBezTo>
                    <a:pt x="357035" y="57825"/>
                    <a:pt x="359133" y="56176"/>
                    <a:pt x="361113" y="53984"/>
                  </a:cubicBezTo>
                  <a:cubicBezTo>
                    <a:pt x="370328" y="73098"/>
                    <a:pt x="359793" y="94922"/>
                    <a:pt x="339053" y="102110"/>
                  </a:cubicBezTo>
                  <a:cubicBezTo>
                    <a:pt x="310630" y="111962"/>
                    <a:pt x="281853" y="120988"/>
                    <a:pt x="253995" y="132254"/>
                  </a:cubicBezTo>
                  <a:cubicBezTo>
                    <a:pt x="218784" y="146466"/>
                    <a:pt x="184280" y="162421"/>
                    <a:pt x="149635" y="178000"/>
                  </a:cubicBezTo>
                  <a:cubicBezTo>
                    <a:pt x="143012" y="180969"/>
                    <a:pt x="136625" y="184623"/>
                    <a:pt x="133561" y="192471"/>
                  </a:cubicBezTo>
                  <a:cubicBezTo>
                    <a:pt x="132477" y="195275"/>
                    <a:pt x="128093" y="197609"/>
                    <a:pt x="124747" y="198528"/>
                  </a:cubicBezTo>
                  <a:cubicBezTo>
                    <a:pt x="118619" y="200225"/>
                    <a:pt x="111973" y="200060"/>
                    <a:pt x="105869" y="201827"/>
                  </a:cubicBezTo>
                  <a:cubicBezTo>
                    <a:pt x="96536" y="204514"/>
                    <a:pt x="87203" y="207578"/>
                    <a:pt x="78412" y="211679"/>
                  </a:cubicBezTo>
                  <a:cubicBezTo>
                    <a:pt x="73392" y="214012"/>
                    <a:pt x="70846" y="219409"/>
                    <a:pt x="70493" y="226598"/>
                  </a:cubicBezTo>
                  <a:cubicBezTo>
                    <a:pt x="74617" y="224759"/>
                    <a:pt x="77587" y="222803"/>
                    <a:pt x="80816" y="222120"/>
                  </a:cubicBezTo>
                  <a:cubicBezTo>
                    <a:pt x="84586" y="221342"/>
                    <a:pt x="88569" y="221719"/>
                    <a:pt x="92458" y="221578"/>
                  </a:cubicBezTo>
                  <a:cubicBezTo>
                    <a:pt x="92364" y="225961"/>
                    <a:pt x="93000" y="230510"/>
                    <a:pt x="91916" y="234634"/>
                  </a:cubicBezTo>
                  <a:cubicBezTo>
                    <a:pt x="91186" y="237439"/>
                    <a:pt x="88475" y="240220"/>
                    <a:pt x="85930" y="241964"/>
                  </a:cubicBezTo>
                  <a:cubicBezTo>
                    <a:pt x="77822" y="247526"/>
                    <a:pt x="69762" y="253418"/>
                    <a:pt x="60947" y="257590"/>
                  </a:cubicBezTo>
                  <a:cubicBezTo>
                    <a:pt x="51756" y="261950"/>
                    <a:pt x="41692" y="264425"/>
                    <a:pt x="30827" y="255964"/>
                  </a:cubicBezTo>
                  <a:cubicBezTo>
                    <a:pt x="33231" y="271754"/>
                    <a:pt x="38605" y="284246"/>
                    <a:pt x="47372" y="296100"/>
                  </a:cubicBezTo>
                  <a:cubicBezTo>
                    <a:pt x="50931" y="293437"/>
                    <a:pt x="54042" y="291410"/>
                    <a:pt x="56776" y="288983"/>
                  </a:cubicBezTo>
                  <a:cubicBezTo>
                    <a:pt x="76008" y="271849"/>
                    <a:pt x="94980" y="254432"/>
                    <a:pt x="114353" y="237463"/>
                  </a:cubicBezTo>
                  <a:cubicBezTo>
                    <a:pt x="174193" y="185070"/>
                    <a:pt x="241740" y="146772"/>
                    <a:pt x="318973" y="126433"/>
                  </a:cubicBezTo>
                  <a:cubicBezTo>
                    <a:pt x="323026" y="125372"/>
                    <a:pt x="327269" y="124948"/>
                    <a:pt x="331440" y="124241"/>
                  </a:cubicBezTo>
                  <a:cubicBezTo>
                    <a:pt x="331770" y="124995"/>
                    <a:pt x="332124" y="125749"/>
                    <a:pt x="332454" y="126527"/>
                  </a:cubicBezTo>
                  <a:cubicBezTo>
                    <a:pt x="329178" y="129261"/>
                    <a:pt x="326232" y="132607"/>
                    <a:pt x="322555" y="134658"/>
                  </a:cubicBezTo>
                  <a:cubicBezTo>
                    <a:pt x="303135" y="145452"/>
                    <a:pt x="283903" y="156671"/>
                    <a:pt x="263894" y="166286"/>
                  </a:cubicBezTo>
                  <a:cubicBezTo>
                    <a:pt x="243743" y="175973"/>
                    <a:pt x="223568" y="185966"/>
                    <a:pt x="200778" y="189053"/>
                  </a:cubicBezTo>
                  <a:cubicBezTo>
                    <a:pt x="196583" y="189619"/>
                    <a:pt x="192741" y="195275"/>
                    <a:pt x="189394" y="199164"/>
                  </a:cubicBezTo>
                  <a:cubicBezTo>
                    <a:pt x="185836" y="203265"/>
                    <a:pt x="183903" y="209228"/>
                    <a:pt x="179731" y="212268"/>
                  </a:cubicBezTo>
                  <a:cubicBezTo>
                    <a:pt x="173674" y="216699"/>
                    <a:pt x="166085" y="218985"/>
                    <a:pt x="159416" y="222638"/>
                  </a:cubicBezTo>
                  <a:cubicBezTo>
                    <a:pt x="154278" y="225443"/>
                    <a:pt x="148975" y="228365"/>
                    <a:pt x="144827" y="232372"/>
                  </a:cubicBezTo>
                  <a:cubicBezTo>
                    <a:pt x="142753" y="234399"/>
                    <a:pt x="141928" y="239207"/>
                    <a:pt x="142611" y="242294"/>
                  </a:cubicBezTo>
                  <a:cubicBezTo>
                    <a:pt x="144379" y="250519"/>
                    <a:pt x="142682" y="253371"/>
                    <a:pt x="134693" y="255304"/>
                  </a:cubicBezTo>
                  <a:cubicBezTo>
                    <a:pt x="129083" y="256671"/>
                    <a:pt x="123026" y="258344"/>
                    <a:pt x="118501" y="261714"/>
                  </a:cubicBezTo>
                  <a:cubicBezTo>
                    <a:pt x="82347" y="288676"/>
                    <a:pt x="51143" y="320706"/>
                    <a:pt x="23757" y="356482"/>
                  </a:cubicBezTo>
                  <a:cubicBezTo>
                    <a:pt x="20646" y="360536"/>
                    <a:pt x="18784" y="365556"/>
                    <a:pt x="16333" y="370128"/>
                  </a:cubicBezTo>
                  <a:cubicBezTo>
                    <a:pt x="17040" y="370741"/>
                    <a:pt x="17770" y="371377"/>
                    <a:pt x="18478" y="371990"/>
                  </a:cubicBezTo>
                  <a:cubicBezTo>
                    <a:pt x="22225" y="369515"/>
                    <a:pt x="26302" y="367418"/>
                    <a:pt x="29696" y="364542"/>
                  </a:cubicBezTo>
                  <a:cubicBezTo>
                    <a:pt x="58308" y="340126"/>
                    <a:pt x="86731" y="315450"/>
                    <a:pt x="115367" y="291057"/>
                  </a:cubicBezTo>
                  <a:cubicBezTo>
                    <a:pt x="138346" y="271495"/>
                    <a:pt x="161537" y="252122"/>
                    <a:pt x="184775" y="232843"/>
                  </a:cubicBezTo>
                  <a:cubicBezTo>
                    <a:pt x="189701" y="228742"/>
                    <a:pt x="196041" y="225348"/>
                    <a:pt x="201273" y="231288"/>
                  </a:cubicBezTo>
                  <a:cubicBezTo>
                    <a:pt x="205892" y="236520"/>
                    <a:pt x="201815" y="242506"/>
                    <a:pt x="198185" y="246560"/>
                  </a:cubicBezTo>
                  <a:cubicBezTo>
                    <a:pt x="188452" y="257378"/>
                    <a:pt x="178977" y="268761"/>
                    <a:pt x="167688" y="277788"/>
                  </a:cubicBezTo>
                  <a:cubicBezTo>
                    <a:pt x="128188" y="309416"/>
                    <a:pt x="89984" y="342459"/>
                    <a:pt x="55503" y="379508"/>
                  </a:cubicBezTo>
                  <a:cubicBezTo>
                    <a:pt x="38346" y="397962"/>
                    <a:pt x="22626" y="417760"/>
                    <a:pt x="6599" y="437251"/>
                  </a:cubicBezTo>
                  <a:cubicBezTo>
                    <a:pt x="3559" y="440951"/>
                    <a:pt x="2168" y="446018"/>
                    <a:pt x="0" y="450472"/>
                  </a:cubicBezTo>
                  <a:cubicBezTo>
                    <a:pt x="660" y="451062"/>
                    <a:pt x="1343" y="451674"/>
                    <a:pt x="2003" y="452263"/>
                  </a:cubicBezTo>
                  <a:cubicBezTo>
                    <a:pt x="5468" y="450590"/>
                    <a:pt x="9144" y="449247"/>
                    <a:pt x="12020" y="446890"/>
                  </a:cubicBezTo>
                  <a:close/>
                  <a:moveTo>
                    <a:pt x="522508" y="114248"/>
                  </a:moveTo>
                  <a:cubicBezTo>
                    <a:pt x="571342" y="111042"/>
                    <a:pt x="620198" y="107366"/>
                    <a:pt x="669103" y="105905"/>
                  </a:cubicBezTo>
                  <a:cubicBezTo>
                    <a:pt x="702428" y="104915"/>
                    <a:pt x="735966" y="106022"/>
                    <a:pt x="769197" y="108662"/>
                  </a:cubicBezTo>
                  <a:cubicBezTo>
                    <a:pt x="788429" y="110194"/>
                    <a:pt x="807354" y="116204"/>
                    <a:pt x="826232" y="120988"/>
                  </a:cubicBezTo>
                  <a:cubicBezTo>
                    <a:pt x="842447" y="125089"/>
                    <a:pt x="858403" y="130180"/>
                    <a:pt x="874406" y="135035"/>
                  </a:cubicBezTo>
                  <a:cubicBezTo>
                    <a:pt x="877187" y="135883"/>
                    <a:pt x="879803" y="137486"/>
                    <a:pt x="882325" y="138994"/>
                  </a:cubicBezTo>
                  <a:cubicBezTo>
                    <a:pt x="892435" y="145004"/>
                    <a:pt x="893449" y="150944"/>
                    <a:pt x="886166" y="160088"/>
                  </a:cubicBezTo>
                  <a:cubicBezTo>
                    <a:pt x="879190" y="168879"/>
                    <a:pt x="865733" y="172343"/>
                    <a:pt x="856918" y="161879"/>
                  </a:cubicBezTo>
                  <a:cubicBezTo>
                    <a:pt x="848622" y="152051"/>
                    <a:pt x="835165" y="150236"/>
                    <a:pt x="823145" y="148540"/>
                  </a:cubicBezTo>
                  <a:cubicBezTo>
                    <a:pt x="786520" y="143355"/>
                    <a:pt x="749824" y="137392"/>
                    <a:pt x="712963" y="135294"/>
                  </a:cubicBezTo>
                  <a:cubicBezTo>
                    <a:pt x="656659" y="132089"/>
                    <a:pt x="600189" y="131971"/>
                    <a:pt x="543790" y="130251"/>
                  </a:cubicBezTo>
                  <a:cubicBezTo>
                    <a:pt x="531959" y="129897"/>
                    <a:pt x="520128" y="128530"/>
                    <a:pt x="508344" y="127281"/>
                  </a:cubicBezTo>
                  <a:cubicBezTo>
                    <a:pt x="505091" y="126927"/>
                    <a:pt x="501980" y="125348"/>
                    <a:pt x="497243" y="123840"/>
                  </a:cubicBezTo>
                  <a:cubicBezTo>
                    <a:pt x="505233" y="115450"/>
                    <a:pt x="514212" y="114790"/>
                    <a:pt x="522508" y="114248"/>
                  </a:cubicBezTo>
                  <a:close/>
                  <a:moveTo>
                    <a:pt x="214188" y="222379"/>
                  </a:moveTo>
                  <a:cubicBezTo>
                    <a:pt x="222956" y="215615"/>
                    <a:pt x="231652" y="208544"/>
                    <a:pt x="241150" y="202959"/>
                  </a:cubicBezTo>
                  <a:cubicBezTo>
                    <a:pt x="275631" y="182690"/>
                    <a:pt x="311242" y="164707"/>
                    <a:pt x="349847" y="153489"/>
                  </a:cubicBezTo>
                  <a:cubicBezTo>
                    <a:pt x="356281" y="151627"/>
                    <a:pt x="363210" y="151415"/>
                    <a:pt x="369927" y="150449"/>
                  </a:cubicBezTo>
                  <a:cubicBezTo>
                    <a:pt x="370399" y="151344"/>
                    <a:pt x="370870" y="152216"/>
                    <a:pt x="371365" y="153112"/>
                  </a:cubicBezTo>
                  <a:cubicBezTo>
                    <a:pt x="367806" y="156435"/>
                    <a:pt x="364648" y="160465"/>
                    <a:pt x="360571" y="162963"/>
                  </a:cubicBezTo>
                  <a:cubicBezTo>
                    <a:pt x="344803" y="172626"/>
                    <a:pt x="329083" y="182431"/>
                    <a:pt x="312751" y="191033"/>
                  </a:cubicBezTo>
                  <a:cubicBezTo>
                    <a:pt x="283550" y="206447"/>
                    <a:pt x="253854" y="220894"/>
                    <a:pt x="222036" y="230345"/>
                  </a:cubicBezTo>
                  <a:cubicBezTo>
                    <a:pt x="218407" y="231429"/>
                    <a:pt x="214518" y="231618"/>
                    <a:pt x="210747" y="232207"/>
                  </a:cubicBezTo>
                  <a:cubicBezTo>
                    <a:pt x="210205" y="231382"/>
                    <a:pt x="209640" y="230581"/>
                    <a:pt x="209098" y="229756"/>
                  </a:cubicBezTo>
                  <a:cubicBezTo>
                    <a:pt x="210771" y="227234"/>
                    <a:pt x="211949" y="224123"/>
                    <a:pt x="214188" y="22237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28" name="Google Shape;3528;p60"/>
            <p:cNvSpPr/>
            <p:nvPr/>
          </p:nvSpPr>
          <p:spPr>
            <a:xfrm>
              <a:off x="169229" y="2355877"/>
              <a:ext cx="1154991" cy="545553"/>
            </a:xfrm>
            <a:custGeom>
              <a:rect b="b" l="l" r="r" t="t"/>
              <a:pathLst>
                <a:path extrusionOk="0" h="545553" w="1154991">
                  <a:moveTo>
                    <a:pt x="21541" y="418383"/>
                  </a:moveTo>
                  <a:cubicBezTo>
                    <a:pt x="22083" y="410606"/>
                    <a:pt x="27032" y="407024"/>
                    <a:pt x="33584" y="405138"/>
                  </a:cubicBezTo>
                  <a:cubicBezTo>
                    <a:pt x="37331" y="404077"/>
                    <a:pt x="41338" y="403960"/>
                    <a:pt x="45227" y="403488"/>
                  </a:cubicBezTo>
                  <a:cubicBezTo>
                    <a:pt x="55832" y="402192"/>
                    <a:pt x="58778" y="397950"/>
                    <a:pt x="59415" y="387627"/>
                  </a:cubicBezTo>
                  <a:cubicBezTo>
                    <a:pt x="59792" y="381263"/>
                    <a:pt x="61748" y="374429"/>
                    <a:pt x="64906" y="368890"/>
                  </a:cubicBezTo>
                  <a:cubicBezTo>
                    <a:pt x="75818" y="349729"/>
                    <a:pt x="90831" y="333986"/>
                    <a:pt x="108625" y="320999"/>
                  </a:cubicBezTo>
                  <a:cubicBezTo>
                    <a:pt x="111760" y="318713"/>
                    <a:pt x="115389" y="316686"/>
                    <a:pt x="119090" y="315697"/>
                  </a:cubicBezTo>
                  <a:cubicBezTo>
                    <a:pt x="121729" y="314990"/>
                    <a:pt x="126207" y="315202"/>
                    <a:pt x="127456" y="316851"/>
                  </a:cubicBezTo>
                  <a:cubicBezTo>
                    <a:pt x="128776" y="318619"/>
                    <a:pt x="128399" y="323545"/>
                    <a:pt x="126796" y="325289"/>
                  </a:cubicBezTo>
                  <a:cubicBezTo>
                    <a:pt x="122342" y="330120"/>
                    <a:pt x="117133" y="334433"/>
                    <a:pt x="111713" y="338204"/>
                  </a:cubicBezTo>
                  <a:cubicBezTo>
                    <a:pt x="100824" y="345793"/>
                    <a:pt x="91043" y="354513"/>
                    <a:pt x="89441" y="368254"/>
                  </a:cubicBezTo>
                  <a:cubicBezTo>
                    <a:pt x="87673" y="383502"/>
                    <a:pt x="80791" y="395781"/>
                    <a:pt x="71387" y="407259"/>
                  </a:cubicBezTo>
                  <a:cubicBezTo>
                    <a:pt x="44496" y="440090"/>
                    <a:pt x="23921" y="476456"/>
                    <a:pt x="11147" y="516993"/>
                  </a:cubicBezTo>
                  <a:cubicBezTo>
                    <a:pt x="9403" y="522532"/>
                    <a:pt x="8366" y="528706"/>
                    <a:pt x="8884" y="534410"/>
                  </a:cubicBezTo>
                  <a:cubicBezTo>
                    <a:pt x="9262" y="538487"/>
                    <a:pt x="12373" y="545086"/>
                    <a:pt x="15036" y="545487"/>
                  </a:cubicBezTo>
                  <a:cubicBezTo>
                    <a:pt x="18760" y="546053"/>
                    <a:pt x="24581" y="542918"/>
                    <a:pt x="27008" y="539548"/>
                  </a:cubicBezTo>
                  <a:cubicBezTo>
                    <a:pt x="30779" y="534316"/>
                    <a:pt x="34150" y="527717"/>
                    <a:pt x="34668" y="521447"/>
                  </a:cubicBezTo>
                  <a:cubicBezTo>
                    <a:pt x="35823" y="507424"/>
                    <a:pt x="41149" y="495098"/>
                    <a:pt x="47395" y="483055"/>
                  </a:cubicBezTo>
                  <a:cubicBezTo>
                    <a:pt x="70586" y="438275"/>
                    <a:pt x="99881" y="397526"/>
                    <a:pt x="130827" y="357931"/>
                  </a:cubicBezTo>
                  <a:cubicBezTo>
                    <a:pt x="155102" y="326868"/>
                    <a:pt x="180037" y="296253"/>
                    <a:pt x="210723" y="271223"/>
                  </a:cubicBezTo>
                  <a:cubicBezTo>
                    <a:pt x="269596" y="223215"/>
                    <a:pt x="333773" y="183267"/>
                    <a:pt x="401296" y="148668"/>
                  </a:cubicBezTo>
                  <a:cubicBezTo>
                    <a:pt x="413716" y="142305"/>
                    <a:pt x="427268" y="138039"/>
                    <a:pt x="440631" y="133797"/>
                  </a:cubicBezTo>
                  <a:cubicBezTo>
                    <a:pt x="443766" y="132807"/>
                    <a:pt x="449634" y="134740"/>
                    <a:pt x="451614" y="137332"/>
                  </a:cubicBezTo>
                  <a:cubicBezTo>
                    <a:pt x="453523" y="139830"/>
                    <a:pt x="453122" y="145322"/>
                    <a:pt x="451850" y="148810"/>
                  </a:cubicBezTo>
                  <a:cubicBezTo>
                    <a:pt x="449516" y="155173"/>
                    <a:pt x="444049" y="158308"/>
                    <a:pt x="437355" y="160170"/>
                  </a:cubicBezTo>
                  <a:cubicBezTo>
                    <a:pt x="426726" y="163116"/>
                    <a:pt x="416120" y="166439"/>
                    <a:pt x="405986" y="170752"/>
                  </a:cubicBezTo>
                  <a:cubicBezTo>
                    <a:pt x="396252" y="174900"/>
                    <a:pt x="386684" y="179826"/>
                    <a:pt x="377893" y="185671"/>
                  </a:cubicBezTo>
                  <a:cubicBezTo>
                    <a:pt x="349469" y="204502"/>
                    <a:pt x="321447" y="223969"/>
                    <a:pt x="293188" y="243059"/>
                  </a:cubicBezTo>
                  <a:cubicBezTo>
                    <a:pt x="289370" y="245652"/>
                    <a:pt x="284115" y="250177"/>
                    <a:pt x="281145" y="249140"/>
                  </a:cubicBezTo>
                  <a:cubicBezTo>
                    <a:pt x="274758" y="246948"/>
                    <a:pt x="272024" y="250554"/>
                    <a:pt x="268654" y="253618"/>
                  </a:cubicBezTo>
                  <a:cubicBezTo>
                    <a:pt x="213410" y="303488"/>
                    <a:pt x="161913" y="357035"/>
                    <a:pt x="112679" y="412751"/>
                  </a:cubicBezTo>
                  <a:cubicBezTo>
                    <a:pt x="102898" y="423828"/>
                    <a:pt x="94531" y="436177"/>
                    <a:pt x="85882" y="448197"/>
                  </a:cubicBezTo>
                  <a:cubicBezTo>
                    <a:pt x="84232" y="450483"/>
                    <a:pt x="84044" y="453971"/>
                    <a:pt x="83714" y="456965"/>
                  </a:cubicBezTo>
                  <a:cubicBezTo>
                    <a:pt x="83360" y="459934"/>
                    <a:pt x="84704" y="463493"/>
                    <a:pt x="83478" y="465873"/>
                  </a:cubicBezTo>
                  <a:cubicBezTo>
                    <a:pt x="80768" y="471106"/>
                    <a:pt x="76525" y="475513"/>
                    <a:pt x="73674" y="480674"/>
                  </a:cubicBezTo>
                  <a:cubicBezTo>
                    <a:pt x="70492" y="486449"/>
                    <a:pt x="67452" y="492482"/>
                    <a:pt x="65778" y="498798"/>
                  </a:cubicBezTo>
                  <a:cubicBezTo>
                    <a:pt x="65024" y="501650"/>
                    <a:pt x="66815" y="506529"/>
                    <a:pt x="69125" y="508438"/>
                  </a:cubicBezTo>
                  <a:cubicBezTo>
                    <a:pt x="71034" y="509993"/>
                    <a:pt x="76266" y="509734"/>
                    <a:pt x="78576" y="508155"/>
                  </a:cubicBezTo>
                  <a:cubicBezTo>
                    <a:pt x="83124" y="505020"/>
                    <a:pt x="87225" y="500825"/>
                    <a:pt x="90548" y="496347"/>
                  </a:cubicBezTo>
                  <a:cubicBezTo>
                    <a:pt x="101296" y="481876"/>
                    <a:pt x="103393" y="481711"/>
                    <a:pt x="114635" y="496017"/>
                  </a:cubicBezTo>
                  <a:cubicBezTo>
                    <a:pt x="114942" y="496418"/>
                    <a:pt x="115224" y="496819"/>
                    <a:pt x="115554" y="497196"/>
                  </a:cubicBezTo>
                  <a:cubicBezTo>
                    <a:pt x="120386" y="502781"/>
                    <a:pt x="124227" y="502993"/>
                    <a:pt x="129035" y="497573"/>
                  </a:cubicBezTo>
                  <a:cubicBezTo>
                    <a:pt x="131157" y="495192"/>
                    <a:pt x="133231" y="492553"/>
                    <a:pt x="134503" y="489677"/>
                  </a:cubicBezTo>
                  <a:cubicBezTo>
                    <a:pt x="141126" y="474547"/>
                    <a:pt x="147607" y="459345"/>
                    <a:pt x="153829" y="444049"/>
                  </a:cubicBezTo>
                  <a:cubicBezTo>
                    <a:pt x="155102" y="440938"/>
                    <a:pt x="155055" y="437262"/>
                    <a:pt x="155620" y="433844"/>
                  </a:cubicBezTo>
                  <a:cubicBezTo>
                    <a:pt x="139570" y="445652"/>
                    <a:pt x="135658" y="466651"/>
                    <a:pt x="118335" y="477398"/>
                  </a:cubicBezTo>
                  <a:cubicBezTo>
                    <a:pt x="117133" y="473533"/>
                    <a:pt x="116285" y="469762"/>
                    <a:pt x="117275" y="466533"/>
                  </a:cubicBezTo>
                  <a:cubicBezTo>
                    <a:pt x="122177" y="450295"/>
                    <a:pt x="125830" y="433373"/>
                    <a:pt x="133160" y="418266"/>
                  </a:cubicBezTo>
                  <a:cubicBezTo>
                    <a:pt x="144496" y="394909"/>
                    <a:pt x="163092" y="376479"/>
                    <a:pt x="181357" y="358355"/>
                  </a:cubicBezTo>
                  <a:cubicBezTo>
                    <a:pt x="239288" y="300943"/>
                    <a:pt x="303464" y="251402"/>
                    <a:pt x="372920" y="208815"/>
                  </a:cubicBezTo>
                  <a:cubicBezTo>
                    <a:pt x="400518" y="191893"/>
                    <a:pt x="428989" y="176479"/>
                    <a:pt x="460523" y="167759"/>
                  </a:cubicBezTo>
                  <a:cubicBezTo>
                    <a:pt x="467876" y="165732"/>
                    <a:pt x="475300" y="163729"/>
                    <a:pt x="482300" y="160759"/>
                  </a:cubicBezTo>
                  <a:cubicBezTo>
                    <a:pt x="489182" y="157860"/>
                    <a:pt x="489253" y="153971"/>
                    <a:pt x="483290" y="149234"/>
                  </a:cubicBezTo>
                  <a:cubicBezTo>
                    <a:pt x="479613" y="146312"/>
                    <a:pt x="475607" y="143766"/>
                    <a:pt x="472166" y="140608"/>
                  </a:cubicBezTo>
                  <a:cubicBezTo>
                    <a:pt x="467923" y="136696"/>
                    <a:pt x="466509" y="131652"/>
                    <a:pt x="469927" y="126585"/>
                  </a:cubicBezTo>
                  <a:cubicBezTo>
                    <a:pt x="478411" y="114000"/>
                    <a:pt x="488828" y="107306"/>
                    <a:pt x="502451" y="121306"/>
                  </a:cubicBezTo>
                  <a:cubicBezTo>
                    <a:pt x="506080" y="125030"/>
                    <a:pt x="509191" y="129295"/>
                    <a:pt x="513104" y="132689"/>
                  </a:cubicBezTo>
                  <a:cubicBezTo>
                    <a:pt x="517912" y="136884"/>
                    <a:pt x="522908" y="141150"/>
                    <a:pt x="528494" y="144096"/>
                  </a:cubicBezTo>
                  <a:cubicBezTo>
                    <a:pt x="538180" y="149234"/>
                    <a:pt x="546052" y="145063"/>
                    <a:pt x="546641" y="133962"/>
                  </a:cubicBezTo>
                  <a:cubicBezTo>
                    <a:pt x="547348" y="120222"/>
                    <a:pt x="554914" y="113128"/>
                    <a:pt x="567146" y="110582"/>
                  </a:cubicBezTo>
                  <a:cubicBezTo>
                    <a:pt x="581357" y="107636"/>
                    <a:pt x="595757" y="104478"/>
                    <a:pt x="610181" y="103912"/>
                  </a:cubicBezTo>
                  <a:cubicBezTo>
                    <a:pt x="629908" y="103135"/>
                    <a:pt x="649729" y="104502"/>
                    <a:pt x="669503" y="105374"/>
                  </a:cubicBezTo>
                  <a:cubicBezTo>
                    <a:pt x="680038" y="105845"/>
                    <a:pt x="689583" y="103465"/>
                    <a:pt x="695970" y="95051"/>
                  </a:cubicBezTo>
                  <a:cubicBezTo>
                    <a:pt x="699057" y="90950"/>
                    <a:pt x="699363" y="84751"/>
                    <a:pt x="700919" y="79496"/>
                  </a:cubicBezTo>
                  <a:cubicBezTo>
                    <a:pt x="696323" y="78341"/>
                    <a:pt x="691586" y="75795"/>
                    <a:pt x="687179" y="76290"/>
                  </a:cubicBezTo>
                  <a:cubicBezTo>
                    <a:pt x="671247" y="78058"/>
                    <a:pt x="655432" y="80792"/>
                    <a:pt x="639594" y="83219"/>
                  </a:cubicBezTo>
                  <a:cubicBezTo>
                    <a:pt x="622036" y="85906"/>
                    <a:pt x="604525" y="88805"/>
                    <a:pt x="586943" y="91327"/>
                  </a:cubicBezTo>
                  <a:cubicBezTo>
                    <a:pt x="582182" y="92010"/>
                    <a:pt x="577115" y="91657"/>
                    <a:pt x="575489" y="85741"/>
                  </a:cubicBezTo>
                  <a:cubicBezTo>
                    <a:pt x="573768" y="79496"/>
                    <a:pt x="574758" y="73486"/>
                    <a:pt x="580886" y="70280"/>
                  </a:cubicBezTo>
                  <a:cubicBezTo>
                    <a:pt x="585128" y="68089"/>
                    <a:pt x="590078" y="66627"/>
                    <a:pt x="594838" y="66227"/>
                  </a:cubicBezTo>
                  <a:cubicBezTo>
                    <a:pt x="607565" y="65119"/>
                    <a:pt x="611713" y="62055"/>
                    <a:pt x="615413" y="49540"/>
                  </a:cubicBezTo>
                  <a:cubicBezTo>
                    <a:pt x="617134" y="43719"/>
                    <a:pt x="621093" y="43059"/>
                    <a:pt x="626490" y="44497"/>
                  </a:cubicBezTo>
                  <a:cubicBezTo>
                    <a:pt x="641456" y="48433"/>
                    <a:pt x="656328" y="53029"/>
                    <a:pt x="671553" y="55527"/>
                  </a:cubicBezTo>
                  <a:cubicBezTo>
                    <a:pt x="695663" y="59510"/>
                    <a:pt x="720127" y="61348"/>
                    <a:pt x="744261" y="65284"/>
                  </a:cubicBezTo>
                  <a:cubicBezTo>
                    <a:pt x="798680" y="74146"/>
                    <a:pt x="851614" y="88970"/>
                    <a:pt x="903417" y="107801"/>
                  </a:cubicBezTo>
                  <a:cubicBezTo>
                    <a:pt x="969597" y="131841"/>
                    <a:pt x="1033161" y="161018"/>
                    <a:pt x="1090361" y="202875"/>
                  </a:cubicBezTo>
                  <a:cubicBezTo>
                    <a:pt x="1098044" y="208485"/>
                    <a:pt x="1106859" y="212774"/>
                    <a:pt x="1115626" y="216592"/>
                  </a:cubicBezTo>
                  <a:cubicBezTo>
                    <a:pt x="1124323" y="220363"/>
                    <a:pt x="1132996" y="218501"/>
                    <a:pt x="1139171" y="211124"/>
                  </a:cubicBezTo>
                  <a:cubicBezTo>
                    <a:pt x="1144356" y="204926"/>
                    <a:pt x="1148645" y="197926"/>
                    <a:pt x="1152793" y="190950"/>
                  </a:cubicBezTo>
                  <a:cubicBezTo>
                    <a:pt x="1156116" y="185341"/>
                    <a:pt x="1155692" y="179142"/>
                    <a:pt x="1151379" y="174287"/>
                  </a:cubicBezTo>
                  <a:cubicBezTo>
                    <a:pt x="1141575" y="163210"/>
                    <a:pt x="1131817" y="151992"/>
                    <a:pt x="1121070" y="141881"/>
                  </a:cubicBezTo>
                  <a:cubicBezTo>
                    <a:pt x="1110818" y="132241"/>
                    <a:pt x="1099529" y="123615"/>
                    <a:pt x="1085341" y="120151"/>
                  </a:cubicBezTo>
                  <a:cubicBezTo>
                    <a:pt x="1078459" y="118454"/>
                    <a:pt x="1077021" y="115673"/>
                    <a:pt x="1079732" y="109074"/>
                  </a:cubicBezTo>
                  <a:cubicBezTo>
                    <a:pt x="1083691" y="99505"/>
                    <a:pt x="1091893" y="96701"/>
                    <a:pt x="1102357" y="100306"/>
                  </a:cubicBezTo>
                  <a:cubicBezTo>
                    <a:pt x="1105444" y="101367"/>
                    <a:pt x="1110629" y="101202"/>
                    <a:pt x="1112751" y="99269"/>
                  </a:cubicBezTo>
                  <a:cubicBezTo>
                    <a:pt x="1116498" y="95852"/>
                    <a:pt x="1114188" y="91539"/>
                    <a:pt x="1110771" y="88381"/>
                  </a:cubicBezTo>
                  <a:cubicBezTo>
                    <a:pt x="1107872" y="85694"/>
                    <a:pt x="1105067" y="82842"/>
                    <a:pt x="1101862" y="80556"/>
                  </a:cubicBezTo>
                  <a:cubicBezTo>
                    <a:pt x="1068489" y="56469"/>
                    <a:pt x="1031582" y="39524"/>
                    <a:pt x="992670" y="26774"/>
                  </a:cubicBezTo>
                  <a:cubicBezTo>
                    <a:pt x="988876" y="25524"/>
                    <a:pt x="984634" y="25666"/>
                    <a:pt x="980603" y="25171"/>
                  </a:cubicBezTo>
                  <a:cubicBezTo>
                    <a:pt x="980179" y="25925"/>
                    <a:pt x="979731" y="26679"/>
                    <a:pt x="979307" y="27433"/>
                  </a:cubicBezTo>
                  <a:cubicBezTo>
                    <a:pt x="982560" y="30474"/>
                    <a:pt x="985388" y="34292"/>
                    <a:pt x="989159" y="36413"/>
                  </a:cubicBezTo>
                  <a:cubicBezTo>
                    <a:pt x="1006387" y="46076"/>
                    <a:pt x="1024040" y="54938"/>
                    <a:pt x="1041197" y="64695"/>
                  </a:cubicBezTo>
                  <a:cubicBezTo>
                    <a:pt x="1051874" y="70775"/>
                    <a:pt x="1062197" y="77610"/>
                    <a:pt x="1072143" y="84822"/>
                  </a:cubicBezTo>
                  <a:cubicBezTo>
                    <a:pt x="1074829" y="86778"/>
                    <a:pt x="1075536" y="91421"/>
                    <a:pt x="1077163" y="94839"/>
                  </a:cubicBezTo>
                  <a:cubicBezTo>
                    <a:pt x="1073627" y="96182"/>
                    <a:pt x="1069715" y="99246"/>
                    <a:pt x="1066604" y="98562"/>
                  </a:cubicBezTo>
                  <a:cubicBezTo>
                    <a:pt x="1054184" y="95899"/>
                    <a:pt x="1041504" y="93283"/>
                    <a:pt x="1029837" y="88428"/>
                  </a:cubicBezTo>
                  <a:cubicBezTo>
                    <a:pt x="1008461" y="79566"/>
                    <a:pt x="988216" y="67947"/>
                    <a:pt x="964577" y="65402"/>
                  </a:cubicBezTo>
                  <a:cubicBezTo>
                    <a:pt x="959086" y="64813"/>
                    <a:pt x="953665" y="62008"/>
                    <a:pt x="952793" y="55715"/>
                  </a:cubicBezTo>
                  <a:cubicBezTo>
                    <a:pt x="951614" y="47207"/>
                    <a:pt x="945652" y="44285"/>
                    <a:pt x="938746" y="42517"/>
                  </a:cubicBezTo>
                  <a:cubicBezTo>
                    <a:pt x="932548" y="40938"/>
                    <a:pt x="926114" y="40302"/>
                    <a:pt x="919821" y="39005"/>
                  </a:cubicBezTo>
                  <a:cubicBezTo>
                    <a:pt x="858944" y="26467"/>
                    <a:pt x="798822" y="10181"/>
                    <a:pt x="736955" y="2852"/>
                  </a:cubicBezTo>
                  <a:cubicBezTo>
                    <a:pt x="723898" y="1320"/>
                    <a:pt x="710700" y="919"/>
                    <a:pt x="697572" y="0"/>
                  </a:cubicBezTo>
                  <a:cubicBezTo>
                    <a:pt x="697337" y="1013"/>
                    <a:pt x="697101" y="2027"/>
                    <a:pt x="696865" y="3040"/>
                  </a:cubicBezTo>
                  <a:cubicBezTo>
                    <a:pt x="702357" y="5209"/>
                    <a:pt x="707683" y="7990"/>
                    <a:pt x="713339" y="9427"/>
                  </a:cubicBezTo>
                  <a:cubicBezTo>
                    <a:pt x="744402" y="17323"/>
                    <a:pt x="775725" y="24205"/>
                    <a:pt x="806599" y="32736"/>
                  </a:cubicBezTo>
                  <a:cubicBezTo>
                    <a:pt x="897007" y="57719"/>
                    <a:pt x="983927" y="92010"/>
                    <a:pt x="1068112" y="133161"/>
                  </a:cubicBezTo>
                  <a:cubicBezTo>
                    <a:pt x="1088240" y="142989"/>
                    <a:pt x="1107471" y="154891"/>
                    <a:pt x="1126232" y="167170"/>
                  </a:cubicBezTo>
                  <a:cubicBezTo>
                    <a:pt x="1132571" y="171318"/>
                    <a:pt x="1137144" y="179095"/>
                    <a:pt x="1140820" y="186095"/>
                  </a:cubicBezTo>
                  <a:cubicBezTo>
                    <a:pt x="1144143" y="192411"/>
                    <a:pt x="1140891" y="196111"/>
                    <a:pt x="1133773" y="195569"/>
                  </a:cubicBezTo>
                  <a:cubicBezTo>
                    <a:pt x="1129908" y="195263"/>
                    <a:pt x="1125737" y="194650"/>
                    <a:pt x="1122343" y="192906"/>
                  </a:cubicBezTo>
                  <a:cubicBezTo>
                    <a:pt x="1103512" y="183172"/>
                    <a:pt x="1084351" y="173886"/>
                    <a:pt x="1066250" y="162880"/>
                  </a:cubicBezTo>
                  <a:cubicBezTo>
                    <a:pt x="1029696" y="140702"/>
                    <a:pt x="993967" y="116804"/>
                    <a:pt x="954348" y="100495"/>
                  </a:cubicBezTo>
                  <a:cubicBezTo>
                    <a:pt x="906316" y="80698"/>
                    <a:pt x="855739" y="68843"/>
                    <a:pt x="804902" y="58873"/>
                  </a:cubicBezTo>
                  <a:cubicBezTo>
                    <a:pt x="760853" y="50224"/>
                    <a:pt x="716498" y="43153"/>
                    <a:pt x="672142" y="36248"/>
                  </a:cubicBezTo>
                  <a:cubicBezTo>
                    <a:pt x="634457" y="30379"/>
                    <a:pt x="596465" y="27292"/>
                    <a:pt x="558237" y="29060"/>
                  </a:cubicBezTo>
                  <a:cubicBezTo>
                    <a:pt x="550671" y="29413"/>
                    <a:pt x="542917" y="30639"/>
                    <a:pt x="535753" y="33019"/>
                  </a:cubicBezTo>
                  <a:cubicBezTo>
                    <a:pt x="532359" y="34150"/>
                    <a:pt x="530167" y="38935"/>
                    <a:pt x="527433" y="42069"/>
                  </a:cubicBezTo>
                  <a:cubicBezTo>
                    <a:pt x="530921" y="43625"/>
                    <a:pt x="534527" y="46759"/>
                    <a:pt x="537874" y="46477"/>
                  </a:cubicBezTo>
                  <a:cubicBezTo>
                    <a:pt x="550884" y="45416"/>
                    <a:pt x="563775" y="42941"/>
                    <a:pt x="576785" y="41716"/>
                  </a:cubicBezTo>
                  <a:cubicBezTo>
                    <a:pt x="584563" y="40985"/>
                    <a:pt x="592481" y="41574"/>
                    <a:pt x="600330" y="41574"/>
                  </a:cubicBezTo>
                  <a:cubicBezTo>
                    <a:pt x="599269" y="44709"/>
                    <a:pt x="597879" y="46594"/>
                    <a:pt x="596040" y="47301"/>
                  </a:cubicBezTo>
                  <a:cubicBezTo>
                    <a:pt x="587108" y="50766"/>
                    <a:pt x="578246" y="54773"/>
                    <a:pt x="568984" y="57059"/>
                  </a:cubicBezTo>
                  <a:cubicBezTo>
                    <a:pt x="543153" y="63469"/>
                    <a:pt x="516875" y="68207"/>
                    <a:pt x="491256" y="75348"/>
                  </a:cubicBezTo>
                  <a:cubicBezTo>
                    <a:pt x="470681" y="81098"/>
                    <a:pt x="450718" y="89182"/>
                    <a:pt x="430662" y="96701"/>
                  </a:cubicBezTo>
                  <a:cubicBezTo>
                    <a:pt x="424676" y="98939"/>
                    <a:pt x="419231" y="102215"/>
                    <a:pt x="420150" y="110724"/>
                  </a:cubicBezTo>
                  <a:cubicBezTo>
                    <a:pt x="420433" y="113340"/>
                    <a:pt x="417322" y="117016"/>
                    <a:pt x="414824" y="119090"/>
                  </a:cubicBezTo>
                  <a:cubicBezTo>
                    <a:pt x="409333" y="123639"/>
                    <a:pt x="403535" y="128023"/>
                    <a:pt x="397336" y="131511"/>
                  </a:cubicBezTo>
                  <a:cubicBezTo>
                    <a:pt x="367499" y="148244"/>
                    <a:pt x="336130" y="159911"/>
                    <a:pt x="301414" y="161513"/>
                  </a:cubicBezTo>
                  <a:cubicBezTo>
                    <a:pt x="291774" y="161961"/>
                    <a:pt x="282465" y="165261"/>
                    <a:pt x="277845" y="175536"/>
                  </a:cubicBezTo>
                  <a:cubicBezTo>
                    <a:pt x="275159" y="181523"/>
                    <a:pt x="272825" y="187980"/>
                    <a:pt x="268842" y="193047"/>
                  </a:cubicBezTo>
                  <a:cubicBezTo>
                    <a:pt x="242870" y="225949"/>
                    <a:pt x="210912" y="252628"/>
                    <a:pt x="178081" y="278270"/>
                  </a:cubicBezTo>
                  <a:cubicBezTo>
                    <a:pt x="167405" y="286613"/>
                    <a:pt x="155668" y="293637"/>
                    <a:pt x="144001" y="300589"/>
                  </a:cubicBezTo>
                  <a:cubicBezTo>
                    <a:pt x="140914" y="302428"/>
                    <a:pt x="136342" y="301744"/>
                    <a:pt x="132429" y="302239"/>
                  </a:cubicBezTo>
                  <a:cubicBezTo>
                    <a:pt x="133160" y="298162"/>
                    <a:pt x="132688" y="293165"/>
                    <a:pt x="134904" y="290172"/>
                  </a:cubicBezTo>
                  <a:cubicBezTo>
                    <a:pt x="140277" y="282866"/>
                    <a:pt x="146335" y="275843"/>
                    <a:pt x="153099" y="269833"/>
                  </a:cubicBezTo>
                  <a:cubicBezTo>
                    <a:pt x="175465" y="249894"/>
                    <a:pt x="199057" y="231299"/>
                    <a:pt x="220645" y="210559"/>
                  </a:cubicBezTo>
                  <a:cubicBezTo>
                    <a:pt x="243271" y="188805"/>
                    <a:pt x="264223" y="165284"/>
                    <a:pt x="285599" y="142258"/>
                  </a:cubicBezTo>
                  <a:cubicBezTo>
                    <a:pt x="288404" y="139241"/>
                    <a:pt x="290148" y="134645"/>
                    <a:pt x="290949" y="130521"/>
                  </a:cubicBezTo>
                  <a:cubicBezTo>
                    <a:pt x="291468" y="127834"/>
                    <a:pt x="290266" y="123285"/>
                    <a:pt x="288263" y="122060"/>
                  </a:cubicBezTo>
                  <a:cubicBezTo>
                    <a:pt x="286377" y="120882"/>
                    <a:pt x="281899" y="122107"/>
                    <a:pt x="279613" y="123757"/>
                  </a:cubicBezTo>
                  <a:cubicBezTo>
                    <a:pt x="273415" y="128211"/>
                    <a:pt x="267782" y="133491"/>
                    <a:pt x="261913" y="138393"/>
                  </a:cubicBezTo>
                  <a:cubicBezTo>
                    <a:pt x="256045" y="143295"/>
                    <a:pt x="250435" y="148598"/>
                    <a:pt x="244166" y="152934"/>
                  </a:cubicBezTo>
                  <a:cubicBezTo>
                    <a:pt x="238557" y="156823"/>
                    <a:pt x="231439" y="157978"/>
                    <a:pt x="226160" y="153194"/>
                  </a:cubicBezTo>
                  <a:cubicBezTo>
                    <a:pt x="216214" y="144190"/>
                    <a:pt x="206740" y="146736"/>
                    <a:pt x="198161" y="153759"/>
                  </a:cubicBezTo>
                  <a:cubicBezTo>
                    <a:pt x="177727" y="170516"/>
                    <a:pt x="157317" y="187415"/>
                    <a:pt x="137921" y="205350"/>
                  </a:cubicBezTo>
                  <a:cubicBezTo>
                    <a:pt x="101555" y="238982"/>
                    <a:pt x="66108" y="273580"/>
                    <a:pt x="29860" y="307353"/>
                  </a:cubicBezTo>
                  <a:cubicBezTo>
                    <a:pt x="22342" y="314377"/>
                    <a:pt x="13056" y="319491"/>
                    <a:pt x="4642" y="325548"/>
                  </a:cubicBezTo>
                  <a:cubicBezTo>
                    <a:pt x="-1768" y="330168"/>
                    <a:pt x="-1509" y="332901"/>
                    <a:pt x="5231" y="336790"/>
                  </a:cubicBezTo>
                  <a:cubicBezTo>
                    <a:pt x="11595" y="340443"/>
                    <a:pt x="17982" y="340962"/>
                    <a:pt x="24157" y="336932"/>
                  </a:cubicBezTo>
                  <a:cubicBezTo>
                    <a:pt x="32641" y="331417"/>
                    <a:pt x="41833" y="326514"/>
                    <a:pt x="49021" y="319585"/>
                  </a:cubicBezTo>
                  <a:cubicBezTo>
                    <a:pt x="73249" y="296206"/>
                    <a:pt x="96323" y="271648"/>
                    <a:pt x="120598" y="248339"/>
                  </a:cubicBezTo>
                  <a:cubicBezTo>
                    <a:pt x="141809" y="227976"/>
                    <a:pt x="163893" y="208508"/>
                    <a:pt x="185929" y="189017"/>
                  </a:cubicBezTo>
                  <a:cubicBezTo>
                    <a:pt x="191727" y="183879"/>
                    <a:pt x="198727" y="180226"/>
                    <a:pt x="207070" y="185765"/>
                  </a:cubicBezTo>
                  <a:cubicBezTo>
                    <a:pt x="207565" y="185176"/>
                    <a:pt x="208036" y="184610"/>
                    <a:pt x="208531" y="184021"/>
                  </a:cubicBezTo>
                  <a:cubicBezTo>
                    <a:pt x="206740" y="179849"/>
                    <a:pt x="204949" y="175678"/>
                    <a:pt x="203134" y="171530"/>
                  </a:cubicBezTo>
                  <a:cubicBezTo>
                    <a:pt x="201249" y="167287"/>
                    <a:pt x="201696" y="162597"/>
                    <a:pt x="206151" y="161702"/>
                  </a:cubicBezTo>
                  <a:cubicBezTo>
                    <a:pt x="210794" y="160783"/>
                    <a:pt x="216238" y="161914"/>
                    <a:pt x="220739" y="163705"/>
                  </a:cubicBezTo>
                  <a:cubicBezTo>
                    <a:pt x="221753" y="164106"/>
                    <a:pt x="220787" y="171035"/>
                    <a:pt x="219726" y="174664"/>
                  </a:cubicBezTo>
                  <a:cubicBezTo>
                    <a:pt x="218925" y="177351"/>
                    <a:pt x="216780" y="179826"/>
                    <a:pt x="214777" y="181970"/>
                  </a:cubicBezTo>
                  <a:cubicBezTo>
                    <a:pt x="199269" y="198633"/>
                    <a:pt x="184232" y="215814"/>
                    <a:pt x="167923" y="231699"/>
                  </a:cubicBezTo>
                  <a:cubicBezTo>
                    <a:pt x="123002" y="275442"/>
                    <a:pt x="77916" y="318996"/>
                    <a:pt x="39028" y="368372"/>
                  </a:cubicBezTo>
                  <a:cubicBezTo>
                    <a:pt x="26702" y="384021"/>
                    <a:pt x="16143" y="401131"/>
                    <a:pt x="5420" y="417983"/>
                  </a:cubicBezTo>
                  <a:cubicBezTo>
                    <a:pt x="3558" y="420929"/>
                    <a:pt x="4878" y="425902"/>
                    <a:pt x="4736" y="429932"/>
                  </a:cubicBezTo>
                  <a:cubicBezTo>
                    <a:pt x="9379" y="428306"/>
                    <a:pt x="14258" y="427127"/>
                    <a:pt x="18571" y="424841"/>
                  </a:cubicBezTo>
                  <a:cubicBezTo>
                    <a:pt x="20197" y="423946"/>
                    <a:pt x="21376" y="420670"/>
                    <a:pt x="21541" y="418383"/>
                  </a:cubicBezTo>
                  <a:close/>
                  <a:moveTo>
                    <a:pt x="498161" y="87203"/>
                  </a:moveTo>
                  <a:cubicBezTo>
                    <a:pt x="508319" y="78694"/>
                    <a:pt x="545015" y="76691"/>
                    <a:pt x="557954" y="84304"/>
                  </a:cubicBezTo>
                  <a:cubicBezTo>
                    <a:pt x="546712" y="95828"/>
                    <a:pt x="533632" y="102192"/>
                    <a:pt x="518831" y="104784"/>
                  </a:cubicBezTo>
                  <a:cubicBezTo>
                    <a:pt x="513410" y="105727"/>
                    <a:pt x="507329" y="105680"/>
                    <a:pt x="502144" y="104101"/>
                  </a:cubicBezTo>
                  <a:cubicBezTo>
                    <a:pt x="498916" y="103111"/>
                    <a:pt x="495922" y="98704"/>
                    <a:pt x="494650" y="95192"/>
                  </a:cubicBezTo>
                  <a:cubicBezTo>
                    <a:pt x="493895" y="93142"/>
                    <a:pt x="496064" y="88947"/>
                    <a:pt x="498161" y="8720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29" name="Google Shape;3529;p60"/>
            <p:cNvSpPr/>
            <p:nvPr/>
          </p:nvSpPr>
          <p:spPr>
            <a:xfrm>
              <a:off x="437812" y="2880888"/>
              <a:ext cx="459214" cy="631201"/>
            </a:xfrm>
            <a:custGeom>
              <a:rect b="b" l="l" r="r" t="t"/>
              <a:pathLst>
                <a:path extrusionOk="0" h="631201" w="459214">
                  <a:moveTo>
                    <a:pt x="119444" y="78172"/>
                  </a:moveTo>
                  <a:cubicBezTo>
                    <a:pt x="124488" y="60284"/>
                    <a:pt x="132595" y="43762"/>
                    <a:pt x="147066" y="30776"/>
                  </a:cubicBezTo>
                  <a:cubicBezTo>
                    <a:pt x="151874" y="26463"/>
                    <a:pt x="154844" y="19298"/>
                    <a:pt x="156706" y="12888"/>
                  </a:cubicBezTo>
                  <a:cubicBezTo>
                    <a:pt x="157625" y="9753"/>
                    <a:pt x="155103" y="4144"/>
                    <a:pt x="152322" y="1787"/>
                  </a:cubicBezTo>
                  <a:cubicBezTo>
                    <a:pt x="148339" y="-1583"/>
                    <a:pt x="143460" y="67"/>
                    <a:pt x="140231" y="4615"/>
                  </a:cubicBezTo>
                  <a:cubicBezTo>
                    <a:pt x="137804" y="8033"/>
                    <a:pt x="134811" y="11191"/>
                    <a:pt x="132972" y="14915"/>
                  </a:cubicBezTo>
                  <a:cubicBezTo>
                    <a:pt x="119256" y="42513"/>
                    <a:pt x="105068" y="69947"/>
                    <a:pt x="92388" y="98016"/>
                  </a:cubicBezTo>
                  <a:cubicBezTo>
                    <a:pt x="83267" y="118191"/>
                    <a:pt x="75183" y="138907"/>
                    <a:pt x="72190" y="161274"/>
                  </a:cubicBezTo>
                  <a:cubicBezTo>
                    <a:pt x="71695" y="165044"/>
                    <a:pt x="66793" y="169499"/>
                    <a:pt x="62880" y="171196"/>
                  </a:cubicBezTo>
                  <a:cubicBezTo>
                    <a:pt x="58992" y="172893"/>
                    <a:pt x="53689" y="172068"/>
                    <a:pt x="49164" y="171408"/>
                  </a:cubicBezTo>
                  <a:cubicBezTo>
                    <a:pt x="33255" y="169004"/>
                    <a:pt x="28282" y="171266"/>
                    <a:pt x="23639" y="187081"/>
                  </a:cubicBezTo>
                  <a:cubicBezTo>
                    <a:pt x="18077" y="205982"/>
                    <a:pt x="13434" y="225167"/>
                    <a:pt x="9192" y="244422"/>
                  </a:cubicBezTo>
                  <a:cubicBezTo>
                    <a:pt x="5586" y="260779"/>
                    <a:pt x="2758" y="277347"/>
                    <a:pt x="283" y="293939"/>
                  </a:cubicBezTo>
                  <a:cubicBezTo>
                    <a:pt x="-660" y="300350"/>
                    <a:pt x="472" y="307279"/>
                    <a:pt x="7990" y="309777"/>
                  </a:cubicBezTo>
                  <a:cubicBezTo>
                    <a:pt x="13151" y="311497"/>
                    <a:pt x="18737" y="306383"/>
                    <a:pt x="20505" y="296862"/>
                  </a:cubicBezTo>
                  <a:cubicBezTo>
                    <a:pt x="22461" y="286232"/>
                    <a:pt x="22249" y="275202"/>
                    <a:pt x="23969" y="264502"/>
                  </a:cubicBezTo>
                  <a:cubicBezTo>
                    <a:pt x="26585" y="248240"/>
                    <a:pt x="29084" y="231860"/>
                    <a:pt x="33538" y="216046"/>
                  </a:cubicBezTo>
                  <a:cubicBezTo>
                    <a:pt x="35777" y="208104"/>
                    <a:pt x="41245" y="200538"/>
                    <a:pt x="46878" y="194222"/>
                  </a:cubicBezTo>
                  <a:cubicBezTo>
                    <a:pt x="53948" y="186303"/>
                    <a:pt x="67830" y="187741"/>
                    <a:pt x="73816" y="195660"/>
                  </a:cubicBezTo>
                  <a:cubicBezTo>
                    <a:pt x="79590" y="203319"/>
                    <a:pt x="76809" y="211332"/>
                    <a:pt x="66204" y="218002"/>
                  </a:cubicBezTo>
                  <a:cubicBezTo>
                    <a:pt x="64153" y="219299"/>
                    <a:pt x="61985" y="220854"/>
                    <a:pt x="60712" y="222834"/>
                  </a:cubicBezTo>
                  <a:cubicBezTo>
                    <a:pt x="48692" y="241806"/>
                    <a:pt x="42235" y="262570"/>
                    <a:pt x="41858" y="285054"/>
                  </a:cubicBezTo>
                  <a:cubicBezTo>
                    <a:pt x="41740" y="291653"/>
                    <a:pt x="45628" y="296107"/>
                    <a:pt x="52251" y="296320"/>
                  </a:cubicBezTo>
                  <a:cubicBezTo>
                    <a:pt x="64624" y="296744"/>
                    <a:pt x="73840" y="302919"/>
                    <a:pt x="79779" y="312700"/>
                  </a:cubicBezTo>
                  <a:cubicBezTo>
                    <a:pt x="86119" y="323117"/>
                    <a:pt x="91280" y="334477"/>
                    <a:pt x="95546" y="345931"/>
                  </a:cubicBezTo>
                  <a:cubicBezTo>
                    <a:pt x="100990" y="360543"/>
                    <a:pt x="104384" y="375815"/>
                    <a:pt x="102664" y="391677"/>
                  </a:cubicBezTo>
                  <a:cubicBezTo>
                    <a:pt x="101980" y="398064"/>
                    <a:pt x="99270" y="403437"/>
                    <a:pt x="92529" y="404733"/>
                  </a:cubicBezTo>
                  <a:cubicBezTo>
                    <a:pt x="85412" y="406100"/>
                    <a:pt x="81664" y="401128"/>
                    <a:pt x="79095" y="395424"/>
                  </a:cubicBezTo>
                  <a:cubicBezTo>
                    <a:pt x="78011" y="393020"/>
                    <a:pt x="77799" y="390192"/>
                    <a:pt x="77210" y="387576"/>
                  </a:cubicBezTo>
                  <a:cubicBezTo>
                    <a:pt x="75890" y="381849"/>
                    <a:pt x="75207" y="375862"/>
                    <a:pt x="72968" y="370536"/>
                  </a:cubicBezTo>
                  <a:cubicBezTo>
                    <a:pt x="71907" y="368014"/>
                    <a:pt x="67735" y="365139"/>
                    <a:pt x="65237" y="365375"/>
                  </a:cubicBezTo>
                  <a:cubicBezTo>
                    <a:pt x="63116" y="365563"/>
                    <a:pt x="60288" y="369782"/>
                    <a:pt x="59722" y="372610"/>
                  </a:cubicBezTo>
                  <a:cubicBezTo>
                    <a:pt x="56753" y="387387"/>
                    <a:pt x="60170" y="401528"/>
                    <a:pt x="65237" y="415339"/>
                  </a:cubicBezTo>
                  <a:cubicBezTo>
                    <a:pt x="72614" y="435396"/>
                    <a:pt x="85624" y="436268"/>
                    <a:pt x="95617" y="420218"/>
                  </a:cubicBezTo>
                  <a:cubicBezTo>
                    <a:pt x="98963" y="414868"/>
                    <a:pt x="103064" y="414467"/>
                    <a:pt x="107047" y="418615"/>
                  </a:cubicBezTo>
                  <a:cubicBezTo>
                    <a:pt x="113364" y="425167"/>
                    <a:pt x="120081" y="431648"/>
                    <a:pt x="124936" y="439237"/>
                  </a:cubicBezTo>
                  <a:cubicBezTo>
                    <a:pt x="136649" y="457550"/>
                    <a:pt x="147160" y="476617"/>
                    <a:pt x="158520" y="495165"/>
                  </a:cubicBezTo>
                  <a:cubicBezTo>
                    <a:pt x="182041" y="533581"/>
                    <a:pt x="210795" y="567331"/>
                    <a:pt x="252558" y="586280"/>
                  </a:cubicBezTo>
                  <a:cubicBezTo>
                    <a:pt x="287533" y="602141"/>
                    <a:pt x="323616" y="615716"/>
                    <a:pt x="359746" y="628867"/>
                  </a:cubicBezTo>
                  <a:cubicBezTo>
                    <a:pt x="379237" y="635962"/>
                    <a:pt x="402263" y="626181"/>
                    <a:pt x="412704" y="609070"/>
                  </a:cubicBezTo>
                  <a:cubicBezTo>
                    <a:pt x="406741" y="606548"/>
                    <a:pt x="408650" y="602612"/>
                    <a:pt x="411384" y="599101"/>
                  </a:cubicBezTo>
                  <a:cubicBezTo>
                    <a:pt x="420175" y="587788"/>
                    <a:pt x="429720" y="577017"/>
                    <a:pt x="437969" y="565327"/>
                  </a:cubicBezTo>
                  <a:cubicBezTo>
                    <a:pt x="445605" y="554510"/>
                    <a:pt x="452228" y="542938"/>
                    <a:pt x="458709" y="531366"/>
                  </a:cubicBezTo>
                  <a:cubicBezTo>
                    <a:pt x="459982" y="529103"/>
                    <a:pt x="458473" y="525309"/>
                    <a:pt x="458261" y="522245"/>
                  </a:cubicBezTo>
                  <a:cubicBezTo>
                    <a:pt x="455315" y="522763"/>
                    <a:pt x="451639" y="522363"/>
                    <a:pt x="449518" y="523965"/>
                  </a:cubicBezTo>
                  <a:cubicBezTo>
                    <a:pt x="440467" y="530824"/>
                    <a:pt x="431299" y="537682"/>
                    <a:pt x="423263" y="545624"/>
                  </a:cubicBezTo>
                  <a:cubicBezTo>
                    <a:pt x="409734" y="559011"/>
                    <a:pt x="396277" y="572846"/>
                    <a:pt x="389159" y="590946"/>
                  </a:cubicBezTo>
                  <a:cubicBezTo>
                    <a:pt x="386873" y="596791"/>
                    <a:pt x="383998" y="598464"/>
                    <a:pt x="378436" y="598417"/>
                  </a:cubicBezTo>
                  <a:cubicBezTo>
                    <a:pt x="340491" y="598111"/>
                    <a:pt x="304502" y="589956"/>
                    <a:pt x="271082" y="571597"/>
                  </a:cubicBezTo>
                  <a:cubicBezTo>
                    <a:pt x="223592" y="545530"/>
                    <a:pt x="187934" y="507373"/>
                    <a:pt x="159982" y="461651"/>
                  </a:cubicBezTo>
                  <a:cubicBezTo>
                    <a:pt x="124818" y="404121"/>
                    <a:pt x="105280" y="341500"/>
                    <a:pt x="101108" y="274213"/>
                  </a:cubicBezTo>
                  <a:cubicBezTo>
                    <a:pt x="99953" y="255452"/>
                    <a:pt x="100802" y="236574"/>
                    <a:pt x="99435" y="217837"/>
                  </a:cubicBezTo>
                  <a:cubicBezTo>
                    <a:pt x="98492" y="204828"/>
                    <a:pt x="98327" y="190145"/>
                    <a:pt x="78412" y="186986"/>
                  </a:cubicBezTo>
                  <a:cubicBezTo>
                    <a:pt x="81829" y="183428"/>
                    <a:pt x="83880" y="180835"/>
                    <a:pt x="86378" y="178785"/>
                  </a:cubicBezTo>
                  <a:cubicBezTo>
                    <a:pt x="91539" y="174542"/>
                    <a:pt x="97243" y="170937"/>
                    <a:pt x="102074" y="166388"/>
                  </a:cubicBezTo>
                  <a:cubicBezTo>
                    <a:pt x="104031" y="164549"/>
                    <a:pt x="105044" y="160944"/>
                    <a:pt x="105138" y="158115"/>
                  </a:cubicBezTo>
                  <a:cubicBezTo>
                    <a:pt x="105280" y="153520"/>
                    <a:pt x="103111" y="148641"/>
                    <a:pt x="104031" y="144304"/>
                  </a:cubicBezTo>
                  <a:cubicBezTo>
                    <a:pt x="108744" y="122150"/>
                    <a:pt x="113293" y="99949"/>
                    <a:pt x="119444" y="78172"/>
                  </a:cubicBezTo>
                  <a:close/>
                  <a:moveTo>
                    <a:pt x="68631" y="277583"/>
                  </a:moveTo>
                  <a:cubicBezTo>
                    <a:pt x="63917" y="263253"/>
                    <a:pt x="64719" y="249678"/>
                    <a:pt x="68230" y="235113"/>
                  </a:cubicBezTo>
                  <a:cubicBezTo>
                    <a:pt x="77116" y="244422"/>
                    <a:pt x="77210" y="267873"/>
                    <a:pt x="68631" y="27758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30" name="Google Shape;3530;p60"/>
            <p:cNvSpPr/>
            <p:nvPr/>
          </p:nvSpPr>
          <p:spPr>
            <a:xfrm>
              <a:off x="406776" y="3394388"/>
              <a:ext cx="471525" cy="358476"/>
            </a:xfrm>
            <a:custGeom>
              <a:rect b="b" l="l" r="r" t="t"/>
              <a:pathLst>
                <a:path extrusionOk="0" h="358476" w="471525">
                  <a:moveTo>
                    <a:pt x="200798" y="236672"/>
                  </a:moveTo>
                  <a:cubicBezTo>
                    <a:pt x="196296" y="236272"/>
                    <a:pt x="190781" y="237497"/>
                    <a:pt x="187458" y="235329"/>
                  </a:cubicBezTo>
                  <a:cubicBezTo>
                    <a:pt x="177206" y="228659"/>
                    <a:pt x="167355" y="221164"/>
                    <a:pt x="158234" y="213010"/>
                  </a:cubicBezTo>
                  <a:cubicBezTo>
                    <a:pt x="154015" y="209239"/>
                    <a:pt x="151399" y="203418"/>
                    <a:pt x="148877" y="198138"/>
                  </a:cubicBezTo>
                  <a:cubicBezTo>
                    <a:pt x="146143" y="192435"/>
                    <a:pt x="145106" y="185836"/>
                    <a:pt x="141995" y="180415"/>
                  </a:cubicBezTo>
                  <a:cubicBezTo>
                    <a:pt x="135467" y="169079"/>
                    <a:pt x="127736" y="158449"/>
                    <a:pt x="121067" y="147184"/>
                  </a:cubicBezTo>
                  <a:cubicBezTo>
                    <a:pt x="111404" y="130875"/>
                    <a:pt x="101316" y="114707"/>
                    <a:pt x="93138" y="97667"/>
                  </a:cubicBezTo>
                  <a:cubicBezTo>
                    <a:pt x="85714" y="82159"/>
                    <a:pt x="81236" y="65284"/>
                    <a:pt x="74284" y="49517"/>
                  </a:cubicBezTo>
                  <a:cubicBezTo>
                    <a:pt x="67425" y="33985"/>
                    <a:pt x="59200" y="19020"/>
                    <a:pt x="51281" y="3959"/>
                  </a:cubicBezTo>
                  <a:cubicBezTo>
                    <a:pt x="50338" y="2168"/>
                    <a:pt x="47628" y="1296"/>
                    <a:pt x="45742" y="0"/>
                  </a:cubicBezTo>
                  <a:cubicBezTo>
                    <a:pt x="44375" y="2121"/>
                    <a:pt x="42136" y="4148"/>
                    <a:pt x="41830" y="6411"/>
                  </a:cubicBezTo>
                  <a:cubicBezTo>
                    <a:pt x="41359" y="9993"/>
                    <a:pt x="41806" y="13835"/>
                    <a:pt x="42514" y="17417"/>
                  </a:cubicBezTo>
                  <a:cubicBezTo>
                    <a:pt x="47604" y="43625"/>
                    <a:pt x="58116" y="68018"/>
                    <a:pt x="70819" y="91115"/>
                  </a:cubicBezTo>
                  <a:cubicBezTo>
                    <a:pt x="91394" y="128541"/>
                    <a:pt x="114114" y="164766"/>
                    <a:pt x="135349" y="201838"/>
                  </a:cubicBezTo>
                  <a:cubicBezTo>
                    <a:pt x="143291" y="215697"/>
                    <a:pt x="149608" y="230497"/>
                    <a:pt x="156584" y="244898"/>
                  </a:cubicBezTo>
                  <a:cubicBezTo>
                    <a:pt x="159035" y="249965"/>
                    <a:pt x="156702" y="254136"/>
                    <a:pt x="152247" y="255810"/>
                  </a:cubicBezTo>
                  <a:cubicBezTo>
                    <a:pt x="150032" y="256635"/>
                    <a:pt x="146355" y="254443"/>
                    <a:pt x="143716" y="252934"/>
                  </a:cubicBezTo>
                  <a:cubicBezTo>
                    <a:pt x="141901" y="251897"/>
                    <a:pt x="140581" y="249800"/>
                    <a:pt x="139308" y="248009"/>
                  </a:cubicBezTo>
                  <a:cubicBezTo>
                    <a:pt x="125780" y="228801"/>
                    <a:pt x="111946" y="209781"/>
                    <a:pt x="98912" y="190243"/>
                  </a:cubicBezTo>
                  <a:cubicBezTo>
                    <a:pt x="72186" y="150153"/>
                    <a:pt x="45625" y="109970"/>
                    <a:pt x="31154" y="63257"/>
                  </a:cubicBezTo>
                  <a:cubicBezTo>
                    <a:pt x="28962" y="56187"/>
                    <a:pt x="24295" y="49611"/>
                    <a:pt x="19699" y="43625"/>
                  </a:cubicBezTo>
                  <a:cubicBezTo>
                    <a:pt x="15410" y="38039"/>
                    <a:pt x="8952" y="39453"/>
                    <a:pt x="3343" y="41975"/>
                  </a:cubicBezTo>
                  <a:cubicBezTo>
                    <a:pt x="-2973" y="44803"/>
                    <a:pt x="1552" y="49682"/>
                    <a:pt x="1811" y="53641"/>
                  </a:cubicBezTo>
                  <a:cubicBezTo>
                    <a:pt x="1929" y="55527"/>
                    <a:pt x="3060" y="57365"/>
                    <a:pt x="3744" y="59227"/>
                  </a:cubicBezTo>
                  <a:cubicBezTo>
                    <a:pt x="16848" y="94579"/>
                    <a:pt x="34430" y="127716"/>
                    <a:pt x="54486" y="159510"/>
                  </a:cubicBezTo>
                  <a:cubicBezTo>
                    <a:pt x="63843" y="174334"/>
                    <a:pt x="74307" y="188475"/>
                    <a:pt x="84041" y="203088"/>
                  </a:cubicBezTo>
                  <a:cubicBezTo>
                    <a:pt x="85903" y="205869"/>
                    <a:pt x="88566" y="210182"/>
                    <a:pt x="87623" y="212397"/>
                  </a:cubicBezTo>
                  <a:cubicBezTo>
                    <a:pt x="84182" y="220410"/>
                    <a:pt x="89791" y="224299"/>
                    <a:pt x="93845" y="228659"/>
                  </a:cubicBezTo>
                  <a:cubicBezTo>
                    <a:pt x="102448" y="237898"/>
                    <a:pt x="111663" y="246547"/>
                    <a:pt x="120289" y="255763"/>
                  </a:cubicBezTo>
                  <a:cubicBezTo>
                    <a:pt x="126369" y="262244"/>
                    <a:pt x="132497" y="268819"/>
                    <a:pt x="137541" y="276078"/>
                  </a:cubicBezTo>
                  <a:cubicBezTo>
                    <a:pt x="144093" y="285459"/>
                    <a:pt x="142867" y="290125"/>
                    <a:pt x="133911" y="297290"/>
                  </a:cubicBezTo>
                  <a:cubicBezTo>
                    <a:pt x="127289" y="302593"/>
                    <a:pt x="126228" y="307448"/>
                    <a:pt x="131932" y="313599"/>
                  </a:cubicBezTo>
                  <a:cubicBezTo>
                    <a:pt x="137423" y="319538"/>
                    <a:pt x="143763" y="324865"/>
                    <a:pt x="150315" y="329625"/>
                  </a:cubicBezTo>
                  <a:cubicBezTo>
                    <a:pt x="156937" y="334433"/>
                    <a:pt x="161415" y="332760"/>
                    <a:pt x="161934" y="324676"/>
                  </a:cubicBezTo>
                  <a:cubicBezTo>
                    <a:pt x="162994" y="308178"/>
                    <a:pt x="162664" y="291586"/>
                    <a:pt x="162994" y="275041"/>
                  </a:cubicBezTo>
                  <a:cubicBezTo>
                    <a:pt x="163042" y="272213"/>
                    <a:pt x="163489" y="269385"/>
                    <a:pt x="163725" y="266557"/>
                  </a:cubicBezTo>
                  <a:cubicBezTo>
                    <a:pt x="167025" y="266958"/>
                    <a:pt x="170937" y="266345"/>
                    <a:pt x="173506" y="267924"/>
                  </a:cubicBezTo>
                  <a:cubicBezTo>
                    <a:pt x="182745" y="273604"/>
                    <a:pt x="191960" y="279496"/>
                    <a:pt x="200421" y="286236"/>
                  </a:cubicBezTo>
                  <a:cubicBezTo>
                    <a:pt x="225403" y="306199"/>
                    <a:pt x="251281" y="324818"/>
                    <a:pt x="279752" y="339501"/>
                  </a:cubicBezTo>
                  <a:cubicBezTo>
                    <a:pt x="296579" y="348174"/>
                    <a:pt x="314326" y="354325"/>
                    <a:pt x="333487" y="354301"/>
                  </a:cubicBezTo>
                  <a:cubicBezTo>
                    <a:pt x="338083" y="354301"/>
                    <a:pt x="342679" y="351167"/>
                    <a:pt x="347275" y="349446"/>
                  </a:cubicBezTo>
                  <a:cubicBezTo>
                    <a:pt x="344517" y="345628"/>
                    <a:pt x="342184" y="341386"/>
                    <a:pt x="338884" y="338086"/>
                  </a:cubicBezTo>
                  <a:cubicBezTo>
                    <a:pt x="335208" y="334410"/>
                    <a:pt x="330706" y="331582"/>
                    <a:pt x="326535" y="328376"/>
                  </a:cubicBezTo>
                  <a:cubicBezTo>
                    <a:pt x="326794" y="327434"/>
                    <a:pt x="327053" y="326491"/>
                    <a:pt x="327312" y="325548"/>
                  </a:cubicBezTo>
                  <a:cubicBezTo>
                    <a:pt x="332992" y="324959"/>
                    <a:pt x="338672" y="323781"/>
                    <a:pt x="344352" y="323898"/>
                  </a:cubicBezTo>
                  <a:cubicBezTo>
                    <a:pt x="358941" y="324181"/>
                    <a:pt x="373742" y="324087"/>
                    <a:pt x="382957" y="338935"/>
                  </a:cubicBezTo>
                  <a:cubicBezTo>
                    <a:pt x="384748" y="341810"/>
                    <a:pt x="388684" y="343625"/>
                    <a:pt x="391960" y="345204"/>
                  </a:cubicBezTo>
                  <a:cubicBezTo>
                    <a:pt x="408151" y="353052"/>
                    <a:pt x="425474" y="356941"/>
                    <a:pt x="443268" y="358284"/>
                  </a:cubicBezTo>
                  <a:cubicBezTo>
                    <a:pt x="450574" y="358827"/>
                    <a:pt x="458069" y="358143"/>
                    <a:pt x="465351" y="357177"/>
                  </a:cubicBezTo>
                  <a:cubicBezTo>
                    <a:pt x="467732" y="356870"/>
                    <a:pt x="471244" y="354066"/>
                    <a:pt x="471503" y="352039"/>
                  </a:cubicBezTo>
                  <a:cubicBezTo>
                    <a:pt x="471786" y="349894"/>
                    <a:pt x="469358" y="346406"/>
                    <a:pt x="467166" y="345133"/>
                  </a:cubicBezTo>
                  <a:cubicBezTo>
                    <a:pt x="462783" y="342541"/>
                    <a:pt x="457880" y="339948"/>
                    <a:pt x="452931" y="339312"/>
                  </a:cubicBezTo>
                  <a:cubicBezTo>
                    <a:pt x="437282" y="337285"/>
                    <a:pt x="421491" y="336225"/>
                    <a:pt x="405771" y="334645"/>
                  </a:cubicBezTo>
                  <a:cubicBezTo>
                    <a:pt x="402872" y="334363"/>
                    <a:pt x="400044" y="333467"/>
                    <a:pt x="397192" y="332854"/>
                  </a:cubicBezTo>
                  <a:cubicBezTo>
                    <a:pt x="397145" y="332147"/>
                    <a:pt x="397098" y="331440"/>
                    <a:pt x="397027" y="330733"/>
                  </a:cubicBezTo>
                  <a:cubicBezTo>
                    <a:pt x="407020" y="325595"/>
                    <a:pt x="417037" y="320457"/>
                    <a:pt x="427030" y="315320"/>
                  </a:cubicBezTo>
                  <a:cubicBezTo>
                    <a:pt x="426817" y="314565"/>
                    <a:pt x="426629" y="313835"/>
                    <a:pt x="426417" y="313081"/>
                  </a:cubicBezTo>
                  <a:cubicBezTo>
                    <a:pt x="423636" y="312350"/>
                    <a:pt x="420878" y="311195"/>
                    <a:pt x="418074" y="310959"/>
                  </a:cubicBezTo>
                  <a:cubicBezTo>
                    <a:pt x="403791" y="309757"/>
                    <a:pt x="389462" y="308980"/>
                    <a:pt x="375179" y="307707"/>
                  </a:cubicBezTo>
                  <a:cubicBezTo>
                    <a:pt x="364621" y="306764"/>
                    <a:pt x="353992" y="305751"/>
                    <a:pt x="343574" y="303889"/>
                  </a:cubicBezTo>
                  <a:cubicBezTo>
                    <a:pt x="333959" y="302169"/>
                    <a:pt x="329976" y="297549"/>
                    <a:pt x="330188" y="290691"/>
                  </a:cubicBezTo>
                  <a:cubicBezTo>
                    <a:pt x="330353" y="285199"/>
                    <a:pt x="335349" y="281381"/>
                    <a:pt x="344729" y="280839"/>
                  </a:cubicBezTo>
                  <a:cubicBezTo>
                    <a:pt x="351611" y="280439"/>
                    <a:pt x="358540" y="281381"/>
                    <a:pt x="365446" y="281405"/>
                  </a:cubicBezTo>
                  <a:cubicBezTo>
                    <a:pt x="368887" y="281428"/>
                    <a:pt x="372328" y="280721"/>
                    <a:pt x="376476" y="280250"/>
                  </a:cubicBezTo>
                  <a:cubicBezTo>
                    <a:pt x="375533" y="277634"/>
                    <a:pt x="375486" y="277092"/>
                    <a:pt x="375203" y="276738"/>
                  </a:cubicBezTo>
                  <a:cubicBezTo>
                    <a:pt x="364857" y="263823"/>
                    <a:pt x="330989" y="255503"/>
                    <a:pt x="316141" y="262645"/>
                  </a:cubicBezTo>
                  <a:cubicBezTo>
                    <a:pt x="313713" y="263823"/>
                    <a:pt x="311286" y="267028"/>
                    <a:pt x="310697" y="269691"/>
                  </a:cubicBezTo>
                  <a:cubicBezTo>
                    <a:pt x="308175" y="281098"/>
                    <a:pt x="303603" y="284280"/>
                    <a:pt x="292337" y="281476"/>
                  </a:cubicBezTo>
                  <a:cubicBezTo>
                    <a:pt x="276334" y="277516"/>
                    <a:pt x="263513" y="267830"/>
                    <a:pt x="250197" y="258803"/>
                  </a:cubicBezTo>
                  <a:cubicBezTo>
                    <a:pt x="239214" y="251355"/>
                    <a:pt x="227736" y="244521"/>
                    <a:pt x="215929" y="238440"/>
                  </a:cubicBezTo>
                  <a:cubicBezTo>
                    <a:pt x="211710" y="236295"/>
                    <a:pt x="205912" y="237144"/>
                    <a:pt x="200798" y="236672"/>
                  </a:cubicBezTo>
                  <a:close/>
                  <a:moveTo>
                    <a:pt x="306831" y="306717"/>
                  </a:moveTo>
                  <a:cubicBezTo>
                    <a:pt x="307868" y="307401"/>
                    <a:pt x="308811" y="308202"/>
                    <a:pt x="309777" y="308980"/>
                  </a:cubicBezTo>
                  <a:cubicBezTo>
                    <a:pt x="320454" y="317488"/>
                    <a:pt x="319676" y="328070"/>
                    <a:pt x="307374" y="334551"/>
                  </a:cubicBezTo>
                  <a:cubicBezTo>
                    <a:pt x="305111" y="335753"/>
                    <a:pt x="300421" y="334975"/>
                    <a:pt x="298347" y="333279"/>
                  </a:cubicBezTo>
                  <a:cubicBezTo>
                    <a:pt x="294623" y="330238"/>
                    <a:pt x="292031" y="325807"/>
                    <a:pt x="289014" y="321919"/>
                  </a:cubicBezTo>
                  <a:cubicBezTo>
                    <a:pt x="285314" y="317134"/>
                    <a:pt x="280529" y="313269"/>
                    <a:pt x="274496" y="315272"/>
                  </a:cubicBezTo>
                  <a:cubicBezTo>
                    <a:pt x="266200" y="318030"/>
                    <a:pt x="259436" y="315107"/>
                    <a:pt x="254109" y="310158"/>
                  </a:cubicBezTo>
                  <a:cubicBezTo>
                    <a:pt x="240039" y="297125"/>
                    <a:pt x="226629" y="283361"/>
                    <a:pt x="213218" y="269621"/>
                  </a:cubicBezTo>
                  <a:cubicBezTo>
                    <a:pt x="210272" y="266604"/>
                    <a:pt x="208387" y="262550"/>
                    <a:pt x="206030" y="258991"/>
                  </a:cubicBezTo>
                  <a:cubicBezTo>
                    <a:pt x="206643" y="258449"/>
                    <a:pt x="207232" y="257907"/>
                    <a:pt x="207845" y="257389"/>
                  </a:cubicBezTo>
                  <a:cubicBezTo>
                    <a:pt x="241241" y="272991"/>
                    <a:pt x="275721" y="286425"/>
                    <a:pt x="306831" y="30671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31" name="Google Shape;3531;p60"/>
            <p:cNvSpPr/>
            <p:nvPr/>
          </p:nvSpPr>
          <p:spPr>
            <a:xfrm>
              <a:off x="425960" y="3624014"/>
              <a:ext cx="499682" cy="282108"/>
            </a:xfrm>
            <a:custGeom>
              <a:rect b="b" l="l" r="r" t="t"/>
              <a:pathLst>
                <a:path extrusionOk="0" h="282108" w="499682">
                  <a:moveTo>
                    <a:pt x="481968" y="218619"/>
                  </a:moveTo>
                  <a:cubicBezTo>
                    <a:pt x="483618" y="222602"/>
                    <a:pt x="485362" y="226302"/>
                    <a:pt x="486658" y="230168"/>
                  </a:cubicBezTo>
                  <a:cubicBezTo>
                    <a:pt x="488921" y="236932"/>
                    <a:pt x="484843" y="245558"/>
                    <a:pt x="477466" y="250201"/>
                  </a:cubicBezTo>
                  <a:cubicBezTo>
                    <a:pt x="469571" y="255173"/>
                    <a:pt x="461888" y="255221"/>
                    <a:pt x="456561" y="248975"/>
                  </a:cubicBezTo>
                  <a:cubicBezTo>
                    <a:pt x="437259" y="226350"/>
                    <a:pt x="411051" y="215579"/>
                    <a:pt x="384113" y="206128"/>
                  </a:cubicBezTo>
                  <a:cubicBezTo>
                    <a:pt x="348407" y="193613"/>
                    <a:pt x="310839" y="190620"/>
                    <a:pt x="273743" y="185411"/>
                  </a:cubicBezTo>
                  <a:cubicBezTo>
                    <a:pt x="256868" y="183055"/>
                    <a:pt x="240983" y="178907"/>
                    <a:pt x="226441" y="169668"/>
                  </a:cubicBezTo>
                  <a:cubicBezTo>
                    <a:pt x="200775" y="153382"/>
                    <a:pt x="175133" y="137026"/>
                    <a:pt x="149019" y="121494"/>
                  </a:cubicBezTo>
                  <a:cubicBezTo>
                    <a:pt x="107351" y="96724"/>
                    <a:pt x="70325" y="66910"/>
                    <a:pt x="40511" y="28235"/>
                  </a:cubicBezTo>
                  <a:cubicBezTo>
                    <a:pt x="32521" y="17865"/>
                    <a:pt x="21209" y="9969"/>
                    <a:pt x="10909" y="1556"/>
                  </a:cubicBezTo>
                  <a:cubicBezTo>
                    <a:pt x="8576" y="-330"/>
                    <a:pt x="4075" y="448"/>
                    <a:pt x="563" y="0"/>
                  </a:cubicBezTo>
                  <a:cubicBezTo>
                    <a:pt x="516" y="3370"/>
                    <a:pt x="-710" y="7283"/>
                    <a:pt x="610" y="9969"/>
                  </a:cubicBezTo>
                  <a:cubicBezTo>
                    <a:pt x="5371" y="19680"/>
                    <a:pt x="10132" y="29602"/>
                    <a:pt x="16448" y="38322"/>
                  </a:cubicBezTo>
                  <a:cubicBezTo>
                    <a:pt x="37400" y="67311"/>
                    <a:pt x="63914" y="90644"/>
                    <a:pt x="92738" y="111549"/>
                  </a:cubicBezTo>
                  <a:cubicBezTo>
                    <a:pt x="99102" y="116168"/>
                    <a:pt x="105230" y="121400"/>
                    <a:pt x="110297" y="127363"/>
                  </a:cubicBezTo>
                  <a:cubicBezTo>
                    <a:pt x="112913" y="130450"/>
                    <a:pt x="112960" y="135730"/>
                    <a:pt x="114162" y="140019"/>
                  </a:cubicBezTo>
                  <a:cubicBezTo>
                    <a:pt x="110014" y="139571"/>
                    <a:pt x="105017" y="140467"/>
                    <a:pt x="101836" y="138463"/>
                  </a:cubicBezTo>
                  <a:cubicBezTo>
                    <a:pt x="88472" y="130073"/>
                    <a:pt x="75463" y="121094"/>
                    <a:pt x="62689" y="111831"/>
                  </a:cubicBezTo>
                  <a:cubicBezTo>
                    <a:pt x="48289" y="101391"/>
                    <a:pt x="34407" y="90243"/>
                    <a:pt x="20030" y="79802"/>
                  </a:cubicBezTo>
                  <a:cubicBezTo>
                    <a:pt x="16943" y="77563"/>
                    <a:pt x="12630" y="77068"/>
                    <a:pt x="8859" y="75772"/>
                  </a:cubicBezTo>
                  <a:cubicBezTo>
                    <a:pt x="8340" y="76432"/>
                    <a:pt x="7846" y="77068"/>
                    <a:pt x="7327" y="77728"/>
                  </a:cubicBezTo>
                  <a:cubicBezTo>
                    <a:pt x="9425" y="81452"/>
                    <a:pt x="10980" y="85671"/>
                    <a:pt x="13738" y="88805"/>
                  </a:cubicBezTo>
                  <a:cubicBezTo>
                    <a:pt x="19936" y="95876"/>
                    <a:pt x="26134" y="103111"/>
                    <a:pt x="33370" y="109027"/>
                  </a:cubicBezTo>
                  <a:cubicBezTo>
                    <a:pt x="70349" y="139241"/>
                    <a:pt x="107421" y="169362"/>
                    <a:pt x="144966" y="198845"/>
                  </a:cubicBezTo>
                  <a:cubicBezTo>
                    <a:pt x="157480" y="208673"/>
                    <a:pt x="172046" y="214447"/>
                    <a:pt x="188590" y="215390"/>
                  </a:cubicBezTo>
                  <a:cubicBezTo>
                    <a:pt x="200304" y="216050"/>
                    <a:pt x="211145" y="220269"/>
                    <a:pt x="218711" y="230568"/>
                  </a:cubicBezTo>
                  <a:cubicBezTo>
                    <a:pt x="223354" y="236884"/>
                    <a:pt x="229646" y="241598"/>
                    <a:pt x="237942" y="241645"/>
                  </a:cubicBezTo>
                  <a:cubicBezTo>
                    <a:pt x="241077" y="241669"/>
                    <a:pt x="244211" y="239878"/>
                    <a:pt x="247346" y="238911"/>
                  </a:cubicBezTo>
                  <a:cubicBezTo>
                    <a:pt x="246215" y="235871"/>
                    <a:pt x="245979" y="231817"/>
                    <a:pt x="243811" y="229979"/>
                  </a:cubicBezTo>
                  <a:cubicBezTo>
                    <a:pt x="233511" y="221188"/>
                    <a:pt x="223306" y="212020"/>
                    <a:pt x="211923" y="204832"/>
                  </a:cubicBezTo>
                  <a:cubicBezTo>
                    <a:pt x="191065" y="191633"/>
                    <a:pt x="169241" y="179991"/>
                    <a:pt x="148147" y="167146"/>
                  </a:cubicBezTo>
                  <a:cubicBezTo>
                    <a:pt x="141925" y="163351"/>
                    <a:pt x="136717" y="157789"/>
                    <a:pt x="131320" y="152722"/>
                  </a:cubicBezTo>
                  <a:cubicBezTo>
                    <a:pt x="130188" y="151662"/>
                    <a:pt x="129411" y="148692"/>
                    <a:pt x="130070" y="147584"/>
                  </a:cubicBezTo>
                  <a:cubicBezTo>
                    <a:pt x="130825" y="146359"/>
                    <a:pt x="133535" y="145557"/>
                    <a:pt x="135185" y="145817"/>
                  </a:cubicBezTo>
                  <a:cubicBezTo>
                    <a:pt x="139545" y="146524"/>
                    <a:pt x="143929" y="147490"/>
                    <a:pt x="148029" y="149069"/>
                  </a:cubicBezTo>
                  <a:cubicBezTo>
                    <a:pt x="184065" y="162833"/>
                    <a:pt x="216802" y="182583"/>
                    <a:pt x="247982" y="205020"/>
                  </a:cubicBezTo>
                  <a:cubicBezTo>
                    <a:pt x="258447" y="212538"/>
                    <a:pt x="267898" y="221023"/>
                    <a:pt x="273672" y="233208"/>
                  </a:cubicBezTo>
                  <a:cubicBezTo>
                    <a:pt x="275722" y="237521"/>
                    <a:pt x="280530" y="241056"/>
                    <a:pt x="284843" y="243696"/>
                  </a:cubicBezTo>
                  <a:cubicBezTo>
                    <a:pt x="298206" y="251921"/>
                    <a:pt x="313007" y="254113"/>
                    <a:pt x="328374" y="251921"/>
                  </a:cubicBezTo>
                  <a:cubicBezTo>
                    <a:pt x="339168" y="250389"/>
                    <a:pt x="343245" y="245723"/>
                    <a:pt x="345084" y="234528"/>
                  </a:cubicBezTo>
                  <a:cubicBezTo>
                    <a:pt x="345956" y="229296"/>
                    <a:pt x="348147" y="224794"/>
                    <a:pt x="353898" y="223969"/>
                  </a:cubicBezTo>
                  <a:cubicBezTo>
                    <a:pt x="369194" y="221706"/>
                    <a:pt x="382722" y="227669"/>
                    <a:pt x="396510" y="232359"/>
                  </a:cubicBezTo>
                  <a:cubicBezTo>
                    <a:pt x="396674" y="233231"/>
                    <a:pt x="396839" y="234080"/>
                    <a:pt x="397004" y="234952"/>
                  </a:cubicBezTo>
                  <a:cubicBezTo>
                    <a:pt x="387082" y="240066"/>
                    <a:pt x="377160" y="245204"/>
                    <a:pt x="367238" y="250318"/>
                  </a:cubicBezTo>
                  <a:cubicBezTo>
                    <a:pt x="367450" y="251049"/>
                    <a:pt x="367686" y="251780"/>
                    <a:pt x="367898" y="252487"/>
                  </a:cubicBezTo>
                  <a:cubicBezTo>
                    <a:pt x="371244" y="252487"/>
                    <a:pt x="374591" y="252628"/>
                    <a:pt x="377914" y="252463"/>
                  </a:cubicBezTo>
                  <a:cubicBezTo>
                    <a:pt x="389274" y="251874"/>
                    <a:pt x="400610" y="250978"/>
                    <a:pt x="411970" y="250601"/>
                  </a:cubicBezTo>
                  <a:cubicBezTo>
                    <a:pt x="429976" y="249988"/>
                    <a:pt x="445696" y="252958"/>
                    <a:pt x="453450" y="272826"/>
                  </a:cubicBezTo>
                  <a:cubicBezTo>
                    <a:pt x="456986" y="281900"/>
                    <a:pt x="466177" y="284587"/>
                    <a:pt x="473059" y="279708"/>
                  </a:cubicBezTo>
                  <a:cubicBezTo>
                    <a:pt x="488473" y="268796"/>
                    <a:pt x="497877" y="253618"/>
                    <a:pt x="499621" y="234645"/>
                  </a:cubicBezTo>
                  <a:cubicBezTo>
                    <a:pt x="500493" y="225548"/>
                    <a:pt x="492079" y="218430"/>
                    <a:pt x="481968" y="218619"/>
                  </a:cubicBezTo>
                  <a:close/>
                  <a:moveTo>
                    <a:pt x="327879" y="234645"/>
                  </a:moveTo>
                  <a:cubicBezTo>
                    <a:pt x="325711" y="234363"/>
                    <a:pt x="324414" y="234433"/>
                    <a:pt x="323283" y="234033"/>
                  </a:cubicBezTo>
                  <a:cubicBezTo>
                    <a:pt x="308953" y="228730"/>
                    <a:pt x="296274" y="220905"/>
                    <a:pt x="286163" y="209333"/>
                  </a:cubicBezTo>
                  <a:cubicBezTo>
                    <a:pt x="284937" y="207943"/>
                    <a:pt x="284985" y="205444"/>
                    <a:pt x="284442" y="203465"/>
                  </a:cubicBezTo>
                  <a:cubicBezTo>
                    <a:pt x="286257" y="203040"/>
                    <a:pt x="288284" y="201886"/>
                    <a:pt x="289863" y="202310"/>
                  </a:cubicBezTo>
                  <a:cubicBezTo>
                    <a:pt x="305135" y="206364"/>
                    <a:pt x="318946" y="213151"/>
                    <a:pt x="329458" y="225312"/>
                  </a:cubicBezTo>
                  <a:cubicBezTo>
                    <a:pt x="330966" y="227033"/>
                    <a:pt x="331155" y="230191"/>
                    <a:pt x="331202" y="232689"/>
                  </a:cubicBezTo>
                  <a:cubicBezTo>
                    <a:pt x="331225" y="233444"/>
                    <a:pt x="328633" y="234245"/>
                    <a:pt x="327879" y="23464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32" name="Google Shape;3532;p60"/>
            <p:cNvSpPr/>
            <p:nvPr/>
          </p:nvSpPr>
          <p:spPr>
            <a:xfrm>
              <a:off x="1023012" y="2543575"/>
              <a:ext cx="418240" cy="362550"/>
            </a:xfrm>
            <a:custGeom>
              <a:rect b="b" l="l" r="r" t="t"/>
              <a:pathLst>
                <a:path extrusionOk="0" h="362550" w="418240">
                  <a:moveTo>
                    <a:pt x="272001" y="124794"/>
                  </a:moveTo>
                  <a:cubicBezTo>
                    <a:pt x="255103" y="112043"/>
                    <a:pt x="237427" y="100047"/>
                    <a:pt x="216757" y="93613"/>
                  </a:cubicBezTo>
                  <a:cubicBezTo>
                    <a:pt x="209569" y="91374"/>
                    <a:pt x="203865" y="92647"/>
                    <a:pt x="197502" y="97101"/>
                  </a:cubicBezTo>
                  <a:cubicBezTo>
                    <a:pt x="190856" y="101744"/>
                    <a:pt x="182772" y="104431"/>
                    <a:pt x="175088" y="107377"/>
                  </a:cubicBezTo>
                  <a:cubicBezTo>
                    <a:pt x="173415" y="108013"/>
                    <a:pt x="170186" y="106599"/>
                    <a:pt x="168819" y="105091"/>
                  </a:cubicBezTo>
                  <a:cubicBezTo>
                    <a:pt x="168089" y="104289"/>
                    <a:pt x="169173" y="100778"/>
                    <a:pt x="170422" y="99364"/>
                  </a:cubicBezTo>
                  <a:cubicBezTo>
                    <a:pt x="174240" y="95074"/>
                    <a:pt x="172402" y="91610"/>
                    <a:pt x="169385" y="88310"/>
                  </a:cubicBezTo>
                  <a:cubicBezTo>
                    <a:pt x="167570" y="86307"/>
                    <a:pt x="165473" y="84469"/>
                    <a:pt x="163187" y="83007"/>
                  </a:cubicBezTo>
                  <a:cubicBezTo>
                    <a:pt x="115343" y="52156"/>
                    <a:pt x="65072" y="25807"/>
                    <a:pt x="12915" y="3064"/>
                  </a:cubicBezTo>
                  <a:cubicBezTo>
                    <a:pt x="9262" y="1461"/>
                    <a:pt x="5114" y="990"/>
                    <a:pt x="1202" y="0"/>
                  </a:cubicBezTo>
                  <a:cubicBezTo>
                    <a:pt x="801" y="660"/>
                    <a:pt x="401" y="1296"/>
                    <a:pt x="0" y="1956"/>
                  </a:cubicBezTo>
                  <a:cubicBezTo>
                    <a:pt x="2687" y="4643"/>
                    <a:pt x="5020" y="7778"/>
                    <a:pt x="8084" y="9922"/>
                  </a:cubicBezTo>
                  <a:cubicBezTo>
                    <a:pt x="26326" y="22649"/>
                    <a:pt x="44332" y="35777"/>
                    <a:pt x="63163" y="47608"/>
                  </a:cubicBezTo>
                  <a:cubicBezTo>
                    <a:pt x="116026" y="80839"/>
                    <a:pt x="167570" y="115885"/>
                    <a:pt x="214282" y="157459"/>
                  </a:cubicBezTo>
                  <a:cubicBezTo>
                    <a:pt x="251662" y="190714"/>
                    <a:pt x="288593" y="224487"/>
                    <a:pt x="324888" y="258921"/>
                  </a:cubicBezTo>
                  <a:cubicBezTo>
                    <a:pt x="344638" y="277634"/>
                    <a:pt x="366698" y="293849"/>
                    <a:pt x="379779" y="319656"/>
                  </a:cubicBezTo>
                  <a:cubicBezTo>
                    <a:pt x="388004" y="335895"/>
                    <a:pt x="403630" y="348386"/>
                    <a:pt x="415933" y="362550"/>
                  </a:cubicBezTo>
                  <a:cubicBezTo>
                    <a:pt x="416687" y="362197"/>
                    <a:pt x="417417" y="361867"/>
                    <a:pt x="418171" y="361513"/>
                  </a:cubicBezTo>
                  <a:cubicBezTo>
                    <a:pt x="418195" y="344591"/>
                    <a:pt x="419067" y="327599"/>
                    <a:pt x="413858" y="311101"/>
                  </a:cubicBezTo>
                  <a:cubicBezTo>
                    <a:pt x="413057" y="308532"/>
                    <a:pt x="411242" y="305680"/>
                    <a:pt x="409050" y="304313"/>
                  </a:cubicBezTo>
                  <a:cubicBezTo>
                    <a:pt x="404195" y="301296"/>
                    <a:pt x="398091" y="300047"/>
                    <a:pt x="393802" y="296489"/>
                  </a:cubicBezTo>
                  <a:cubicBezTo>
                    <a:pt x="383526" y="287980"/>
                    <a:pt x="373839" y="278718"/>
                    <a:pt x="364200" y="269456"/>
                  </a:cubicBezTo>
                  <a:cubicBezTo>
                    <a:pt x="337427" y="243672"/>
                    <a:pt x="314235" y="214636"/>
                    <a:pt x="282630" y="193330"/>
                  </a:cubicBezTo>
                  <a:cubicBezTo>
                    <a:pt x="253500" y="173698"/>
                    <a:pt x="231157" y="145628"/>
                    <a:pt x="210370" y="117087"/>
                  </a:cubicBezTo>
                  <a:cubicBezTo>
                    <a:pt x="207471" y="113104"/>
                    <a:pt x="206694" y="107565"/>
                    <a:pt x="204949" y="102758"/>
                  </a:cubicBezTo>
                  <a:cubicBezTo>
                    <a:pt x="209946" y="104242"/>
                    <a:pt x="215720" y="104619"/>
                    <a:pt x="219797" y="107424"/>
                  </a:cubicBezTo>
                  <a:cubicBezTo>
                    <a:pt x="233632" y="116946"/>
                    <a:pt x="247679" y="126396"/>
                    <a:pt x="260170" y="137544"/>
                  </a:cubicBezTo>
                  <a:cubicBezTo>
                    <a:pt x="296182" y="169715"/>
                    <a:pt x="331464" y="202710"/>
                    <a:pt x="367075" y="235329"/>
                  </a:cubicBezTo>
                  <a:cubicBezTo>
                    <a:pt x="376102" y="243601"/>
                    <a:pt x="385317" y="251685"/>
                    <a:pt x="395711" y="260995"/>
                  </a:cubicBezTo>
                  <a:cubicBezTo>
                    <a:pt x="395711" y="254843"/>
                    <a:pt x="395947" y="250460"/>
                    <a:pt x="395664" y="246123"/>
                  </a:cubicBezTo>
                  <a:cubicBezTo>
                    <a:pt x="395027" y="236036"/>
                    <a:pt x="394910" y="225831"/>
                    <a:pt x="393118" y="215956"/>
                  </a:cubicBezTo>
                  <a:cubicBezTo>
                    <a:pt x="391657" y="207872"/>
                    <a:pt x="388758" y="207047"/>
                    <a:pt x="381122" y="209451"/>
                  </a:cubicBezTo>
                  <a:cubicBezTo>
                    <a:pt x="375772" y="211124"/>
                    <a:pt x="371223" y="210724"/>
                    <a:pt x="367264" y="205751"/>
                  </a:cubicBezTo>
                  <a:cubicBezTo>
                    <a:pt x="362220" y="199411"/>
                    <a:pt x="357106" y="192835"/>
                    <a:pt x="350884" y="187745"/>
                  </a:cubicBezTo>
                  <a:cubicBezTo>
                    <a:pt x="324888" y="166368"/>
                    <a:pt x="298845" y="145015"/>
                    <a:pt x="272001" y="1247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33" name="Google Shape;3533;p60"/>
            <p:cNvSpPr/>
            <p:nvPr/>
          </p:nvSpPr>
          <p:spPr>
            <a:xfrm>
              <a:off x="700050" y="3045042"/>
              <a:ext cx="117417" cy="253593"/>
            </a:xfrm>
            <a:custGeom>
              <a:rect b="b" l="l" r="r" t="t"/>
              <a:pathLst>
                <a:path extrusionOk="0" h="253593" w="117417">
                  <a:moveTo>
                    <a:pt x="2858" y="188210"/>
                  </a:moveTo>
                  <a:cubicBezTo>
                    <a:pt x="76" y="190920"/>
                    <a:pt x="-324" y="197308"/>
                    <a:pt x="194" y="201785"/>
                  </a:cubicBezTo>
                  <a:cubicBezTo>
                    <a:pt x="736" y="206476"/>
                    <a:pt x="3187" y="211213"/>
                    <a:pt x="5686" y="215384"/>
                  </a:cubicBezTo>
                  <a:cubicBezTo>
                    <a:pt x="14924" y="230822"/>
                    <a:pt x="25412" y="245292"/>
                    <a:pt x="42641" y="252599"/>
                  </a:cubicBezTo>
                  <a:cubicBezTo>
                    <a:pt x="45846" y="253966"/>
                    <a:pt x="52492" y="253612"/>
                    <a:pt x="53859" y="251562"/>
                  </a:cubicBezTo>
                  <a:cubicBezTo>
                    <a:pt x="56193" y="248074"/>
                    <a:pt x="56546" y="242488"/>
                    <a:pt x="55933" y="238033"/>
                  </a:cubicBezTo>
                  <a:cubicBezTo>
                    <a:pt x="55533" y="235135"/>
                    <a:pt x="52374" y="232094"/>
                    <a:pt x="49688" y="230138"/>
                  </a:cubicBezTo>
                  <a:cubicBezTo>
                    <a:pt x="45139" y="226815"/>
                    <a:pt x="40072" y="224199"/>
                    <a:pt x="35099" y="221512"/>
                  </a:cubicBezTo>
                  <a:cubicBezTo>
                    <a:pt x="27227" y="217246"/>
                    <a:pt x="20934" y="211613"/>
                    <a:pt x="18083" y="202822"/>
                  </a:cubicBezTo>
                  <a:cubicBezTo>
                    <a:pt x="15066" y="193489"/>
                    <a:pt x="19803" y="186537"/>
                    <a:pt x="29419" y="187173"/>
                  </a:cubicBezTo>
                  <a:cubicBezTo>
                    <a:pt x="33920" y="187456"/>
                    <a:pt x="38776" y="188894"/>
                    <a:pt x="42641" y="191203"/>
                  </a:cubicBezTo>
                  <a:cubicBezTo>
                    <a:pt x="57206" y="199900"/>
                    <a:pt x="68637" y="211920"/>
                    <a:pt x="75589" y="227404"/>
                  </a:cubicBezTo>
                  <a:cubicBezTo>
                    <a:pt x="77592" y="231835"/>
                    <a:pt x="76343" y="237727"/>
                    <a:pt x="76626" y="242936"/>
                  </a:cubicBezTo>
                  <a:cubicBezTo>
                    <a:pt x="76791" y="246094"/>
                    <a:pt x="75943" y="250972"/>
                    <a:pt x="77545" y="252033"/>
                  </a:cubicBezTo>
                  <a:cubicBezTo>
                    <a:pt x="80067" y="253683"/>
                    <a:pt x="85488" y="254248"/>
                    <a:pt x="87538" y="252622"/>
                  </a:cubicBezTo>
                  <a:cubicBezTo>
                    <a:pt x="92558" y="248592"/>
                    <a:pt x="97555" y="243666"/>
                    <a:pt x="100430" y="238010"/>
                  </a:cubicBezTo>
                  <a:cubicBezTo>
                    <a:pt x="109999" y="219273"/>
                    <a:pt x="113157" y="198651"/>
                    <a:pt x="115255" y="177982"/>
                  </a:cubicBezTo>
                  <a:cubicBezTo>
                    <a:pt x="118413" y="146872"/>
                    <a:pt x="118248" y="115738"/>
                    <a:pt x="113864" y="84698"/>
                  </a:cubicBezTo>
                  <a:cubicBezTo>
                    <a:pt x="109975" y="57053"/>
                    <a:pt x="100006" y="31764"/>
                    <a:pt x="83791" y="9068"/>
                  </a:cubicBezTo>
                  <a:cubicBezTo>
                    <a:pt x="75141" y="-3046"/>
                    <a:pt x="66657" y="-3046"/>
                    <a:pt x="58054" y="9209"/>
                  </a:cubicBezTo>
                  <a:cubicBezTo>
                    <a:pt x="52115" y="17670"/>
                    <a:pt x="46577" y="26579"/>
                    <a:pt x="42217" y="35912"/>
                  </a:cubicBezTo>
                  <a:cubicBezTo>
                    <a:pt x="34392" y="52646"/>
                    <a:pt x="31304" y="70322"/>
                    <a:pt x="37008" y="88469"/>
                  </a:cubicBezTo>
                  <a:cubicBezTo>
                    <a:pt x="40685" y="100183"/>
                    <a:pt x="48415" y="103035"/>
                    <a:pt x="59445" y="97802"/>
                  </a:cubicBezTo>
                  <a:cubicBezTo>
                    <a:pt x="62155" y="96506"/>
                    <a:pt x="65031" y="95563"/>
                    <a:pt x="69344" y="93866"/>
                  </a:cubicBezTo>
                  <a:cubicBezTo>
                    <a:pt x="64983" y="106546"/>
                    <a:pt x="60482" y="111943"/>
                    <a:pt x="50159" y="114371"/>
                  </a:cubicBezTo>
                  <a:cubicBezTo>
                    <a:pt x="43112" y="116044"/>
                    <a:pt x="35547" y="115691"/>
                    <a:pt x="28193" y="115856"/>
                  </a:cubicBezTo>
                  <a:cubicBezTo>
                    <a:pt x="19214" y="116044"/>
                    <a:pt x="15042" y="118613"/>
                    <a:pt x="14335" y="127569"/>
                  </a:cubicBezTo>
                  <a:cubicBezTo>
                    <a:pt x="13510" y="137586"/>
                    <a:pt x="14618" y="147744"/>
                    <a:pt x="14241" y="157831"/>
                  </a:cubicBezTo>
                  <a:cubicBezTo>
                    <a:pt x="13817" y="169096"/>
                    <a:pt x="11648" y="179608"/>
                    <a:pt x="2858" y="188210"/>
                  </a:cubicBezTo>
                  <a:close/>
                  <a:moveTo>
                    <a:pt x="28688" y="124552"/>
                  </a:moveTo>
                  <a:cubicBezTo>
                    <a:pt x="34203" y="127711"/>
                    <a:pt x="39341" y="131599"/>
                    <a:pt x="44455" y="135417"/>
                  </a:cubicBezTo>
                  <a:cubicBezTo>
                    <a:pt x="50560" y="139990"/>
                    <a:pt x="56051" y="145552"/>
                    <a:pt x="62579" y="149393"/>
                  </a:cubicBezTo>
                  <a:cubicBezTo>
                    <a:pt x="69862" y="153683"/>
                    <a:pt x="76414" y="151279"/>
                    <a:pt x="79337" y="143265"/>
                  </a:cubicBezTo>
                  <a:cubicBezTo>
                    <a:pt x="85700" y="125896"/>
                    <a:pt x="86030" y="107890"/>
                    <a:pt x="82118" y="89954"/>
                  </a:cubicBezTo>
                  <a:cubicBezTo>
                    <a:pt x="80751" y="83685"/>
                    <a:pt x="75801" y="80668"/>
                    <a:pt x="68990" y="82530"/>
                  </a:cubicBezTo>
                  <a:cubicBezTo>
                    <a:pt x="64724" y="83685"/>
                    <a:pt x="60529" y="85311"/>
                    <a:pt x="56193" y="86113"/>
                  </a:cubicBezTo>
                  <a:cubicBezTo>
                    <a:pt x="49829" y="87267"/>
                    <a:pt x="46883" y="84793"/>
                    <a:pt x="47873" y="78547"/>
                  </a:cubicBezTo>
                  <a:cubicBezTo>
                    <a:pt x="50583" y="61342"/>
                    <a:pt x="55768" y="44868"/>
                    <a:pt x="64913" y="29973"/>
                  </a:cubicBezTo>
                  <a:cubicBezTo>
                    <a:pt x="70333" y="21158"/>
                    <a:pt x="76791" y="21323"/>
                    <a:pt x="80373" y="30869"/>
                  </a:cubicBezTo>
                  <a:cubicBezTo>
                    <a:pt x="84498" y="41851"/>
                    <a:pt x="87845" y="53400"/>
                    <a:pt x="89518" y="65019"/>
                  </a:cubicBezTo>
                  <a:cubicBezTo>
                    <a:pt x="93289" y="90920"/>
                    <a:pt x="95811" y="116987"/>
                    <a:pt x="98521" y="140319"/>
                  </a:cubicBezTo>
                  <a:cubicBezTo>
                    <a:pt x="97531" y="149558"/>
                    <a:pt x="97932" y="156299"/>
                    <a:pt x="95811" y="162144"/>
                  </a:cubicBezTo>
                  <a:cubicBezTo>
                    <a:pt x="94373" y="166127"/>
                    <a:pt x="89801" y="170958"/>
                    <a:pt x="85936" y="171689"/>
                  </a:cubicBezTo>
                  <a:cubicBezTo>
                    <a:pt x="69414" y="174753"/>
                    <a:pt x="52940" y="174376"/>
                    <a:pt x="37856" y="165184"/>
                  </a:cubicBezTo>
                  <a:cubicBezTo>
                    <a:pt x="24493" y="157029"/>
                    <a:pt x="20769" y="144043"/>
                    <a:pt x="20322" y="129667"/>
                  </a:cubicBezTo>
                  <a:cubicBezTo>
                    <a:pt x="20157" y="124269"/>
                    <a:pt x="23645" y="121653"/>
                    <a:pt x="28688" y="12455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34" name="Google Shape;3534;p60"/>
            <p:cNvSpPr/>
            <p:nvPr/>
          </p:nvSpPr>
          <p:spPr>
            <a:xfrm>
              <a:off x="858634" y="3448973"/>
              <a:ext cx="234682" cy="295687"/>
            </a:xfrm>
            <a:custGeom>
              <a:rect b="b" l="l" r="r" t="t"/>
              <a:pathLst>
                <a:path extrusionOk="0" h="295687" w="234682">
                  <a:moveTo>
                    <a:pt x="136921" y="122248"/>
                  </a:moveTo>
                  <a:cubicBezTo>
                    <a:pt x="124524" y="118336"/>
                    <a:pt x="116864" y="124346"/>
                    <a:pt x="115686" y="137497"/>
                  </a:cubicBezTo>
                  <a:cubicBezTo>
                    <a:pt x="114673" y="148692"/>
                    <a:pt x="111373" y="158567"/>
                    <a:pt x="104090" y="167287"/>
                  </a:cubicBezTo>
                  <a:cubicBezTo>
                    <a:pt x="82361" y="193307"/>
                    <a:pt x="55563" y="209545"/>
                    <a:pt x="21060" y="211737"/>
                  </a:cubicBezTo>
                  <a:cubicBezTo>
                    <a:pt x="7555" y="212585"/>
                    <a:pt x="2087" y="217111"/>
                    <a:pt x="437" y="229484"/>
                  </a:cubicBezTo>
                  <a:cubicBezTo>
                    <a:pt x="-482" y="236437"/>
                    <a:pt x="178" y="243790"/>
                    <a:pt x="1215" y="250790"/>
                  </a:cubicBezTo>
                  <a:cubicBezTo>
                    <a:pt x="2771" y="261254"/>
                    <a:pt x="8121" y="268042"/>
                    <a:pt x="19810" y="269385"/>
                  </a:cubicBezTo>
                  <a:cubicBezTo>
                    <a:pt x="29803" y="270540"/>
                    <a:pt x="32891" y="275230"/>
                    <a:pt x="34258" y="285129"/>
                  </a:cubicBezTo>
                  <a:cubicBezTo>
                    <a:pt x="34753" y="288758"/>
                    <a:pt x="36850" y="292175"/>
                    <a:pt x="38217" y="295687"/>
                  </a:cubicBezTo>
                  <a:cubicBezTo>
                    <a:pt x="38948" y="295522"/>
                    <a:pt x="39702" y="295334"/>
                    <a:pt x="40433" y="295169"/>
                  </a:cubicBezTo>
                  <a:cubicBezTo>
                    <a:pt x="40951" y="294155"/>
                    <a:pt x="41705" y="293189"/>
                    <a:pt x="41941" y="292105"/>
                  </a:cubicBezTo>
                  <a:cubicBezTo>
                    <a:pt x="45193" y="276950"/>
                    <a:pt x="44557" y="262079"/>
                    <a:pt x="37628" y="248032"/>
                  </a:cubicBezTo>
                  <a:cubicBezTo>
                    <a:pt x="36261" y="245298"/>
                    <a:pt x="32891" y="242588"/>
                    <a:pt x="29945" y="241787"/>
                  </a:cubicBezTo>
                  <a:cubicBezTo>
                    <a:pt x="24807" y="240443"/>
                    <a:pt x="23676" y="236814"/>
                    <a:pt x="25420" y="233538"/>
                  </a:cubicBezTo>
                  <a:cubicBezTo>
                    <a:pt x="28154" y="228353"/>
                    <a:pt x="32419" y="223969"/>
                    <a:pt x="36049" y="219232"/>
                  </a:cubicBezTo>
                  <a:cubicBezTo>
                    <a:pt x="39749" y="222131"/>
                    <a:pt x="43473" y="224982"/>
                    <a:pt x="47150" y="227928"/>
                  </a:cubicBezTo>
                  <a:cubicBezTo>
                    <a:pt x="47715" y="228376"/>
                    <a:pt x="48045" y="229107"/>
                    <a:pt x="48493" y="229696"/>
                  </a:cubicBezTo>
                  <a:cubicBezTo>
                    <a:pt x="53607" y="236224"/>
                    <a:pt x="58533" y="237851"/>
                    <a:pt x="65910" y="233797"/>
                  </a:cubicBezTo>
                  <a:cubicBezTo>
                    <a:pt x="72108" y="230380"/>
                    <a:pt x="77529" y="225525"/>
                    <a:pt x="83398" y="221447"/>
                  </a:cubicBezTo>
                  <a:cubicBezTo>
                    <a:pt x="94074" y="213976"/>
                    <a:pt x="104468" y="206010"/>
                    <a:pt x="115686" y="199458"/>
                  </a:cubicBezTo>
                  <a:cubicBezTo>
                    <a:pt x="120447" y="196653"/>
                    <a:pt x="127399" y="194886"/>
                    <a:pt x="132608" y="196041"/>
                  </a:cubicBezTo>
                  <a:cubicBezTo>
                    <a:pt x="146773" y="199175"/>
                    <a:pt x="157166" y="195923"/>
                    <a:pt x="165038" y="183432"/>
                  </a:cubicBezTo>
                  <a:cubicBezTo>
                    <a:pt x="169398" y="176502"/>
                    <a:pt x="173805" y="176785"/>
                    <a:pt x="179132" y="183149"/>
                  </a:cubicBezTo>
                  <a:cubicBezTo>
                    <a:pt x="184882" y="190031"/>
                    <a:pt x="186839" y="190172"/>
                    <a:pt x="190185" y="181381"/>
                  </a:cubicBezTo>
                  <a:cubicBezTo>
                    <a:pt x="195347" y="167829"/>
                    <a:pt x="200108" y="154018"/>
                    <a:pt x="203525" y="139948"/>
                  </a:cubicBezTo>
                  <a:cubicBezTo>
                    <a:pt x="214201" y="95876"/>
                    <a:pt x="224171" y="51638"/>
                    <a:pt x="234352" y="7448"/>
                  </a:cubicBezTo>
                  <a:cubicBezTo>
                    <a:pt x="234800" y="5468"/>
                    <a:pt x="234588" y="3323"/>
                    <a:pt x="234682" y="1249"/>
                  </a:cubicBezTo>
                  <a:cubicBezTo>
                    <a:pt x="233904" y="825"/>
                    <a:pt x="233150" y="424"/>
                    <a:pt x="232373" y="0"/>
                  </a:cubicBezTo>
                  <a:cubicBezTo>
                    <a:pt x="227871" y="5916"/>
                    <a:pt x="222545" y="11407"/>
                    <a:pt x="219009" y="17865"/>
                  </a:cubicBezTo>
                  <a:cubicBezTo>
                    <a:pt x="205740" y="42022"/>
                    <a:pt x="197044" y="67994"/>
                    <a:pt x="191835" y="94980"/>
                  </a:cubicBezTo>
                  <a:cubicBezTo>
                    <a:pt x="189573" y="106693"/>
                    <a:pt x="189243" y="118831"/>
                    <a:pt x="188842" y="130827"/>
                  </a:cubicBezTo>
                  <a:cubicBezTo>
                    <a:pt x="188724" y="134575"/>
                    <a:pt x="191222" y="138416"/>
                    <a:pt x="193343" y="144615"/>
                  </a:cubicBezTo>
                  <a:cubicBezTo>
                    <a:pt x="187286" y="142258"/>
                    <a:pt x="183303" y="140773"/>
                    <a:pt x="179391" y="139170"/>
                  </a:cubicBezTo>
                  <a:cubicBezTo>
                    <a:pt x="165227" y="133443"/>
                    <a:pt x="151416" y="126797"/>
                    <a:pt x="136921" y="122248"/>
                  </a:cubicBezTo>
                  <a:close/>
                  <a:moveTo>
                    <a:pt x="135248" y="182041"/>
                  </a:moveTo>
                  <a:cubicBezTo>
                    <a:pt x="131170" y="182677"/>
                    <a:pt x="128601" y="181169"/>
                    <a:pt x="129120" y="177021"/>
                  </a:cubicBezTo>
                  <a:cubicBezTo>
                    <a:pt x="130840" y="163045"/>
                    <a:pt x="137251" y="151237"/>
                    <a:pt x="147362" y="141669"/>
                  </a:cubicBezTo>
                  <a:cubicBezTo>
                    <a:pt x="149129" y="139995"/>
                    <a:pt x="154149" y="139406"/>
                    <a:pt x="156011" y="140702"/>
                  </a:cubicBezTo>
                  <a:cubicBezTo>
                    <a:pt x="159099" y="142847"/>
                    <a:pt x="160819" y="146948"/>
                    <a:pt x="161880" y="148433"/>
                  </a:cubicBezTo>
                  <a:cubicBezTo>
                    <a:pt x="161903" y="162079"/>
                    <a:pt x="146207" y="180297"/>
                    <a:pt x="135248" y="1820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35" name="Google Shape;3535;p60"/>
            <p:cNvSpPr/>
            <p:nvPr/>
          </p:nvSpPr>
          <p:spPr>
            <a:xfrm>
              <a:off x="719618" y="2154563"/>
              <a:ext cx="409209" cy="90285"/>
            </a:xfrm>
            <a:custGeom>
              <a:rect b="b" l="l" r="r" t="t"/>
              <a:pathLst>
                <a:path extrusionOk="0" h="90285" w="409209">
                  <a:moveTo>
                    <a:pt x="20080" y="18990"/>
                  </a:moveTo>
                  <a:cubicBezTo>
                    <a:pt x="45086" y="19108"/>
                    <a:pt x="70116" y="18000"/>
                    <a:pt x="95098" y="18731"/>
                  </a:cubicBezTo>
                  <a:cubicBezTo>
                    <a:pt x="121188" y="19485"/>
                    <a:pt x="147749" y="15502"/>
                    <a:pt x="172944" y="27687"/>
                  </a:cubicBezTo>
                  <a:cubicBezTo>
                    <a:pt x="179779" y="30986"/>
                    <a:pt x="189394" y="28936"/>
                    <a:pt x="197714" y="28653"/>
                  </a:cubicBezTo>
                  <a:cubicBezTo>
                    <a:pt x="207071" y="28347"/>
                    <a:pt x="216404" y="26791"/>
                    <a:pt x="225737" y="26673"/>
                  </a:cubicBezTo>
                  <a:cubicBezTo>
                    <a:pt x="231652" y="26603"/>
                    <a:pt x="238228" y="27899"/>
                    <a:pt x="239878" y="34993"/>
                  </a:cubicBezTo>
                  <a:cubicBezTo>
                    <a:pt x="241362" y="41427"/>
                    <a:pt x="245463" y="45080"/>
                    <a:pt x="250978" y="46754"/>
                  </a:cubicBezTo>
                  <a:cubicBezTo>
                    <a:pt x="258473" y="49016"/>
                    <a:pt x="266274" y="51255"/>
                    <a:pt x="274028" y="51585"/>
                  </a:cubicBezTo>
                  <a:cubicBezTo>
                    <a:pt x="299647" y="52646"/>
                    <a:pt x="323616" y="59292"/>
                    <a:pt x="346430" y="70722"/>
                  </a:cubicBezTo>
                  <a:cubicBezTo>
                    <a:pt x="356140" y="75577"/>
                    <a:pt x="365709" y="80857"/>
                    <a:pt x="375796" y="84769"/>
                  </a:cubicBezTo>
                  <a:cubicBezTo>
                    <a:pt x="383267" y="87668"/>
                    <a:pt x="391374" y="89553"/>
                    <a:pt x="399340" y="90237"/>
                  </a:cubicBezTo>
                  <a:cubicBezTo>
                    <a:pt x="406859" y="90873"/>
                    <a:pt x="410936" y="85240"/>
                    <a:pt x="408509" y="77981"/>
                  </a:cubicBezTo>
                  <a:cubicBezTo>
                    <a:pt x="406293" y="71312"/>
                    <a:pt x="402805" y="64948"/>
                    <a:pt x="399034" y="58985"/>
                  </a:cubicBezTo>
                  <a:cubicBezTo>
                    <a:pt x="397596" y="56699"/>
                    <a:pt x="393920" y="55073"/>
                    <a:pt x="391021" y="54602"/>
                  </a:cubicBezTo>
                  <a:cubicBezTo>
                    <a:pt x="382748" y="53282"/>
                    <a:pt x="374217" y="53376"/>
                    <a:pt x="366015" y="51703"/>
                  </a:cubicBezTo>
                  <a:cubicBezTo>
                    <a:pt x="344309" y="47248"/>
                    <a:pt x="322532" y="42912"/>
                    <a:pt x="301202" y="37043"/>
                  </a:cubicBezTo>
                  <a:cubicBezTo>
                    <a:pt x="288145" y="33461"/>
                    <a:pt x="287179" y="28017"/>
                    <a:pt x="294815" y="17010"/>
                  </a:cubicBezTo>
                  <a:cubicBezTo>
                    <a:pt x="300377" y="8997"/>
                    <a:pt x="299458" y="5344"/>
                    <a:pt x="289795" y="4001"/>
                  </a:cubicBezTo>
                  <a:cubicBezTo>
                    <a:pt x="274664" y="1880"/>
                    <a:pt x="259345" y="65"/>
                    <a:pt x="244120" y="18"/>
                  </a:cubicBezTo>
                  <a:cubicBezTo>
                    <a:pt x="200307" y="-53"/>
                    <a:pt x="156446" y="18"/>
                    <a:pt x="112656" y="1597"/>
                  </a:cubicBezTo>
                  <a:cubicBezTo>
                    <a:pt x="81310" y="2704"/>
                    <a:pt x="50035" y="6145"/>
                    <a:pt x="18784" y="8950"/>
                  </a:cubicBezTo>
                  <a:cubicBezTo>
                    <a:pt x="12444" y="9516"/>
                    <a:pt x="6246" y="11849"/>
                    <a:pt x="0" y="13357"/>
                  </a:cubicBezTo>
                  <a:cubicBezTo>
                    <a:pt x="71" y="14441"/>
                    <a:pt x="118" y="15526"/>
                    <a:pt x="189" y="16586"/>
                  </a:cubicBezTo>
                  <a:cubicBezTo>
                    <a:pt x="6835" y="17411"/>
                    <a:pt x="13457" y="18943"/>
                    <a:pt x="20080" y="1899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36" name="Google Shape;3536;p60"/>
            <p:cNvSpPr/>
            <p:nvPr/>
          </p:nvSpPr>
          <p:spPr>
            <a:xfrm>
              <a:off x="288460" y="2544271"/>
              <a:ext cx="355244" cy="424215"/>
            </a:xfrm>
            <a:custGeom>
              <a:rect b="b" l="l" r="r" t="t"/>
              <a:pathLst>
                <a:path extrusionOk="0" h="424215" w="355244">
                  <a:moveTo>
                    <a:pt x="64978" y="294991"/>
                  </a:moveTo>
                  <a:cubicBezTo>
                    <a:pt x="80226" y="264517"/>
                    <a:pt x="96536" y="234562"/>
                    <a:pt x="113151" y="204795"/>
                  </a:cubicBezTo>
                  <a:cubicBezTo>
                    <a:pt x="137474" y="161265"/>
                    <a:pt x="172496" y="127209"/>
                    <a:pt x="210747" y="96004"/>
                  </a:cubicBezTo>
                  <a:cubicBezTo>
                    <a:pt x="239995" y="72153"/>
                    <a:pt x="270705" y="50918"/>
                    <a:pt x="305115" y="34986"/>
                  </a:cubicBezTo>
                  <a:cubicBezTo>
                    <a:pt x="319138" y="28505"/>
                    <a:pt x="331935" y="19266"/>
                    <a:pt x="345039" y="10876"/>
                  </a:cubicBezTo>
                  <a:cubicBezTo>
                    <a:pt x="348480" y="8684"/>
                    <a:pt x="350978" y="5031"/>
                    <a:pt x="355244" y="694"/>
                  </a:cubicBezTo>
                  <a:cubicBezTo>
                    <a:pt x="344144" y="-1710"/>
                    <a:pt x="336955" y="2627"/>
                    <a:pt x="329932" y="6092"/>
                  </a:cubicBezTo>
                  <a:cubicBezTo>
                    <a:pt x="284563" y="28387"/>
                    <a:pt x="242588" y="56292"/>
                    <a:pt x="200377" y="83937"/>
                  </a:cubicBezTo>
                  <a:cubicBezTo>
                    <a:pt x="132171" y="128623"/>
                    <a:pt x="89253" y="191550"/>
                    <a:pt x="62692" y="267251"/>
                  </a:cubicBezTo>
                  <a:cubicBezTo>
                    <a:pt x="60641" y="273073"/>
                    <a:pt x="56116" y="278116"/>
                    <a:pt x="52345" y="283231"/>
                  </a:cubicBezTo>
                  <a:cubicBezTo>
                    <a:pt x="47655" y="289570"/>
                    <a:pt x="41810" y="295133"/>
                    <a:pt x="37780" y="301826"/>
                  </a:cubicBezTo>
                  <a:cubicBezTo>
                    <a:pt x="22272" y="327445"/>
                    <a:pt x="12915" y="355491"/>
                    <a:pt x="6882" y="384668"/>
                  </a:cubicBezTo>
                  <a:cubicBezTo>
                    <a:pt x="4219" y="397607"/>
                    <a:pt x="2263" y="410688"/>
                    <a:pt x="0" y="423697"/>
                  </a:cubicBezTo>
                  <a:cubicBezTo>
                    <a:pt x="848" y="423862"/>
                    <a:pt x="1673" y="424051"/>
                    <a:pt x="2522" y="424216"/>
                  </a:cubicBezTo>
                  <a:cubicBezTo>
                    <a:pt x="3983" y="421411"/>
                    <a:pt x="5515" y="418630"/>
                    <a:pt x="6882" y="415778"/>
                  </a:cubicBezTo>
                  <a:cubicBezTo>
                    <a:pt x="26184" y="375500"/>
                    <a:pt x="44992" y="334939"/>
                    <a:pt x="64978" y="2949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37" name="Google Shape;3537;p60"/>
            <p:cNvSpPr/>
            <p:nvPr/>
          </p:nvSpPr>
          <p:spPr>
            <a:xfrm>
              <a:off x="1133971" y="2516189"/>
              <a:ext cx="242198" cy="173723"/>
            </a:xfrm>
            <a:custGeom>
              <a:rect b="b" l="l" r="r" t="t"/>
              <a:pathLst>
                <a:path extrusionOk="0" h="173723" w="242198">
                  <a:moveTo>
                    <a:pt x="186142" y="76927"/>
                  </a:moveTo>
                  <a:cubicBezTo>
                    <a:pt x="190832" y="81310"/>
                    <a:pt x="196324" y="84869"/>
                    <a:pt x="200778" y="89465"/>
                  </a:cubicBezTo>
                  <a:cubicBezTo>
                    <a:pt x="204832" y="93637"/>
                    <a:pt x="208791" y="98280"/>
                    <a:pt x="211337" y="103441"/>
                  </a:cubicBezTo>
                  <a:cubicBezTo>
                    <a:pt x="213976" y="108791"/>
                    <a:pt x="209569" y="113293"/>
                    <a:pt x="203700" y="111973"/>
                  </a:cubicBezTo>
                  <a:cubicBezTo>
                    <a:pt x="200354" y="111219"/>
                    <a:pt x="196842" y="110394"/>
                    <a:pt x="193896" y="108744"/>
                  </a:cubicBezTo>
                  <a:cubicBezTo>
                    <a:pt x="166981" y="93684"/>
                    <a:pt x="139995" y="78765"/>
                    <a:pt x="113410" y="63139"/>
                  </a:cubicBezTo>
                  <a:cubicBezTo>
                    <a:pt x="82300" y="44874"/>
                    <a:pt x="51685" y="25831"/>
                    <a:pt x="20622" y="7495"/>
                  </a:cubicBezTo>
                  <a:cubicBezTo>
                    <a:pt x="14872" y="4101"/>
                    <a:pt x="8084" y="2451"/>
                    <a:pt x="1791" y="0"/>
                  </a:cubicBezTo>
                  <a:cubicBezTo>
                    <a:pt x="1202" y="943"/>
                    <a:pt x="589" y="1862"/>
                    <a:pt x="0" y="2805"/>
                  </a:cubicBezTo>
                  <a:cubicBezTo>
                    <a:pt x="3111" y="6151"/>
                    <a:pt x="5868" y="9922"/>
                    <a:pt x="9404" y="12750"/>
                  </a:cubicBezTo>
                  <a:cubicBezTo>
                    <a:pt x="22508" y="23285"/>
                    <a:pt x="35517" y="34033"/>
                    <a:pt x="49211" y="43743"/>
                  </a:cubicBezTo>
                  <a:cubicBezTo>
                    <a:pt x="104902" y="83196"/>
                    <a:pt x="160830" y="122343"/>
                    <a:pt x="216710" y="161513"/>
                  </a:cubicBezTo>
                  <a:cubicBezTo>
                    <a:pt x="222555" y="165614"/>
                    <a:pt x="228706" y="169361"/>
                    <a:pt x="234952" y="172849"/>
                  </a:cubicBezTo>
                  <a:cubicBezTo>
                    <a:pt x="236649" y="173792"/>
                    <a:pt x="239760" y="174099"/>
                    <a:pt x="241103" y="173132"/>
                  </a:cubicBezTo>
                  <a:cubicBezTo>
                    <a:pt x="242258" y="172307"/>
                    <a:pt x="242376" y="169149"/>
                    <a:pt x="242022" y="167193"/>
                  </a:cubicBezTo>
                  <a:cubicBezTo>
                    <a:pt x="241245" y="163092"/>
                    <a:pt x="240160" y="158991"/>
                    <a:pt x="238629" y="155126"/>
                  </a:cubicBezTo>
                  <a:cubicBezTo>
                    <a:pt x="228494" y="129272"/>
                    <a:pt x="221306" y="102710"/>
                    <a:pt x="218289" y="75041"/>
                  </a:cubicBezTo>
                  <a:cubicBezTo>
                    <a:pt x="216993" y="63257"/>
                    <a:pt x="211784" y="59510"/>
                    <a:pt x="200377" y="62055"/>
                  </a:cubicBezTo>
                  <a:cubicBezTo>
                    <a:pt x="195899" y="63045"/>
                    <a:pt x="191610" y="65308"/>
                    <a:pt x="187438" y="67382"/>
                  </a:cubicBezTo>
                  <a:cubicBezTo>
                    <a:pt x="182630" y="69786"/>
                    <a:pt x="182489" y="73509"/>
                    <a:pt x="186142" y="7692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38" name="Google Shape;3538;p60"/>
            <p:cNvSpPr/>
            <p:nvPr/>
          </p:nvSpPr>
          <p:spPr>
            <a:xfrm>
              <a:off x="434135" y="2112369"/>
              <a:ext cx="278034" cy="117825"/>
            </a:xfrm>
            <a:custGeom>
              <a:rect b="b" l="l" r="r" t="t"/>
              <a:pathLst>
                <a:path extrusionOk="0" h="117825" w="278034">
                  <a:moveTo>
                    <a:pt x="19397" y="115391"/>
                  </a:moveTo>
                  <a:cubicBezTo>
                    <a:pt x="83785" y="94251"/>
                    <a:pt x="148197" y="73157"/>
                    <a:pt x="212421" y="51474"/>
                  </a:cubicBezTo>
                  <a:cubicBezTo>
                    <a:pt x="232006" y="44875"/>
                    <a:pt x="251238" y="37051"/>
                    <a:pt x="270116" y="28684"/>
                  </a:cubicBezTo>
                  <a:cubicBezTo>
                    <a:pt x="279991" y="24300"/>
                    <a:pt x="280179" y="19516"/>
                    <a:pt x="273180" y="11479"/>
                  </a:cubicBezTo>
                  <a:cubicBezTo>
                    <a:pt x="270917" y="8887"/>
                    <a:pt x="268466" y="6388"/>
                    <a:pt x="265779" y="4244"/>
                  </a:cubicBezTo>
                  <a:cubicBezTo>
                    <a:pt x="257719" y="-2214"/>
                    <a:pt x="253217" y="-1177"/>
                    <a:pt x="246288" y="6506"/>
                  </a:cubicBezTo>
                  <a:cubicBezTo>
                    <a:pt x="241763" y="11526"/>
                    <a:pt x="236555" y="16923"/>
                    <a:pt x="230521" y="19351"/>
                  </a:cubicBezTo>
                  <a:cubicBezTo>
                    <a:pt x="210417" y="27411"/>
                    <a:pt x="190078" y="35071"/>
                    <a:pt x="169361" y="41269"/>
                  </a:cubicBezTo>
                  <a:cubicBezTo>
                    <a:pt x="140750" y="49825"/>
                    <a:pt x="111643" y="56777"/>
                    <a:pt x="81664" y="58309"/>
                  </a:cubicBezTo>
                  <a:cubicBezTo>
                    <a:pt x="73297" y="58733"/>
                    <a:pt x="64836" y="57154"/>
                    <a:pt x="56022" y="56471"/>
                  </a:cubicBezTo>
                  <a:cubicBezTo>
                    <a:pt x="56257" y="57390"/>
                    <a:pt x="56422" y="58781"/>
                    <a:pt x="56941" y="60030"/>
                  </a:cubicBezTo>
                  <a:cubicBezTo>
                    <a:pt x="62385" y="72945"/>
                    <a:pt x="61065" y="78436"/>
                    <a:pt x="48951" y="85790"/>
                  </a:cubicBezTo>
                  <a:cubicBezTo>
                    <a:pt x="41622" y="90244"/>
                    <a:pt x="33278" y="92978"/>
                    <a:pt x="25689" y="97079"/>
                  </a:cubicBezTo>
                  <a:cubicBezTo>
                    <a:pt x="17676" y="101392"/>
                    <a:pt x="9993" y="106271"/>
                    <a:pt x="2310" y="111173"/>
                  </a:cubicBezTo>
                  <a:cubicBezTo>
                    <a:pt x="1108" y="111950"/>
                    <a:pt x="754" y="114048"/>
                    <a:pt x="0" y="115509"/>
                  </a:cubicBezTo>
                  <a:cubicBezTo>
                    <a:pt x="1626" y="116334"/>
                    <a:pt x="3323" y="117937"/>
                    <a:pt x="4879" y="117819"/>
                  </a:cubicBezTo>
                  <a:cubicBezTo>
                    <a:pt x="9781" y="117371"/>
                    <a:pt x="14777" y="116900"/>
                    <a:pt x="19397" y="1153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39" name="Google Shape;3539;p60"/>
            <p:cNvSpPr/>
            <p:nvPr/>
          </p:nvSpPr>
          <p:spPr>
            <a:xfrm>
              <a:off x="1170871" y="3380907"/>
              <a:ext cx="64372" cy="255206"/>
            </a:xfrm>
            <a:custGeom>
              <a:rect b="b" l="l" r="r" t="t"/>
              <a:pathLst>
                <a:path extrusionOk="0" h="255206" w="64372">
                  <a:moveTo>
                    <a:pt x="38730" y="250413"/>
                  </a:moveTo>
                  <a:cubicBezTo>
                    <a:pt x="42030" y="243696"/>
                    <a:pt x="44693" y="236319"/>
                    <a:pt x="45753" y="228942"/>
                  </a:cubicBezTo>
                  <a:cubicBezTo>
                    <a:pt x="48110" y="212821"/>
                    <a:pt x="48110" y="196300"/>
                    <a:pt x="51221" y="180344"/>
                  </a:cubicBezTo>
                  <a:cubicBezTo>
                    <a:pt x="59282" y="138935"/>
                    <a:pt x="62605" y="97148"/>
                    <a:pt x="64372" y="55008"/>
                  </a:cubicBezTo>
                  <a:cubicBezTo>
                    <a:pt x="63170" y="39500"/>
                    <a:pt x="62181" y="23945"/>
                    <a:pt x="60601" y="8485"/>
                  </a:cubicBezTo>
                  <a:cubicBezTo>
                    <a:pt x="60295" y="5538"/>
                    <a:pt x="57655" y="2828"/>
                    <a:pt x="56076" y="0"/>
                  </a:cubicBezTo>
                  <a:cubicBezTo>
                    <a:pt x="53649" y="2498"/>
                    <a:pt x="51103" y="4879"/>
                    <a:pt x="48888" y="7542"/>
                  </a:cubicBezTo>
                  <a:cubicBezTo>
                    <a:pt x="48016" y="8602"/>
                    <a:pt x="47710" y="10276"/>
                    <a:pt x="47521" y="11713"/>
                  </a:cubicBezTo>
                  <a:cubicBezTo>
                    <a:pt x="46461" y="19279"/>
                    <a:pt x="45895" y="26915"/>
                    <a:pt x="44410" y="34386"/>
                  </a:cubicBezTo>
                  <a:cubicBezTo>
                    <a:pt x="42619" y="43318"/>
                    <a:pt x="38377" y="51308"/>
                    <a:pt x="28690" y="53029"/>
                  </a:cubicBezTo>
                  <a:cubicBezTo>
                    <a:pt x="21596" y="54278"/>
                    <a:pt x="17448" y="58143"/>
                    <a:pt x="14738" y="63799"/>
                  </a:cubicBezTo>
                  <a:cubicBezTo>
                    <a:pt x="2529" y="89300"/>
                    <a:pt x="-2726" y="116121"/>
                    <a:pt x="1374" y="144332"/>
                  </a:cubicBezTo>
                  <a:cubicBezTo>
                    <a:pt x="2105" y="149352"/>
                    <a:pt x="3307" y="155951"/>
                    <a:pt x="9529" y="155645"/>
                  </a:cubicBezTo>
                  <a:cubicBezTo>
                    <a:pt x="11933" y="155527"/>
                    <a:pt x="15374" y="148786"/>
                    <a:pt x="15987" y="144709"/>
                  </a:cubicBezTo>
                  <a:cubicBezTo>
                    <a:pt x="17707" y="132996"/>
                    <a:pt x="17377" y="120952"/>
                    <a:pt x="19451" y="109333"/>
                  </a:cubicBezTo>
                  <a:cubicBezTo>
                    <a:pt x="21313" y="98798"/>
                    <a:pt x="24966" y="88522"/>
                    <a:pt x="28549" y="78364"/>
                  </a:cubicBezTo>
                  <a:cubicBezTo>
                    <a:pt x="29397" y="75937"/>
                    <a:pt x="33121" y="74546"/>
                    <a:pt x="35525" y="72661"/>
                  </a:cubicBezTo>
                  <a:cubicBezTo>
                    <a:pt x="36986" y="75371"/>
                    <a:pt x="39319" y="77964"/>
                    <a:pt x="39720" y="80815"/>
                  </a:cubicBezTo>
                  <a:cubicBezTo>
                    <a:pt x="40757" y="88145"/>
                    <a:pt x="41629" y="95616"/>
                    <a:pt x="41370" y="102993"/>
                  </a:cubicBezTo>
                  <a:cubicBezTo>
                    <a:pt x="39956" y="143318"/>
                    <a:pt x="35572" y="183267"/>
                    <a:pt x="25673" y="222508"/>
                  </a:cubicBezTo>
                  <a:cubicBezTo>
                    <a:pt x="23764" y="230073"/>
                    <a:pt x="22515" y="238039"/>
                    <a:pt x="22562" y="245793"/>
                  </a:cubicBezTo>
                  <a:cubicBezTo>
                    <a:pt x="22586" y="249046"/>
                    <a:pt x="26192" y="253853"/>
                    <a:pt x="29279" y="255032"/>
                  </a:cubicBezTo>
                  <a:cubicBezTo>
                    <a:pt x="31613" y="255951"/>
                    <a:pt x="37410" y="253076"/>
                    <a:pt x="38730" y="25041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40" name="Google Shape;3540;p60"/>
            <p:cNvSpPr/>
            <p:nvPr/>
          </p:nvSpPr>
          <p:spPr>
            <a:xfrm>
              <a:off x="383276" y="2786340"/>
              <a:ext cx="130642" cy="246511"/>
            </a:xfrm>
            <a:custGeom>
              <a:rect b="b" l="l" r="r" t="t"/>
              <a:pathLst>
                <a:path extrusionOk="0" h="246511" w="130642">
                  <a:moveTo>
                    <a:pt x="14611" y="120233"/>
                  </a:moveTo>
                  <a:cubicBezTo>
                    <a:pt x="20291" y="111913"/>
                    <a:pt x="24250" y="102438"/>
                    <a:pt x="29742" y="93954"/>
                  </a:cubicBezTo>
                  <a:cubicBezTo>
                    <a:pt x="35068" y="85705"/>
                    <a:pt x="40866" y="77598"/>
                    <a:pt x="47630" y="70527"/>
                  </a:cubicBezTo>
                  <a:cubicBezTo>
                    <a:pt x="49869" y="68194"/>
                    <a:pt x="55997" y="68288"/>
                    <a:pt x="59768" y="69349"/>
                  </a:cubicBezTo>
                  <a:cubicBezTo>
                    <a:pt x="61394" y="69797"/>
                    <a:pt x="62266" y="75547"/>
                    <a:pt x="62148" y="78847"/>
                  </a:cubicBezTo>
                  <a:cubicBezTo>
                    <a:pt x="62030" y="82170"/>
                    <a:pt x="60569" y="85564"/>
                    <a:pt x="59131" y="88675"/>
                  </a:cubicBezTo>
                  <a:cubicBezTo>
                    <a:pt x="53616" y="100529"/>
                    <a:pt x="48219" y="112479"/>
                    <a:pt x="42115" y="124027"/>
                  </a:cubicBezTo>
                  <a:cubicBezTo>
                    <a:pt x="25782" y="154925"/>
                    <a:pt x="17958" y="187614"/>
                    <a:pt x="20574" y="222542"/>
                  </a:cubicBezTo>
                  <a:cubicBezTo>
                    <a:pt x="21139" y="230178"/>
                    <a:pt x="22648" y="237744"/>
                    <a:pt x="23897" y="246511"/>
                  </a:cubicBezTo>
                  <a:cubicBezTo>
                    <a:pt x="26536" y="244720"/>
                    <a:pt x="27762" y="244343"/>
                    <a:pt x="28045" y="243612"/>
                  </a:cubicBezTo>
                  <a:cubicBezTo>
                    <a:pt x="31556" y="234727"/>
                    <a:pt x="35846" y="226030"/>
                    <a:pt x="38203" y="216815"/>
                  </a:cubicBezTo>
                  <a:cubicBezTo>
                    <a:pt x="44637" y="191527"/>
                    <a:pt x="48313" y="165366"/>
                    <a:pt x="56610" y="140760"/>
                  </a:cubicBezTo>
                  <a:cubicBezTo>
                    <a:pt x="70138" y="100624"/>
                    <a:pt x="87036" y="61854"/>
                    <a:pt x="119584" y="32347"/>
                  </a:cubicBezTo>
                  <a:cubicBezTo>
                    <a:pt x="125971" y="26572"/>
                    <a:pt x="130826" y="19078"/>
                    <a:pt x="130637" y="9627"/>
                  </a:cubicBezTo>
                  <a:cubicBezTo>
                    <a:pt x="130496" y="1849"/>
                    <a:pt x="123402" y="-2487"/>
                    <a:pt x="116779" y="1519"/>
                  </a:cubicBezTo>
                  <a:cubicBezTo>
                    <a:pt x="113456" y="3523"/>
                    <a:pt x="110157" y="6162"/>
                    <a:pt x="107918" y="9273"/>
                  </a:cubicBezTo>
                  <a:cubicBezTo>
                    <a:pt x="101295" y="18488"/>
                    <a:pt x="95426" y="28246"/>
                    <a:pt x="88851" y="37484"/>
                  </a:cubicBezTo>
                  <a:cubicBezTo>
                    <a:pt x="84444" y="43683"/>
                    <a:pt x="80013" y="50141"/>
                    <a:pt x="74309" y="54972"/>
                  </a:cubicBezTo>
                  <a:cubicBezTo>
                    <a:pt x="71599" y="57282"/>
                    <a:pt x="64623" y="57989"/>
                    <a:pt x="61842" y="56103"/>
                  </a:cubicBezTo>
                  <a:cubicBezTo>
                    <a:pt x="53993" y="50824"/>
                    <a:pt x="46829" y="52002"/>
                    <a:pt x="40701" y="57093"/>
                  </a:cubicBezTo>
                  <a:cubicBezTo>
                    <a:pt x="31816" y="64447"/>
                    <a:pt x="22695" y="72177"/>
                    <a:pt x="16096" y="81463"/>
                  </a:cubicBezTo>
                  <a:cubicBezTo>
                    <a:pt x="9214" y="91102"/>
                    <a:pt x="4477" y="102533"/>
                    <a:pt x="352" y="113728"/>
                  </a:cubicBezTo>
                  <a:cubicBezTo>
                    <a:pt x="-1062" y="117593"/>
                    <a:pt x="2167" y="123155"/>
                    <a:pt x="3275" y="127939"/>
                  </a:cubicBezTo>
                  <a:cubicBezTo>
                    <a:pt x="7093" y="125441"/>
                    <a:pt x="12207" y="123744"/>
                    <a:pt x="14611" y="12023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41" name="Google Shape;3541;p60"/>
            <p:cNvSpPr/>
            <p:nvPr/>
          </p:nvSpPr>
          <p:spPr>
            <a:xfrm>
              <a:off x="395541" y="3043174"/>
              <a:ext cx="61705" cy="337316"/>
            </a:xfrm>
            <a:custGeom>
              <a:rect b="b" l="l" r="r" t="t"/>
              <a:pathLst>
                <a:path extrusionOk="0" h="337316" w="61705">
                  <a:moveTo>
                    <a:pt x="11044" y="214848"/>
                  </a:moveTo>
                  <a:cubicBezTo>
                    <a:pt x="17784" y="221824"/>
                    <a:pt x="18491" y="230733"/>
                    <a:pt x="20047" y="239359"/>
                  </a:cubicBezTo>
                  <a:cubicBezTo>
                    <a:pt x="25326" y="268725"/>
                    <a:pt x="30275" y="298138"/>
                    <a:pt x="35719" y="327481"/>
                  </a:cubicBezTo>
                  <a:cubicBezTo>
                    <a:pt x="37251" y="335800"/>
                    <a:pt x="52217" y="340443"/>
                    <a:pt x="58722" y="334905"/>
                  </a:cubicBezTo>
                  <a:cubicBezTo>
                    <a:pt x="60254" y="333609"/>
                    <a:pt x="61597" y="331205"/>
                    <a:pt x="61668" y="329296"/>
                  </a:cubicBezTo>
                  <a:cubicBezTo>
                    <a:pt x="61786" y="325430"/>
                    <a:pt x="61692" y="321259"/>
                    <a:pt x="60419" y="317676"/>
                  </a:cubicBezTo>
                  <a:cubicBezTo>
                    <a:pt x="47032" y="280698"/>
                    <a:pt x="36945" y="242847"/>
                    <a:pt x="31336" y="203960"/>
                  </a:cubicBezTo>
                  <a:cubicBezTo>
                    <a:pt x="27282" y="175866"/>
                    <a:pt x="24218" y="147608"/>
                    <a:pt x="21767" y="119350"/>
                  </a:cubicBezTo>
                  <a:cubicBezTo>
                    <a:pt x="19080" y="88569"/>
                    <a:pt x="17902" y="57671"/>
                    <a:pt x="15357" y="26868"/>
                  </a:cubicBezTo>
                  <a:cubicBezTo>
                    <a:pt x="14602" y="17818"/>
                    <a:pt x="11491" y="8956"/>
                    <a:pt x="9464" y="0"/>
                  </a:cubicBezTo>
                  <a:cubicBezTo>
                    <a:pt x="7933" y="71"/>
                    <a:pt x="6424" y="141"/>
                    <a:pt x="4892" y="189"/>
                  </a:cubicBezTo>
                  <a:cubicBezTo>
                    <a:pt x="3549" y="9993"/>
                    <a:pt x="1381" y="19750"/>
                    <a:pt x="956" y="29602"/>
                  </a:cubicBezTo>
                  <a:cubicBezTo>
                    <a:pt x="-1542" y="88546"/>
                    <a:pt x="838" y="147302"/>
                    <a:pt x="8286" y="205845"/>
                  </a:cubicBezTo>
                  <a:cubicBezTo>
                    <a:pt x="8663" y="208956"/>
                    <a:pt x="9087" y="212821"/>
                    <a:pt x="11044" y="21484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42" name="Google Shape;3542;p60"/>
            <p:cNvSpPr/>
            <p:nvPr/>
          </p:nvSpPr>
          <p:spPr>
            <a:xfrm>
              <a:off x="946077" y="3590547"/>
              <a:ext cx="147414" cy="163626"/>
            </a:xfrm>
            <a:custGeom>
              <a:rect b="b" l="l" r="r" t="t"/>
              <a:pathLst>
                <a:path extrusionOk="0" h="163626" w="147414">
                  <a:moveTo>
                    <a:pt x="6230" y="163516"/>
                  </a:moveTo>
                  <a:cubicBezTo>
                    <a:pt x="9836" y="163022"/>
                    <a:pt x="13489" y="161890"/>
                    <a:pt x="16788" y="160335"/>
                  </a:cubicBezTo>
                  <a:cubicBezTo>
                    <a:pt x="25697" y="156116"/>
                    <a:pt x="34252" y="151190"/>
                    <a:pt x="43255" y="147184"/>
                  </a:cubicBezTo>
                  <a:cubicBezTo>
                    <a:pt x="49265" y="144520"/>
                    <a:pt x="52565" y="146712"/>
                    <a:pt x="53908" y="153005"/>
                  </a:cubicBezTo>
                  <a:cubicBezTo>
                    <a:pt x="55817" y="161937"/>
                    <a:pt x="58386" y="163069"/>
                    <a:pt x="66494" y="158426"/>
                  </a:cubicBezTo>
                  <a:cubicBezTo>
                    <a:pt x="68850" y="157082"/>
                    <a:pt x="71184" y="155621"/>
                    <a:pt x="73211" y="153830"/>
                  </a:cubicBezTo>
                  <a:cubicBezTo>
                    <a:pt x="105334" y="125902"/>
                    <a:pt x="130670" y="93377"/>
                    <a:pt x="141983" y="51473"/>
                  </a:cubicBezTo>
                  <a:cubicBezTo>
                    <a:pt x="146484" y="34763"/>
                    <a:pt x="149784" y="17935"/>
                    <a:pt x="145235" y="707"/>
                  </a:cubicBezTo>
                  <a:cubicBezTo>
                    <a:pt x="144504" y="471"/>
                    <a:pt x="143774" y="236"/>
                    <a:pt x="143067" y="0"/>
                  </a:cubicBezTo>
                  <a:cubicBezTo>
                    <a:pt x="141040" y="4902"/>
                    <a:pt x="138895" y="9781"/>
                    <a:pt x="136963" y="14754"/>
                  </a:cubicBezTo>
                  <a:cubicBezTo>
                    <a:pt x="131801" y="28046"/>
                    <a:pt x="127488" y="41763"/>
                    <a:pt x="121361" y="54608"/>
                  </a:cubicBezTo>
                  <a:cubicBezTo>
                    <a:pt x="115539" y="66816"/>
                    <a:pt x="107549" y="69338"/>
                    <a:pt x="94304" y="66227"/>
                  </a:cubicBezTo>
                  <a:cubicBezTo>
                    <a:pt x="89543" y="65119"/>
                    <a:pt x="84618" y="64294"/>
                    <a:pt x="79739" y="64082"/>
                  </a:cubicBezTo>
                  <a:cubicBezTo>
                    <a:pt x="73046" y="63799"/>
                    <a:pt x="70005" y="67594"/>
                    <a:pt x="68238" y="74098"/>
                  </a:cubicBezTo>
                  <a:cubicBezTo>
                    <a:pt x="66140" y="81805"/>
                    <a:pt x="64113" y="90549"/>
                    <a:pt x="59070" y="96182"/>
                  </a:cubicBezTo>
                  <a:cubicBezTo>
                    <a:pt x="45471" y="111431"/>
                    <a:pt x="30222" y="125194"/>
                    <a:pt x="15822" y="139760"/>
                  </a:cubicBezTo>
                  <a:cubicBezTo>
                    <a:pt x="10637" y="144992"/>
                    <a:pt x="5523" y="150460"/>
                    <a:pt x="1375" y="156493"/>
                  </a:cubicBezTo>
                  <a:cubicBezTo>
                    <a:pt x="-1736" y="161065"/>
                    <a:pt x="667" y="164271"/>
                    <a:pt x="6230" y="163516"/>
                  </a:cubicBezTo>
                  <a:close/>
                  <a:moveTo>
                    <a:pt x="69935" y="124440"/>
                  </a:moveTo>
                  <a:cubicBezTo>
                    <a:pt x="77688" y="107730"/>
                    <a:pt x="92112" y="97337"/>
                    <a:pt x="106654" y="87250"/>
                  </a:cubicBezTo>
                  <a:cubicBezTo>
                    <a:pt x="107220" y="87721"/>
                    <a:pt x="107809" y="88192"/>
                    <a:pt x="108374" y="88664"/>
                  </a:cubicBezTo>
                  <a:cubicBezTo>
                    <a:pt x="95907" y="105963"/>
                    <a:pt x="83439" y="123238"/>
                    <a:pt x="70972" y="140537"/>
                  </a:cubicBezTo>
                  <a:cubicBezTo>
                    <a:pt x="69982" y="140207"/>
                    <a:pt x="68992" y="139901"/>
                    <a:pt x="68002" y="139571"/>
                  </a:cubicBezTo>
                  <a:cubicBezTo>
                    <a:pt x="68568" y="134504"/>
                    <a:pt x="67884" y="128848"/>
                    <a:pt x="69935" y="12444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43" name="Google Shape;3543;p60"/>
            <p:cNvSpPr/>
            <p:nvPr/>
          </p:nvSpPr>
          <p:spPr>
            <a:xfrm>
              <a:off x="910894" y="3764127"/>
              <a:ext cx="266277" cy="168717"/>
            </a:xfrm>
            <a:custGeom>
              <a:rect b="b" l="l" r="r" t="t"/>
              <a:pathLst>
                <a:path extrusionOk="0" h="168717" w="266277">
                  <a:moveTo>
                    <a:pt x="181950" y="80651"/>
                  </a:moveTo>
                  <a:cubicBezTo>
                    <a:pt x="188950" y="76668"/>
                    <a:pt x="197458" y="74994"/>
                    <a:pt x="203774" y="70257"/>
                  </a:cubicBezTo>
                  <a:cubicBezTo>
                    <a:pt x="224279" y="54867"/>
                    <a:pt x="241295" y="35824"/>
                    <a:pt x="256803" y="15484"/>
                  </a:cubicBezTo>
                  <a:cubicBezTo>
                    <a:pt x="260008" y="11289"/>
                    <a:pt x="262365" y="6458"/>
                    <a:pt x="266277" y="0"/>
                  </a:cubicBezTo>
                  <a:cubicBezTo>
                    <a:pt x="260927" y="448"/>
                    <a:pt x="258146" y="212"/>
                    <a:pt x="255648" y="966"/>
                  </a:cubicBezTo>
                  <a:cubicBezTo>
                    <a:pt x="238325" y="6269"/>
                    <a:pt x="221780" y="13316"/>
                    <a:pt x="207050" y="24016"/>
                  </a:cubicBezTo>
                  <a:cubicBezTo>
                    <a:pt x="203704" y="26444"/>
                    <a:pt x="200875" y="29649"/>
                    <a:pt x="198118" y="32760"/>
                  </a:cubicBezTo>
                  <a:cubicBezTo>
                    <a:pt x="194913" y="36413"/>
                    <a:pt x="192579" y="40985"/>
                    <a:pt x="188926" y="44073"/>
                  </a:cubicBezTo>
                  <a:cubicBezTo>
                    <a:pt x="155695" y="72048"/>
                    <a:pt x="119023" y="94956"/>
                    <a:pt x="81455" y="116498"/>
                  </a:cubicBezTo>
                  <a:cubicBezTo>
                    <a:pt x="73560" y="121023"/>
                    <a:pt x="65405" y="126043"/>
                    <a:pt x="56732" y="128023"/>
                  </a:cubicBezTo>
                  <a:cubicBezTo>
                    <a:pt x="37147" y="132454"/>
                    <a:pt x="21521" y="143083"/>
                    <a:pt x="6767" y="155715"/>
                  </a:cubicBezTo>
                  <a:cubicBezTo>
                    <a:pt x="4740" y="157459"/>
                    <a:pt x="2996" y="159675"/>
                    <a:pt x="1511" y="161914"/>
                  </a:cubicBezTo>
                  <a:cubicBezTo>
                    <a:pt x="-1482" y="166486"/>
                    <a:pt x="50" y="168937"/>
                    <a:pt x="5400" y="168702"/>
                  </a:cubicBezTo>
                  <a:cubicBezTo>
                    <a:pt x="15134" y="168277"/>
                    <a:pt x="22864" y="163870"/>
                    <a:pt x="28615" y="156069"/>
                  </a:cubicBezTo>
                  <a:cubicBezTo>
                    <a:pt x="32645" y="150601"/>
                    <a:pt x="37618" y="145652"/>
                    <a:pt x="44641" y="147820"/>
                  </a:cubicBezTo>
                  <a:cubicBezTo>
                    <a:pt x="52089" y="150130"/>
                    <a:pt x="58405" y="147914"/>
                    <a:pt x="64557" y="145204"/>
                  </a:cubicBezTo>
                  <a:cubicBezTo>
                    <a:pt x="76506" y="139925"/>
                    <a:pt x="88408" y="134386"/>
                    <a:pt x="99768" y="127976"/>
                  </a:cubicBezTo>
                  <a:cubicBezTo>
                    <a:pt x="127319" y="112515"/>
                    <a:pt x="154470" y="96300"/>
                    <a:pt x="181950" y="8065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44" name="Google Shape;3544;p60"/>
            <p:cNvSpPr/>
            <p:nvPr/>
          </p:nvSpPr>
          <p:spPr>
            <a:xfrm>
              <a:off x="537211" y="2345150"/>
              <a:ext cx="282335" cy="124380"/>
            </a:xfrm>
            <a:custGeom>
              <a:rect b="b" l="l" r="r" t="t"/>
              <a:pathLst>
                <a:path extrusionOk="0" h="124380" w="282335">
                  <a:moveTo>
                    <a:pt x="40950" y="87206"/>
                  </a:moveTo>
                  <a:cubicBezTo>
                    <a:pt x="60794" y="84614"/>
                    <a:pt x="80356" y="80536"/>
                    <a:pt x="98668" y="72122"/>
                  </a:cubicBezTo>
                  <a:cubicBezTo>
                    <a:pt x="109486" y="67150"/>
                    <a:pt x="122072" y="61776"/>
                    <a:pt x="124263" y="49238"/>
                  </a:cubicBezTo>
                  <a:cubicBezTo>
                    <a:pt x="126880" y="34272"/>
                    <a:pt x="136330" y="28498"/>
                    <a:pt x="148327" y="24373"/>
                  </a:cubicBezTo>
                  <a:cubicBezTo>
                    <a:pt x="178965" y="13791"/>
                    <a:pt x="210523" y="11529"/>
                    <a:pt x="242600" y="15299"/>
                  </a:cubicBezTo>
                  <a:cubicBezTo>
                    <a:pt x="252875" y="16501"/>
                    <a:pt x="263151" y="18033"/>
                    <a:pt x="273474" y="18623"/>
                  </a:cubicBezTo>
                  <a:cubicBezTo>
                    <a:pt x="276349" y="18788"/>
                    <a:pt x="279390" y="16148"/>
                    <a:pt x="282336" y="14804"/>
                  </a:cubicBezTo>
                  <a:cubicBezTo>
                    <a:pt x="280639" y="11693"/>
                    <a:pt x="279696" y="7522"/>
                    <a:pt x="277080" y="5754"/>
                  </a:cubicBezTo>
                  <a:cubicBezTo>
                    <a:pt x="273356" y="3232"/>
                    <a:pt x="268501" y="1276"/>
                    <a:pt x="264047" y="1135"/>
                  </a:cubicBezTo>
                  <a:cubicBezTo>
                    <a:pt x="243613" y="428"/>
                    <a:pt x="223085" y="-586"/>
                    <a:pt x="202699" y="428"/>
                  </a:cubicBezTo>
                  <a:cubicBezTo>
                    <a:pt x="180026" y="1536"/>
                    <a:pt x="157495" y="5047"/>
                    <a:pt x="134846" y="6862"/>
                  </a:cubicBezTo>
                  <a:cubicBezTo>
                    <a:pt x="116745" y="8300"/>
                    <a:pt x="116910" y="7923"/>
                    <a:pt x="111678" y="25269"/>
                  </a:cubicBezTo>
                  <a:cubicBezTo>
                    <a:pt x="108921" y="34437"/>
                    <a:pt x="105833" y="43581"/>
                    <a:pt x="101897" y="52302"/>
                  </a:cubicBezTo>
                  <a:cubicBezTo>
                    <a:pt x="99069" y="58547"/>
                    <a:pt x="94143" y="62459"/>
                    <a:pt x="86342" y="58359"/>
                  </a:cubicBezTo>
                  <a:cubicBezTo>
                    <a:pt x="83891" y="57062"/>
                    <a:pt x="80568" y="57416"/>
                    <a:pt x="77669" y="57015"/>
                  </a:cubicBezTo>
                  <a:cubicBezTo>
                    <a:pt x="46748" y="62766"/>
                    <a:pt x="20492" y="75540"/>
                    <a:pt x="4584" y="104222"/>
                  </a:cubicBezTo>
                  <a:cubicBezTo>
                    <a:pt x="2463" y="108040"/>
                    <a:pt x="931" y="112353"/>
                    <a:pt x="82" y="116619"/>
                  </a:cubicBezTo>
                  <a:cubicBezTo>
                    <a:pt x="-365" y="118882"/>
                    <a:pt x="1119" y="123619"/>
                    <a:pt x="1968" y="123690"/>
                  </a:cubicBezTo>
                  <a:cubicBezTo>
                    <a:pt x="8567" y="124161"/>
                    <a:pt x="15708" y="125198"/>
                    <a:pt x="21718" y="123195"/>
                  </a:cubicBezTo>
                  <a:cubicBezTo>
                    <a:pt x="27233" y="121357"/>
                    <a:pt x="27657" y="115158"/>
                    <a:pt x="25890" y="109148"/>
                  </a:cubicBezTo>
                  <a:cubicBezTo>
                    <a:pt x="21742" y="94960"/>
                    <a:pt x="26172" y="89139"/>
                    <a:pt x="40950" y="8720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45" name="Google Shape;3545;p60"/>
            <p:cNvSpPr/>
            <p:nvPr/>
          </p:nvSpPr>
          <p:spPr>
            <a:xfrm>
              <a:off x="313772" y="2934986"/>
              <a:ext cx="76125" cy="241349"/>
            </a:xfrm>
            <a:custGeom>
              <a:rect b="b" l="l" r="r" t="t"/>
              <a:pathLst>
                <a:path extrusionOk="0" h="241349" w="76125">
                  <a:moveTo>
                    <a:pt x="73745" y="94778"/>
                  </a:moveTo>
                  <a:cubicBezTo>
                    <a:pt x="66038" y="97182"/>
                    <a:pt x="58379" y="99775"/>
                    <a:pt x="50577" y="101919"/>
                  </a:cubicBezTo>
                  <a:cubicBezTo>
                    <a:pt x="44073" y="103711"/>
                    <a:pt x="41150" y="101425"/>
                    <a:pt x="40962" y="94755"/>
                  </a:cubicBezTo>
                  <a:cubicBezTo>
                    <a:pt x="40891" y="92327"/>
                    <a:pt x="41103" y="89758"/>
                    <a:pt x="41763" y="87425"/>
                  </a:cubicBezTo>
                  <a:cubicBezTo>
                    <a:pt x="47514" y="66779"/>
                    <a:pt x="53382" y="46181"/>
                    <a:pt x="59203" y="25535"/>
                  </a:cubicBezTo>
                  <a:cubicBezTo>
                    <a:pt x="60476" y="21033"/>
                    <a:pt x="62173" y="16555"/>
                    <a:pt x="62715" y="11960"/>
                  </a:cubicBezTo>
                  <a:cubicBezTo>
                    <a:pt x="63540" y="4983"/>
                    <a:pt x="59533" y="199"/>
                    <a:pt x="53641" y="10"/>
                  </a:cubicBezTo>
                  <a:cubicBezTo>
                    <a:pt x="45722" y="-249"/>
                    <a:pt x="40655" y="4347"/>
                    <a:pt x="40938" y="11724"/>
                  </a:cubicBezTo>
                  <a:cubicBezTo>
                    <a:pt x="41127" y="16414"/>
                    <a:pt x="42022" y="21104"/>
                    <a:pt x="41857" y="25747"/>
                  </a:cubicBezTo>
                  <a:cubicBezTo>
                    <a:pt x="41197" y="44177"/>
                    <a:pt x="33726" y="52026"/>
                    <a:pt x="15531" y="53935"/>
                  </a:cubicBezTo>
                  <a:cubicBezTo>
                    <a:pt x="10535" y="54453"/>
                    <a:pt x="5562" y="55089"/>
                    <a:pt x="589" y="55655"/>
                  </a:cubicBezTo>
                  <a:cubicBezTo>
                    <a:pt x="401" y="56315"/>
                    <a:pt x="189" y="56975"/>
                    <a:pt x="0" y="57635"/>
                  </a:cubicBezTo>
                  <a:cubicBezTo>
                    <a:pt x="2522" y="59732"/>
                    <a:pt x="5350" y="61547"/>
                    <a:pt x="7495" y="63975"/>
                  </a:cubicBezTo>
                  <a:cubicBezTo>
                    <a:pt x="12774" y="69985"/>
                    <a:pt x="19420" y="75570"/>
                    <a:pt x="22437" y="82664"/>
                  </a:cubicBezTo>
                  <a:cubicBezTo>
                    <a:pt x="26609" y="92492"/>
                    <a:pt x="29083" y="103381"/>
                    <a:pt x="30332" y="114057"/>
                  </a:cubicBezTo>
                  <a:cubicBezTo>
                    <a:pt x="33019" y="137130"/>
                    <a:pt x="34127" y="160369"/>
                    <a:pt x="36554" y="183466"/>
                  </a:cubicBezTo>
                  <a:cubicBezTo>
                    <a:pt x="38487" y="201731"/>
                    <a:pt x="42564" y="219549"/>
                    <a:pt x="53029" y="235174"/>
                  </a:cubicBezTo>
                  <a:cubicBezTo>
                    <a:pt x="54537" y="237413"/>
                    <a:pt x="56587" y="239299"/>
                    <a:pt x="58402" y="241349"/>
                  </a:cubicBezTo>
                  <a:cubicBezTo>
                    <a:pt x="59109" y="241114"/>
                    <a:pt x="59793" y="240878"/>
                    <a:pt x="60500" y="240619"/>
                  </a:cubicBezTo>
                  <a:cubicBezTo>
                    <a:pt x="60500" y="236306"/>
                    <a:pt x="60877" y="231946"/>
                    <a:pt x="60429" y="227680"/>
                  </a:cubicBezTo>
                  <a:cubicBezTo>
                    <a:pt x="59038" y="214175"/>
                    <a:pt x="56799" y="200718"/>
                    <a:pt x="55904" y="187189"/>
                  </a:cubicBezTo>
                  <a:cubicBezTo>
                    <a:pt x="54042" y="159544"/>
                    <a:pt x="58143" y="132982"/>
                    <a:pt x="72284" y="108519"/>
                  </a:cubicBezTo>
                  <a:cubicBezTo>
                    <a:pt x="74334" y="104960"/>
                    <a:pt x="74876" y="100529"/>
                    <a:pt x="76125" y="96499"/>
                  </a:cubicBezTo>
                  <a:cubicBezTo>
                    <a:pt x="75301" y="95957"/>
                    <a:pt x="74523" y="95368"/>
                    <a:pt x="73745" y="947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46" name="Google Shape;3546;p60"/>
            <p:cNvSpPr/>
            <p:nvPr/>
          </p:nvSpPr>
          <p:spPr>
            <a:xfrm>
              <a:off x="609188" y="3002390"/>
              <a:ext cx="50132" cy="228685"/>
            </a:xfrm>
            <a:custGeom>
              <a:rect b="b" l="l" r="r" t="t"/>
              <a:pathLst>
                <a:path extrusionOk="0" h="228685" w="50132">
                  <a:moveTo>
                    <a:pt x="23251" y="28104"/>
                  </a:moveTo>
                  <a:cubicBezTo>
                    <a:pt x="23062" y="20798"/>
                    <a:pt x="21483" y="13374"/>
                    <a:pt x="19409" y="6351"/>
                  </a:cubicBezTo>
                  <a:cubicBezTo>
                    <a:pt x="17170" y="-1285"/>
                    <a:pt x="11349" y="-2251"/>
                    <a:pt x="7437" y="4631"/>
                  </a:cubicBezTo>
                  <a:cubicBezTo>
                    <a:pt x="4137" y="10405"/>
                    <a:pt x="1497" y="17452"/>
                    <a:pt x="1356" y="23980"/>
                  </a:cubicBezTo>
                  <a:cubicBezTo>
                    <a:pt x="413" y="61854"/>
                    <a:pt x="-459" y="99776"/>
                    <a:pt x="272" y="137650"/>
                  </a:cubicBezTo>
                  <a:cubicBezTo>
                    <a:pt x="625" y="155279"/>
                    <a:pt x="4349" y="172884"/>
                    <a:pt x="7272" y="190372"/>
                  </a:cubicBezTo>
                  <a:cubicBezTo>
                    <a:pt x="7884" y="193978"/>
                    <a:pt x="11019" y="197937"/>
                    <a:pt x="14083" y="200200"/>
                  </a:cubicBezTo>
                  <a:cubicBezTo>
                    <a:pt x="21365" y="205550"/>
                    <a:pt x="22732" y="207977"/>
                    <a:pt x="19621" y="216768"/>
                  </a:cubicBezTo>
                  <a:cubicBezTo>
                    <a:pt x="17500" y="222802"/>
                    <a:pt x="19621" y="227044"/>
                    <a:pt x="25419" y="227963"/>
                  </a:cubicBezTo>
                  <a:cubicBezTo>
                    <a:pt x="31900" y="228977"/>
                    <a:pt x="38664" y="228765"/>
                    <a:pt x="45240" y="228293"/>
                  </a:cubicBezTo>
                  <a:cubicBezTo>
                    <a:pt x="49341" y="227987"/>
                    <a:pt x="51273" y="224923"/>
                    <a:pt x="49435" y="220775"/>
                  </a:cubicBezTo>
                  <a:cubicBezTo>
                    <a:pt x="47620" y="216721"/>
                    <a:pt x="45735" y="212667"/>
                    <a:pt x="43425" y="208920"/>
                  </a:cubicBezTo>
                  <a:cubicBezTo>
                    <a:pt x="35483" y="196028"/>
                    <a:pt x="28954" y="182641"/>
                    <a:pt x="26338" y="167487"/>
                  </a:cubicBezTo>
                  <a:cubicBezTo>
                    <a:pt x="21742" y="140973"/>
                    <a:pt x="21248" y="114317"/>
                    <a:pt x="23439" y="85917"/>
                  </a:cubicBezTo>
                  <a:cubicBezTo>
                    <a:pt x="23439" y="67723"/>
                    <a:pt x="23769" y="47902"/>
                    <a:pt x="23251" y="2810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47" name="Google Shape;3547;p60"/>
            <p:cNvSpPr/>
            <p:nvPr/>
          </p:nvSpPr>
          <p:spPr>
            <a:xfrm>
              <a:off x="357150" y="3447786"/>
              <a:ext cx="154218" cy="225815"/>
            </a:xfrm>
            <a:custGeom>
              <a:rect b="b" l="l" r="r" t="t"/>
              <a:pathLst>
                <a:path extrusionOk="0" h="225815" w="154218">
                  <a:moveTo>
                    <a:pt x="139111" y="216223"/>
                  </a:moveTo>
                  <a:cubicBezTo>
                    <a:pt x="142363" y="220159"/>
                    <a:pt x="147384" y="222657"/>
                    <a:pt x="151579" y="225815"/>
                  </a:cubicBezTo>
                  <a:cubicBezTo>
                    <a:pt x="152451" y="225108"/>
                    <a:pt x="153346" y="224401"/>
                    <a:pt x="154218" y="223694"/>
                  </a:cubicBezTo>
                  <a:cubicBezTo>
                    <a:pt x="153111" y="220607"/>
                    <a:pt x="152333" y="217354"/>
                    <a:pt x="150824" y="214456"/>
                  </a:cubicBezTo>
                  <a:cubicBezTo>
                    <a:pt x="132724" y="179622"/>
                    <a:pt x="110570" y="147427"/>
                    <a:pt x="84857" y="117873"/>
                  </a:cubicBezTo>
                  <a:cubicBezTo>
                    <a:pt x="74298" y="105759"/>
                    <a:pt x="65767" y="92749"/>
                    <a:pt x="58602" y="78585"/>
                  </a:cubicBezTo>
                  <a:cubicBezTo>
                    <a:pt x="53935" y="69322"/>
                    <a:pt x="49976" y="59659"/>
                    <a:pt x="44791" y="50703"/>
                  </a:cubicBezTo>
                  <a:cubicBezTo>
                    <a:pt x="35882" y="35360"/>
                    <a:pt x="26431" y="20324"/>
                    <a:pt x="16745" y="5452"/>
                  </a:cubicBezTo>
                  <a:cubicBezTo>
                    <a:pt x="14011" y="1281"/>
                    <a:pt x="9415" y="-1830"/>
                    <a:pt x="3947" y="1234"/>
                  </a:cubicBezTo>
                  <a:cubicBezTo>
                    <a:pt x="-1379" y="4227"/>
                    <a:pt x="-342" y="9553"/>
                    <a:pt x="1449" y="13772"/>
                  </a:cubicBezTo>
                  <a:cubicBezTo>
                    <a:pt x="5998" y="24401"/>
                    <a:pt x="10051" y="35525"/>
                    <a:pt x="16438" y="45023"/>
                  </a:cubicBezTo>
                  <a:cubicBezTo>
                    <a:pt x="44296" y="86480"/>
                    <a:pt x="72601" y="127630"/>
                    <a:pt x="101402" y="168450"/>
                  </a:cubicBezTo>
                  <a:cubicBezTo>
                    <a:pt x="113092" y="185042"/>
                    <a:pt x="126196" y="200597"/>
                    <a:pt x="139111" y="216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48" name="Google Shape;3548;p60"/>
            <p:cNvSpPr/>
            <p:nvPr/>
          </p:nvSpPr>
          <p:spPr>
            <a:xfrm>
              <a:off x="478628" y="3355901"/>
              <a:ext cx="122887" cy="213703"/>
            </a:xfrm>
            <a:custGeom>
              <a:rect b="b" l="l" r="r" t="t"/>
              <a:pathLst>
                <a:path extrusionOk="0" h="213703" w="122887">
                  <a:moveTo>
                    <a:pt x="115489" y="197950"/>
                  </a:moveTo>
                  <a:cubicBezTo>
                    <a:pt x="107664" y="188405"/>
                    <a:pt x="97931" y="180085"/>
                    <a:pt x="91709" y="169644"/>
                  </a:cubicBezTo>
                  <a:cubicBezTo>
                    <a:pt x="77308" y="145534"/>
                    <a:pt x="63969" y="120740"/>
                    <a:pt x="51218" y="95711"/>
                  </a:cubicBezTo>
                  <a:cubicBezTo>
                    <a:pt x="37455" y="68701"/>
                    <a:pt x="24916" y="41056"/>
                    <a:pt x="11577" y="13811"/>
                  </a:cubicBezTo>
                  <a:cubicBezTo>
                    <a:pt x="9385" y="9333"/>
                    <a:pt x="5802" y="5539"/>
                    <a:pt x="1819" y="0"/>
                  </a:cubicBezTo>
                  <a:cubicBezTo>
                    <a:pt x="688" y="3606"/>
                    <a:pt x="-66" y="4808"/>
                    <a:pt x="5" y="5916"/>
                  </a:cubicBezTo>
                  <a:cubicBezTo>
                    <a:pt x="971" y="19609"/>
                    <a:pt x="3304" y="33019"/>
                    <a:pt x="11765" y="44285"/>
                  </a:cubicBezTo>
                  <a:cubicBezTo>
                    <a:pt x="17940" y="52487"/>
                    <a:pt x="20815" y="61537"/>
                    <a:pt x="22135" y="71553"/>
                  </a:cubicBezTo>
                  <a:cubicBezTo>
                    <a:pt x="23149" y="79331"/>
                    <a:pt x="24351" y="87320"/>
                    <a:pt x="27155" y="94579"/>
                  </a:cubicBezTo>
                  <a:cubicBezTo>
                    <a:pt x="38209" y="123333"/>
                    <a:pt x="53198" y="150083"/>
                    <a:pt x="72171" y="174264"/>
                  </a:cubicBezTo>
                  <a:cubicBezTo>
                    <a:pt x="82022" y="186826"/>
                    <a:pt x="93830" y="197879"/>
                    <a:pt x="105308" y="209050"/>
                  </a:cubicBezTo>
                  <a:cubicBezTo>
                    <a:pt x="109644" y="213269"/>
                    <a:pt x="117139" y="215956"/>
                    <a:pt x="121381" y="211124"/>
                  </a:cubicBezTo>
                  <a:cubicBezTo>
                    <a:pt x="126048" y="205798"/>
                    <a:pt x="118671" y="201815"/>
                    <a:pt x="115489" y="1979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49" name="Google Shape;3549;p60"/>
            <p:cNvSpPr/>
            <p:nvPr/>
          </p:nvSpPr>
          <p:spPr>
            <a:xfrm>
              <a:off x="460579" y="3776288"/>
              <a:ext cx="175526" cy="116078"/>
            </a:xfrm>
            <a:custGeom>
              <a:rect b="b" l="l" r="r" t="t"/>
              <a:pathLst>
                <a:path extrusionOk="0" h="116078" w="175526">
                  <a:moveTo>
                    <a:pt x="169833" y="99199"/>
                  </a:moveTo>
                  <a:cubicBezTo>
                    <a:pt x="160735" y="93307"/>
                    <a:pt x="151685" y="87203"/>
                    <a:pt x="142046" y="82300"/>
                  </a:cubicBezTo>
                  <a:cubicBezTo>
                    <a:pt x="118925" y="70563"/>
                    <a:pt x="95711" y="59227"/>
                    <a:pt x="74735" y="43530"/>
                  </a:cubicBezTo>
                  <a:cubicBezTo>
                    <a:pt x="57389" y="30544"/>
                    <a:pt x="38817" y="19184"/>
                    <a:pt x="20434" y="7660"/>
                  </a:cubicBezTo>
                  <a:cubicBezTo>
                    <a:pt x="14824" y="4148"/>
                    <a:pt x="8060" y="2498"/>
                    <a:pt x="1815" y="0"/>
                  </a:cubicBezTo>
                  <a:cubicBezTo>
                    <a:pt x="1202" y="660"/>
                    <a:pt x="589" y="1343"/>
                    <a:pt x="0" y="2003"/>
                  </a:cubicBezTo>
                  <a:cubicBezTo>
                    <a:pt x="1626" y="5303"/>
                    <a:pt x="2757" y="8979"/>
                    <a:pt x="4926" y="11878"/>
                  </a:cubicBezTo>
                  <a:cubicBezTo>
                    <a:pt x="19844" y="31817"/>
                    <a:pt x="39218" y="46783"/>
                    <a:pt x="60311" y="59463"/>
                  </a:cubicBezTo>
                  <a:cubicBezTo>
                    <a:pt x="69550" y="65025"/>
                    <a:pt x="79991" y="68536"/>
                    <a:pt x="89654" y="73462"/>
                  </a:cubicBezTo>
                  <a:cubicBezTo>
                    <a:pt x="100943" y="79213"/>
                    <a:pt x="102993" y="84162"/>
                    <a:pt x="98727" y="97643"/>
                  </a:cubicBezTo>
                  <a:cubicBezTo>
                    <a:pt x="104266" y="96818"/>
                    <a:pt x="108485" y="96653"/>
                    <a:pt x="112444" y="95522"/>
                  </a:cubicBezTo>
                  <a:cubicBezTo>
                    <a:pt x="125171" y="91845"/>
                    <a:pt x="135706" y="93967"/>
                    <a:pt x="143790" y="105374"/>
                  </a:cubicBezTo>
                  <a:cubicBezTo>
                    <a:pt x="148409" y="111878"/>
                    <a:pt x="155079" y="116238"/>
                    <a:pt x="163163" y="116074"/>
                  </a:cubicBezTo>
                  <a:cubicBezTo>
                    <a:pt x="167028" y="116003"/>
                    <a:pt x="172237" y="113976"/>
                    <a:pt x="174311" y="111030"/>
                  </a:cubicBezTo>
                  <a:cubicBezTo>
                    <a:pt x="177445" y="106505"/>
                    <a:pt x="174004" y="101909"/>
                    <a:pt x="169833" y="9919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50" name="Google Shape;3550;p60"/>
            <p:cNvSpPr/>
            <p:nvPr/>
          </p:nvSpPr>
          <p:spPr>
            <a:xfrm>
              <a:off x="986991" y="3827031"/>
              <a:ext cx="170354" cy="118103"/>
            </a:xfrm>
            <a:custGeom>
              <a:rect b="b" l="l" r="r" t="t"/>
              <a:pathLst>
                <a:path extrusionOk="0" h="118103" w="170354">
                  <a:moveTo>
                    <a:pt x="170313" y="12350"/>
                  </a:moveTo>
                  <a:cubicBezTo>
                    <a:pt x="169393" y="71"/>
                    <a:pt x="162771" y="-3370"/>
                    <a:pt x="152495" y="3464"/>
                  </a:cubicBezTo>
                  <a:cubicBezTo>
                    <a:pt x="147593" y="6740"/>
                    <a:pt x="142691" y="10370"/>
                    <a:pt x="138778" y="14730"/>
                  </a:cubicBezTo>
                  <a:cubicBezTo>
                    <a:pt x="116506" y="39547"/>
                    <a:pt x="88271" y="55668"/>
                    <a:pt x="59070" y="70540"/>
                  </a:cubicBezTo>
                  <a:cubicBezTo>
                    <a:pt x="45448" y="77492"/>
                    <a:pt x="31849" y="84563"/>
                    <a:pt x="18557" y="92105"/>
                  </a:cubicBezTo>
                  <a:cubicBezTo>
                    <a:pt x="13018" y="95239"/>
                    <a:pt x="8116" y="99552"/>
                    <a:pt x="3214" y="103676"/>
                  </a:cubicBezTo>
                  <a:cubicBezTo>
                    <a:pt x="-1123" y="107330"/>
                    <a:pt x="-628" y="112680"/>
                    <a:pt x="2082" y="116356"/>
                  </a:cubicBezTo>
                  <a:cubicBezTo>
                    <a:pt x="3473" y="118242"/>
                    <a:pt x="8776" y="118477"/>
                    <a:pt x="11816" y="117652"/>
                  </a:cubicBezTo>
                  <a:cubicBezTo>
                    <a:pt x="16977" y="116262"/>
                    <a:pt x="22092" y="113952"/>
                    <a:pt x="26640" y="111101"/>
                  </a:cubicBezTo>
                  <a:cubicBezTo>
                    <a:pt x="50327" y="96300"/>
                    <a:pt x="73400" y="80485"/>
                    <a:pt x="97510" y="66439"/>
                  </a:cubicBezTo>
                  <a:cubicBezTo>
                    <a:pt x="115116" y="56210"/>
                    <a:pt x="133546" y="46971"/>
                    <a:pt x="152495" y="39594"/>
                  </a:cubicBezTo>
                  <a:cubicBezTo>
                    <a:pt x="165293" y="34622"/>
                    <a:pt x="170643" y="30639"/>
                    <a:pt x="170313" y="16804"/>
                  </a:cubicBezTo>
                  <a:cubicBezTo>
                    <a:pt x="170313" y="15319"/>
                    <a:pt x="170407" y="13811"/>
                    <a:pt x="170313" y="123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51" name="Google Shape;3551;p60"/>
            <p:cNvSpPr/>
            <p:nvPr/>
          </p:nvSpPr>
          <p:spPr>
            <a:xfrm>
              <a:off x="1126948" y="3562437"/>
              <a:ext cx="48156" cy="187816"/>
            </a:xfrm>
            <a:custGeom>
              <a:rect b="b" l="l" r="r" t="t"/>
              <a:pathLst>
                <a:path extrusionOk="0" h="187816" w="48156">
                  <a:moveTo>
                    <a:pt x="38416" y="3175"/>
                  </a:moveTo>
                  <a:cubicBezTo>
                    <a:pt x="35305" y="7865"/>
                    <a:pt x="32430" y="12814"/>
                    <a:pt x="30356" y="18023"/>
                  </a:cubicBezTo>
                  <a:cubicBezTo>
                    <a:pt x="23757" y="34544"/>
                    <a:pt x="22767" y="52103"/>
                    <a:pt x="21424" y="69614"/>
                  </a:cubicBezTo>
                  <a:cubicBezTo>
                    <a:pt x="20410" y="83001"/>
                    <a:pt x="18124" y="96529"/>
                    <a:pt x="9639" y="107229"/>
                  </a:cubicBezTo>
                  <a:cubicBezTo>
                    <a:pt x="1956" y="116915"/>
                    <a:pt x="306" y="127615"/>
                    <a:pt x="0" y="136972"/>
                  </a:cubicBezTo>
                  <a:cubicBezTo>
                    <a:pt x="283" y="142746"/>
                    <a:pt x="-141" y="146611"/>
                    <a:pt x="754" y="150123"/>
                  </a:cubicBezTo>
                  <a:cubicBezTo>
                    <a:pt x="3417" y="160587"/>
                    <a:pt x="5892" y="171193"/>
                    <a:pt x="9828" y="181209"/>
                  </a:cubicBezTo>
                  <a:cubicBezTo>
                    <a:pt x="12963" y="189175"/>
                    <a:pt x="18525" y="189670"/>
                    <a:pt x="25171" y="184132"/>
                  </a:cubicBezTo>
                  <a:cubicBezTo>
                    <a:pt x="37780" y="173597"/>
                    <a:pt x="37521" y="166503"/>
                    <a:pt x="24228" y="156769"/>
                  </a:cubicBezTo>
                  <a:cubicBezTo>
                    <a:pt x="15225" y="150170"/>
                    <a:pt x="13269" y="144490"/>
                    <a:pt x="16568" y="133625"/>
                  </a:cubicBezTo>
                  <a:cubicBezTo>
                    <a:pt x="17723" y="129854"/>
                    <a:pt x="18855" y="125989"/>
                    <a:pt x="20669" y="122548"/>
                  </a:cubicBezTo>
                  <a:cubicBezTo>
                    <a:pt x="34716" y="95845"/>
                    <a:pt x="44379" y="67752"/>
                    <a:pt x="47396" y="37655"/>
                  </a:cubicBezTo>
                  <a:cubicBezTo>
                    <a:pt x="48456" y="27120"/>
                    <a:pt x="48150" y="16444"/>
                    <a:pt x="47985" y="5838"/>
                  </a:cubicBezTo>
                  <a:cubicBezTo>
                    <a:pt x="47961" y="3788"/>
                    <a:pt x="46052" y="606"/>
                    <a:pt x="44355" y="87"/>
                  </a:cubicBezTo>
                  <a:cubicBezTo>
                    <a:pt x="42776" y="-431"/>
                    <a:pt x="39548" y="1454"/>
                    <a:pt x="38416" y="317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52" name="Google Shape;3552;p60"/>
            <p:cNvSpPr/>
            <p:nvPr/>
          </p:nvSpPr>
          <p:spPr>
            <a:xfrm>
              <a:off x="772286" y="3765846"/>
              <a:ext cx="146553" cy="39818"/>
            </a:xfrm>
            <a:custGeom>
              <a:rect b="b" l="l" r="r" t="t"/>
              <a:pathLst>
                <a:path extrusionOk="0" h="39818" w="146553">
                  <a:moveTo>
                    <a:pt x="146554" y="2688"/>
                  </a:moveTo>
                  <a:cubicBezTo>
                    <a:pt x="142689" y="1533"/>
                    <a:pt x="140756" y="543"/>
                    <a:pt x="138800" y="449"/>
                  </a:cubicBezTo>
                  <a:cubicBezTo>
                    <a:pt x="132884" y="142"/>
                    <a:pt x="126921" y="-235"/>
                    <a:pt x="121029" y="190"/>
                  </a:cubicBezTo>
                  <a:cubicBezTo>
                    <a:pt x="94209" y="2146"/>
                    <a:pt x="67364" y="4055"/>
                    <a:pt x="40615" y="6624"/>
                  </a:cubicBezTo>
                  <a:cubicBezTo>
                    <a:pt x="29632" y="7684"/>
                    <a:pt x="18672" y="9829"/>
                    <a:pt x="7925" y="12398"/>
                  </a:cubicBezTo>
                  <a:cubicBezTo>
                    <a:pt x="-653" y="14472"/>
                    <a:pt x="-1643" y="18667"/>
                    <a:pt x="1986" y="26845"/>
                  </a:cubicBezTo>
                  <a:cubicBezTo>
                    <a:pt x="7313" y="38889"/>
                    <a:pt x="17824" y="40444"/>
                    <a:pt x="28618" y="39643"/>
                  </a:cubicBezTo>
                  <a:cubicBezTo>
                    <a:pt x="67200" y="36815"/>
                    <a:pt x="103047" y="23829"/>
                    <a:pt x="138164" y="8556"/>
                  </a:cubicBezTo>
                  <a:cubicBezTo>
                    <a:pt x="140615" y="7472"/>
                    <a:pt x="142689" y="5422"/>
                    <a:pt x="146554" y="268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53" name="Google Shape;3553;p60"/>
            <p:cNvSpPr/>
            <p:nvPr/>
          </p:nvSpPr>
          <p:spPr>
            <a:xfrm>
              <a:off x="339584" y="3336599"/>
              <a:ext cx="79558" cy="92570"/>
            </a:xfrm>
            <a:custGeom>
              <a:rect b="b" l="l" r="r" t="t"/>
              <a:pathLst>
                <a:path extrusionOk="0" h="92570" w="79558">
                  <a:moveTo>
                    <a:pt x="24011" y="91539"/>
                  </a:moveTo>
                  <a:cubicBezTo>
                    <a:pt x="30611" y="89489"/>
                    <a:pt x="35159" y="84633"/>
                    <a:pt x="35324" y="77445"/>
                  </a:cubicBezTo>
                  <a:cubicBezTo>
                    <a:pt x="35395" y="74216"/>
                    <a:pt x="33109" y="71011"/>
                    <a:pt x="32166" y="67712"/>
                  </a:cubicBezTo>
                  <a:cubicBezTo>
                    <a:pt x="30351" y="61419"/>
                    <a:pt x="33038" y="56281"/>
                    <a:pt x="37681" y="52675"/>
                  </a:cubicBezTo>
                  <a:cubicBezTo>
                    <a:pt x="40274" y="50672"/>
                    <a:pt x="46189" y="48692"/>
                    <a:pt x="47273" y="49823"/>
                  </a:cubicBezTo>
                  <a:cubicBezTo>
                    <a:pt x="50361" y="53099"/>
                    <a:pt x="52128" y="57836"/>
                    <a:pt x="53637" y="62267"/>
                  </a:cubicBezTo>
                  <a:cubicBezTo>
                    <a:pt x="55216" y="66863"/>
                    <a:pt x="55169" y="72095"/>
                    <a:pt x="57101" y="76479"/>
                  </a:cubicBezTo>
                  <a:cubicBezTo>
                    <a:pt x="60354" y="83832"/>
                    <a:pt x="67330" y="86142"/>
                    <a:pt x="74471" y="82819"/>
                  </a:cubicBezTo>
                  <a:cubicBezTo>
                    <a:pt x="81117" y="79731"/>
                    <a:pt x="79868" y="73580"/>
                    <a:pt x="78360" y="68560"/>
                  </a:cubicBezTo>
                  <a:cubicBezTo>
                    <a:pt x="71148" y="44237"/>
                    <a:pt x="56512" y="23615"/>
                    <a:pt x="44445" y="0"/>
                  </a:cubicBezTo>
                  <a:cubicBezTo>
                    <a:pt x="40156" y="15131"/>
                    <a:pt x="36668" y="28635"/>
                    <a:pt x="32402" y="41904"/>
                  </a:cubicBezTo>
                  <a:cubicBezTo>
                    <a:pt x="30964" y="46359"/>
                    <a:pt x="27523" y="50153"/>
                    <a:pt x="25001" y="54254"/>
                  </a:cubicBezTo>
                  <a:cubicBezTo>
                    <a:pt x="21443" y="51143"/>
                    <a:pt x="17577" y="48315"/>
                    <a:pt x="14372" y="44850"/>
                  </a:cubicBezTo>
                  <a:cubicBezTo>
                    <a:pt x="10743" y="40938"/>
                    <a:pt x="7726" y="36460"/>
                    <a:pt x="4426" y="32218"/>
                  </a:cubicBezTo>
                  <a:cubicBezTo>
                    <a:pt x="3507" y="32548"/>
                    <a:pt x="2588" y="32854"/>
                    <a:pt x="1669" y="33184"/>
                  </a:cubicBezTo>
                  <a:cubicBezTo>
                    <a:pt x="-924" y="51426"/>
                    <a:pt x="-1513" y="69644"/>
                    <a:pt x="7537" y="86731"/>
                  </a:cubicBezTo>
                  <a:cubicBezTo>
                    <a:pt x="10931" y="93165"/>
                    <a:pt x="17837" y="93448"/>
                    <a:pt x="24011" y="9153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54" name="Google Shape;3554;p60"/>
            <p:cNvSpPr/>
            <p:nvPr/>
          </p:nvSpPr>
          <p:spPr>
            <a:xfrm>
              <a:off x="1072081" y="2529929"/>
              <a:ext cx="157417" cy="93493"/>
            </a:xfrm>
            <a:custGeom>
              <a:rect b="b" l="l" r="r" t="t"/>
              <a:pathLst>
                <a:path extrusionOk="0" h="93493" w="157417">
                  <a:moveTo>
                    <a:pt x="1391" y="0"/>
                  </a:moveTo>
                  <a:cubicBezTo>
                    <a:pt x="919" y="801"/>
                    <a:pt x="471" y="1603"/>
                    <a:pt x="0" y="2404"/>
                  </a:cubicBezTo>
                  <a:cubicBezTo>
                    <a:pt x="5020" y="6576"/>
                    <a:pt x="9663" y="11289"/>
                    <a:pt x="15084" y="14824"/>
                  </a:cubicBezTo>
                  <a:cubicBezTo>
                    <a:pt x="46712" y="35517"/>
                    <a:pt x="78388" y="56163"/>
                    <a:pt x="110394" y="76290"/>
                  </a:cubicBezTo>
                  <a:cubicBezTo>
                    <a:pt x="119727" y="82159"/>
                    <a:pt x="129955" y="86755"/>
                    <a:pt x="140137" y="91068"/>
                  </a:cubicBezTo>
                  <a:cubicBezTo>
                    <a:pt x="145345" y="93260"/>
                    <a:pt x="152369" y="95946"/>
                    <a:pt x="156116" y="89206"/>
                  </a:cubicBezTo>
                  <a:cubicBezTo>
                    <a:pt x="160311" y="81688"/>
                    <a:pt x="153453" y="78129"/>
                    <a:pt x="148456" y="74735"/>
                  </a:cubicBezTo>
                  <a:cubicBezTo>
                    <a:pt x="106034" y="45864"/>
                    <a:pt x="60853" y="22178"/>
                    <a:pt x="13293" y="3064"/>
                  </a:cubicBezTo>
                  <a:cubicBezTo>
                    <a:pt x="9545" y="1556"/>
                    <a:pt x="5374" y="990"/>
                    <a:pt x="1391"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55" name="Google Shape;3555;p60"/>
            <p:cNvSpPr/>
            <p:nvPr/>
          </p:nvSpPr>
          <p:spPr>
            <a:xfrm>
              <a:off x="965293" y="3326492"/>
              <a:ext cx="40370" cy="117107"/>
            </a:xfrm>
            <a:custGeom>
              <a:rect b="b" l="l" r="r" t="t"/>
              <a:pathLst>
                <a:path extrusionOk="0" h="117107" w="40370">
                  <a:moveTo>
                    <a:pt x="36931" y="34193"/>
                  </a:moveTo>
                  <a:cubicBezTo>
                    <a:pt x="38086" y="26651"/>
                    <a:pt x="39571" y="19157"/>
                    <a:pt x="40302" y="11591"/>
                  </a:cubicBezTo>
                  <a:cubicBezTo>
                    <a:pt x="40773" y="6618"/>
                    <a:pt x="38841" y="2518"/>
                    <a:pt x="33443" y="679"/>
                  </a:cubicBezTo>
                  <a:cubicBezTo>
                    <a:pt x="27622" y="-1324"/>
                    <a:pt x="23828" y="1316"/>
                    <a:pt x="20976" y="5817"/>
                  </a:cubicBezTo>
                  <a:cubicBezTo>
                    <a:pt x="18737" y="9329"/>
                    <a:pt x="16663" y="13029"/>
                    <a:pt x="15060" y="16871"/>
                  </a:cubicBezTo>
                  <a:cubicBezTo>
                    <a:pt x="5421" y="39920"/>
                    <a:pt x="1673" y="64172"/>
                    <a:pt x="0" y="91983"/>
                  </a:cubicBezTo>
                  <a:cubicBezTo>
                    <a:pt x="825" y="96107"/>
                    <a:pt x="1532" y="103295"/>
                    <a:pt x="3818" y="109965"/>
                  </a:cubicBezTo>
                  <a:cubicBezTo>
                    <a:pt x="6293" y="117154"/>
                    <a:pt x="12750" y="118874"/>
                    <a:pt x="19562" y="115315"/>
                  </a:cubicBezTo>
                  <a:cubicBezTo>
                    <a:pt x="28895" y="110484"/>
                    <a:pt x="33349" y="100491"/>
                    <a:pt x="31228" y="89626"/>
                  </a:cubicBezTo>
                  <a:cubicBezTo>
                    <a:pt x="30568" y="86256"/>
                    <a:pt x="29672" y="82720"/>
                    <a:pt x="30120" y="79421"/>
                  </a:cubicBezTo>
                  <a:cubicBezTo>
                    <a:pt x="32147" y="64314"/>
                    <a:pt x="34622" y="49277"/>
                    <a:pt x="36931" y="3419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56" name="Google Shape;3556;p60"/>
            <p:cNvSpPr/>
            <p:nvPr/>
          </p:nvSpPr>
          <p:spPr>
            <a:xfrm>
              <a:off x="1259118" y="3717485"/>
              <a:ext cx="134786" cy="117228"/>
            </a:xfrm>
            <a:custGeom>
              <a:rect b="b" l="l" r="r" t="t"/>
              <a:pathLst>
                <a:path extrusionOk="0" h="117228" w="134786">
                  <a:moveTo>
                    <a:pt x="121801" y="4596"/>
                  </a:moveTo>
                  <a:cubicBezTo>
                    <a:pt x="100141" y="18077"/>
                    <a:pt x="82253" y="35706"/>
                    <a:pt x="67122" y="56140"/>
                  </a:cubicBezTo>
                  <a:cubicBezTo>
                    <a:pt x="64577" y="59580"/>
                    <a:pt x="62574" y="63941"/>
                    <a:pt x="61914" y="68112"/>
                  </a:cubicBezTo>
                  <a:cubicBezTo>
                    <a:pt x="60547" y="76950"/>
                    <a:pt x="58143" y="80627"/>
                    <a:pt x="49258" y="81193"/>
                  </a:cubicBezTo>
                  <a:cubicBezTo>
                    <a:pt x="31204" y="82347"/>
                    <a:pt x="18642" y="92317"/>
                    <a:pt x="7990" y="105633"/>
                  </a:cubicBezTo>
                  <a:cubicBezTo>
                    <a:pt x="5491" y="108767"/>
                    <a:pt x="3394" y="112256"/>
                    <a:pt x="0" y="117228"/>
                  </a:cubicBezTo>
                  <a:cubicBezTo>
                    <a:pt x="13717" y="116427"/>
                    <a:pt x="23639" y="111902"/>
                    <a:pt x="32501" y="105185"/>
                  </a:cubicBezTo>
                  <a:cubicBezTo>
                    <a:pt x="66934" y="79095"/>
                    <a:pt x="97738" y="49187"/>
                    <a:pt x="125595" y="16215"/>
                  </a:cubicBezTo>
                  <a:cubicBezTo>
                    <a:pt x="129225" y="11926"/>
                    <a:pt x="131747" y="6740"/>
                    <a:pt x="134787" y="1980"/>
                  </a:cubicBezTo>
                  <a:cubicBezTo>
                    <a:pt x="134174" y="1320"/>
                    <a:pt x="133538" y="660"/>
                    <a:pt x="132925" y="0"/>
                  </a:cubicBezTo>
                  <a:cubicBezTo>
                    <a:pt x="129225" y="1508"/>
                    <a:pt x="125171" y="2498"/>
                    <a:pt x="121801" y="459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57" name="Google Shape;3557;p60"/>
            <p:cNvSpPr/>
            <p:nvPr/>
          </p:nvSpPr>
          <p:spPr>
            <a:xfrm>
              <a:off x="362760" y="3205159"/>
              <a:ext cx="26916" cy="122436"/>
            </a:xfrm>
            <a:custGeom>
              <a:rect b="b" l="l" r="r" t="t"/>
              <a:pathLst>
                <a:path extrusionOk="0" h="122436" w="26916">
                  <a:moveTo>
                    <a:pt x="13940" y="0"/>
                  </a:moveTo>
                  <a:cubicBezTo>
                    <a:pt x="12502" y="1131"/>
                    <a:pt x="11748" y="1438"/>
                    <a:pt x="11512" y="1980"/>
                  </a:cubicBezTo>
                  <a:cubicBezTo>
                    <a:pt x="10782" y="3535"/>
                    <a:pt x="10098" y="5138"/>
                    <a:pt x="9627" y="6788"/>
                  </a:cubicBezTo>
                  <a:cubicBezTo>
                    <a:pt x="2250" y="32642"/>
                    <a:pt x="-1097" y="59133"/>
                    <a:pt x="317" y="85859"/>
                  </a:cubicBezTo>
                  <a:cubicBezTo>
                    <a:pt x="883" y="96300"/>
                    <a:pt x="4795" y="107023"/>
                    <a:pt x="9297" y="116616"/>
                  </a:cubicBezTo>
                  <a:cubicBezTo>
                    <a:pt x="13256" y="125077"/>
                    <a:pt x="21482" y="124110"/>
                    <a:pt x="24074" y="115037"/>
                  </a:cubicBezTo>
                  <a:cubicBezTo>
                    <a:pt x="26384" y="106953"/>
                    <a:pt x="27492" y="97973"/>
                    <a:pt x="26620" y="89654"/>
                  </a:cubicBezTo>
                  <a:cubicBezTo>
                    <a:pt x="24734" y="71530"/>
                    <a:pt x="21152" y="53594"/>
                    <a:pt x="18489" y="35564"/>
                  </a:cubicBezTo>
                  <a:cubicBezTo>
                    <a:pt x="16768" y="23992"/>
                    <a:pt x="15495" y="12373"/>
                    <a:pt x="1394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58" name="Google Shape;3558;p60"/>
            <p:cNvSpPr/>
            <p:nvPr/>
          </p:nvSpPr>
          <p:spPr>
            <a:xfrm>
              <a:off x="286268" y="3354335"/>
              <a:ext cx="34646" cy="106563"/>
            </a:xfrm>
            <a:custGeom>
              <a:rect b="b" l="l" r="r" t="t"/>
              <a:pathLst>
                <a:path extrusionOk="0" h="106563" w="34646">
                  <a:moveTo>
                    <a:pt x="34386" y="100129"/>
                  </a:moveTo>
                  <a:cubicBezTo>
                    <a:pt x="34481" y="91079"/>
                    <a:pt x="35070" y="81934"/>
                    <a:pt x="34080" y="72978"/>
                  </a:cubicBezTo>
                  <a:cubicBezTo>
                    <a:pt x="31558" y="50424"/>
                    <a:pt x="27080" y="28222"/>
                    <a:pt x="17724" y="7364"/>
                  </a:cubicBezTo>
                  <a:cubicBezTo>
                    <a:pt x="16286" y="4136"/>
                    <a:pt x="10889" y="-578"/>
                    <a:pt x="9475" y="58"/>
                  </a:cubicBezTo>
                  <a:cubicBezTo>
                    <a:pt x="5845" y="1732"/>
                    <a:pt x="3206" y="5880"/>
                    <a:pt x="613" y="9368"/>
                  </a:cubicBezTo>
                  <a:cubicBezTo>
                    <a:pt x="-259" y="10546"/>
                    <a:pt x="48" y="12714"/>
                    <a:pt x="71" y="14435"/>
                  </a:cubicBezTo>
                  <a:cubicBezTo>
                    <a:pt x="495" y="45309"/>
                    <a:pt x="10795" y="73214"/>
                    <a:pt x="25690" y="99752"/>
                  </a:cubicBezTo>
                  <a:cubicBezTo>
                    <a:pt x="27010" y="102085"/>
                    <a:pt x="28565" y="104301"/>
                    <a:pt x="30003" y="106563"/>
                  </a:cubicBezTo>
                  <a:cubicBezTo>
                    <a:pt x="30922" y="105974"/>
                    <a:pt x="31841" y="105408"/>
                    <a:pt x="32760" y="104819"/>
                  </a:cubicBezTo>
                  <a:cubicBezTo>
                    <a:pt x="33326" y="103264"/>
                    <a:pt x="34363" y="101708"/>
                    <a:pt x="34386" y="1001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59" name="Google Shape;3559;p60"/>
            <p:cNvSpPr/>
            <p:nvPr/>
          </p:nvSpPr>
          <p:spPr>
            <a:xfrm>
              <a:off x="513513" y="2105197"/>
              <a:ext cx="137143" cy="31235"/>
            </a:xfrm>
            <a:custGeom>
              <a:rect b="b" l="l" r="r" t="t"/>
              <a:pathLst>
                <a:path extrusionOk="0" h="31235" w="137143">
                  <a:moveTo>
                    <a:pt x="109545" y="21455"/>
                  </a:moveTo>
                  <a:cubicBezTo>
                    <a:pt x="117252" y="20677"/>
                    <a:pt x="124912" y="18038"/>
                    <a:pt x="132194" y="15186"/>
                  </a:cubicBezTo>
                  <a:cubicBezTo>
                    <a:pt x="134645" y="14220"/>
                    <a:pt x="137120" y="10001"/>
                    <a:pt x="137144" y="7244"/>
                  </a:cubicBezTo>
                  <a:cubicBezTo>
                    <a:pt x="137167" y="5287"/>
                    <a:pt x="133255" y="1870"/>
                    <a:pt x="130804" y="1587"/>
                  </a:cubicBezTo>
                  <a:cubicBezTo>
                    <a:pt x="122531" y="621"/>
                    <a:pt x="113740" y="-982"/>
                    <a:pt x="105845" y="809"/>
                  </a:cubicBezTo>
                  <a:cubicBezTo>
                    <a:pt x="70422" y="8823"/>
                    <a:pt x="35258" y="17920"/>
                    <a:pt x="0" y="26640"/>
                  </a:cubicBezTo>
                  <a:cubicBezTo>
                    <a:pt x="189" y="28172"/>
                    <a:pt x="354" y="29704"/>
                    <a:pt x="542" y="31236"/>
                  </a:cubicBezTo>
                  <a:cubicBezTo>
                    <a:pt x="36884" y="28031"/>
                    <a:pt x="73250" y="25061"/>
                    <a:pt x="109545" y="2145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60" name="Google Shape;3560;p60"/>
            <p:cNvSpPr/>
            <p:nvPr/>
          </p:nvSpPr>
          <p:spPr>
            <a:xfrm>
              <a:off x="228856" y="2983641"/>
              <a:ext cx="20797" cy="133891"/>
            </a:xfrm>
            <a:custGeom>
              <a:rect b="b" l="l" r="r" t="t"/>
              <a:pathLst>
                <a:path extrusionOk="0" h="133891" w="20797">
                  <a:moveTo>
                    <a:pt x="7259" y="133891"/>
                  </a:moveTo>
                  <a:cubicBezTo>
                    <a:pt x="17441" y="116309"/>
                    <a:pt x="25619" y="12680"/>
                    <a:pt x="17488" y="0"/>
                  </a:cubicBezTo>
                  <a:cubicBezTo>
                    <a:pt x="519" y="15791"/>
                    <a:pt x="-6434" y="110606"/>
                    <a:pt x="7259" y="13389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61" name="Google Shape;3561;p60"/>
            <p:cNvSpPr/>
            <p:nvPr/>
          </p:nvSpPr>
          <p:spPr>
            <a:xfrm>
              <a:off x="664239" y="3758117"/>
              <a:ext cx="86818" cy="39365"/>
            </a:xfrm>
            <a:custGeom>
              <a:rect b="b" l="l" r="r" t="t"/>
              <a:pathLst>
                <a:path extrusionOk="0" h="39365" w="86818">
                  <a:moveTo>
                    <a:pt x="80314" y="25642"/>
                  </a:moveTo>
                  <a:cubicBezTo>
                    <a:pt x="62284" y="9545"/>
                    <a:pt x="40719" y="2286"/>
                    <a:pt x="17292" y="0"/>
                  </a:cubicBezTo>
                  <a:cubicBezTo>
                    <a:pt x="13851" y="189"/>
                    <a:pt x="10481" y="-165"/>
                    <a:pt x="7512" y="707"/>
                  </a:cubicBezTo>
                  <a:cubicBezTo>
                    <a:pt x="4707" y="1532"/>
                    <a:pt x="912" y="3205"/>
                    <a:pt x="111" y="5421"/>
                  </a:cubicBezTo>
                  <a:cubicBezTo>
                    <a:pt x="-549" y="7259"/>
                    <a:pt x="1855" y="11431"/>
                    <a:pt x="4047" y="12892"/>
                  </a:cubicBezTo>
                  <a:cubicBezTo>
                    <a:pt x="26319" y="27740"/>
                    <a:pt x="50877" y="36625"/>
                    <a:pt x="77509" y="39335"/>
                  </a:cubicBezTo>
                  <a:cubicBezTo>
                    <a:pt x="80479" y="39642"/>
                    <a:pt x="83708" y="37521"/>
                    <a:pt x="86819" y="36531"/>
                  </a:cubicBezTo>
                  <a:cubicBezTo>
                    <a:pt x="85381" y="33561"/>
                    <a:pt x="84038" y="30568"/>
                    <a:pt x="82482" y="27669"/>
                  </a:cubicBezTo>
                  <a:cubicBezTo>
                    <a:pt x="82034" y="26821"/>
                    <a:pt x="81044" y="26302"/>
                    <a:pt x="80314" y="2564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62" name="Google Shape;3562;p60"/>
            <p:cNvSpPr/>
            <p:nvPr/>
          </p:nvSpPr>
          <p:spPr>
            <a:xfrm>
              <a:off x="920278" y="3664283"/>
              <a:ext cx="75865" cy="61617"/>
            </a:xfrm>
            <a:custGeom>
              <a:rect b="b" l="l" r="r" t="t"/>
              <a:pathLst>
                <a:path extrusionOk="0" h="61617" w="75865">
                  <a:moveTo>
                    <a:pt x="75866" y="8635"/>
                  </a:moveTo>
                  <a:cubicBezTo>
                    <a:pt x="75253" y="8305"/>
                    <a:pt x="74664" y="7951"/>
                    <a:pt x="74051" y="7621"/>
                  </a:cubicBezTo>
                  <a:cubicBezTo>
                    <a:pt x="74051" y="127"/>
                    <a:pt x="70445" y="-2254"/>
                    <a:pt x="63492" y="2342"/>
                  </a:cubicBezTo>
                  <a:cubicBezTo>
                    <a:pt x="49728" y="11487"/>
                    <a:pt x="36224" y="21126"/>
                    <a:pt x="23450" y="31543"/>
                  </a:cubicBezTo>
                  <a:cubicBezTo>
                    <a:pt x="15272" y="38213"/>
                    <a:pt x="8437" y="46556"/>
                    <a:pt x="1296" y="54404"/>
                  </a:cubicBezTo>
                  <a:cubicBezTo>
                    <a:pt x="117" y="55701"/>
                    <a:pt x="-331" y="58576"/>
                    <a:pt x="259" y="60249"/>
                  </a:cubicBezTo>
                  <a:cubicBezTo>
                    <a:pt x="612" y="61239"/>
                    <a:pt x="3652" y="61640"/>
                    <a:pt x="5467" y="61616"/>
                  </a:cubicBezTo>
                  <a:cubicBezTo>
                    <a:pt x="7376" y="61593"/>
                    <a:pt x="9332" y="60933"/>
                    <a:pt x="11171" y="60273"/>
                  </a:cubicBezTo>
                  <a:cubicBezTo>
                    <a:pt x="31769" y="53037"/>
                    <a:pt x="50105" y="41913"/>
                    <a:pt x="65495" y="26547"/>
                  </a:cubicBezTo>
                  <a:cubicBezTo>
                    <a:pt x="70233" y="21857"/>
                    <a:pt x="72495" y="14668"/>
                    <a:pt x="75866" y="863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63" name="Google Shape;3563;p60"/>
            <p:cNvSpPr/>
            <p:nvPr/>
          </p:nvSpPr>
          <p:spPr>
            <a:xfrm>
              <a:off x="623675" y="3585848"/>
              <a:ext cx="74872" cy="64444"/>
            </a:xfrm>
            <a:custGeom>
              <a:rect b="b" l="l" r="r" t="t"/>
              <a:pathLst>
                <a:path extrusionOk="0" h="64444" w="74872">
                  <a:moveTo>
                    <a:pt x="10862" y="31944"/>
                  </a:moveTo>
                  <a:cubicBezTo>
                    <a:pt x="14939" y="30719"/>
                    <a:pt x="20336" y="30907"/>
                    <a:pt x="24154" y="32628"/>
                  </a:cubicBezTo>
                  <a:cubicBezTo>
                    <a:pt x="29386" y="35008"/>
                    <a:pt x="33723" y="39392"/>
                    <a:pt x="38389" y="42998"/>
                  </a:cubicBezTo>
                  <a:cubicBezTo>
                    <a:pt x="46756" y="49432"/>
                    <a:pt x="54887" y="56172"/>
                    <a:pt x="63513" y="62182"/>
                  </a:cubicBezTo>
                  <a:cubicBezTo>
                    <a:pt x="66082" y="63973"/>
                    <a:pt x="70065" y="63738"/>
                    <a:pt x="73412" y="64445"/>
                  </a:cubicBezTo>
                  <a:cubicBezTo>
                    <a:pt x="73907" y="63549"/>
                    <a:pt x="74402" y="62653"/>
                    <a:pt x="74873" y="61758"/>
                  </a:cubicBezTo>
                  <a:cubicBezTo>
                    <a:pt x="72469" y="58105"/>
                    <a:pt x="70678" y="53792"/>
                    <a:pt x="67543" y="50940"/>
                  </a:cubicBezTo>
                  <a:cubicBezTo>
                    <a:pt x="50975" y="35762"/>
                    <a:pt x="34147" y="20867"/>
                    <a:pt x="17225" y="6090"/>
                  </a:cubicBezTo>
                  <a:cubicBezTo>
                    <a:pt x="14303" y="3521"/>
                    <a:pt x="10767" y="1258"/>
                    <a:pt x="7138" y="103"/>
                  </a:cubicBezTo>
                  <a:cubicBezTo>
                    <a:pt x="5299" y="-486"/>
                    <a:pt x="609" y="1588"/>
                    <a:pt x="539" y="2672"/>
                  </a:cubicBezTo>
                  <a:cubicBezTo>
                    <a:pt x="20" y="10733"/>
                    <a:pt x="-404" y="18934"/>
                    <a:pt x="657" y="26900"/>
                  </a:cubicBezTo>
                  <a:cubicBezTo>
                    <a:pt x="1293" y="31543"/>
                    <a:pt x="5064" y="33665"/>
                    <a:pt x="10862" y="3194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64" name="Google Shape;3564;p60"/>
            <p:cNvSpPr/>
            <p:nvPr/>
          </p:nvSpPr>
          <p:spPr>
            <a:xfrm>
              <a:off x="470006" y="2948303"/>
              <a:ext cx="44197" cy="79717"/>
            </a:xfrm>
            <a:custGeom>
              <a:rect b="b" l="l" r="r" t="t"/>
              <a:pathLst>
                <a:path extrusionOk="0" h="79717" w="44197">
                  <a:moveTo>
                    <a:pt x="14683" y="71728"/>
                  </a:moveTo>
                  <a:cubicBezTo>
                    <a:pt x="24087" y="52025"/>
                    <a:pt x="33538" y="32345"/>
                    <a:pt x="42611" y="12477"/>
                  </a:cubicBezTo>
                  <a:cubicBezTo>
                    <a:pt x="44261" y="8895"/>
                    <a:pt x="45817" y="4205"/>
                    <a:pt x="40726" y="1400"/>
                  </a:cubicBezTo>
                  <a:cubicBezTo>
                    <a:pt x="35470" y="-1499"/>
                    <a:pt x="31087" y="340"/>
                    <a:pt x="27763" y="4747"/>
                  </a:cubicBezTo>
                  <a:cubicBezTo>
                    <a:pt x="12868" y="24403"/>
                    <a:pt x="4855" y="46910"/>
                    <a:pt x="0" y="71916"/>
                  </a:cubicBezTo>
                  <a:cubicBezTo>
                    <a:pt x="943" y="74132"/>
                    <a:pt x="2145" y="76936"/>
                    <a:pt x="3323" y="79717"/>
                  </a:cubicBezTo>
                  <a:cubicBezTo>
                    <a:pt x="6033" y="78398"/>
                    <a:pt x="8885" y="77290"/>
                    <a:pt x="11431" y="75687"/>
                  </a:cubicBezTo>
                  <a:cubicBezTo>
                    <a:pt x="12798" y="74815"/>
                    <a:pt x="13952" y="73236"/>
                    <a:pt x="14683" y="717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65" name="Google Shape;3565;p60"/>
            <p:cNvSpPr/>
            <p:nvPr/>
          </p:nvSpPr>
          <p:spPr>
            <a:xfrm>
              <a:off x="316044" y="3208741"/>
              <a:ext cx="20637" cy="104784"/>
            </a:xfrm>
            <a:custGeom>
              <a:rect b="b" l="l" r="r" t="t"/>
              <a:pathLst>
                <a:path extrusionOk="0" h="104784" w="20637">
                  <a:moveTo>
                    <a:pt x="18680" y="72567"/>
                  </a:moveTo>
                  <a:cubicBezTo>
                    <a:pt x="21532" y="54089"/>
                    <a:pt x="21697" y="35659"/>
                    <a:pt x="16276" y="17535"/>
                  </a:cubicBezTo>
                  <a:cubicBezTo>
                    <a:pt x="13966" y="9828"/>
                    <a:pt x="10525" y="2805"/>
                    <a:pt x="2064" y="0"/>
                  </a:cubicBezTo>
                  <a:cubicBezTo>
                    <a:pt x="-3875" y="7683"/>
                    <a:pt x="3997" y="86001"/>
                    <a:pt x="13047" y="104784"/>
                  </a:cubicBezTo>
                  <a:cubicBezTo>
                    <a:pt x="15098" y="93118"/>
                    <a:pt x="17077" y="82866"/>
                    <a:pt x="18680" y="725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66" name="Google Shape;3566;p60"/>
            <p:cNvSpPr/>
            <p:nvPr/>
          </p:nvSpPr>
          <p:spPr>
            <a:xfrm>
              <a:off x="797812" y="3933889"/>
              <a:ext cx="62342" cy="39731"/>
            </a:xfrm>
            <a:custGeom>
              <a:rect b="b" l="l" r="r" t="t"/>
              <a:pathLst>
                <a:path extrusionOk="0" h="39731" w="62342">
                  <a:moveTo>
                    <a:pt x="58973" y="10299"/>
                  </a:moveTo>
                  <a:cubicBezTo>
                    <a:pt x="60811" y="8367"/>
                    <a:pt x="61259" y="5138"/>
                    <a:pt x="62343" y="2522"/>
                  </a:cubicBezTo>
                  <a:cubicBezTo>
                    <a:pt x="59774" y="1532"/>
                    <a:pt x="57181" y="566"/>
                    <a:pt x="55697" y="0"/>
                  </a:cubicBezTo>
                  <a:cubicBezTo>
                    <a:pt x="36913" y="2215"/>
                    <a:pt x="20226" y="6222"/>
                    <a:pt x="6580" y="17983"/>
                  </a:cubicBezTo>
                  <a:cubicBezTo>
                    <a:pt x="-231" y="23851"/>
                    <a:pt x="-1810" y="30002"/>
                    <a:pt x="2102" y="35564"/>
                  </a:cubicBezTo>
                  <a:cubicBezTo>
                    <a:pt x="6439" y="41716"/>
                    <a:pt x="12779" y="39783"/>
                    <a:pt x="18270" y="37780"/>
                  </a:cubicBezTo>
                  <a:cubicBezTo>
                    <a:pt x="34037" y="32006"/>
                    <a:pt x="47471" y="22437"/>
                    <a:pt x="58973" y="1029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67" name="Google Shape;3567;p60"/>
            <p:cNvSpPr/>
            <p:nvPr/>
          </p:nvSpPr>
          <p:spPr>
            <a:xfrm>
              <a:off x="652354" y="3096920"/>
              <a:ext cx="30903" cy="53823"/>
            </a:xfrm>
            <a:custGeom>
              <a:rect b="b" l="l" r="r" t="t"/>
              <a:pathLst>
                <a:path extrusionOk="0" h="53823" w="30903">
                  <a:moveTo>
                    <a:pt x="17464" y="956"/>
                  </a:moveTo>
                  <a:cubicBezTo>
                    <a:pt x="11501" y="-1212"/>
                    <a:pt x="6434" y="202"/>
                    <a:pt x="4101" y="6283"/>
                  </a:cubicBezTo>
                  <a:cubicBezTo>
                    <a:pt x="2192" y="11232"/>
                    <a:pt x="1485" y="16653"/>
                    <a:pt x="0" y="22827"/>
                  </a:cubicBezTo>
                  <a:cubicBezTo>
                    <a:pt x="1862" y="30676"/>
                    <a:pt x="3205" y="39184"/>
                    <a:pt x="5939" y="47221"/>
                  </a:cubicBezTo>
                  <a:cubicBezTo>
                    <a:pt x="8626" y="55069"/>
                    <a:pt x="14471" y="55964"/>
                    <a:pt x="19915" y="49672"/>
                  </a:cubicBezTo>
                  <a:cubicBezTo>
                    <a:pt x="27056" y="41423"/>
                    <a:pt x="30686" y="31571"/>
                    <a:pt x="30898" y="20588"/>
                  </a:cubicBezTo>
                  <a:cubicBezTo>
                    <a:pt x="31087" y="10548"/>
                    <a:pt x="26844" y="4350"/>
                    <a:pt x="17464" y="95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68" name="Google Shape;3568;p60"/>
            <p:cNvSpPr/>
            <p:nvPr/>
          </p:nvSpPr>
          <p:spPr>
            <a:xfrm>
              <a:off x="756478" y="2572234"/>
              <a:ext cx="108823" cy="22766"/>
            </a:xfrm>
            <a:custGeom>
              <a:rect b="b" l="l" r="r" t="t"/>
              <a:pathLst>
                <a:path extrusionOk="0" h="22766" w="108823">
                  <a:moveTo>
                    <a:pt x="0" y="2687"/>
                  </a:moveTo>
                  <a:cubicBezTo>
                    <a:pt x="35376" y="9357"/>
                    <a:pt x="70775" y="16003"/>
                    <a:pt x="106646" y="22767"/>
                  </a:cubicBezTo>
                  <a:cubicBezTo>
                    <a:pt x="110794" y="10134"/>
                    <a:pt x="109616" y="7683"/>
                    <a:pt x="97832" y="4337"/>
                  </a:cubicBezTo>
                  <a:cubicBezTo>
                    <a:pt x="95946" y="3794"/>
                    <a:pt x="94037" y="3017"/>
                    <a:pt x="92128" y="2946"/>
                  </a:cubicBezTo>
                  <a:cubicBezTo>
                    <a:pt x="61490" y="1909"/>
                    <a:pt x="30827" y="966"/>
                    <a:pt x="189" y="0"/>
                  </a:cubicBezTo>
                  <a:cubicBezTo>
                    <a:pt x="118" y="896"/>
                    <a:pt x="71" y="1791"/>
                    <a:pt x="0" y="268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69" name="Google Shape;3569;p60"/>
            <p:cNvSpPr/>
            <p:nvPr/>
          </p:nvSpPr>
          <p:spPr>
            <a:xfrm>
              <a:off x="1138920" y="2923280"/>
              <a:ext cx="36297" cy="52054"/>
            </a:xfrm>
            <a:custGeom>
              <a:rect b="b" l="l" r="r" t="t"/>
              <a:pathLst>
                <a:path extrusionOk="0" h="52054" w="36297">
                  <a:moveTo>
                    <a:pt x="6010" y="215"/>
                  </a:moveTo>
                  <a:cubicBezTo>
                    <a:pt x="2828" y="1205"/>
                    <a:pt x="1249" y="7474"/>
                    <a:pt x="0" y="9643"/>
                  </a:cubicBezTo>
                  <a:cubicBezTo>
                    <a:pt x="1862" y="26235"/>
                    <a:pt x="6293" y="38749"/>
                    <a:pt x="16946" y="48342"/>
                  </a:cubicBezTo>
                  <a:cubicBezTo>
                    <a:pt x="21141" y="52136"/>
                    <a:pt x="26043" y="53362"/>
                    <a:pt x="31204" y="50416"/>
                  </a:cubicBezTo>
                  <a:cubicBezTo>
                    <a:pt x="36366" y="47470"/>
                    <a:pt x="37426" y="42355"/>
                    <a:pt x="35187" y="37571"/>
                  </a:cubicBezTo>
                  <a:cubicBezTo>
                    <a:pt x="30026" y="26541"/>
                    <a:pt x="24676" y="15488"/>
                    <a:pt x="18148" y="5259"/>
                  </a:cubicBezTo>
                  <a:cubicBezTo>
                    <a:pt x="16097" y="2054"/>
                    <a:pt x="9357" y="-822"/>
                    <a:pt x="6010" y="21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70" name="Google Shape;3570;p60"/>
            <p:cNvSpPr/>
            <p:nvPr/>
          </p:nvSpPr>
          <p:spPr>
            <a:xfrm>
              <a:off x="206183" y="3138543"/>
              <a:ext cx="41622" cy="60471"/>
            </a:xfrm>
            <a:custGeom>
              <a:rect b="b" l="l" r="r" t="t"/>
              <a:pathLst>
                <a:path extrusionOk="0" h="60471" w="41622">
                  <a:moveTo>
                    <a:pt x="22461" y="1450"/>
                  </a:moveTo>
                  <a:cubicBezTo>
                    <a:pt x="12043" y="5739"/>
                    <a:pt x="5656" y="14389"/>
                    <a:pt x="0" y="24122"/>
                  </a:cubicBezTo>
                  <a:cubicBezTo>
                    <a:pt x="5421" y="21436"/>
                    <a:pt x="10724" y="18513"/>
                    <a:pt x="16286" y="16156"/>
                  </a:cubicBezTo>
                  <a:cubicBezTo>
                    <a:pt x="18360" y="15261"/>
                    <a:pt x="20976" y="15638"/>
                    <a:pt x="23333" y="15449"/>
                  </a:cubicBezTo>
                  <a:cubicBezTo>
                    <a:pt x="23498" y="17735"/>
                    <a:pt x="24157" y="20139"/>
                    <a:pt x="23686" y="22331"/>
                  </a:cubicBezTo>
                  <a:cubicBezTo>
                    <a:pt x="22720" y="26903"/>
                    <a:pt x="20457" y="31287"/>
                    <a:pt x="20057" y="35859"/>
                  </a:cubicBezTo>
                  <a:cubicBezTo>
                    <a:pt x="19491" y="42129"/>
                    <a:pt x="19185" y="48751"/>
                    <a:pt x="20552" y="54808"/>
                  </a:cubicBezTo>
                  <a:cubicBezTo>
                    <a:pt x="22060" y="61525"/>
                    <a:pt x="27481" y="62421"/>
                    <a:pt x="31016" y="56670"/>
                  </a:cubicBezTo>
                  <a:cubicBezTo>
                    <a:pt x="39830" y="42388"/>
                    <a:pt x="44120" y="26809"/>
                    <a:pt x="40113" y="10052"/>
                  </a:cubicBezTo>
                  <a:cubicBezTo>
                    <a:pt x="37945" y="931"/>
                    <a:pt x="31087" y="-2109"/>
                    <a:pt x="22461" y="14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71" name="Google Shape;3571;p60"/>
            <p:cNvSpPr/>
            <p:nvPr/>
          </p:nvSpPr>
          <p:spPr>
            <a:xfrm>
              <a:off x="273948" y="3156773"/>
              <a:ext cx="20357" cy="72849"/>
            </a:xfrm>
            <a:custGeom>
              <a:rect b="b" l="l" r="r" t="t"/>
              <a:pathLst>
                <a:path extrusionOk="0" h="72849" w="20357">
                  <a:moveTo>
                    <a:pt x="3576" y="71223"/>
                  </a:moveTo>
                  <a:cubicBezTo>
                    <a:pt x="4731" y="71765"/>
                    <a:pt x="5909" y="72307"/>
                    <a:pt x="7064" y="72849"/>
                  </a:cubicBezTo>
                  <a:cubicBezTo>
                    <a:pt x="8054" y="70846"/>
                    <a:pt x="8926" y="68772"/>
                    <a:pt x="10057" y="66863"/>
                  </a:cubicBezTo>
                  <a:cubicBezTo>
                    <a:pt x="20852" y="48433"/>
                    <a:pt x="23232" y="28918"/>
                    <a:pt x="16869" y="8626"/>
                  </a:cubicBezTo>
                  <a:cubicBezTo>
                    <a:pt x="15808" y="5209"/>
                    <a:pt x="11424" y="2852"/>
                    <a:pt x="8596" y="0"/>
                  </a:cubicBezTo>
                  <a:cubicBezTo>
                    <a:pt x="6004" y="3300"/>
                    <a:pt x="1431" y="6458"/>
                    <a:pt x="1196" y="9899"/>
                  </a:cubicBezTo>
                  <a:cubicBezTo>
                    <a:pt x="88" y="26019"/>
                    <a:pt x="-101" y="42234"/>
                    <a:pt x="41" y="58402"/>
                  </a:cubicBezTo>
                  <a:cubicBezTo>
                    <a:pt x="64" y="62668"/>
                    <a:pt x="2327" y="66934"/>
                    <a:pt x="3576" y="71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72" name="Google Shape;3572;p60"/>
            <p:cNvSpPr/>
            <p:nvPr/>
          </p:nvSpPr>
          <p:spPr>
            <a:xfrm>
              <a:off x="245628" y="2882038"/>
              <a:ext cx="39110" cy="60416"/>
            </a:xfrm>
            <a:custGeom>
              <a:rect b="b" l="l" r="r" t="t"/>
              <a:pathLst>
                <a:path extrusionOk="0" h="60416" w="39110">
                  <a:moveTo>
                    <a:pt x="37789" y="0"/>
                  </a:moveTo>
                  <a:cubicBezTo>
                    <a:pt x="34631" y="1673"/>
                    <a:pt x="33075" y="2074"/>
                    <a:pt x="32156" y="3064"/>
                  </a:cubicBezTo>
                  <a:cubicBezTo>
                    <a:pt x="18604" y="17653"/>
                    <a:pt x="6797" y="33420"/>
                    <a:pt x="457" y="52581"/>
                  </a:cubicBezTo>
                  <a:cubicBezTo>
                    <a:pt x="-274" y="54773"/>
                    <a:pt x="-180" y="58873"/>
                    <a:pt x="1117" y="59722"/>
                  </a:cubicBezTo>
                  <a:cubicBezTo>
                    <a:pt x="2861" y="60877"/>
                    <a:pt x="6372" y="60429"/>
                    <a:pt x="8682" y="59557"/>
                  </a:cubicBezTo>
                  <a:cubicBezTo>
                    <a:pt x="23789" y="53853"/>
                    <a:pt x="38944" y="31699"/>
                    <a:pt x="39109" y="15154"/>
                  </a:cubicBezTo>
                  <a:cubicBezTo>
                    <a:pt x="39156" y="10606"/>
                    <a:pt x="38354" y="6033"/>
                    <a:pt x="37789"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73" name="Google Shape;3573;p60"/>
            <p:cNvSpPr/>
            <p:nvPr/>
          </p:nvSpPr>
          <p:spPr>
            <a:xfrm>
              <a:off x="183763" y="2948213"/>
              <a:ext cx="43408" cy="40419"/>
            </a:xfrm>
            <a:custGeom>
              <a:rect b="b" l="l" r="r" t="t"/>
              <a:pathLst>
                <a:path extrusionOk="0" h="40419" w="43408">
                  <a:moveTo>
                    <a:pt x="7" y="30973"/>
                  </a:moveTo>
                  <a:cubicBezTo>
                    <a:pt x="-205" y="39741"/>
                    <a:pt x="4367" y="42734"/>
                    <a:pt x="12239" y="38562"/>
                  </a:cubicBezTo>
                  <a:cubicBezTo>
                    <a:pt x="24754" y="31940"/>
                    <a:pt x="34040" y="21805"/>
                    <a:pt x="41558" y="10045"/>
                  </a:cubicBezTo>
                  <a:cubicBezTo>
                    <a:pt x="45117" y="4483"/>
                    <a:pt x="43514" y="1560"/>
                    <a:pt x="37009" y="405"/>
                  </a:cubicBezTo>
                  <a:cubicBezTo>
                    <a:pt x="19215" y="-2729"/>
                    <a:pt x="455" y="12779"/>
                    <a:pt x="7" y="3097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74" name="Google Shape;3574;p60"/>
            <p:cNvSpPr/>
            <p:nvPr/>
          </p:nvSpPr>
          <p:spPr>
            <a:xfrm>
              <a:off x="725180" y="3917369"/>
              <a:ext cx="85599" cy="16684"/>
            </a:xfrm>
            <a:custGeom>
              <a:rect b="b" l="l" r="r" t="t"/>
              <a:pathLst>
                <a:path extrusionOk="0" h="16684" w="85599">
                  <a:moveTo>
                    <a:pt x="0" y="4194"/>
                  </a:moveTo>
                  <a:cubicBezTo>
                    <a:pt x="10818" y="16308"/>
                    <a:pt x="74099" y="21352"/>
                    <a:pt x="85600" y="11382"/>
                  </a:cubicBezTo>
                  <a:cubicBezTo>
                    <a:pt x="72897" y="1154"/>
                    <a:pt x="10464" y="-4314"/>
                    <a:pt x="0" y="41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75" name="Google Shape;3575;p60"/>
            <p:cNvSpPr/>
            <p:nvPr/>
          </p:nvSpPr>
          <p:spPr>
            <a:xfrm>
              <a:off x="302847" y="3044918"/>
              <a:ext cx="21216" cy="73438"/>
            </a:xfrm>
            <a:custGeom>
              <a:rect b="b" l="l" r="r" t="t"/>
              <a:pathLst>
                <a:path extrusionOk="0" h="73438" w="21216">
                  <a:moveTo>
                    <a:pt x="15238" y="73439"/>
                  </a:moveTo>
                  <a:cubicBezTo>
                    <a:pt x="16959" y="70021"/>
                    <a:pt x="18349" y="68254"/>
                    <a:pt x="18773" y="66274"/>
                  </a:cubicBezTo>
                  <a:cubicBezTo>
                    <a:pt x="23204" y="45652"/>
                    <a:pt x="21861" y="25477"/>
                    <a:pt x="12669" y="6340"/>
                  </a:cubicBezTo>
                  <a:cubicBezTo>
                    <a:pt x="11349" y="3582"/>
                    <a:pt x="7343" y="2098"/>
                    <a:pt x="4585" y="0"/>
                  </a:cubicBezTo>
                  <a:cubicBezTo>
                    <a:pt x="3006" y="3252"/>
                    <a:pt x="131" y="6481"/>
                    <a:pt x="37" y="9781"/>
                  </a:cubicBezTo>
                  <a:cubicBezTo>
                    <a:pt x="-482" y="29295"/>
                    <a:pt x="4585" y="47844"/>
                    <a:pt x="11019" y="66038"/>
                  </a:cubicBezTo>
                  <a:cubicBezTo>
                    <a:pt x="11774" y="68183"/>
                    <a:pt x="13282" y="70045"/>
                    <a:pt x="15238" y="7343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76" name="Google Shape;3576;p60"/>
            <p:cNvSpPr/>
            <p:nvPr/>
          </p:nvSpPr>
          <p:spPr>
            <a:xfrm>
              <a:off x="650280" y="3887752"/>
              <a:ext cx="53236" cy="30841"/>
            </a:xfrm>
            <a:custGeom>
              <a:rect b="b" l="l" r="r" t="t"/>
              <a:pathLst>
                <a:path extrusionOk="0" h="30841" w="53236">
                  <a:moveTo>
                    <a:pt x="47961" y="12223"/>
                  </a:moveTo>
                  <a:cubicBezTo>
                    <a:pt x="36601" y="3620"/>
                    <a:pt x="23663" y="-669"/>
                    <a:pt x="9404" y="85"/>
                  </a:cubicBezTo>
                  <a:cubicBezTo>
                    <a:pt x="6198" y="250"/>
                    <a:pt x="3135" y="2890"/>
                    <a:pt x="0" y="4398"/>
                  </a:cubicBezTo>
                  <a:cubicBezTo>
                    <a:pt x="1650" y="7721"/>
                    <a:pt x="2451" y="12223"/>
                    <a:pt x="5114" y="14202"/>
                  </a:cubicBezTo>
                  <a:cubicBezTo>
                    <a:pt x="18666" y="24313"/>
                    <a:pt x="35258" y="26199"/>
                    <a:pt x="50813" y="30841"/>
                  </a:cubicBezTo>
                  <a:cubicBezTo>
                    <a:pt x="54537" y="23182"/>
                    <a:pt x="54254" y="16983"/>
                    <a:pt x="47961" y="12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77" name="Google Shape;3577;p60"/>
            <p:cNvSpPr/>
            <p:nvPr/>
          </p:nvSpPr>
          <p:spPr>
            <a:xfrm>
              <a:off x="273793" y="2995072"/>
              <a:ext cx="15487" cy="74664"/>
            </a:xfrm>
            <a:custGeom>
              <a:rect b="b" l="l" r="r" t="t"/>
              <a:pathLst>
                <a:path extrusionOk="0" h="74664" w="15487">
                  <a:moveTo>
                    <a:pt x="5122" y="74664"/>
                  </a:moveTo>
                  <a:cubicBezTo>
                    <a:pt x="6843" y="71412"/>
                    <a:pt x="9199" y="68324"/>
                    <a:pt x="10142" y="64836"/>
                  </a:cubicBezTo>
                  <a:cubicBezTo>
                    <a:pt x="14809" y="47561"/>
                    <a:pt x="17000" y="29979"/>
                    <a:pt x="14337" y="12114"/>
                  </a:cubicBezTo>
                  <a:cubicBezTo>
                    <a:pt x="13607" y="7212"/>
                    <a:pt x="14361" y="71"/>
                    <a:pt x="7856" y="0"/>
                  </a:cubicBezTo>
                  <a:cubicBezTo>
                    <a:pt x="5381" y="-24"/>
                    <a:pt x="880" y="7471"/>
                    <a:pt x="668" y="11713"/>
                  </a:cubicBezTo>
                  <a:cubicBezTo>
                    <a:pt x="-252" y="29154"/>
                    <a:pt x="8" y="46665"/>
                    <a:pt x="126" y="64129"/>
                  </a:cubicBezTo>
                  <a:cubicBezTo>
                    <a:pt x="149" y="67405"/>
                    <a:pt x="1540" y="70681"/>
                    <a:pt x="2294" y="73957"/>
                  </a:cubicBezTo>
                  <a:cubicBezTo>
                    <a:pt x="3213" y="74216"/>
                    <a:pt x="4179" y="74429"/>
                    <a:pt x="5122" y="7466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78" name="Google Shape;3578;p60"/>
            <p:cNvSpPr/>
            <p:nvPr/>
          </p:nvSpPr>
          <p:spPr>
            <a:xfrm>
              <a:off x="844279" y="3812063"/>
              <a:ext cx="47590" cy="27176"/>
            </a:xfrm>
            <a:custGeom>
              <a:rect b="b" l="l" r="r" t="t"/>
              <a:pathLst>
                <a:path extrusionOk="0" h="27176" w="47590">
                  <a:moveTo>
                    <a:pt x="8004" y="2029"/>
                  </a:moveTo>
                  <a:cubicBezTo>
                    <a:pt x="-1187" y="4857"/>
                    <a:pt x="-2649" y="11527"/>
                    <a:pt x="4587" y="17726"/>
                  </a:cubicBezTo>
                  <a:cubicBezTo>
                    <a:pt x="11492" y="23641"/>
                    <a:pt x="19623" y="26870"/>
                    <a:pt x="30983" y="27176"/>
                  </a:cubicBezTo>
                  <a:cubicBezTo>
                    <a:pt x="32774" y="26634"/>
                    <a:pt x="37158" y="26352"/>
                    <a:pt x="40010" y="24160"/>
                  </a:cubicBezTo>
                  <a:cubicBezTo>
                    <a:pt x="43404" y="21544"/>
                    <a:pt x="47151" y="17443"/>
                    <a:pt x="47575" y="13625"/>
                  </a:cubicBezTo>
                  <a:cubicBezTo>
                    <a:pt x="47882" y="10891"/>
                    <a:pt x="43545" y="6436"/>
                    <a:pt x="40269" y="4740"/>
                  </a:cubicBezTo>
                  <a:cubicBezTo>
                    <a:pt x="30064" y="-563"/>
                    <a:pt x="19034" y="-1341"/>
                    <a:pt x="8004" y="20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79" name="Google Shape;3579;p60"/>
            <p:cNvSpPr/>
            <p:nvPr/>
          </p:nvSpPr>
          <p:spPr>
            <a:xfrm>
              <a:off x="272219" y="3249109"/>
              <a:ext cx="24684" cy="63238"/>
            </a:xfrm>
            <a:custGeom>
              <a:rect b="b" l="l" r="r" t="t"/>
              <a:pathLst>
                <a:path extrusionOk="0" h="63238" w="24684">
                  <a:moveTo>
                    <a:pt x="19753" y="63026"/>
                  </a:moveTo>
                  <a:cubicBezTo>
                    <a:pt x="21167" y="57417"/>
                    <a:pt x="23170" y="51855"/>
                    <a:pt x="23901" y="46151"/>
                  </a:cubicBezTo>
                  <a:cubicBezTo>
                    <a:pt x="26022" y="29418"/>
                    <a:pt x="24608" y="13509"/>
                    <a:pt x="9925" y="2102"/>
                  </a:cubicBezTo>
                  <a:cubicBezTo>
                    <a:pt x="8039" y="641"/>
                    <a:pt x="4858" y="-396"/>
                    <a:pt x="2713" y="146"/>
                  </a:cubicBezTo>
                  <a:cubicBezTo>
                    <a:pt x="1346" y="476"/>
                    <a:pt x="-68" y="4105"/>
                    <a:pt x="3" y="6203"/>
                  </a:cubicBezTo>
                  <a:cubicBezTo>
                    <a:pt x="497" y="26849"/>
                    <a:pt x="8958" y="45044"/>
                    <a:pt x="17255" y="63238"/>
                  </a:cubicBezTo>
                  <a:cubicBezTo>
                    <a:pt x="18056" y="63191"/>
                    <a:pt x="18904" y="63120"/>
                    <a:pt x="19753" y="6302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80" name="Google Shape;3580;p60"/>
            <p:cNvSpPr/>
            <p:nvPr/>
          </p:nvSpPr>
          <p:spPr>
            <a:xfrm>
              <a:off x="353673" y="2233375"/>
              <a:ext cx="66415" cy="25761"/>
            </a:xfrm>
            <a:custGeom>
              <a:rect b="b" l="l" r="r" t="t"/>
              <a:pathLst>
                <a:path extrusionOk="0" h="25761" w="66415">
                  <a:moveTo>
                    <a:pt x="66415" y="2140"/>
                  </a:moveTo>
                  <a:cubicBezTo>
                    <a:pt x="52816" y="-5685"/>
                    <a:pt x="7966" y="9352"/>
                    <a:pt x="0" y="24600"/>
                  </a:cubicBezTo>
                  <a:cubicBezTo>
                    <a:pt x="19208" y="29502"/>
                    <a:pt x="52887" y="18284"/>
                    <a:pt x="66415" y="214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81" name="Google Shape;3581;p60"/>
            <p:cNvSpPr/>
            <p:nvPr/>
          </p:nvSpPr>
          <p:spPr>
            <a:xfrm>
              <a:off x="744105" y="2539634"/>
              <a:ext cx="66910" cy="16852"/>
            </a:xfrm>
            <a:custGeom>
              <a:rect b="b" l="l" r="r" t="t"/>
              <a:pathLst>
                <a:path extrusionOk="0" h="16852" w="66910">
                  <a:moveTo>
                    <a:pt x="19090" y="4224"/>
                  </a:moveTo>
                  <a:cubicBezTo>
                    <a:pt x="12562" y="5285"/>
                    <a:pt x="6340" y="8372"/>
                    <a:pt x="0" y="10540"/>
                  </a:cubicBezTo>
                  <a:cubicBezTo>
                    <a:pt x="118" y="11931"/>
                    <a:pt x="212" y="13298"/>
                    <a:pt x="330" y="14688"/>
                  </a:cubicBezTo>
                  <a:cubicBezTo>
                    <a:pt x="12468" y="15490"/>
                    <a:pt x="24605" y="17045"/>
                    <a:pt x="36719" y="16833"/>
                  </a:cubicBezTo>
                  <a:cubicBezTo>
                    <a:pt x="44662" y="16715"/>
                    <a:pt x="52722" y="14547"/>
                    <a:pt x="60429" y="12285"/>
                  </a:cubicBezTo>
                  <a:cubicBezTo>
                    <a:pt x="63045" y="11530"/>
                    <a:pt x="64789" y="7736"/>
                    <a:pt x="66910" y="5308"/>
                  </a:cubicBezTo>
                  <a:cubicBezTo>
                    <a:pt x="64059" y="3446"/>
                    <a:pt x="61112" y="-160"/>
                    <a:pt x="58402" y="5"/>
                  </a:cubicBezTo>
                  <a:cubicBezTo>
                    <a:pt x="45251" y="807"/>
                    <a:pt x="32100" y="2127"/>
                    <a:pt x="19090" y="422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82" name="Google Shape;3582;p60"/>
            <p:cNvSpPr/>
            <p:nvPr/>
          </p:nvSpPr>
          <p:spPr>
            <a:xfrm>
              <a:off x="1155324" y="3913500"/>
              <a:ext cx="33592" cy="33118"/>
            </a:xfrm>
            <a:custGeom>
              <a:rect b="b" l="l" r="r" t="t"/>
              <a:pathLst>
                <a:path extrusionOk="0" h="33118" w="33592">
                  <a:moveTo>
                    <a:pt x="22248" y="3"/>
                  </a:moveTo>
                  <a:cubicBezTo>
                    <a:pt x="12091" y="-186"/>
                    <a:pt x="-23" y="9053"/>
                    <a:pt x="0" y="16925"/>
                  </a:cubicBezTo>
                  <a:cubicBezTo>
                    <a:pt x="24" y="24137"/>
                    <a:pt x="10182" y="32975"/>
                    <a:pt x="18525" y="33116"/>
                  </a:cubicBezTo>
                  <a:cubicBezTo>
                    <a:pt x="27528" y="33258"/>
                    <a:pt x="33326" y="26258"/>
                    <a:pt x="33585" y="14992"/>
                  </a:cubicBezTo>
                  <a:cubicBezTo>
                    <a:pt x="33797" y="5518"/>
                    <a:pt x="29720" y="144"/>
                    <a:pt x="22248" y="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83" name="Google Shape;3583;p60"/>
            <p:cNvSpPr/>
            <p:nvPr/>
          </p:nvSpPr>
          <p:spPr>
            <a:xfrm>
              <a:off x="614610" y="2571373"/>
              <a:ext cx="41969" cy="39442"/>
            </a:xfrm>
            <a:custGeom>
              <a:rect b="b" l="l" r="r" t="t"/>
              <a:pathLst>
                <a:path extrusionOk="0" h="39442" w="41969">
                  <a:moveTo>
                    <a:pt x="670" y="31900"/>
                  </a:moveTo>
                  <a:cubicBezTo>
                    <a:pt x="-861" y="35718"/>
                    <a:pt x="-37" y="39419"/>
                    <a:pt x="5973" y="39442"/>
                  </a:cubicBezTo>
                  <a:cubicBezTo>
                    <a:pt x="6704" y="39230"/>
                    <a:pt x="7906" y="39018"/>
                    <a:pt x="9037" y="38547"/>
                  </a:cubicBezTo>
                  <a:cubicBezTo>
                    <a:pt x="23320" y="32749"/>
                    <a:pt x="33831" y="22591"/>
                    <a:pt x="41279" y="9346"/>
                  </a:cubicBezTo>
                  <a:cubicBezTo>
                    <a:pt x="42575" y="7036"/>
                    <a:pt x="41632" y="3453"/>
                    <a:pt x="41726" y="460"/>
                  </a:cubicBezTo>
                  <a:cubicBezTo>
                    <a:pt x="38686" y="460"/>
                    <a:pt x="34821" y="-718"/>
                    <a:pt x="32770" y="696"/>
                  </a:cubicBezTo>
                  <a:cubicBezTo>
                    <a:pt x="24121" y="6635"/>
                    <a:pt x="15683" y="12999"/>
                    <a:pt x="7859" y="19998"/>
                  </a:cubicBezTo>
                  <a:cubicBezTo>
                    <a:pt x="4536" y="22968"/>
                    <a:pt x="2367" y="27635"/>
                    <a:pt x="670" y="3190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84" name="Google Shape;3584;p60"/>
            <p:cNvSpPr/>
            <p:nvPr/>
          </p:nvSpPr>
          <p:spPr>
            <a:xfrm>
              <a:off x="601629" y="3717698"/>
              <a:ext cx="41788" cy="33354"/>
            </a:xfrm>
            <a:custGeom>
              <a:rect b="b" l="l" r="r" t="t"/>
              <a:pathLst>
                <a:path extrusionOk="0" h="33354" w="41788">
                  <a:moveTo>
                    <a:pt x="6" y="6552"/>
                  </a:moveTo>
                  <a:cubicBezTo>
                    <a:pt x="760" y="17983"/>
                    <a:pt x="20298" y="34622"/>
                    <a:pt x="31729" y="33278"/>
                  </a:cubicBezTo>
                  <a:cubicBezTo>
                    <a:pt x="35146" y="32878"/>
                    <a:pt x="39082" y="30285"/>
                    <a:pt x="41156" y="27504"/>
                  </a:cubicBezTo>
                  <a:cubicBezTo>
                    <a:pt x="42429" y="25784"/>
                    <a:pt x="41651" y="20787"/>
                    <a:pt x="39977" y="18949"/>
                  </a:cubicBezTo>
                  <a:cubicBezTo>
                    <a:pt x="30739" y="8815"/>
                    <a:pt x="18648" y="3630"/>
                    <a:pt x="3706" y="0"/>
                  </a:cubicBezTo>
                  <a:cubicBezTo>
                    <a:pt x="2410" y="2145"/>
                    <a:pt x="-136" y="4454"/>
                    <a:pt x="6" y="655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85" name="Google Shape;3585;p60"/>
            <p:cNvSpPr/>
            <p:nvPr/>
          </p:nvSpPr>
          <p:spPr>
            <a:xfrm>
              <a:off x="205446" y="2886289"/>
              <a:ext cx="39182" cy="41739"/>
            </a:xfrm>
            <a:custGeom>
              <a:rect b="b" l="l" r="r" t="t"/>
              <a:pathLst>
                <a:path extrusionOk="0" h="41739" w="39182">
                  <a:moveTo>
                    <a:pt x="37857" y="10692"/>
                  </a:moveTo>
                  <a:cubicBezTo>
                    <a:pt x="38564" y="9137"/>
                    <a:pt x="38918" y="7440"/>
                    <a:pt x="39177" y="6615"/>
                  </a:cubicBezTo>
                  <a:cubicBezTo>
                    <a:pt x="39319" y="416"/>
                    <a:pt x="36443" y="-1493"/>
                    <a:pt x="30716" y="1171"/>
                  </a:cubicBezTo>
                  <a:cubicBezTo>
                    <a:pt x="16764" y="7699"/>
                    <a:pt x="6983" y="18587"/>
                    <a:pt x="643" y="32446"/>
                  </a:cubicBezTo>
                  <a:cubicBezTo>
                    <a:pt x="-535" y="34991"/>
                    <a:pt x="290" y="38455"/>
                    <a:pt x="172" y="41496"/>
                  </a:cubicBezTo>
                  <a:cubicBezTo>
                    <a:pt x="3377" y="41402"/>
                    <a:pt x="7195" y="42368"/>
                    <a:pt x="9717" y="41001"/>
                  </a:cubicBezTo>
                  <a:cubicBezTo>
                    <a:pt x="22491" y="34190"/>
                    <a:pt x="31871" y="23914"/>
                    <a:pt x="37857" y="1069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86" name="Google Shape;3586;p60"/>
            <p:cNvSpPr/>
            <p:nvPr/>
          </p:nvSpPr>
          <p:spPr>
            <a:xfrm>
              <a:off x="456519" y="3259342"/>
              <a:ext cx="27537" cy="63021"/>
            </a:xfrm>
            <a:custGeom>
              <a:rect b="b" l="l" r="r" t="t"/>
              <a:pathLst>
                <a:path extrusionOk="0" h="63021" w="27537">
                  <a:moveTo>
                    <a:pt x="1916" y="0"/>
                  </a:moveTo>
                  <a:cubicBezTo>
                    <a:pt x="1279" y="4337"/>
                    <a:pt x="-606" y="8909"/>
                    <a:pt x="195" y="12939"/>
                  </a:cubicBezTo>
                  <a:cubicBezTo>
                    <a:pt x="3518" y="29366"/>
                    <a:pt x="11178" y="44049"/>
                    <a:pt x="20346" y="57931"/>
                  </a:cubicBezTo>
                  <a:cubicBezTo>
                    <a:pt x="21595" y="59816"/>
                    <a:pt x="23433" y="61348"/>
                    <a:pt x="24989" y="63021"/>
                  </a:cubicBezTo>
                  <a:cubicBezTo>
                    <a:pt x="25625" y="62691"/>
                    <a:pt x="26238" y="62338"/>
                    <a:pt x="26874" y="62008"/>
                  </a:cubicBezTo>
                  <a:cubicBezTo>
                    <a:pt x="27110" y="60123"/>
                    <a:pt x="27581" y="58237"/>
                    <a:pt x="27534" y="56352"/>
                  </a:cubicBezTo>
                  <a:cubicBezTo>
                    <a:pt x="27134" y="38558"/>
                    <a:pt x="20652" y="22626"/>
                    <a:pt x="11720" y="7660"/>
                  </a:cubicBezTo>
                  <a:cubicBezTo>
                    <a:pt x="9764" y="4337"/>
                    <a:pt x="5262" y="2522"/>
                    <a:pt x="1916"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87" name="Google Shape;3587;p60"/>
            <p:cNvSpPr/>
            <p:nvPr/>
          </p:nvSpPr>
          <p:spPr>
            <a:xfrm>
              <a:off x="1059613" y="2484313"/>
              <a:ext cx="49611" cy="25818"/>
            </a:xfrm>
            <a:custGeom>
              <a:rect b="b" l="l" r="r" t="t"/>
              <a:pathLst>
                <a:path extrusionOk="0" h="25818" w="49611">
                  <a:moveTo>
                    <a:pt x="43413" y="10688"/>
                  </a:moveTo>
                  <a:cubicBezTo>
                    <a:pt x="33773" y="3334"/>
                    <a:pt x="22555" y="-719"/>
                    <a:pt x="10323" y="106"/>
                  </a:cubicBezTo>
                  <a:cubicBezTo>
                    <a:pt x="6764" y="341"/>
                    <a:pt x="3441" y="3712"/>
                    <a:pt x="0" y="5644"/>
                  </a:cubicBezTo>
                  <a:cubicBezTo>
                    <a:pt x="2239" y="8684"/>
                    <a:pt x="3818" y="13233"/>
                    <a:pt x="6811" y="14506"/>
                  </a:cubicBezTo>
                  <a:cubicBezTo>
                    <a:pt x="17087" y="18913"/>
                    <a:pt x="27858" y="22165"/>
                    <a:pt x="38346" y="25819"/>
                  </a:cubicBezTo>
                  <a:cubicBezTo>
                    <a:pt x="42988" y="23674"/>
                    <a:pt x="46288" y="22142"/>
                    <a:pt x="49611" y="20610"/>
                  </a:cubicBezTo>
                  <a:cubicBezTo>
                    <a:pt x="47584" y="17240"/>
                    <a:pt x="46312" y="12880"/>
                    <a:pt x="43413" y="1068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88" name="Google Shape;3588;p60"/>
            <p:cNvSpPr/>
            <p:nvPr/>
          </p:nvSpPr>
          <p:spPr>
            <a:xfrm>
              <a:off x="1216188" y="3885281"/>
              <a:ext cx="33982" cy="29824"/>
            </a:xfrm>
            <a:custGeom>
              <a:rect b="b" l="l" r="r" t="t"/>
              <a:pathLst>
                <a:path extrusionOk="0" h="29824" w="33982">
                  <a:moveTo>
                    <a:pt x="18867" y="270"/>
                  </a:moveTo>
                  <a:cubicBezTo>
                    <a:pt x="10170" y="1849"/>
                    <a:pt x="4208" y="7246"/>
                    <a:pt x="1144" y="15448"/>
                  </a:cubicBezTo>
                  <a:cubicBezTo>
                    <a:pt x="-2014" y="23862"/>
                    <a:pt x="1379" y="28340"/>
                    <a:pt x="11184" y="29825"/>
                  </a:cubicBezTo>
                  <a:cubicBezTo>
                    <a:pt x="17217" y="26808"/>
                    <a:pt x="23604" y="24333"/>
                    <a:pt x="29143" y="20562"/>
                  </a:cubicBezTo>
                  <a:cubicBezTo>
                    <a:pt x="33762" y="17404"/>
                    <a:pt x="35365" y="11936"/>
                    <a:pt x="32678" y="6657"/>
                  </a:cubicBezTo>
                  <a:cubicBezTo>
                    <a:pt x="29921" y="1260"/>
                    <a:pt x="24688" y="-791"/>
                    <a:pt x="18867" y="27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89" name="Google Shape;3589;p60"/>
            <p:cNvSpPr/>
            <p:nvPr/>
          </p:nvSpPr>
          <p:spPr>
            <a:xfrm>
              <a:off x="177611" y="3034557"/>
              <a:ext cx="27300" cy="35124"/>
            </a:xfrm>
            <a:custGeom>
              <a:rect b="b" l="l" r="r" t="t"/>
              <a:pathLst>
                <a:path extrusionOk="0" h="35124" w="27300">
                  <a:moveTo>
                    <a:pt x="10590" y="4021"/>
                  </a:moveTo>
                  <a:cubicBezTo>
                    <a:pt x="6772" y="7627"/>
                    <a:pt x="3567" y="12270"/>
                    <a:pt x="1304" y="17031"/>
                  </a:cubicBezTo>
                  <a:cubicBezTo>
                    <a:pt x="-1925" y="23819"/>
                    <a:pt x="1116" y="30866"/>
                    <a:pt x="7408" y="33812"/>
                  </a:cubicBezTo>
                  <a:cubicBezTo>
                    <a:pt x="13984" y="36875"/>
                    <a:pt x="20347" y="34542"/>
                    <a:pt x="23741" y="27189"/>
                  </a:cubicBezTo>
                  <a:cubicBezTo>
                    <a:pt x="25556" y="23253"/>
                    <a:pt x="26310" y="18822"/>
                    <a:pt x="27300" y="15452"/>
                  </a:cubicBezTo>
                  <a:cubicBezTo>
                    <a:pt x="26782" y="12482"/>
                    <a:pt x="26593" y="10503"/>
                    <a:pt x="26098" y="8641"/>
                  </a:cubicBezTo>
                  <a:cubicBezTo>
                    <a:pt x="23529" y="-787"/>
                    <a:pt x="17731" y="-2766"/>
                    <a:pt x="10590" y="402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90" name="Google Shape;3590;p60"/>
            <p:cNvSpPr/>
            <p:nvPr/>
          </p:nvSpPr>
          <p:spPr>
            <a:xfrm>
              <a:off x="703551" y="3938976"/>
              <a:ext cx="27543" cy="34163"/>
            </a:xfrm>
            <a:custGeom>
              <a:rect b="b" l="l" r="r" t="t"/>
              <a:pathLst>
                <a:path extrusionOk="0" h="34163" w="27543">
                  <a:moveTo>
                    <a:pt x="11895" y="970"/>
                  </a:moveTo>
                  <a:cubicBezTo>
                    <a:pt x="7370" y="-1387"/>
                    <a:pt x="4329" y="829"/>
                    <a:pt x="2161" y="4623"/>
                  </a:cubicBezTo>
                  <a:cubicBezTo>
                    <a:pt x="-2058" y="11953"/>
                    <a:pt x="87" y="27037"/>
                    <a:pt x="6969" y="31892"/>
                  </a:cubicBezTo>
                  <a:cubicBezTo>
                    <a:pt x="9962" y="33989"/>
                    <a:pt x="15618" y="34885"/>
                    <a:pt x="18824" y="33494"/>
                  </a:cubicBezTo>
                  <a:cubicBezTo>
                    <a:pt x="22713" y="31821"/>
                    <a:pt x="25305" y="27131"/>
                    <a:pt x="27544" y="24727"/>
                  </a:cubicBezTo>
                  <a:cubicBezTo>
                    <a:pt x="25211" y="13014"/>
                    <a:pt x="20591" y="5519"/>
                    <a:pt x="11895" y="97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91" name="Google Shape;3591;p60"/>
            <p:cNvSpPr/>
            <p:nvPr/>
          </p:nvSpPr>
          <p:spPr>
            <a:xfrm>
              <a:off x="392632" y="3641995"/>
              <a:ext cx="27649" cy="35120"/>
            </a:xfrm>
            <a:custGeom>
              <a:rect b="b" l="l" r="r" t="t"/>
              <a:pathLst>
                <a:path extrusionOk="0" h="35120" w="27649">
                  <a:moveTo>
                    <a:pt x="14023" y="2029"/>
                  </a:moveTo>
                  <a:cubicBezTo>
                    <a:pt x="9993" y="-2001"/>
                    <a:pt x="4431" y="332"/>
                    <a:pt x="2310" y="5870"/>
                  </a:cubicBezTo>
                  <a:cubicBezTo>
                    <a:pt x="1273" y="8581"/>
                    <a:pt x="919" y="11574"/>
                    <a:pt x="0" y="15580"/>
                  </a:cubicBezTo>
                  <a:cubicBezTo>
                    <a:pt x="1461" y="19681"/>
                    <a:pt x="2640" y="24796"/>
                    <a:pt x="5020" y="29227"/>
                  </a:cubicBezTo>
                  <a:cubicBezTo>
                    <a:pt x="7943" y="34647"/>
                    <a:pt x="13033" y="36391"/>
                    <a:pt x="18996" y="34199"/>
                  </a:cubicBezTo>
                  <a:cubicBezTo>
                    <a:pt x="24912" y="32031"/>
                    <a:pt x="29460" y="25503"/>
                    <a:pt x="26939" y="20200"/>
                  </a:cubicBezTo>
                  <a:cubicBezTo>
                    <a:pt x="23804" y="13577"/>
                    <a:pt x="19255" y="7237"/>
                    <a:pt x="14023" y="202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92" name="Google Shape;3592;p60"/>
            <p:cNvSpPr/>
            <p:nvPr/>
          </p:nvSpPr>
          <p:spPr>
            <a:xfrm>
              <a:off x="487847" y="3196528"/>
              <a:ext cx="26544" cy="35131"/>
            </a:xfrm>
            <a:custGeom>
              <a:rect b="b" l="l" r="r" t="t"/>
              <a:pathLst>
                <a:path extrusionOk="0" h="35131" w="26544">
                  <a:moveTo>
                    <a:pt x="17959" y="34321"/>
                  </a:moveTo>
                  <a:cubicBezTo>
                    <a:pt x="24370" y="32035"/>
                    <a:pt x="28423" y="25930"/>
                    <a:pt x="25666" y="19213"/>
                  </a:cubicBezTo>
                  <a:cubicBezTo>
                    <a:pt x="23120" y="12944"/>
                    <a:pt x="18666" y="7005"/>
                    <a:pt x="13740" y="2315"/>
                  </a:cubicBezTo>
                  <a:cubicBezTo>
                    <a:pt x="8838" y="-2351"/>
                    <a:pt x="2687" y="430"/>
                    <a:pt x="943" y="7147"/>
                  </a:cubicBezTo>
                  <a:cubicBezTo>
                    <a:pt x="330" y="9503"/>
                    <a:pt x="424" y="12025"/>
                    <a:pt x="0" y="16220"/>
                  </a:cubicBezTo>
                  <a:cubicBezTo>
                    <a:pt x="707" y="18860"/>
                    <a:pt x="1296" y="23291"/>
                    <a:pt x="3040" y="27227"/>
                  </a:cubicBezTo>
                  <a:cubicBezTo>
                    <a:pt x="6222" y="34226"/>
                    <a:pt x="11690" y="36536"/>
                    <a:pt x="17959" y="3432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93" name="Google Shape;3593;p60"/>
            <p:cNvSpPr/>
            <p:nvPr/>
          </p:nvSpPr>
          <p:spPr>
            <a:xfrm>
              <a:off x="1054659" y="3920419"/>
              <a:ext cx="34603" cy="26311"/>
            </a:xfrm>
            <a:custGeom>
              <a:rect b="b" l="l" r="r" t="t"/>
              <a:pathLst>
                <a:path extrusionOk="0" h="26311" w="34603">
                  <a:moveTo>
                    <a:pt x="27981" y="1167"/>
                  </a:moveTo>
                  <a:cubicBezTo>
                    <a:pt x="20462" y="-836"/>
                    <a:pt x="12756" y="-482"/>
                    <a:pt x="5874" y="3972"/>
                  </a:cubicBezTo>
                  <a:cubicBezTo>
                    <a:pt x="-2352" y="9299"/>
                    <a:pt x="-1833" y="20493"/>
                    <a:pt x="6769" y="25160"/>
                  </a:cubicBezTo>
                  <a:cubicBezTo>
                    <a:pt x="15631" y="29968"/>
                    <a:pt x="34368" y="18938"/>
                    <a:pt x="34603" y="6635"/>
                  </a:cubicBezTo>
                  <a:cubicBezTo>
                    <a:pt x="33119" y="5339"/>
                    <a:pt x="30903" y="1922"/>
                    <a:pt x="27981" y="11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94" name="Google Shape;3594;p60"/>
            <p:cNvSpPr/>
            <p:nvPr/>
          </p:nvSpPr>
          <p:spPr>
            <a:xfrm>
              <a:off x="1017722" y="3345274"/>
              <a:ext cx="18939" cy="46993"/>
            </a:xfrm>
            <a:custGeom>
              <a:rect b="b" l="l" r="r" t="t"/>
              <a:pathLst>
                <a:path extrusionOk="0" h="46993" w="18939">
                  <a:moveTo>
                    <a:pt x="14034" y="46994"/>
                  </a:moveTo>
                  <a:cubicBezTo>
                    <a:pt x="14693" y="46051"/>
                    <a:pt x="15919" y="45132"/>
                    <a:pt x="15990" y="44118"/>
                  </a:cubicBezTo>
                  <a:cubicBezTo>
                    <a:pt x="17145" y="30873"/>
                    <a:pt x="18582" y="17651"/>
                    <a:pt x="18936" y="4382"/>
                  </a:cubicBezTo>
                  <a:cubicBezTo>
                    <a:pt x="19077" y="-1180"/>
                    <a:pt x="14788" y="-732"/>
                    <a:pt x="11040" y="1790"/>
                  </a:cubicBezTo>
                  <a:cubicBezTo>
                    <a:pt x="-4868" y="12513"/>
                    <a:pt x="-3336" y="37519"/>
                    <a:pt x="14034" y="4699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95" name="Google Shape;3595;p60"/>
            <p:cNvSpPr/>
            <p:nvPr/>
          </p:nvSpPr>
          <p:spPr>
            <a:xfrm>
              <a:off x="663655" y="3166531"/>
              <a:ext cx="22848" cy="48833"/>
            </a:xfrm>
            <a:custGeom>
              <a:rect b="b" l="l" r="r" t="t"/>
              <a:pathLst>
                <a:path extrusionOk="0" h="48833" w="22848">
                  <a:moveTo>
                    <a:pt x="271" y="754"/>
                  </a:moveTo>
                  <a:cubicBezTo>
                    <a:pt x="271" y="7283"/>
                    <a:pt x="-437" y="13905"/>
                    <a:pt x="436" y="20316"/>
                  </a:cubicBezTo>
                  <a:cubicBezTo>
                    <a:pt x="1802" y="30309"/>
                    <a:pt x="3711" y="40420"/>
                    <a:pt x="13209" y="46665"/>
                  </a:cubicBezTo>
                  <a:cubicBezTo>
                    <a:pt x="19149" y="50577"/>
                    <a:pt x="22849" y="49234"/>
                    <a:pt x="22849" y="42329"/>
                  </a:cubicBezTo>
                  <a:cubicBezTo>
                    <a:pt x="22872" y="25336"/>
                    <a:pt x="12974" y="12845"/>
                    <a:pt x="4065" y="0"/>
                  </a:cubicBezTo>
                  <a:cubicBezTo>
                    <a:pt x="2816" y="259"/>
                    <a:pt x="1543" y="519"/>
                    <a:pt x="271" y="75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96" name="Google Shape;3596;p60"/>
            <p:cNvSpPr/>
            <p:nvPr/>
          </p:nvSpPr>
          <p:spPr>
            <a:xfrm>
              <a:off x="1365507" y="3612300"/>
              <a:ext cx="34833" cy="38957"/>
            </a:xfrm>
            <a:custGeom>
              <a:rect b="b" l="l" r="r" t="t"/>
              <a:pathLst>
                <a:path extrusionOk="0" h="38957" w="34833">
                  <a:moveTo>
                    <a:pt x="988" y="29837"/>
                  </a:moveTo>
                  <a:cubicBezTo>
                    <a:pt x="-285" y="31487"/>
                    <a:pt x="-332" y="35635"/>
                    <a:pt x="870" y="37214"/>
                  </a:cubicBezTo>
                  <a:cubicBezTo>
                    <a:pt x="2025" y="38723"/>
                    <a:pt x="5819" y="39312"/>
                    <a:pt x="8035" y="38746"/>
                  </a:cubicBezTo>
                  <a:cubicBezTo>
                    <a:pt x="21728" y="35235"/>
                    <a:pt x="34997" y="16616"/>
                    <a:pt x="34832" y="0"/>
                  </a:cubicBezTo>
                  <a:cubicBezTo>
                    <a:pt x="21209" y="8555"/>
                    <a:pt x="10062" y="18077"/>
                    <a:pt x="988" y="2983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97" name="Google Shape;3597;p60"/>
            <p:cNvSpPr/>
            <p:nvPr/>
          </p:nvSpPr>
          <p:spPr>
            <a:xfrm>
              <a:off x="852306" y="3967506"/>
              <a:ext cx="34710" cy="20637"/>
            </a:xfrm>
            <a:custGeom>
              <a:rect b="b" l="l" r="r" t="t"/>
              <a:pathLst>
                <a:path extrusionOk="0" h="20637" w="34710">
                  <a:moveTo>
                    <a:pt x="1321" y="8806"/>
                  </a:moveTo>
                  <a:cubicBezTo>
                    <a:pt x="-1012" y="13072"/>
                    <a:pt x="-470" y="16536"/>
                    <a:pt x="4691" y="17880"/>
                  </a:cubicBezTo>
                  <a:cubicBezTo>
                    <a:pt x="9193" y="19035"/>
                    <a:pt x="13788" y="19742"/>
                    <a:pt x="18314" y="20637"/>
                  </a:cubicBezTo>
                  <a:cubicBezTo>
                    <a:pt x="21637" y="20072"/>
                    <a:pt x="24889" y="19907"/>
                    <a:pt x="27859" y="18940"/>
                  </a:cubicBezTo>
                  <a:cubicBezTo>
                    <a:pt x="35518" y="16466"/>
                    <a:pt x="36933" y="9749"/>
                    <a:pt x="31205" y="4257"/>
                  </a:cubicBezTo>
                  <a:cubicBezTo>
                    <a:pt x="23522" y="-3096"/>
                    <a:pt x="6412" y="-503"/>
                    <a:pt x="1321" y="880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98" name="Google Shape;3598;p60"/>
            <p:cNvSpPr/>
            <p:nvPr/>
          </p:nvSpPr>
          <p:spPr>
            <a:xfrm>
              <a:off x="802710" y="3663838"/>
              <a:ext cx="31291" cy="26580"/>
            </a:xfrm>
            <a:custGeom>
              <a:rect b="b" l="l" r="r" t="t"/>
              <a:pathLst>
                <a:path extrusionOk="0" h="26580" w="31291">
                  <a:moveTo>
                    <a:pt x="22777" y="26567"/>
                  </a:moveTo>
                  <a:cubicBezTo>
                    <a:pt x="30318" y="26874"/>
                    <a:pt x="33476" y="21830"/>
                    <a:pt x="29682" y="14924"/>
                  </a:cubicBezTo>
                  <a:cubicBezTo>
                    <a:pt x="25133" y="6676"/>
                    <a:pt x="17827" y="1821"/>
                    <a:pt x="8612" y="171"/>
                  </a:cubicBezTo>
                  <a:cubicBezTo>
                    <a:pt x="2084" y="-984"/>
                    <a:pt x="-1593" y="3871"/>
                    <a:pt x="670" y="10187"/>
                  </a:cubicBezTo>
                  <a:cubicBezTo>
                    <a:pt x="3521" y="18153"/>
                    <a:pt x="14433" y="26214"/>
                    <a:pt x="22777" y="265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599" name="Google Shape;3599;p60"/>
            <p:cNvSpPr/>
            <p:nvPr/>
          </p:nvSpPr>
          <p:spPr>
            <a:xfrm>
              <a:off x="770993" y="2664950"/>
              <a:ext cx="26730" cy="26539"/>
            </a:xfrm>
            <a:custGeom>
              <a:rect b="b" l="l" r="r" t="t"/>
              <a:pathLst>
                <a:path extrusionOk="0" h="26539" w="26730">
                  <a:moveTo>
                    <a:pt x="13390" y="1"/>
                  </a:moveTo>
                  <a:cubicBezTo>
                    <a:pt x="6461" y="95"/>
                    <a:pt x="145" y="6317"/>
                    <a:pt x="3" y="13176"/>
                  </a:cubicBezTo>
                  <a:cubicBezTo>
                    <a:pt x="-162" y="20553"/>
                    <a:pt x="6037" y="26586"/>
                    <a:pt x="13673" y="26539"/>
                  </a:cubicBezTo>
                  <a:cubicBezTo>
                    <a:pt x="21262" y="26492"/>
                    <a:pt x="26659" y="21165"/>
                    <a:pt x="26730" y="13647"/>
                  </a:cubicBezTo>
                  <a:cubicBezTo>
                    <a:pt x="26800" y="5987"/>
                    <a:pt x="20861" y="-93"/>
                    <a:pt x="13390" y="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600" name="Google Shape;3600;p60"/>
            <p:cNvSpPr/>
            <p:nvPr/>
          </p:nvSpPr>
          <p:spPr>
            <a:xfrm>
              <a:off x="317727" y="2940566"/>
              <a:ext cx="21710" cy="34107"/>
            </a:xfrm>
            <a:custGeom>
              <a:rect b="b" l="l" r="r" t="t"/>
              <a:pathLst>
                <a:path extrusionOk="0" h="34107" w="21710">
                  <a:moveTo>
                    <a:pt x="52" y="13450"/>
                  </a:moveTo>
                  <a:cubicBezTo>
                    <a:pt x="-585" y="21675"/>
                    <a:pt x="4765" y="27119"/>
                    <a:pt x="10280" y="32069"/>
                  </a:cubicBezTo>
                  <a:cubicBezTo>
                    <a:pt x="14145" y="35533"/>
                    <a:pt x="17728" y="34520"/>
                    <a:pt x="19142" y="29500"/>
                  </a:cubicBezTo>
                  <a:cubicBezTo>
                    <a:pt x="20509" y="24598"/>
                    <a:pt x="21075" y="19460"/>
                    <a:pt x="21711" y="15948"/>
                  </a:cubicBezTo>
                  <a:cubicBezTo>
                    <a:pt x="21711" y="5672"/>
                    <a:pt x="18600" y="370"/>
                    <a:pt x="13344" y="16"/>
                  </a:cubicBezTo>
                  <a:cubicBezTo>
                    <a:pt x="7287" y="-361"/>
                    <a:pt x="641" y="5979"/>
                    <a:pt x="52" y="1345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601" name="Google Shape;3601;p60"/>
            <p:cNvSpPr/>
            <p:nvPr/>
          </p:nvSpPr>
          <p:spPr>
            <a:xfrm>
              <a:off x="1176150" y="3654684"/>
              <a:ext cx="26138" cy="31666"/>
            </a:xfrm>
            <a:custGeom>
              <a:rect b="b" l="l" r="r" t="t"/>
              <a:pathLst>
                <a:path extrusionOk="0" h="31666" w="26138">
                  <a:moveTo>
                    <a:pt x="15116" y="1477"/>
                  </a:moveTo>
                  <a:cubicBezTo>
                    <a:pt x="6843" y="5884"/>
                    <a:pt x="1564" y="12790"/>
                    <a:pt x="173" y="22241"/>
                  </a:cubicBezTo>
                  <a:cubicBezTo>
                    <a:pt x="-981" y="30018"/>
                    <a:pt x="3756" y="33883"/>
                    <a:pt x="10755" y="30348"/>
                  </a:cubicBezTo>
                  <a:cubicBezTo>
                    <a:pt x="19617" y="25894"/>
                    <a:pt x="24944" y="18446"/>
                    <a:pt x="26122" y="9443"/>
                  </a:cubicBezTo>
                  <a:cubicBezTo>
                    <a:pt x="26452" y="935"/>
                    <a:pt x="21856" y="-2105"/>
                    <a:pt x="15116" y="147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602" name="Google Shape;3602;p60"/>
            <p:cNvSpPr/>
            <p:nvPr/>
          </p:nvSpPr>
          <p:spPr>
            <a:xfrm>
              <a:off x="839036" y="3893445"/>
              <a:ext cx="26399" cy="26403"/>
            </a:xfrm>
            <a:custGeom>
              <a:rect b="b" l="l" r="r" t="t"/>
              <a:pathLst>
                <a:path extrusionOk="0" h="26403" w="26399">
                  <a:moveTo>
                    <a:pt x="26399" y="13223"/>
                  </a:moveTo>
                  <a:cubicBezTo>
                    <a:pt x="26304" y="6011"/>
                    <a:pt x="20365" y="96"/>
                    <a:pt x="13106" y="1"/>
                  </a:cubicBezTo>
                  <a:cubicBezTo>
                    <a:pt x="5588" y="-93"/>
                    <a:pt x="120" y="5328"/>
                    <a:pt x="2" y="12940"/>
                  </a:cubicBezTo>
                  <a:cubicBezTo>
                    <a:pt x="-116" y="20977"/>
                    <a:pt x="4716" y="26185"/>
                    <a:pt x="12446" y="26398"/>
                  </a:cubicBezTo>
                  <a:cubicBezTo>
                    <a:pt x="20106" y="26610"/>
                    <a:pt x="26469" y="20576"/>
                    <a:pt x="26399" y="13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603" name="Google Shape;3603;p60"/>
            <p:cNvSpPr/>
            <p:nvPr/>
          </p:nvSpPr>
          <p:spPr>
            <a:xfrm>
              <a:off x="318149" y="3481100"/>
              <a:ext cx="22938" cy="32891"/>
            </a:xfrm>
            <a:custGeom>
              <a:rect b="b" l="l" r="r" t="t"/>
              <a:pathLst>
                <a:path extrusionOk="0" h="32891" w="22938">
                  <a:moveTo>
                    <a:pt x="13606" y="161"/>
                  </a:moveTo>
                  <a:cubicBezTo>
                    <a:pt x="10895" y="-923"/>
                    <a:pt x="4273" y="3696"/>
                    <a:pt x="1704" y="7349"/>
                  </a:cubicBezTo>
                  <a:cubicBezTo>
                    <a:pt x="-3387" y="14608"/>
                    <a:pt x="3731" y="30800"/>
                    <a:pt x="12498" y="32850"/>
                  </a:cubicBezTo>
                  <a:cubicBezTo>
                    <a:pt x="14218" y="33251"/>
                    <a:pt x="18037" y="30635"/>
                    <a:pt x="18673" y="28702"/>
                  </a:cubicBezTo>
                  <a:cubicBezTo>
                    <a:pt x="20275" y="23870"/>
                    <a:pt x="20605" y="18615"/>
                    <a:pt x="21454" y="13524"/>
                  </a:cubicBezTo>
                  <a:cubicBezTo>
                    <a:pt x="21949" y="13100"/>
                    <a:pt x="22444" y="12699"/>
                    <a:pt x="22939" y="12275"/>
                  </a:cubicBezTo>
                  <a:cubicBezTo>
                    <a:pt x="19922" y="8009"/>
                    <a:pt x="17683" y="1787"/>
                    <a:pt x="13606" y="16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604" name="Google Shape;3604;p60"/>
            <p:cNvSpPr/>
            <p:nvPr/>
          </p:nvSpPr>
          <p:spPr>
            <a:xfrm>
              <a:off x="447145" y="3206317"/>
              <a:ext cx="21267" cy="32733"/>
            </a:xfrm>
            <a:custGeom>
              <a:rect b="b" l="l" r="r" t="t"/>
              <a:pathLst>
                <a:path extrusionOk="0" h="32733" w="21267">
                  <a:moveTo>
                    <a:pt x="9144" y="67"/>
                  </a:moveTo>
                  <a:cubicBezTo>
                    <a:pt x="7424" y="-428"/>
                    <a:pt x="3441" y="1906"/>
                    <a:pt x="2734" y="3768"/>
                  </a:cubicBezTo>
                  <a:cubicBezTo>
                    <a:pt x="1037" y="8293"/>
                    <a:pt x="660" y="13313"/>
                    <a:pt x="0" y="16848"/>
                  </a:cubicBezTo>
                  <a:cubicBezTo>
                    <a:pt x="236" y="19723"/>
                    <a:pt x="-71" y="21420"/>
                    <a:pt x="589" y="22622"/>
                  </a:cubicBezTo>
                  <a:cubicBezTo>
                    <a:pt x="2569" y="26299"/>
                    <a:pt x="5020" y="32804"/>
                    <a:pt x="7070" y="32733"/>
                  </a:cubicBezTo>
                  <a:cubicBezTo>
                    <a:pt x="11218" y="32568"/>
                    <a:pt x="16404" y="29716"/>
                    <a:pt x="19020" y="26322"/>
                  </a:cubicBezTo>
                  <a:cubicBezTo>
                    <a:pt x="24817" y="18757"/>
                    <a:pt x="18642" y="2825"/>
                    <a:pt x="9144" y="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605" name="Google Shape;3605;p60"/>
            <p:cNvSpPr/>
            <p:nvPr/>
          </p:nvSpPr>
          <p:spPr>
            <a:xfrm>
              <a:off x="1418322" y="3503319"/>
              <a:ext cx="21332" cy="32965"/>
            </a:xfrm>
            <a:custGeom>
              <a:rect b="b" l="l" r="r" t="t"/>
              <a:pathLst>
                <a:path extrusionOk="0" h="32965" w="21332">
                  <a:moveTo>
                    <a:pt x="9121" y="49"/>
                  </a:moveTo>
                  <a:cubicBezTo>
                    <a:pt x="7283" y="-375"/>
                    <a:pt x="3464" y="2052"/>
                    <a:pt x="2663" y="4008"/>
                  </a:cubicBezTo>
                  <a:cubicBezTo>
                    <a:pt x="1013" y="7991"/>
                    <a:pt x="801" y="12587"/>
                    <a:pt x="0" y="16924"/>
                  </a:cubicBezTo>
                  <a:cubicBezTo>
                    <a:pt x="236" y="16971"/>
                    <a:pt x="448" y="16994"/>
                    <a:pt x="683" y="17042"/>
                  </a:cubicBezTo>
                  <a:cubicBezTo>
                    <a:pt x="683" y="19257"/>
                    <a:pt x="0" y="21802"/>
                    <a:pt x="825" y="23641"/>
                  </a:cubicBezTo>
                  <a:cubicBezTo>
                    <a:pt x="2333" y="27034"/>
                    <a:pt x="4148" y="31748"/>
                    <a:pt x="6929" y="32738"/>
                  </a:cubicBezTo>
                  <a:cubicBezTo>
                    <a:pt x="9639" y="33681"/>
                    <a:pt x="14589" y="31536"/>
                    <a:pt x="17111" y="29179"/>
                  </a:cubicBezTo>
                  <a:cubicBezTo>
                    <a:pt x="25595" y="21260"/>
                    <a:pt x="20457" y="2618"/>
                    <a:pt x="9121" y="4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606" name="Google Shape;3606;p60"/>
            <p:cNvSpPr/>
            <p:nvPr/>
          </p:nvSpPr>
          <p:spPr>
            <a:xfrm>
              <a:off x="1431953" y="3262303"/>
              <a:ext cx="26036" cy="32364"/>
            </a:xfrm>
            <a:custGeom>
              <a:rect b="b" l="l" r="r" t="t"/>
              <a:pathLst>
                <a:path extrusionOk="0" h="32364" w="26036">
                  <a:moveTo>
                    <a:pt x="5907" y="32"/>
                  </a:moveTo>
                  <a:cubicBezTo>
                    <a:pt x="4281" y="-227"/>
                    <a:pt x="1335" y="1117"/>
                    <a:pt x="745" y="2483"/>
                  </a:cubicBezTo>
                  <a:cubicBezTo>
                    <a:pt x="-2884" y="11133"/>
                    <a:pt x="7439" y="29988"/>
                    <a:pt x="16630" y="32085"/>
                  </a:cubicBezTo>
                  <a:cubicBezTo>
                    <a:pt x="22122" y="33334"/>
                    <a:pt x="26152" y="30294"/>
                    <a:pt x="26034" y="24944"/>
                  </a:cubicBezTo>
                  <a:cubicBezTo>
                    <a:pt x="25893" y="17355"/>
                    <a:pt x="13095" y="1140"/>
                    <a:pt x="5907" y="3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607" name="Google Shape;3607;p60"/>
            <p:cNvSpPr/>
            <p:nvPr/>
          </p:nvSpPr>
          <p:spPr>
            <a:xfrm>
              <a:off x="354326" y="3574809"/>
              <a:ext cx="18359" cy="48497"/>
            </a:xfrm>
            <a:custGeom>
              <a:rect b="b" l="l" r="r" t="t"/>
              <a:pathLst>
                <a:path extrusionOk="0" h="48497" w="18359">
                  <a:moveTo>
                    <a:pt x="3118" y="41"/>
                  </a:moveTo>
                  <a:cubicBezTo>
                    <a:pt x="1892" y="348"/>
                    <a:pt x="643" y="2869"/>
                    <a:pt x="408" y="4566"/>
                  </a:cubicBezTo>
                  <a:cubicBezTo>
                    <a:pt x="-1643" y="19862"/>
                    <a:pt x="4296" y="32895"/>
                    <a:pt x="12498" y="45174"/>
                  </a:cubicBezTo>
                  <a:cubicBezTo>
                    <a:pt x="13300" y="46353"/>
                    <a:pt x="15161" y="46824"/>
                    <a:pt x="18013" y="48497"/>
                  </a:cubicBezTo>
                  <a:cubicBezTo>
                    <a:pt x="19569" y="30868"/>
                    <a:pt x="15845" y="16209"/>
                    <a:pt x="7785" y="2563"/>
                  </a:cubicBezTo>
                  <a:cubicBezTo>
                    <a:pt x="6960" y="1196"/>
                    <a:pt x="4414" y="-265"/>
                    <a:pt x="3118" y="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608" name="Google Shape;3608;p60"/>
            <p:cNvSpPr/>
            <p:nvPr/>
          </p:nvSpPr>
          <p:spPr>
            <a:xfrm>
              <a:off x="393407" y="3572107"/>
              <a:ext cx="24734" cy="31189"/>
            </a:xfrm>
            <a:custGeom>
              <a:rect b="b" l="l" r="r" t="t"/>
              <a:pathLst>
                <a:path extrusionOk="0" h="31189" w="24734">
                  <a:moveTo>
                    <a:pt x="8134" y="1871"/>
                  </a:moveTo>
                  <a:cubicBezTo>
                    <a:pt x="3538" y="-2112"/>
                    <a:pt x="-115" y="480"/>
                    <a:pt x="3" y="7598"/>
                  </a:cubicBezTo>
                  <a:cubicBezTo>
                    <a:pt x="1228" y="15564"/>
                    <a:pt x="3184" y="24567"/>
                    <a:pt x="11033" y="29823"/>
                  </a:cubicBezTo>
                  <a:cubicBezTo>
                    <a:pt x="14238" y="31968"/>
                    <a:pt x="19612" y="30836"/>
                    <a:pt x="23972" y="31190"/>
                  </a:cubicBezTo>
                  <a:cubicBezTo>
                    <a:pt x="24066" y="27348"/>
                    <a:pt x="25669" y="22517"/>
                    <a:pt x="23925" y="19901"/>
                  </a:cubicBezTo>
                  <a:cubicBezTo>
                    <a:pt x="19517" y="13278"/>
                    <a:pt x="14144" y="7080"/>
                    <a:pt x="8134" y="187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609" name="Google Shape;3609;p60"/>
            <p:cNvSpPr/>
            <p:nvPr/>
          </p:nvSpPr>
          <p:spPr>
            <a:xfrm>
              <a:off x="357392" y="3513644"/>
              <a:ext cx="21384" cy="27248"/>
            </a:xfrm>
            <a:custGeom>
              <a:rect b="b" l="l" r="r" t="t"/>
              <a:pathLst>
                <a:path extrusionOk="0" h="27248" w="21384">
                  <a:moveTo>
                    <a:pt x="9574" y="0"/>
                  </a:moveTo>
                  <a:cubicBezTo>
                    <a:pt x="1938" y="1791"/>
                    <a:pt x="-1974" y="6717"/>
                    <a:pt x="995" y="12043"/>
                  </a:cubicBezTo>
                  <a:cubicBezTo>
                    <a:pt x="4012" y="17464"/>
                    <a:pt x="8514" y="22154"/>
                    <a:pt x="12897" y="26656"/>
                  </a:cubicBezTo>
                  <a:cubicBezTo>
                    <a:pt x="13934" y="27716"/>
                    <a:pt x="18884" y="27127"/>
                    <a:pt x="18978" y="26632"/>
                  </a:cubicBezTo>
                  <a:cubicBezTo>
                    <a:pt x="20109" y="21353"/>
                    <a:pt x="22442" y="15296"/>
                    <a:pt x="20840" y="10747"/>
                  </a:cubicBezTo>
                  <a:cubicBezTo>
                    <a:pt x="19308" y="6387"/>
                    <a:pt x="13510" y="3512"/>
                    <a:pt x="9574"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610" name="Google Shape;3610;p60"/>
            <p:cNvSpPr/>
            <p:nvPr/>
          </p:nvSpPr>
          <p:spPr>
            <a:xfrm>
              <a:off x="424681" y="3070160"/>
              <a:ext cx="22181" cy="26364"/>
            </a:xfrm>
            <a:custGeom>
              <a:rect b="b" l="l" r="r" t="t"/>
              <a:pathLst>
                <a:path extrusionOk="0" h="26364" w="22181">
                  <a:moveTo>
                    <a:pt x="946" y="9428"/>
                  </a:moveTo>
                  <a:cubicBezTo>
                    <a:pt x="3397" y="14377"/>
                    <a:pt x="6814" y="19114"/>
                    <a:pt x="10703" y="23050"/>
                  </a:cubicBezTo>
                  <a:cubicBezTo>
                    <a:pt x="16147" y="28565"/>
                    <a:pt x="19989" y="27080"/>
                    <a:pt x="21780" y="19468"/>
                  </a:cubicBezTo>
                  <a:cubicBezTo>
                    <a:pt x="22181" y="17818"/>
                    <a:pt x="22134" y="16050"/>
                    <a:pt x="22181" y="15555"/>
                  </a:cubicBezTo>
                  <a:cubicBezTo>
                    <a:pt x="22275" y="4950"/>
                    <a:pt x="15794" y="-1013"/>
                    <a:pt x="6673" y="142"/>
                  </a:cubicBezTo>
                  <a:cubicBezTo>
                    <a:pt x="1016" y="873"/>
                    <a:pt x="-1529" y="4431"/>
                    <a:pt x="946" y="94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611" name="Google Shape;3611;p60"/>
            <p:cNvSpPr/>
            <p:nvPr/>
          </p:nvSpPr>
          <p:spPr>
            <a:xfrm>
              <a:off x="1205100" y="2369792"/>
              <a:ext cx="32759" cy="10679"/>
            </a:xfrm>
            <a:custGeom>
              <a:rect b="b" l="l" r="r" t="t"/>
              <a:pathLst>
                <a:path extrusionOk="0" h="10679" w="32759">
                  <a:moveTo>
                    <a:pt x="32760" y="6684"/>
                  </a:moveTo>
                  <a:cubicBezTo>
                    <a:pt x="23804" y="-1989"/>
                    <a:pt x="6599" y="-2366"/>
                    <a:pt x="0" y="6401"/>
                  </a:cubicBezTo>
                  <a:cubicBezTo>
                    <a:pt x="8838" y="12057"/>
                    <a:pt x="25737" y="12057"/>
                    <a:pt x="32760" y="668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612" name="Google Shape;3612;p60"/>
            <p:cNvSpPr/>
            <p:nvPr/>
          </p:nvSpPr>
          <p:spPr>
            <a:xfrm>
              <a:off x="232642" y="3261935"/>
              <a:ext cx="10529" cy="32217"/>
            </a:xfrm>
            <a:custGeom>
              <a:rect b="b" l="l" r="r" t="t"/>
              <a:pathLst>
                <a:path extrusionOk="0" h="32217" w="10529">
                  <a:moveTo>
                    <a:pt x="4793" y="0"/>
                  </a:moveTo>
                  <a:cubicBezTo>
                    <a:pt x="3638" y="1367"/>
                    <a:pt x="1823" y="2569"/>
                    <a:pt x="1470" y="4124"/>
                  </a:cubicBezTo>
                  <a:cubicBezTo>
                    <a:pt x="-769" y="13575"/>
                    <a:pt x="-699" y="22979"/>
                    <a:pt x="3426" y="32218"/>
                  </a:cubicBezTo>
                  <a:cubicBezTo>
                    <a:pt x="10261" y="23545"/>
                    <a:pt x="12405" y="14117"/>
                    <a:pt x="8799" y="3842"/>
                  </a:cubicBezTo>
                  <a:cubicBezTo>
                    <a:pt x="8234" y="2286"/>
                    <a:pt x="6160" y="1273"/>
                    <a:pt x="4793"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613" name="Google Shape;3613;p60"/>
            <p:cNvSpPr/>
            <p:nvPr/>
          </p:nvSpPr>
          <p:spPr>
            <a:xfrm>
              <a:off x="340633" y="3166837"/>
              <a:ext cx="10070" cy="34056"/>
            </a:xfrm>
            <a:custGeom>
              <a:rect b="b" l="l" r="r" t="t"/>
              <a:pathLst>
                <a:path extrusionOk="0" h="34056" w="10070">
                  <a:moveTo>
                    <a:pt x="3047" y="0"/>
                  </a:moveTo>
                  <a:cubicBezTo>
                    <a:pt x="-1667" y="10983"/>
                    <a:pt x="-40" y="21754"/>
                    <a:pt x="2128" y="34056"/>
                  </a:cubicBezTo>
                  <a:cubicBezTo>
                    <a:pt x="12451" y="23780"/>
                    <a:pt x="12663" y="5020"/>
                    <a:pt x="304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sp>
          <p:nvSpPr>
            <p:cNvPr id="3614" name="Google Shape;3614;p60"/>
            <p:cNvSpPr/>
            <p:nvPr/>
          </p:nvSpPr>
          <p:spPr>
            <a:xfrm>
              <a:off x="1406508" y="3639982"/>
              <a:ext cx="10152" cy="33383"/>
            </a:xfrm>
            <a:custGeom>
              <a:rect b="b" l="l" r="r" t="t"/>
              <a:pathLst>
                <a:path extrusionOk="0" h="33383" w="10152">
                  <a:moveTo>
                    <a:pt x="4225" y="11"/>
                  </a:moveTo>
                  <a:cubicBezTo>
                    <a:pt x="3565" y="-177"/>
                    <a:pt x="1396" y="2062"/>
                    <a:pt x="1161" y="3381"/>
                  </a:cubicBezTo>
                  <a:cubicBezTo>
                    <a:pt x="-442" y="13044"/>
                    <a:pt x="-701" y="22707"/>
                    <a:pt x="2433" y="33384"/>
                  </a:cubicBezTo>
                  <a:cubicBezTo>
                    <a:pt x="9527" y="25559"/>
                    <a:pt x="12238" y="10475"/>
                    <a:pt x="8420" y="3405"/>
                  </a:cubicBezTo>
                  <a:cubicBezTo>
                    <a:pt x="7618" y="1897"/>
                    <a:pt x="5851" y="483"/>
                    <a:pt x="4225" y="1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p:txBody>
        </p:sp>
      </p:grpSp>
      <p:grpSp>
        <p:nvGrpSpPr>
          <p:cNvPr id="3615" name="Google Shape;3615;p60"/>
          <p:cNvGrpSpPr/>
          <p:nvPr/>
        </p:nvGrpSpPr>
        <p:grpSpPr>
          <a:xfrm>
            <a:off x="0" y="0"/>
            <a:ext cx="227000" cy="253951"/>
            <a:chOff x="1582614" y="2839915"/>
            <a:chExt cx="589086" cy="589086"/>
          </a:xfrm>
        </p:grpSpPr>
        <p:sp>
          <p:nvSpPr>
            <p:cNvPr id="3616" name="Google Shape;3616;p60"/>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3617" name="Google Shape;3617;p60"/>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3618" name="Google Shape;3618;p60"/>
          <p:cNvGrpSpPr/>
          <p:nvPr/>
        </p:nvGrpSpPr>
        <p:grpSpPr>
          <a:xfrm rot="5400000">
            <a:off x="833427" y="13476"/>
            <a:ext cx="253951" cy="227000"/>
            <a:chOff x="1582614" y="2839915"/>
            <a:chExt cx="589086" cy="589086"/>
          </a:xfrm>
        </p:grpSpPr>
        <p:sp>
          <p:nvSpPr>
            <p:cNvPr id="3619" name="Google Shape;3619;p60"/>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3620" name="Google Shape;3620;p60"/>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3621" name="Google Shape;3621;p60"/>
          <p:cNvGrpSpPr/>
          <p:nvPr/>
        </p:nvGrpSpPr>
        <p:grpSpPr>
          <a:xfrm flipH="1" rot="10800000">
            <a:off x="0" y="1006216"/>
            <a:ext cx="227000" cy="253951"/>
            <a:chOff x="1582614" y="2839915"/>
            <a:chExt cx="589086" cy="589086"/>
          </a:xfrm>
        </p:grpSpPr>
        <p:sp>
          <p:nvSpPr>
            <p:cNvPr id="3622" name="Google Shape;3622;p60"/>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3623" name="Google Shape;3623;p60"/>
            <p:cNvSpPr/>
            <p:nvPr/>
          </p:nvSpPr>
          <p:spPr>
            <a:xfrm rot="5400000">
              <a:off x="1808577" y="2613952"/>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3624" name="Google Shape;3624;p60"/>
          <p:cNvGrpSpPr/>
          <p:nvPr/>
        </p:nvGrpSpPr>
        <p:grpSpPr>
          <a:xfrm flipH="1" rot="5400000">
            <a:off x="847071" y="1019692"/>
            <a:ext cx="253953" cy="227003"/>
            <a:chOff x="1582614" y="2839909"/>
            <a:chExt cx="589091" cy="589092"/>
          </a:xfrm>
        </p:grpSpPr>
        <p:sp>
          <p:nvSpPr>
            <p:cNvPr id="3625" name="Google Shape;3625;p60"/>
            <p:cNvSpPr/>
            <p:nvPr/>
          </p:nvSpPr>
          <p:spPr>
            <a:xfrm>
              <a:off x="1582614" y="2839915"/>
              <a:ext cx="137160" cy="5890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3626" name="Google Shape;3626;p60"/>
            <p:cNvSpPr/>
            <p:nvPr/>
          </p:nvSpPr>
          <p:spPr>
            <a:xfrm rot="5400000">
              <a:off x="1808581" y="2613946"/>
              <a:ext cx="137161" cy="58908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grpSp>
        <p:nvGrpSpPr>
          <p:cNvPr id="3627" name="Google Shape;3627;p60"/>
          <p:cNvGrpSpPr/>
          <p:nvPr/>
        </p:nvGrpSpPr>
        <p:grpSpPr>
          <a:xfrm>
            <a:off x="11027391" y="5854890"/>
            <a:ext cx="1127771" cy="970434"/>
            <a:chOff x="7350231" y="1734252"/>
            <a:chExt cx="4870814" cy="5345793"/>
          </a:xfrm>
        </p:grpSpPr>
        <p:grpSp>
          <p:nvGrpSpPr>
            <p:cNvPr id="3628" name="Google Shape;3628;p60"/>
            <p:cNvGrpSpPr/>
            <p:nvPr/>
          </p:nvGrpSpPr>
          <p:grpSpPr>
            <a:xfrm>
              <a:off x="7496004" y="1839383"/>
              <a:ext cx="3874490" cy="3979118"/>
              <a:chOff x="7496004" y="1839383"/>
              <a:chExt cx="3874490" cy="3979118"/>
            </a:xfrm>
          </p:grpSpPr>
          <p:sp>
            <p:nvSpPr>
              <p:cNvPr id="3629" name="Google Shape;3629;p60"/>
              <p:cNvSpPr/>
              <p:nvPr/>
            </p:nvSpPr>
            <p:spPr>
              <a:xfrm rot="8201235">
                <a:off x="10839502" y="4413955"/>
                <a:ext cx="427534" cy="471394"/>
              </a:xfrm>
              <a:custGeom>
                <a:rect b="b" l="l" r="r" t="t"/>
                <a:pathLst>
                  <a:path extrusionOk="0" h="4725490" w="4285801">
                    <a:moveTo>
                      <a:pt x="1428251" y="4622752"/>
                    </a:moveTo>
                    <a:cubicBezTo>
                      <a:pt x="1313180" y="4505074"/>
                      <a:pt x="1240588" y="4345285"/>
                      <a:pt x="1235771" y="4167715"/>
                    </a:cubicBezTo>
                    <a:cubicBezTo>
                      <a:pt x="1227835" y="3875156"/>
                      <a:pt x="1406218" y="3620819"/>
                      <a:pt x="1664050" y="3520754"/>
                    </a:cubicBezTo>
                    <a:lnTo>
                      <a:pt x="1635892" y="2482688"/>
                    </a:lnTo>
                    <a:lnTo>
                      <a:pt x="1044642" y="2469039"/>
                    </a:lnTo>
                    <a:lnTo>
                      <a:pt x="1044642" y="2667331"/>
                    </a:lnTo>
                    <a:cubicBezTo>
                      <a:pt x="1044642" y="2727000"/>
                      <a:pt x="996271" y="2775371"/>
                      <a:pt x="936601" y="2775372"/>
                    </a:cubicBezTo>
                    <a:lnTo>
                      <a:pt x="657382" y="2775371"/>
                    </a:lnTo>
                    <a:cubicBezTo>
                      <a:pt x="637755" y="2823613"/>
                      <a:pt x="630101" y="2874237"/>
                      <a:pt x="622448" y="2945800"/>
                    </a:cubicBezTo>
                    <a:lnTo>
                      <a:pt x="252030" y="2945800"/>
                    </a:lnTo>
                    <a:cubicBezTo>
                      <a:pt x="256275" y="2883407"/>
                      <a:pt x="252593" y="2828938"/>
                      <a:pt x="235967" y="2775370"/>
                    </a:cubicBezTo>
                    <a:lnTo>
                      <a:pt x="7267" y="2775370"/>
                    </a:lnTo>
                    <a:cubicBezTo>
                      <a:pt x="1003" y="2679903"/>
                      <a:pt x="-1109" y="2594661"/>
                      <a:pt x="535" y="2514852"/>
                    </a:cubicBezTo>
                    <a:cubicBezTo>
                      <a:pt x="5466" y="2275424"/>
                      <a:pt x="44187" y="2084887"/>
                      <a:pt x="105917" y="1813823"/>
                    </a:cubicBezTo>
                    <a:cubicBezTo>
                      <a:pt x="258635" y="1288584"/>
                      <a:pt x="488046" y="911620"/>
                      <a:pt x="870837" y="570445"/>
                    </a:cubicBezTo>
                    <a:cubicBezTo>
                      <a:pt x="674179" y="1284154"/>
                      <a:pt x="622718" y="1497188"/>
                      <a:pt x="741752" y="1669956"/>
                    </a:cubicBezTo>
                    <a:cubicBezTo>
                      <a:pt x="882751" y="1699943"/>
                      <a:pt x="788174" y="1674807"/>
                      <a:pt x="936601" y="1710419"/>
                    </a:cubicBezTo>
                    <a:cubicBezTo>
                      <a:pt x="1001384" y="1730870"/>
                      <a:pt x="1044642" y="1758791"/>
                      <a:pt x="1044642" y="1818460"/>
                    </a:cubicBezTo>
                    <a:lnTo>
                      <a:pt x="1044642" y="1970448"/>
                    </a:lnTo>
                    <a:lnTo>
                      <a:pt x="1621635" y="1957128"/>
                    </a:lnTo>
                    <a:lnTo>
                      <a:pt x="1601569" y="1217379"/>
                    </a:lnTo>
                    <a:cubicBezTo>
                      <a:pt x="1338692" y="1131438"/>
                      <a:pt x="1146783" y="887145"/>
                      <a:pt x="1138847" y="594588"/>
                    </a:cubicBezTo>
                    <a:cubicBezTo>
                      <a:pt x="1132425" y="357828"/>
                      <a:pt x="1248029" y="146099"/>
                      <a:pt x="1428910" y="20243"/>
                    </a:cubicBezTo>
                    <a:lnTo>
                      <a:pt x="1447318" y="698863"/>
                    </a:lnTo>
                    <a:lnTo>
                      <a:pt x="2193594" y="678620"/>
                    </a:lnTo>
                    <a:lnTo>
                      <a:pt x="2175185" y="0"/>
                    </a:lnTo>
                    <a:cubicBezTo>
                      <a:pt x="2362624" y="115865"/>
                      <a:pt x="2489536" y="321015"/>
                      <a:pt x="2495958" y="557775"/>
                    </a:cubicBezTo>
                    <a:cubicBezTo>
                      <a:pt x="2503894" y="850332"/>
                      <a:pt x="2325511" y="1104670"/>
                      <a:pt x="2067679" y="1204735"/>
                    </a:cubicBezTo>
                    <a:lnTo>
                      <a:pt x="2087796" y="1946367"/>
                    </a:lnTo>
                    <a:lnTo>
                      <a:pt x="4285801" y="1895627"/>
                    </a:lnTo>
                    <a:lnTo>
                      <a:pt x="4285801" y="2543859"/>
                    </a:lnTo>
                    <a:lnTo>
                      <a:pt x="2102637" y="2493462"/>
                    </a:lnTo>
                    <a:lnTo>
                      <a:pt x="2130160" y="3508110"/>
                    </a:lnTo>
                    <a:cubicBezTo>
                      <a:pt x="2393037" y="3594051"/>
                      <a:pt x="2584946" y="3838344"/>
                      <a:pt x="2592882" y="4130902"/>
                    </a:cubicBezTo>
                    <a:cubicBezTo>
                      <a:pt x="2599304" y="4367662"/>
                      <a:pt x="2483700" y="4579391"/>
                      <a:pt x="2302820" y="4705247"/>
                    </a:cubicBezTo>
                    <a:lnTo>
                      <a:pt x="2284411" y="4026626"/>
                    </a:lnTo>
                    <a:lnTo>
                      <a:pt x="1538135" y="4046869"/>
                    </a:lnTo>
                    <a:lnTo>
                      <a:pt x="1556544" y="4725490"/>
                    </a:lnTo>
                    <a:cubicBezTo>
                      <a:pt x="1509684" y="4696524"/>
                      <a:pt x="1466607" y="4661977"/>
                      <a:pt x="1428251" y="4622752"/>
                    </a:cubicBezTo>
                    <a:close/>
                    <a:moveTo>
                      <a:pt x="44807" y="3562389"/>
                    </a:moveTo>
                    <a:cubicBezTo>
                      <a:pt x="25255" y="3542837"/>
                      <a:pt x="13162" y="3515827"/>
                      <a:pt x="13162" y="3485992"/>
                    </a:cubicBezTo>
                    <a:lnTo>
                      <a:pt x="13162" y="3053842"/>
                    </a:lnTo>
                    <a:cubicBezTo>
                      <a:pt x="13162" y="2994173"/>
                      <a:pt x="61534" y="2945801"/>
                      <a:pt x="121203" y="2945801"/>
                    </a:cubicBezTo>
                    <a:lnTo>
                      <a:pt x="757287" y="2945801"/>
                    </a:lnTo>
                    <a:cubicBezTo>
                      <a:pt x="816956" y="2945801"/>
                      <a:pt x="865328" y="2994173"/>
                      <a:pt x="865328" y="3053842"/>
                    </a:cubicBezTo>
                    <a:lnTo>
                      <a:pt x="865328" y="3485992"/>
                    </a:lnTo>
                    <a:cubicBezTo>
                      <a:pt x="865328" y="3545662"/>
                      <a:pt x="816956" y="3594033"/>
                      <a:pt x="757287" y="3594033"/>
                    </a:cubicBezTo>
                    <a:lnTo>
                      <a:pt x="121203" y="3594033"/>
                    </a:lnTo>
                    <a:cubicBezTo>
                      <a:pt x="91368" y="3594033"/>
                      <a:pt x="64358" y="3581940"/>
                      <a:pt x="44807" y="356238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630" name="Google Shape;3630;p60"/>
              <p:cNvSpPr/>
              <p:nvPr/>
            </p:nvSpPr>
            <p:spPr>
              <a:xfrm rot="-900000">
                <a:off x="7608221" y="2961416"/>
                <a:ext cx="392828" cy="319096"/>
              </a:xfrm>
              <a:custGeom>
                <a:rect b="b" l="l" r="r" t="t"/>
                <a:pathLst>
                  <a:path extrusionOk="0" h="3321003" w="4088377">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631" name="Google Shape;3631;p60"/>
              <p:cNvSpPr/>
              <p:nvPr/>
            </p:nvSpPr>
            <p:spPr>
              <a:xfrm flipH="1" rot="5400000">
                <a:off x="10824557" y="2917080"/>
                <a:ext cx="392828" cy="392828"/>
              </a:xfrm>
              <a:custGeom>
                <a:rect b="b" l="l" r="r" t="t"/>
                <a:pathLst>
                  <a:path extrusionOk="0" h="3786923" w="3287892">
                    <a:moveTo>
                      <a:pt x="2574092" y="3411971"/>
                    </a:moveTo>
                    <a:cubicBezTo>
                      <a:pt x="2577477" y="3551838"/>
                      <a:pt x="2489596" y="3681234"/>
                      <a:pt x="2347458" y="3745664"/>
                    </a:cubicBezTo>
                    <a:cubicBezTo>
                      <a:pt x="2228355" y="3799653"/>
                      <a:pt x="2086904" y="3800713"/>
                      <a:pt x="1966757" y="3748519"/>
                    </a:cubicBezTo>
                    <a:cubicBezTo>
                      <a:pt x="1823914" y="3686464"/>
                      <a:pt x="1733597" y="3559106"/>
                      <a:pt x="1733597" y="3419734"/>
                    </a:cubicBezTo>
                    <a:cubicBezTo>
                      <a:pt x="2013762" y="3417146"/>
                      <a:pt x="2293927" y="3414559"/>
                      <a:pt x="2574092" y="3411971"/>
                    </a:cubicBezTo>
                    <a:close/>
                    <a:moveTo>
                      <a:pt x="2574187" y="367189"/>
                    </a:moveTo>
                    <a:cubicBezTo>
                      <a:pt x="2294022" y="369777"/>
                      <a:pt x="2013857" y="372364"/>
                      <a:pt x="1733692" y="374952"/>
                    </a:cubicBezTo>
                    <a:cubicBezTo>
                      <a:pt x="1730307" y="235085"/>
                      <a:pt x="1818188" y="105689"/>
                      <a:pt x="1960326" y="41259"/>
                    </a:cubicBezTo>
                    <a:cubicBezTo>
                      <a:pt x="2079429" y="-12730"/>
                      <a:pt x="2220880" y="-13790"/>
                      <a:pt x="2341027" y="38404"/>
                    </a:cubicBezTo>
                    <a:cubicBezTo>
                      <a:pt x="2483870" y="100459"/>
                      <a:pt x="2574187" y="227817"/>
                      <a:pt x="2574187" y="367189"/>
                    </a:cubicBezTo>
                    <a:close/>
                    <a:moveTo>
                      <a:pt x="2688290" y="635445"/>
                    </a:moveTo>
                    <a:lnTo>
                      <a:pt x="2688290" y="1612884"/>
                    </a:lnTo>
                    <a:lnTo>
                      <a:pt x="1619492" y="1612884"/>
                    </a:lnTo>
                    <a:lnTo>
                      <a:pt x="1619492" y="1396859"/>
                    </a:lnTo>
                    <a:lnTo>
                      <a:pt x="201708" y="1396859"/>
                    </a:lnTo>
                    <a:cubicBezTo>
                      <a:pt x="90308" y="1396859"/>
                      <a:pt x="0" y="1306551"/>
                      <a:pt x="0" y="1195151"/>
                    </a:cubicBezTo>
                    <a:lnTo>
                      <a:pt x="0" y="907003"/>
                    </a:lnTo>
                    <a:cubicBezTo>
                      <a:pt x="0" y="795603"/>
                      <a:pt x="90308" y="705295"/>
                      <a:pt x="201708" y="705295"/>
                    </a:cubicBezTo>
                    <a:lnTo>
                      <a:pt x="1619492" y="705295"/>
                    </a:lnTo>
                    <a:lnTo>
                      <a:pt x="1619492" y="635445"/>
                    </a:lnTo>
                    <a:cubicBezTo>
                      <a:pt x="1619492" y="537063"/>
                      <a:pt x="1699247" y="457308"/>
                      <a:pt x="1797629" y="457308"/>
                    </a:cubicBezTo>
                    <a:lnTo>
                      <a:pt x="2510153" y="457308"/>
                    </a:lnTo>
                    <a:cubicBezTo>
                      <a:pt x="2608535" y="457308"/>
                      <a:pt x="2688290" y="537063"/>
                      <a:pt x="2688290" y="635445"/>
                    </a:cubicBezTo>
                    <a:close/>
                    <a:moveTo>
                      <a:pt x="3177333" y="2901044"/>
                    </a:moveTo>
                    <a:lnTo>
                      <a:pt x="1130451" y="2901044"/>
                    </a:lnTo>
                    <a:cubicBezTo>
                      <a:pt x="1350134" y="2526253"/>
                      <a:pt x="1481437" y="2165059"/>
                      <a:pt x="1605942" y="1684892"/>
                    </a:cubicBezTo>
                    <a:lnTo>
                      <a:pt x="2701842" y="1684892"/>
                    </a:lnTo>
                    <a:cubicBezTo>
                      <a:pt x="2809350" y="2117470"/>
                      <a:pt x="2933855" y="2516056"/>
                      <a:pt x="3177333" y="2901044"/>
                    </a:cubicBezTo>
                    <a:close/>
                    <a:moveTo>
                      <a:pt x="3287892" y="3137537"/>
                    </a:moveTo>
                    <a:lnTo>
                      <a:pt x="3287892" y="3248909"/>
                    </a:lnTo>
                    <a:cubicBezTo>
                      <a:pt x="3287892" y="3295849"/>
                      <a:pt x="3249839" y="3333902"/>
                      <a:pt x="3202899" y="3333902"/>
                    </a:cubicBezTo>
                    <a:lnTo>
                      <a:pt x="1104885" y="3333902"/>
                    </a:lnTo>
                    <a:cubicBezTo>
                      <a:pt x="1057945" y="3333902"/>
                      <a:pt x="1019892" y="3295849"/>
                      <a:pt x="1019892" y="3248909"/>
                    </a:cubicBezTo>
                    <a:lnTo>
                      <a:pt x="1019892" y="3137537"/>
                    </a:lnTo>
                    <a:cubicBezTo>
                      <a:pt x="1019892" y="3090597"/>
                      <a:pt x="1057945" y="3052544"/>
                      <a:pt x="1104885" y="3052544"/>
                    </a:cubicBezTo>
                    <a:lnTo>
                      <a:pt x="3202899" y="3052544"/>
                    </a:lnTo>
                    <a:cubicBezTo>
                      <a:pt x="3249839" y="3052544"/>
                      <a:pt x="3287892" y="3090597"/>
                      <a:pt x="3287892" y="313753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632" name="Google Shape;3632;p60"/>
              <p:cNvSpPr/>
              <p:nvPr/>
            </p:nvSpPr>
            <p:spPr>
              <a:xfrm>
                <a:off x="11062223" y="3784811"/>
                <a:ext cx="285020" cy="285020"/>
              </a:xfrm>
              <a:custGeom>
                <a:rect b="b" l="l" r="r" t="t"/>
                <a:pathLst>
                  <a:path extrusionOk="0" h="2964099" w="2801488">
                    <a:moveTo>
                      <a:pt x="1393788" y="2251706"/>
                    </a:moveTo>
                    <a:cubicBezTo>
                      <a:pt x="1338380" y="2251706"/>
                      <a:pt x="1293463" y="2296623"/>
                      <a:pt x="1293463" y="2352031"/>
                    </a:cubicBezTo>
                    <a:cubicBezTo>
                      <a:pt x="1293463" y="2407439"/>
                      <a:pt x="1338380" y="2452356"/>
                      <a:pt x="1393788" y="2452356"/>
                    </a:cubicBezTo>
                    <a:cubicBezTo>
                      <a:pt x="1449196" y="2452356"/>
                      <a:pt x="1494113" y="2407439"/>
                      <a:pt x="1494113" y="2352031"/>
                    </a:cubicBezTo>
                    <a:cubicBezTo>
                      <a:pt x="1494113" y="2296623"/>
                      <a:pt x="1449196" y="2251706"/>
                      <a:pt x="1393788" y="2251706"/>
                    </a:cubicBezTo>
                    <a:close/>
                    <a:moveTo>
                      <a:pt x="2189420" y="1936547"/>
                    </a:moveTo>
                    <a:cubicBezTo>
                      <a:pt x="1959955" y="1936547"/>
                      <a:pt x="1773936" y="2122566"/>
                      <a:pt x="1773936" y="2352031"/>
                    </a:cubicBezTo>
                    <a:cubicBezTo>
                      <a:pt x="1773936" y="2581496"/>
                      <a:pt x="1959955" y="2767515"/>
                      <a:pt x="2189420" y="2767515"/>
                    </a:cubicBezTo>
                    <a:cubicBezTo>
                      <a:pt x="2418885" y="2767515"/>
                      <a:pt x="2604904" y="2581496"/>
                      <a:pt x="2604904" y="2352031"/>
                    </a:cubicBezTo>
                    <a:cubicBezTo>
                      <a:pt x="2604904" y="2122566"/>
                      <a:pt x="2418885" y="1936547"/>
                      <a:pt x="2189420" y="1936547"/>
                    </a:cubicBezTo>
                    <a:close/>
                    <a:moveTo>
                      <a:pt x="612068" y="1936547"/>
                    </a:moveTo>
                    <a:cubicBezTo>
                      <a:pt x="382603" y="1936547"/>
                      <a:pt x="196584" y="2122566"/>
                      <a:pt x="196584" y="2352031"/>
                    </a:cubicBezTo>
                    <a:cubicBezTo>
                      <a:pt x="196584" y="2581496"/>
                      <a:pt x="382603" y="2767515"/>
                      <a:pt x="612068" y="2767515"/>
                    </a:cubicBezTo>
                    <a:cubicBezTo>
                      <a:pt x="841533" y="2767515"/>
                      <a:pt x="1027552" y="2581496"/>
                      <a:pt x="1027552" y="2352031"/>
                    </a:cubicBezTo>
                    <a:cubicBezTo>
                      <a:pt x="1027552" y="2122566"/>
                      <a:pt x="841533" y="1936547"/>
                      <a:pt x="612068" y="1936547"/>
                    </a:cubicBezTo>
                    <a:close/>
                    <a:moveTo>
                      <a:pt x="845776" y="315"/>
                    </a:moveTo>
                    <a:cubicBezTo>
                      <a:pt x="1032101" y="7965"/>
                      <a:pt x="1181399" y="153129"/>
                      <a:pt x="1195696" y="335717"/>
                    </a:cubicBezTo>
                    <a:lnTo>
                      <a:pt x="1198885" y="335806"/>
                    </a:lnTo>
                    <a:lnTo>
                      <a:pt x="1198706" y="366401"/>
                    </a:lnTo>
                    <a:cubicBezTo>
                      <a:pt x="1198883" y="367005"/>
                      <a:pt x="1198884" y="367612"/>
                      <a:pt x="1198884" y="368218"/>
                    </a:cubicBezTo>
                    <a:lnTo>
                      <a:pt x="1198695" y="368210"/>
                    </a:lnTo>
                    <a:lnTo>
                      <a:pt x="1197421" y="585651"/>
                    </a:lnTo>
                    <a:cubicBezTo>
                      <a:pt x="1245519" y="531733"/>
                      <a:pt x="1316597" y="499778"/>
                      <a:pt x="1394104" y="502960"/>
                    </a:cubicBezTo>
                    <a:cubicBezTo>
                      <a:pt x="1472998" y="506199"/>
                      <a:pt x="1542269" y="545176"/>
                      <a:pt x="1585751" y="604519"/>
                    </a:cubicBezTo>
                    <a:cubicBezTo>
                      <a:pt x="1585226" y="514948"/>
                      <a:pt x="1584701" y="425377"/>
                      <a:pt x="1584176" y="335806"/>
                    </a:cubicBezTo>
                    <a:lnTo>
                      <a:pt x="1585829" y="335760"/>
                    </a:lnTo>
                    <a:cubicBezTo>
                      <a:pt x="1602915" y="140060"/>
                      <a:pt x="1770945" y="-7755"/>
                      <a:pt x="1967493" y="315"/>
                    </a:cubicBezTo>
                    <a:cubicBezTo>
                      <a:pt x="2146853" y="7679"/>
                      <a:pt x="2291902" y="142468"/>
                      <a:pt x="2315427" y="315465"/>
                    </a:cubicBezTo>
                    <a:lnTo>
                      <a:pt x="2320109" y="315335"/>
                    </a:lnTo>
                    <a:lnTo>
                      <a:pt x="2729306" y="2069418"/>
                    </a:lnTo>
                    <a:cubicBezTo>
                      <a:pt x="2776307" y="2152970"/>
                      <a:pt x="2801488" y="2249560"/>
                      <a:pt x="2801488" y="2352031"/>
                    </a:cubicBezTo>
                    <a:cubicBezTo>
                      <a:pt x="2801488" y="2690067"/>
                      <a:pt x="2527456" y="2964099"/>
                      <a:pt x="2189420" y="2964099"/>
                    </a:cubicBezTo>
                    <a:cubicBezTo>
                      <a:pt x="1922036" y="2964099"/>
                      <a:pt x="1694697" y="2792645"/>
                      <a:pt x="1613824" y="2552817"/>
                    </a:cubicBezTo>
                    <a:cubicBezTo>
                      <a:pt x="1559905" y="2613347"/>
                      <a:pt x="1481232" y="2650901"/>
                      <a:pt x="1393788" y="2650901"/>
                    </a:cubicBezTo>
                    <a:cubicBezTo>
                      <a:pt x="1311973" y="2650901"/>
                      <a:pt x="1237837" y="2618027"/>
                      <a:pt x="1183996" y="2564635"/>
                    </a:cubicBezTo>
                    <a:cubicBezTo>
                      <a:pt x="1099341" y="2798210"/>
                      <a:pt x="875077" y="2964099"/>
                      <a:pt x="612068" y="2964099"/>
                    </a:cubicBezTo>
                    <a:cubicBezTo>
                      <a:pt x="274032" y="2964099"/>
                      <a:pt x="0" y="2690067"/>
                      <a:pt x="0" y="2352031"/>
                    </a:cubicBezTo>
                    <a:cubicBezTo>
                      <a:pt x="0" y="2288533"/>
                      <a:pt x="9669" y="2227293"/>
                      <a:pt x="30466" y="2170591"/>
                    </a:cubicBezTo>
                    <a:lnTo>
                      <a:pt x="30153" y="2170591"/>
                    </a:lnTo>
                    <a:lnTo>
                      <a:pt x="462952" y="315335"/>
                    </a:lnTo>
                    <a:lnTo>
                      <a:pt x="467801" y="315470"/>
                    </a:lnTo>
                    <a:cubicBezTo>
                      <a:pt x="493068" y="129842"/>
                      <a:pt x="656149" y="-7470"/>
                      <a:pt x="845776" y="3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633" name="Google Shape;3633;p60"/>
              <p:cNvSpPr/>
              <p:nvPr/>
            </p:nvSpPr>
            <p:spPr>
              <a:xfrm>
                <a:off x="8077159" y="2346892"/>
                <a:ext cx="392828" cy="303948"/>
              </a:xfrm>
              <a:custGeom>
                <a:rect b="b" l="l" r="r" t="t"/>
                <a:pathLst>
                  <a:path extrusionOk="0" h="3064028" w="3960000">
                    <a:moveTo>
                      <a:pt x="1955333" y="1285185"/>
                    </a:moveTo>
                    <a:cubicBezTo>
                      <a:pt x="2192176" y="1285185"/>
                      <a:pt x="2384176" y="1477185"/>
                      <a:pt x="2384176" y="1714028"/>
                    </a:cubicBezTo>
                    <a:cubicBezTo>
                      <a:pt x="2384176" y="1950871"/>
                      <a:pt x="2192176" y="2142871"/>
                      <a:pt x="1955333" y="2142871"/>
                    </a:cubicBezTo>
                    <a:cubicBezTo>
                      <a:pt x="1718490" y="2142871"/>
                      <a:pt x="1526490" y="1950871"/>
                      <a:pt x="1526490" y="1714028"/>
                    </a:cubicBezTo>
                    <a:cubicBezTo>
                      <a:pt x="1526490" y="1477185"/>
                      <a:pt x="1718490" y="1285185"/>
                      <a:pt x="1955333" y="1285185"/>
                    </a:cubicBezTo>
                    <a:close/>
                    <a:moveTo>
                      <a:pt x="1955333" y="1074136"/>
                    </a:moveTo>
                    <a:cubicBezTo>
                      <a:pt x="1601930" y="1074136"/>
                      <a:pt x="1315441" y="1360625"/>
                      <a:pt x="1315441" y="1714028"/>
                    </a:cubicBezTo>
                    <a:cubicBezTo>
                      <a:pt x="1315441" y="2067431"/>
                      <a:pt x="1601930" y="2353920"/>
                      <a:pt x="1955333" y="2353920"/>
                    </a:cubicBezTo>
                    <a:cubicBezTo>
                      <a:pt x="2308736" y="2353920"/>
                      <a:pt x="2595225" y="2067431"/>
                      <a:pt x="2595225" y="1714028"/>
                    </a:cubicBezTo>
                    <a:cubicBezTo>
                      <a:pt x="2595225" y="1360625"/>
                      <a:pt x="2308736" y="1074136"/>
                      <a:pt x="1955333" y="1074136"/>
                    </a:cubicBezTo>
                    <a:close/>
                    <a:moveTo>
                      <a:pt x="1955333" y="849503"/>
                    </a:moveTo>
                    <a:cubicBezTo>
                      <a:pt x="2432797" y="849503"/>
                      <a:pt x="2819858" y="1236564"/>
                      <a:pt x="2819858" y="1714028"/>
                    </a:cubicBezTo>
                    <a:cubicBezTo>
                      <a:pt x="2819858" y="2191492"/>
                      <a:pt x="2432797" y="2578553"/>
                      <a:pt x="1955333" y="2578553"/>
                    </a:cubicBezTo>
                    <a:cubicBezTo>
                      <a:pt x="1477869" y="2578553"/>
                      <a:pt x="1090808" y="2191492"/>
                      <a:pt x="1090808" y="1714028"/>
                    </a:cubicBezTo>
                    <a:cubicBezTo>
                      <a:pt x="1090808" y="1236564"/>
                      <a:pt x="1477869" y="849503"/>
                      <a:pt x="1955333" y="849503"/>
                    </a:cubicBezTo>
                    <a:close/>
                    <a:moveTo>
                      <a:pt x="3253503" y="756254"/>
                    </a:moveTo>
                    <a:cubicBezTo>
                      <a:pt x="3162525" y="756254"/>
                      <a:pt x="3088773" y="830006"/>
                      <a:pt x="3088773" y="920984"/>
                    </a:cubicBezTo>
                    <a:cubicBezTo>
                      <a:pt x="3088773" y="1011962"/>
                      <a:pt x="3162525" y="1085714"/>
                      <a:pt x="3253503" y="1085714"/>
                    </a:cubicBezTo>
                    <a:cubicBezTo>
                      <a:pt x="3344481" y="1085714"/>
                      <a:pt x="3418233" y="1011962"/>
                      <a:pt x="3418233" y="920984"/>
                    </a:cubicBezTo>
                    <a:cubicBezTo>
                      <a:pt x="3418233" y="830006"/>
                      <a:pt x="3344481" y="756254"/>
                      <a:pt x="3253503" y="756254"/>
                    </a:cubicBezTo>
                    <a:close/>
                    <a:moveTo>
                      <a:pt x="1955333" y="744677"/>
                    </a:moveTo>
                    <a:cubicBezTo>
                      <a:pt x="1419975" y="744677"/>
                      <a:pt x="985982" y="1178670"/>
                      <a:pt x="985982" y="1714028"/>
                    </a:cubicBezTo>
                    <a:cubicBezTo>
                      <a:pt x="985982" y="2249386"/>
                      <a:pt x="1419975" y="2683379"/>
                      <a:pt x="1955333" y="2683379"/>
                    </a:cubicBezTo>
                    <a:cubicBezTo>
                      <a:pt x="2490691" y="2683379"/>
                      <a:pt x="2924684" y="2249386"/>
                      <a:pt x="2924684" y="1714028"/>
                    </a:cubicBezTo>
                    <a:cubicBezTo>
                      <a:pt x="2924684" y="1178670"/>
                      <a:pt x="2490691" y="744677"/>
                      <a:pt x="1955333" y="744677"/>
                    </a:cubicBezTo>
                    <a:close/>
                    <a:moveTo>
                      <a:pt x="1333922" y="0"/>
                    </a:moveTo>
                    <a:lnTo>
                      <a:pt x="2626078" y="0"/>
                    </a:lnTo>
                    <a:lnTo>
                      <a:pt x="2717085" y="364028"/>
                    </a:lnTo>
                    <a:lnTo>
                      <a:pt x="3699990" y="364028"/>
                    </a:lnTo>
                    <a:cubicBezTo>
                      <a:pt x="3843590" y="364028"/>
                      <a:pt x="3960000" y="480438"/>
                      <a:pt x="3960000" y="624038"/>
                    </a:cubicBezTo>
                    <a:lnTo>
                      <a:pt x="3960000" y="2804018"/>
                    </a:lnTo>
                    <a:cubicBezTo>
                      <a:pt x="3960000" y="2947618"/>
                      <a:pt x="3843590" y="3064028"/>
                      <a:pt x="3699990" y="3064028"/>
                    </a:cubicBezTo>
                    <a:lnTo>
                      <a:pt x="260010" y="3064028"/>
                    </a:lnTo>
                    <a:cubicBezTo>
                      <a:pt x="116410" y="3064028"/>
                      <a:pt x="0" y="2947618"/>
                      <a:pt x="0" y="2804018"/>
                    </a:cubicBezTo>
                    <a:lnTo>
                      <a:pt x="0" y="624038"/>
                    </a:lnTo>
                    <a:cubicBezTo>
                      <a:pt x="0" y="480438"/>
                      <a:pt x="116410" y="364028"/>
                      <a:pt x="260010" y="364028"/>
                    </a:cubicBezTo>
                    <a:lnTo>
                      <a:pt x="443165" y="364028"/>
                    </a:lnTo>
                    <a:lnTo>
                      <a:pt x="443165" y="237982"/>
                    </a:lnTo>
                    <a:cubicBezTo>
                      <a:pt x="443165" y="195266"/>
                      <a:pt x="477794" y="160637"/>
                      <a:pt x="520510" y="160637"/>
                    </a:cubicBezTo>
                    <a:lnTo>
                      <a:pt x="1049896" y="160637"/>
                    </a:lnTo>
                    <a:cubicBezTo>
                      <a:pt x="1092612" y="160637"/>
                      <a:pt x="1127241" y="195266"/>
                      <a:pt x="1127241" y="237982"/>
                    </a:cubicBezTo>
                    <a:lnTo>
                      <a:pt x="1127241" y="364028"/>
                    </a:lnTo>
                    <a:lnTo>
                      <a:pt x="1242915" y="364028"/>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634" name="Google Shape;3634;p60"/>
              <p:cNvSpPr/>
              <p:nvPr/>
            </p:nvSpPr>
            <p:spPr>
              <a:xfrm>
                <a:off x="8560619" y="5355763"/>
                <a:ext cx="372889" cy="259826"/>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635" name="Google Shape;3635;p60"/>
              <p:cNvSpPr/>
              <p:nvPr/>
            </p:nvSpPr>
            <p:spPr>
              <a:xfrm rot="2498363">
                <a:off x="8831623" y="1920263"/>
                <a:ext cx="392828" cy="392828"/>
              </a:xfrm>
              <a:custGeom>
                <a:rect b="b" l="l" r="r" t="t"/>
                <a:pathLst>
                  <a:path extrusionOk="0" h="3938940" w="3860438">
                    <a:moveTo>
                      <a:pt x="1862067" y="2433815"/>
                    </a:moveTo>
                    <a:lnTo>
                      <a:pt x="1970067" y="2433815"/>
                    </a:lnTo>
                    <a:lnTo>
                      <a:pt x="1970067" y="3362873"/>
                    </a:lnTo>
                    <a:lnTo>
                      <a:pt x="2004792" y="3362873"/>
                    </a:lnTo>
                    <a:lnTo>
                      <a:pt x="2004792" y="3650907"/>
                    </a:lnTo>
                    <a:cubicBezTo>
                      <a:pt x="2004792" y="3808349"/>
                      <a:pt x="1878374" y="3936619"/>
                      <a:pt x="1720949" y="3938909"/>
                    </a:cubicBezTo>
                    <a:cubicBezTo>
                      <a:pt x="1564029" y="3941192"/>
                      <a:pt x="1434265" y="3817458"/>
                      <a:pt x="1429045" y="3660794"/>
                    </a:cubicBezTo>
                    <a:lnTo>
                      <a:pt x="1428727" y="3660794"/>
                    </a:lnTo>
                    <a:lnTo>
                      <a:pt x="1428727" y="3588794"/>
                    </a:lnTo>
                    <a:cubicBezTo>
                      <a:pt x="1428727" y="3549029"/>
                      <a:pt x="1460962" y="3516794"/>
                      <a:pt x="1500727" y="3516794"/>
                    </a:cubicBezTo>
                    <a:lnTo>
                      <a:pt x="1536727" y="3516794"/>
                    </a:lnTo>
                    <a:cubicBezTo>
                      <a:pt x="1576492" y="3516794"/>
                      <a:pt x="1608727" y="3549029"/>
                      <a:pt x="1608727" y="3588794"/>
                    </a:cubicBezTo>
                    <a:lnTo>
                      <a:pt x="1608727" y="3654789"/>
                    </a:lnTo>
                    <a:cubicBezTo>
                      <a:pt x="1610687" y="3713589"/>
                      <a:pt x="1659418" y="3760001"/>
                      <a:pt x="1718334" y="3759144"/>
                    </a:cubicBezTo>
                    <a:cubicBezTo>
                      <a:pt x="1777498" y="3758284"/>
                      <a:pt x="1825008" y="3710077"/>
                      <a:pt x="1825008" y="3650907"/>
                    </a:cubicBezTo>
                    <a:lnTo>
                      <a:pt x="1824792" y="3650907"/>
                    </a:lnTo>
                    <a:lnTo>
                      <a:pt x="1824792" y="3362873"/>
                    </a:lnTo>
                    <a:lnTo>
                      <a:pt x="1862067" y="3362873"/>
                    </a:lnTo>
                    <a:close/>
                    <a:moveTo>
                      <a:pt x="1963773" y="341826"/>
                    </a:moveTo>
                    <a:cubicBezTo>
                      <a:pt x="2603866" y="1105515"/>
                      <a:pt x="2803203" y="1464631"/>
                      <a:pt x="2867684" y="2396069"/>
                    </a:cubicBezTo>
                    <a:cubicBezTo>
                      <a:pt x="2523234" y="2107144"/>
                      <a:pt x="2324834" y="2107144"/>
                      <a:pt x="1967684" y="2396069"/>
                    </a:cubicBezTo>
                    <a:cubicBezTo>
                      <a:pt x="1966380" y="1713514"/>
                      <a:pt x="1965077" y="1024381"/>
                      <a:pt x="1963773" y="341826"/>
                    </a:cubicBezTo>
                    <a:close/>
                    <a:moveTo>
                      <a:pt x="1882676" y="341826"/>
                    </a:moveTo>
                    <a:cubicBezTo>
                      <a:pt x="1881372" y="1024381"/>
                      <a:pt x="1880069" y="1713514"/>
                      <a:pt x="1878765" y="2396069"/>
                    </a:cubicBezTo>
                    <a:cubicBezTo>
                      <a:pt x="1521615" y="2107144"/>
                      <a:pt x="1323215" y="2107144"/>
                      <a:pt x="978765" y="2396069"/>
                    </a:cubicBezTo>
                    <a:cubicBezTo>
                      <a:pt x="1043246" y="1464631"/>
                      <a:pt x="1242583" y="1105515"/>
                      <a:pt x="1882676" y="341826"/>
                    </a:cubicBezTo>
                    <a:close/>
                    <a:moveTo>
                      <a:pt x="2058573" y="335248"/>
                    </a:moveTo>
                    <a:cubicBezTo>
                      <a:pt x="3026489" y="598978"/>
                      <a:pt x="3714825" y="1273857"/>
                      <a:pt x="3860438" y="2396070"/>
                    </a:cubicBezTo>
                    <a:cubicBezTo>
                      <a:pt x="3515988" y="2107145"/>
                      <a:pt x="3317588" y="2107145"/>
                      <a:pt x="2960438" y="2396070"/>
                    </a:cubicBezTo>
                    <a:cubicBezTo>
                      <a:pt x="2910892" y="1313327"/>
                      <a:pt x="2647549" y="1036442"/>
                      <a:pt x="2058573" y="335248"/>
                    </a:cubicBezTo>
                    <a:close/>
                    <a:moveTo>
                      <a:pt x="1801865" y="335248"/>
                    </a:moveTo>
                    <a:cubicBezTo>
                      <a:pt x="1212889" y="1036442"/>
                      <a:pt x="949546" y="1313327"/>
                      <a:pt x="900000" y="2396070"/>
                    </a:cubicBezTo>
                    <a:cubicBezTo>
                      <a:pt x="542850" y="2107145"/>
                      <a:pt x="344450" y="2107145"/>
                      <a:pt x="0" y="2396070"/>
                    </a:cubicBezTo>
                    <a:cubicBezTo>
                      <a:pt x="145613" y="1273857"/>
                      <a:pt x="833949" y="598978"/>
                      <a:pt x="1801865" y="335248"/>
                    </a:cubicBezTo>
                    <a:close/>
                    <a:moveTo>
                      <a:pt x="1902679" y="0"/>
                    </a:moveTo>
                    <a:lnTo>
                      <a:pt x="1929455" y="0"/>
                    </a:lnTo>
                    <a:lnTo>
                      <a:pt x="1970067" y="288000"/>
                    </a:lnTo>
                    <a:lnTo>
                      <a:pt x="1862067" y="288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636" name="Google Shape;3636;p60"/>
              <p:cNvSpPr/>
              <p:nvPr/>
            </p:nvSpPr>
            <p:spPr>
              <a:xfrm rot="-2129845">
                <a:off x="10110329" y="1972655"/>
                <a:ext cx="132806" cy="502999"/>
              </a:xfrm>
              <a:custGeom>
                <a:rect b="b" l="l" r="r" t="t"/>
                <a:pathLst>
                  <a:path extrusionOk="0" h="5014044" w="1323851">
                    <a:moveTo>
                      <a:pt x="797140" y="4503940"/>
                    </a:moveTo>
                    <a:cubicBezTo>
                      <a:pt x="732770" y="4439570"/>
                      <a:pt x="628407" y="4439570"/>
                      <a:pt x="564037" y="4503940"/>
                    </a:cubicBezTo>
                    <a:cubicBezTo>
                      <a:pt x="499667" y="4568310"/>
                      <a:pt x="499667" y="4672672"/>
                      <a:pt x="564037" y="4737042"/>
                    </a:cubicBezTo>
                    <a:cubicBezTo>
                      <a:pt x="628407" y="4801412"/>
                      <a:pt x="732770" y="4801413"/>
                      <a:pt x="797140" y="4737043"/>
                    </a:cubicBezTo>
                    <a:cubicBezTo>
                      <a:pt x="861510" y="4672673"/>
                      <a:pt x="861510" y="4568310"/>
                      <a:pt x="797140" y="4503940"/>
                    </a:cubicBezTo>
                    <a:close/>
                    <a:moveTo>
                      <a:pt x="1019859" y="4396571"/>
                    </a:moveTo>
                    <a:lnTo>
                      <a:pt x="1019859" y="4844408"/>
                    </a:lnTo>
                    <a:lnTo>
                      <a:pt x="680589" y="5014044"/>
                    </a:lnTo>
                    <a:lnTo>
                      <a:pt x="341319" y="4844409"/>
                    </a:lnTo>
                    <a:lnTo>
                      <a:pt x="341319" y="4396572"/>
                    </a:lnTo>
                    <a:lnTo>
                      <a:pt x="680589" y="4226937"/>
                    </a:lnTo>
                    <a:close/>
                    <a:moveTo>
                      <a:pt x="800624" y="237293"/>
                    </a:moveTo>
                    <a:cubicBezTo>
                      <a:pt x="730322" y="166991"/>
                      <a:pt x="616339" y="166991"/>
                      <a:pt x="546037" y="237293"/>
                    </a:cubicBezTo>
                    <a:cubicBezTo>
                      <a:pt x="475735" y="307595"/>
                      <a:pt x="475735" y="421577"/>
                      <a:pt x="546037" y="491879"/>
                    </a:cubicBezTo>
                    <a:cubicBezTo>
                      <a:pt x="616339" y="562181"/>
                      <a:pt x="730322" y="562181"/>
                      <a:pt x="800624" y="491879"/>
                    </a:cubicBezTo>
                    <a:cubicBezTo>
                      <a:pt x="870926" y="421577"/>
                      <a:pt x="870926" y="307595"/>
                      <a:pt x="800624" y="237293"/>
                    </a:cubicBezTo>
                    <a:close/>
                    <a:moveTo>
                      <a:pt x="1079384" y="68015"/>
                    </a:moveTo>
                    <a:cubicBezTo>
                      <a:pt x="1121407" y="110039"/>
                      <a:pt x="1147399" y="168093"/>
                      <a:pt x="1147399" y="232219"/>
                    </a:cubicBezTo>
                    <a:cubicBezTo>
                      <a:pt x="1147399" y="1159793"/>
                      <a:pt x="1034554" y="2087367"/>
                      <a:pt x="1023948" y="3014957"/>
                    </a:cubicBezTo>
                    <a:cubicBezTo>
                      <a:pt x="1133082" y="3060182"/>
                      <a:pt x="1235152" y="3127360"/>
                      <a:pt x="1323851" y="3216059"/>
                    </a:cubicBezTo>
                    <a:cubicBezTo>
                      <a:pt x="1689423" y="3581630"/>
                      <a:pt x="1689423" y="4174338"/>
                      <a:pt x="1323851" y="4539910"/>
                    </a:cubicBezTo>
                    <a:cubicBezTo>
                      <a:pt x="1261218" y="4602543"/>
                      <a:pt x="1191917" y="4654446"/>
                      <a:pt x="1117803" y="4694845"/>
                    </a:cubicBezTo>
                    <a:lnTo>
                      <a:pt x="1117303" y="3872699"/>
                    </a:lnTo>
                    <a:lnTo>
                      <a:pt x="684319" y="3565900"/>
                    </a:lnTo>
                    <a:lnTo>
                      <a:pt x="251709" y="3873225"/>
                    </a:lnTo>
                    <a:lnTo>
                      <a:pt x="252223" y="4718882"/>
                    </a:lnTo>
                    <a:cubicBezTo>
                      <a:pt x="160837" y="4675423"/>
                      <a:pt x="75567" y="4615476"/>
                      <a:pt x="0" y="4539910"/>
                    </a:cubicBezTo>
                    <a:cubicBezTo>
                      <a:pt x="-365571" y="4174338"/>
                      <a:pt x="-365571" y="3581630"/>
                      <a:pt x="0" y="3216059"/>
                    </a:cubicBezTo>
                    <a:cubicBezTo>
                      <a:pt x="100968" y="3115091"/>
                      <a:pt x="219261" y="3042010"/>
                      <a:pt x="345675" y="2997831"/>
                    </a:cubicBezTo>
                    <a:lnTo>
                      <a:pt x="211295" y="232219"/>
                    </a:lnTo>
                    <a:cubicBezTo>
                      <a:pt x="211295" y="103968"/>
                      <a:pt x="315263" y="0"/>
                      <a:pt x="443514" y="0"/>
                    </a:cubicBezTo>
                    <a:lnTo>
                      <a:pt x="915180" y="0"/>
                    </a:lnTo>
                    <a:cubicBezTo>
                      <a:pt x="979305" y="0"/>
                      <a:pt x="1037360" y="25992"/>
                      <a:pt x="1079384" y="680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637" name="Google Shape;3637;p60"/>
              <p:cNvSpPr/>
              <p:nvPr/>
            </p:nvSpPr>
            <p:spPr>
              <a:xfrm rot="-8100000">
                <a:off x="9503918" y="5364438"/>
                <a:ext cx="71616" cy="502304"/>
              </a:xfrm>
              <a:custGeom>
                <a:rect b="b" l="l" r="r" t="t"/>
                <a:pathLst>
                  <a:path extrusionOk="0" h="460327" w="65631">
                    <a:moveTo>
                      <a:pt x="42919" y="215685"/>
                    </a:moveTo>
                    <a:lnTo>
                      <a:pt x="22708" y="215685"/>
                    </a:lnTo>
                    <a:lnTo>
                      <a:pt x="0" y="185855"/>
                    </a:lnTo>
                    <a:lnTo>
                      <a:pt x="3" y="185856"/>
                    </a:lnTo>
                    <a:lnTo>
                      <a:pt x="3" y="32814"/>
                    </a:lnTo>
                    <a:cubicBezTo>
                      <a:pt x="3" y="14690"/>
                      <a:pt x="14694" y="0"/>
                      <a:pt x="32817" y="0"/>
                    </a:cubicBezTo>
                    <a:cubicBezTo>
                      <a:pt x="50940" y="0"/>
                      <a:pt x="65631" y="14690"/>
                      <a:pt x="65631" y="32814"/>
                    </a:cubicBezTo>
                    <a:lnTo>
                      <a:pt x="65631" y="185856"/>
                    </a:lnTo>
                    <a:lnTo>
                      <a:pt x="65626" y="185856"/>
                    </a:lnTo>
                    <a:close/>
                    <a:moveTo>
                      <a:pt x="57234" y="460327"/>
                    </a:moveTo>
                    <a:lnTo>
                      <a:pt x="11300" y="460327"/>
                    </a:lnTo>
                    <a:lnTo>
                      <a:pt x="11300" y="366559"/>
                    </a:lnTo>
                    <a:cubicBezTo>
                      <a:pt x="13577" y="349655"/>
                      <a:pt x="25635" y="358815"/>
                      <a:pt x="25452" y="346112"/>
                    </a:cubicBezTo>
                    <a:cubicBezTo>
                      <a:pt x="25288" y="302926"/>
                      <a:pt x="25124" y="259739"/>
                      <a:pt x="24960" y="216553"/>
                    </a:cubicBezTo>
                    <a:lnTo>
                      <a:pt x="42858" y="216553"/>
                    </a:lnTo>
                    <a:cubicBezTo>
                      <a:pt x="42694" y="259576"/>
                      <a:pt x="42530" y="302598"/>
                      <a:pt x="42366" y="345621"/>
                    </a:cubicBezTo>
                    <a:cubicBezTo>
                      <a:pt x="39843" y="359799"/>
                      <a:pt x="54756" y="347441"/>
                      <a:pt x="57234" y="36655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638" name="Google Shape;3638;p60"/>
              <p:cNvSpPr/>
              <p:nvPr/>
            </p:nvSpPr>
            <p:spPr>
              <a:xfrm>
                <a:off x="10146073" y="5282722"/>
                <a:ext cx="141778" cy="392828"/>
              </a:xfrm>
              <a:custGeom>
                <a:rect b="b" l="l" r="r" t="t"/>
                <a:pathLst>
                  <a:path extrusionOk="0" h="3871427" w="1397263">
                    <a:moveTo>
                      <a:pt x="698631" y="1778701"/>
                    </a:moveTo>
                    <a:cubicBezTo>
                      <a:pt x="609151" y="1778701"/>
                      <a:pt x="536613" y="1851239"/>
                      <a:pt x="536613" y="1940719"/>
                    </a:cubicBezTo>
                    <a:cubicBezTo>
                      <a:pt x="536613" y="2030199"/>
                      <a:pt x="609151" y="2102737"/>
                      <a:pt x="698631" y="2102737"/>
                    </a:cubicBezTo>
                    <a:cubicBezTo>
                      <a:pt x="788111" y="2102737"/>
                      <a:pt x="860649" y="2030199"/>
                      <a:pt x="860649" y="1940719"/>
                    </a:cubicBezTo>
                    <a:cubicBezTo>
                      <a:pt x="860649" y="1851239"/>
                      <a:pt x="788111" y="1778701"/>
                      <a:pt x="698631" y="1778701"/>
                    </a:cubicBezTo>
                    <a:close/>
                    <a:moveTo>
                      <a:pt x="999594" y="0"/>
                    </a:moveTo>
                    <a:lnTo>
                      <a:pt x="1321063" y="0"/>
                    </a:lnTo>
                    <a:lnTo>
                      <a:pt x="1390119" y="95250"/>
                    </a:lnTo>
                    <a:cubicBezTo>
                      <a:pt x="1392500" y="284956"/>
                      <a:pt x="1394882" y="474663"/>
                      <a:pt x="1397263" y="664369"/>
                    </a:cubicBezTo>
                    <a:lnTo>
                      <a:pt x="1256769" y="833438"/>
                    </a:lnTo>
                    <a:lnTo>
                      <a:pt x="921013" y="978694"/>
                    </a:lnTo>
                    <a:lnTo>
                      <a:pt x="913199" y="978651"/>
                    </a:lnTo>
                    <a:lnTo>
                      <a:pt x="913199" y="1700779"/>
                    </a:lnTo>
                    <a:cubicBezTo>
                      <a:pt x="979823" y="1759212"/>
                      <a:pt x="1021211" y="1845132"/>
                      <a:pt x="1021211" y="1940719"/>
                    </a:cubicBezTo>
                    <a:cubicBezTo>
                      <a:pt x="1021211" y="2036306"/>
                      <a:pt x="979823" y="2122226"/>
                      <a:pt x="913199" y="2180659"/>
                    </a:cubicBezTo>
                    <a:lnTo>
                      <a:pt x="913199" y="2896482"/>
                    </a:lnTo>
                    <a:lnTo>
                      <a:pt x="1238250" y="3021320"/>
                    </a:lnTo>
                    <a:lnTo>
                      <a:pt x="1390650" y="3199914"/>
                    </a:lnTo>
                    <a:lnTo>
                      <a:pt x="1393032" y="3764270"/>
                    </a:lnTo>
                    <a:lnTo>
                      <a:pt x="1316832" y="3869045"/>
                    </a:lnTo>
                    <a:lnTo>
                      <a:pt x="997744" y="3869045"/>
                    </a:lnTo>
                    <a:lnTo>
                      <a:pt x="995363" y="3276114"/>
                    </a:lnTo>
                    <a:lnTo>
                      <a:pt x="700088" y="3111808"/>
                    </a:lnTo>
                    <a:lnTo>
                      <a:pt x="409575" y="3288020"/>
                    </a:lnTo>
                    <a:lnTo>
                      <a:pt x="397669" y="3871427"/>
                    </a:lnTo>
                    <a:lnTo>
                      <a:pt x="76200" y="3871427"/>
                    </a:lnTo>
                    <a:lnTo>
                      <a:pt x="7144" y="3776177"/>
                    </a:lnTo>
                    <a:cubicBezTo>
                      <a:pt x="4763" y="3586471"/>
                      <a:pt x="2381" y="3396764"/>
                      <a:pt x="0" y="3207058"/>
                    </a:cubicBezTo>
                    <a:lnTo>
                      <a:pt x="140494" y="3037989"/>
                    </a:lnTo>
                    <a:lnTo>
                      <a:pt x="476250" y="2892733"/>
                    </a:lnTo>
                    <a:lnTo>
                      <a:pt x="481151" y="2892760"/>
                    </a:lnTo>
                    <a:lnTo>
                      <a:pt x="481151" y="2180659"/>
                    </a:lnTo>
                    <a:cubicBezTo>
                      <a:pt x="414527" y="2122226"/>
                      <a:pt x="373139" y="2036306"/>
                      <a:pt x="373139" y="1940719"/>
                    </a:cubicBezTo>
                    <a:cubicBezTo>
                      <a:pt x="373139" y="1845132"/>
                      <a:pt x="414527" y="1759212"/>
                      <a:pt x="481151" y="1700779"/>
                    </a:cubicBezTo>
                    <a:lnTo>
                      <a:pt x="481151" y="973827"/>
                    </a:lnTo>
                    <a:lnTo>
                      <a:pt x="159013" y="850107"/>
                    </a:lnTo>
                    <a:lnTo>
                      <a:pt x="6613" y="671513"/>
                    </a:lnTo>
                    <a:lnTo>
                      <a:pt x="4231" y="107157"/>
                    </a:lnTo>
                    <a:lnTo>
                      <a:pt x="80431" y="2382"/>
                    </a:lnTo>
                    <a:lnTo>
                      <a:pt x="399519" y="2382"/>
                    </a:lnTo>
                    <a:cubicBezTo>
                      <a:pt x="400313" y="198438"/>
                      <a:pt x="401106" y="396875"/>
                      <a:pt x="401900" y="595313"/>
                    </a:cubicBezTo>
                    <a:lnTo>
                      <a:pt x="697175" y="759619"/>
                    </a:lnTo>
                    <a:lnTo>
                      <a:pt x="987688" y="583407"/>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639" name="Google Shape;3639;p60"/>
              <p:cNvSpPr/>
              <p:nvPr/>
            </p:nvSpPr>
            <p:spPr>
              <a:xfrm rot="10800000">
                <a:off x="9233259" y="1922064"/>
                <a:ext cx="351266" cy="351266"/>
              </a:xfrm>
              <a:custGeom>
                <a:rect b="b" l="l" r="r" t="t"/>
                <a:pathLst>
                  <a:path extrusionOk="0" h="3915008" w="3982665">
                    <a:moveTo>
                      <a:pt x="0" y="2664000"/>
                    </a:moveTo>
                    <a:lnTo>
                      <a:pt x="1911318" y="72000"/>
                    </a:lnTo>
                    <a:lnTo>
                      <a:pt x="1142725" y="2655962"/>
                    </a:lnTo>
                    <a:close/>
                    <a:moveTo>
                      <a:pt x="3982665" y="2664000"/>
                    </a:moveTo>
                    <a:lnTo>
                      <a:pt x="2839940" y="2655962"/>
                    </a:lnTo>
                    <a:lnTo>
                      <a:pt x="2071347" y="72000"/>
                    </a:lnTo>
                    <a:close/>
                    <a:moveTo>
                      <a:pt x="2621333" y="2664000"/>
                    </a:moveTo>
                    <a:lnTo>
                      <a:pt x="1361333" y="2664000"/>
                    </a:lnTo>
                    <a:lnTo>
                      <a:pt x="1991333" y="0"/>
                    </a:lnTo>
                    <a:close/>
                    <a:moveTo>
                      <a:pt x="1806654" y="3915007"/>
                    </a:moveTo>
                    <a:lnTo>
                      <a:pt x="726654" y="3915007"/>
                    </a:lnTo>
                    <a:lnTo>
                      <a:pt x="1266654" y="2835007"/>
                    </a:lnTo>
                    <a:close/>
                    <a:moveTo>
                      <a:pt x="555902" y="3915008"/>
                    </a:moveTo>
                    <a:lnTo>
                      <a:pt x="15902" y="2835008"/>
                    </a:lnTo>
                    <a:lnTo>
                      <a:pt x="1095902" y="2835008"/>
                    </a:lnTo>
                    <a:close/>
                    <a:moveTo>
                      <a:pt x="1977406" y="3915008"/>
                    </a:moveTo>
                    <a:lnTo>
                      <a:pt x="1437406" y="2835008"/>
                    </a:lnTo>
                    <a:lnTo>
                      <a:pt x="2517406" y="2835008"/>
                    </a:lnTo>
                    <a:close/>
                    <a:moveTo>
                      <a:pt x="3228158" y="3915008"/>
                    </a:moveTo>
                    <a:lnTo>
                      <a:pt x="2148158" y="3915008"/>
                    </a:lnTo>
                    <a:lnTo>
                      <a:pt x="2688158" y="2835008"/>
                    </a:lnTo>
                    <a:close/>
                    <a:moveTo>
                      <a:pt x="3398910" y="3915008"/>
                    </a:moveTo>
                    <a:lnTo>
                      <a:pt x="2858910" y="2835008"/>
                    </a:lnTo>
                    <a:lnTo>
                      <a:pt x="3938910" y="2835008"/>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640" name="Google Shape;3640;p60"/>
              <p:cNvSpPr/>
              <p:nvPr/>
            </p:nvSpPr>
            <p:spPr>
              <a:xfrm>
                <a:off x="8136976" y="5049647"/>
                <a:ext cx="351266" cy="351266"/>
              </a:xfrm>
              <a:custGeom>
                <a:rect b="b" l="l" r="r" t="t"/>
                <a:pathLst>
                  <a:path extrusionOk="0" h="3954781" w="3928707">
                    <a:moveTo>
                      <a:pt x="2773336" y="2238726"/>
                    </a:moveTo>
                    <a:cubicBezTo>
                      <a:pt x="2746826" y="2238726"/>
                      <a:pt x="2725335" y="2260217"/>
                      <a:pt x="2725335" y="2286727"/>
                    </a:cubicBezTo>
                    <a:lnTo>
                      <a:pt x="2725335" y="2478725"/>
                    </a:lnTo>
                    <a:cubicBezTo>
                      <a:pt x="2725335" y="2505235"/>
                      <a:pt x="2746826" y="2526726"/>
                      <a:pt x="2773336" y="2526726"/>
                    </a:cubicBezTo>
                    <a:lnTo>
                      <a:pt x="2965334" y="2526726"/>
                    </a:lnTo>
                    <a:cubicBezTo>
                      <a:pt x="2991844" y="2526726"/>
                      <a:pt x="3013335" y="2505235"/>
                      <a:pt x="3013335" y="2478725"/>
                    </a:cubicBezTo>
                    <a:lnTo>
                      <a:pt x="3013335" y="2286727"/>
                    </a:lnTo>
                    <a:cubicBezTo>
                      <a:pt x="3013335" y="2260217"/>
                      <a:pt x="2991844" y="2238726"/>
                      <a:pt x="2965334" y="2238726"/>
                    </a:cubicBezTo>
                    <a:close/>
                    <a:moveTo>
                      <a:pt x="2313922" y="2238726"/>
                    </a:moveTo>
                    <a:cubicBezTo>
                      <a:pt x="2287412" y="2238726"/>
                      <a:pt x="2265921" y="2260217"/>
                      <a:pt x="2265921" y="2286727"/>
                    </a:cubicBezTo>
                    <a:lnTo>
                      <a:pt x="2265921" y="2478725"/>
                    </a:lnTo>
                    <a:cubicBezTo>
                      <a:pt x="2265921" y="2505235"/>
                      <a:pt x="2287412" y="2526726"/>
                      <a:pt x="2313922" y="2526726"/>
                    </a:cubicBezTo>
                    <a:lnTo>
                      <a:pt x="2505920" y="2526726"/>
                    </a:lnTo>
                    <a:cubicBezTo>
                      <a:pt x="2532430" y="2526726"/>
                      <a:pt x="2553921" y="2505235"/>
                      <a:pt x="2553921" y="2478725"/>
                    </a:cubicBezTo>
                    <a:lnTo>
                      <a:pt x="2553921" y="2286727"/>
                    </a:lnTo>
                    <a:cubicBezTo>
                      <a:pt x="2553921" y="2260217"/>
                      <a:pt x="2532430" y="2238726"/>
                      <a:pt x="2505920" y="2238726"/>
                    </a:cubicBezTo>
                    <a:close/>
                    <a:moveTo>
                      <a:pt x="1854508" y="2238726"/>
                    </a:moveTo>
                    <a:cubicBezTo>
                      <a:pt x="1827998" y="2238726"/>
                      <a:pt x="1806507" y="2260217"/>
                      <a:pt x="1806507" y="2286727"/>
                    </a:cubicBezTo>
                    <a:lnTo>
                      <a:pt x="1806507" y="2478725"/>
                    </a:lnTo>
                    <a:cubicBezTo>
                      <a:pt x="1806507" y="2505235"/>
                      <a:pt x="1827998" y="2526726"/>
                      <a:pt x="1854508" y="2526726"/>
                    </a:cubicBezTo>
                    <a:lnTo>
                      <a:pt x="2046506" y="2526726"/>
                    </a:lnTo>
                    <a:cubicBezTo>
                      <a:pt x="2073016" y="2526726"/>
                      <a:pt x="2094507" y="2505235"/>
                      <a:pt x="2094507" y="2478725"/>
                    </a:cubicBezTo>
                    <a:lnTo>
                      <a:pt x="2094507" y="2286727"/>
                    </a:lnTo>
                    <a:cubicBezTo>
                      <a:pt x="2094507" y="2260217"/>
                      <a:pt x="2073016" y="2238726"/>
                      <a:pt x="2046506" y="2238726"/>
                    </a:cubicBezTo>
                    <a:close/>
                    <a:moveTo>
                      <a:pt x="879732" y="2133675"/>
                    </a:moveTo>
                    <a:cubicBezTo>
                      <a:pt x="767330" y="2133675"/>
                      <a:pt x="676210" y="2224795"/>
                      <a:pt x="676210" y="2337197"/>
                    </a:cubicBezTo>
                    <a:cubicBezTo>
                      <a:pt x="676210" y="2449599"/>
                      <a:pt x="767330" y="2540719"/>
                      <a:pt x="879732" y="2540719"/>
                    </a:cubicBezTo>
                    <a:cubicBezTo>
                      <a:pt x="956121" y="2540719"/>
                      <a:pt x="1022681" y="2498634"/>
                      <a:pt x="1054808" y="2434886"/>
                    </a:cubicBezTo>
                    <a:lnTo>
                      <a:pt x="1469273" y="2434887"/>
                    </a:lnTo>
                    <a:cubicBezTo>
                      <a:pt x="1529381" y="2434887"/>
                      <a:pt x="1578108" y="2386160"/>
                      <a:pt x="1578108" y="2326052"/>
                    </a:cubicBezTo>
                    <a:cubicBezTo>
                      <a:pt x="1578108" y="2265944"/>
                      <a:pt x="1529381" y="2217217"/>
                      <a:pt x="1469273" y="2217217"/>
                    </a:cubicBezTo>
                    <a:lnTo>
                      <a:pt x="1039779" y="2217217"/>
                    </a:lnTo>
                    <a:cubicBezTo>
                      <a:pt x="1005455" y="2165662"/>
                      <a:pt x="946329" y="2133675"/>
                      <a:pt x="879732" y="2133675"/>
                    </a:cubicBezTo>
                    <a:close/>
                    <a:moveTo>
                      <a:pt x="2773336" y="1699178"/>
                    </a:moveTo>
                    <a:cubicBezTo>
                      <a:pt x="2746826" y="1699178"/>
                      <a:pt x="2725335" y="1720669"/>
                      <a:pt x="2725335" y="1747179"/>
                    </a:cubicBezTo>
                    <a:lnTo>
                      <a:pt x="2725335" y="1939177"/>
                    </a:lnTo>
                    <a:cubicBezTo>
                      <a:pt x="2725335" y="1965687"/>
                      <a:pt x="2746826" y="1987178"/>
                      <a:pt x="2773336" y="1987178"/>
                    </a:cubicBezTo>
                    <a:lnTo>
                      <a:pt x="2965334" y="1987178"/>
                    </a:lnTo>
                    <a:cubicBezTo>
                      <a:pt x="2991844" y="1987178"/>
                      <a:pt x="3013335" y="1965687"/>
                      <a:pt x="3013335" y="1939177"/>
                    </a:cubicBezTo>
                    <a:lnTo>
                      <a:pt x="3013335" y="1747179"/>
                    </a:lnTo>
                    <a:cubicBezTo>
                      <a:pt x="3013335" y="1720669"/>
                      <a:pt x="2991844" y="1699178"/>
                      <a:pt x="2965334" y="1699178"/>
                    </a:cubicBezTo>
                    <a:close/>
                    <a:moveTo>
                      <a:pt x="2313922" y="1699178"/>
                    </a:moveTo>
                    <a:cubicBezTo>
                      <a:pt x="2287412" y="1699178"/>
                      <a:pt x="2265921" y="1720669"/>
                      <a:pt x="2265921" y="1747179"/>
                    </a:cubicBezTo>
                    <a:lnTo>
                      <a:pt x="2265921" y="1939177"/>
                    </a:lnTo>
                    <a:cubicBezTo>
                      <a:pt x="2265921" y="1965687"/>
                      <a:pt x="2287412" y="1987178"/>
                      <a:pt x="2313922" y="1987178"/>
                    </a:cubicBezTo>
                    <a:lnTo>
                      <a:pt x="2505920" y="1987178"/>
                    </a:lnTo>
                    <a:cubicBezTo>
                      <a:pt x="2532430" y="1987178"/>
                      <a:pt x="2553921" y="1965687"/>
                      <a:pt x="2553921" y="1939177"/>
                    </a:cubicBezTo>
                    <a:lnTo>
                      <a:pt x="2553921" y="1747179"/>
                    </a:lnTo>
                    <a:cubicBezTo>
                      <a:pt x="2553921" y="1720669"/>
                      <a:pt x="2532430" y="1699178"/>
                      <a:pt x="2505920" y="1699178"/>
                    </a:cubicBezTo>
                    <a:close/>
                    <a:moveTo>
                      <a:pt x="1854508" y="1699178"/>
                    </a:moveTo>
                    <a:cubicBezTo>
                      <a:pt x="1827998" y="1699178"/>
                      <a:pt x="1806507" y="1720669"/>
                      <a:pt x="1806507" y="1747179"/>
                    </a:cubicBezTo>
                    <a:lnTo>
                      <a:pt x="1806507" y="1939177"/>
                    </a:lnTo>
                    <a:cubicBezTo>
                      <a:pt x="1806507" y="1965687"/>
                      <a:pt x="1827998" y="1987178"/>
                      <a:pt x="1854508" y="1987178"/>
                    </a:cubicBezTo>
                    <a:lnTo>
                      <a:pt x="2046506" y="1987178"/>
                    </a:lnTo>
                    <a:cubicBezTo>
                      <a:pt x="2073016" y="1987178"/>
                      <a:pt x="2094507" y="1965687"/>
                      <a:pt x="2094507" y="1939177"/>
                    </a:cubicBezTo>
                    <a:lnTo>
                      <a:pt x="2094507" y="1747179"/>
                    </a:lnTo>
                    <a:cubicBezTo>
                      <a:pt x="2094507" y="1720669"/>
                      <a:pt x="2073016" y="1699178"/>
                      <a:pt x="2046506" y="1699178"/>
                    </a:cubicBezTo>
                    <a:close/>
                    <a:moveTo>
                      <a:pt x="1035948" y="1186216"/>
                    </a:moveTo>
                    <a:cubicBezTo>
                      <a:pt x="1165960" y="1186216"/>
                      <a:pt x="1271356" y="1291612"/>
                      <a:pt x="1271356" y="1421624"/>
                    </a:cubicBezTo>
                    <a:cubicBezTo>
                      <a:pt x="1271356" y="1551636"/>
                      <a:pt x="1165960" y="1657032"/>
                      <a:pt x="1035948" y="1657032"/>
                    </a:cubicBezTo>
                    <a:cubicBezTo>
                      <a:pt x="905936" y="1657032"/>
                      <a:pt x="800540" y="1551636"/>
                      <a:pt x="800540" y="1421624"/>
                    </a:cubicBezTo>
                    <a:cubicBezTo>
                      <a:pt x="800540" y="1291612"/>
                      <a:pt x="905936" y="1186216"/>
                      <a:pt x="1035948" y="1186216"/>
                    </a:cubicBezTo>
                    <a:close/>
                    <a:moveTo>
                      <a:pt x="2773336" y="1159631"/>
                    </a:moveTo>
                    <a:cubicBezTo>
                      <a:pt x="2746826" y="1159631"/>
                      <a:pt x="2725335" y="1181122"/>
                      <a:pt x="2725335" y="1207632"/>
                    </a:cubicBezTo>
                    <a:lnTo>
                      <a:pt x="2725335" y="1399630"/>
                    </a:lnTo>
                    <a:cubicBezTo>
                      <a:pt x="2725335" y="1426140"/>
                      <a:pt x="2746826" y="1447631"/>
                      <a:pt x="2773336" y="1447631"/>
                    </a:cubicBezTo>
                    <a:lnTo>
                      <a:pt x="2965334" y="1447631"/>
                    </a:lnTo>
                    <a:cubicBezTo>
                      <a:pt x="2991844" y="1447631"/>
                      <a:pt x="3013335" y="1426140"/>
                      <a:pt x="3013335" y="1399630"/>
                    </a:cubicBezTo>
                    <a:lnTo>
                      <a:pt x="3013335" y="1207632"/>
                    </a:lnTo>
                    <a:cubicBezTo>
                      <a:pt x="3013335" y="1181122"/>
                      <a:pt x="2991844" y="1159631"/>
                      <a:pt x="2965334" y="1159631"/>
                    </a:cubicBezTo>
                    <a:close/>
                    <a:moveTo>
                      <a:pt x="2313922" y="1159631"/>
                    </a:moveTo>
                    <a:cubicBezTo>
                      <a:pt x="2287412" y="1159631"/>
                      <a:pt x="2265921" y="1181122"/>
                      <a:pt x="2265921" y="1207632"/>
                    </a:cubicBezTo>
                    <a:lnTo>
                      <a:pt x="2265921" y="1399630"/>
                    </a:lnTo>
                    <a:cubicBezTo>
                      <a:pt x="2265921" y="1426140"/>
                      <a:pt x="2287412" y="1447631"/>
                      <a:pt x="2313922" y="1447631"/>
                    </a:cubicBezTo>
                    <a:lnTo>
                      <a:pt x="2505920" y="1447631"/>
                    </a:lnTo>
                    <a:cubicBezTo>
                      <a:pt x="2532430" y="1447631"/>
                      <a:pt x="2553921" y="1426140"/>
                      <a:pt x="2553921" y="1399630"/>
                    </a:cubicBezTo>
                    <a:lnTo>
                      <a:pt x="2553921" y="1207632"/>
                    </a:lnTo>
                    <a:cubicBezTo>
                      <a:pt x="2553921" y="1181122"/>
                      <a:pt x="2532430" y="1159631"/>
                      <a:pt x="2505920" y="1159631"/>
                    </a:cubicBezTo>
                    <a:close/>
                    <a:moveTo>
                      <a:pt x="1854508" y="1159631"/>
                    </a:moveTo>
                    <a:cubicBezTo>
                      <a:pt x="1827998" y="1159631"/>
                      <a:pt x="1806507" y="1181122"/>
                      <a:pt x="1806507" y="1207632"/>
                    </a:cubicBezTo>
                    <a:lnTo>
                      <a:pt x="1806507" y="1399630"/>
                    </a:lnTo>
                    <a:cubicBezTo>
                      <a:pt x="1806507" y="1426140"/>
                      <a:pt x="1827998" y="1447631"/>
                      <a:pt x="1854508" y="1447631"/>
                    </a:cubicBezTo>
                    <a:lnTo>
                      <a:pt x="2046506" y="1447631"/>
                    </a:lnTo>
                    <a:cubicBezTo>
                      <a:pt x="2073016" y="1447631"/>
                      <a:pt x="2094507" y="1426140"/>
                      <a:pt x="2094507" y="1399630"/>
                    </a:cubicBezTo>
                    <a:lnTo>
                      <a:pt x="2094507" y="1207632"/>
                    </a:lnTo>
                    <a:cubicBezTo>
                      <a:pt x="2094507" y="1181122"/>
                      <a:pt x="2073016" y="1159631"/>
                      <a:pt x="2046506" y="1159631"/>
                    </a:cubicBezTo>
                    <a:close/>
                    <a:moveTo>
                      <a:pt x="1035947" y="1097587"/>
                    </a:moveTo>
                    <a:cubicBezTo>
                      <a:pt x="856987" y="1097587"/>
                      <a:pt x="711911" y="1242663"/>
                      <a:pt x="711911" y="1421623"/>
                    </a:cubicBezTo>
                    <a:cubicBezTo>
                      <a:pt x="711911" y="1600583"/>
                      <a:pt x="856987" y="1745659"/>
                      <a:pt x="1035947" y="1745659"/>
                    </a:cubicBezTo>
                    <a:cubicBezTo>
                      <a:pt x="1214907" y="1745659"/>
                      <a:pt x="1359983" y="1600583"/>
                      <a:pt x="1359983" y="1421623"/>
                    </a:cubicBezTo>
                    <a:cubicBezTo>
                      <a:pt x="1359983" y="1242663"/>
                      <a:pt x="1214907" y="1097587"/>
                      <a:pt x="1035947" y="1097587"/>
                    </a:cubicBezTo>
                    <a:close/>
                    <a:moveTo>
                      <a:pt x="593124" y="376367"/>
                    </a:moveTo>
                    <a:lnTo>
                      <a:pt x="3225543" y="376367"/>
                    </a:lnTo>
                    <a:cubicBezTo>
                      <a:pt x="3328637" y="376367"/>
                      <a:pt x="3412211" y="459941"/>
                      <a:pt x="3412211" y="563035"/>
                    </a:cubicBezTo>
                    <a:lnTo>
                      <a:pt x="3412211" y="3074837"/>
                    </a:lnTo>
                    <a:cubicBezTo>
                      <a:pt x="3412211" y="3177931"/>
                      <a:pt x="3328637" y="3261505"/>
                      <a:pt x="3225543" y="3261505"/>
                    </a:cubicBezTo>
                    <a:lnTo>
                      <a:pt x="593124" y="3261505"/>
                    </a:lnTo>
                    <a:cubicBezTo>
                      <a:pt x="490030" y="3261505"/>
                      <a:pt x="406456" y="3177931"/>
                      <a:pt x="406456" y="3074837"/>
                    </a:cubicBezTo>
                    <a:lnTo>
                      <a:pt x="406456" y="563035"/>
                    </a:lnTo>
                    <a:cubicBezTo>
                      <a:pt x="406456" y="459941"/>
                      <a:pt x="490030" y="376367"/>
                      <a:pt x="593124" y="376367"/>
                    </a:cubicBezTo>
                    <a:close/>
                    <a:moveTo>
                      <a:pt x="466365" y="263607"/>
                    </a:moveTo>
                    <a:cubicBezTo>
                      <a:pt x="353740" y="263607"/>
                      <a:pt x="262440" y="354907"/>
                      <a:pt x="262440" y="467532"/>
                    </a:cubicBezTo>
                    <a:lnTo>
                      <a:pt x="262440" y="3211530"/>
                    </a:lnTo>
                    <a:cubicBezTo>
                      <a:pt x="262440" y="3324155"/>
                      <a:pt x="353740" y="3415455"/>
                      <a:pt x="466365" y="3415455"/>
                    </a:cubicBezTo>
                    <a:lnTo>
                      <a:pt x="3352302" y="3415455"/>
                    </a:lnTo>
                    <a:cubicBezTo>
                      <a:pt x="3464927" y="3415455"/>
                      <a:pt x="3556227" y="3324155"/>
                      <a:pt x="3556227" y="3211530"/>
                    </a:cubicBezTo>
                    <a:lnTo>
                      <a:pt x="3556227" y="2945906"/>
                    </a:lnTo>
                    <a:lnTo>
                      <a:pt x="3604113" y="2945906"/>
                    </a:lnTo>
                    <a:cubicBezTo>
                      <a:pt x="3647262" y="2945906"/>
                      <a:pt x="3682241" y="2910927"/>
                      <a:pt x="3682241" y="2867778"/>
                    </a:cubicBezTo>
                    <a:lnTo>
                      <a:pt x="3682241" y="2555278"/>
                    </a:lnTo>
                    <a:cubicBezTo>
                      <a:pt x="3682241" y="2512129"/>
                      <a:pt x="3647262" y="2477150"/>
                      <a:pt x="3604113" y="2477150"/>
                    </a:cubicBezTo>
                    <a:lnTo>
                      <a:pt x="3556227" y="2477150"/>
                    </a:lnTo>
                    <a:lnTo>
                      <a:pt x="3556227" y="1181006"/>
                    </a:lnTo>
                    <a:lnTo>
                      <a:pt x="3604113" y="1181006"/>
                    </a:lnTo>
                    <a:cubicBezTo>
                      <a:pt x="3647262" y="1181006"/>
                      <a:pt x="3682241" y="1146027"/>
                      <a:pt x="3682241" y="1102878"/>
                    </a:cubicBezTo>
                    <a:lnTo>
                      <a:pt x="3682241" y="790378"/>
                    </a:lnTo>
                    <a:cubicBezTo>
                      <a:pt x="3682241" y="747229"/>
                      <a:pt x="3647262" y="712250"/>
                      <a:pt x="3604113" y="712250"/>
                    </a:cubicBezTo>
                    <a:lnTo>
                      <a:pt x="3556227" y="712250"/>
                    </a:lnTo>
                    <a:lnTo>
                      <a:pt x="3556227" y="467532"/>
                    </a:lnTo>
                    <a:cubicBezTo>
                      <a:pt x="3556227" y="354907"/>
                      <a:pt x="3464927" y="263607"/>
                      <a:pt x="3352302" y="263607"/>
                    </a:cubicBezTo>
                    <a:close/>
                    <a:moveTo>
                      <a:pt x="235370" y="0"/>
                    </a:moveTo>
                    <a:lnTo>
                      <a:pt x="3693337" y="0"/>
                    </a:lnTo>
                    <a:cubicBezTo>
                      <a:pt x="3823328" y="0"/>
                      <a:pt x="3928707" y="105379"/>
                      <a:pt x="3928707" y="235370"/>
                    </a:cubicBezTo>
                    <a:lnTo>
                      <a:pt x="3928707" y="3402502"/>
                    </a:lnTo>
                    <a:cubicBezTo>
                      <a:pt x="3928707" y="3485210"/>
                      <a:pt x="3886047" y="3557954"/>
                      <a:pt x="3821334" y="3599629"/>
                    </a:cubicBezTo>
                    <a:lnTo>
                      <a:pt x="3732546" y="3954781"/>
                    </a:lnTo>
                    <a:lnTo>
                      <a:pt x="2998166" y="3954781"/>
                    </a:lnTo>
                    <a:lnTo>
                      <a:pt x="2918939" y="3637872"/>
                    </a:lnTo>
                    <a:lnTo>
                      <a:pt x="1025164" y="3637872"/>
                    </a:lnTo>
                    <a:lnTo>
                      <a:pt x="945937" y="3954781"/>
                    </a:lnTo>
                    <a:lnTo>
                      <a:pt x="211557" y="3954781"/>
                    </a:lnTo>
                    <a:lnTo>
                      <a:pt x="125186" y="3609298"/>
                    </a:lnTo>
                    <a:cubicBezTo>
                      <a:pt x="50483" y="3570656"/>
                      <a:pt x="0" y="3492475"/>
                      <a:pt x="0" y="3402502"/>
                    </a:cubicBezTo>
                    <a:lnTo>
                      <a:pt x="0" y="235370"/>
                    </a:lnTo>
                    <a:cubicBezTo>
                      <a:pt x="0" y="105379"/>
                      <a:pt x="105379" y="0"/>
                      <a:pt x="23537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641" name="Google Shape;3641;p60"/>
              <p:cNvSpPr/>
              <p:nvPr/>
            </p:nvSpPr>
            <p:spPr>
              <a:xfrm>
                <a:off x="9626515" y="1969444"/>
                <a:ext cx="330976" cy="339180"/>
              </a:xfrm>
              <a:custGeom>
                <a:rect b="b" l="l" r="r" t="t"/>
                <a:pathLst>
                  <a:path extrusionOk="0" h="3984815" w="3888432">
                    <a:moveTo>
                      <a:pt x="3131805" y="2156163"/>
                    </a:moveTo>
                    <a:lnTo>
                      <a:pt x="3132791" y="2156712"/>
                    </a:lnTo>
                    <a:lnTo>
                      <a:pt x="3132791" y="3458037"/>
                    </a:lnTo>
                    <a:lnTo>
                      <a:pt x="2592791" y="3458037"/>
                    </a:lnTo>
                    <a:lnTo>
                      <a:pt x="2592791" y="2392416"/>
                    </a:lnTo>
                    <a:lnTo>
                      <a:pt x="3131805" y="2392416"/>
                    </a:lnTo>
                    <a:close/>
                    <a:moveTo>
                      <a:pt x="1894806" y="1447696"/>
                    </a:moveTo>
                    <a:lnTo>
                      <a:pt x="2434806" y="1447696"/>
                    </a:lnTo>
                    <a:lnTo>
                      <a:pt x="2434806" y="3067696"/>
                    </a:lnTo>
                    <a:lnTo>
                      <a:pt x="2425859" y="3067696"/>
                    </a:lnTo>
                    <a:lnTo>
                      <a:pt x="2425859" y="3458037"/>
                    </a:lnTo>
                    <a:lnTo>
                      <a:pt x="1885859" y="3458037"/>
                    </a:lnTo>
                    <a:lnTo>
                      <a:pt x="1885859" y="1462222"/>
                    </a:lnTo>
                    <a:lnTo>
                      <a:pt x="1894806" y="1467205"/>
                    </a:lnTo>
                    <a:close/>
                    <a:moveTo>
                      <a:pt x="1178927" y="1068489"/>
                    </a:moveTo>
                    <a:lnTo>
                      <a:pt x="1179306" y="1068700"/>
                    </a:lnTo>
                    <a:lnTo>
                      <a:pt x="1179306" y="1992407"/>
                    </a:lnTo>
                    <a:lnTo>
                      <a:pt x="1718927" y="1992407"/>
                    </a:lnTo>
                    <a:lnTo>
                      <a:pt x="1718927" y="3458037"/>
                    </a:lnTo>
                    <a:lnTo>
                      <a:pt x="1178927" y="3458037"/>
                    </a:lnTo>
                    <a:close/>
                    <a:moveTo>
                      <a:pt x="471995" y="674757"/>
                    </a:moveTo>
                    <a:lnTo>
                      <a:pt x="482407" y="680556"/>
                    </a:lnTo>
                    <a:lnTo>
                      <a:pt x="1022307" y="680556"/>
                    </a:lnTo>
                    <a:lnTo>
                      <a:pt x="1022307" y="2085638"/>
                    </a:lnTo>
                    <a:lnTo>
                      <a:pt x="1011995" y="2085638"/>
                    </a:lnTo>
                    <a:lnTo>
                      <a:pt x="1011995" y="3458037"/>
                    </a:lnTo>
                    <a:lnTo>
                      <a:pt x="471995" y="3458037"/>
                    </a:lnTo>
                    <a:close/>
                    <a:moveTo>
                      <a:pt x="3301860" y="259154"/>
                    </a:moveTo>
                    <a:lnTo>
                      <a:pt x="3841860" y="259154"/>
                    </a:lnTo>
                    <a:lnTo>
                      <a:pt x="3841860" y="2548347"/>
                    </a:lnTo>
                    <a:lnTo>
                      <a:pt x="3835956" y="2548347"/>
                    </a:lnTo>
                    <a:lnTo>
                      <a:pt x="3839723" y="2550445"/>
                    </a:lnTo>
                    <a:lnTo>
                      <a:pt x="3839723" y="3458037"/>
                    </a:lnTo>
                    <a:lnTo>
                      <a:pt x="3299723" y="3458037"/>
                    </a:lnTo>
                    <a:lnTo>
                      <a:pt x="3299723" y="2249687"/>
                    </a:lnTo>
                    <a:lnTo>
                      <a:pt x="3301860" y="2250877"/>
                    </a:lnTo>
                    <a:close/>
                    <a:moveTo>
                      <a:pt x="0" y="0"/>
                    </a:moveTo>
                    <a:lnTo>
                      <a:pt x="360000" y="0"/>
                    </a:lnTo>
                    <a:lnTo>
                      <a:pt x="360000" y="3624815"/>
                    </a:lnTo>
                    <a:lnTo>
                      <a:pt x="3888432" y="3624815"/>
                    </a:lnTo>
                    <a:lnTo>
                      <a:pt x="3888432" y="3984815"/>
                    </a:lnTo>
                    <a:lnTo>
                      <a:pt x="0" y="3984815"/>
                    </a:lnTo>
                    <a:lnTo>
                      <a:pt x="0" y="3888432"/>
                    </a:lnTo>
                    <a:lnTo>
                      <a:pt x="0" y="362481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642" name="Google Shape;3642;p60"/>
              <p:cNvSpPr/>
              <p:nvPr/>
            </p:nvSpPr>
            <p:spPr>
              <a:xfrm>
                <a:off x="10765361" y="4863776"/>
                <a:ext cx="330939" cy="234666"/>
              </a:xfrm>
              <a:custGeom>
                <a:rect b="b" l="l" r="r" t="t"/>
                <a:pathLst>
                  <a:path extrusionOk="0" h="2808000" w="3960000">
                    <a:moveTo>
                      <a:pt x="2137982" y="2165237"/>
                    </a:moveTo>
                    <a:lnTo>
                      <a:pt x="2111402" y="2204211"/>
                    </a:lnTo>
                    <a:lnTo>
                      <a:pt x="2137982" y="2204211"/>
                    </a:lnTo>
                    <a:close/>
                    <a:moveTo>
                      <a:pt x="2635730" y="2101964"/>
                    </a:moveTo>
                    <a:cubicBezTo>
                      <a:pt x="2615812" y="2101964"/>
                      <a:pt x="2599666" y="2142287"/>
                      <a:pt x="2599666" y="2192028"/>
                    </a:cubicBezTo>
                    <a:cubicBezTo>
                      <a:pt x="2599666" y="2241769"/>
                      <a:pt x="2615812" y="2282092"/>
                      <a:pt x="2635730" y="2282092"/>
                    </a:cubicBezTo>
                    <a:cubicBezTo>
                      <a:pt x="2655648" y="2282092"/>
                      <a:pt x="2671794" y="2241769"/>
                      <a:pt x="2671794" y="2192028"/>
                    </a:cubicBezTo>
                    <a:cubicBezTo>
                      <a:pt x="2671794" y="2142287"/>
                      <a:pt x="2655648" y="2101964"/>
                      <a:pt x="2635730" y="2101964"/>
                    </a:cubicBezTo>
                    <a:close/>
                    <a:moveTo>
                      <a:pt x="1280012" y="2101964"/>
                    </a:moveTo>
                    <a:cubicBezTo>
                      <a:pt x="1260094" y="2101964"/>
                      <a:pt x="1243948" y="2142287"/>
                      <a:pt x="1243948" y="2192028"/>
                    </a:cubicBezTo>
                    <a:cubicBezTo>
                      <a:pt x="1243948" y="2241769"/>
                      <a:pt x="1260094" y="2282092"/>
                      <a:pt x="1280012" y="2282092"/>
                    </a:cubicBezTo>
                    <a:cubicBezTo>
                      <a:pt x="1299930" y="2282092"/>
                      <a:pt x="1316076" y="2241769"/>
                      <a:pt x="1316076" y="2192028"/>
                    </a:cubicBezTo>
                    <a:cubicBezTo>
                      <a:pt x="1316076" y="2142287"/>
                      <a:pt x="1299930" y="2101964"/>
                      <a:pt x="1280012" y="2101964"/>
                    </a:cubicBezTo>
                    <a:close/>
                    <a:moveTo>
                      <a:pt x="2138296" y="2025749"/>
                    </a:moveTo>
                    <a:lnTo>
                      <a:pt x="2139137" y="2026323"/>
                    </a:lnTo>
                    <a:lnTo>
                      <a:pt x="2216315" y="2026323"/>
                    </a:lnTo>
                    <a:lnTo>
                      <a:pt x="2216315" y="2204211"/>
                    </a:lnTo>
                    <a:lnTo>
                      <a:pt x="2256063" y="2204211"/>
                    </a:lnTo>
                    <a:lnTo>
                      <a:pt x="2256063" y="2282544"/>
                    </a:lnTo>
                    <a:lnTo>
                      <a:pt x="2216315" y="2282544"/>
                    </a:lnTo>
                    <a:lnTo>
                      <a:pt x="2216315" y="2357732"/>
                    </a:lnTo>
                    <a:lnTo>
                      <a:pt x="2137982" y="2357732"/>
                    </a:lnTo>
                    <a:lnTo>
                      <a:pt x="2137982" y="2282544"/>
                    </a:lnTo>
                    <a:lnTo>
                      <a:pt x="2015039" y="2282544"/>
                    </a:lnTo>
                    <a:lnTo>
                      <a:pt x="2015039" y="2208059"/>
                    </a:lnTo>
                    <a:lnTo>
                      <a:pt x="2014304" y="2207558"/>
                    </a:lnTo>
                    <a:lnTo>
                      <a:pt x="2015039" y="2206481"/>
                    </a:lnTo>
                    <a:lnTo>
                      <a:pt x="2015039" y="2204211"/>
                    </a:lnTo>
                    <a:lnTo>
                      <a:pt x="2016587" y="2204211"/>
                    </a:lnTo>
                    <a:close/>
                    <a:moveTo>
                      <a:pt x="1855876" y="2017651"/>
                    </a:moveTo>
                    <a:cubicBezTo>
                      <a:pt x="1914135" y="2017257"/>
                      <a:pt x="1961791" y="2063958"/>
                      <a:pt x="1962577" y="2122214"/>
                    </a:cubicBezTo>
                    <a:cubicBezTo>
                      <a:pt x="1962954" y="2150145"/>
                      <a:pt x="1952489" y="2175712"/>
                      <a:pt x="1934995" y="2194820"/>
                    </a:cubicBezTo>
                    <a:cubicBezTo>
                      <a:pt x="1952694" y="2214184"/>
                      <a:pt x="1963194" y="2240138"/>
                      <a:pt x="1962560" y="2268406"/>
                    </a:cubicBezTo>
                    <a:cubicBezTo>
                      <a:pt x="1961260" y="2326468"/>
                      <a:pt x="1913477" y="2372672"/>
                      <a:pt x="1855404" y="2372021"/>
                    </a:cubicBezTo>
                    <a:cubicBezTo>
                      <a:pt x="1797331" y="2371371"/>
                      <a:pt x="1750595" y="2324109"/>
                      <a:pt x="1750595" y="2266032"/>
                    </a:cubicBezTo>
                    <a:lnTo>
                      <a:pt x="1826499" y="2266032"/>
                    </a:lnTo>
                    <a:cubicBezTo>
                      <a:pt x="1826499" y="2282520"/>
                      <a:pt x="1839767" y="2295938"/>
                      <a:pt x="1856254" y="2296122"/>
                    </a:cubicBezTo>
                    <a:cubicBezTo>
                      <a:pt x="1872741" y="2296307"/>
                      <a:pt x="1886306" y="2283190"/>
                      <a:pt x="1886676" y="2266706"/>
                    </a:cubicBezTo>
                    <a:cubicBezTo>
                      <a:pt x="1887039" y="2250493"/>
                      <a:pt x="1874503" y="2236962"/>
                      <a:pt x="1858407" y="2236065"/>
                    </a:cubicBezTo>
                    <a:lnTo>
                      <a:pt x="1814193" y="2236065"/>
                    </a:lnTo>
                    <a:lnTo>
                      <a:pt x="1814193" y="2152552"/>
                    </a:lnTo>
                    <a:lnTo>
                      <a:pt x="1857384" y="2152552"/>
                    </a:lnTo>
                    <a:cubicBezTo>
                      <a:pt x="1873190" y="2152141"/>
                      <a:pt x="1885741" y="2139089"/>
                      <a:pt x="1885527" y="2123254"/>
                    </a:cubicBezTo>
                    <a:cubicBezTo>
                      <a:pt x="1885313" y="2107349"/>
                      <a:pt x="1872302" y="2094598"/>
                      <a:pt x="1856396" y="2094706"/>
                    </a:cubicBezTo>
                    <a:cubicBezTo>
                      <a:pt x="1840490" y="2094813"/>
                      <a:pt x="1827652" y="2107738"/>
                      <a:pt x="1827652" y="2123644"/>
                    </a:cubicBezTo>
                    <a:lnTo>
                      <a:pt x="1750595" y="2123644"/>
                    </a:lnTo>
                    <a:cubicBezTo>
                      <a:pt x="1750595" y="2065383"/>
                      <a:pt x="1797616" y="2018044"/>
                      <a:pt x="1855876" y="2017651"/>
                    </a:cubicBezTo>
                    <a:close/>
                    <a:moveTo>
                      <a:pt x="2930344" y="2012028"/>
                    </a:moveTo>
                    <a:cubicBezTo>
                      <a:pt x="2996416" y="2014229"/>
                      <a:pt x="3045968" y="2074602"/>
                      <a:pt x="3038901" y="2136479"/>
                    </a:cubicBezTo>
                    <a:cubicBezTo>
                      <a:pt x="3029916" y="2202312"/>
                      <a:pt x="2982346" y="2231435"/>
                      <a:pt x="2939412" y="2275597"/>
                    </a:cubicBezTo>
                    <a:lnTo>
                      <a:pt x="3031192" y="2275597"/>
                    </a:lnTo>
                    <a:lnTo>
                      <a:pt x="3031192" y="2357732"/>
                    </a:lnTo>
                    <a:lnTo>
                      <a:pt x="2819358" y="2357732"/>
                    </a:lnTo>
                    <a:cubicBezTo>
                      <a:pt x="2819409" y="2335416"/>
                      <a:pt x="2820521" y="2314113"/>
                      <a:pt x="2820571" y="2291797"/>
                    </a:cubicBezTo>
                    <a:cubicBezTo>
                      <a:pt x="2870625" y="2240158"/>
                      <a:pt x="2905662" y="2213324"/>
                      <a:pt x="2965770" y="2143601"/>
                    </a:cubicBezTo>
                    <a:cubicBezTo>
                      <a:pt x="2980233" y="2116927"/>
                      <a:pt x="2957264" y="2092452"/>
                      <a:pt x="2931831" y="2093607"/>
                    </a:cubicBezTo>
                    <a:cubicBezTo>
                      <a:pt x="2910102" y="2094595"/>
                      <a:pt x="2891536" y="2110969"/>
                      <a:pt x="2889885" y="2139461"/>
                    </a:cubicBezTo>
                    <a:lnTo>
                      <a:pt x="2818945" y="2139461"/>
                    </a:lnTo>
                    <a:cubicBezTo>
                      <a:pt x="2821421" y="2064364"/>
                      <a:pt x="2869776" y="2012037"/>
                      <a:pt x="2930344" y="2012028"/>
                    </a:cubicBezTo>
                    <a:close/>
                    <a:moveTo>
                      <a:pt x="2635730" y="2012028"/>
                    </a:moveTo>
                    <a:cubicBezTo>
                      <a:pt x="2705318" y="2012028"/>
                      <a:pt x="2761730" y="2092617"/>
                      <a:pt x="2761730" y="2192028"/>
                    </a:cubicBezTo>
                    <a:cubicBezTo>
                      <a:pt x="2761730" y="2291439"/>
                      <a:pt x="2705318" y="2372028"/>
                      <a:pt x="2635730" y="2372028"/>
                    </a:cubicBezTo>
                    <a:cubicBezTo>
                      <a:pt x="2566142" y="2372028"/>
                      <a:pt x="2509730" y="2291439"/>
                      <a:pt x="2509730" y="2192028"/>
                    </a:cubicBezTo>
                    <a:cubicBezTo>
                      <a:pt x="2509730" y="2092617"/>
                      <a:pt x="2566142" y="2012028"/>
                      <a:pt x="2635730" y="2012028"/>
                    </a:cubicBezTo>
                    <a:close/>
                    <a:moveTo>
                      <a:pt x="2436237" y="2012028"/>
                    </a:moveTo>
                    <a:lnTo>
                      <a:pt x="2436206" y="2012510"/>
                    </a:lnTo>
                    <a:lnTo>
                      <a:pt x="2452515" y="2012510"/>
                    </a:lnTo>
                    <a:lnTo>
                      <a:pt x="2452515" y="2372028"/>
                    </a:lnTo>
                    <a:lnTo>
                      <a:pt x="2364870" y="2372028"/>
                    </a:lnTo>
                    <a:lnTo>
                      <a:pt x="2364870" y="2101874"/>
                    </a:lnTo>
                    <a:cubicBezTo>
                      <a:pt x="2347394" y="2108434"/>
                      <a:pt x="2328091" y="2111607"/>
                      <a:pt x="2308515" y="2111039"/>
                    </a:cubicBezTo>
                    <a:lnTo>
                      <a:pt x="2311564" y="2043892"/>
                    </a:lnTo>
                    <a:cubicBezTo>
                      <a:pt x="2321741" y="2044066"/>
                      <a:pt x="2331771" y="2042373"/>
                      <a:pt x="2340372" y="2039030"/>
                    </a:cubicBezTo>
                    <a:cubicBezTo>
                      <a:pt x="2355279" y="2033236"/>
                      <a:pt x="2364268" y="2023137"/>
                      <a:pt x="2364156" y="2012310"/>
                    </a:cubicBezTo>
                    <a:cubicBezTo>
                      <a:pt x="2388183" y="2012216"/>
                      <a:pt x="2412210" y="2012122"/>
                      <a:pt x="2436237" y="2012028"/>
                    </a:cubicBezTo>
                    <a:close/>
                    <a:moveTo>
                      <a:pt x="1574625" y="2012028"/>
                    </a:moveTo>
                    <a:cubicBezTo>
                      <a:pt x="1640698" y="2014229"/>
                      <a:pt x="1690250" y="2074602"/>
                      <a:pt x="1683183" y="2136479"/>
                    </a:cubicBezTo>
                    <a:cubicBezTo>
                      <a:pt x="1674198" y="2202312"/>
                      <a:pt x="1626628" y="2231435"/>
                      <a:pt x="1583694" y="2275597"/>
                    </a:cubicBezTo>
                    <a:lnTo>
                      <a:pt x="1675474" y="2275597"/>
                    </a:lnTo>
                    <a:lnTo>
                      <a:pt x="1675474" y="2357732"/>
                    </a:lnTo>
                    <a:lnTo>
                      <a:pt x="1463640" y="2357732"/>
                    </a:lnTo>
                    <a:cubicBezTo>
                      <a:pt x="1463691" y="2335416"/>
                      <a:pt x="1464802" y="2314113"/>
                      <a:pt x="1464853" y="2291797"/>
                    </a:cubicBezTo>
                    <a:cubicBezTo>
                      <a:pt x="1514907" y="2240158"/>
                      <a:pt x="1549943" y="2213324"/>
                      <a:pt x="1610052" y="2143601"/>
                    </a:cubicBezTo>
                    <a:cubicBezTo>
                      <a:pt x="1624515" y="2116927"/>
                      <a:pt x="1601546" y="2092452"/>
                      <a:pt x="1576112" y="2093607"/>
                    </a:cubicBezTo>
                    <a:cubicBezTo>
                      <a:pt x="1554383" y="2094595"/>
                      <a:pt x="1535817" y="2110969"/>
                      <a:pt x="1534167" y="2139461"/>
                    </a:cubicBezTo>
                    <a:lnTo>
                      <a:pt x="1463227" y="2139461"/>
                    </a:lnTo>
                    <a:cubicBezTo>
                      <a:pt x="1465703" y="2064364"/>
                      <a:pt x="1514058" y="2012037"/>
                      <a:pt x="1574625" y="2012028"/>
                    </a:cubicBezTo>
                    <a:close/>
                    <a:moveTo>
                      <a:pt x="1280012" y="2012028"/>
                    </a:moveTo>
                    <a:cubicBezTo>
                      <a:pt x="1349600" y="2012028"/>
                      <a:pt x="1406012" y="2092617"/>
                      <a:pt x="1406012" y="2192028"/>
                    </a:cubicBezTo>
                    <a:cubicBezTo>
                      <a:pt x="1406012" y="2291439"/>
                      <a:pt x="1349600" y="2372028"/>
                      <a:pt x="1280012" y="2372028"/>
                    </a:cubicBezTo>
                    <a:cubicBezTo>
                      <a:pt x="1210424" y="2372028"/>
                      <a:pt x="1154012" y="2291439"/>
                      <a:pt x="1154012" y="2192028"/>
                    </a:cubicBezTo>
                    <a:cubicBezTo>
                      <a:pt x="1154012" y="2092617"/>
                      <a:pt x="1210424" y="2012028"/>
                      <a:pt x="1280012" y="2012028"/>
                    </a:cubicBezTo>
                    <a:close/>
                    <a:moveTo>
                      <a:pt x="1080519" y="2012028"/>
                    </a:moveTo>
                    <a:lnTo>
                      <a:pt x="1080488" y="2012510"/>
                    </a:lnTo>
                    <a:lnTo>
                      <a:pt x="1096797" y="2012510"/>
                    </a:lnTo>
                    <a:lnTo>
                      <a:pt x="1096797" y="2372028"/>
                    </a:lnTo>
                    <a:lnTo>
                      <a:pt x="1009152" y="2372028"/>
                    </a:lnTo>
                    <a:lnTo>
                      <a:pt x="1009152" y="2101874"/>
                    </a:lnTo>
                    <a:cubicBezTo>
                      <a:pt x="991676" y="2108434"/>
                      <a:pt x="972373" y="2111607"/>
                      <a:pt x="952797" y="2111039"/>
                    </a:cubicBezTo>
                    <a:lnTo>
                      <a:pt x="955846" y="2043892"/>
                    </a:lnTo>
                    <a:cubicBezTo>
                      <a:pt x="966023" y="2044066"/>
                      <a:pt x="976053" y="2042373"/>
                      <a:pt x="984654" y="2039030"/>
                    </a:cubicBezTo>
                    <a:cubicBezTo>
                      <a:pt x="999561" y="2033236"/>
                      <a:pt x="1008550" y="2023137"/>
                      <a:pt x="1008438" y="2012310"/>
                    </a:cubicBezTo>
                    <a:cubicBezTo>
                      <a:pt x="1032465" y="2012216"/>
                      <a:pt x="1056492" y="2012122"/>
                      <a:pt x="1080519" y="2012028"/>
                    </a:cubicBezTo>
                    <a:close/>
                    <a:moveTo>
                      <a:pt x="3373743" y="362438"/>
                    </a:moveTo>
                    <a:lnTo>
                      <a:pt x="3553743" y="362438"/>
                    </a:lnTo>
                    <a:lnTo>
                      <a:pt x="3553743" y="2414438"/>
                    </a:lnTo>
                    <a:lnTo>
                      <a:pt x="3373743" y="2414438"/>
                    </a:lnTo>
                    <a:close/>
                    <a:moveTo>
                      <a:pt x="3129580" y="362438"/>
                    </a:moveTo>
                    <a:lnTo>
                      <a:pt x="3273580" y="362438"/>
                    </a:lnTo>
                    <a:lnTo>
                      <a:pt x="3273580" y="2414438"/>
                    </a:lnTo>
                    <a:lnTo>
                      <a:pt x="3129580" y="2414438"/>
                    </a:lnTo>
                    <a:close/>
                    <a:moveTo>
                      <a:pt x="2939411" y="362438"/>
                    </a:moveTo>
                    <a:lnTo>
                      <a:pt x="3029411" y="362438"/>
                    </a:lnTo>
                    <a:lnTo>
                      <a:pt x="3029411" y="1957238"/>
                    </a:lnTo>
                    <a:lnTo>
                      <a:pt x="2939411" y="1957238"/>
                    </a:lnTo>
                    <a:close/>
                    <a:moveTo>
                      <a:pt x="2731242" y="362438"/>
                    </a:moveTo>
                    <a:lnTo>
                      <a:pt x="2839242" y="362438"/>
                    </a:lnTo>
                    <a:lnTo>
                      <a:pt x="2839242" y="1957238"/>
                    </a:lnTo>
                    <a:lnTo>
                      <a:pt x="2731242" y="1957238"/>
                    </a:lnTo>
                    <a:close/>
                    <a:moveTo>
                      <a:pt x="2487073" y="362438"/>
                    </a:moveTo>
                    <a:lnTo>
                      <a:pt x="2631073" y="362438"/>
                    </a:lnTo>
                    <a:lnTo>
                      <a:pt x="2631073" y="1957238"/>
                    </a:lnTo>
                    <a:lnTo>
                      <a:pt x="2487073" y="1957238"/>
                    </a:lnTo>
                    <a:close/>
                    <a:moveTo>
                      <a:pt x="2296904" y="362438"/>
                    </a:moveTo>
                    <a:lnTo>
                      <a:pt x="2386904" y="362438"/>
                    </a:lnTo>
                    <a:lnTo>
                      <a:pt x="2386904" y="1957238"/>
                    </a:lnTo>
                    <a:lnTo>
                      <a:pt x="2296904" y="1957238"/>
                    </a:lnTo>
                    <a:close/>
                    <a:moveTo>
                      <a:pt x="2016735" y="362438"/>
                    </a:moveTo>
                    <a:lnTo>
                      <a:pt x="2196735" y="362438"/>
                    </a:lnTo>
                    <a:lnTo>
                      <a:pt x="2196735" y="1957238"/>
                    </a:lnTo>
                    <a:lnTo>
                      <a:pt x="2016735" y="1957238"/>
                    </a:lnTo>
                    <a:close/>
                    <a:moveTo>
                      <a:pt x="1826566" y="362438"/>
                    </a:moveTo>
                    <a:lnTo>
                      <a:pt x="1916566" y="362438"/>
                    </a:lnTo>
                    <a:lnTo>
                      <a:pt x="1916566" y="1957238"/>
                    </a:lnTo>
                    <a:lnTo>
                      <a:pt x="1826566" y="1957238"/>
                    </a:lnTo>
                    <a:close/>
                    <a:moveTo>
                      <a:pt x="1582397" y="362438"/>
                    </a:moveTo>
                    <a:lnTo>
                      <a:pt x="1726397" y="362438"/>
                    </a:lnTo>
                    <a:lnTo>
                      <a:pt x="1726397" y="1957238"/>
                    </a:lnTo>
                    <a:lnTo>
                      <a:pt x="1582397" y="1957238"/>
                    </a:lnTo>
                    <a:close/>
                    <a:moveTo>
                      <a:pt x="1302228" y="362438"/>
                    </a:moveTo>
                    <a:lnTo>
                      <a:pt x="1482228" y="362438"/>
                    </a:lnTo>
                    <a:lnTo>
                      <a:pt x="1482228" y="1957238"/>
                    </a:lnTo>
                    <a:lnTo>
                      <a:pt x="1302228" y="1957238"/>
                    </a:lnTo>
                    <a:close/>
                    <a:moveTo>
                      <a:pt x="1094059" y="362438"/>
                    </a:moveTo>
                    <a:lnTo>
                      <a:pt x="1202059" y="362438"/>
                    </a:lnTo>
                    <a:lnTo>
                      <a:pt x="1202059" y="1957238"/>
                    </a:lnTo>
                    <a:lnTo>
                      <a:pt x="1094059" y="1957238"/>
                    </a:lnTo>
                    <a:close/>
                    <a:moveTo>
                      <a:pt x="903890" y="362438"/>
                    </a:moveTo>
                    <a:lnTo>
                      <a:pt x="993890" y="362438"/>
                    </a:lnTo>
                    <a:lnTo>
                      <a:pt x="993890" y="1957238"/>
                    </a:lnTo>
                    <a:lnTo>
                      <a:pt x="903890" y="1957238"/>
                    </a:lnTo>
                    <a:close/>
                    <a:moveTo>
                      <a:pt x="623721" y="362438"/>
                    </a:moveTo>
                    <a:lnTo>
                      <a:pt x="803721" y="362438"/>
                    </a:lnTo>
                    <a:lnTo>
                      <a:pt x="803721" y="2414438"/>
                    </a:lnTo>
                    <a:lnTo>
                      <a:pt x="623721" y="2414438"/>
                    </a:lnTo>
                    <a:close/>
                    <a:moveTo>
                      <a:pt x="433552" y="362438"/>
                    </a:moveTo>
                    <a:lnTo>
                      <a:pt x="523552" y="362438"/>
                    </a:lnTo>
                    <a:lnTo>
                      <a:pt x="523552" y="2414438"/>
                    </a:lnTo>
                    <a:lnTo>
                      <a:pt x="433552" y="2414438"/>
                    </a:lnTo>
                    <a:close/>
                    <a:moveTo>
                      <a:pt x="303674" y="216000"/>
                    </a:moveTo>
                    <a:cubicBezTo>
                      <a:pt x="255253" y="216000"/>
                      <a:pt x="216000" y="255253"/>
                      <a:pt x="216000" y="303674"/>
                    </a:cubicBezTo>
                    <a:lnTo>
                      <a:pt x="216000" y="2504326"/>
                    </a:lnTo>
                    <a:cubicBezTo>
                      <a:pt x="216000" y="2552747"/>
                      <a:pt x="255253" y="2592000"/>
                      <a:pt x="303674" y="2592000"/>
                    </a:cubicBezTo>
                    <a:lnTo>
                      <a:pt x="3656326" y="2592000"/>
                    </a:lnTo>
                    <a:cubicBezTo>
                      <a:pt x="3704747" y="2592000"/>
                      <a:pt x="3744000" y="2552747"/>
                      <a:pt x="3744000" y="2504326"/>
                    </a:cubicBezTo>
                    <a:lnTo>
                      <a:pt x="3744000" y="303674"/>
                    </a:lnTo>
                    <a:cubicBezTo>
                      <a:pt x="3744000" y="255253"/>
                      <a:pt x="3704747" y="216000"/>
                      <a:pt x="3656326" y="216000"/>
                    </a:cubicBezTo>
                    <a:close/>
                    <a:moveTo>
                      <a:pt x="149021" y="0"/>
                    </a:moveTo>
                    <a:lnTo>
                      <a:pt x="3810979" y="0"/>
                    </a:lnTo>
                    <a:cubicBezTo>
                      <a:pt x="3893281" y="0"/>
                      <a:pt x="3960000" y="66719"/>
                      <a:pt x="3960000" y="149021"/>
                    </a:cubicBezTo>
                    <a:lnTo>
                      <a:pt x="3960000" y="2658979"/>
                    </a:lnTo>
                    <a:cubicBezTo>
                      <a:pt x="3960000" y="2741281"/>
                      <a:pt x="3893281" y="2808000"/>
                      <a:pt x="3810979" y="2808000"/>
                    </a:cubicBezTo>
                    <a:lnTo>
                      <a:pt x="149021" y="2808000"/>
                    </a:lnTo>
                    <a:cubicBezTo>
                      <a:pt x="66719" y="2808000"/>
                      <a:pt x="0" y="2741281"/>
                      <a:pt x="0" y="2658979"/>
                    </a:cubicBezTo>
                    <a:lnTo>
                      <a:pt x="0" y="149021"/>
                    </a:lnTo>
                    <a:cubicBezTo>
                      <a:pt x="0" y="66719"/>
                      <a:pt x="66719" y="0"/>
                      <a:pt x="14902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643" name="Google Shape;3643;p60"/>
              <p:cNvSpPr/>
              <p:nvPr/>
            </p:nvSpPr>
            <p:spPr>
              <a:xfrm>
                <a:off x="7818475" y="4673961"/>
                <a:ext cx="330939" cy="330692"/>
              </a:xfrm>
              <a:custGeom>
                <a:rect b="b" l="l" r="r" t="t"/>
                <a:pathLst>
                  <a:path extrusionOk="0" h="3968213" w="3971162">
                    <a:moveTo>
                      <a:pt x="808855" y="2815607"/>
                    </a:moveTo>
                    <a:lnTo>
                      <a:pt x="1168895" y="2815607"/>
                    </a:lnTo>
                    <a:lnTo>
                      <a:pt x="1168895" y="3175607"/>
                    </a:lnTo>
                    <a:lnTo>
                      <a:pt x="808855" y="3175607"/>
                    </a:lnTo>
                    <a:close/>
                    <a:moveTo>
                      <a:pt x="697665" y="2704397"/>
                    </a:moveTo>
                    <a:lnTo>
                      <a:pt x="697665" y="3286817"/>
                    </a:lnTo>
                    <a:lnTo>
                      <a:pt x="1280085" y="3286817"/>
                    </a:lnTo>
                    <a:lnTo>
                      <a:pt x="1280085" y="2704397"/>
                    </a:lnTo>
                    <a:close/>
                    <a:moveTo>
                      <a:pt x="537750" y="2544482"/>
                    </a:moveTo>
                    <a:lnTo>
                      <a:pt x="1440000" y="2544482"/>
                    </a:lnTo>
                    <a:lnTo>
                      <a:pt x="1440000" y="3446732"/>
                    </a:lnTo>
                    <a:lnTo>
                      <a:pt x="537750" y="3446732"/>
                    </a:lnTo>
                    <a:close/>
                    <a:moveTo>
                      <a:pt x="0" y="2528213"/>
                    </a:moveTo>
                    <a:lnTo>
                      <a:pt x="360000" y="2528213"/>
                    </a:lnTo>
                    <a:lnTo>
                      <a:pt x="360000" y="3608213"/>
                    </a:lnTo>
                    <a:lnTo>
                      <a:pt x="1440000" y="3608213"/>
                    </a:lnTo>
                    <a:lnTo>
                      <a:pt x="1440000" y="3968213"/>
                    </a:lnTo>
                    <a:lnTo>
                      <a:pt x="360000" y="3968213"/>
                    </a:lnTo>
                    <a:lnTo>
                      <a:pt x="0" y="3968213"/>
                    </a:lnTo>
                    <a:lnTo>
                      <a:pt x="0" y="3608213"/>
                    </a:lnTo>
                    <a:close/>
                    <a:moveTo>
                      <a:pt x="3605829" y="2524046"/>
                    </a:moveTo>
                    <a:lnTo>
                      <a:pt x="3965829" y="2524046"/>
                    </a:lnTo>
                    <a:lnTo>
                      <a:pt x="3965829" y="3604046"/>
                    </a:lnTo>
                    <a:lnTo>
                      <a:pt x="3965829" y="3964046"/>
                    </a:lnTo>
                    <a:lnTo>
                      <a:pt x="3605829" y="3964046"/>
                    </a:lnTo>
                    <a:lnTo>
                      <a:pt x="2525829" y="3964046"/>
                    </a:lnTo>
                    <a:lnTo>
                      <a:pt x="2525829" y="3604046"/>
                    </a:lnTo>
                    <a:lnTo>
                      <a:pt x="3605829" y="3604046"/>
                    </a:lnTo>
                    <a:close/>
                    <a:moveTo>
                      <a:pt x="1542677" y="2468095"/>
                    </a:moveTo>
                    <a:lnTo>
                      <a:pt x="1758701" y="2468095"/>
                    </a:lnTo>
                    <a:lnTo>
                      <a:pt x="1758701" y="2835684"/>
                    </a:lnTo>
                    <a:lnTo>
                      <a:pt x="1542677" y="2835684"/>
                    </a:lnTo>
                    <a:close/>
                    <a:moveTo>
                      <a:pt x="3174101" y="2437460"/>
                    </a:moveTo>
                    <a:lnTo>
                      <a:pt x="3390125" y="2437460"/>
                    </a:lnTo>
                    <a:lnTo>
                      <a:pt x="3390125" y="2663201"/>
                    </a:lnTo>
                    <a:lnTo>
                      <a:pt x="3174101" y="2663201"/>
                    </a:lnTo>
                    <a:close/>
                    <a:moveTo>
                      <a:pt x="2809842" y="2295613"/>
                    </a:moveTo>
                    <a:lnTo>
                      <a:pt x="3025866" y="2295613"/>
                    </a:lnTo>
                    <a:lnTo>
                      <a:pt x="3025866" y="2663202"/>
                    </a:lnTo>
                    <a:lnTo>
                      <a:pt x="3389097" y="2663202"/>
                    </a:lnTo>
                    <a:lnTo>
                      <a:pt x="3389097" y="2873898"/>
                    </a:lnTo>
                    <a:lnTo>
                      <a:pt x="3389097" y="2873898"/>
                    </a:lnTo>
                    <a:lnTo>
                      <a:pt x="3389097" y="3446732"/>
                    </a:lnTo>
                    <a:lnTo>
                      <a:pt x="3173073" y="3446732"/>
                    </a:lnTo>
                    <a:lnTo>
                      <a:pt x="3173073" y="2879226"/>
                    </a:lnTo>
                    <a:lnTo>
                      <a:pt x="3021508" y="2879226"/>
                    </a:lnTo>
                    <a:lnTo>
                      <a:pt x="3021508" y="2663202"/>
                    </a:lnTo>
                    <a:lnTo>
                      <a:pt x="2809842" y="2663202"/>
                    </a:lnTo>
                    <a:close/>
                    <a:moveTo>
                      <a:pt x="2093780" y="2089306"/>
                    </a:moveTo>
                    <a:lnTo>
                      <a:pt x="2309804" y="2089306"/>
                    </a:lnTo>
                    <a:lnTo>
                      <a:pt x="2309804" y="2315047"/>
                    </a:lnTo>
                    <a:lnTo>
                      <a:pt x="2093780" y="2315047"/>
                    </a:lnTo>
                    <a:close/>
                    <a:moveTo>
                      <a:pt x="2656492" y="1853849"/>
                    </a:moveTo>
                    <a:lnTo>
                      <a:pt x="2872516" y="1853849"/>
                    </a:lnTo>
                    <a:lnTo>
                      <a:pt x="2872516" y="2038657"/>
                    </a:lnTo>
                    <a:lnTo>
                      <a:pt x="2989835" y="2038657"/>
                    </a:lnTo>
                    <a:lnTo>
                      <a:pt x="2989835" y="1887092"/>
                    </a:lnTo>
                    <a:lnTo>
                      <a:pt x="3205859" y="1887092"/>
                    </a:lnTo>
                    <a:lnTo>
                      <a:pt x="3205859" y="2028940"/>
                    </a:lnTo>
                    <a:lnTo>
                      <a:pt x="3390125" y="2028940"/>
                    </a:lnTo>
                    <a:lnTo>
                      <a:pt x="3390125" y="2254681"/>
                    </a:lnTo>
                    <a:lnTo>
                      <a:pt x="3205859" y="2254681"/>
                    </a:lnTo>
                    <a:lnTo>
                      <a:pt x="3174101" y="2254681"/>
                    </a:lnTo>
                    <a:lnTo>
                      <a:pt x="3005149" y="2254681"/>
                    </a:lnTo>
                    <a:lnTo>
                      <a:pt x="2989835" y="2254681"/>
                    </a:lnTo>
                    <a:lnTo>
                      <a:pt x="2688721" y="2254681"/>
                    </a:lnTo>
                    <a:lnTo>
                      <a:pt x="2688721" y="2447179"/>
                    </a:lnTo>
                    <a:lnTo>
                      <a:pt x="2488606" y="2447179"/>
                    </a:lnTo>
                    <a:lnTo>
                      <a:pt x="2488606" y="2663841"/>
                    </a:lnTo>
                    <a:lnTo>
                      <a:pt x="2486018" y="2663841"/>
                    </a:lnTo>
                    <a:lnTo>
                      <a:pt x="2486018" y="2846997"/>
                    </a:lnTo>
                    <a:lnTo>
                      <a:pt x="2840287" y="2846997"/>
                    </a:lnTo>
                    <a:lnTo>
                      <a:pt x="2840287" y="3046907"/>
                    </a:lnTo>
                    <a:lnTo>
                      <a:pt x="3045880" y="3046907"/>
                    </a:lnTo>
                    <a:lnTo>
                      <a:pt x="3045880" y="3272648"/>
                    </a:lnTo>
                    <a:lnTo>
                      <a:pt x="2829856" y="3272648"/>
                    </a:lnTo>
                    <a:lnTo>
                      <a:pt x="2829856" y="3063021"/>
                    </a:lnTo>
                    <a:lnTo>
                      <a:pt x="2472698" y="3063021"/>
                    </a:lnTo>
                    <a:lnTo>
                      <a:pt x="2472698" y="2847499"/>
                    </a:lnTo>
                    <a:lnTo>
                      <a:pt x="2093780" y="2847499"/>
                    </a:lnTo>
                    <a:lnTo>
                      <a:pt x="2088510" y="2847499"/>
                    </a:lnTo>
                    <a:lnTo>
                      <a:pt x="1910267" y="2847499"/>
                    </a:lnTo>
                    <a:lnTo>
                      <a:pt x="1910267" y="3028023"/>
                    </a:lnTo>
                    <a:lnTo>
                      <a:pt x="2277575" y="3028023"/>
                    </a:lnTo>
                    <a:lnTo>
                      <a:pt x="2277575" y="3241488"/>
                    </a:lnTo>
                    <a:lnTo>
                      <a:pt x="2829855" y="3241488"/>
                    </a:lnTo>
                    <a:lnTo>
                      <a:pt x="2829855" y="3457512"/>
                    </a:lnTo>
                    <a:lnTo>
                      <a:pt x="2269993" y="3457512"/>
                    </a:lnTo>
                    <a:lnTo>
                      <a:pt x="2269993" y="3244047"/>
                    </a:lnTo>
                    <a:lnTo>
                      <a:pt x="2111604" y="3244047"/>
                    </a:lnTo>
                    <a:lnTo>
                      <a:pt x="2111604" y="3446733"/>
                    </a:lnTo>
                    <a:lnTo>
                      <a:pt x="1744015" y="3446733"/>
                    </a:lnTo>
                    <a:lnTo>
                      <a:pt x="1744015" y="3230709"/>
                    </a:lnTo>
                    <a:lnTo>
                      <a:pt x="1909986" y="3230709"/>
                    </a:lnTo>
                    <a:lnTo>
                      <a:pt x="1909986" y="3051709"/>
                    </a:lnTo>
                    <a:lnTo>
                      <a:pt x="1542678" y="3051709"/>
                    </a:lnTo>
                    <a:lnTo>
                      <a:pt x="1542678" y="2835685"/>
                    </a:lnTo>
                    <a:lnTo>
                      <a:pt x="1877756" y="2835685"/>
                    </a:lnTo>
                    <a:lnTo>
                      <a:pt x="1877756" y="2315047"/>
                    </a:lnTo>
                    <a:lnTo>
                      <a:pt x="2093780" y="2315047"/>
                    </a:lnTo>
                    <a:lnTo>
                      <a:pt x="2093780" y="2631475"/>
                    </a:lnTo>
                    <a:lnTo>
                      <a:pt x="2272582" y="2631475"/>
                    </a:lnTo>
                    <a:lnTo>
                      <a:pt x="2272582" y="2438100"/>
                    </a:lnTo>
                    <a:lnTo>
                      <a:pt x="2472697" y="2438100"/>
                    </a:lnTo>
                    <a:lnTo>
                      <a:pt x="2472697" y="2254681"/>
                    </a:lnTo>
                    <a:lnTo>
                      <a:pt x="2472697" y="2221438"/>
                    </a:lnTo>
                    <a:lnTo>
                      <a:pt x="2472697" y="2038657"/>
                    </a:lnTo>
                    <a:lnTo>
                      <a:pt x="2656492" y="2038657"/>
                    </a:lnTo>
                    <a:close/>
                    <a:moveTo>
                      <a:pt x="2989836" y="1667759"/>
                    </a:moveTo>
                    <a:lnTo>
                      <a:pt x="3357425" y="1667759"/>
                    </a:lnTo>
                    <a:lnTo>
                      <a:pt x="3357425" y="1883783"/>
                    </a:lnTo>
                    <a:lnTo>
                      <a:pt x="2989836" y="1883783"/>
                    </a:lnTo>
                    <a:close/>
                    <a:moveTo>
                      <a:pt x="2309586" y="1554888"/>
                    </a:moveTo>
                    <a:lnTo>
                      <a:pt x="2829824" y="1554888"/>
                    </a:lnTo>
                    <a:lnTo>
                      <a:pt x="2829824" y="1770912"/>
                    </a:lnTo>
                    <a:lnTo>
                      <a:pt x="2525643" y="1770912"/>
                    </a:lnTo>
                    <a:lnTo>
                      <a:pt x="2525643" y="1927296"/>
                    </a:lnTo>
                    <a:lnTo>
                      <a:pt x="2309619" y="1927296"/>
                    </a:lnTo>
                    <a:lnTo>
                      <a:pt x="2309619" y="1770912"/>
                    </a:lnTo>
                    <a:lnTo>
                      <a:pt x="2309586" y="1770912"/>
                    </a:lnTo>
                    <a:close/>
                    <a:moveTo>
                      <a:pt x="616397" y="1550030"/>
                    </a:moveTo>
                    <a:lnTo>
                      <a:pt x="808855" y="1550030"/>
                    </a:lnTo>
                    <a:lnTo>
                      <a:pt x="832421" y="1550030"/>
                    </a:lnTo>
                    <a:lnTo>
                      <a:pt x="1024879" y="1550030"/>
                    </a:lnTo>
                    <a:lnTo>
                      <a:pt x="1024879" y="1775771"/>
                    </a:lnTo>
                    <a:lnTo>
                      <a:pt x="832421" y="1775771"/>
                    </a:lnTo>
                    <a:lnTo>
                      <a:pt x="832421" y="2079590"/>
                    </a:lnTo>
                    <a:lnTo>
                      <a:pt x="1028931" y="2079590"/>
                    </a:lnTo>
                    <a:lnTo>
                      <a:pt x="1192537" y="2079590"/>
                    </a:lnTo>
                    <a:lnTo>
                      <a:pt x="1244955" y="2079590"/>
                    </a:lnTo>
                    <a:lnTo>
                      <a:pt x="1244955" y="2231155"/>
                    </a:lnTo>
                    <a:lnTo>
                      <a:pt x="1468668" y="2231155"/>
                    </a:lnTo>
                    <a:lnTo>
                      <a:pt x="1468668" y="2447179"/>
                    </a:lnTo>
                    <a:lnTo>
                      <a:pt x="1244955" y="2447179"/>
                    </a:lnTo>
                    <a:lnTo>
                      <a:pt x="1244955" y="2447179"/>
                    </a:lnTo>
                    <a:lnTo>
                      <a:pt x="1028931" y="2447179"/>
                    </a:lnTo>
                    <a:lnTo>
                      <a:pt x="1028931" y="2295614"/>
                    </a:lnTo>
                    <a:lnTo>
                      <a:pt x="619703" y="2295614"/>
                    </a:lnTo>
                    <a:lnTo>
                      <a:pt x="619703" y="2082482"/>
                    </a:lnTo>
                    <a:lnTo>
                      <a:pt x="616397" y="2082482"/>
                    </a:lnTo>
                    <a:close/>
                    <a:moveTo>
                      <a:pt x="1747452" y="1324289"/>
                    </a:moveTo>
                    <a:lnTo>
                      <a:pt x="1963476" y="1324289"/>
                    </a:lnTo>
                    <a:lnTo>
                      <a:pt x="1963476" y="1528779"/>
                    </a:lnTo>
                    <a:lnTo>
                      <a:pt x="2151955" y="1528779"/>
                    </a:lnTo>
                    <a:lnTo>
                      <a:pt x="2151955" y="1754520"/>
                    </a:lnTo>
                    <a:lnTo>
                      <a:pt x="1935931" y="1754520"/>
                    </a:lnTo>
                    <a:lnTo>
                      <a:pt x="1935931" y="1550030"/>
                    </a:lnTo>
                    <a:lnTo>
                      <a:pt x="1758702" y="1550030"/>
                    </a:lnTo>
                    <a:lnTo>
                      <a:pt x="1758702" y="1863566"/>
                    </a:lnTo>
                    <a:lnTo>
                      <a:pt x="2119726" y="1863566"/>
                    </a:lnTo>
                    <a:lnTo>
                      <a:pt x="2119726" y="2079590"/>
                    </a:lnTo>
                    <a:lnTo>
                      <a:pt x="1761543" y="2079590"/>
                    </a:lnTo>
                    <a:lnTo>
                      <a:pt x="1761543" y="2259540"/>
                    </a:lnTo>
                    <a:lnTo>
                      <a:pt x="1545519" y="2259540"/>
                    </a:lnTo>
                    <a:lnTo>
                      <a:pt x="1545519" y="2082482"/>
                    </a:lnTo>
                    <a:lnTo>
                      <a:pt x="1542678" y="2082482"/>
                    </a:lnTo>
                    <a:lnTo>
                      <a:pt x="1542678" y="2079589"/>
                    </a:lnTo>
                    <a:lnTo>
                      <a:pt x="1030691" y="2079589"/>
                    </a:lnTo>
                    <a:lnTo>
                      <a:pt x="1030691" y="1863565"/>
                    </a:lnTo>
                    <a:lnTo>
                      <a:pt x="1192537" y="1863565"/>
                    </a:lnTo>
                    <a:lnTo>
                      <a:pt x="1192537" y="1662900"/>
                    </a:lnTo>
                    <a:lnTo>
                      <a:pt x="1440000" y="1662900"/>
                    </a:lnTo>
                    <a:lnTo>
                      <a:pt x="1440000" y="1863565"/>
                    </a:lnTo>
                    <a:lnTo>
                      <a:pt x="1542678" y="1863565"/>
                    </a:lnTo>
                    <a:lnTo>
                      <a:pt x="1542678" y="1550030"/>
                    </a:lnTo>
                    <a:lnTo>
                      <a:pt x="1747452" y="1550030"/>
                    </a:lnTo>
                    <a:close/>
                    <a:moveTo>
                      <a:pt x="2802267" y="814725"/>
                    </a:moveTo>
                    <a:lnTo>
                      <a:pt x="3162307" y="814725"/>
                    </a:lnTo>
                    <a:lnTo>
                      <a:pt x="3162307" y="1174725"/>
                    </a:lnTo>
                    <a:lnTo>
                      <a:pt x="2802267" y="1174725"/>
                    </a:lnTo>
                    <a:close/>
                    <a:moveTo>
                      <a:pt x="884915" y="814725"/>
                    </a:moveTo>
                    <a:lnTo>
                      <a:pt x="1244955" y="814725"/>
                    </a:lnTo>
                    <a:lnTo>
                      <a:pt x="1244955" y="1174725"/>
                    </a:lnTo>
                    <a:lnTo>
                      <a:pt x="884915" y="1174725"/>
                    </a:lnTo>
                    <a:close/>
                    <a:moveTo>
                      <a:pt x="2691077" y="703515"/>
                    </a:moveTo>
                    <a:lnTo>
                      <a:pt x="2691077" y="1285935"/>
                    </a:lnTo>
                    <a:lnTo>
                      <a:pt x="3273497" y="1285935"/>
                    </a:lnTo>
                    <a:lnTo>
                      <a:pt x="3273497" y="703515"/>
                    </a:lnTo>
                    <a:close/>
                    <a:moveTo>
                      <a:pt x="773725" y="703515"/>
                    </a:moveTo>
                    <a:lnTo>
                      <a:pt x="773725" y="1285935"/>
                    </a:lnTo>
                    <a:lnTo>
                      <a:pt x="1356145" y="1285935"/>
                    </a:lnTo>
                    <a:lnTo>
                      <a:pt x="1356145" y="703515"/>
                    </a:lnTo>
                    <a:close/>
                    <a:moveTo>
                      <a:pt x="2531162" y="543600"/>
                    </a:moveTo>
                    <a:lnTo>
                      <a:pt x="3433412" y="543600"/>
                    </a:lnTo>
                    <a:lnTo>
                      <a:pt x="3433412" y="1445850"/>
                    </a:lnTo>
                    <a:lnTo>
                      <a:pt x="2531162" y="1445850"/>
                    </a:lnTo>
                    <a:close/>
                    <a:moveTo>
                      <a:pt x="613810" y="543600"/>
                    </a:moveTo>
                    <a:lnTo>
                      <a:pt x="1516060" y="543600"/>
                    </a:lnTo>
                    <a:lnTo>
                      <a:pt x="1516060" y="1445850"/>
                    </a:lnTo>
                    <a:lnTo>
                      <a:pt x="613810" y="1445850"/>
                    </a:lnTo>
                    <a:close/>
                    <a:moveTo>
                      <a:pt x="2088509" y="543244"/>
                    </a:moveTo>
                    <a:lnTo>
                      <a:pt x="2283187" y="543244"/>
                    </a:lnTo>
                    <a:lnTo>
                      <a:pt x="2283187" y="759268"/>
                    </a:lnTo>
                    <a:lnTo>
                      <a:pt x="2088509" y="759268"/>
                    </a:lnTo>
                    <a:close/>
                    <a:moveTo>
                      <a:pt x="1751276" y="543243"/>
                    </a:moveTo>
                    <a:lnTo>
                      <a:pt x="1967300" y="543243"/>
                    </a:lnTo>
                    <a:lnTo>
                      <a:pt x="1967300" y="986389"/>
                    </a:lnTo>
                    <a:lnTo>
                      <a:pt x="2119726" y="986389"/>
                    </a:lnTo>
                    <a:lnTo>
                      <a:pt x="2119726" y="986388"/>
                    </a:lnTo>
                    <a:lnTo>
                      <a:pt x="2335750" y="986388"/>
                    </a:lnTo>
                    <a:lnTo>
                      <a:pt x="2335750" y="1491348"/>
                    </a:lnTo>
                    <a:lnTo>
                      <a:pt x="2119726" y="1491348"/>
                    </a:lnTo>
                    <a:lnTo>
                      <a:pt x="2119726" y="1202413"/>
                    </a:lnTo>
                    <a:lnTo>
                      <a:pt x="1747396" y="1202413"/>
                    </a:lnTo>
                    <a:lnTo>
                      <a:pt x="1747396" y="986389"/>
                    </a:lnTo>
                    <a:lnTo>
                      <a:pt x="1751276" y="986389"/>
                    </a:lnTo>
                    <a:close/>
                    <a:moveTo>
                      <a:pt x="4409" y="5850"/>
                    </a:moveTo>
                    <a:lnTo>
                      <a:pt x="364409" y="5850"/>
                    </a:lnTo>
                    <a:lnTo>
                      <a:pt x="1444409" y="5850"/>
                    </a:lnTo>
                    <a:lnTo>
                      <a:pt x="1444409" y="365850"/>
                    </a:lnTo>
                    <a:lnTo>
                      <a:pt x="364409" y="365850"/>
                    </a:lnTo>
                    <a:lnTo>
                      <a:pt x="364409" y="1445850"/>
                    </a:lnTo>
                    <a:lnTo>
                      <a:pt x="4409" y="1445850"/>
                    </a:lnTo>
                    <a:lnTo>
                      <a:pt x="4409" y="365850"/>
                    </a:lnTo>
                    <a:close/>
                    <a:moveTo>
                      <a:pt x="2531162" y="0"/>
                    </a:moveTo>
                    <a:lnTo>
                      <a:pt x="3611162" y="0"/>
                    </a:lnTo>
                    <a:lnTo>
                      <a:pt x="3971162" y="0"/>
                    </a:lnTo>
                    <a:lnTo>
                      <a:pt x="3971162" y="360000"/>
                    </a:lnTo>
                    <a:lnTo>
                      <a:pt x="3971162" y="1440000"/>
                    </a:lnTo>
                    <a:lnTo>
                      <a:pt x="3611162" y="1440000"/>
                    </a:lnTo>
                    <a:lnTo>
                      <a:pt x="3611162" y="360000"/>
                    </a:lnTo>
                    <a:lnTo>
                      <a:pt x="2531162" y="36000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644" name="Google Shape;3644;p60"/>
              <p:cNvSpPr/>
              <p:nvPr/>
            </p:nvSpPr>
            <p:spPr>
              <a:xfrm>
                <a:off x="10999746" y="4139499"/>
                <a:ext cx="330940" cy="232884"/>
              </a:xfrm>
              <a:custGeom>
                <a:rect b="b" l="l" r="r" t="t"/>
                <a:pathLst>
                  <a:path extrusionOk="0" h="2736304" w="3888432">
                    <a:moveTo>
                      <a:pt x="1324542" y="1693069"/>
                    </a:moveTo>
                    <a:lnTo>
                      <a:pt x="1371242" y="1693069"/>
                    </a:lnTo>
                    <a:cubicBezTo>
                      <a:pt x="1385857" y="1693069"/>
                      <a:pt x="1397704" y="1704917"/>
                      <a:pt x="1397704" y="1719531"/>
                    </a:cubicBezTo>
                    <a:lnTo>
                      <a:pt x="1397704" y="1766231"/>
                    </a:lnTo>
                    <a:cubicBezTo>
                      <a:pt x="1397704" y="1780846"/>
                      <a:pt x="1385857" y="1792693"/>
                      <a:pt x="1371242" y="1792693"/>
                    </a:cubicBezTo>
                    <a:lnTo>
                      <a:pt x="1324542" y="1792693"/>
                    </a:lnTo>
                    <a:cubicBezTo>
                      <a:pt x="1309928" y="1792693"/>
                      <a:pt x="1298080" y="1780846"/>
                      <a:pt x="1298080" y="1766231"/>
                    </a:cubicBezTo>
                    <a:lnTo>
                      <a:pt x="1298080" y="1719531"/>
                    </a:lnTo>
                    <a:cubicBezTo>
                      <a:pt x="1298080" y="1704917"/>
                      <a:pt x="1309928" y="1693069"/>
                      <a:pt x="1324542" y="1693069"/>
                    </a:cubicBezTo>
                    <a:close/>
                    <a:moveTo>
                      <a:pt x="1174792" y="1693069"/>
                    </a:moveTo>
                    <a:lnTo>
                      <a:pt x="1221492" y="1693069"/>
                    </a:lnTo>
                    <a:cubicBezTo>
                      <a:pt x="1236107" y="1693069"/>
                      <a:pt x="1247954" y="1704917"/>
                      <a:pt x="1247954" y="1719531"/>
                    </a:cubicBezTo>
                    <a:lnTo>
                      <a:pt x="1247954" y="1766231"/>
                    </a:lnTo>
                    <a:cubicBezTo>
                      <a:pt x="1247954" y="1780846"/>
                      <a:pt x="1236107" y="1792693"/>
                      <a:pt x="1221492" y="1792693"/>
                    </a:cubicBezTo>
                    <a:lnTo>
                      <a:pt x="1174792" y="1792693"/>
                    </a:lnTo>
                    <a:cubicBezTo>
                      <a:pt x="1160178" y="1792693"/>
                      <a:pt x="1148330" y="1780846"/>
                      <a:pt x="1148330" y="1766231"/>
                    </a:cubicBezTo>
                    <a:lnTo>
                      <a:pt x="1148330" y="1719531"/>
                    </a:lnTo>
                    <a:cubicBezTo>
                      <a:pt x="1148330" y="1704917"/>
                      <a:pt x="1160178" y="1693069"/>
                      <a:pt x="1174792" y="1693069"/>
                    </a:cubicBezTo>
                    <a:close/>
                    <a:moveTo>
                      <a:pt x="1025670" y="1693069"/>
                    </a:moveTo>
                    <a:lnTo>
                      <a:pt x="1072369" y="1693069"/>
                    </a:lnTo>
                    <a:cubicBezTo>
                      <a:pt x="1086984" y="1693069"/>
                      <a:pt x="1098832" y="1704917"/>
                      <a:pt x="1098832" y="1719531"/>
                    </a:cubicBezTo>
                    <a:lnTo>
                      <a:pt x="1098832" y="1766231"/>
                    </a:lnTo>
                    <a:cubicBezTo>
                      <a:pt x="1098832" y="1780846"/>
                      <a:pt x="1086984" y="1792693"/>
                      <a:pt x="1072369" y="1792693"/>
                    </a:cubicBezTo>
                    <a:lnTo>
                      <a:pt x="1025670" y="1792693"/>
                    </a:lnTo>
                    <a:cubicBezTo>
                      <a:pt x="1011055" y="1792693"/>
                      <a:pt x="999207" y="1780846"/>
                      <a:pt x="999207" y="1766231"/>
                    </a:cubicBezTo>
                    <a:lnTo>
                      <a:pt x="999207" y="1719531"/>
                    </a:lnTo>
                    <a:cubicBezTo>
                      <a:pt x="999207" y="1704917"/>
                      <a:pt x="1011055" y="1693069"/>
                      <a:pt x="1025670" y="1693069"/>
                    </a:cubicBezTo>
                    <a:close/>
                    <a:moveTo>
                      <a:pt x="2538530" y="1609316"/>
                    </a:moveTo>
                    <a:lnTo>
                      <a:pt x="2133002" y="1939195"/>
                    </a:lnTo>
                    <a:lnTo>
                      <a:pt x="3272021" y="1939195"/>
                    </a:lnTo>
                    <a:lnTo>
                      <a:pt x="2866494" y="1609316"/>
                    </a:lnTo>
                    <a:close/>
                    <a:moveTo>
                      <a:pt x="1324542" y="1547147"/>
                    </a:moveTo>
                    <a:lnTo>
                      <a:pt x="1371242" y="1547147"/>
                    </a:lnTo>
                    <a:cubicBezTo>
                      <a:pt x="1385857" y="1547147"/>
                      <a:pt x="1397704" y="1558995"/>
                      <a:pt x="1397704" y="1573609"/>
                    </a:cubicBezTo>
                    <a:lnTo>
                      <a:pt x="1397704" y="1620309"/>
                    </a:lnTo>
                    <a:cubicBezTo>
                      <a:pt x="1397704" y="1634924"/>
                      <a:pt x="1385857" y="1646771"/>
                      <a:pt x="1371242" y="1646771"/>
                    </a:cubicBezTo>
                    <a:lnTo>
                      <a:pt x="1324542" y="1646771"/>
                    </a:lnTo>
                    <a:cubicBezTo>
                      <a:pt x="1309928" y="1646771"/>
                      <a:pt x="1298080" y="1634924"/>
                      <a:pt x="1298080" y="1620309"/>
                    </a:cubicBezTo>
                    <a:lnTo>
                      <a:pt x="1298080" y="1573609"/>
                    </a:lnTo>
                    <a:cubicBezTo>
                      <a:pt x="1298080" y="1558995"/>
                      <a:pt x="1309928" y="1547147"/>
                      <a:pt x="1324542" y="1547147"/>
                    </a:cubicBezTo>
                    <a:close/>
                    <a:moveTo>
                      <a:pt x="1174792" y="1547147"/>
                    </a:moveTo>
                    <a:lnTo>
                      <a:pt x="1221492" y="1547147"/>
                    </a:lnTo>
                    <a:cubicBezTo>
                      <a:pt x="1236107" y="1547147"/>
                      <a:pt x="1247954" y="1558995"/>
                      <a:pt x="1247954" y="1573609"/>
                    </a:cubicBezTo>
                    <a:lnTo>
                      <a:pt x="1247954" y="1620309"/>
                    </a:lnTo>
                    <a:cubicBezTo>
                      <a:pt x="1247954" y="1634924"/>
                      <a:pt x="1236107" y="1646771"/>
                      <a:pt x="1221492" y="1646771"/>
                    </a:cubicBezTo>
                    <a:lnTo>
                      <a:pt x="1174792" y="1646771"/>
                    </a:lnTo>
                    <a:cubicBezTo>
                      <a:pt x="1160178" y="1646771"/>
                      <a:pt x="1148330" y="1634924"/>
                      <a:pt x="1148330" y="1620309"/>
                    </a:cubicBezTo>
                    <a:lnTo>
                      <a:pt x="1148330" y="1573609"/>
                    </a:lnTo>
                    <a:cubicBezTo>
                      <a:pt x="1148330" y="1558995"/>
                      <a:pt x="1160178" y="1547147"/>
                      <a:pt x="1174792" y="1547147"/>
                    </a:cubicBezTo>
                    <a:close/>
                    <a:moveTo>
                      <a:pt x="1025670" y="1547147"/>
                    </a:moveTo>
                    <a:lnTo>
                      <a:pt x="1072369" y="1547147"/>
                    </a:lnTo>
                    <a:cubicBezTo>
                      <a:pt x="1086984" y="1547147"/>
                      <a:pt x="1098832" y="1558995"/>
                      <a:pt x="1098832" y="1573609"/>
                    </a:cubicBezTo>
                    <a:lnTo>
                      <a:pt x="1098832" y="1620309"/>
                    </a:lnTo>
                    <a:cubicBezTo>
                      <a:pt x="1098832" y="1634924"/>
                      <a:pt x="1086984" y="1646771"/>
                      <a:pt x="1072369" y="1646771"/>
                    </a:cubicBezTo>
                    <a:lnTo>
                      <a:pt x="1025670" y="1646771"/>
                    </a:lnTo>
                    <a:cubicBezTo>
                      <a:pt x="1011055" y="1646771"/>
                      <a:pt x="999207" y="1634924"/>
                      <a:pt x="999207" y="1620309"/>
                    </a:cubicBezTo>
                    <a:lnTo>
                      <a:pt x="999207" y="1573609"/>
                    </a:lnTo>
                    <a:cubicBezTo>
                      <a:pt x="999207" y="1558995"/>
                      <a:pt x="1011055" y="1547147"/>
                      <a:pt x="1025670" y="1547147"/>
                    </a:cubicBezTo>
                    <a:close/>
                    <a:moveTo>
                      <a:pt x="2504665" y="1505875"/>
                    </a:moveTo>
                    <a:cubicBezTo>
                      <a:pt x="2501347" y="1505875"/>
                      <a:pt x="2498657" y="1508565"/>
                      <a:pt x="2498657" y="1511883"/>
                    </a:cubicBezTo>
                    <a:lnTo>
                      <a:pt x="2498657" y="1535912"/>
                    </a:lnTo>
                    <a:cubicBezTo>
                      <a:pt x="2498657" y="1539230"/>
                      <a:pt x="2501347" y="1541920"/>
                      <a:pt x="2504665" y="1541920"/>
                    </a:cubicBezTo>
                    <a:lnTo>
                      <a:pt x="2893211" y="1541920"/>
                    </a:lnTo>
                    <a:cubicBezTo>
                      <a:pt x="2896529" y="1541920"/>
                      <a:pt x="2899219" y="1539230"/>
                      <a:pt x="2899219" y="1535912"/>
                    </a:cubicBezTo>
                    <a:lnTo>
                      <a:pt x="2899219" y="1511883"/>
                    </a:lnTo>
                    <a:cubicBezTo>
                      <a:pt x="2899219" y="1508565"/>
                      <a:pt x="2896529" y="1505875"/>
                      <a:pt x="2893211" y="1505875"/>
                    </a:cubicBezTo>
                    <a:close/>
                    <a:moveTo>
                      <a:pt x="2504665" y="1422733"/>
                    </a:moveTo>
                    <a:cubicBezTo>
                      <a:pt x="2501347" y="1422733"/>
                      <a:pt x="2498657" y="1425422"/>
                      <a:pt x="2498657" y="1428740"/>
                    </a:cubicBezTo>
                    <a:lnTo>
                      <a:pt x="2498657" y="1452770"/>
                    </a:lnTo>
                    <a:cubicBezTo>
                      <a:pt x="2498657" y="1456088"/>
                      <a:pt x="2501347" y="1458777"/>
                      <a:pt x="2504665" y="1458777"/>
                    </a:cubicBezTo>
                    <a:lnTo>
                      <a:pt x="2893211" y="1458777"/>
                    </a:lnTo>
                    <a:cubicBezTo>
                      <a:pt x="2896529" y="1458777"/>
                      <a:pt x="2899219" y="1456088"/>
                      <a:pt x="2899219" y="1452770"/>
                    </a:cubicBezTo>
                    <a:lnTo>
                      <a:pt x="2899219" y="1428740"/>
                    </a:lnTo>
                    <a:cubicBezTo>
                      <a:pt x="2899219" y="1425422"/>
                      <a:pt x="2896529" y="1422733"/>
                      <a:pt x="2893211" y="1422733"/>
                    </a:cubicBezTo>
                    <a:close/>
                    <a:moveTo>
                      <a:pt x="1324542" y="1401225"/>
                    </a:moveTo>
                    <a:lnTo>
                      <a:pt x="1371242" y="1401225"/>
                    </a:lnTo>
                    <a:cubicBezTo>
                      <a:pt x="1385857" y="1401225"/>
                      <a:pt x="1397704" y="1413073"/>
                      <a:pt x="1397704" y="1427687"/>
                    </a:cubicBezTo>
                    <a:lnTo>
                      <a:pt x="1397704" y="1474387"/>
                    </a:lnTo>
                    <a:cubicBezTo>
                      <a:pt x="1397704" y="1489001"/>
                      <a:pt x="1385857" y="1500849"/>
                      <a:pt x="1371242" y="1500849"/>
                    </a:cubicBezTo>
                    <a:lnTo>
                      <a:pt x="1324542" y="1500849"/>
                    </a:lnTo>
                    <a:cubicBezTo>
                      <a:pt x="1309928" y="1500849"/>
                      <a:pt x="1298080" y="1489001"/>
                      <a:pt x="1298080" y="1474387"/>
                    </a:cubicBezTo>
                    <a:lnTo>
                      <a:pt x="1298080" y="1427687"/>
                    </a:lnTo>
                    <a:cubicBezTo>
                      <a:pt x="1298080" y="1413073"/>
                      <a:pt x="1309928" y="1401225"/>
                      <a:pt x="1324542" y="1401225"/>
                    </a:cubicBezTo>
                    <a:close/>
                    <a:moveTo>
                      <a:pt x="1174792" y="1401225"/>
                    </a:moveTo>
                    <a:lnTo>
                      <a:pt x="1221492" y="1401225"/>
                    </a:lnTo>
                    <a:cubicBezTo>
                      <a:pt x="1236107" y="1401225"/>
                      <a:pt x="1247954" y="1413073"/>
                      <a:pt x="1247954" y="1427687"/>
                    </a:cubicBezTo>
                    <a:lnTo>
                      <a:pt x="1247954" y="1474387"/>
                    </a:lnTo>
                    <a:cubicBezTo>
                      <a:pt x="1247954" y="1489001"/>
                      <a:pt x="1236107" y="1500849"/>
                      <a:pt x="1221492" y="1500849"/>
                    </a:cubicBezTo>
                    <a:lnTo>
                      <a:pt x="1174792" y="1500849"/>
                    </a:lnTo>
                    <a:cubicBezTo>
                      <a:pt x="1160178" y="1500849"/>
                      <a:pt x="1148330" y="1489001"/>
                      <a:pt x="1148330" y="1474387"/>
                    </a:cubicBezTo>
                    <a:lnTo>
                      <a:pt x="1148330" y="1427687"/>
                    </a:lnTo>
                    <a:cubicBezTo>
                      <a:pt x="1148330" y="1413073"/>
                      <a:pt x="1160178" y="1401225"/>
                      <a:pt x="1174792" y="1401225"/>
                    </a:cubicBezTo>
                    <a:close/>
                    <a:moveTo>
                      <a:pt x="1025670" y="1401225"/>
                    </a:moveTo>
                    <a:lnTo>
                      <a:pt x="1072369" y="1401225"/>
                    </a:lnTo>
                    <a:cubicBezTo>
                      <a:pt x="1086984" y="1401225"/>
                      <a:pt x="1098832" y="1413073"/>
                      <a:pt x="1098832" y="1427687"/>
                    </a:cubicBezTo>
                    <a:lnTo>
                      <a:pt x="1098832" y="1474387"/>
                    </a:lnTo>
                    <a:cubicBezTo>
                      <a:pt x="1098832" y="1489001"/>
                      <a:pt x="1086984" y="1500849"/>
                      <a:pt x="1072369" y="1500849"/>
                    </a:cubicBezTo>
                    <a:lnTo>
                      <a:pt x="1025670" y="1500849"/>
                    </a:lnTo>
                    <a:cubicBezTo>
                      <a:pt x="1011055" y="1500849"/>
                      <a:pt x="999207" y="1489001"/>
                      <a:pt x="999207" y="1474387"/>
                    </a:cubicBezTo>
                    <a:lnTo>
                      <a:pt x="999207" y="1427687"/>
                    </a:lnTo>
                    <a:cubicBezTo>
                      <a:pt x="999207" y="1413073"/>
                      <a:pt x="1011055" y="1401225"/>
                      <a:pt x="1025670" y="1401225"/>
                    </a:cubicBezTo>
                    <a:close/>
                    <a:moveTo>
                      <a:pt x="2504665" y="1339590"/>
                    </a:moveTo>
                    <a:cubicBezTo>
                      <a:pt x="2501347" y="1339590"/>
                      <a:pt x="2498657" y="1342280"/>
                      <a:pt x="2498657" y="1345598"/>
                    </a:cubicBezTo>
                    <a:lnTo>
                      <a:pt x="2498657" y="1369628"/>
                    </a:lnTo>
                    <a:cubicBezTo>
                      <a:pt x="2498657" y="1372945"/>
                      <a:pt x="2501347" y="1375635"/>
                      <a:pt x="2504665" y="1375635"/>
                    </a:cubicBezTo>
                    <a:lnTo>
                      <a:pt x="2893211" y="1375635"/>
                    </a:lnTo>
                    <a:cubicBezTo>
                      <a:pt x="2896529" y="1375635"/>
                      <a:pt x="2899219" y="1372945"/>
                      <a:pt x="2899219" y="1369628"/>
                    </a:cubicBezTo>
                    <a:lnTo>
                      <a:pt x="2899219" y="1345598"/>
                    </a:lnTo>
                    <a:cubicBezTo>
                      <a:pt x="2899219" y="1342280"/>
                      <a:pt x="2896529" y="1339590"/>
                      <a:pt x="2893211" y="1339590"/>
                    </a:cubicBezTo>
                    <a:close/>
                    <a:moveTo>
                      <a:pt x="2088232" y="1285358"/>
                    </a:moveTo>
                    <a:lnTo>
                      <a:pt x="2088232" y="1938513"/>
                    </a:lnTo>
                    <a:lnTo>
                      <a:pt x="2504773" y="1611936"/>
                    </a:lnTo>
                    <a:close/>
                    <a:moveTo>
                      <a:pt x="3314199" y="1280118"/>
                    </a:moveTo>
                    <a:lnTo>
                      <a:pt x="2897658" y="1608841"/>
                    </a:lnTo>
                    <a:lnTo>
                      <a:pt x="3314199" y="1937564"/>
                    </a:lnTo>
                    <a:close/>
                    <a:moveTo>
                      <a:pt x="1527230" y="1221901"/>
                    </a:moveTo>
                    <a:cubicBezTo>
                      <a:pt x="1521727" y="1221901"/>
                      <a:pt x="1517267" y="1226362"/>
                      <a:pt x="1517267" y="1231864"/>
                    </a:cubicBezTo>
                    <a:lnTo>
                      <a:pt x="1517267" y="1271713"/>
                    </a:lnTo>
                    <a:cubicBezTo>
                      <a:pt x="1517267" y="1277215"/>
                      <a:pt x="1521727" y="1281676"/>
                      <a:pt x="1527230" y="1281676"/>
                    </a:cubicBezTo>
                    <a:lnTo>
                      <a:pt x="1732319" y="1281676"/>
                    </a:lnTo>
                    <a:cubicBezTo>
                      <a:pt x="1737821" y="1281676"/>
                      <a:pt x="1742281" y="1277215"/>
                      <a:pt x="1742281" y="1271713"/>
                    </a:cubicBezTo>
                    <a:lnTo>
                      <a:pt x="1742281" y="1231864"/>
                    </a:lnTo>
                    <a:cubicBezTo>
                      <a:pt x="1742281" y="1226362"/>
                      <a:pt x="1737821" y="1221901"/>
                      <a:pt x="1732319" y="1221901"/>
                    </a:cubicBezTo>
                    <a:close/>
                    <a:moveTo>
                      <a:pt x="666834" y="1221901"/>
                    </a:moveTo>
                    <a:cubicBezTo>
                      <a:pt x="661332" y="1221901"/>
                      <a:pt x="656871" y="1226362"/>
                      <a:pt x="656871" y="1231864"/>
                    </a:cubicBezTo>
                    <a:lnTo>
                      <a:pt x="656871" y="1271713"/>
                    </a:lnTo>
                    <a:cubicBezTo>
                      <a:pt x="656871" y="1277215"/>
                      <a:pt x="661332" y="1281676"/>
                      <a:pt x="666834" y="1281676"/>
                    </a:cubicBezTo>
                    <a:lnTo>
                      <a:pt x="871923" y="1281676"/>
                    </a:lnTo>
                    <a:cubicBezTo>
                      <a:pt x="877425" y="1281676"/>
                      <a:pt x="881885" y="1277215"/>
                      <a:pt x="881885" y="1271713"/>
                    </a:cubicBezTo>
                    <a:lnTo>
                      <a:pt x="881885" y="1231864"/>
                    </a:lnTo>
                    <a:cubicBezTo>
                      <a:pt x="881885" y="1226362"/>
                      <a:pt x="877425" y="1221901"/>
                      <a:pt x="871923" y="1221901"/>
                    </a:cubicBezTo>
                    <a:close/>
                    <a:moveTo>
                      <a:pt x="1052149" y="1111644"/>
                    </a:moveTo>
                    <a:cubicBezTo>
                      <a:pt x="1044919" y="1111644"/>
                      <a:pt x="1039057" y="1117506"/>
                      <a:pt x="1039057" y="1124736"/>
                    </a:cubicBezTo>
                    <a:lnTo>
                      <a:pt x="1039057" y="1168203"/>
                    </a:lnTo>
                    <a:lnTo>
                      <a:pt x="1009466" y="1168203"/>
                    </a:lnTo>
                    <a:cubicBezTo>
                      <a:pt x="969193" y="1174775"/>
                      <a:pt x="956437" y="1243393"/>
                      <a:pt x="940007" y="1277093"/>
                    </a:cubicBezTo>
                    <a:cubicBezTo>
                      <a:pt x="776268" y="1309492"/>
                      <a:pt x="775043" y="1328679"/>
                      <a:pt x="736793" y="1421744"/>
                    </a:cubicBezTo>
                    <a:lnTo>
                      <a:pt x="648072" y="1812480"/>
                    </a:lnTo>
                    <a:cubicBezTo>
                      <a:pt x="648072" y="1882463"/>
                      <a:pt x="704805" y="1939195"/>
                      <a:pt x="774788" y="1939195"/>
                    </a:cubicBezTo>
                    <a:lnTo>
                      <a:pt x="1183772" y="1939195"/>
                    </a:lnTo>
                    <a:lnTo>
                      <a:pt x="1198456" y="1939195"/>
                    </a:lnTo>
                    <a:lnTo>
                      <a:pt x="1607440" y="1939195"/>
                    </a:lnTo>
                    <a:cubicBezTo>
                      <a:pt x="1677423" y="1939195"/>
                      <a:pt x="1734156" y="1882463"/>
                      <a:pt x="1734156" y="1812480"/>
                    </a:cubicBezTo>
                    <a:lnTo>
                      <a:pt x="1645435" y="1421744"/>
                    </a:lnTo>
                    <a:cubicBezTo>
                      <a:pt x="1607185" y="1328679"/>
                      <a:pt x="1605960" y="1309492"/>
                      <a:pt x="1442221" y="1277093"/>
                    </a:cubicBezTo>
                    <a:cubicBezTo>
                      <a:pt x="1425791" y="1243393"/>
                      <a:pt x="1413035" y="1174775"/>
                      <a:pt x="1372762" y="1168203"/>
                    </a:cubicBezTo>
                    <a:lnTo>
                      <a:pt x="1357854" y="1168203"/>
                    </a:lnTo>
                    <a:lnTo>
                      <a:pt x="1357854" y="1124736"/>
                    </a:lnTo>
                    <a:cubicBezTo>
                      <a:pt x="1357854" y="1117506"/>
                      <a:pt x="1351993" y="1111644"/>
                      <a:pt x="1344762" y="1111644"/>
                    </a:cubicBezTo>
                    <a:lnTo>
                      <a:pt x="1268702" y="1111644"/>
                    </a:lnTo>
                    <a:cubicBezTo>
                      <a:pt x="1261471" y="1111644"/>
                      <a:pt x="1255610" y="1117506"/>
                      <a:pt x="1255610" y="1124736"/>
                    </a:cubicBezTo>
                    <a:lnTo>
                      <a:pt x="1255610" y="1168203"/>
                    </a:lnTo>
                    <a:lnTo>
                      <a:pt x="1198456" y="1168203"/>
                    </a:lnTo>
                    <a:lnTo>
                      <a:pt x="1183772" y="1168203"/>
                    </a:lnTo>
                    <a:lnTo>
                      <a:pt x="1141302" y="1168203"/>
                    </a:lnTo>
                    <a:lnTo>
                      <a:pt x="1141302" y="1124736"/>
                    </a:lnTo>
                    <a:cubicBezTo>
                      <a:pt x="1141302" y="1117506"/>
                      <a:pt x="1135440" y="1111644"/>
                      <a:pt x="1128210" y="1111644"/>
                    </a:cubicBezTo>
                    <a:close/>
                    <a:moveTo>
                      <a:pt x="2705133" y="840243"/>
                    </a:moveTo>
                    <a:lnTo>
                      <a:pt x="2088233" y="1255464"/>
                    </a:lnTo>
                    <a:lnTo>
                      <a:pt x="2299068" y="1414858"/>
                    </a:lnTo>
                    <a:lnTo>
                      <a:pt x="2299068" y="1228076"/>
                    </a:lnTo>
                    <a:lnTo>
                      <a:pt x="3108494" y="1228076"/>
                    </a:lnTo>
                    <a:lnTo>
                      <a:pt x="3108494" y="1416902"/>
                    </a:lnTo>
                    <a:lnTo>
                      <a:pt x="3322033" y="1255464"/>
                    </a:lnTo>
                    <a:lnTo>
                      <a:pt x="3322033" y="1255464"/>
                    </a:lnTo>
                    <a:close/>
                    <a:moveTo>
                      <a:pt x="1195706" y="835207"/>
                    </a:moveTo>
                    <a:lnTo>
                      <a:pt x="1195706" y="835221"/>
                    </a:lnTo>
                    <a:cubicBezTo>
                      <a:pt x="866618" y="834160"/>
                      <a:pt x="692194" y="969423"/>
                      <a:pt x="665970" y="1132153"/>
                    </a:cubicBezTo>
                    <a:cubicBezTo>
                      <a:pt x="665970" y="1145595"/>
                      <a:pt x="659622" y="1181725"/>
                      <a:pt x="663418" y="1194550"/>
                    </a:cubicBezTo>
                    <a:lnTo>
                      <a:pt x="878440" y="1194550"/>
                    </a:lnTo>
                    <a:cubicBezTo>
                      <a:pt x="887485" y="1007425"/>
                      <a:pt x="1085027" y="1006045"/>
                      <a:pt x="1195706" y="1007712"/>
                    </a:cubicBezTo>
                    <a:lnTo>
                      <a:pt x="1195706" y="1007714"/>
                    </a:lnTo>
                    <a:cubicBezTo>
                      <a:pt x="1195809" y="1007712"/>
                      <a:pt x="1195911" y="1007710"/>
                      <a:pt x="1196014" y="1007712"/>
                    </a:cubicBezTo>
                    <a:lnTo>
                      <a:pt x="1196322" y="1007714"/>
                    </a:lnTo>
                    <a:lnTo>
                      <a:pt x="1196322" y="1007712"/>
                    </a:lnTo>
                    <a:cubicBezTo>
                      <a:pt x="1307001" y="1006045"/>
                      <a:pt x="1504542" y="1007425"/>
                      <a:pt x="1513587" y="1194550"/>
                    </a:cubicBezTo>
                    <a:lnTo>
                      <a:pt x="1728609" y="1194550"/>
                    </a:lnTo>
                    <a:cubicBezTo>
                      <a:pt x="1732405" y="1181725"/>
                      <a:pt x="1726057" y="1145595"/>
                      <a:pt x="1726057" y="1132153"/>
                    </a:cubicBezTo>
                    <a:cubicBezTo>
                      <a:pt x="1699834" y="969423"/>
                      <a:pt x="1525410" y="834160"/>
                      <a:pt x="1196322" y="835221"/>
                    </a:cubicBezTo>
                    <a:lnTo>
                      <a:pt x="1196322" y="835207"/>
                    </a:lnTo>
                    <a:cubicBezTo>
                      <a:pt x="1196219" y="835207"/>
                      <a:pt x="1196117" y="835206"/>
                      <a:pt x="1196014" y="835214"/>
                    </a:cubicBezTo>
                    <a:close/>
                    <a:moveTo>
                      <a:pt x="713043" y="263029"/>
                    </a:moveTo>
                    <a:lnTo>
                      <a:pt x="3158596" y="263029"/>
                    </a:lnTo>
                    <a:cubicBezTo>
                      <a:pt x="3365555" y="263029"/>
                      <a:pt x="3533328" y="430802"/>
                      <a:pt x="3533328" y="637761"/>
                    </a:cubicBezTo>
                    <a:lnTo>
                      <a:pt x="3533328" y="2136642"/>
                    </a:lnTo>
                    <a:cubicBezTo>
                      <a:pt x="3533328" y="2343601"/>
                      <a:pt x="3365555" y="2511374"/>
                      <a:pt x="3158596" y="2511374"/>
                    </a:cubicBezTo>
                    <a:lnTo>
                      <a:pt x="713043" y="2511374"/>
                    </a:lnTo>
                    <a:cubicBezTo>
                      <a:pt x="506084" y="2511374"/>
                      <a:pt x="338311" y="2343601"/>
                      <a:pt x="338311" y="2136642"/>
                    </a:cubicBezTo>
                    <a:lnTo>
                      <a:pt x="338311" y="637761"/>
                    </a:lnTo>
                    <a:cubicBezTo>
                      <a:pt x="338311" y="430802"/>
                      <a:pt x="506084" y="263029"/>
                      <a:pt x="713043" y="263029"/>
                    </a:cubicBezTo>
                    <a:close/>
                    <a:moveTo>
                      <a:pt x="593824" y="142875"/>
                    </a:moveTo>
                    <a:cubicBezTo>
                      <a:pt x="365814" y="142875"/>
                      <a:pt x="180975" y="327714"/>
                      <a:pt x="180975" y="555724"/>
                    </a:cubicBezTo>
                    <a:lnTo>
                      <a:pt x="180975" y="2207068"/>
                    </a:lnTo>
                    <a:cubicBezTo>
                      <a:pt x="180975" y="2435078"/>
                      <a:pt x="365814" y="2619917"/>
                      <a:pt x="593824" y="2619917"/>
                    </a:cubicBezTo>
                    <a:lnTo>
                      <a:pt x="3288134" y="2619917"/>
                    </a:lnTo>
                    <a:cubicBezTo>
                      <a:pt x="3516144" y="2619917"/>
                      <a:pt x="3700983" y="2435078"/>
                      <a:pt x="3700983" y="2207068"/>
                    </a:cubicBezTo>
                    <a:lnTo>
                      <a:pt x="3700983" y="555724"/>
                    </a:lnTo>
                    <a:cubicBezTo>
                      <a:pt x="3700983" y="327714"/>
                      <a:pt x="3516144" y="142875"/>
                      <a:pt x="3288134" y="142875"/>
                    </a:cubicBezTo>
                    <a:close/>
                    <a:moveTo>
                      <a:pt x="456060" y="0"/>
                    </a:moveTo>
                    <a:lnTo>
                      <a:pt x="3432372" y="0"/>
                    </a:lnTo>
                    <a:cubicBezTo>
                      <a:pt x="3684247" y="0"/>
                      <a:pt x="3888432" y="204185"/>
                      <a:pt x="3888432" y="456060"/>
                    </a:cubicBezTo>
                    <a:lnTo>
                      <a:pt x="3888432" y="2280244"/>
                    </a:lnTo>
                    <a:cubicBezTo>
                      <a:pt x="3888432" y="2532119"/>
                      <a:pt x="3684247" y="2736304"/>
                      <a:pt x="3432372" y="2736304"/>
                    </a:cubicBezTo>
                    <a:lnTo>
                      <a:pt x="456060" y="2736304"/>
                    </a:lnTo>
                    <a:cubicBezTo>
                      <a:pt x="204185" y="2736304"/>
                      <a:pt x="0" y="2532119"/>
                      <a:pt x="0" y="2280244"/>
                    </a:cubicBezTo>
                    <a:lnTo>
                      <a:pt x="0" y="456060"/>
                    </a:lnTo>
                    <a:cubicBezTo>
                      <a:pt x="0" y="204185"/>
                      <a:pt x="204185" y="0"/>
                      <a:pt x="456060"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645" name="Google Shape;3645;p60"/>
              <p:cNvSpPr/>
              <p:nvPr/>
            </p:nvSpPr>
            <p:spPr>
              <a:xfrm>
                <a:off x="9698244" y="5398653"/>
                <a:ext cx="300703" cy="366439"/>
              </a:xfrm>
              <a:custGeom>
                <a:rect b="b" l="l" r="r" t="t"/>
                <a:pathLst>
                  <a:path extrusionOk="0" h="3949460" w="3240944">
                    <a:moveTo>
                      <a:pt x="2411668" y="919204"/>
                    </a:moveTo>
                    <a:cubicBezTo>
                      <a:pt x="2652037" y="921566"/>
                      <a:pt x="2997179" y="1088232"/>
                      <a:pt x="3147060" y="1333480"/>
                    </a:cubicBezTo>
                    <a:cubicBezTo>
                      <a:pt x="2837519" y="1559133"/>
                      <a:pt x="2713715" y="1818123"/>
                      <a:pt x="2716116" y="2148550"/>
                    </a:cubicBezTo>
                    <a:cubicBezTo>
                      <a:pt x="2724370" y="2506677"/>
                      <a:pt x="2937416" y="2788602"/>
                      <a:pt x="3240944" y="2908604"/>
                    </a:cubicBezTo>
                    <a:cubicBezTo>
                      <a:pt x="3111039" y="3296832"/>
                      <a:pt x="2835874" y="3920800"/>
                      <a:pt x="2360688" y="3949460"/>
                    </a:cubicBezTo>
                    <a:cubicBezTo>
                      <a:pt x="2104982" y="3948826"/>
                      <a:pt x="1887379" y="3871989"/>
                      <a:pt x="1655487" y="3790391"/>
                    </a:cubicBezTo>
                    <a:cubicBezTo>
                      <a:pt x="1465920" y="3881513"/>
                      <a:pt x="1178719" y="3984543"/>
                      <a:pt x="936764" y="3932790"/>
                    </a:cubicBezTo>
                    <a:cubicBezTo>
                      <a:pt x="634032" y="3867349"/>
                      <a:pt x="33306" y="3304229"/>
                      <a:pt x="0" y="2002921"/>
                    </a:cubicBezTo>
                    <a:cubicBezTo>
                      <a:pt x="5122" y="1625861"/>
                      <a:pt x="224231" y="988116"/>
                      <a:pt x="1004287" y="951010"/>
                    </a:cubicBezTo>
                    <a:cubicBezTo>
                      <a:pt x="1237754" y="955627"/>
                      <a:pt x="1430737" y="1013358"/>
                      <a:pt x="1654678" y="1150601"/>
                    </a:cubicBezTo>
                    <a:cubicBezTo>
                      <a:pt x="1907007" y="1025844"/>
                      <a:pt x="2042657" y="934423"/>
                      <a:pt x="2411668" y="919204"/>
                    </a:cubicBezTo>
                    <a:close/>
                    <a:moveTo>
                      <a:pt x="2423572" y="0"/>
                    </a:moveTo>
                    <a:cubicBezTo>
                      <a:pt x="2449670" y="236641"/>
                      <a:pt x="2449574" y="370890"/>
                      <a:pt x="2275646" y="605149"/>
                    </a:cubicBezTo>
                    <a:cubicBezTo>
                      <a:pt x="2098536" y="787863"/>
                      <a:pt x="1909519" y="903902"/>
                      <a:pt x="1627634" y="908022"/>
                    </a:cubicBezTo>
                    <a:cubicBezTo>
                      <a:pt x="1601565" y="662380"/>
                      <a:pt x="1689794" y="371496"/>
                      <a:pt x="1823269" y="256823"/>
                    </a:cubicBezTo>
                    <a:cubicBezTo>
                      <a:pt x="1945582" y="131527"/>
                      <a:pt x="2156003" y="39571"/>
                      <a:pt x="2423572" y="0"/>
                    </a:cubicBez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646" name="Google Shape;3646;p60"/>
              <p:cNvSpPr/>
              <p:nvPr/>
            </p:nvSpPr>
            <p:spPr>
              <a:xfrm>
                <a:off x="7800500" y="2582839"/>
                <a:ext cx="300170" cy="347427"/>
              </a:xfrm>
              <a:custGeom>
                <a:rect b="b" l="l" r="r" t="t"/>
                <a:pathLst>
                  <a:path extrusionOk="0" h="3842533" w="3319870">
                    <a:moveTo>
                      <a:pt x="579936" y="1296382"/>
                    </a:moveTo>
                    <a:lnTo>
                      <a:pt x="2739936" y="1296382"/>
                    </a:lnTo>
                    <a:lnTo>
                      <a:pt x="2739936" y="2796543"/>
                    </a:lnTo>
                    <a:cubicBezTo>
                      <a:pt x="2739936" y="2962250"/>
                      <a:pt x="2605604" y="3096582"/>
                      <a:pt x="2439897" y="3096582"/>
                    </a:cubicBezTo>
                    <a:lnTo>
                      <a:pt x="2272003" y="3096582"/>
                    </a:lnTo>
                    <a:lnTo>
                      <a:pt x="2272003" y="3590505"/>
                    </a:lnTo>
                    <a:cubicBezTo>
                      <a:pt x="2272003" y="3729696"/>
                      <a:pt x="2159166" y="3842533"/>
                      <a:pt x="2019975" y="3842533"/>
                    </a:cubicBezTo>
                    <a:cubicBezTo>
                      <a:pt x="1880784" y="3842533"/>
                      <a:pt x="1767947" y="3729696"/>
                      <a:pt x="1767947" y="3590505"/>
                    </a:cubicBezTo>
                    <a:lnTo>
                      <a:pt x="1767947" y="3096582"/>
                    </a:lnTo>
                    <a:lnTo>
                      <a:pt x="1492066" y="3096582"/>
                    </a:lnTo>
                    <a:lnTo>
                      <a:pt x="1492066" y="3590505"/>
                    </a:lnTo>
                    <a:cubicBezTo>
                      <a:pt x="1492066" y="3729696"/>
                      <a:pt x="1379229" y="3842533"/>
                      <a:pt x="1240038" y="3842533"/>
                    </a:cubicBezTo>
                    <a:cubicBezTo>
                      <a:pt x="1100847" y="3842533"/>
                      <a:pt x="988010" y="3729696"/>
                      <a:pt x="988010" y="3590505"/>
                    </a:cubicBezTo>
                    <a:lnTo>
                      <a:pt x="988010" y="3096582"/>
                    </a:lnTo>
                    <a:lnTo>
                      <a:pt x="879975" y="3096582"/>
                    </a:lnTo>
                    <a:cubicBezTo>
                      <a:pt x="714268" y="3096582"/>
                      <a:pt x="579936" y="2962250"/>
                      <a:pt x="579936" y="2796543"/>
                    </a:cubicBezTo>
                    <a:close/>
                    <a:moveTo>
                      <a:pt x="3067842" y="1281925"/>
                    </a:moveTo>
                    <a:cubicBezTo>
                      <a:pt x="3207033" y="1281925"/>
                      <a:pt x="3319870" y="1394762"/>
                      <a:pt x="3319870" y="1533953"/>
                    </a:cubicBezTo>
                    <a:lnTo>
                      <a:pt x="3319870" y="2505897"/>
                    </a:lnTo>
                    <a:cubicBezTo>
                      <a:pt x="3319870" y="2645088"/>
                      <a:pt x="3207033" y="2757925"/>
                      <a:pt x="3067842" y="2757925"/>
                    </a:cubicBezTo>
                    <a:cubicBezTo>
                      <a:pt x="2928651" y="2757925"/>
                      <a:pt x="2815814" y="2645088"/>
                      <a:pt x="2815814" y="2505897"/>
                    </a:cubicBezTo>
                    <a:lnTo>
                      <a:pt x="2815814" y="1533953"/>
                    </a:lnTo>
                    <a:cubicBezTo>
                      <a:pt x="2815814" y="1394762"/>
                      <a:pt x="2928651" y="1281925"/>
                      <a:pt x="3067842" y="1281925"/>
                    </a:cubicBezTo>
                    <a:close/>
                    <a:moveTo>
                      <a:pt x="252028" y="1281925"/>
                    </a:moveTo>
                    <a:cubicBezTo>
                      <a:pt x="391219" y="1281925"/>
                      <a:pt x="504056" y="1394762"/>
                      <a:pt x="504056" y="1533953"/>
                    </a:cubicBezTo>
                    <a:lnTo>
                      <a:pt x="504056" y="2505897"/>
                    </a:lnTo>
                    <a:cubicBezTo>
                      <a:pt x="504056" y="2645088"/>
                      <a:pt x="391219" y="2757925"/>
                      <a:pt x="252028" y="2757925"/>
                    </a:cubicBezTo>
                    <a:cubicBezTo>
                      <a:pt x="112837" y="2757925"/>
                      <a:pt x="0" y="2645088"/>
                      <a:pt x="0" y="2505897"/>
                    </a:cubicBezTo>
                    <a:lnTo>
                      <a:pt x="0" y="1533953"/>
                    </a:lnTo>
                    <a:cubicBezTo>
                      <a:pt x="0" y="1394762"/>
                      <a:pt x="112837" y="1281925"/>
                      <a:pt x="252028" y="1281925"/>
                    </a:cubicBezTo>
                    <a:close/>
                    <a:moveTo>
                      <a:pt x="2134062" y="558521"/>
                    </a:moveTo>
                    <a:cubicBezTo>
                      <a:pt x="2073373" y="558521"/>
                      <a:pt x="2024174" y="607720"/>
                      <a:pt x="2024174" y="668409"/>
                    </a:cubicBezTo>
                    <a:cubicBezTo>
                      <a:pt x="2024174" y="729098"/>
                      <a:pt x="2073373" y="778297"/>
                      <a:pt x="2134062" y="778297"/>
                    </a:cubicBezTo>
                    <a:cubicBezTo>
                      <a:pt x="2194751" y="778297"/>
                      <a:pt x="2243950" y="729098"/>
                      <a:pt x="2243950" y="668409"/>
                    </a:cubicBezTo>
                    <a:cubicBezTo>
                      <a:pt x="2243950" y="607720"/>
                      <a:pt x="2194751" y="558521"/>
                      <a:pt x="2134062" y="558521"/>
                    </a:cubicBezTo>
                    <a:close/>
                    <a:moveTo>
                      <a:pt x="1177409" y="558521"/>
                    </a:moveTo>
                    <a:cubicBezTo>
                      <a:pt x="1116720" y="558521"/>
                      <a:pt x="1067521" y="607720"/>
                      <a:pt x="1067521" y="668409"/>
                    </a:cubicBezTo>
                    <a:cubicBezTo>
                      <a:pt x="1067521" y="729098"/>
                      <a:pt x="1116720" y="778297"/>
                      <a:pt x="1177409" y="778297"/>
                    </a:cubicBezTo>
                    <a:cubicBezTo>
                      <a:pt x="1238098" y="778297"/>
                      <a:pt x="1287297" y="729098"/>
                      <a:pt x="1287297" y="668409"/>
                    </a:cubicBezTo>
                    <a:cubicBezTo>
                      <a:pt x="1287297" y="607720"/>
                      <a:pt x="1238098" y="558521"/>
                      <a:pt x="1177409" y="558521"/>
                    </a:cubicBezTo>
                    <a:close/>
                    <a:moveTo>
                      <a:pt x="1041854" y="0"/>
                    </a:moveTo>
                    <a:lnTo>
                      <a:pt x="1215617" y="300965"/>
                    </a:lnTo>
                    <a:cubicBezTo>
                      <a:pt x="1350827" y="238508"/>
                      <a:pt x="1501239" y="204386"/>
                      <a:pt x="1659158" y="204272"/>
                    </a:cubicBezTo>
                    <a:cubicBezTo>
                      <a:pt x="1823689" y="204153"/>
                      <a:pt x="1980124" y="240963"/>
                      <a:pt x="2119837" y="308065"/>
                    </a:cubicBezTo>
                    <a:lnTo>
                      <a:pt x="2297698" y="0"/>
                    </a:lnTo>
                    <a:lnTo>
                      <a:pt x="2391229" y="54000"/>
                    </a:lnTo>
                    <a:lnTo>
                      <a:pt x="2215205" y="358882"/>
                    </a:lnTo>
                    <a:cubicBezTo>
                      <a:pt x="2507692" y="533629"/>
                      <a:pt x="2710924" y="843756"/>
                      <a:pt x="2737127" y="1206450"/>
                    </a:cubicBezTo>
                    <a:cubicBezTo>
                      <a:pt x="2018962" y="1206967"/>
                      <a:pt x="1300797" y="1207483"/>
                      <a:pt x="582632" y="1208000"/>
                    </a:cubicBezTo>
                    <a:cubicBezTo>
                      <a:pt x="608780" y="838665"/>
                      <a:pt x="818541" y="523565"/>
                      <a:pt x="1119462" y="350420"/>
                    </a:cubicBezTo>
                    <a:lnTo>
                      <a:pt x="948323" y="5400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647" name="Google Shape;3647;p60"/>
              <p:cNvSpPr/>
              <p:nvPr/>
            </p:nvSpPr>
            <p:spPr>
              <a:xfrm>
                <a:off x="10645011" y="2518278"/>
                <a:ext cx="340001" cy="338281"/>
              </a:xfrm>
              <a:custGeom>
                <a:rect b="b" l="l" r="r" t="t"/>
                <a:pathLst>
                  <a:path extrusionOk="0" h="2941055" w="2956013">
                    <a:moveTo>
                      <a:pt x="2169165" y="2259549"/>
                    </a:moveTo>
                    <a:cubicBezTo>
                      <a:pt x="2305163" y="2320579"/>
                      <a:pt x="2430502" y="2400997"/>
                      <a:pt x="2542352" y="2496872"/>
                    </a:cubicBezTo>
                    <a:cubicBezTo>
                      <a:pt x="2303978" y="2744099"/>
                      <a:pt x="1979593" y="2907447"/>
                      <a:pt x="1617206" y="2939204"/>
                    </a:cubicBezTo>
                    <a:lnTo>
                      <a:pt x="1588575" y="2925411"/>
                    </a:lnTo>
                    <a:cubicBezTo>
                      <a:pt x="1835671" y="2758142"/>
                      <a:pt x="2037335" y="2529257"/>
                      <a:pt x="2169165" y="2259549"/>
                    </a:cubicBezTo>
                    <a:close/>
                    <a:moveTo>
                      <a:pt x="797309" y="2254509"/>
                    </a:moveTo>
                    <a:cubicBezTo>
                      <a:pt x="928512" y="2525684"/>
                      <a:pt x="1129977" y="2756161"/>
                      <a:pt x="1376879" y="2925229"/>
                    </a:cubicBezTo>
                    <a:cubicBezTo>
                      <a:pt x="1367940" y="2931748"/>
                      <a:pt x="1358086" y="2936536"/>
                      <a:pt x="1348086" y="2941055"/>
                    </a:cubicBezTo>
                    <a:cubicBezTo>
                      <a:pt x="981929" y="2910776"/>
                      <a:pt x="654006" y="2746454"/>
                      <a:pt x="413461" y="2497054"/>
                    </a:cubicBezTo>
                    <a:cubicBezTo>
                      <a:pt x="528278" y="2398621"/>
                      <a:pt x="657289" y="2316447"/>
                      <a:pt x="797309" y="2254509"/>
                    </a:cubicBezTo>
                    <a:close/>
                    <a:moveTo>
                      <a:pt x="1426305" y="2108791"/>
                    </a:moveTo>
                    <a:lnTo>
                      <a:pt x="1426305" y="2824067"/>
                    </a:lnTo>
                    <a:cubicBezTo>
                      <a:pt x="1203050" y="2668305"/>
                      <a:pt x="1020431" y="2458508"/>
                      <a:pt x="899682" y="2212532"/>
                    </a:cubicBezTo>
                    <a:cubicBezTo>
                      <a:pt x="1063835" y="2148883"/>
                      <a:pt x="1241204" y="2112683"/>
                      <a:pt x="1426305" y="2108791"/>
                    </a:cubicBezTo>
                    <a:close/>
                    <a:moveTo>
                      <a:pt x="1527809" y="2108695"/>
                    </a:moveTo>
                    <a:cubicBezTo>
                      <a:pt x="1717707" y="2112557"/>
                      <a:pt x="1899494" y="2150291"/>
                      <a:pt x="2067336" y="2216559"/>
                    </a:cubicBezTo>
                    <a:cubicBezTo>
                      <a:pt x="1943936" y="2466549"/>
                      <a:pt x="1756622" y="2679032"/>
                      <a:pt x="1527809" y="2835300"/>
                    </a:cubicBezTo>
                    <a:close/>
                    <a:moveTo>
                      <a:pt x="2354776" y="1530125"/>
                    </a:moveTo>
                    <a:lnTo>
                      <a:pt x="2955077" y="1530125"/>
                    </a:lnTo>
                    <a:cubicBezTo>
                      <a:pt x="2942393" y="1866074"/>
                      <a:pt x="2817414" y="2173186"/>
                      <a:pt x="2615767" y="2414127"/>
                    </a:cubicBezTo>
                    <a:cubicBezTo>
                      <a:pt x="2496453" y="2311434"/>
                      <a:pt x="2362630" y="2225327"/>
                      <a:pt x="2217376" y="2159975"/>
                    </a:cubicBezTo>
                    <a:cubicBezTo>
                      <a:pt x="2300477" y="1965771"/>
                      <a:pt x="2348521" y="1753185"/>
                      <a:pt x="2354776" y="1530125"/>
                    </a:cubicBezTo>
                    <a:close/>
                    <a:moveTo>
                      <a:pt x="1527809" y="1530125"/>
                    </a:moveTo>
                    <a:lnTo>
                      <a:pt x="2244039" y="1530125"/>
                    </a:lnTo>
                    <a:cubicBezTo>
                      <a:pt x="2237819" y="1737690"/>
                      <a:pt x="2192963" y="1935525"/>
                      <a:pt x="2115825" y="2116496"/>
                    </a:cubicBezTo>
                    <a:cubicBezTo>
                      <a:pt x="1933189" y="2043464"/>
                      <a:pt x="1735000" y="2001899"/>
                      <a:pt x="1527809" y="1997958"/>
                    </a:cubicBezTo>
                    <a:close/>
                    <a:moveTo>
                      <a:pt x="725097" y="1530125"/>
                    </a:moveTo>
                    <a:lnTo>
                      <a:pt x="1426305" y="1530125"/>
                    </a:lnTo>
                    <a:lnTo>
                      <a:pt x="1426305" y="1998054"/>
                    </a:lnTo>
                    <a:cubicBezTo>
                      <a:pt x="1224105" y="2002029"/>
                      <a:pt x="1030504" y="2041966"/>
                      <a:pt x="851699" y="2112283"/>
                    </a:cubicBezTo>
                    <a:cubicBezTo>
                      <a:pt x="775482" y="1932518"/>
                      <a:pt x="731260" y="1736112"/>
                      <a:pt x="725097" y="1530125"/>
                    </a:cubicBezTo>
                    <a:close/>
                    <a:moveTo>
                      <a:pt x="934" y="1530125"/>
                    </a:moveTo>
                    <a:lnTo>
                      <a:pt x="614360" y="1530125"/>
                    </a:lnTo>
                    <a:cubicBezTo>
                      <a:pt x="620543" y="1751166"/>
                      <a:pt x="667772" y="1961919"/>
                      <a:pt x="749235" y="2154869"/>
                    </a:cubicBezTo>
                    <a:cubicBezTo>
                      <a:pt x="599936" y="2221117"/>
                      <a:pt x="462426" y="2308980"/>
                      <a:pt x="340129" y="2414234"/>
                    </a:cubicBezTo>
                    <a:cubicBezTo>
                      <a:pt x="138582" y="2173144"/>
                      <a:pt x="13619" y="1866051"/>
                      <a:pt x="934" y="1530125"/>
                    </a:cubicBezTo>
                    <a:close/>
                    <a:moveTo>
                      <a:pt x="883886" y="768586"/>
                    </a:moveTo>
                    <a:cubicBezTo>
                      <a:pt x="1053566" y="831753"/>
                      <a:pt x="1236128" y="867407"/>
                      <a:pt x="1426305" y="871035"/>
                    </a:cubicBezTo>
                    <a:lnTo>
                      <a:pt x="1426305" y="1428622"/>
                    </a:lnTo>
                    <a:lnTo>
                      <a:pt x="724559" y="1428622"/>
                    </a:lnTo>
                    <a:cubicBezTo>
                      <a:pt x="730221" y="1192426"/>
                      <a:pt x="785872" y="968634"/>
                      <a:pt x="883886" y="768586"/>
                    </a:cubicBezTo>
                    <a:close/>
                    <a:moveTo>
                      <a:pt x="2083288" y="764501"/>
                    </a:moveTo>
                    <a:cubicBezTo>
                      <a:pt x="2182501" y="965616"/>
                      <a:pt x="2238869" y="1190833"/>
                      <a:pt x="2244577" y="1428622"/>
                    </a:cubicBezTo>
                    <a:lnTo>
                      <a:pt x="1527809" y="1428622"/>
                    </a:lnTo>
                    <a:lnTo>
                      <a:pt x="1527809" y="871130"/>
                    </a:lnTo>
                    <a:cubicBezTo>
                      <a:pt x="1722835" y="867528"/>
                      <a:pt x="1909881" y="830382"/>
                      <a:pt x="2083288" y="764501"/>
                    </a:cubicBezTo>
                    <a:close/>
                    <a:moveTo>
                      <a:pt x="375750" y="484510"/>
                    </a:moveTo>
                    <a:cubicBezTo>
                      <a:pt x="497688" y="583858"/>
                      <a:pt x="633678" y="666438"/>
                      <a:pt x="780212" y="729142"/>
                    </a:cubicBezTo>
                    <a:cubicBezTo>
                      <a:pt x="677519" y="941475"/>
                      <a:pt x="619429" y="1178562"/>
                      <a:pt x="613822" y="1428622"/>
                    </a:cubicBezTo>
                    <a:lnTo>
                      <a:pt x="0" y="1428622"/>
                    </a:lnTo>
                    <a:cubicBezTo>
                      <a:pt x="9263" y="1065848"/>
                      <a:pt x="149371" y="735691"/>
                      <a:pt x="375750" y="484510"/>
                    </a:cubicBezTo>
                    <a:close/>
                    <a:moveTo>
                      <a:pt x="2580304" y="484479"/>
                    </a:moveTo>
                    <a:cubicBezTo>
                      <a:pt x="2806628" y="735651"/>
                      <a:pt x="2946750" y="1065827"/>
                      <a:pt x="2956013" y="1428622"/>
                    </a:cubicBezTo>
                    <a:lnTo>
                      <a:pt x="2355314" y="1428622"/>
                    </a:lnTo>
                    <a:cubicBezTo>
                      <a:pt x="2349636" y="1176504"/>
                      <a:pt x="2290630" y="937573"/>
                      <a:pt x="2186241" y="724113"/>
                    </a:cubicBezTo>
                    <a:cubicBezTo>
                      <a:pt x="2328935" y="662418"/>
                      <a:pt x="2461323" y="581449"/>
                      <a:pt x="2580304" y="484479"/>
                    </a:cubicBezTo>
                    <a:close/>
                    <a:moveTo>
                      <a:pt x="1426305" y="124032"/>
                    </a:moveTo>
                    <a:lnTo>
                      <a:pt x="1426305" y="760298"/>
                    </a:lnTo>
                    <a:cubicBezTo>
                      <a:pt x="1253727" y="756791"/>
                      <a:pt x="1087879" y="724966"/>
                      <a:pt x="933247" y="668842"/>
                    </a:cubicBezTo>
                    <a:cubicBezTo>
                      <a:pt x="1054039" y="451822"/>
                      <a:pt x="1223389" y="265609"/>
                      <a:pt x="1426305" y="124032"/>
                    </a:cubicBezTo>
                    <a:close/>
                    <a:moveTo>
                      <a:pt x="1527809" y="112799"/>
                    </a:moveTo>
                    <a:cubicBezTo>
                      <a:pt x="1736145" y="255085"/>
                      <a:pt x="1910079" y="443973"/>
                      <a:pt x="2033951" y="664748"/>
                    </a:cubicBezTo>
                    <a:cubicBezTo>
                      <a:pt x="1875578" y="723616"/>
                      <a:pt x="1705238" y="756901"/>
                      <a:pt x="1527809" y="760394"/>
                    </a:cubicBezTo>
                    <a:close/>
                    <a:moveTo>
                      <a:pt x="1632157" y="1693"/>
                    </a:moveTo>
                    <a:cubicBezTo>
                      <a:pt x="1969090" y="34839"/>
                      <a:pt x="2272411" y="181752"/>
                      <a:pt x="2502559" y="404493"/>
                    </a:cubicBezTo>
                    <a:cubicBezTo>
                      <a:pt x="2392455" y="493535"/>
                      <a:pt x="2270018" y="567692"/>
                      <a:pt x="2138287" y="624414"/>
                    </a:cubicBezTo>
                    <a:cubicBezTo>
                      <a:pt x="2004803" y="382989"/>
                      <a:pt x="1815448" y="176841"/>
                      <a:pt x="1587368" y="23269"/>
                    </a:cubicBezTo>
                    <a:close/>
                    <a:moveTo>
                      <a:pt x="1333466" y="0"/>
                    </a:moveTo>
                    <a:lnTo>
                      <a:pt x="1376468" y="23177"/>
                    </a:lnTo>
                    <a:cubicBezTo>
                      <a:pt x="1149236" y="178863"/>
                      <a:pt x="960516" y="386575"/>
                      <a:pt x="827965" y="629347"/>
                    </a:cubicBezTo>
                    <a:cubicBezTo>
                      <a:pt x="692459" y="571593"/>
                      <a:pt x="566467" y="495851"/>
                      <a:pt x="453430" y="404475"/>
                    </a:cubicBezTo>
                    <a:cubicBezTo>
                      <a:pt x="685742" y="179438"/>
                      <a:pt x="992667" y="31629"/>
                      <a:pt x="1333466"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3648" name="Google Shape;3648;p60"/>
              <p:cNvSpPr/>
              <p:nvPr/>
            </p:nvSpPr>
            <p:spPr>
              <a:xfrm flipH="1">
                <a:off x="10345251" y="2251006"/>
                <a:ext cx="441966" cy="281210"/>
              </a:xfrm>
              <a:custGeom>
                <a:rect b="b" l="l" r="r" t="t"/>
                <a:pathLst>
                  <a:path extrusionOk="0" h="2532594" w="3980365">
                    <a:moveTo>
                      <a:pt x="1988360" y="58973"/>
                    </a:moveTo>
                    <a:cubicBezTo>
                      <a:pt x="1988306" y="58975"/>
                      <a:pt x="1988252" y="58977"/>
                      <a:pt x="1988199" y="58995"/>
                    </a:cubicBezTo>
                    <a:cubicBezTo>
                      <a:pt x="1988145" y="58977"/>
                      <a:pt x="1988091" y="58975"/>
                      <a:pt x="1988037" y="58973"/>
                    </a:cubicBezTo>
                    <a:lnTo>
                      <a:pt x="1988037" y="59017"/>
                    </a:lnTo>
                    <a:cubicBezTo>
                      <a:pt x="1574406" y="74019"/>
                      <a:pt x="1375335" y="406725"/>
                      <a:pt x="1370318" y="708381"/>
                    </a:cubicBezTo>
                    <a:cubicBezTo>
                      <a:pt x="1362506" y="1089140"/>
                      <a:pt x="1497435" y="1312904"/>
                      <a:pt x="1568575" y="1407072"/>
                    </a:cubicBezTo>
                    <a:cubicBezTo>
                      <a:pt x="1631785" y="1490670"/>
                      <a:pt x="1727890" y="1649476"/>
                      <a:pt x="1617443" y="1704159"/>
                    </a:cubicBezTo>
                    <a:cubicBezTo>
                      <a:pt x="1318592" y="1846636"/>
                      <a:pt x="1062028" y="1946829"/>
                      <a:pt x="927030" y="2049664"/>
                    </a:cubicBezTo>
                    <a:cubicBezTo>
                      <a:pt x="705669" y="2234426"/>
                      <a:pt x="740656" y="2445615"/>
                      <a:pt x="754501" y="2532594"/>
                    </a:cubicBezTo>
                    <a:lnTo>
                      <a:pt x="1988199" y="2531551"/>
                    </a:lnTo>
                    <a:lnTo>
                      <a:pt x="3221896" y="2532594"/>
                    </a:lnTo>
                    <a:cubicBezTo>
                      <a:pt x="3235741" y="2445615"/>
                      <a:pt x="3270728" y="2234426"/>
                      <a:pt x="3049367" y="2049664"/>
                    </a:cubicBezTo>
                    <a:cubicBezTo>
                      <a:pt x="2914369" y="1946829"/>
                      <a:pt x="2657805" y="1846636"/>
                      <a:pt x="2358954" y="1704159"/>
                    </a:cubicBezTo>
                    <a:cubicBezTo>
                      <a:pt x="2248507" y="1649476"/>
                      <a:pt x="2344612" y="1490670"/>
                      <a:pt x="2407822" y="1407072"/>
                    </a:cubicBezTo>
                    <a:cubicBezTo>
                      <a:pt x="2478962" y="1312904"/>
                      <a:pt x="2613891" y="1089140"/>
                      <a:pt x="2606079" y="708381"/>
                    </a:cubicBezTo>
                    <a:cubicBezTo>
                      <a:pt x="2601062" y="406725"/>
                      <a:pt x="2401991" y="74019"/>
                      <a:pt x="1988360" y="59017"/>
                    </a:cubicBezTo>
                    <a:close/>
                    <a:moveTo>
                      <a:pt x="1093515" y="0"/>
                    </a:moveTo>
                    <a:cubicBezTo>
                      <a:pt x="736613" y="12826"/>
                      <a:pt x="553627" y="327881"/>
                      <a:pt x="549299" y="588096"/>
                    </a:cubicBezTo>
                    <a:cubicBezTo>
                      <a:pt x="542562" y="916461"/>
                      <a:pt x="658924" y="1109434"/>
                      <a:pt x="720275" y="1190644"/>
                    </a:cubicBezTo>
                    <a:cubicBezTo>
                      <a:pt x="774787" y="1262738"/>
                      <a:pt x="857667" y="1399692"/>
                      <a:pt x="762418" y="1446850"/>
                    </a:cubicBezTo>
                    <a:cubicBezTo>
                      <a:pt x="504691" y="1569722"/>
                      <a:pt x="283431" y="1656128"/>
                      <a:pt x="167010" y="1744812"/>
                    </a:cubicBezTo>
                    <a:cubicBezTo>
                      <a:pt x="-23891" y="1904150"/>
                      <a:pt x="672" y="2013351"/>
                      <a:pt x="1392" y="2161289"/>
                    </a:cubicBezTo>
                    <a:cubicBezTo>
                      <a:pt x="356083" y="2160989"/>
                      <a:pt x="261990" y="2166300"/>
                      <a:pt x="616681" y="2166000"/>
                    </a:cubicBezTo>
                    <a:cubicBezTo>
                      <a:pt x="794788" y="1846239"/>
                      <a:pt x="1045824" y="1778915"/>
                      <a:pt x="1453932" y="1593789"/>
                    </a:cubicBezTo>
                    <a:cubicBezTo>
                      <a:pt x="1171572" y="1115084"/>
                      <a:pt x="1046285" y="714919"/>
                      <a:pt x="1414663" y="124017"/>
                    </a:cubicBezTo>
                    <a:cubicBezTo>
                      <a:pt x="1309485" y="41539"/>
                      <a:pt x="1305280" y="26381"/>
                      <a:pt x="1093515" y="0"/>
                    </a:cubicBezTo>
                    <a:close/>
                    <a:moveTo>
                      <a:pt x="2886850" y="0"/>
                    </a:moveTo>
                    <a:cubicBezTo>
                      <a:pt x="2675085" y="26381"/>
                      <a:pt x="2670880" y="41539"/>
                      <a:pt x="2565702" y="124017"/>
                    </a:cubicBezTo>
                    <a:cubicBezTo>
                      <a:pt x="2934080" y="714919"/>
                      <a:pt x="2808793" y="1115084"/>
                      <a:pt x="2526433" y="1593789"/>
                    </a:cubicBezTo>
                    <a:cubicBezTo>
                      <a:pt x="2934542" y="1778915"/>
                      <a:pt x="3185577" y="1846239"/>
                      <a:pt x="3363685" y="2166000"/>
                    </a:cubicBezTo>
                    <a:cubicBezTo>
                      <a:pt x="3718376" y="2166300"/>
                      <a:pt x="3624282" y="2160989"/>
                      <a:pt x="3978973" y="2161289"/>
                    </a:cubicBezTo>
                    <a:cubicBezTo>
                      <a:pt x="3979693" y="2013351"/>
                      <a:pt x="4004256" y="1904150"/>
                      <a:pt x="3813355" y="1744812"/>
                    </a:cubicBezTo>
                    <a:cubicBezTo>
                      <a:pt x="3696934" y="1656128"/>
                      <a:pt x="3475674" y="1569722"/>
                      <a:pt x="3217947" y="1446850"/>
                    </a:cubicBezTo>
                    <a:cubicBezTo>
                      <a:pt x="3122698" y="1399692"/>
                      <a:pt x="3205579" y="1262738"/>
                      <a:pt x="3260090" y="1190644"/>
                    </a:cubicBezTo>
                    <a:cubicBezTo>
                      <a:pt x="3321441" y="1109434"/>
                      <a:pt x="3437803" y="916461"/>
                      <a:pt x="3431066" y="588096"/>
                    </a:cubicBezTo>
                    <a:cubicBezTo>
                      <a:pt x="3426739" y="327881"/>
                      <a:pt x="3243752" y="12826"/>
                      <a:pt x="288685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649" name="Google Shape;3649;p60"/>
              <p:cNvSpPr/>
              <p:nvPr/>
            </p:nvSpPr>
            <p:spPr>
              <a:xfrm>
                <a:off x="11003273" y="3365017"/>
                <a:ext cx="357359" cy="364685"/>
              </a:xfrm>
              <a:custGeom>
                <a:rect b="b" l="l" r="r" t="t"/>
                <a:pathLst>
                  <a:path extrusionOk="0" h="3940019" w="3860876">
                    <a:moveTo>
                      <a:pt x="3248876" y="1942264"/>
                    </a:moveTo>
                    <a:lnTo>
                      <a:pt x="3860876" y="1942264"/>
                    </a:lnTo>
                    <a:lnTo>
                      <a:pt x="3860876" y="2090815"/>
                    </a:lnTo>
                    <a:lnTo>
                      <a:pt x="3859023" y="2090815"/>
                    </a:lnTo>
                    <a:cubicBezTo>
                      <a:pt x="3817225" y="2949620"/>
                      <a:pt x="3215273" y="3679864"/>
                      <a:pt x="2378197" y="3884304"/>
                    </a:cubicBezTo>
                    <a:cubicBezTo>
                      <a:pt x="2219818" y="3922985"/>
                      <a:pt x="2060231" y="3941082"/>
                      <a:pt x="1902626" y="3939971"/>
                    </a:cubicBezTo>
                    <a:cubicBezTo>
                      <a:pt x="1286982" y="3935631"/>
                      <a:pt x="701577" y="3638194"/>
                      <a:pt x="337583" y="3128887"/>
                    </a:cubicBezTo>
                    <a:lnTo>
                      <a:pt x="30667" y="3435803"/>
                    </a:lnTo>
                    <a:lnTo>
                      <a:pt x="30667" y="2342045"/>
                    </a:lnTo>
                    <a:lnTo>
                      <a:pt x="1124425" y="2342045"/>
                    </a:lnTo>
                    <a:lnTo>
                      <a:pt x="781340" y="2685130"/>
                    </a:lnTo>
                    <a:cubicBezTo>
                      <a:pt x="1079782" y="3180935"/>
                      <a:pt x="1667379" y="3425841"/>
                      <a:pt x="2232517" y="3287817"/>
                    </a:cubicBezTo>
                    <a:cubicBezTo>
                      <a:pt x="2810639" y="3146622"/>
                      <a:pt x="3224897" y="2638979"/>
                      <a:pt x="3247291" y="2044286"/>
                    </a:cubicBezTo>
                    <a:lnTo>
                      <a:pt x="3248876" y="2044345"/>
                    </a:lnTo>
                    <a:close/>
                    <a:moveTo>
                      <a:pt x="1958249" y="48"/>
                    </a:moveTo>
                    <a:cubicBezTo>
                      <a:pt x="2573893" y="4388"/>
                      <a:pt x="3159298" y="301825"/>
                      <a:pt x="3523293" y="811132"/>
                    </a:cubicBezTo>
                    <a:lnTo>
                      <a:pt x="3830209" y="504216"/>
                    </a:lnTo>
                    <a:lnTo>
                      <a:pt x="3830209" y="1597974"/>
                    </a:lnTo>
                    <a:lnTo>
                      <a:pt x="2736450" y="1597974"/>
                    </a:lnTo>
                    <a:lnTo>
                      <a:pt x="3079535" y="1254889"/>
                    </a:lnTo>
                    <a:cubicBezTo>
                      <a:pt x="2781093" y="759084"/>
                      <a:pt x="2193496" y="514178"/>
                      <a:pt x="1628358" y="652202"/>
                    </a:cubicBezTo>
                    <a:cubicBezTo>
                      <a:pt x="1050236" y="793397"/>
                      <a:pt x="635978" y="1301040"/>
                      <a:pt x="613584" y="1895733"/>
                    </a:cubicBezTo>
                    <a:lnTo>
                      <a:pt x="612000" y="1895674"/>
                    </a:lnTo>
                    <a:lnTo>
                      <a:pt x="612000" y="1985958"/>
                    </a:lnTo>
                    <a:lnTo>
                      <a:pt x="0" y="1985958"/>
                    </a:lnTo>
                    <a:lnTo>
                      <a:pt x="0" y="1837407"/>
                    </a:lnTo>
                    <a:lnTo>
                      <a:pt x="2787" y="1837407"/>
                    </a:lnTo>
                    <a:cubicBezTo>
                      <a:pt x="49183" y="983705"/>
                      <a:pt x="649445" y="259216"/>
                      <a:pt x="1482678" y="55715"/>
                    </a:cubicBezTo>
                    <a:cubicBezTo>
                      <a:pt x="1641057" y="17034"/>
                      <a:pt x="1800644" y="-1063"/>
                      <a:pt x="1958249" y="4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650" name="Google Shape;3650;p60"/>
              <p:cNvSpPr/>
              <p:nvPr/>
            </p:nvSpPr>
            <p:spPr>
              <a:xfrm>
                <a:off x="9028038" y="5418963"/>
                <a:ext cx="353455" cy="397548"/>
              </a:xfrm>
              <a:custGeom>
                <a:rect b="b" l="l" r="r" t="t"/>
                <a:pathLst>
                  <a:path extrusionOk="0" h="3110058" w="2765122">
                    <a:moveTo>
                      <a:pt x="1376433" y="2257187"/>
                    </a:moveTo>
                    <a:lnTo>
                      <a:pt x="1145400" y="2354829"/>
                    </a:lnTo>
                    <a:lnTo>
                      <a:pt x="1036105" y="2389775"/>
                    </a:lnTo>
                    <a:lnTo>
                      <a:pt x="1040146" y="2406930"/>
                    </a:lnTo>
                    <a:cubicBezTo>
                      <a:pt x="1121535" y="2704580"/>
                      <a:pt x="1244707" y="2894301"/>
                      <a:pt x="1382560" y="2894301"/>
                    </a:cubicBezTo>
                    <a:cubicBezTo>
                      <a:pt x="1520414" y="2894301"/>
                      <a:pt x="1643585" y="2704580"/>
                      <a:pt x="1724974" y="2406930"/>
                    </a:cubicBezTo>
                    <a:lnTo>
                      <a:pt x="1726723" y="2399874"/>
                    </a:lnTo>
                    <a:lnTo>
                      <a:pt x="1605728" y="2358846"/>
                    </a:lnTo>
                    <a:close/>
                    <a:moveTo>
                      <a:pt x="1795887" y="2033026"/>
                    </a:moveTo>
                    <a:lnTo>
                      <a:pt x="1694075" y="2094586"/>
                    </a:lnTo>
                    <a:lnTo>
                      <a:pt x="1578650" y="2155153"/>
                    </a:lnTo>
                    <a:lnTo>
                      <a:pt x="1618821" y="2173994"/>
                    </a:lnTo>
                    <a:lnTo>
                      <a:pt x="1763952" y="2229138"/>
                    </a:lnTo>
                    <a:lnTo>
                      <a:pt x="1791432" y="2076334"/>
                    </a:lnTo>
                    <a:close/>
                    <a:moveTo>
                      <a:pt x="969005" y="2030800"/>
                    </a:moveTo>
                    <a:lnTo>
                      <a:pt x="973688" y="2076334"/>
                    </a:lnTo>
                    <a:lnTo>
                      <a:pt x="997942" y="2219324"/>
                    </a:lnTo>
                    <a:lnTo>
                      <a:pt x="1135534" y="2169774"/>
                    </a:lnTo>
                    <a:lnTo>
                      <a:pt x="1176026" y="2151638"/>
                    </a:lnTo>
                    <a:lnTo>
                      <a:pt x="1061678" y="2089068"/>
                    </a:lnTo>
                    <a:close/>
                    <a:moveTo>
                      <a:pt x="2270995" y="1682607"/>
                    </a:moveTo>
                    <a:lnTo>
                      <a:pt x="2193789" y="1749541"/>
                    </a:lnTo>
                    <a:cubicBezTo>
                      <a:pt x="2157450" y="1779622"/>
                      <a:pt x="2119670" y="1809519"/>
                      <a:pt x="2080535" y="1839120"/>
                    </a:cubicBezTo>
                    <a:lnTo>
                      <a:pt x="1988274" y="1905861"/>
                    </a:lnTo>
                    <a:lnTo>
                      <a:pt x="1956628" y="2160317"/>
                    </a:lnTo>
                    <a:lnTo>
                      <a:pt x="1929983" y="2282840"/>
                    </a:lnTo>
                    <a:lnTo>
                      <a:pt x="2032699" y="2311732"/>
                    </a:lnTo>
                    <a:cubicBezTo>
                      <a:pt x="2281801" y="2367725"/>
                      <a:pt x="2467430" y="2349840"/>
                      <a:pt x="2530541" y="2244806"/>
                    </a:cubicBezTo>
                    <a:cubicBezTo>
                      <a:pt x="2601541" y="2126643"/>
                      <a:pt x="2502356" y="1923350"/>
                      <a:pt x="2289139" y="1700285"/>
                    </a:cubicBezTo>
                    <a:close/>
                    <a:moveTo>
                      <a:pt x="491768" y="1666932"/>
                    </a:moveTo>
                    <a:lnTo>
                      <a:pt x="473585" y="1684439"/>
                    </a:lnTo>
                    <a:cubicBezTo>
                      <a:pt x="256508" y="1903749"/>
                      <a:pt x="153790" y="2105280"/>
                      <a:pt x="222717" y="2224664"/>
                    </a:cubicBezTo>
                    <a:cubicBezTo>
                      <a:pt x="283985" y="2330784"/>
                      <a:pt x="469273" y="2351906"/>
                      <a:pt x="719315" y="2300269"/>
                    </a:cubicBezTo>
                    <a:lnTo>
                      <a:pt x="831176" y="2270901"/>
                    </a:lnTo>
                    <a:lnTo>
                      <a:pt x="808495" y="2160317"/>
                    </a:lnTo>
                    <a:lnTo>
                      <a:pt x="776012" y="1899134"/>
                    </a:lnTo>
                    <a:lnTo>
                      <a:pt x="679735" y="1826895"/>
                    </a:lnTo>
                    <a:cubicBezTo>
                      <a:pt x="616990" y="1777691"/>
                      <a:pt x="557836" y="1727770"/>
                      <a:pt x="502637" y="1677612"/>
                    </a:cubicBezTo>
                    <a:close/>
                    <a:moveTo>
                      <a:pt x="2001099" y="1443878"/>
                    </a:moveTo>
                    <a:lnTo>
                      <a:pt x="2005588" y="1555029"/>
                    </a:lnTo>
                    <a:lnTo>
                      <a:pt x="2000712" y="1675767"/>
                    </a:lnTo>
                    <a:lnTo>
                      <a:pt x="2038461" y="1648469"/>
                    </a:lnTo>
                    <a:cubicBezTo>
                      <a:pt x="2070345" y="1623579"/>
                      <a:pt x="2101053" y="1598643"/>
                      <a:pt x="2130505" y="1573751"/>
                    </a:cubicBezTo>
                    <a:lnTo>
                      <a:pt x="2143759" y="1562074"/>
                    </a:lnTo>
                    <a:lnTo>
                      <a:pt x="2039991" y="1473050"/>
                    </a:lnTo>
                    <a:close/>
                    <a:moveTo>
                      <a:pt x="764411" y="1434288"/>
                    </a:moveTo>
                    <a:lnTo>
                      <a:pt x="726661" y="1461587"/>
                    </a:lnTo>
                    <a:cubicBezTo>
                      <a:pt x="694778" y="1486477"/>
                      <a:pt x="664070" y="1511412"/>
                      <a:pt x="634617" y="1536305"/>
                    </a:cubicBezTo>
                    <a:lnTo>
                      <a:pt x="621360" y="1547985"/>
                    </a:lnTo>
                    <a:lnTo>
                      <a:pt x="725129" y="1637009"/>
                    </a:lnTo>
                    <a:lnTo>
                      <a:pt x="764024" y="1666183"/>
                    </a:lnTo>
                    <a:lnTo>
                      <a:pt x="759534" y="1555029"/>
                    </a:lnTo>
                    <a:close/>
                    <a:moveTo>
                      <a:pt x="1386966" y="1049980"/>
                    </a:moveTo>
                    <a:lnTo>
                      <a:pt x="1160689" y="1170734"/>
                    </a:lnTo>
                    <a:lnTo>
                      <a:pt x="947211" y="1303680"/>
                    </a:lnTo>
                    <a:lnTo>
                      <a:pt x="938816" y="1555028"/>
                    </a:lnTo>
                    <a:lnTo>
                      <a:pt x="947046" y="1801432"/>
                    </a:lnTo>
                    <a:lnTo>
                      <a:pt x="1154015" y="1935392"/>
                    </a:lnTo>
                    <a:lnTo>
                      <a:pt x="1378151" y="2060078"/>
                    </a:lnTo>
                    <a:lnTo>
                      <a:pt x="1604433" y="1939321"/>
                    </a:lnTo>
                    <a:lnTo>
                      <a:pt x="1817909" y="1806377"/>
                    </a:lnTo>
                    <a:lnTo>
                      <a:pt x="1826304" y="1555028"/>
                    </a:lnTo>
                    <a:lnTo>
                      <a:pt x="1818074" y="1308628"/>
                    </a:lnTo>
                    <a:lnTo>
                      <a:pt x="1611105" y="1174667"/>
                    </a:lnTo>
                    <a:close/>
                    <a:moveTo>
                      <a:pt x="1767179" y="890733"/>
                    </a:moveTo>
                    <a:lnTo>
                      <a:pt x="1629589" y="940281"/>
                    </a:lnTo>
                    <a:lnTo>
                      <a:pt x="1589093" y="958419"/>
                    </a:lnTo>
                    <a:lnTo>
                      <a:pt x="1703444" y="1020991"/>
                    </a:lnTo>
                    <a:lnTo>
                      <a:pt x="1796116" y="1079257"/>
                    </a:lnTo>
                    <a:lnTo>
                      <a:pt x="1791432" y="1033723"/>
                    </a:lnTo>
                    <a:close/>
                    <a:moveTo>
                      <a:pt x="1001168" y="880921"/>
                    </a:moveTo>
                    <a:lnTo>
                      <a:pt x="973688" y="1033723"/>
                    </a:lnTo>
                    <a:lnTo>
                      <a:pt x="969233" y="1077033"/>
                    </a:lnTo>
                    <a:lnTo>
                      <a:pt x="1071048" y="1015472"/>
                    </a:lnTo>
                    <a:lnTo>
                      <a:pt x="1186470" y="954907"/>
                    </a:lnTo>
                    <a:lnTo>
                      <a:pt x="1146299" y="936065"/>
                    </a:lnTo>
                    <a:close/>
                    <a:moveTo>
                      <a:pt x="2296662" y="783036"/>
                    </a:moveTo>
                    <a:cubicBezTo>
                      <a:pt x="2224233" y="781291"/>
                      <a:pt x="2139574" y="790423"/>
                      <a:pt x="2045808" y="809787"/>
                    </a:cubicBezTo>
                    <a:lnTo>
                      <a:pt x="1933945" y="839155"/>
                    </a:lnTo>
                    <a:lnTo>
                      <a:pt x="1956628" y="949742"/>
                    </a:lnTo>
                    <a:lnTo>
                      <a:pt x="1989111" y="1210925"/>
                    </a:lnTo>
                    <a:lnTo>
                      <a:pt x="2085387" y="1283163"/>
                    </a:lnTo>
                    <a:cubicBezTo>
                      <a:pt x="2148132" y="1332368"/>
                      <a:pt x="2207286" y="1382289"/>
                      <a:pt x="2262485" y="1432446"/>
                    </a:cubicBezTo>
                    <a:lnTo>
                      <a:pt x="2273353" y="1443125"/>
                    </a:lnTo>
                    <a:lnTo>
                      <a:pt x="2291537" y="1425616"/>
                    </a:lnTo>
                    <a:cubicBezTo>
                      <a:pt x="2508615" y="1206306"/>
                      <a:pt x="2611333" y="1004776"/>
                      <a:pt x="2542406" y="885391"/>
                    </a:cubicBezTo>
                    <a:cubicBezTo>
                      <a:pt x="2504113" y="819067"/>
                      <a:pt x="2417375" y="785944"/>
                      <a:pt x="2296662" y="783036"/>
                    </a:cubicBezTo>
                    <a:close/>
                    <a:moveTo>
                      <a:pt x="482072" y="767202"/>
                    </a:moveTo>
                    <a:cubicBezTo>
                      <a:pt x="361326" y="768003"/>
                      <a:pt x="274023" y="799606"/>
                      <a:pt x="234579" y="865253"/>
                    </a:cubicBezTo>
                    <a:cubicBezTo>
                      <a:pt x="163579" y="983417"/>
                      <a:pt x="262764" y="1186709"/>
                      <a:pt x="475981" y="1409774"/>
                    </a:cubicBezTo>
                    <a:lnTo>
                      <a:pt x="494126" y="1427453"/>
                    </a:lnTo>
                    <a:lnTo>
                      <a:pt x="571333" y="1360517"/>
                    </a:lnTo>
                    <a:cubicBezTo>
                      <a:pt x="607672" y="1330436"/>
                      <a:pt x="645452" y="1300540"/>
                      <a:pt x="684587" y="1270938"/>
                    </a:cubicBezTo>
                    <a:lnTo>
                      <a:pt x="776848" y="1204197"/>
                    </a:lnTo>
                    <a:lnTo>
                      <a:pt x="808495" y="949742"/>
                    </a:lnTo>
                    <a:lnTo>
                      <a:pt x="835139" y="827220"/>
                    </a:lnTo>
                    <a:lnTo>
                      <a:pt x="732420" y="798327"/>
                    </a:lnTo>
                    <a:cubicBezTo>
                      <a:pt x="639007" y="777329"/>
                      <a:pt x="554520" y="766721"/>
                      <a:pt x="482072" y="767202"/>
                    </a:cubicBezTo>
                    <a:close/>
                    <a:moveTo>
                      <a:pt x="1382560" y="215755"/>
                    </a:moveTo>
                    <a:cubicBezTo>
                      <a:pt x="1244707" y="215755"/>
                      <a:pt x="1121535" y="405476"/>
                      <a:pt x="1040146" y="703126"/>
                    </a:cubicBezTo>
                    <a:lnTo>
                      <a:pt x="1038397" y="710184"/>
                    </a:lnTo>
                    <a:lnTo>
                      <a:pt x="1159394" y="751212"/>
                    </a:lnTo>
                    <a:lnTo>
                      <a:pt x="1388689" y="852872"/>
                    </a:lnTo>
                    <a:lnTo>
                      <a:pt x="1619722" y="755229"/>
                    </a:lnTo>
                    <a:lnTo>
                      <a:pt x="1729016" y="720284"/>
                    </a:lnTo>
                    <a:lnTo>
                      <a:pt x="1724974" y="703126"/>
                    </a:lnTo>
                    <a:cubicBezTo>
                      <a:pt x="1643585" y="405476"/>
                      <a:pt x="1520414" y="215755"/>
                      <a:pt x="1382560" y="215755"/>
                    </a:cubicBezTo>
                    <a:close/>
                    <a:moveTo>
                      <a:pt x="1382561" y="0"/>
                    </a:moveTo>
                    <a:cubicBezTo>
                      <a:pt x="1576111" y="0"/>
                      <a:pt x="1749046" y="220285"/>
                      <a:pt x="1863319" y="565886"/>
                    </a:cubicBezTo>
                    <a:lnTo>
                      <a:pt x="1892754" y="669221"/>
                    </a:lnTo>
                    <a:lnTo>
                      <a:pt x="1998805" y="644109"/>
                    </a:lnTo>
                    <a:cubicBezTo>
                      <a:pt x="2355240" y="570272"/>
                      <a:pt x="2632481" y="609896"/>
                      <a:pt x="2729256" y="777515"/>
                    </a:cubicBezTo>
                    <a:cubicBezTo>
                      <a:pt x="2826030" y="945133"/>
                      <a:pt x="2721726" y="1205043"/>
                      <a:pt x="2479563" y="1476806"/>
                    </a:cubicBezTo>
                    <a:lnTo>
                      <a:pt x="2396868" y="1564493"/>
                    </a:lnTo>
                    <a:lnTo>
                      <a:pt x="2415853" y="1583149"/>
                    </a:lnTo>
                    <a:cubicBezTo>
                      <a:pt x="2697403" y="1884053"/>
                      <a:pt x="2823474" y="2176199"/>
                      <a:pt x="2715481" y="2355928"/>
                    </a:cubicBezTo>
                    <a:cubicBezTo>
                      <a:pt x="2615796" y="2521833"/>
                      <a:pt x="2337906" y="2556612"/>
                      <a:pt x="1982813" y="2476565"/>
                    </a:cubicBezTo>
                    <a:lnTo>
                      <a:pt x="1890625" y="2453030"/>
                    </a:lnTo>
                    <a:lnTo>
                      <a:pt x="1863319" y="2544172"/>
                    </a:lnTo>
                    <a:cubicBezTo>
                      <a:pt x="1749047" y="2889773"/>
                      <a:pt x="1576111" y="3110058"/>
                      <a:pt x="1382561" y="3110058"/>
                    </a:cubicBezTo>
                    <a:cubicBezTo>
                      <a:pt x="1189012" y="3110058"/>
                      <a:pt x="1016076" y="2889773"/>
                      <a:pt x="901803" y="2544172"/>
                    </a:cubicBezTo>
                    <a:lnTo>
                      <a:pt x="872368" y="2440837"/>
                    </a:lnTo>
                    <a:lnTo>
                      <a:pt x="766317" y="2465949"/>
                    </a:lnTo>
                    <a:cubicBezTo>
                      <a:pt x="409882" y="2539787"/>
                      <a:pt x="132641" y="2500163"/>
                      <a:pt x="35866" y="2332544"/>
                    </a:cubicBezTo>
                    <a:cubicBezTo>
                      <a:pt x="-60908" y="2164925"/>
                      <a:pt x="43396" y="1905015"/>
                      <a:pt x="285559" y="1633252"/>
                    </a:cubicBezTo>
                    <a:lnTo>
                      <a:pt x="368254" y="1545565"/>
                    </a:lnTo>
                    <a:lnTo>
                      <a:pt x="349269" y="1526910"/>
                    </a:lnTo>
                    <a:cubicBezTo>
                      <a:pt x="67719" y="1226005"/>
                      <a:pt x="-58351" y="933860"/>
                      <a:pt x="49641" y="754130"/>
                    </a:cubicBezTo>
                    <a:cubicBezTo>
                      <a:pt x="149326" y="588226"/>
                      <a:pt x="427216" y="553446"/>
                      <a:pt x="782309" y="633493"/>
                    </a:cubicBezTo>
                    <a:lnTo>
                      <a:pt x="874497" y="657029"/>
                    </a:lnTo>
                    <a:lnTo>
                      <a:pt x="901803" y="565886"/>
                    </a:lnTo>
                    <a:cubicBezTo>
                      <a:pt x="1016076" y="220285"/>
                      <a:pt x="1189012" y="0"/>
                      <a:pt x="138256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3651" name="Google Shape;3651;p60"/>
              <p:cNvSpPr/>
              <p:nvPr/>
            </p:nvSpPr>
            <p:spPr>
              <a:xfrm>
                <a:off x="7496004" y="3682990"/>
                <a:ext cx="320490" cy="269438"/>
              </a:xfrm>
              <a:custGeom>
                <a:rect b="b" l="l" r="r" t="t"/>
                <a:pathLst>
                  <a:path extrusionOk="0" h="3350285" w="3985089">
                    <a:moveTo>
                      <a:pt x="1489879" y="1687056"/>
                    </a:moveTo>
                    <a:cubicBezTo>
                      <a:pt x="1413602" y="1687056"/>
                      <a:pt x="1351768" y="1748890"/>
                      <a:pt x="1351768" y="1825167"/>
                    </a:cubicBezTo>
                    <a:lnTo>
                      <a:pt x="1351768" y="1828965"/>
                    </a:lnTo>
                    <a:cubicBezTo>
                      <a:pt x="1351768" y="1905242"/>
                      <a:pt x="1413602" y="1967076"/>
                      <a:pt x="1489879" y="1967076"/>
                    </a:cubicBezTo>
                    <a:lnTo>
                      <a:pt x="1717713" y="1967076"/>
                    </a:lnTo>
                    <a:cubicBezTo>
                      <a:pt x="1793990" y="1967076"/>
                      <a:pt x="1855824" y="1905242"/>
                      <a:pt x="1855824" y="1828965"/>
                    </a:cubicBezTo>
                    <a:lnTo>
                      <a:pt x="1855824" y="1825167"/>
                    </a:lnTo>
                    <a:cubicBezTo>
                      <a:pt x="1855824" y="1748890"/>
                      <a:pt x="1793990" y="1687056"/>
                      <a:pt x="1717713" y="1687056"/>
                    </a:cubicBezTo>
                    <a:close/>
                    <a:moveTo>
                      <a:pt x="2281462" y="1675141"/>
                    </a:moveTo>
                    <a:cubicBezTo>
                      <a:pt x="2205185" y="1675141"/>
                      <a:pt x="2143351" y="1736975"/>
                      <a:pt x="2143351" y="1813252"/>
                    </a:cubicBezTo>
                    <a:lnTo>
                      <a:pt x="2143351" y="1817050"/>
                    </a:lnTo>
                    <a:cubicBezTo>
                      <a:pt x="2143351" y="1893327"/>
                      <a:pt x="2205185" y="1955161"/>
                      <a:pt x="2281462" y="1955161"/>
                    </a:cubicBezTo>
                    <a:lnTo>
                      <a:pt x="2509296" y="1955161"/>
                    </a:lnTo>
                    <a:cubicBezTo>
                      <a:pt x="2585573" y="1955161"/>
                      <a:pt x="2647407" y="1893327"/>
                      <a:pt x="2647407" y="1817050"/>
                    </a:cubicBezTo>
                    <a:lnTo>
                      <a:pt x="2647407" y="1813252"/>
                    </a:lnTo>
                    <a:cubicBezTo>
                      <a:pt x="2647407" y="1736975"/>
                      <a:pt x="2585573" y="1675141"/>
                      <a:pt x="2509296" y="1675141"/>
                    </a:cubicBezTo>
                    <a:close/>
                    <a:moveTo>
                      <a:pt x="2837535" y="1159396"/>
                    </a:moveTo>
                    <a:cubicBezTo>
                      <a:pt x="2731595" y="1159396"/>
                      <a:pt x="2645713" y="1245278"/>
                      <a:pt x="2645713" y="1351218"/>
                    </a:cubicBezTo>
                    <a:cubicBezTo>
                      <a:pt x="2645713" y="1457158"/>
                      <a:pt x="2731595" y="1543040"/>
                      <a:pt x="2837535" y="1543040"/>
                    </a:cubicBezTo>
                    <a:cubicBezTo>
                      <a:pt x="2943475" y="1543040"/>
                      <a:pt x="3029357" y="1457158"/>
                      <a:pt x="3029357" y="1351218"/>
                    </a:cubicBezTo>
                    <a:cubicBezTo>
                      <a:pt x="3029357" y="1245278"/>
                      <a:pt x="2943475" y="1159396"/>
                      <a:pt x="2837535" y="1159396"/>
                    </a:cubicBezTo>
                    <a:close/>
                    <a:moveTo>
                      <a:pt x="3235655" y="750352"/>
                    </a:moveTo>
                    <a:cubicBezTo>
                      <a:pt x="3129715" y="750352"/>
                      <a:pt x="3043833" y="836234"/>
                      <a:pt x="3043833" y="942174"/>
                    </a:cubicBezTo>
                    <a:cubicBezTo>
                      <a:pt x="3043833" y="1048114"/>
                      <a:pt x="3129715" y="1133996"/>
                      <a:pt x="3235655" y="1133996"/>
                    </a:cubicBezTo>
                    <a:cubicBezTo>
                      <a:pt x="3341595" y="1133996"/>
                      <a:pt x="3427477" y="1048114"/>
                      <a:pt x="3427477" y="942174"/>
                    </a:cubicBezTo>
                    <a:cubicBezTo>
                      <a:pt x="3427477" y="836234"/>
                      <a:pt x="3341595" y="750352"/>
                      <a:pt x="3235655" y="750352"/>
                    </a:cubicBezTo>
                    <a:close/>
                    <a:moveTo>
                      <a:pt x="2455585" y="750352"/>
                    </a:moveTo>
                    <a:cubicBezTo>
                      <a:pt x="2349645" y="750352"/>
                      <a:pt x="2263763" y="836234"/>
                      <a:pt x="2263763" y="942174"/>
                    </a:cubicBezTo>
                    <a:cubicBezTo>
                      <a:pt x="2263763" y="1048114"/>
                      <a:pt x="2349645" y="1133996"/>
                      <a:pt x="2455585" y="1133996"/>
                    </a:cubicBezTo>
                    <a:cubicBezTo>
                      <a:pt x="2561525" y="1133996"/>
                      <a:pt x="2647407" y="1048114"/>
                      <a:pt x="2647407" y="942174"/>
                    </a:cubicBezTo>
                    <a:cubicBezTo>
                      <a:pt x="2647407" y="836234"/>
                      <a:pt x="2561525" y="750352"/>
                      <a:pt x="2455585" y="750352"/>
                    </a:cubicBezTo>
                    <a:close/>
                    <a:moveTo>
                      <a:pt x="941776" y="640989"/>
                    </a:moveTo>
                    <a:lnTo>
                      <a:pt x="1181794" y="640989"/>
                    </a:lnTo>
                    <a:lnTo>
                      <a:pt x="1181794" y="881020"/>
                    </a:lnTo>
                    <a:lnTo>
                      <a:pt x="1421825" y="881020"/>
                    </a:lnTo>
                    <a:lnTo>
                      <a:pt x="1421825" y="1121038"/>
                    </a:lnTo>
                    <a:lnTo>
                      <a:pt x="1181794" y="1121038"/>
                    </a:lnTo>
                    <a:lnTo>
                      <a:pt x="1181794" y="1361069"/>
                    </a:lnTo>
                    <a:lnTo>
                      <a:pt x="941776" y="1361069"/>
                    </a:lnTo>
                    <a:lnTo>
                      <a:pt x="941776" y="1121038"/>
                    </a:lnTo>
                    <a:lnTo>
                      <a:pt x="701745" y="1121038"/>
                    </a:lnTo>
                    <a:lnTo>
                      <a:pt x="701745" y="881020"/>
                    </a:lnTo>
                    <a:lnTo>
                      <a:pt x="941776" y="881020"/>
                    </a:lnTo>
                    <a:close/>
                    <a:moveTo>
                      <a:pt x="1061785" y="459017"/>
                    </a:moveTo>
                    <a:cubicBezTo>
                      <a:pt x="762440" y="459017"/>
                      <a:pt x="519773" y="701684"/>
                      <a:pt x="519773" y="1001029"/>
                    </a:cubicBezTo>
                    <a:cubicBezTo>
                      <a:pt x="519773" y="1300374"/>
                      <a:pt x="762440" y="1543041"/>
                      <a:pt x="1061785" y="1543041"/>
                    </a:cubicBezTo>
                    <a:cubicBezTo>
                      <a:pt x="1361130" y="1543041"/>
                      <a:pt x="1603797" y="1300374"/>
                      <a:pt x="1603797" y="1001029"/>
                    </a:cubicBezTo>
                    <a:cubicBezTo>
                      <a:pt x="1603797" y="701684"/>
                      <a:pt x="1361130" y="459017"/>
                      <a:pt x="1061785" y="459017"/>
                    </a:cubicBezTo>
                    <a:close/>
                    <a:moveTo>
                      <a:pt x="2837535" y="359296"/>
                    </a:moveTo>
                    <a:cubicBezTo>
                      <a:pt x="2731595" y="359296"/>
                      <a:pt x="2645713" y="445178"/>
                      <a:pt x="2645713" y="551118"/>
                    </a:cubicBezTo>
                    <a:cubicBezTo>
                      <a:pt x="2645713" y="657058"/>
                      <a:pt x="2731595" y="742940"/>
                      <a:pt x="2837535" y="742940"/>
                    </a:cubicBezTo>
                    <a:cubicBezTo>
                      <a:pt x="2943475" y="742940"/>
                      <a:pt x="3029357" y="657058"/>
                      <a:pt x="3029357" y="551118"/>
                    </a:cubicBezTo>
                    <a:cubicBezTo>
                      <a:pt x="3029357" y="445178"/>
                      <a:pt x="2943475" y="359296"/>
                      <a:pt x="2837535" y="359296"/>
                    </a:cubicBezTo>
                    <a:close/>
                    <a:moveTo>
                      <a:pt x="927799" y="0"/>
                    </a:moveTo>
                    <a:lnTo>
                      <a:pt x="2978398" y="0"/>
                    </a:lnTo>
                    <a:cubicBezTo>
                      <a:pt x="3447374" y="0"/>
                      <a:pt x="3902811" y="418280"/>
                      <a:pt x="3926614" y="887256"/>
                    </a:cubicBezTo>
                    <a:cubicBezTo>
                      <a:pt x="4011721" y="1784310"/>
                      <a:pt x="4065643" y="3326870"/>
                      <a:pt x="3630620" y="3349891"/>
                    </a:cubicBezTo>
                    <a:cubicBezTo>
                      <a:pt x="3101375" y="3362701"/>
                      <a:pt x="2778421" y="2566209"/>
                      <a:pt x="2352321" y="2174369"/>
                    </a:cubicBezTo>
                    <a:lnTo>
                      <a:pt x="1572952" y="2174369"/>
                    </a:lnTo>
                    <a:cubicBezTo>
                      <a:pt x="1161652" y="2566210"/>
                      <a:pt x="901104" y="3370635"/>
                      <a:pt x="339051" y="3349892"/>
                    </a:cubicBezTo>
                    <a:cubicBezTo>
                      <a:pt x="-171518" y="3349299"/>
                      <a:pt x="45251" y="1463012"/>
                      <a:pt x="48163" y="849156"/>
                    </a:cubicBezTo>
                    <a:cubicBezTo>
                      <a:pt x="48163" y="380180"/>
                      <a:pt x="458823" y="0"/>
                      <a:pt x="927799"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652" name="Google Shape;3652;p60"/>
              <p:cNvSpPr/>
              <p:nvPr/>
            </p:nvSpPr>
            <p:spPr>
              <a:xfrm>
                <a:off x="7501595" y="3961380"/>
                <a:ext cx="348693" cy="269437"/>
              </a:xfrm>
              <a:custGeom>
                <a:rect b="b" l="l" r="r" t="t"/>
                <a:pathLst>
                  <a:path extrusionOk="0" h="3051548" w="3949160">
                    <a:moveTo>
                      <a:pt x="2339911" y="638678"/>
                    </a:moveTo>
                    <a:cubicBezTo>
                      <a:pt x="3228675" y="638678"/>
                      <a:pt x="3949160" y="1138384"/>
                      <a:pt x="3949160" y="1754802"/>
                    </a:cubicBezTo>
                    <a:cubicBezTo>
                      <a:pt x="3949160" y="2075792"/>
                      <a:pt x="3753790" y="2365135"/>
                      <a:pt x="3440317" y="2567662"/>
                    </a:cubicBezTo>
                    <a:lnTo>
                      <a:pt x="3655878" y="3051548"/>
                    </a:lnTo>
                    <a:lnTo>
                      <a:pt x="2882697" y="2804439"/>
                    </a:lnTo>
                    <a:cubicBezTo>
                      <a:pt x="2713357" y="2847946"/>
                      <a:pt x="2530504" y="2870926"/>
                      <a:pt x="2339911" y="2870926"/>
                    </a:cubicBezTo>
                    <a:cubicBezTo>
                      <a:pt x="1451147" y="2870926"/>
                      <a:pt x="730662" y="2371220"/>
                      <a:pt x="730662" y="1754802"/>
                    </a:cubicBezTo>
                    <a:cubicBezTo>
                      <a:pt x="730662" y="1138384"/>
                      <a:pt x="1451147" y="638678"/>
                      <a:pt x="2339911" y="638678"/>
                    </a:cubicBezTo>
                    <a:close/>
                    <a:moveTo>
                      <a:pt x="1609249" y="0"/>
                    </a:moveTo>
                    <a:cubicBezTo>
                      <a:pt x="2214487" y="0"/>
                      <a:pt x="2741687" y="231736"/>
                      <a:pt x="3015976" y="574644"/>
                    </a:cubicBezTo>
                    <a:cubicBezTo>
                      <a:pt x="2789246" y="488504"/>
                      <a:pt x="2533611" y="440957"/>
                      <a:pt x="2263344" y="440957"/>
                    </a:cubicBezTo>
                    <a:cubicBezTo>
                      <a:pt x="1318096" y="440957"/>
                      <a:pt x="551821" y="1022559"/>
                      <a:pt x="551821" y="1740001"/>
                    </a:cubicBezTo>
                    <a:cubicBezTo>
                      <a:pt x="551821" y="1819940"/>
                      <a:pt x="561334" y="1898193"/>
                      <a:pt x="580963" y="1973803"/>
                    </a:cubicBezTo>
                    <a:cubicBezTo>
                      <a:pt x="578579" y="1972737"/>
                      <a:pt x="677277" y="2155498"/>
                      <a:pt x="675039" y="2154187"/>
                    </a:cubicBezTo>
                    <a:lnTo>
                      <a:pt x="502119" y="2089690"/>
                    </a:lnTo>
                    <a:lnTo>
                      <a:pt x="213774" y="2502637"/>
                    </a:lnTo>
                    <a:cubicBezTo>
                      <a:pt x="162937" y="2145510"/>
                      <a:pt x="82414" y="1758692"/>
                      <a:pt x="31577" y="1383752"/>
                    </a:cubicBezTo>
                    <a:cubicBezTo>
                      <a:pt x="6733" y="1307252"/>
                      <a:pt x="0" y="1197870"/>
                      <a:pt x="0" y="1116124"/>
                    </a:cubicBezTo>
                    <a:cubicBezTo>
                      <a:pt x="0" y="499706"/>
                      <a:pt x="720485" y="0"/>
                      <a:pt x="1609249"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653" name="Google Shape;3653;p60"/>
              <p:cNvSpPr/>
              <p:nvPr/>
            </p:nvSpPr>
            <p:spPr>
              <a:xfrm rot="10800000">
                <a:off x="7556822" y="3332187"/>
                <a:ext cx="299221" cy="322665"/>
              </a:xfrm>
              <a:custGeom>
                <a:rect b="b" l="l" r="r" t="t"/>
                <a:pathLst>
                  <a:path extrusionOk="0" h="3963955" w="3672275">
                    <a:moveTo>
                      <a:pt x="984766" y="3417555"/>
                    </a:moveTo>
                    <a:cubicBezTo>
                      <a:pt x="932254" y="3417555"/>
                      <a:pt x="882982" y="3403623"/>
                      <a:pt x="841068" y="3378104"/>
                    </a:cubicBezTo>
                    <a:lnTo>
                      <a:pt x="840676" y="3378710"/>
                    </a:lnTo>
                    <a:lnTo>
                      <a:pt x="835545" y="3375094"/>
                    </a:lnTo>
                    <a:cubicBezTo>
                      <a:pt x="823791" y="3369308"/>
                      <a:pt x="813094" y="3361844"/>
                      <a:pt x="803763" y="3352697"/>
                    </a:cubicBezTo>
                    <a:cubicBezTo>
                      <a:pt x="147868" y="2908007"/>
                      <a:pt x="-148746" y="2089941"/>
                      <a:pt x="72539" y="1325492"/>
                    </a:cubicBezTo>
                    <a:cubicBezTo>
                      <a:pt x="298018" y="546553"/>
                      <a:pt x="1007805" y="7791"/>
                      <a:pt x="1818686" y="83"/>
                    </a:cubicBezTo>
                    <a:cubicBezTo>
                      <a:pt x="2629567" y="-7624"/>
                      <a:pt x="3349467" y="517549"/>
                      <a:pt x="3589711" y="1292061"/>
                    </a:cubicBezTo>
                    <a:cubicBezTo>
                      <a:pt x="3828334" y="2061344"/>
                      <a:pt x="3537615" y="2895621"/>
                      <a:pt x="2873980" y="3349798"/>
                    </a:cubicBezTo>
                    <a:cubicBezTo>
                      <a:pt x="2824845" y="3391084"/>
                      <a:pt x="2761401" y="3415171"/>
                      <a:pt x="2692355" y="3415171"/>
                    </a:cubicBezTo>
                    <a:cubicBezTo>
                      <a:pt x="2531252" y="3415171"/>
                      <a:pt x="2400652" y="3284038"/>
                      <a:pt x="2400652" y="3122277"/>
                    </a:cubicBezTo>
                    <a:cubicBezTo>
                      <a:pt x="2400652" y="3018609"/>
                      <a:pt x="2454292" y="2927520"/>
                      <a:pt x="2535552" y="2875976"/>
                    </a:cubicBezTo>
                    <a:lnTo>
                      <a:pt x="2534959" y="2875094"/>
                    </a:lnTo>
                    <a:cubicBezTo>
                      <a:pt x="2993902" y="2566441"/>
                      <a:pt x="3196002" y="1993261"/>
                      <a:pt x="3032146" y="1465012"/>
                    </a:cubicBezTo>
                    <a:cubicBezTo>
                      <a:pt x="2868290" y="936764"/>
                      <a:pt x="2377289" y="578575"/>
                      <a:pt x="1824236" y="583831"/>
                    </a:cubicBezTo>
                    <a:cubicBezTo>
                      <a:pt x="1271183" y="589088"/>
                      <a:pt x="787080" y="956545"/>
                      <a:pt x="633294" y="1487812"/>
                    </a:cubicBezTo>
                    <a:cubicBezTo>
                      <a:pt x="479508" y="2019079"/>
                      <a:pt x="692467" y="2588315"/>
                      <a:pt x="1157194" y="2888188"/>
                    </a:cubicBezTo>
                    <a:lnTo>
                      <a:pt x="1156634" y="2889057"/>
                    </a:lnTo>
                    <a:cubicBezTo>
                      <a:pt x="1229500" y="2941659"/>
                      <a:pt x="1276469" y="3027652"/>
                      <a:pt x="1276469" y="3124661"/>
                    </a:cubicBezTo>
                    <a:cubicBezTo>
                      <a:pt x="1276469" y="3286422"/>
                      <a:pt x="1145869" y="3417555"/>
                      <a:pt x="984766" y="3417555"/>
                    </a:cubicBezTo>
                    <a:close/>
                    <a:moveTo>
                      <a:pt x="1836138" y="3963955"/>
                    </a:moveTo>
                    <a:cubicBezTo>
                      <a:pt x="1677062" y="3963955"/>
                      <a:pt x="1548106" y="3834999"/>
                      <a:pt x="1548106" y="3675923"/>
                    </a:cubicBezTo>
                    <a:lnTo>
                      <a:pt x="1548106" y="1958036"/>
                    </a:lnTo>
                    <a:cubicBezTo>
                      <a:pt x="1548106" y="1798960"/>
                      <a:pt x="1677062" y="1670004"/>
                      <a:pt x="1836138" y="1670004"/>
                    </a:cubicBezTo>
                    <a:cubicBezTo>
                      <a:pt x="1995214" y="1670004"/>
                      <a:pt x="2124170" y="1798960"/>
                      <a:pt x="2124170" y="1958036"/>
                    </a:cubicBezTo>
                    <a:lnTo>
                      <a:pt x="2124170" y="3675923"/>
                    </a:lnTo>
                    <a:cubicBezTo>
                      <a:pt x="2124170" y="3834999"/>
                      <a:pt x="1995214" y="3963955"/>
                      <a:pt x="1836138" y="396395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654" name="Google Shape;3654;p60"/>
              <p:cNvSpPr/>
              <p:nvPr/>
            </p:nvSpPr>
            <p:spPr>
              <a:xfrm>
                <a:off x="8516432" y="2099615"/>
                <a:ext cx="296548" cy="296548"/>
              </a:xfrm>
              <a:custGeom>
                <a:rect b="b" l="l" r="r" t="t"/>
                <a:pathLst>
                  <a:path extrusionOk="0" h="3960000" w="3960440">
                    <a:moveTo>
                      <a:pt x="1588743" y="1414211"/>
                    </a:moveTo>
                    <a:cubicBezTo>
                      <a:pt x="1540407" y="1411706"/>
                      <a:pt x="1506842" y="1440258"/>
                      <a:pt x="1506842" y="1478573"/>
                    </a:cubicBezTo>
                    <a:lnTo>
                      <a:pt x="1506842" y="2462752"/>
                    </a:lnTo>
                    <a:cubicBezTo>
                      <a:pt x="1506842" y="2484086"/>
                      <a:pt x="1516471" y="2503171"/>
                      <a:pt x="1532201" y="2515206"/>
                    </a:cubicBezTo>
                    <a:cubicBezTo>
                      <a:pt x="1552351" y="2541621"/>
                      <a:pt x="1589483" y="2548946"/>
                      <a:pt x="1619199" y="2531790"/>
                    </a:cubicBezTo>
                    <a:lnTo>
                      <a:pt x="2471524" y="2039700"/>
                    </a:lnTo>
                    <a:cubicBezTo>
                      <a:pt x="2509339" y="2017643"/>
                      <a:pt x="2509577" y="1945490"/>
                      <a:pt x="2464719" y="1913406"/>
                    </a:cubicBezTo>
                    <a:cubicBezTo>
                      <a:pt x="2315501" y="1808322"/>
                      <a:pt x="1748389" y="1486683"/>
                      <a:pt x="1588743" y="1414211"/>
                    </a:cubicBezTo>
                    <a:close/>
                    <a:moveTo>
                      <a:pt x="1982320" y="904379"/>
                    </a:moveTo>
                    <a:cubicBezTo>
                      <a:pt x="2575020" y="904379"/>
                      <a:pt x="3055498" y="1384857"/>
                      <a:pt x="3055498" y="1977557"/>
                    </a:cubicBezTo>
                    <a:cubicBezTo>
                      <a:pt x="3055498" y="2570257"/>
                      <a:pt x="2575020" y="3050735"/>
                      <a:pt x="1982320" y="3050735"/>
                    </a:cubicBezTo>
                    <a:cubicBezTo>
                      <a:pt x="1389620" y="3050735"/>
                      <a:pt x="909142" y="2570257"/>
                      <a:pt x="909142" y="1977557"/>
                    </a:cubicBezTo>
                    <a:cubicBezTo>
                      <a:pt x="909142" y="1384857"/>
                      <a:pt x="1389620" y="904379"/>
                      <a:pt x="1982320" y="904379"/>
                    </a:cubicBezTo>
                    <a:close/>
                    <a:moveTo>
                      <a:pt x="1982320" y="537397"/>
                    </a:moveTo>
                    <a:cubicBezTo>
                      <a:pt x="1186942" y="537397"/>
                      <a:pt x="542160" y="1182179"/>
                      <a:pt x="542160" y="1977557"/>
                    </a:cubicBezTo>
                    <a:cubicBezTo>
                      <a:pt x="542160" y="2772935"/>
                      <a:pt x="1186942" y="3417717"/>
                      <a:pt x="1982320" y="3417717"/>
                    </a:cubicBezTo>
                    <a:cubicBezTo>
                      <a:pt x="2777698" y="3417717"/>
                      <a:pt x="3422480" y="2772935"/>
                      <a:pt x="3422480" y="1977557"/>
                    </a:cubicBezTo>
                    <a:cubicBezTo>
                      <a:pt x="3422480" y="1182179"/>
                      <a:pt x="2777698" y="537397"/>
                      <a:pt x="1982320" y="537397"/>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655" name="Google Shape;3655;p60"/>
              <p:cNvSpPr/>
              <p:nvPr/>
            </p:nvSpPr>
            <p:spPr>
              <a:xfrm flipH="1">
                <a:off x="7608791" y="4297323"/>
                <a:ext cx="336694" cy="323742"/>
              </a:xfrm>
              <a:custGeom>
                <a:rect b="b" l="l" r="r" t="t"/>
                <a:pathLst>
                  <a:path extrusionOk="0" h="3817544" w="3948393">
                    <a:moveTo>
                      <a:pt x="1888045" y="2370407"/>
                    </a:moveTo>
                    <a:lnTo>
                      <a:pt x="1180379" y="2998560"/>
                    </a:lnTo>
                    <a:lnTo>
                      <a:pt x="695350" y="2712314"/>
                    </a:lnTo>
                    <a:lnTo>
                      <a:pt x="703301" y="3014463"/>
                    </a:lnTo>
                    <a:lnTo>
                      <a:pt x="1888044" y="3817544"/>
                    </a:lnTo>
                    <a:cubicBezTo>
                      <a:pt x="1885393" y="3356368"/>
                      <a:pt x="1874793" y="2911096"/>
                      <a:pt x="1888045" y="2370407"/>
                    </a:cubicBezTo>
                    <a:close/>
                    <a:moveTo>
                      <a:pt x="2059390" y="2370407"/>
                    </a:moveTo>
                    <a:cubicBezTo>
                      <a:pt x="2072642" y="2911096"/>
                      <a:pt x="2062042" y="3356368"/>
                      <a:pt x="2059391" y="3817544"/>
                    </a:cubicBezTo>
                    <a:lnTo>
                      <a:pt x="3244134" y="3014463"/>
                    </a:lnTo>
                    <a:lnTo>
                      <a:pt x="3252085" y="2712314"/>
                    </a:lnTo>
                    <a:lnTo>
                      <a:pt x="2767056" y="2998560"/>
                    </a:lnTo>
                    <a:close/>
                    <a:moveTo>
                      <a:pt x="733907" y="1451867"/>
                    </a:moveTo>
                    <a:lnTo>
                      <a:pt x="0" y="2113471"/>
                    </a:lnTo>
                    <a:lnTo>
                      <a:pt x="1170450" y="2848461"/>
                    </a:lnTo>
                    <a:lnTo>
                      <a:pt x="1919327" y="2170968"/>
                    </a:lnTo>
                    <a:close/>
                    <a:moveTo>
                      <a:pt x="3206900" y="1451867"/>
                    </a:moveTo>
                    <a:lnTo>
                      <a:pt x="2021479" y="2170968"/>
                    </a:lnTo>
                    <a:lnTo>
                      <a:pt x="2770356" y="2848461"/>
                    </a:lnTo>
                    <a:lnTo>
                      <a:pt x="3940806" y="2113471"/>
                    </a:lnTo>
                    <a:close/>
                    <a:moveTo>
                      <a:pt x="1195981" y="0"/>
                    </a:moveTo>
                    <a:lnTo>
                      <a:pt x="10560" y="719101"/>
                    </a:lnTo>
                    <a:lnTo>
                      <a:pt x="759438" y="1396594"/>
                    </a:lnTo>
                    <a:lnTo>
                      <a:pt x="1929887" y="661605"/>
                    </a:lnTo>
                    <a:close/>
                    <a:moveTo>
                      <a:pt x="2762973" y="0"/>
                    </a:moveTo>
                    <a:lnTo>
                      <a:pt x="2029067" y="661605"/>
                    </a:lnTo>
                    <a:lnTo>
                      <a:pt x="3199516" y="1396594"/>
                    </a:lnTo>
                    <a:lnTo>
                      <a:pt x="3948393" y="719101"/>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sp>
          <p:nvSpPr>
            <p:cNvPr id="3656" name="Google Shape;3656;p60"/>
            <p:cNvSpPr/>
            <p:nvPr/>
          </p:nvSpPr>
          <p:spPr>
            <a:xfrm>
              <a:off x="7350231" y="1734252"/>
              <a:ext cx="4243993" cy="4243993"/>
            </a:xfrm>
            <a:prstGeom prst="donut">
              <a:avLst>
                <a:gd fmla="val 14003" name="adj"/>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grpSp>
          <p:nvGrpSpPr>
            <p:cNvPr id="3657" name="Google Shape;3657;p60"/>
            <p:cNvGrpSpPr/>
            <p:nvPr/>
          </p:nvGrpSpPr>
          <p:grpSpPr>
            <a:xfrm>
              <a:off x="7907899" y="2308624"/>
              <a:ext cx="4313146" cy="4771421"/>
              <a:chOff x="7907899" y="2308624"/>
              <a:chExt cx="4313146" cy="4771421"/>
            </a:xfrm>
          </p:grpSpPr>
          <p:sp>
            <p:nvSpPr>
              <p:cNvPr id="3658" name="Google Shape;3658;p60"/>
              <p:cNvSpPr/>
              <p:nvPr/>
            </p:nvSpPr>
            <p:spPr>
              <a:xfrm rot="8348922">
                <a:off x="11198871" y="4958370"/>
                <a:ext cx="306777" cy="2301677"/>
              </a:xfrm>
              <a:custGeom>
                <a:rect b="b" l="l" r="r" t="t"/>
                <a:pathLst>
                  <a:path extrusionOk="0" h="2109330" w="281140">
                    <a:moveTo>
                      <a:pt x="0" y="2109328"/>
                    </a:moveTo>
                    <a:lnTo>
                      <a:pt x="0" y="0"/>
                    </a:lnTo>
                    <a:lnTo>
                      <a:pt x="281140" y="243113"/>
                    </a:lnTo>
                    <a:lnTo>
                      <a:pt x="281140" y="2109330"/>
                    </a:lnTo>
                    <a:close/>
                  </a:path>
                </a:pathLst>
              </a:custGeom>
              <a:solidFill>
                <a:srgbClr val="3F3F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659" name="Google Shape;3659;p60"/>
              <p:cNvSpPr/>
              <p:nvPr/>
            </p:nvSpPr>
            <p:spPr>
              <a:xfrm>
                <a:off x="7907899" y="2308624"/>
                <a:ext cx="3099805" cy="3099806"/>
              </a:xfrm>
              <a:prstGeom prst="donut">
                <a:avLst>
                  <a:gd fmla="val 3665" name="adj"/>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660" name="Google Shape;3660;p60"/>
              <p:cNvSpPr/>
              <p:nvPr/>
            </p:nvSpPr>
            <p:spPr>
              <a:xfrm rot="8399802">
                <a:off x="10257449" y="4979836"/>
                <a:ext cx="498891" cy="307559"/>
              </a:xfrm>
              <a:prstGeom prst="round2SameRect">
                <a:avLst>
                  <a:gd fmla="val 31004" name="adj1"/>
                  <a:gd fmla="val 0" name="adj2"/>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grpSp>
        <p:grpSp>
          <p:nvGrpSpPr>
            <p:cNvPr id="3661" name="Google Shape;3661;p60"/>
            <p:cNvGrpSpPr/>
            <p:nvPr/>
          </p:nvGrpSpPr>
          <p:grpSpPr>
            <a:xfrm>
              <a:off x="8045579" y="2409380"/>
              <a:ext cx="2811142" cy="2844985"/>
              <a:chOff x="8045579" y="2409380"/>
              <a:chExt cx="2811142" cy="2844985"/>
            </a:xfrm>
          </p:grpSpPr>
          <p:sp>
            <p:nvSpPr>
              <p:cNvPr id="3662" name="Google Shape;3662;p60"/>
              <p:cNvSpPr/>
              <p:nvPr/>
            </p:nvSpPr>
            <p:spPr>
              <a:xfrm>
                <a:off x="10509374" y="3444941"/>
                <a:ext cx="343339" cy="343339"/>
              </a:xfrm>
              <a:custGeom>
                <a:rect b="b" l="l" r="r" t="t"/>
                <a:pathLst>
                  <a:path extrusionOk="0" h="2700265" w="2376266">
                    <a:moveTo>
                      <a:pt x="1656387" y="1972892"/>
                    </a:moveTo>
                    <a:cubicBezTo>
                      <a:pt x="1611887" y="1973356"/>
                      <a:pt x="1563385" y="2005080"/>
                      <a:pt x="1534629" y="2057337"/>
                    </a:cubicBezTo>
                    <a:cubicBezTo>
                      <a:pt x="1496288" y="2127013"/>
                      <a:pt x="1507568" y="2206808"/>
                      <a:pt x="1559826" y="2235565"/>
                    </a:cubicBezTo>
                    <a:cubicBezTo>
                      <a:pt x="1612084" y="2264320"/>
                      <a:pt x="1685527" y="2231149"/>
                      <a:pt x="1723869" y="2161473"/>
                    </a:cubicBezTo>
                    <a:cubicBezTo>
                      <a:pt x="1762211" y="2091796"/>
                      <a:pt x="1750931" y="2012000"/>
                      <a:pt x="1698673" y="1983245"/>
                    </a:cubicBezTo>
                    <a:cubicBezTo>
                      <a:pt x="1685608" y="1976055"/>
                      <a:pt x="1671220" y="1972736"/>
                      <a:pt x="1656387" y="1972892"/>
                    </a:cubicBezTo>
                    <a:close/>
                    <a:moveTo>
                      <a:pt x="312688" y="1634792"/>
                    </a:moveTo>
                    <a:cubicBezTo>
                      <a:pt x="281116" y="1626772"/>
                      <a:pt x="249981" y="1631172"/>
                      <a:pt x="226763" y="1649891"/>
                    </a:cubicBezTo>
                    <a:cubicBezTo>
                      <a:pt x="180329" y="1687329"/>
                      <a:pt x="183153" y="1767868"/>
                      <a:pt x="233071" y="1829780"/>
                    </a:cubicBezTo>
                    <a:cubicBezTo>
                      <a:pt x="282989" y="1891692"/>
                      <a:pt x="361097" y="1911533"/>
                      <a:pt x="407532" y="1874094"/>
                    </a:cubicBezTo>
                    <a:cubicBezTo>
                      <a:pt x="453966" y="1836657"/>
                      <a:pt x="451142" y="1756118"/>
                      <a:pt x="401224" y="1694205"/>
                    </a:cubicBezTo>
                    <a:cubicBezTo>
                      <a:pt x="376265" y="1663249"/>
                      <a:pt x="344258" y="1642811"/>
                      <a:pt x="312688" y="1634792"/>
                    </a:cubicBezTo>
                    <a:close/>
                    <a:moveTo>
                      <a:pt x="1869299" y="1519920"/>
                    </a:moveTo>
                    <a:cubicBezTo>
                      <a:pt x="1824865" y="1522388"/>
                      <a:pt x="1777842" y="1556264"/>
                      <a:pt x="1751468" y="1609764"/>
                    </a:cubicBezTo>
                    <a:cubicBezTo>
                      <a:pt x="1716305" y="1681096"/>
                      <a:pt x="1731168" y="1760303"/>
                      <a:pt x="1784668" y="1786676"/>
                    </a:cubicBezTo>
                    <a:cubicBezTo>
                      <a:pt x="1838168" y="1813049"/>
                      <a:pt x="1910044" y="1776602"/>
                      <a:pt x="1945208" y="1705269"/>
                    </a:cubicBezTo>
                    <a:cubicBezTo>
                      <a:pt x="1980371" y="1633937"/>
                      <a:pt x="1965508" y="1554730"/>
                      <a:pt x="1912008" y="1528357"/>
                    </a:cubicBezTo>
                    <a:cubicBezTo>
                      <a:pt x="1898633" y="1521764"/>
                      <a:pt x="1884109" y="1519097"/>
                      <a:pt x="1869299" y="1519920"/>
                    </a:cubicBezTo>
                    <a:close/>
                    <a:moveTo>
                      <a:pt x="741251" y="1329992"/>
                    </a:moveTo>
                    <a:cubicBezTo>
                      <a:pt x="709680" y="1321974"/>
                      <a:pt x="678544" y="1326372"/>
                      <a:pt x="655326" y="1345092"/>
                    </a:cubicBezTo>
                    <a:cubicBezTo>
                      <a:pt x="608892" y="1382530"/>
                      <a:pt x="611716" y="1463069"/>
                      <a:pt x="661634" y="1524981"/>
                    </a:cubicBezTo>
                    <a:cubicBezTo>
                      <a:pt x="711552" y="1586893"/>
                      <a:pt x="789660" y="1606734"/>
                      <a:pt x="836094" y="1569294"/>
                    </a:cubicBezTo>
                    <a:cubicBezTo>
                      <a:pt x="882529" y="1531856"/>
                      <a:pt x="879704" y="1451317"/>
                      <a:pt x="829787" y="1389406"/>
                    </a:cubicBezTo>
                    <a:cubicBezTo>
                      <a:pt x="804828" y="1358450"/>
                      <a:pt x="772822" y="1338012"/>
                      <a:pt x="741251" y="1329992"/>
                    </a:cubicBezTo>
                    <a:close/>
                    <a:moveTo>
                      <a:pt x="2079316" y="1065457"/>
                    </a:moveTo>
                    <a:cubicBezTo>
                      <a:pt x="2035146" y="1070876"/>
                      <a:pt x="1990481" y="1107807"/>
                      <a:pt x="1967725" y="1162943"/>
                    </a:cubicBezTo>
                    <a:cubicBezTo>
                      <a:pt x="1937386" y="1236457"/>
                      <a:pt x="1957487" y="1314499"/>
                      <a:pt x="2012623" y="1337253"/>
                    </a:cubicBezTo>
                    <a:cubicBezTo>
                      <a:pt x="2067759" y="1360009"/>
                      <a:pt x="2137051" y="1318860"/>
                      <a:pt x="2167391" y="1245345"/>
                    </a:cubicBezTo>
                    <a:cubicBezTo>
                      <a:pt x="2197730" y="1171831"/>
                      <a:pt x="2177629" y="1093789"/>
                      <a:pt x="2122493" y="1071035"/>
                    </a:cubicBezTo>
                    <a:cubicBezTo>
                      <a:pt x="2108709" y="1065345"/>
                      <a:pt x="2094040" y="1063650"/>
                      <a:pt x="2079316" y="1065457"/>
                    </a:cubicBezTo>
                    <a:close/>
                    <a:moveTo>
                      <a:pt x="0" y="654162"/>
                    </a:moveTo>
                    <a:lnTo>
                      <a:pt x="1082073" y="1244384"/>
                    </a:lnTo>
                    <a:lnTo>
                      <a:pt x="1121421" y="2700265"/>
                    </a:lnTo>
                    <a:lnTo>
                      <a:pt x="4918" y="1923139"/>
                    </a:lnTo>
                    <a:cubicBezTo>
                      <a:pt x="3279" y="1498508"/>
                      <a:pt x="1639" y="1073875"/>
                      <a:pt x="0" y="654162"/>
                    </a:cubicBezTo>
                    <a:close/>
                    <a:moveTo>
                      <a:pt x="2375644" y="688592"/>
                    </a:moveTo>
                    <a:lnTo>
                      <a:pt x="2360889" y="1967406"/>
                    </a:lnTo>
                    <a:lnTo>
                      <a:pt x="1293570" y="2700265"/>
                    </a:lnTo>
                    <a:lnTo>
                      <a:pt x="1249303" y="1239466"/>
                    </a:lnTo>
                    <a:close/>
                    <a:moveTo>
                      <a:pt x="1214923" y="371219"/>
                    </a:moveTo>
                    <a:cubicBezTo>
                      <a:pt x="1197013" y="368793"/>
                      <a:pt x="1177834" y="369067"/>
                      <a:pt x="1158247" y="372480"/>
                    </a:cubicBezTo>
                    <a:cubicBezTo>
                      <a:pt x="1079899" y="386133"/>
                      <a:pt x="1024686" y="444836"/>
                      <a:pt x="1034926" y="503598"/>
                    </a:cubicBezTo>
                    <a:cubicBezTo>
                      <a:pt x="1045165" y="562359"/>
                      <a:pt x="1116980" y="598927"/>
                      <a:pt x="1195328" y="585274"/>
                    </a:cubicBezTo>
                    <a:cubicBezTo>
                      <a:pt x="1273676" y="571621"/>
                      <a:pt x="1328889" y="512918"/>
                      <a:pt x="1318650" y="454156"/>
                    </a:cubicBezTo>
                    <a:cubicBezTo>
                      <a:pt x="1310970" y="410086"/>
                      <a:pt x="1268654" y="378499"/>
                      <a:pt x="1214923" y="371219"/>
                    </a:cubicBezTo>
                    <a:close/>
                    <a:moveTo>
                      <a:pt x="1185985" y="0"/>
                    </a:moveTo>
                    <a:lnTo>
                      <a:pt x="2376266" y="506608"/>
                    </a:lnTo>
                    <a:lnTo>
                      <a:pt x="1161392" y="1101748"/>
                    </a:lnTo>
                    <a:lnTo>
                      <a:pt x="10460" y="491852"/>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663" name="Google Shape;3663;p60"/>
              <p:cNvSpPr/>
              <p:nvPr/>
            </p:nvSpPr>
            <p:spPr>
              <a:xfrm>
                <a:off x="8174482" y="4174830"/>
                <a:ext cx="392828" cy="392828"/>
              </a:xfrm>
              <a:custGeom>
                <a:rect b="b" l="l" r="r" t="t"/>
                <a:pathLst>
                  <a:path extrusionOk="0" h="4259405" w="4088964">
                    <a:moveTo>
                      <a:pt x="1480605" y="2231940"/>
                    </a:moveTo>
                    <a:lnTo>
                      <a:pt x="1199818" y="2044620"/>
                    </a:lnTo>
                    <a:lnTo>
                      <a:pt x="761621" y="2687221"/>
                    </a:lnTo>
                    <a:cubicBezTo>
                      <a:pt x="501536" y="2652619"/>
                      <a:pt x="265323" y="2467912"/>
                      <a:pt x="39127" y="2272940"/>
                    </a:cubicBezTo>
                    <a:cubicBezTo>
                      <a:pt x="-80639" y="2070133"/>
                      <a:pt x="269496" y="1743507"/>
                      <a:pt x="374515" y="1494038"/>
                    </a:cubicBezTo>
                    <a:lnTo>
                      <a:pt x="93728" y="1306717"/>
                    </a:lnTo>
                    <a:lnTo>
                      <a:pt x="1091841" y="1312633"/>
                    </a:lnTo>
                    <a:close/>
                    <a:moveTo>
                      <a:pt x="2759566" y="226796"/>
                    </a:moveTo>
                    <a:cubicBezTo>
                      <a:pt x="2331051" y="377379"/>
                      <a:pt x="2150002" y="492309"/>
                      <a:pt x="1991062" y="643648"/>
                    </a:cubicBezTo>
                    <a:lnTo>
                      <a:pt x="1463599" y="1446568"/>
                    </a:lnTo>
                    <a:lnTo>
                      <a:pt x="610317" y="909936"/>
                    </a:lnTo>
                    <a:cubicBezTo>
                      <a:pt x="810411" y="627556"/>
                      <a:pt x="1020899" y="239191"/>
                      <a:pt x="1244930" y="61882"/>
                    </a:cubicBezTo>
                    <a:cubicBezTo>
                      <a:pt x="1491876" y="-75367"/>
                      <a:pt x="1697752" y="31605"/>
                      <a:pt x="2759566" y="226796"/>
                    </a:cubicBezTo>
                    <a:close/>
                    <a:moveTo>
                      <a:pt x="1722488" y="3820535"/>
                    </a:moveTo>
                    <a:cubicBezTo>
                      <a:pt x="1376925" y="3801485"/>
                      <a:pt x="936112" y="3830060"/>
                      <a:pt x="666750" y="3734810"/>
                    </a:cubicBezTo>
                    <a:cubicBezTo>
                      <a:pt x="419100" y="3598835"/>
                      <a:pt x="400050" y="3367610"/>
                      <a:pt x="0" y="2364860"/>
                    </a:cubicBezTo>
                    <a:cubicBezTo>
                      <a:pt x="355600" y="2647435"/>
                      <a:pt x="549276" y="2739510"/>
                      <a:pt x="762000" y="2793485"/>
                    </a:cubicBezTo>
                    <a:lnTo>
                      <a:pt x="1722487" y="2812535"/>
                    </a:lnTo>
                    <a:close/>
                    <a:moveTo>
                      <a:pt x="3605396" y="869465"/>
                    </a:moveTo>
                    <a:lnTo>
                      <a:pt x="3069019" y="1711228"/>
                    </a:lnTo>
                    <a:lnTo>
                      <a:pt x="2083849" y="1550906"/>
                    </a:lnTo>
                    <a:lnTo>
                      <a:pt x="2391902" y="1412941"/>
                    </a:lnTo>
                    <a:lnTo>
                      <a:pt x="2081217" y="699900"/>
                    </a:lnTo>
                    <a:cubicBezTo>
                      <a:pt x="2248971" y="498156"/>
                      <a:pt x="2531081" y="396532"/>
                      <a:pt x="2816547" y="308854"/>
                    </a:cubicBezTo>
                    <a:cubicBezTo>
                      <a:pt x="3051986" y="315439"/>
                      <a:pt x="3142075" y="785719"/>
                      <a:pt x="3297344" y="1007430"/>
                    </a:cubicBezTo>
                    <a:close/>
                    <a:moveTo>
                      <a:pt x="3222215" y="3788662"/>
                    </a:moveTo>
                    <a:cubicBezTo>
                      <a:pt x="3089072" y="3954283"/>
                      <a:pt x="2662122" y="3869088"/>
                      <a:pt x="2413930" y="3921936"/>
                    </a:cubicBezTo>
                    <a:lnTo>
                      <a:pt x="2420658" y="4259405"/>
                    </a:lnTo>
                    <a:lnTo>
                      <a:pt x="1855155" y="3436926"/>
                    </a:lnTo>
                    <a:lnTo>
                      <a:pt x="2387428" y="2592563"/>
                    </a:lnTo>
                    <a:lnTo>
                      <a:pt x="2394156" y="2930032"/>
                    </a:lnTo>
                    <a:lnTo>
                      <a:pt x="3171906" y="2922431"/>
                    </a:lnTo>
                    <a:cubicBezTo>
                      <a:pt x="3292132" y="3155642"/>
                      <a:pt x="3275533" y="3455038"/>
                      <a:pt x="3244786" y="3752078"/>
                    </a:cubicBezTo>
                    <a:cubicBezTo>
                      <a:pt x="3238662" y="3765464"/>
                      <a:pt x="3231091" y="3777620"/>
                      <a:pt x="3222215" y="3788662"/>
                    </a:cubicBezTo>
                    <a:close/>
                    <a:moveTo>
                      <a:pt x="3948285" y="2834020"/>
                    </a:moveTo>
                    <a:cubicBezTo>
                      <a:pt x="3833022" y="3018741"/>
                      <a:pt x="3639730" y="3281008"/>
                      <a:pt x="3342579" y="3731662"/>
                    </a:cubicBezTo>
                    <a:cubicBezTo>
                      <a:pt x="3371271" y="3278367"/>
                      <a:pt x="3336159" y="3066813"/>
                      <a:pt x="3258895" y="2861397"/>
                    </a:cubicBezTo>
                    <a:lnTo>
                      <a:pt x="2725671" y="2062291"/>
                    </a:lnTo>
                    <a:lnTo>
                      <a:pt x="3552883" y="1486284"/>
                    </a:lnTo>
                    <a:cubicBezTo>
                      <a:pt x="3734716" y="1780754"/>
                      <a:pt x="4010062" y="2126176"/>
                      <a:pt x="4085819" y="2401657"/>
                    </a:cubicBezTo>
                    <a:cubicBezTo>
                      <a:pt x="4100783" y="2542124"/>
                      <a:pt x="4063549" y="2649298"/>
                      <a:pt x="3948285" y="283402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664" name="Google Shape;3664;p60"/>
              <p:cNvSpPr/>
              <p:nvPr/>
            </p:nvSpPr>
            <p:spPr>
              <a:xfrm>
                <a:off x="9225535" y="2409380"/>
                <a:ext cx="393582" cy="392828"/>
              </a:xfrm>
              <a:custGeom>
                <a:rect b="b" l="l" r="r" t="t"/>
                <a:pathLst>
                  <a:path extrusionOk="0" h="4012920" w="4020621">
                    <a:moveTo>
                      <a:pt x="780213" y="3724888"/>
                    </a:moveTo>
                    <a:lnTo>
                      <a:pt x="2868445" y="3724888"/>
                    </a:lnTo>
                    <a:lnTo>
                      <a:pt x="2868445" y="4012920"/>
                    </a:lnTo>
                    <a:lnTo>
                      <a:pt x="780213" y="4012920"/>
                    </a:lnTo>
                    <a:close/>
                    <a:moveTo>
                      <a:pt x="4020621" y="2152587"/>
                    </a:moveTo>
                    <a:lnTo>
                      <a:pt x="4020621" y="3448731"/>
                    </a:lnTo>
                    <a:lnTo>
                      <a:pt x="3903908" y="3386593"/>
                    </a:lnTo>
                    <a:lnTo>
                      <a:pt x="3903908" y="2214725"/>
                    </a:lnTo>
                    <a:close/>
                    <a:moveTo>
                      <a:pt x="1582587" y="1544569"/>
                    </a:moveTo>
                    <a:cubicBezTo>
                      <a:pt x="1525677" y="1652847"/>
                      <a:pt x="1434945" y="1739939"/>
                      <a:pt x="1324158" y="1792547"/>
                    </a:cubicBezTo>
                    <a:lnTo>
                      <a:pt x="1790243" y="1792547"/>
                    </a:lnTo>
                    <a:cubicBezTo>
                      <a:pt x="1708293" y="1721838"/>
                      <a:pt x="1638004" y="1638154"/>
                      <a:pt x="1582587" y="1544569"/>
                    </a:cubicBezTo>
                    <a:close/>
                    <a:moveTo>
                      <a:pt x="1238323" y="1312673"/>
                    </a:moveTo>
                    <a:cubicBezTo>
                      <a:pt x="1173622" y="1312673"/>
                      <a:pt x="1121172" y="1365123"/>
                      <a:pt x="1121172" y="1429824"/>
                    </a:cubicBezTo>
                    <a:cubicBezTo>
                      <a:pt x="1121172" y="1494525"/>
                      <a:pt x="1173622" y="1546975"/>
                      <a:pt x="1238323" y="1546975"/>
                    </a:cubicBezTo>
                    <a:cubicBezTo>
                      <a:pt x="1303024" y="1546975"/>
                      <a:pt x="1355474" y="1494525"/>
                      <a:pt x="1355474" y="1429824"/>
                    </a:cubicBezTo>
                    <a:cubicBezTo>
                      <a:pt x="1355474" y="1365123"/>
                      <a:pt x="1303024" y="1312673"/>
                      <a:pt x="1238323" y="1312673"/>
                    </a:cubicBezTo>
                    <a:close/>
                    <a:moveTo>
                      <a:pt x="870057" y="1312673"/>
                    </a:moveTo>
                    <a:cubicBezTo>
                      <a:pt x="805356" y="1312673"/>
                      <a:pt x="752906" y="1365123"/>
                      <a:pt x="752906" y="1429824"/>
                    </a:cubicBezTo>
                    <a:cubicBezTo>
                      <a:pt x="752906" y="1494525"/>
                      <a:pt x="805356" y="1546975"/>
                      <a:pt x="870057" y="1546975"/>
                    </a:cubicBezTo>
                    <a:cubicBezTo>
                      <a:pt x="934758" y="1546975"/>
                      <a:pt x="987208" y="1494525"/>
                      <a:pt x="987208" y="1429824"/>
                    </a:cubicBezTo>
                    <a:cubicBezTo>
                      <a:pt x="987208" y="1365123"/>
                      <a:pt x="934758" y="1312673"/>
                      <a:pt x="870057" y="1312673"/>
                    </a:cubicBezTo>
                    <a:close/>
                    <a:moveTo>
                      <a:pt x="2775838" y="1127627"/>
                    </a:moveTo>
                    <a:cubicBezTo>
                      <a:pt x="2666578" y="1127627"/>
                      <a:pt x="2578006" y="1216199"/>
                      <a:pt x="2578006" y="1325459"/>
                    </a:cubicBezTo>
                    <a:cubicBezTo>
                      <a:pt x="2578006" y="1434719"/>
                      <a:pt x="2666578" y="1523291"/>
                      <a:pt x="2775838" y="1523291"/>
                    </a:cubicBezTo>
                    <a:cubicBezTo>
                      <a:pt x="2885098" y="1523291"/>
                      <a:pt x="2973670" y="1434719"/>
                      <a:pt x="2973670" y="1325459"/>
                    </a:cubicBezTo>
                    <a:cubicBezTo>
                      <a:pt x="2973670" y="1216199"/>
                      <a:pt x="2885098" y="1127627"/>
                      <a:pt x="2775838" y="1127627"/>
                    </a:cubicBezTo>
                    <a:close/>
                    <a:moveTo>
                      <a:pt x="2153949" y="1127627"/>
                    </a:moveTo>
                    <a:cubicBezTo>
                      <a:pt x="2044689" y="1127627"/>
                      <a:pt x="1956117" y="1216199"/>
                      <a:pt x="1956117" y="1325459"/>
                    </a:cubicBezTo>
                    <a:cubicBezTo>
                      <a:pt x="1956117" y="1434719"/>
                      <a:pt x="2044689" y="1523291"/>
                      <a:pt x="2153949" y="1523291"/>
                    </a:cubicBezTo>
                    <a:cubicBezTo>
                      <a:pt x="2263209" y="1523291"/>
                      <a:pt x="2351781" y="1434719"/>
                      <a:pt x="2351781" y="1325459"/>
                    </a:cubicBezTo>
                    <a:cubicBezTo>
                      <a:pt x="2351781" y="1216199"/>
                      <a:pt x="2263209" y="1127627"/>
                      <a:pt x="2153949" y="1127627"/>
                    </a:cubicBezTo>
                    <a:close/>
                    <a:moveTo>
                      <a:pt x="1238323" y="956510"/>
                    </a:moveTo>
                    <a:cubicBezTo>
                      <a:pt x="1173622" y="956510"/>
                      <a:pt x="1121172" y="1008960"/>
                      <a:pt x="1121172" y="1073661"/>
                    </a:cubicBezTo>
                    <a:cubicBezTo>
                      <a:pt x="1121172" y="1138362"/>
                      <a:pt x="1173622" y="1190812"/>
                      <a:pt x="1238323" y="1190812"/>
                    </a:cubicBezTo>
                    <a:cubicBezTo>
                      <a:pt x="1303024" y="1190812"/>
                      <a:pt x="1355474" y="1138362"/>
                      <a:pt x="1355474" y="1073661"/>
                    </a:cubicBezTo>
                    <a:cubicBezTo>
                      <a:pt x="1355474" y="1008960"/>
                      <a:pt x="1303024" y="956510"/>
                      <a:pt x="1238323" y="956510"/>
                    </a:cubicBezTo>
                    <a:close/>
                    <a:moveTo>
                      <a:pt x="870057" y="956510"/>
                    </a:moveTo>
                    <a:cubicBezTo>
                      <a:pt x="805356" y="956510"/>
                      <a:pt x="752906" y="1008960"/>
                      <a:pt x="752906" y="1073661"/>
                    </a:cubicBezTo>
                    <a:cubicBezTo>
                      <a:pt x="752906" y="1138362"/>
                      <a:pt x="805356" y="1190812"/>
                      <a:pt x="870057" y="1190812"/>
                    </a:cubicBezTo>
                    <a:cubicBezTo>
                      <a:pt x="934758" y="1190812"/>
                      <a:pt x="987208" y="1138362"/>
                      <a:pt x="987208" y="1073661"/>
                    </a:cubicBezTo>
                    <a:cubicBezTo>
                      <a:pt x="987208" y="1008960"/>
                      <a:pt x="934758" y="956510"/>
                      <a:pt x="870057" y="956510"/>
                    </a:cubicBezTo>
                    <a:close/>
                    <a:moveTo>
                      <a:pt x="2775838" y="526176"/>
                    </a:moveTo>
                    <a:cubicBezTo>
                      <a:pt x="2666578" y="526176"/>
                      <a:pt x="2578006" y="614748"/>
                      <a:pt x="2578006" y="724008"/>
                    </a:cubicBezTo>
                    <a:cubicBezTo>
                      <a:pt x="2578006" y="833268"/>
                      <a:pt x="2666578" y="921840"/>
                      <a:pt x="2775838" y="921840"/>
                    </a:cubicBezTo>
                    <a:cubicBezTo>
                      <a:pt x="2885098" y="921840"/>
                      <a:pt x="2973670" y="833268"/>
                      <a:pt x="2973670" y="724008"/>
                    </a:cubicBezTo>
                    <a:cubicBezTo>
                      <a:pt x="2973670" y="614748"/>
                      <a:pt x="2885098" y="526176"/>
                      <a:pt x="2775838" y="526176"/>
                    </a:cubicBezTo>
                    <a:close/>
                    <a:moveTo>
                      <a:pt x="2153949" y="526176"/>
                    </a:moveTo>
                    <a:cubicBezTo>
                      <a:pt x="2044689" y="526176"/>
                      <a:pt x="1956117" y="614748"/>
                      <a:pt x="1956117" y="724008"/>
                    </a:cubicBezTo>
                    <a:cubicBezTo>
                      <a:pt x="1956117" y="833268"/>
                      <a:pt x="2044689" y="921840"/>
                      <a:pt x="2153949" y="921840"/>
                    </a:cubicBezTo>
                    <a:cubicBezTo>
                      <a:pt x="2263209" y="921840"/>
                      <a:pt x="2351781" y="833268"/>
                      <a:pt x="2351781" y="724008"/>
                    </a:cubicBezTo>
                    <a:cubicBezTo>
                      <a:pt x="2351781" y="614748"/>
                      <a:pt x="2263209" y="526176"/>
                      <a:pt x="2153949" y="526176"/>
                    </a:cubicBezTo>
                    <a:close/>
                    <a:moveTo>
                      <a:pt x="2464893" y="0"/>
                    </a:moveTo>
                    <a:cubicBezTo>
                      <a:pt x="3030837" y="0"/>
                      <a:pt x="3489626" y="458789"/>
                      <a:pt x="3489626" y="1024733"/>
                    </a:cubicBezTo>
                    <a:cubicBezTo>
                      <a:pt x="3489626" y="1442455"/>
                      <a:pt x="3239684" y="1801800"/>
                      <a:pt x="2880320" y="1959209"/>
                    </a:cubicBezTo>
                    <a:lnTo>
                      <a:pt x="2880320" y="2008571"/>
                    </a:lnTo>
                    <a:lnTo>
                      <a:pt x="3250857" y="2008571"/>
                    </a:lnTo>
                    <a:lnTo>
                      <a:pt x="3250857" y="2359970"/>
                    </a:lnTo>
                    <a:lnTo>
                      <a:pt x="3437294" y="2359970"/>
                    </a:lnTo>
                    <a:lnTo>
                      <a:pt x="3437294" y="2360694"/>
                    </a:lnTo>
                    <a:lnTo>
                      <a:pt x="3852060" y="2233461"/>
                    </a:lnTo>
                    <a:lnTo>
                      <a:pt x="3852060" y="3367858"/>
                    </a:lnTo>
                    <a:lnTo>
                      <a:pt x="3437294" y="3240624"/>
                    </a:lnTo>
                    <a:lnTo>
                      <a:pt x="3437294" y="3241349"/>
                    </a:lnTo>
                    <a:lnTo>
                      <a:pt x="3250857" y="3241349"/>
                    </a:lnTo>
                    <a:lnTo>
                      <a:pt x="3250857" y="3633063"/>
                    </a:lnTo>
                    <a:lnTo>
                      <a:pt x="298529" y="3633063"/>
                    </a:lnTo>
                    <a:lnTo>
                      <a:pt x="298529" y="2431730"/>
                    </a:lnTo>
                    <a:lnTo>
                      <a:pt x="0" y="2008571"/>
                    </a:lnTo>
                    <a:lnTo>
                      <a:pt x="298529" y="2008571"/>
                    </a:lnTo>
                    <a:lnTo>
                      <a:pt x="792088" y="2008571"/>
                    </a:lnTo>
                    <a:lnTo>
                      <a:pt x="792088" y="1796817"/>
                    </a:lnTo>
                    <a:cubicBezTo>
                      <a:pt x="587745" y="1700755"/>
                      <a:pt x="447370" y="1492642"/>
                      <a:pt x="447370" y="1251742"/>
                    </a:cubicBezTo>
                    <a:cubicBezTo>
                      <a:pt x="447370" y="916605"/>
                      <a:pt x="719053" y="644923"/>
                      <a:pt x="1054190" y="644923"/>
                    </a:cubicBezTo>
                    <a:cubicBezTo>
                      <a:pt x="1212753" y="644923"/>
                      <a:pt x="1357112" y="705740"/>
                      <a:pt x="1463939" y="806702"/>
                    </a:cubicBezTo>
                    <a:cubicBezTo>
                      <a:pt x="1563407" y="345444"/>
                      <a:pt x="1973809" y="0"/>
                      <a:pt x="2464893"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665" name="Google Shape;3665;p60"/>
              <p:cNvSpPr/>
              <p:nvPr/>
            </p:nvSpPr>
            <p:spPr>
              <a:xfrm rot="9900000">
                <a:off x="10073915" y="2714730"/>
                <a:ext cx="351357" cy="423598"/>
              </a:xfrm>
              <a:custGeom>
                <a:rect b="b" l="l" r="r" t="t"/>
                <a:pathLst>
                  <a:path extrusionOk="0" h="4064034" w="3370953">
                    <a:moveTo>
                      <a:pt x="307836" y="3226369"/>
                    </a:moveTo>
                    <a:lnTo>
                      <a:pt x="307836" y="2810144"/>
                    </a:lnTo>
                    <a:lnTo>
                      <a:pt x="1258549" y="2810144"/>
                    </a:lnTo>
                    <a:lnTo>
                      <a:pt x="1331954" y="2516524"/>
                    </a:lnTo>
                    <a:lnTo>
                      <a:pt x="1639161" y="2516524"/>
                    </a:lnTo>
                    <a:lnTo>
                      <a:pt x="1806826" y="1890788"/>
                    </a:lnTo>
                    <a:cubicBezTo>
                      <a:pt x="1709407" y="1836984"/>
                      <a:pt x="1651662" y="1730051"/>
                      <a:pt x="1660897" y="1618049"/>
                    </a:cubicBezTo>
                    <a:lnTo>
                      <a:pt x="497736" y="946498"/>
                    </a:lnTo>
                    <a:lnTo>
                      <a:pt x="415801" y="1252284"/>
                    </a:lnTo>
                    <a:cubicBezTo>
                      <a:pt x="388670" y="1353539"/>
                      <a:pt x="284592" y="1413628"/>
                      <a:pt x="183338" y="1386497"/>
                    </a:cubicBezTo>
                    <a:lnTo>
                      <a:pt x="0" y="1337372"/>
                    </a:lnTo>
                    <a:lnTo>
                      <a:pt x="358348" y="0"/>
                    </a:lnTo>
                    <a:lnTo>
                      <a:pt x="541685" y="49125"/>
                    </a:lnTo>
                    <a:cubicBezTo>
                      <a:pt x="642940" y="76256"/>
                      <a:pt x="703029" y="180334"/>
                      <a:pt x="675898" y="281588"/>
                    </a:cubicBezTo>
                    <a:lnTo>
                      <a:pt x="574914" y="658466"/>
                    </a:lnTo>
                    <a:lnTo>
                      <a:pt x="1826395" y="1381009"/>
                    </a:lnTo>
                    <a:cubicBezTo>
                      <a:pt x="1885142" y="1352063"/>
                      <a:pt x="1954182" y="1344264"/>
                      <a:pt x="2022379" y="1362537"/>
                    </a:cubicBezTo>
                    <a:cubicBezTo>
                      <a:pt x="2176035" y="1403709"/>
                      <a:pt x="2267221" y="1561647"/>
                      <a:pt x="2226049" y="1715303"/>
                    </a:cubicBezTo>
                    <a:cubicBezTo>
                      <a:pt x="2207347" y="1785100"/>
                      <a:pt x="2164552" y="1842007"/>
                      <a:pt x="2108323" y="1878457"/>
                    </a:cubicBezTo>
                    <a:lnTo>
                      <a:pt x="1937353" y="2516524"/>
                    </a:lnTo>
                    <a:lnTo>
                      <a:pt x="2236046" y="2516524"/>
                    </a:lnTo>
                    <a:lnTo>
                      <a:pt x="2309451" y="2810144"/>
                    </a:lnTo>
                    <a:lnTo>
                      <a:pt x="2828116" y="2810144"/>
                    </a:lnTo>
                    <a:lnTo>
                      <a:pt x="2828116" y="2930119"/>
                    </a:lnTo>
                    <a:lnTo>
                      <a:pt x="2945247" y="2930119"/>
                    </a:lnTo>
                    <a:lnTo>
                      <a:pt x="3109201" y="2856867"/>
                    </a:lnTo>
                    <a:cubicBezTo>
                      <a:pt x="3112004" y="2849082"/>
                      <a:pt x="3119624" y="2844415"/>
                      <a:pt x="3128335" y="2844415"/>
                    </a:cubicBezTo>
                    <a:lnTo>
                      <a:pt x="3223771" y="2844415"/>
                    </a:lnTo>
                    <a:cubicBezTo>
                      <a:pt x="3236949" y="2844415"/>
                      <a:pt x="3247631" y="2855097"/>
                      <a:pt x="3247631" y="2868275"/>
                    </a:cubicBezTo>
                    <a:lnTo>
                      <a:pt x="3247631" y="3606750"/>
                    </a:lnTo>
                    <a:cubicBezTo>
                      <a:pt x="3247631" y="3619928"/>
                      <a:pt x="3236949" y="3630610"/>
                      <a:pt x="3223771" y="3630610"/>
                    </a:cubicBezTo>
                    <a:lnTo>
                      <a:pt x="3128335" y="3630610"/>
                    </a:lnTo>
                    <a:cubicBezTo>
                      <a:pt x="3120852" y="3630610"/>
                      <a:pt x="3114174" y="3627166"/>
                      <a:pt x="3110472" y="3621230"/>
                    </a:cubicBezTo>
                    <a:lnTo>
                      <a:pt x="3110472" y="3624351"/>
                    </a:lnTo>
                    <a:lnTo>
                      <a:pt x="2954172" y="3554518"/>
                    </a:lnTo>
                    <a:lnTo>
                      <a:pt x="2954172" y="3558788"/>
                    </a:lnTo>
                    <a:lnTo>
                      <a:pt x="2828116" y="3558788"/>
                    </a:lnTo>
                    <a:lnTo>
                      <a:pt x="2828116" y="3630610"/>
                    </a:lnTo>
                    <a:lnTo>
                      <a:pt x="2038337" y="3226369"/>
                    </a:lnTo>
                    <a:close/>
                    <a:moveTo>
                      <a:pt x="77048" y="4064034"/>
                    </a:moveTo>
                    <a:lnTo>
                      <a:pt x="77048" y="3342578"/>
                    </a:lnTo>
                    <a:lnTo>
                      <a:pt x="2050947" y="3342578"/>
                    </a:lnTo>
                    <a:lnTo>
                      <a:pt x="3370953" y="4058524"/>
                    </a:lnTo>
                    <a:lnTo>
                      <a:pt x="3370953" y="4064034"/>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666" name="Google Shape;3666;p60"/>
              <p:cNvSpPr/>
              <p:nvPr/>
            </p:nvSpPr>
            <p:spPr>
              <a:xfrm rot="3600000">
                <a:off x="8507130" y="4424299"/>
                <a:ext cx="162074" cy="478539"/>
              </a:xfrm>
              <a:custGeom>
                <a:rect b="b" l="l" r="r" t="t"/>
                <a:pathLst>
                  <a:path extrusionOk="0" h="3920353" w="1327763">
                    <a:moveTo>
                      <a:pt x="483881" y="2840232"/>
                    </a:moveTo>
                    <a:lnTo>
                      <a:pt x="843881" y="2840232"/>
                    </a:lnTo>
                    <a:lnTo>
                      <a:pt x="843881" y="3920353"/>
                    </a:lnTo>
                    <a:lnTo>
                      <a:pt x="483881" y="3920353"/>
                    </a:lnTo>
                    <a:close/>
                    <a:moveTo>
                      <a:pt x="757697" y="168239"/>
                    </a:moveTo>
                    <a:lnTo>
                      <a:pt x="757697" y="384263"/>
                    </a:lnTo>
                    <a:lnTo>
                      <a:pt x="930062" y="384263"/>
                    </a:lnTo>
                    <a:lnTo>
                      <a:pt x="930062" y="168239"/>
                    </a:lnTo>
                    <a:close/>
                    <a:moveTo>
                      <a:pt x="432932" y="168239"/>
                    </a:moveTo>
                    <a:lnTo>
                      <a:pt x="432932" y="384263"/>
                    </a:lnTo>
                    <a:lnTo>
                      <a:pt x="605297" y="384263"/>
                    </a:lnTo>
                    <a:lnTo>
                      <a:pt x="605297" y="168239"/>
                    </a:lnTo>
                    <a:close/>
                    <a:moveTo>
                      <a:pt x="168643" y="0"/>
                    </a:moveTo>
                    <a:lnTo>
                      <a:pt x="1159119" y="0"/>
                    </a:lnTo>
                    <a:lnTo>
                      <a:pt x="1159119" y="539093"/>
                    </a:lnTo>
                    <a:lnTo>
                      <a:pt x="1327763" y="539093"/>
                    </a:lnTo>
                    <a:lnTo>
                      <a:pt x="1327763" y="2245406"/>
                    </a:lnTo>
                    <a:lnTo>
                      <a:pt x="1318300" y="2245406"/>
                    </a:lnTo>
                    <a:lnTo>
                      <a:pt x="1127664" y="2719000"/>
                    </a:lnTo>
                    <a:lnTo>
                      <a:pt x="200100" y="2719000"/>
                    </a:lnTo>
                    <a:lnTo>
                      <a:pt x="9464" y="2245406"/>
                    </a:lnTo>
                    <a:lnTo>
                      <a:pt x="0" y="2245406"/>
                    </a:lnTo>
                    <a:lnTo>
                      <a:pt x="0" y="539093"/>
                    </a:lnTo>
                    <a:lnTo>
                      <a:pt x="168643" y="539093"/>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667" name="Google Shape;3667;p60"/>
              <p:cNvSpPr/>
              <p:nvPr/>
            </p:nvSpPr>
            <p:spPr>
              <a:xfrm>
                <a:off x="8045579" y="3848133"/>
                <a:ext cx="330939" cy="260933"/>
              </a:xfrm>
              <a:custGeom>
                <a:rect b="b" l="l" r="r" t="t"/>
                <a:pathLst>
                  <a:path extrusionOk="0" h="2952328" w="3744416">
                    <a:moveTo>
                      <a:pt x="184806" y="576064"/>
                    </a:moveTo>
                    <a:lnTo>
                      <a:pt x="895314" y="576064"/>
                    </a:lnTo>
                    <a:cubicBezTo>
                      <a:pt x="997380" y="576064"/>
                      <a:pt x="1080120" y="658804"/>
                      <a:pt x="1080120" y="760870"/>
                    </a:cubicBezTo>
                    <a:lnTo>
                      <a:pt x="1080120" y="792088"/>
                    </a:lnTo>
                    <a:lnTo>
                      <a:pt x="3312368" y="792088"/>
                    </a:lnTo>
                    <a:lnTo>
                      <a:pt x="3312368" y="2952328"/>
                    </a:lnTo>
                    <a:lnTo>
                      <a:pt x="0" y="2952328"/>
                    </a:lnTo>
                    <a:lnTo>
                      <a:pt x="0" y="1072569"/>
                    </a:lnTo>
                    <a:lnTo>
                      <a:pt x="0" y="792088"/>
                    </a:lnTo>
                    <a:lnTo>
                      <a:pt x="0" y="760870"/>
                    </a:lnTo>
                    <a:cubicBezTo>
                      <a:pt x="0" y="658804"/>
                      <a:pt x="82740" y="576064"/>
                      <a:pt x="184806" y="576064"/>
                    </a:cubicBezTo>
                    <a:close/>
                    <a:moveTo>
                      <a:pt x="616854" y="0"/>
                    </a:moveTo>
                    <a:lnTo>
                      <a:pt x="1327362" y="0"/>
                    </a:lnTo>
                    <a:cubicBezTo>
                      <a:pt x="1429428" y="0"/>
                      <a:pt x="1512168" y="82740"/>
                      <a:pt x="1512168" y="184806"/>
                    </a:cubicBezTo>
                    <a:lnTo>
                      <a:pt x="1512168" y="216024"/>
                    </a:lnTo>
                    <a:lnTo>
                      <a:pt x="3744416" y="216024"/>
                    </a:lnTo>
                    <a:lnTo>
                      <a:pt x="3744416" y="2376264"/>
                    </a:lnTo>
                    <a:lnTo>
                      <a:pt x="3464768" y="2376264"/>
                    </a:lnTo>
                    <a:lnTo>
                      <a:pt x="3464768" y="648072"/>
                    </a:lnTo>
                    <a:lnTo>
                      <a:pt x="1232520" y="648072"/>
                    </a:lnTo>
                    <a:lnTo>
                      <a:pt x="1232520" y="616854"/>
                    </a:lnTo>
                    <a:cubicBezTo>
                      <a:pt x="1232520" y="514788"/>
                      <a:pt x="1149780" y="432048"/>
                      <a:pt x="1047714" y="432048"/>
                    </a:cubicBezTo>
                    <a:lnTo>
                      <a:pt x="432048" y="432048"/>
                    </a:lnTo>
                    <a:lnTo>
                      <a:pt x="432048" y="216024"/>
                    </a:lnTo>
                    <a:lnTo>
                      <a:pt x="432048" y="184806"/>
                    </a:lnTo>
                    <a:cubicBezTo>
                      <a:pt x="432048" y="82740"/>
                      <a:pt x="514788" y="0"/>
                      <a:pt x="61685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668" name="Google Shape;3668;p60"/>
              <p:cNvSpPr/>
              <p:nvPr/>
            </p:nvSpPr>
            <p:spPr>
              <a:xfrm>
                <a:off x="9003511" y="4923426"/>
                <a:ext cx="304410" cy="330939"/>
              </a:xfrm>
              <a:custGeom>
                <a:rect b="b" l="l" r="r" t="t"/>
                <a:pathLst>
                  <a:path extrusionOk="0" h="4031150" w="3708000">
                    <a:moveTo>
                      <a:pt x="2226025" y="2078010"/>
                    </a:moveTo>
                    <a:lnTo>
                      <a:pt x="1976753" y="2339372"/>
                    </a:lnTo>
                    <a:lnTo>
                      <a:pt x="1976910" y="2339581"/>
                    </a:lnTo>
                    <a:lnTo>
                      <a:pt x="1976204" y="2339948"/>
                    </a:lnTo>
                    <a:lnTo>
                      <a:pt x="1975656" y="2340523"/>
                    </a:lnTo>
                    <a:lnTo>
                      <a:pt x="1975499" y="2340314"/>
                    </a:lnTo>
                    <a:lnTo>
                      <a:pt x="1688579" y="2489240"/>
                    </a:lnTo>
                    <a:cubicBezTo>
                      <a:pt x="1740712" y="2519877"/>
                      <a:pt x="1801557" y="2536438"/>
                      <a:pt x="1866270" y="2536438"/>
                    </a:cubicBezTo>
                    <a:cubicBezTo>
                      <a:pt x="2071258" y="2536438"/>
                      <a:pt x="2237434" y="2370262"/>
                      <a:pt x="2237434" y="2165274"/>
                    </a:cubicBezTo>
                    <a:cubicBezTo>
                      <a:pt x="2237434" y="2135129"/>
                      <a:pt x="2233840" y="2105822"/>
                      <a:pt x="2226025" y="2078010"/>
                    </a:cubicBezTo>
                    <a:close/>
                    <a:moveTo>
                      <a:pt x="1866270" y="1794110"/>
                    </a:moveTo>
                    <a:cubicBezTo>
                      <a:pt x="1661282" y="1794110"/>
                      <a:pt x="1495106" y="1960286"/>
                      <a:pt x="1495106" y="2165274"/>
                    </a:cubicBezTo>
                    <a:cubicBezTo>
                      <a:pt x="1495106" y="2194876"/>
                      <a:pt x="1498572" y="2223668"/>
                      <a:pt x="1506052" y="2251046"/>
                    </a:cubicBezTo>
                    <a:lnTo>
                      <a:pt x="1731247" y="2014929"/>
                    </a:lnTo>
                    <a:lnTo>
                      <a:pt x="1731090" y="2014720"/>
                    </a:lnTo>
                    <a:lnTo>
                      <a:pt x="1731796" y="2014353"/>
                    </a:lnTo>
                    <a:lnTo>
                      <a:pt x="1732344" y="2013778"/>
                    </a:lnTo>
                    <a:lnTo>
                      <a:pt x="1732501" y="2013987"/>
                    </a:lnTo>
                    <a:lnTo>
                      <a:pt x="2054335" y="1846939"/>
                    </a:lnTo>
                    <a:cubicBezTo>
                      <a:pt x="1999773" y="1812909"/>
                      <a:pt x="1935217" y="1794110"/>
                      <a:pt x="1866270" y="1794110"/>
                    </a:cubicBezTo>
                    <a:close/>
                    <a:moveTo>
                      <a:pt x="1866270" y="1281021"/>
                    </a:moveTo>
                    <a:lnTo>
                      <a:pt x="1995916" y="1728077"/>
                    </a:lnTo>
                    <a:cubicBezTo>
                      <a:pt x="2049420" y="1742880"/>
                      <a:pt x="2098387" y="1768442"/>
                      <a:pt x="2141027" y="1801941"/>
                    </a:cubicBezTo>
                    <a:lnTo>
                      <a:pt x="2830781" y="1443923"/>
                    </a:lnTo>
                    <a:lnTo>
                      <a:pt x="2293677" y="2007077"/>
                    </a:lnTo>
                    <a:lnTo>
                      <a:pt x="2302169" y="2036187"/>
                    </a:lnTo>
                    <a:lnTo>
                      <a:pt x="2755181" y="2167560"/>
                    </a:lnTo>
                    <a:lnTo>
                      <a:pt x="2301207" y="2299213"/>
                    </a:lnTo>
                    <a:cubicBezTo>
                      <a:pt x="2288949" y="2340747"/>
                      <a:pt x="2270868" y="2379745"/>
                      <a:pt x="2246307" y="2414255"/>
                    </a:cubicBezTo>
                    <a:lnTo>
                      <a:pt x="2368615" y="2636476"/>
                    </a:lnTo>
                    <a:lnTo>
                      <a:pt x="2152396" y="2517472"/>
                    </a:lnTo>
                    <a:cubicBezTo>
                      <a:pt x="2112986" y="2553805"/>
                      <a:pt x="2065424" y="2580505"/>
                      <a:pt x="2013636" y="2598144"/>
                    </a:cubicBezTo>
                    <a:lnTo>
                      <a:pt x="1875846" y="3073280"/>
                    </a:lnTo>
                    <a:lnTo>
                      <a:pt x="1739624" y="2603548"/>
                    </a:lnTo>
                    <a:cubicBezTo>
                      <a:pt x="1688445" y="2589723"/>
                      <a:pt x="1641302" y="2566161"/>
                      <a:pt x="1599709" y="2535368"/>
                    </a:cubicBezTo>
                    <a:lnTo>
                      <a:pt x="877219" y="2910378"/>
                    </a:lnTo>
                    <a:lnTo>
                      <a:pt x="1438400" y="2321979"/>
                    </a:lnTo>
                    <a:lnTo>
                      <a:pt x="1437655" y="2319411"/>
                    </a:lnTo>
                    <a:lnTo>
                      <a:pt x="963153" y="2181805"/>
                    </a:lnTo>
                    <a:lnTo>
                      <a:pt x="1425898" y="2047609"/>
                    </a:lnTo>
                    <a:cubicBezTo>
                      <a:pt x="1440318" y="1991458"/>
                      <a:pt x="1465316" y="1939627"/>
                      <a:pt x="1501635" y="1896529"/>
                    </a:cubicBezTo>
                    <a:lnTo>
                      <a:pt x="1375628" y="1667588"/>
                    </a:lnTo>
                    <a:lnTo>
                      <a:pt x="1605635" y="1794181"/>
                    </a:lnTo>
                    <a:cubicBezTo>
                      <a:pt x="1643852" y="1764149"/>
                      <a:pt x="1688437" y="1742763"/>
                      <a:pt x="1736328" y="1729097"/>
                    </a:cubicBezTo>
                    <a:close/>
                    <a:moveTo>
                      <a:pt x="1801446" y="873772"/>
                    </a:moveTo>
                    <a:cubicBezTo>
                      <a:pt x="1122607" y="899096"/>
                      <a:pt x="577020" y="1443990"/>
                      <a:pt x="550657" y="2122563"/>
                    </a:cubicBezTo>
                    <a:lnTo>
                      <a:pt x="754935" y="2181804"/>
                    </a:lnTo>
                    <a:lnTo>
                      <a:pt x="551187" y="2240891"/>
                    </a:lnTo>
                    <a:cubicBezTo>
                      <a:pt x="582476" y="2925954"/>
                      <a:pt x="1143118" y="3472541"/>
                      <a:pt x="1833783" y="3482192"/>
                    </a:cubicBezTo>
                    <a:lnTo>
                      <a:pt x="1883029" y="3312376"/>
                    </a:lnTo>
                    <a:lnTo>
                      <a:pt x="1931451" y="3479348"/>
                    </a:lnTo>
                    <a:cubicBezTo>
                      <a:pt x="2602724" y="3441618"/>
                      <a:pt x="3137685" y="2895457"/>
                      <a:pt x="3157888" y="2219621"/>
                    </a:cubicBezTo>
                    <a:lnTo>
                      <a:pt x="2970483" y="2165273"/>
                    </a:lnTo>
                    <a:lnTo>
                      <a:pt x="3156785" y="2111246"/>
                    </a:lnTo>
                    <a:cubicBezTo>
                      <a:pt x="3124894" y="1437932"/>
                      <a:pt x="2581609" y="898954"/>
                      <a:pt x="1906553" y="873772"/>
                    </a:cubicBezTo>
                    <a:lnTo>
                      <a:pt x="1853999" y="1054992"/>
                    </a:lnTo>
                    <a:close/>
                    <a:moveTo>
                      <a:pt x="1842112" y="204015"/>
                    </a:moveTo>
                    <a:cubicBezTo>
                      <a:pt x="1750186" y="208331"/>
                      <a:pt x="1671595" y="261235"/>
                      <a:pt x="1631665" y="337724"/>
                    </a:cubicBezTo>
                    <a:cubicBezTo>
                      <a:pt x="1704451" y="327639"/>
                      <a:pt x="1778701" y="323150"/>
                      <a:pt x="1854000" y="323150"/>
                    </a:cubicBezTo>
                    <a:cubicBezTo>
                      <a:pt x="1929687" y="323150"/>
                      <a:pt x="2004315" y="327685"/>
                      <a:pt x="2077458" y="337895"/>
                    </a:cubicBezTo>
                    <a:cubicBezTo>
                      <a:pt x="2032849" y="253989"/>
                      <a:pt x="1942703" y="199292"/>
                      <a:pt x="1842112" y="204015"/>
                    </a:cubicBezTo>
                    <a:close/>
                    <a:moveTo>
                      <a:pt x="1832557" y="511"/>
                    </a:moveTo>
                    <a:cubicBezTo>
                      <a:pt x="2064724" y="-10390"/>
                      <a:pt x="2266043" y="154192"/>
                      <a:pt x="2302551" y="380077"/>
                    </a:cubicBezTo>
                    <a:cubicBezTo>
                      <a:pt x="3110034" y="578670"/>
                      <a:pt x="3708000" y="1308079"/>
                      <a:pt x="3708000" y="2177150"/>
                    </a:cubicBezTo>
                    <a:cubicBezTo>
                      <a:pt x="3708000" y="3201086"/>
                      <a:pt x="2877936" y="4031150"/>
                      <a:pt x="1854000" y="4031150"/>
                    </a:cubicBezTo>
                    <a:cubicBezTo>
                      <a:pt x="830064" y="4031150"/>
                      <a:pt x="0" y="3201086"/>
                      <a:pt x="0" y="2177150"/>
                    </a:cubicBezTo>
                    <a:cubicBezTo>
                      <a:pt x="0" y="1308490"/>
                      <a:pt x="597400" y="579361"/>
                      <a:pt x="1404307" y="380371"/>
                    </a:cubicBezTo>
                    <a:cubicBezTo>
                      <a:pt x="1438620" y="172028"/>
                      <a:pt x="1614858" y="10733"/>
                      <a:pt x="1832557" y="51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669" name="Google Shape;3669;p60"/>
              <p:cNvSpPr/>
              <p:nvPr/>
            </p:nvSpPr>
            <p:spPr>
              <a:xfrm>
                <a:off x="9848127" y="4821478"/>
                <a:ext cx="257012" cy="330939"/>
              </a:xfrm>
              <a:custGeom>
                <a:rect b="b" l="l" r="r" t="t"/>
                <a:pathLst>
                  <a:path extrusionOk="0" h="3913585" w="3039346">
                    <a:moveTo>
                      <a:pt x="1527178" y="2618567"/>
                    </a:moveTo>
                    <a:cubicBezTo>
                      <a:pt x="1429201" y="2618567"/>
                      <a:pt x="1349775" y="2697993"/>
                      <a:pt x="1349775" y="2795971"/>
                    </a:cubicBezTo>
                    <a:cubicBezTo>
                      <a:pt x="1349775" y="2861110"/>
                      <a:pt x="1384883" y="2918050"/>
                      <a:pt x="1437574" y="2948279"/>
                    </a:cubicBezTo>
                    <a:lnTo>
                      <a:pt x="1275150" y="3311239"/>
                    </a:lnTo>
                    <a:lnTo>
                      <a:pt x="1779206" y="3311239"/>
                    </a:lnTo>
                    <a:lnTo>
                      <a:pt x="1616782" y="2948279"/>
                    </a:lnTo>
                    <a:cubicBezTo>
                      <a:pt x="1669475" y="2918050"/>
                      <a:pt x="1704582" y="2861110"/>
                      <a:pt x="1704582" y="2795971"/>
                    </a:cubicBezTo>
                    <a:cubicBezTo>
                      <a:pt x="1704582" y="2697993"/>
                      <a:pt x="1625156" y="2618567"/>
                      <a:pt x="1527178" y="2618567"/>
                    </a:cubicBezTo>
                    <a:close/>
                    <a:moveTo>
                      <a:pt x="1527178" y="0"/>
                    </a:moveTo>
                    <a:cubicBezTo>
                      <a:pt x="2026975" y="0"/>
                      <a:pt x="2435288" y="391686"/>
                      <a:pt x="2460697" y="884907"/>
                    </a:cubicBezTo>
                    <a:lnTo>
                      <a:pt x="2463282" y="884907"/>
                    </a:lnTo>
                    <a:lnTo>
                      <a:pt x="2463282" y="936104"/>
                    </a:lnTo>
                    <a:lnTo>
                      <a:pt x="2463282" y="1656184"/>
                    </a:lnTo>
                    <a:lnTo>
                      <a:pt x="2067282" y="1656184"/>
                    </a:lnTo>
                    <a:lnTo>
                      <a:pt x="2067282" y="1427425"/>
                    </a:lnTo>
                    <a:lnTo>
                      <a:pt x="2310132" y="1427584"/>
                    </a:lnTo>
                    <a:cubicBezTo>
                      <a:pt x="2310132" y="1320268"/>
                      <a:pt x="2206785" y="1230216"/>
                      <a:pt x="2067282" y="1206340"/>
                    </a:cubicBezTo>
                    <a:lnTo>
                      <a:pt x="2067282" y="936104"/>
                    </a:lnTo>
                    <a:lnTo>
                      <a:pt x="2066786" y="936104"/>
                    </a:lnTo>
                    <a:cubicBezTo>
                      <a:pt x="2066786" y="638087"/>
                      <a:pt x="1825195" y="396496"/>
                      <a:pt x="1527178" y="396496"/>
                    </a:cubicBezTo>
                    <a:cubicBezTo>
                      <a:pt x="1229161" y="396496"/>
                      <a:pt x="987570" y="638087"/>
                      <a:pt x="987570" y="936104"/>
                    </a:cubicBezTo>
                    <a:lnTo>
                      <a:pt x="987074" y="936104"/>
                    </a:lnTo>
                    <a:lnTo>
                      <a:pt x="987074" y="1872209"/>
                    </a:lnTo>
                    <a:lnTo>
                      <a:pt x="2699110" y="1872209"/>
                    </a:lnTo>
                    <a:cubicBezTo>
                      <a:pt x="2887017" y="1872209"/>
                      <a:pt x="3039346" y="2024538"/>
                      <a:pt x="3039346" y="2212445"/>
                    </a:cubicBezTo>
                    <a:lnTo>
                      <a:pt x="3039346" y="3573349"/>
                    </a:lnTo>
                    <a:cubicBezTo>
                      <a:pt x="3039346" y="3761256"/>
                      <a:pt x="2887017" y="3913585"/>
                      <a:pt x="2699110" y="3913585"/>
                    </a:cubicBezTo>
                    <a:lnTo>
                      <a:pt x="340236" y="3913585"/>
                    </a:lnTo>
                    <a:cubicBezTo>
                      <a:pt x="152329" y="3913585"/>
                      <a:pt x="0" y="3761256"/>
                      <a:pt x="0" y="3573349"/>
                    </a:cubicBezTo>
                    <a:lnTo>
                      <a:pt x="0" y="2212445"/>
                    </a:lnTo>
                    <a:cubicBezTo>
                      <a:pt x="0" y="2024538"/>
                      <a:pt x="152329" y="1872209"/>
                      <a:pt x="340236" y="1872209"/>
                    </a:cubicBezTo>
                    <a:lnTo>
                      <a:pt x="591074" y="1872209"/>
                    </a:lnTo>
                    <a:lnTo>
                      <a:pt x="591074" y="936104"/>
                    </a:lnTo>
                    <a:cubicBezTo>
                      <a:pt x="591074" y="419108"/>
                      <a:pt x="1010182" y="0"/>
                      <a:pt x="1527178"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670" name="Google Shape;3670;p60"/>
              <p:cNvSpPr/>
              <p:nvPr/>
            </p:nvSpPr>
            <p:spPr>
              <a:xfrm>
                <a:off x="10547386" y="3842640"/>
                <a:ext cx="309335" cy="309300"/>
              </a:xfrm>
              <a:custGeom>
                <a:rect b="b" l="l" r="r" t="t"/>
                <a:pathLst>
                  <a:path extrusionOk="0" h="3960000" w="3960440">
                    <a:moveTo>
                      <a:pt x="2117745" y="2289258"/>
                    </a:moveTo>
                    <a:cubicBezTo>
                      <a:pt x="2253931" y="2373161"/>
                      <a:pt x="2290104" y="2397532"/>
                      <a:pt x="2392952" y="2510010"/>
                    </a:cubicBezTo>
                    <a:cubicBezTo>
                      <a:pt x="2551302" y="2699530"/>
                      <a:pt x="2456894" y="2911213"/>
                      <a:pt x="2285214" y="2987744"/>
                    </a:cubicBezTo>
                    <a:cubicBezTo>
                      <a:pt x="2046443" y="3084914"/>
                      <a:pt x="1864058" y="3073352"/>
                      <a:pt x="1634211" y="2962065"/>
                    </a:cubicBezTo>
                    <a:cubicBezTo>
                      <a:pt x="1390134" y="2803501"/>
                      <a:pt x="1391670" y="2463226"/>
                      <a:pt x="1703848" y="2355742"/>
                    </a:cubicBezTo>
                    <a:cubicBezTo>
                      <a:pt x="1867216" y="2309770"/>
                      <a:pt x="1932946" y="2304275"/>
                      <a:pt x="2117745" y="2289258"/>
                    </a:cubicBezTo>
                    <a:close/>
                    <a:moveTo>
                      <a:pt x="1895201" y="880902"/>
                    </a:moveTo>
                    <a:cubicBezTo>
                      <a:pt x="2049819" y="878570"/>
                      <a:pt x="2210983" y="1023567"/>
                      <a:pt x="2276065" y="1236504"/>
                    </a:cubicBezTo>
                    <a:cubicBezTo>
                      <a:pt x="2350446" y="1479859"/>
                      <a:pt x="2271166" y="1719799"/>
                      <a:pt x="2098990" y="1772423"/>
                    </a:cubicBezTo>
                    <a:cubicBezTo>
                      <a:pt x="1926813" y="1825048"/>
                      <a:pt x="1726940" y="1670429"/>
                      <a:pt x="1652559" y="1427074"/>
                    </a:cubicBezTo>
                    <a:cubicBezTo>
                      <a:pt x="1578180" y="1183717"/>
                      <a:pt x="1657458" y="943778"/>
                      <a:pt x="1829635" y="891153"/>
                    </a:cubicBezTo>
                    <a:close/>
                    <a:moveTo>
                      <a:pt x="2577034" y="759541"/>
                    </a:moveTo>
                    <a:lnTo>
                      <a:pt x="1972441" y="767241"/>
                    </a:lnTo>
                    <a:cubicBezTo>
                      <a:pt x="1929619" y="768623"/>
                      <a:pt x="1886068" y="773785"/>
                      <a:pt x="1842289" y="783004"/>
                    </a:cubicBezTo>
                    <a:cubicBezTo>
                      <a:pt x="1492048" y="856758"/>
                      <a:pt x="1259862" y="1162246"/>
                      <a:pt x="1323686" y="1465331"/>
                    </a:cubicBezTo>
                    <a:cubicBezTo>
                      <a:pt x="1380617" y="1735681"/>
                      <a:pt x="1653838" y="1912801"/>
                      <a:pt x="1960688" y="1894227"/>
                    </a:cubicBezTo>
                    <a:lnTo>
                      <a:pt x="1954787" y="1896039"/>
                    </a:lnTo>
                    <a:cubicBezTo>
                      <a:pt x="1858317" y="2000800"/>
                      <a:pt x="1978682" y="2148499"/>
                      <a:pt x="2028445" y="2210716"/>
                    </a:cubicBezTo>
                    <a:lnTo>
                      <a:pt x="1914361" y="2213518"/>
                    </a:lnTo>
                    <a:cubicBezTo>
                      <a:pt x="1373805" y="2249742"/>
                      <a:pt x="1143478" y="2466102"/>
                      <a:pt x="1177422" y="2809298"/>
                    </a:cubicBezTo>
                    <a:cubicBezTo>
                      <a:pt x="1211366" y="3152493"/>
                      <a:pt x="1741992" y="3244646"/>
                      <a:pt x="2060873" y="3229704"/>
                    </a:cubicBezTo>
                    <a:cubicBezTo>
                      <a:pt x="2379755" y="3214763"/>
                      <a:pt x="2698110" y="2930571"/>
                      <a:pt x="2719230" y="2648210"/>
                    </a:cubicBezTo>
                    <a:cubicBezTo>
                      <a:pt x="2699867" y="2070575"/>
                      <a:pt x="2052418" y="2112562"/>
                      <a:pt x="2282832" y="1799863"/>
                    </a:cubicBezTo>
                    <a:cubicBezTo>
                      <a:pt x="2510843" y="1673695"/>
                      <a:pt x="2641919" y="1435236"/>
                      <a:pt x="2592014" y="1198247"/>
                    </a:cubicBezTo>
                    <a:cubicBezTo>
                      <a:pt x="2566015" y="1074781"/>
                      <a:pt x="2494906" y="970760"/>
                      <a:pt x="2395028" y="897200"/>
                    </a:cubicBezTo>
                    <a:lnTo>
                      <a:pt x="2564389" y="891152"/>
                    </a:lnTo>
                    <a:cubicBezTo>
                      <a:pt x="2644558" y="859402"/>
                      <a:pt x="2739013" y="796695"/>
                      <a:pt x="2769176" y="767327"/>
                    </a:cubicBezTo>
                    <a:cubicBezTo>
                      <a:pt x="2755484" y="761968"/>
                      <a:pt x="2680847" y="759625"/>
                      <a:pt x="2577034" y="759541"/>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671" name="Google Shape;3671;p60"/>
              <p:cNvSpPr/>
              <p:nvPr/>
            </p:nvSpPr>
            <p:spPr>
              <a:xfrm>
                <a:off x="10401733" y="3025716"/>
                <a:ext cx="257188" cy="377708"/>
              </a:xfrm>
              <a:custGeom>
                <a:rect b="b" l="l" r="r" t="t"/>
                <a:pathLst>
                  <a:path extrusionOk="0" h="4032448" w="2745756">
                    <a:moveTo>
                      <a:pt x="1622229" y="1008112"/>
                    </a:moveTo>
                    <a:lnTo>
                      <a:pt x="2371247" y="1008112"/>
                    </a:lnTo>
                    <a:lnTo>
                      <a:pt x="2371247" y="3081405"/>
                    </a:lnTo>
                    <a:lnTo>
                      <a:pt x="2745756" y="3081405"/>
                    </a:lnTo>
                    <a:lnTo>
                      <a:pt x="1996738" y="4032448"/>
                    </a:lnTo>
                    <a:lnTo>
                      <a:pt x="1247720" y="3081405"/>
                    </a:lnTo>
                    <a:lnTo>
                      <a:pt x="1622229" y="3081405"/>
                    </a:lnTo>
                    <a:close/>
                    <a:moveTo>
                      <a:pt x="749018" y="0"/>
                    </a:moveTo>
                    <a:lnTo>
                      <a:pt x="1498036" y="951043"/>
                    </a:lnTo>
                    <a:lnTo>
                      <a:pt x="1123527" y="951043"/>
                    </a:lnTo>
                    <a:lnTo>
                      <a:pt x="1123527" y="3024336"/>
                    </a:lnTo>
                    <a:lnTo>
                      <a:pt x="374509" y="3024336"/>
                    </a:lnTo>
                    <a:lnTo>
                      <a:pt x="374509" y="951043"/>
                    </a:lnTo>
                    <a:lnTo>
                      <a:pt x="0" y="951043"/>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672" name="Google Shape;3672;p60"/>
              <p:cNvSpPr/>
              <p:nvPr/>
            </p:nvSpPr>
            <p:spPr>
              <a:xfrm>
                <a:off x="9438297" y="5013963"/>
                <a:ext cx="300437" cy="209342"/>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673" name="Google Shape;3673;p60"/>
              <p:cNvSpPr/>
              <p:nvPr/>
            </p:nvSpPr>
            <p:spPr>
              <a:xfrm rot="678773">
                <a:off x="10108027" y="4569149"/>
                <a:ext cx="338104" cy="343148"/>
              </a:xfrm>
              <a:custGeom>
                <a:rect b="b" l="l" r="r" t="t"/>
                <a:pathLst>
                  <a:path extrusionOk="0" h="3948462" w="3890413">
                    <a:moveTo>
                      <a:pt x="1853384" y="1371624"/>
                    </a:moveTo>
                    <a:lnTo>
                      <a:pt x="1768767" y="1390324"/>
                    </a:lnTo>
                    <a:cubicBezTo>
                      <a:pt x="1579409" y="1463487"/>
                      <a:pt x="1490873" y="1833773"/>
                      <a:pt x="1517577" y="2042010"/>
                    </a:cubicBezTo>
                    <a:cubicBezTo>
                      <a:pt x="1544281" y="2250247"/>
                      <a:pt x="1644086" y="2624290"/>
                      <a:pt x="1928990" y="2639747"/>
                    </a:cubicBezTo>
                    <a:cubicBezTo>
                      <a:pt x="2177093" y="2653207"/>
                      <a:pt x="2337423" y="2363017"/>
                      <a:pt x="2318674" y="2006358"/>
                    </a:cubicBezTo>
                    <a:cubicBezTo>
                      <a:pt x="2310210" y="1948950"/>
                      <a:pt x="2301678" y="1891436"/>
                      <a:pt x="2293344" y="1834228"/>
                    </a:cubicBezTo>
                    <a:cubicBezTo>
                      <a:pt x="2229725" y="1555945"/>
                      <a:pt x="2050691" y="1359067"/>
                      <a:pt x="1853384" y="1371624"/>
                    </a:cubicBezTo>
                    <a:close/>
                    <a:moveTo>
                      <a:pt x="1594841" y="45653"/>
                    </a:moveTo>
                    <a:cubicBezTo>
                      <a:pt x="2527821" y="-128041"/>
                      <a:pt x="3626282" y="158796"/>
                      <a:pt x="3869632" y="1517323"/>
                    </a:cubicBezTo>
                    <a:cubicBezTo>
                      <a:pt x="3939308" y="2058696"/>
                      <a:pt x="3820785" y="2251376"/>
                      <a:pt x="3706266" y="2457195"/>
                    </a:cubicBezTo>
                    <a:cubicBezTo>
                      <a:pt x="3132098" y="3124925"/>
                      <a:pt x="2589274" y="2611359"/>
                      <a:pt x="2548384" y="2446988"/>
                    </a:cubicBezTo>
                    <a:cubicBezTo>
                      <a:pt x="2411721" y="3024903"/>
                      <a:pt x="2005702" y="3164775"/>
                      <a:pt x="1746058" y="3093574"/>
                    </a:cubicBezTo>
                    <a:cubicBezTo>
                      <a:pt x="1486414" y="3022373"/>
                      <a:pt x="990519" y="2612821"/>
                      <a:pt x="990519" y="2019783"/>
                    </a:cubicBezTo>
                    <a:cubicBezTo>
                      <a:pt x="990519" y="1500875"/>
                      <a:pt x="1249504" y="1067935"/>
                      <a:pt x="1593790" y="967808"/>
                    </a:cubicBezTo>
                    <a:cubicBezTo>
                      <a:pt x="1642974" y="953504"/>
                      <a:pt x="1694009" y="949376"/>
                      <a:pt x="1746058" y="945992"/>
                    </a:cubicBezTo>
                    <a:cubicBezTo>
                      <a:pt x="2004670" y="929176"/>
                      <a:pt x="2081338" y="1030119"/>
                      <a:pt x="2206475" y="1173924"/>
                    </a:cubicBezTo>
                    <a:cubicBezTo>
                      <a:pt x="2194343" y="1061758"/>
                      <a:pt x="2187003" y="961165"/>
                      <a:pt x="2185910" y="877882"/>
                    </a:cubicBezTo>
                    <a:lnTo>
                      <a:pt x="2656644" y="803138"/>
                    </a:lnTo>
                    <a:lnTo>
                      <a:pt x="2828567" y="2099525"/>
                    </a:lnTo>
                    <a:cubicBezTo>
                      <a:pt x="2888366" y="2544108"/>
                      <a:pt x="3261961" y="2420799"/>
                      <a:pt x="3362812" y="2002360"/>
                    </a:cubicBezTo>
                    <a:cubicBezTo>
                      <a:pt x="3355320" y="1625023"/>
                      <a:pt x="3366534" y="1729632"/>
                      <a:pt x="3289926" y="1346695"/>
                    </a:cubicBezTo>
                    <a:lnTo>
                      <a:pt x="3290031" y="1346798"/>
                    </a:lnTo>
                    <a:cubicBezTo>
                      <a:pt x="3068547" y="637774"/>
                      <a:pt x="2419129" y="439933"/>
                      <a:pt x="1700745" y="575031"/>
                    </a:cubicBezTo>
                    <a:cubicBezTo>
                      <a:pt x="890947" y="727320"/>
                      <a:pt x="415476" y="1491783"/>
                      <a:pt x="571995" y="2274165"/>
                    </a:cubicBezTo>
                    <a:cubicBezTo>
                      <a:pt x="728513" y="3056546"/>
                      <a:pt x="1580131" y="3572543"/>
                      <a:pt x="2267548" y="3408286"/>
                    </a:cubicBezTo>
                    <a:cubicBezTo>
                      <a:pt x="2796517" y="3281890"/>
                      <a:pt x="2641988" y="3320887"/>
                      <a:pt x="3194376" y="3072653"/>
                    </a:cubicBezTo>
                    <a:cubicBezTo>
                      <a:pt x="3249441" y="3306078"/>
                      <a:pt x="3239115" y="3309742"/>
                      <a:pt x="3268026" y="3509545"/>
                    </a:cubicBezTo>
                    <a:cubicBezTo>
                      <a:pt x="3021841" y="3717756"/>
                      <a:pt x="2685602" y="3836362"/>
                      <a:pt x="2347298" y="3904041"/>
                    </a:cubicBezTo>
                    <a:cubicBezTo>
                      <a:pt x="1157336" y="4112956"/>
                      <a:pt x="289475" y="3581660"/>
                      <a:pt x="42617" y="2380068"/>
                    </a:cubicBezTo>
                    <a:cubicBezTo>
                      <a:pt x="-204242" y="1178477"/>
                      <a:pt x="661862" y="219348"/>
                      <a:pt x="1594841" y="45653"/>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674" name="Google Shape;3674;p60"/>
              <p:cNvSpPr/>
              <p:nvPr/>
            </p:nvSpPr>
            <p:spPr>
              <a:xfrm>
                <a:off x="8506880" y="2771935"/>
                <a:ext cx="315652" cy="359610"/>
              </a:xfrm>
              <a:custGeom>
                <a:rect b="b" l="l" r="r" t="t"/>
                <a:pathLst>
                  <a:path extrusionOk="0" h="3938119" w="3456727">
                    <a:moveTo>
                      <a:pt x="1728364" y="1961325"/>
                    </a:moveTo>
                    <a:cubicBezTo>
                      <a:pt x="1726089" y="2407152"/>
                      <a:pt x="1737463" y="2812034"/>
                      <a:pt x="1735188" y="3257861"/>
                    </a:cubicBezTo>
                    <a:cubicBezTo>
                      <a:pt x="2394830" y="3057694"/>
                      <a:pt x="2610919" y="2352560"/>
                      <a:pt x="2765594" y="1981796"/>
                    </a:cubicBezTo>
                    <a:close/>
                    <a:moveTo>
                      <a:pt x="1728362" y="682044"/>
                    </a:moveTo>
                    <a:cubicBezTo>
                      <a:pt x="1355324" y="868563"/>
                      <a:pt x="1166530" y="952725"/>
                      <a:pt x="609247" y="1002767"/>
                    </a:cubicBezTo>
                    <a:cubicBezTo>
                      <a:pt x="606972" y="1330312"/>
                      <a:pt x="631992" y="1623739"/>
                      <a:pt x="704780" y="1964933"/>
                    </a:cubicBezTo>
                    <a:lnTo>
                      <a:pt x="1728363" y="1971757"/>
                    </a:lnTo>
                    <a:cubicBezTo>
                      <a:pt x="1728363" y="1541853"/>
                      <a:pt x="1728362" y="1111948"/>
                      <a:pt x="1728362" y="682044"/>
                    </a:cubicBezTo>
                    <a:close/>
                    <a:moveTo>
                      <a:pt x="1723409" y="487996"/>
                    </a:moveTo>
                    <a:cubicBezTo>
                      <a:pt x="1725062" y="488690"/>
                      <a:pt x="1726712" y="489384"/>
                      <a:pt x="1728363" y="490064"/>
                    </a:cubicBezTo>
                    <a:cubicBezTo>
                      <a:pt x="1730015" y="489384"/>
                      <a:pt x="1731666" y="488690"/>
                      <a:pt x="1733319" y="487996"/>
                    </a:cubicBezTo>
                    <a:lnTo>
                      <a:pt x="1733319" y="492131"/>
                    </a:lnTo>
                    <a:cubicBezTo>
                      <a:pt x="2179467" y="679460"/>
                      <a:pt x="2405896" y="769409"/>
                      <a:pt x="2817789" y="813808"/>
                    </a:cubicBezTo>
                    <a:cubicBezTo>
                      <a:pt x="2971516" y="823489"/>
                      <a:pt x="3036247" y="875307"/>
                      <a:pt x="3033236" y="1061333"/>
                    </a:cubicBezTo>
                    <a:cubicBezTo>
                      <a:pt x="3015439" y="2441328"/>
                      <a:pt x="2363638" y="3359629"/>
                      <a:pt x="1733319" y="3448048"/>
                    </a:cubicBezTo>
                    <a:lnTo>
                      <a:pt x="1733319" y="3450123"/>
                    </a:lnTo>
                    <a:lnTo>
                      <a:pt x="1728363" y="3449086"/>
                    </a:lnTo>
                    <a:lnTo>
                      <a:pt x="1723409" y="3450123"/>
                    </a:lnTo>
                    <a:lnTo>
                      <a:pt x="1723409" y="3448048"/>
                    </a:lnTo>
                    <a:cubicBezTo>
                      <a:pt x="1093089" y="3359629"/>
                      <a:pt x="441289" y="2441328"/>
                      <a:pt x="423491" y="1061333"/>
                    </a:cubicBezTo>
                    <a:cubicBezTo>
                      <a:pt x="420479" y="875307"/>
                      <a:pt x="485211" y="823489"/>
                      <a:pt x="638937" y="813808"/>
                    </a:cubicBezTo>
                    <a:cubicBezTo>
                      <a:pt x="1050832" y="769409"/>
                      <a:pt x="1277261" y="679460"/>
                      <a:pt x="1723409" y="492131"/>
                    </a:cubicBezTo>
                    <a:close/>
                    <a:moveTo>
                      <a:pt x="1722802" y="306889"/>
                    </a:moveTo>
                    <a:lnTo>
                      <a:pt x="1722802" y="311530"/>
                    </a:lnTo>
                    <a:cubicBezTo>
                      <a:pt x="1222099" y="521767"/>
                      <a:pt x="967982" y="622713"/>
                      <a:pt x="505720" y="672542"/>
                    </a:cubicBezTo>
                    <a:cubicBezTo>
                      <a:pt x="333196" y="683408"/>
                      <a:pt x="260550" y="741561"/>
                      <a:pt x="263929" y="950334"/>
                    </a:cubicBezTo>
                    <a:cubicBezTo>
                      <a:pt x="283902" y="2499079"/>
                      <a:pt x="1015407" y="3529669"/>
                      <a:pt x="1722802" y="3628902"/>
                    </a:cubicBezTo>
                    <a:lnTo>
                      <a:pt x="1722802" y="3631230"/>
                    </a:lnTo>
                    <a:lnTo>
                      <a:pt x="1728365" y="3630065"/>
                    </a:lnTo>
                    <a:lnTo>
                      <a:pt x="1733925" y="3631230"/>
                    </a:lnTo>
                    <a:lnTo>
                      <a:pt x="1733925" y="3628902"/>
                    </a:lnTo>
                    <a:cubicBezTo>
                      <a:pt x="2441322" y="3529669"/>
                      <a:pt x="3172826" y="2499079"/>
                      <a:pt x="3192800" y="950334"/>
                    </a:cubicBezTo>
                    <a:cubicBezTo>
                      <a:pt x="3196179" y="741561"/>
                      <a:pt x="3123532" y="683408"/>
                      <a:pt x="2951007" y="672542"/>
                    </a:cubicBezTo>
                    <a:cubicBezTo>
                      <a:pt x="2488747" y="622713"/>
                      <a:pt x="2234630" y="521767"/>
                      <a:pt x="1733925" y="311530"/>
                    </a:cubicBezTo>
                    <a:lnTo>
                      <a:pt x="1733925" y="306889"/>
                    </a:lnTo>
                    <a:cubicBezTo>
                      <a:pt x="1732071" y="307669"/>
                      <a:pt x="1730218" y="308445"/>
                      <a:pt x="1728365" y="309209"/>
                    </a:cubicBezTo>
                    <a:cubicBezTo>
                      <a:pt x="1726510" y="308445"/>
                      <a:pt x="1724659" y="307669"/>
                      <a:pt x="1722802" y="306889"/>
                    </a:cubicBezTo>
                    <a:close/>
                    <a:moveTo>
                      <a:pt x="1721800" y="0"/>
                    </a:moveTo>
                    <a:cubicBezTo>
                      <a:pt x="1723991" y="923"/>
                      <a:pt x="1726176" y="1844"/>
                      <a:pt x="1728363" y="2749"/>
                    </a:cubicBezTo>
                    <a:cubicBezTo>
                      <a:pt x="1730551" y="1844"/>
                      <a:pt x="1732737" y="923"/>
                      <a:pt x="1734926" y="0"/>
                    </a:cubicBezTo>
                    <a:lnTo>
                      <a:pt x="1734926" y="5497"/>
                    </a:lnTo>
                    <a:cubicBezTo>
                      <a:pt x="2325825" y="254550"/>
                      <a:pt x="2625718" y="374136"/>
                      <a:pt x="3171248" y="433164"/>
                    </a:cubicBezTo>
                    <a:cubicBezTo>
                      <a:pt x="3374850" y="446035"/>
                      <a:pt x="3460584" y="514926"/>
                      <a:pt x="3456595" y="762245"/>
                    </a:cubicBezTo>
                    <a:cubicBezTo>
                      <a:pt x="3433024" y="2596936"/>
                      <a:pt x="2569749" y="3817807"/>
                      <a:pt x="1734926" y="3935360"/>
                    </a:cubicBezTo>
                    <a:lnTo>
                      <a:pt x="1734926" y="3938119"/>
                    </a:lnTo>
                    <a:lnTo>
                      <a:pt x="1728363" y="3936740"/>
                    </a:lnTo>
                    <a:lnTo>
                      <a:pt x="1721800" y="3938119"/>
                    </a:lnTo>
                    <a:lnTo>
                      <a:pt x="1721800" y="3935360"/>
                    </a:lnTo>
                    <a:cubicBezTo>
                      <a:pt x="886977" y="3817807"/>
                      <a:pt x="23703" y="2596936"/>
                      <a:pt x="132" y="762245"/>
                    </a:cubicBezTo>
                    <a:cubicBezTo>
                      <a:pt x="-3858" y="514926"/>
                      <a:pt x="81876" y="446035"/>
                      <a:pt x="285478" y="433164"/>
                    </a:cubicBezTo>
                    <a:cubicBezTo>
                      <a:pt x="831010" y="374136"/>
                      <a:pt x="1130903" y="254550"/>
                      <a:pt x="1721800" y="549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675" name="Google Shape;3675;p60"/>
              <p:cNvSpPr/>
              <p:nvPr/>
            </p:nvSpPr>
            <p:spPr>
              <a:xfrm>
                <a:off x="9655543" y="2519661"/>
                <a:ext cx="338578" cy="338540"/>
              </a:xfrm>
              <a:custGeom>
                <a:rect b="b" l="l" r="r" t="t"/>
                <a:pathLst>
                  <a:path extrusionOk="0" h="3960000" w="3960440">
                    <a:moveTo>
                      <a:pt x="2764687" y="782779"/>
                    </a:moveTo>
                    <a:cubicBezTo>
                      <a:pt x="2512183" y="782779"/>
                      <a:pt x="2307488" y="987475"/>
                      <a:pt x="2307487" y="1239980"/>
                    </a:cubicBezTo>
                    <a:cubicBezTo>
                      <a:pt x="2307487" y="1241985"/>
                      <a:pt x="2307500" y="1243987"/>
                      <a:pt x="2308092" y="1245978"/>
                    </a:cubicBezTo>
                    <a:lnTo>
                      <a:pt x="1570677" y="1632536"/>
                    </a:lnTo>
                    <a:cubicBezTo>
                      <a:pt x="1488749" y="1552118"/>
                      <a:pt x="1376387" y="1502860"/>
                      <a:pt x="1252520" y="1502859"/>
                    </a:cubicBezTo>
                    <a:cubicBezTo>
                      <a:pt x="1000014" y="1502859"/>
                      <a:pt x="795319" y="1707555"/>
                      <a:pt x="795319" y="1960060"/>
                    </a:cubicBezTo>
                    <a:cubicBezTo>
                      <a:pt x="795319" y="2212565"/>
                      <a:pt x="1000014" y="2417260"/>
                      <a:pt x="1252520" y="2417260"/>
                    </a:cubicBezTo>
                    <a:cubicBezTo>
                      <a:pt x="1361432" y="2417260"/>
                      <a:pt x="1461449" y="2379178"/>
                      <a:pt x="1538674" y="2313987"/>
                    </a:cubicBezTo>
                    <a:lnTo>
                      <a:pt x="2308734" y="2717656"/>
                    </a:lnTo>
                    <a:cubicBezTo>
                      <a:pt x="2314220" y="2964461"/>
                      <a:pt x="2516327" y="3162492"/>
                      <a:pt x="2764688" y="3162492"/>
                    </a:cubicBezTo>
                    <a:cubicBezTo>
                      <a:pt x="3017192" y="3162492"/>
                      <a:pt x="3221888" y="2957797"/>
                      <a:pt x="3221887" y="2705292"/>
                    </a:cubicBezTo>
                    <a:cubicBezTo>
                      <a:pt x="3221887" y="2452786"/>
                      <a:pt x="3017192" y="2248092"/>
                      <a:pt x="2764688" y="2248092"/>
                    </a:cubicBezTo>
                    <a:cubicBezTo>
                      <a:pt x="2638870" y="2248092"/>
                      <a:pt x="2524924" y="2298913"/>
                      <a:pt x="2442337" y="2381228"/>
                    </a:cubicBezTo>
                    <a:lnTo>
                      <a:pt x="1706164" y="1995322"/>
                    </a:lnTo>
                    <a:lnTo>
                      <a:pt x="1709074" y="1966451"/>
                    </a:lnTo>
                    <a:lnTo>
                      <a:pt x="2455698" y="1575067"/>
                    </a:lnTo>
                    <a:cubicBezTo>
                      <a:pt x="2536225" y="1651261"/>
                      <a:pt x="2645094" y="1697180"/>
                      <a:pt x="2764687" y="1697179"/>
                    </a:cubicBezTo>
                    <a:cubicBezTo>
                      <a:pt x="3017193" y="1697180"/>
                      <a:pt x="3221887" y="1492485"/>
                      <a:pt x="3221888" y="1239980"/>
                    </a:cubicBezTo>
                    <a:cubicBezTo>
                      <a:pt x="3221887" y="987475"/>
                      <a:pt x="3017193" y="782779"/>
                      <a:pt x="2764687" y="782779"/>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676" name="Google Shape;3676;p60"/>
              <p:cNvSpPr/>
              <p:nvPr/>
            </p:nvSpPr>
            <p:spPr>
              <a:xfrm rot="2648398">
                <a:off x="8942310" y="2514803"/>
                <a:ext cx="148930" cy="380894"/>
              </a:xfrm>
              <a:custGeom>
                <a:rect b="b" l="l" r="r" t="t"/>
                <a:pathLst>
                  <a:path extrusionOk="0" h="4764557" w="1862952">
                    <a:moveTo>
                      <a:pt x="289679" y="2004751"/>
                    </a:moveTo>
                    <a:cubicBezTo>
                      <a:pt x="458860" y="1838972"/>
                      <a:pt x="691283" y="1737733"/>
                      <a:pt x="946849" y="1740329"/>
                    </a:cubicBezTo>
                    <a:cubicBezTo>
                      <a:pt x="982916" y="1740695"/>
                      <a:pt x="1018481" y="1743119"/>
                      <a:pt x="1053366" y="1748014"/>
                    </a:cubicBezTo>
                    <a:cubicBezTo>
                      <a:pt x="1317748" y="1888655"/>
                      <a:pt x="1203170" y="2165630"/>
                      <a:pt x="978473" y="2204473"/>
                    </a:cubicBezTo>
                    <a:cubicBezTo>
                      <a:pt x="966642" y="2201190"/>
                      <a:pt x="954470" y="2200566"/>
                      <a:pt x="942176" y="2200441"/>
                    </a:cubicBezTo>
                    <a:cubicBezTo>
                      <a:pt x="697403" y="2197955"/>
                      <a:pt x="496962" y="2394367"/>
                      <a:pt x="494475" y="2639137"/>
                    </a:cubicBezTo>
                    <a:lnTo>
                      <a:pt x="482110" y="3856696"/>
                    </a:lnTo>
                    <a:cubicBezTo>
                      <a:pt x="479624" y="4101467"/>
                      <a:pt x="676035" y="4301910"/>
                      <a:pt x="920807" y="4304396"/>
                    </a:cubicBezTo>
                    <a:cubicBezTo>
                      <a:pt x="1043193" y="4305639"/>
                      <a:pt x="1154496" y="4257158"/>
                      <a:pt x="1235513" y="4177768"/>
                    </a:cubicBezTo>
                    <a:cubicBezTo>
                      <a:pt x="1316531" y="4098380"/>
                      <a:pt x="1367262" y="3988084"/>
                      <a:pt x="1368506" y="3865699"/>
                    </a:cubicBezTo>
                    <a:lnTo>
                      <a:pt x="1375662" y="3161156"/>
                    </a:lnTo>
                    <a:cubicBezTo>
                      <a:pt x="1504082" y="3167548"/>
                      <a:pt x="1792622" y="2981572"/>
                      <a:pt x="1861834" y="2783546"/>
                    </a:cubicBezTo>
                    <a:lnTo>
                      <a:pt x="1851019" y="3848423"/>
                    </a:lnTo>
                    <a:cubicBezTo>
                      <a:pt x="1848423" y="4103989"/>
                      <a:pt x="1742485" y="4334308"/>
                      <a:pt x="1573304" y="4500088"/>
                    </a:cubicBezTo>
                    <a:cubicBezTo>
                      <a:pt x="1404123" y="4665866"/>
                      <a:pt x="1171700" y="4767105"/>
                      <a:pt x="916134" y="4764509"/>
                    </a:cubicBezTo>
                    <a:cubicBezTo>
                      <a:pt x="405002" y="4759318"/>
                      <a:pt x="-5143" y="4340756"/>
                      <a:pt x="48" y="3829624"/>
                    </a:cubicBezTo>
                    <a:lnTo>
                      <a:pt x="11964" y="2656415"/>
                    </a:lnTo>
                    <a:cubicBezTo>
                      <a:pt x="14559" y="2400849"/>
                      <a:pt x="120498" y="2170529"/>
                      <a:pt x="289679" y="2004751"/>
                    </a:cubicBezTo>
                    <a:close/>
                    <a:moveTo>
                      <a:pt x="282968" y="271082"/>
                    </a:moveTo>
                    <a:cubicBezTo>
                      <a:pt x="450457" y="103594"/>
                      <a:pt x="681840" y="0"/>
                      <a:pt x="937419" y="0"/>
                    </a:cubicBezTo>
                    <a:cubicBezTo>
                      <a:pt x="1448577" y="0"/>
                      <a:pt x="1862952" y="414375"/>
                      <a:pt x="1862952" y="925533"/>
                    </a:cubicBezTo>
                    <a:lnTo>
                      <a:pt x="1862952" y="2098803"/>
                    </a:lnTo>
                    <a:cubicBezTo>
                      <a:pt x="1862952" y="2609961"/>
                      <a:pt x="1448577" y="3024336"/>
                      <a:pt x="937419" y="3024336"/>
                    </a:cubicBezTo>
                    <a:cubicBezTo>
                      <a:pt x="901350" y="3024336"/>
                      <a:pt x="865762" y="3022273"/>
                      <a:pt x="830829" y="3017733"/>
                    </a:cubicBezTo>
                    <a:cubicBezTo>
                      <a:pt x="565032" y="2879784"/>
                      <a:pt x="676792" y="2601660"/>
                      <a:pt x="901083" y="2560538"/>
                    </a:cubicBezTo>
                    <a:cubicBezTo>
                      <a:pt x="912947" y="2563700"/>
                      <a:pt x="925124" y="2564200"/>
                      <a:pt x="937419" y="2564200"/>
                    </a:cubicBezTo>
                    <a:cubicBezTo>
                      <a:pt x="1182204" y="2564200"/>
                      <a:pt x="1380640" y="2365763"/>
                      <a:pt x="1380641" y="2120980"/>
                    </a:cubicBezTo>
                    <a:lnTo>
                      <a:pt x="1380640" y="903358"/>
                    </a:lnTo>
                    <a:cubicBezTo>
                      <a:pt x="1380640" y="658574"/>
                      <a:pt x="1182204" y="460137"/>
                      <a:pt x="937419" y="460137"/>
                    </a:cubicBezTo>
                    <a:cubicBezTo>
                      <a:pt x="815027" y="460137"/>
                      <a:pt x="704222" y="509746"/>
                      <a:pt x="624015" y="589954"/>
                    </a:cubicBezTo>
                    <a:cubicBezTo>
                      <a:pt x="543808" y="670161"/>
                      <a:pt x="494199" y="780966"/>
                      <a:pt x="494199" y="903358"/>
                    </a:cubicBezTo>
                    <a:lnTo>
                      <a:pt x="494198" y="1607937"/>
                    </a:lnTo>
                    <a:cubicBezTo>
                      <a:pt x="365720" y="1602850"/>
                      <a:pt x="79084" y="1791747"/>
                      <a:pt x="11886" y="1990465"/>
                    </a:cubicBezTo>
                    <a:lnTo>
                      <a:pt x="11886" y="925533"/>
                    </a:lnTo>
                    <a:cubicBezTo>
                      <a:pt x="11886" y="669954"/>
                      <a:pt x="115480" y="438571"/>
                      <a:pt x="282968" y="271082"/>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677" name="Google Shape;3677;p60"/>
              <p:cNvSpPr/>
              <p:nvPr/>
            </p:nvSpPr>
            <p:spPr>
              <a:xfrm rot="8580000">
                <a:off x="8651645" y="4749636"/>
                <a:ext cx="318301" cy="317452"/>
              </a:xfrm>
              <a:custGeom>
                <a:rect b="b" l="l" r="r" t="t"/>
                <a:pathLst>
                  <a:path extrusionOk="0" h="3862045" w="3872365">
                    <a:moveTo>
                      <a:pt x="1786489" y="808318"/>
                    </a:moveTo>
                    <a:cubicBezTo>
                      <a:pt x="1525809" y="610106"/>
                      <a:pt x="1257124" y="397966"/>
                      <a:pt x="1040385" y="230829"/>
                    </a:cubicBezTo>
                    <a:cubicBezTo>
                      <a:pt x="1905215" y="-194386"/>
                      <a:pt x="2650439" y="24572"/>
                      <a:pt x="3162062" y="429660"/>
                    </a:cubicBezTo>
                    <a:cubicBezTo>
                      <a:pt x="3007351" y="875340"/>
                      <a:pt x="2905932" y="1443216"/>
                      <a:pt x="2745609" y="1410478"/>
                    </a:cubicBezTo>
                    <a:cubicBezTo>
                      <a:pt x="2633182" y="1430335"/>
                      <a:pt x="2220955" y="1138671"/>
                      <a:pt x="1786489" y="808318"/>
                    </a:cubicBezTo>
                    <a:close/>
                    <a:moveTo>
                      <a:pt x="2701004" y="2590217"/>
                    </a:moveTo>
                    <a:cubicBezTo>
                      <a:pt x="2682933" y="2576481"/>
                      <a:pt x="2672282" y="2559744"/>
                      <a:pt x="2670336" y="2539383"/>
                    </a:cubicBezTo>
                    <a:cubicBezTo>
                      <a:pt x="2587360" y="2376647"/>
                      <a:pt x="3042640" y="1246798"/>
                      <a:pt x="3299881" y="563773"/>
                    </a:cubicBezTo>
                    <a:cubicBezTo>
                      <a:pt x="3959368" y="1266493"/>
                      <a:pt x="3967860" y="2043171"/>
                      <a:pt x="3730056" y="2650875"/>
                    </a:cubicBezTo>
                    <a:cubicBezTo>
                      <a:pt x="3317547" y="2635434"/>
                      <a:pt x="2827499" y="2686366"/>
                      <a:pt x="2701004" y="2590217"/>
                    </a:cubicBezTo>
                    <a:close/>
                    <a:moveTo>
                      <a:pt x="19691" y="2248546"/>
                    </a:moveTo>
                    <a:cubicBezTo>
                      <a:pt x="-100797" y="1292396"/>
                      <a:pt x="348853" y="659059"/>
                      <a:pt x="898439" y="307194"/>
                    </a:cubicBezTo>
                    <a:cubicBezTo>
                      <a:pt x="1269469" y="598575"/>
                      <a:pt x="1773388" y="879352"/>
                      <a:pt x="1690237" y="1020281"/>
                    </a:cubicBezTo>
                    <a:cubicBezTo>
                      <a:pt x="1661713" y="1200709"/>
                      <a:pt x="629275" y="1847170"/>
                      <a:pt x="19691" y="2248546"/>
                    </a:cubicBezTo>
                    <a:close/>
                    <a:moveTo>
                      <a:pt x="1805382" y="3858278"/>
                    </a:moveTo>
                    <a:cubicBezTo>
                      <a:pt x="1676483" y="3404460"/>
                      <a:pt x="1433840" y="2881111"/>
                      <a:pt x="1583946" y="2815971"/>
                    </a:cubicBezTo>
                    <a:cubicBezTo>
                      <a:pt x="1713076" y="2686769"/>
                      <a:pt x="2928316" y="2770622"/>
                      <a:pt x="3657403" y="2804207"/>
                    </a:cubicBezTo>
                    <a:cubicBezTo>
                      <a:pt x="3192869" y="3648569"/>
                      <a:pt x="2456828" y="3896652"/>
                      <a:pt x="1805382" y="3858278"/>
                    </a:cubicBezTo>
                    <a:close/>
                    <a:moveTo>
                      <a:pt x="762284" y="3480575"/>
                    </a:moveTo>
                    <a:cubicBezTo>
                      <a:pt x="380940" y="3198297"/>
                      <a:pt x="161300" y="2806810"/>
                      <a:pt x="58293" y="2412172"/>
                    </a:cubicBezTo>
                    <a:cubicBezTo>
                      <a:pt x="450067" y="2149344"/>
                      <a:pt x="872820" y="1756853"/>
                      <a:pt x="981158" y="1879484"/>
                    </a:cubicBezTo>
                    <a:cubicBezTo>
                      <a:pt x="1143940" y="1962367"/>
                      <a:pt x="1439720" y="3144041"/>
                      <a:pt x="1633080" y="3847823"/>
                    </a:cubicBezTo>
                    <a:cubicBezTo>
                      <a:pt x="1278110" y="3779994"/>
                      <a:pt x="991090" y="3649942"/>
                      <a:pt x="762284" y="348057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678" name="Google Shape;3678;p60"/>
              <p:cNvSpPr/>
              <p:nvPr/>
            </p:nvSpPr>
            <p:spPr>
              <a:xfrm>
                <a:off x="8268788" y="3120081"/>
                <a:ext cx="291831" cy="251871"/>
              </a:xfrm>
              <a:custGeom>
                <a:rect b="b" l="l" r="r" t="t"/>
                <a:pathLst>
                  <a:path extrusionOk="0" h="316007" w="366142">
                    <a:moveTo>
                      <a:pt x="241139" y="0"/>
                    </a:moveTo>
                    <a:cubicBezTo>
                      <a:pt x="265040" y="0"/>
                      <a:pt x="292051" y="14516"/>
                      <a:pt x="306633" y="31202"/>
                    </a:cubicBezTo>
                    <a:cubicBezTo>
                      <a:pt x="327151" y="29858"/>
                      <a:pt x="335397" y="19692"/>
                      <a:pt x="349699" y="10558"/>
                    </a:cubicBezTo>
                    <a:cubicBezTo>
                      <a:pt x="343170" y="29574"/>
                      <a:pt x="336047" y="54091"/>
                      <a:pt x="325569" y="59830"/>
                    </a:cubicBezTo>
                    <a:cubicBezTo>
                      <a:pt x="340338" y="61437"/>
                      <a:pt x="353079" y="55334"/>
                      <a:pt x="366142" y="52395"/>
                    </a:cubicBezTo>
                    <a:cubicBezTo>
                      <a:pt x="361514" y="66282"/>
                      <a:pt x="342655" y="74263"/>
                      <a:pt x="334454" y="94697"/>
                    </a:cubicBezTo>
                    <a:cubicBezTo>
                      <a:pt x="326254" y="115131"/>
                      <a:pt x="329982" y="126199"/>
                      <a:pt x="316939" y="174999"/>
                    </a:cubicBezTo>
                    <a:cubicBezTo>
                      <a:pt x="296102" y="242622"/>
                      <a:pt x="276174" y="279635"/>
                      <a:pt x="184305" y="311458"/>
                    </a:cubicBezTo>
                    <a:cubicBezTo>
                      <a:pt x="152057" y="320905"/>
                      <a:pt x="83508" y="315693"/>
                      <a:pt x="27716" y="295316"/>
                    </a:cubicBezTo>
                    <a:lnTo>
                      <a:pt x="0" y="281129"/>
                    </a:lnTo>
                    <a:lnTo>
                      <a:pt x="0" y="268036"/>
                    </a:lnTo>
                    <a:lnTo>
                      <a:pt x="23178" y="266110"/>
                    </a:lnTo>
                    <a:cubicBezTo>
                      <a:pt x="63548" y="261698"/>
                      <a:pt x="90116" y="254801"/>
                      <a:pt x="108726" y="240807"/>
                    </a:cubicBezTo>
                    <a:cubicBezTo>
                      <a:pt x="87700" y="241375"/>
                      <a:pt x="35310" y="244403"/>
                      <a:pt x="20535" y="200079"/>
                    </a:cubicBezTo>
                    <a:cubicBezTo>
                      <a:pt x="37583" y="203299"/>
                      <a:pt x="59856" y="197334"/>
                      <a:pt x="70653" y="194871"/>
                    </a:cubicBezTo>
                    <a:cubicBezTo>
                      <a:pt x="57204" y="189662"/>
                      <a:pt x="37595" y="181773"/>
                      <a:pt x="20899" y="168840"/>
                    </a:cubicBezTo>
                    <a:lnTo>
                      <a:pt x="0" y="146258"/>
                    </a:lnTo>
                    <a:lnTo>
                      <a:pt x="0" y="116697"/>
                    </a:lnTo>
                    <a:lnTo>
                      <a:pt x="14104" y="121836"/>
                    </a:lnTo>
                    <a:cubicBezTo>
                      <a:pt x="23887" y="123910"/>
                      <a:pt x="33812" y="125203"/>
                      <a:pt x="40441" y="126434"/>
                    </a:cubicBezTo>
                    <a:cubicBezTo>
                      <a:pt x="9945" y="103325"/>
                      <a:pt x="-5039" y="60063"/>
                      <a:pt x="20722" y="8541"/>
                    </a:cubicBezTo>
                    <a:cubicBezTo>
                      <a:pt x="76047" y="73391"/>
                      <a:pt x="116697" y="97001"/>
                      <a:pt x="168525" y="104817"/>
                    </a:cubicBezTo>
                    <a:cubicBezTo>
                      <a:pt x="166649" y="98530"/>
                      <a:pt x="164888" y="89662"/>
                      <a:pt x="165796" y="68430"/>
                    </a:cubicBezTo>
                    <a:cubicBezTo>
                      <a:pt x="166838" y="44047"/>
                      <a:pt x="190944" y="0"/>
                      <a:pt x="241139"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3679" name="Google Shape;3679;p60"/>
              <p:cNvSpPr/>
              <p:nvPr/>
            </p:nvSpPr>
            <p:spPr>
              <a:xfrm>
                <a:off x="10509375" y="4197069"/>
                <a:ext cx="172150" cy="348350"/>
              </a:xfrm>
              <a:custGeom>
                <a:rect b="b" l="l" r="r" t="t"/>
                <a:pathLst>
                  <a:path extrusionOk="0" h="455920" w="225309">
                    <a:moveTo>
                      <a:pt x="139383" y="455355"/>
                    </a:moveTo>
                    <a:lnTo>
                      <a:pt x="139383" y="455920"/>
                    </a:lnTo>
                    <a:lnTo>
                      <a:pt x="139383" y="455355"/>
                    </a:lnTo>
                    <a:close/>
                    <a:moveTo>
                      <a:pt x="54403" y="455920"/>
                    </a:moveTo>
                    <a:lnTo>
                      <a:pt x="54403" y="455355"/>
                    </a:lnTo>
                    <a:lnTo>
                      <a:pt x="54403" y="455920"/>
                    </a:lnTo>
                    <a:close/>
                    <a:moveTo>
                      <a:pt x="193296" y="6"/>
                    </a:moveTo>
                    <a:cubicBezTo>
                      <a:pt x="204595" y="73"/>
                      <a:pt x="214144" y="770"/>
                      <a:pt x="225309" y="2823"/>
                    </a:cubicBezTo>
                    <a:cubicBezTo>
                      <a:pt x="225271" y="27274"/>
                      <a:pt x="222913" y="50194"/>
                      <a:pt x="219909" y="69600"/>
                    </a:cubicBezTo>
                    <a:cubicBezTo>
                      <a:pt x="188141" y="67117"/>
                      <a:pt x="138250" y="66776"/>
                      <a:pt x="139383" y="96177"/>
                    </a:cubicBezTo>
                    <a:lnTo>
                      <a:pt x="139383" y="140898"/>
                    </a:lnTo>
                    <a:lnTo>
                      <a:pt x="217171" y="140898"/>
                    </a:lnTo>
                    <a:lnTo>
                      <a:pt x="211626" y="215050"/>
                    </a:lnTo>
                    <a:lnTo>
                      <a:pt x="139383" y="216436"/>
                    </a:lnTo>
                    <a:lnTo>
                      <a:pt x="139383" y="455355"/>
                    </a:lnTo>
                    <a:lnTo>
                      <a:pt x="54403" y="455355"/>
                    </a:lnTo>
                    <a:lnTo>
                      <a:pt x="54403" y="216436"/>
                    </a:lnTo>
                    <a:lnTo>
                      <a:pt x="0" y="216436"/>
                    </a:lnTo>
                    <a:lnTo>
                      <a:pt x="0" y="140898"/>
                    </a:lnTo>
                    <a:lnTo>
                      <a:pt x="54403" y="140898"/>
                    </a:lnTo>
                    <a:lnTo>
                      <a:pt x="54403" y="90429"/>
                    </a:lnTo>
                    <a:cubicBezTo>
                      <a:pt x="54356" y="90266"/>
                      <a:pt x="54310" y="90103"/>
                      <a:pt x="54263" y="89940"/>
                    </a:cubicBezTo>
                    <a:cubicBezTo>
                      <a:pt x="54393" y="21715"/>
                      <a:pt x="104084" y="2174"/>
                      <a:pt x="150786" y="971"/>
                    </a:cubicBezTo>
                    <a:cubicBezTo>
                      <a:pt x="168948" y="503"/>
                      <a:pt x="181997" y="-60"/>
                      <a:pt x="193296" y="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3680" name="Google Shape;3680;p60"/>
              <p:cNvSpPr/>
              <p:nvPr/>
            </p:nvSpPr>
            <p:spPr>
              <a:xfrm>
                <a:off x="8105957" y="3478924"/>
                <a:ext cx="284621" cy="282605"/>
              </a:xfrm>
              <a:custGeom>
                <a:rect b="b" l="l" r="r" t="t"/>
                <a:pathLst>
                  <a:path extrusionOk="0" h="297454" w="299575">
                    <a:moveTo>
                      <a:pt x="249204" y="123541"/>
                    </a:moveTo>
                    <a:cubicBezTo>
                      <a:pt x="240190" y="123011"/>
                      <a:pt x="239659" y="128843"/>
                      <a:pt x="241250" y="136266"/>
                    </a:cubicBezTo>
                    <a:cubicBezTo>
                      <a:pt x="245492" y="158536"/>
                      <a:pt x="240720" y="179214"/>
                      <a:pt x="229055" y="198302"/>
                    </a:cubicBezTo>
                    <a:cubicBezTo>
                      <a:pt x="206255" y="234888"/>
                      <a:pt x="158536" y="250264"/>
                      <a:pt x="116648" y="234888"/>
                    </a:cubicBezTo>
                    <a:cubicBezTo>
                      <a:pt x="83774" y="222692"/>
                      <a:pt x="50901" y="185577"/>
                      <a:pt x="59914" y="135736"/>
                    </a:cubicBezTo>
                    <a:cubicBezTo>
                      <a:pt x="60444" y="132555"/>
                      <a:pt x="62565" y="127252"/>
                      <a:pt x="58324" y="125662"/>
                    </a:cubicBezTo>
                    <a:cubicBezTo>
                      <a:pt x="51431" y="122481"/>
                      <a:pt x="43477" y="123541"/>
                      <a:pt x="36585" y="125131"/>
                    </a:cubicBezTo>
                    <a:cubicBezTo>
                      <a:pt x="30222" y="126722"/>
                      <a:pt x="31813" y="133085"/>
                      <a:pt x="31813" y="137857"/>
                    </a:cubicBezTo>
                    <a:cubicBezTo>
                      <a:pt x="31813" y="174442"/>
                      <a:pt x="31813" y="210497"/>
                      <a:pt x="31813" y="247082"/>
                    </a:cubicBezTo>
                    <a:cubicBezTo>
                      <a:pt x="31813" y="262989"/>
                      <a:pt x="35524" y="266701"/>
                      <a:pt x="51961" y="266701"/>
                    </a:cubicBezTo>
                    <a:cubicBezTo>
                      <a:pt x="84835" y="266701"/>
                      <a:pt x="117178" y="266701"/>
                      <a:pt x="150052" y="266701"/>
                    </a:cubicBezTo>
                    <a:cubicBezTo>
                      <a:pt x="183456" y="266701"/>
                      <a:pt x="217390" y="266701"/>
                      <a:pt x="250794" y="266701"/>
                    </a:cubicBezTo>
                    <a:cubicBezTo>
                      <a:pt x="262459" y="266701"/>
                      <a:pt x="269352" y="261929"/>
                      <a:pt x="269352" y="250264"/>
                    </a:cubicBezTo>
                    <a:cubicBezTo>
                      <a:pt x="269352" y="211558"/>
                      <a:pt x="269352" y="173382"/>
                      <a:pt x="269352" y="134675"/>
                    </a:cubicBezTo>
                    <a:cubicBezTo>
                      <a:pt x="268822" y="126987"/>
                      <a:pt x="265773" y="124337"/>
                      <a:pt x="261863" y="123541"/>
                    </a:cubicBezTo>
                    <a:cubicBezTo>
                      <a:pt x="257952" y="122746"/>
                      <a:pt x="253180" y="123806"/>
                      <a:pt x="249204" y="123541"/>
                    </a:cubicBezTo>
                    <a:close/>
                    <a:moveTo>
                      <a:pt x="151642" y="88016"/>
                    </a:moveTo>
                    <a:cubicBezTo>
                      <a:pt x="116648" y="87486"/>
                      <a:pt x="89076" y="113997"/>
                      <a:pt x="89076" y="147931"/>
                    </a:cubicBezTo>
                    <a:cubicBezTo>
                      <a:pt x="89076" y="180805"/>
                      <a:pt x="117178" y="208377"/>
                      <a:pt x="150582" y="208377"/>
                    </a:cubicBezTo>
                    <a:cubicBezTo>
                      <a:pt x="183986" y="208377"/>
                      <a:pt x="212088" y="181335"/>
                      <a:pt x="212088" y="148461"/>
                    </a:cubicBezTo>
                    <a:cubicBezTo>
                      <a:pt x="212088" y="115058"/>
                      <a:pt x="185577" y="88546"/>
                      <a:pt x="151642" y="88016"/>
                    </a:cubicBezTo>
                    <a:close/>
                    <a:moveTo>
                      <a:pt x="234357" y="29162"/>
                    </a:moveTo>
                    <a:cubicBezTo>
                      <a:pt x="207846" y="29162"/>
                      <a:pt x="204135" y="32873"/>
                      <a:pt x="203605" y="60444"/>
                    </a:cubicBezTo>
                    <a:cubicBezTo>
                      <a:pt x="203605" y="90137"/>
                      <a:pt x="205195" y="92258"/>
                      <a:pt x="235948" y="92258"/>
                    </a:cubicBezTo>
                    <a:cubicBezTo>
                      <a:pt x="267762" y="92258"/>
                      <a:pt x="268822" y="91197"/>
                      <a:pt x="268822" y="59914"/>
                    </a:cubicBezTo>
                    <a:cubicBezTo>
                      <a:pt x="268822" y="57794"/>
                      <a:pt x="268822" y="55673"/>
                      <a:pt x="268822" y="53552"/>
                    </a:cubicBezTo>
                    <a:cubicBezTo>
                      <a:pt x="268822" y="35524"/>
                      <a:pt x="263519" y="29692"/>
                      <a:pt x="245492" y="29162"/>
                    </a:cubicBezTo>
                    <a:cubicBezTo>
                      <a:pt x="241781" y="29162"/>
                      <a:pt x="238069" y="29162"/>
                      <a:pt x="234357" y="29162"/>
                    </a:cubicBezTo>
                    <a:close/>
                    <a:moveTo>
                      <a:pt x="41887" y="0"/>
                    </a:moveTo>
                    <a:cubicBezTo>
                      <a:pt x="113998" y="0"/>
                      <a:pt x="186108" y="0"/>
                      <a:pt x="258217" y="0"/>
                    </a:cubicBezTo>
                    <a:cubicBezTo>
                      <a:pt x="284728" y="0"/>
                      <a:pt x="299575" y="14846"/>
                      <a:pt x="299575" y="41887"/>
                    </a:cubicBezTo>
                    <a:cubicBezTo>
                      <a:pt x="299575" y="112937"/>
                      <a:pt x="299575" y="184517"/>
                      <a:pt x="299575" y="255567"/>
                    </a:cubicBezTo>
                    <a:cubicBezTo>
                      <a:pt x="299575" y="283138"/>
                      <a:pt x="285789" y="297454"/>
                      <a:pt x="257687" y="297454"/>
                    </a:cubicBezTo>
                    <a:cubicBezTo>
                      <a:pt x="221632" y="297454"/>
                      <a:pt x="185577" y="297454"/>
                      <a:pt x="149522" y="297454"/>
                    </a:cubicBezTo>
                    <a:cubicBezTo>
                      <a:pt x="113467" y="297454"/>
                      <a:pt x="77412" y="297454"/>
                      <a:pt x="41357" y="297454"/>
                    </a:cubicBezTo>
                    <a:cubicBezTo>
                      <a:pt x="14315" y="297454"/>
                      <a:pt x="0" y="283138"/>
                      <a:pt x="0" y="256096"/>
                    </a:cubicBezTo>
                    <a:cubicBezTo>
                      <a:pt x="0" y="184517"/>
                      <a:pt x="0" y="112937"/>
                      <a:pt x="0" y="41357"/>
                    </a:cubicBezTo>
                    <a:cubicBezTo>
                      <a:pt x="0" y="14315"/>
                      <a:pt x="14846" y="0"/>
                      <a:pt x="41887"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grpSp>
        <p:grpSp>
          <p:nvGrpSpPr>
            <p:cNvPr id="3681" name="Google Shape;3681;p60"/>
            <p:cNvGrpSpPr/>
            <p:nvPr/>
          </p:nvGrpSpPr>
          <p:grpSpPr>
            <a:xfrm>
              <a:off x="8955547" y="3191206"/>
              <a:ext cx="1044109" cy="1340343"/>
              <a:chOff x="3425013" y="0"/>
              <a:chExt cx="5341478" cy="6856954"/>
            </a:xfrm>
          </p:grpSpPr>
          <p:sp>
            <p:nvSpPr>
              <p:cNvPr id="3682" name="Google Shape;3682;p60"/>
              <p:cNvSpPr/>
              <p:nvPr/>
            </p:nvSpPr>
            <p:spPr>
              <a:xfrm>
                <a:off x="3425013" y="0"/>
                <a:ext cx="5341478" cy="6856954"/>
              </a:xfrm>
              <a:custGeom>
                <a:rect b="b" l="l" r="r" t="t"/>
                <a:pathLst>
                  <a:path extrusionOk="0" h="6856954" w="5341478">
                    <a:moveTo>
                      <a:pt x="2688415" y="0"/>
                    </a:moveTo>
                    <a:cubicBezTo>
                      <a:pt x="2688415" y="0"/>
                      <a:pt x="956487" y="1166644"/>
                      <a:pt x="25123" y="1019550"/>
                    </a:cubicBezTo>
                    <a:cubicBezTo>
                      <a:pt x="-26116" y="2058707"/>
                      <a:pt x="15276" y="3058651"/>
                      <a:pt x="25123" y="3846231"/>
                    </a:cubicBezTo>
                    <a:cubicBezTo>
                      <a:pt x="54577" y="5744861"/>
                      <a:pt x="2642056" y="6856955"/>
                      <a:pt x="2642056" y="6856955"/>
                    </a:cubicBezTo>
                    <a:cubicBezTo>
                      <a:pt x="2642056" y="6856955"/>
                      <a:pt x="5064141" y="5921234"/>
                      <a:pt x="5338636" y="3952543"/>
                    </a:cubicBezTo>
                    <a:cubicBezTo>
                      <a:pt x="5328789" y="2980224"/>
                      <a:pt x="5348483" y="1950827"/>
                      <a:pt x="5338636" y="1048917"/>
                    </a:cubicBezTo>
                    <a:cubicBezTo>
                      <a:pt x="3593636" y="764663"/>
                      <a:pt x="2688415" y="0"/>
                      <a:pt x="2688415" y="0"/>
                    </a:cubicBezTo>
                    <a:close/>
                  </a:path>
                </a:pathLst>
              </a:custGeom>
              <a:noFill/>
              <a:ln cap="flat" cmpd="sng" w="3175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683" name="Google Shape;3683;p60"/>
              <p:cNvSpPr/>
              <p:nvPr/>
            </p:nvSpPr>
            <p:spPr>
              <a:xfrm>
                <a:off x="3692070" y="321376"/>
                <a:ext cx="4817313" cy="6184138"/>
              </a:xfrm>
              <a:custGeom>
                <a:rect b="b" l="l" r="r" t="t"/>
                <a:pathLst>
                  <a:path extrusionOk="0" h="6184138" w="4817313">
                    <a:moveTo>
                      <a:pt x="2424582" y="0"/>
                    </a:moveTo>
                    <a:cubicBezTo>
                      <a:pt x="2424582" y="0"/>
                      <a:pt x="862578" y="1052141"/>
                      <a:pt x="22626" y="919512"/>
                    </a:cubicBezTo>
                    <a:cubicBezTo>
                      <a:pt x="-23559" y="1856714"/>
                      <a:pt x="13825" y="2758537"/>
                      <a:pt x="22626" y="3468824"/>
                    </a:cubicBezTo>
                    <a:cubicBezTo>
                      <a:pt x="49117" y="5181145"/>
                      <a:pt x="2382841" y="6184138"/>
                      <a:pt x="2382841" y="6184138"/>
                    </a:cubicBezTo>
                    <a:cubicBezTo>
                      <a:pt x="2382841" y="6184138"/>
                      <a:pt x="4567206" y="5340265"/>
                      <a:pt x="4814773" y="3564766"/>
                    </a:cubicBezTo>
                    <a:cubicBezTo>
                      <a:pt x="4805973" y="2687778"/>
                      <a:pt x="4823575" y="1759465"/>
                      <a:pt x="4814773" y="946003"/>
                    </a:cubicBezTo>
                    <a:cubicBezTo>
                      <a:pt x="3240919" y="689634"/>
                      <a:pt x="2424582" y="0"/>
                      <a:pt x="2424582"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684" name="Google Shape;3684;p60"/>
              <p:cNvSpPr/>
              <p:nvPr/>
            </p:nvSpPr>
            <p:spPr>
              <a:xfrm>
                <a:off x="5077582" y="3107623"/>
                <a:ext cx="1971904" cy="1813799"/>
              </a:xfrm>
              <a:custGeom>
                <a:rect b="b" l="l" r="r" t="t"/>
                <a:pathLst>
                  <a:path extrusionOk="0" h="1813799" w="1971904">
                    <a:moveTo>
                      <a:pt x="1970433" y="1441139"/>
                    </a:moveTo>
                    <a:cubicBezTo>
                      <a:pt x="1467194" y="1954225"/>
                      <a:pt x="555524" y="1921547"/>
                      <a:pt x="0" y="1441139"/>
                    </a:cubicBezTo>
                    <a:cubicBezTo>
                      <a:pt x="0" y="1079329"/>
                      <a:pt x="0" y="0"/>
                      <a:pt x="0" y="0"/>
                    </a:cubicBezTo>
                    <a:lnTo>
                      <a:pt x="1970433" y="0"/>
                    </a:lnTo>
                    <a:cubicBezTo>
                      <a:pt x="1970433" y="87"/>
                      <a:pt x="1973745" y="1079329"/>
                      <a:pt x="1970433" y="144113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685" name="Google Shape;3685;p60"/>
              <p:cNvSpPr/>
              <p:nvPr/>
            </p:nvSpPr>
            <p:spPr>
              <a:xfrm>
                <a:off x="5332382" y="1718072"/>
                <a:ext cx="1483576" cy="1261366"/>
              </a:xfrm>
              <a:custGeom>
                <a:rect b="b" l="l" r="r" t="t"/>
                <a:pathLst>
                  <a:path extrusionOk="0" h="1261366" w="1483576">
                    <a:moveTo>
                      <a:pt x="741832" y="0"/>
                    </a:moveTo>
                    <a:lnTo>
                      <a:pt x="741832" y="0"/>
                    </a:lnTo>
                    <a:cubicBezTo>
                      <a:pt x="332182" y="0"/>
                      <a:pt x="0" y="332095"/>
                      <a:pt x="0" y="741745"/>
                    </a:cubicBezTo>
                    <a:lnTo>
                      <a:pt x="0" y="1261367"/>
                    </a:lnTo>
                    <a:lnTo>
                      <a:pt x="292445" y="1261367"/>
                    </a:lnTo>
                    <a:lnTo>
                      <a:pt x="292445" y="735209"/>
                    </a:lnTo>
                    <a:cubicBezTo>
                      <a:pt x="292445" y="499231"/>
                      <a:pt x="483720" y="307956"/>
                      <a:pt x="719698" y="307956"/>
                    </a:cubicBezTo>
                    <a:lnTo>
                      <a:pt x="719698" y="307956"/>
                    </a:lnTo>
                    <a:cubicBezTo>
                      <a:pt x="955676" y="307956"/>
                      <a:pt x="1146950" y="499231"/>
                      <a:pt x="1146950" y="735209"/>
                    </a:cubicBezTo>
                    <a:lnTo>
                      <a:pt x="1146950" y="1261367"/>
                    </a:lnTo>
                    <a:lnTo>
                      <a:pt x="1483576" y="1261367"/>
                    </a:lnTo>
                    <a:lnTo>
                      <a:pt x="1483576" y="741745"/>
                    </a:lnTo>
                    <a:cubicBezTo>
                      <a:pt x="1483664" y="332095"/>
                      <a:pt x="1151569" y="0"/>
                      <a:pt x="741832"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686" name="Google Shape;3686;p60"/>
              <p:cNvSpPr/>
              <p:nvPr/>
            </p:nvSpPr>
            <p:spPr>
              <a:xfrm>
                <a:off x="5864640" y="3547424"/>
                <a:ext cx="405205" cy="796469"/>
              </a:xfrm>
              <a:custGeom>
                <a:rect b="b" l="l" r="r" t="t"/>
                <a:pathLst>
                  <a:path extrusionOk="0" h="796469" w="405205">
                    <a:moveTo>
                      <a:pt x="353618" y="639528"/>
                    </a:moveTo>
                    <a:lnTo>
                      <a:pt x="310135" y="639528"/>
                    </a:lnTo>
                    <a:cubicBezTo>
                      <a:pt x="311006" y="635781"/>
                      <a:pt x="311529" y="631947"/>
                      <a:pt x="311529" y="628026"/>
                    </a:cubicBezTo>
                    <a:lnTo>
                      <a:pt x="311529" y="570861"/>
                    </a:lnTo>
                    <a:cubicBezTo>
                      <a:pt x="311529" y="543324"/>
                      <a:pt x="289221" y="521016"/>
                      <a:pt x="261685" y="521016"/>
                    </a:cubicBezTo>
                    <a:lnTo>
                      <a:pt x="261423" y="521016"/>
                    </a:lnTo>
                    <a:lnTo>
                      <a:pt x="261423" y="396492"/>
                    </a:lnTo>
                    <a:cubicBezTo>
                      <a:pt x="344643" y="371308"/>
                      <a:pt x="405206" y="294014"/>
                      <a:pt x="405206" y="202603"/>
                    </a:cubicBezTo>
                    <a:cubicBezTo>
                      <a:pt x="405206" y="90714"/>
                      <a:pt x="314492" y="0"/>
                      <a:pt x="202603" y="0"/>
                    </a:cubicBezTo>
                    <a:cubicBezTo>
                      <a:pt x="90714" y="0"/>
                      <a:pt x="0" y="90714"/>
                      <a:pt x="0" y="202603"/>
                    </a:cubicBezTo>
                    <a:cubicBezTo>
                      <a:pt x="0" y="294014"/>
                      <a:pt x="60563" y="371308"/>
                      <a:pt x="143783" y="396492"/>
                    </a:cubicBezTo>
                    <a:lnTo>
                      <a:pt x="143783" y="521016"/>
                    </a:lnTo>
                    <a:lnTo>
                      <a:pt x="143521" y="521016"/>
                    </a:lnTo>
                    <a:cubicBezTo>
                      <a:pt x="115985" y="521016"/>
                      <a:pt x="93677" y="543324"/>
                      <a:pt x="93677" y="570861"/>
                    </a:cubicBezTo>
                    <a:lnTo>
                      <a:pt x="93677" y="628026"/>
                    </a:lnTo>
                    <a:cubicBezTo>
                      <a:pt x="93677" y="632034"/>
                      <a:pt x="94199" y="635868"/>
                      <a:pt x="95071" y="639528"/>
                    </a:cubicBezTo>
                    <a:lnTo>
                      <a:pt x="51587" y="639528"/>
                    </a:lnTo>
                    <a:cubicBezTo>
                      <a:pt x="35118" y="639528"/>
                      <a:pt x="21785" y="652861"/>
                      <a:pt x="21785" y="669330"/>
                    </a:cubicBezTo>
                    <a:lnTo>
                      <a:pt x="21785" y="766667"/>
                    </a:lnTo>
                    <a:cubicBezTo>
                      <a:pt x="21785" y="783137"/>
                      <a:pt x="35118" y="796469"/>
                      <a:pt x="51587" y="796469"/>
                    </a:cubicBezTo>
                    <a:lnTo>
                      <a:pt x="353705" y="796469"/>
                    </a:lnTo>
                    <a:cubicBezTo>
                      <a:pt x="370175" y="796469"/>
                      <a:pt x="383508" y="783137"/>
                      <a:pt x="383508" y="766667"/>
                    </a:cubicBezTo>
                    <a:lnTo>
                      <a:pt x="383508" y="669330"/>
                    </a:lnTo>
                    <a:cubicBezTo>
                      <a:pt x="383333" y="652861"/>
                      <a:pt x="370001" y="639528"/>
                      <a:pt x="353618" y="63952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grpSp>
      <p:sp>
        <p:nvSpPr>
          <p:cNvPr id="3687" name="Google Shape;3687;p60"/>
          <p:cNvSpPr txBox="1"/>
          <p:nvPr/>
        </p:nvSpPr>
        <p:spPr>
          <a:xfrm>
            <a:off x="3866000" y="5965448"/>
            <a:ext cx="7574508"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F0"/>
              </a:buClr>
              <a:buSzPts val="2600"/>
              <a:buFont typeface="Impact"/>
              <a:buNone/>
            </a:pPr>
            <a:r>
              <a:rPr b="0" i="0" lang="en-US" sz="2600" u="none" cap="none" strike="noStrike">
                <a:solidFill>
                  <a:srgbClr val="00B0F0"/>
                </a:solidFill>
                <a:latin typeface="Impact"/>
                <a:ea typeface="Impact"/>
                <a:cs typeface="Impact"/>
                <a:sym typeface="Impact"/>
              </a:rPr>
              <a:t>A. SHE'S BEEN FIXING THE CAR.</a:t>
            </a:r>
            <a:endParaRPr b="0" i="0" sz="2600" u="none" cap="none" strike="noStrike">
              <a:solidFill>
                <a:srgbClr val="00B0F0"/>
              </a:solidFill>
              <a:latin typeface="Arial"/>
              <a:ea typeface="Arial"/>
              <a:cs typeface="Arial"/>
              <a:sym typeface="Arial"/>
            </a:endParaRPr>
          </a:p>
          <a:p>
            <a:pPr indent="0" lvl="0" marL="0" marR="0" rtl="0" algn="l">
              <a:lnSpc>
                <a:spcPct val="100000"/>
              </a:lnSpc>
              <a:spcBef>
                <a:spcPts val="0"/>
              </a:spcBef>
              <a:spcAft>
                <a:spcPts val="0"/>
              </a:spcAft>
              <a:buClr>
                <a:srgbClr val="00B0F0"/>
              </a:buClr>
              <a:buSzPts val="2600"/>
              <a:buFont typeface="Impact"/>
              <a:buNone/>
            </a:pPr>
            <a:r>
              <a:rPr b="0" i="0" lang="en-US" sz="2600" u="none" cap="none" strike="noStrike">
                <a:solidFill>
                  <a:srgbClr val="00B0F0"/>
                </a:solidFill>
                <a:latin typeface="Impact"/>
                <a:ea typeface="Impact"/>
                <a:cs typeface="Impact"/>
                <a:sym typeface="Impact"/>
              </a:rPr>
              <a:t>B. SHE'S FIXED THE CAR.</a:t>
            </a:r>
            <a:endParaRPr b="0" i="0" sz="1800" u="none" cap="none" strike="noStrike">
              <a:solidFill>
                <a:srgbClr val="00B0F0"/>
              </a:solidFill>
              <a:latin typeface="Calibri"/>
              <a:ea typeface="Calibri"/>
              <a:cs typeface="Calibri"/>
              <a:sym typeface="Calibri"/>
            </a:endParaRPr>
          </a:p>
        </p:txBody>
      </p:sp>
      <p:sp>
        <p:nvSpPr>
          <p:cNvPr id="3688" name="Google Shape;3688;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7">
                                            <p:txEl>
                                              <p:pRg end="0" st="0"/>
                                            </p:txEl>
                                          </p:spTgt>
                                        </p:tgtEl>
                                        <p:attrNameLst>
                                          <p:attrName>style.visibility</p:attrName>
                                        </p:attrNameLst>
                                      </p:cBhvr>
                                      <p:to>
                                        <p:strVal val="visible"/>
                                      </p:to>
                                    </p:set>
                                    <p:animEffect filter="fade" transition="in">
                                      <p:cBhvr>
                                        <p:cTn dur="500"/>
                                        <p:tgtEl>
                                          <p:spTgt spid="36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7">
                                            <p:txEl>
                                              <p:pRg end="1" st="1"/>
                                            </p:txEl>
                                          </p:spTgt>
                                        </p:tgtEl>
                                        <p:attrNameLst>
                                          <p:attrName>style.visibility</p:attrName>
                                        </p:attrNameLst>
                                      </p:cBhvr>
                                      <p:to>
                                        <p:strVal val="visible"/>
                                      </p:to>
                                    </p:set>
                                    <p:animEffect filter="fade" transition="in">
                                      <p:cBhvr>
                                        <p:cTn dur="500"/>
                                        <p:tgtEl>
                                          <p:spTgt spid="3687">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2" name="Shape 3692"/>
        <p:cNvGrpSpPr/>
        <p:nvPr/>
      </p:nvGrpSpPr>
      <p:grpSpPr>
        <a:xfrm>
          <a:off x="0" y="0"/>
          <a:ext cx="0" cy="0"/>
          <a:chOff x="0" y="0"/>
          <a:chExt cx="0" cy="0"/>
        </a:xfrm>
      </p:grpSpPr>
      <p:grpSp>
        <p:nvGrpSpPr>
          <p:cNvPr id="3693" name="Google Shape;3693;p61"/>
          <p:cNvGrpSpPr/>
          <p:nvPr/>
        </p:nvGrpSpPr>
        <p:grpSpPr>
          <a:xfrm>
            <a:off x="11095630" y="5909480"/>
            <a:ext cx="1049453" cy="917621"/>
            <a:chOff x="7350231" y="1734252"/>
            <a:chExt cx="4870814" cy="5345793"/>
          </a:xfrm>
        </p:grpSpPr>
        <p:grpSp>
          <p:nvGrpSpPr>
            <p:cNvPr id="3694" name="Google Shape;3694;p61"/>
            <p:cNvGrpSpPr/>
            <p:nvPr/>
          </p:nvGrpSpPr>
          <p:grpSpPr>
            <a:xfrm>
              <a:off x="7496004" y="1839383"/>
              <a:ext cx="3874490" cy="3979118"/>
              <a:chOff x="7496004" y="1839383"/>
              <a:chExt cx="3874490" cy="3979118"/>
            </a:xfrm>
          </p:grpSpPr>
          <p:sp>
            <p:nvSpPr>
              <p:cNvPr id="3695" name="Google Shape;3695;p61"/>
              <p:cNvSpPr/>
              <p:nvPr/>
            </p:nvSpPr>
            <p:spPr>
              <a:xfrm rot="8201235">
                <a:off x="10839502" y="4413955"/>
                <a:ext cx="427534" cy="471394"/>
              </a:xfrm>
              <a:custGeom>
                <a:rect b="b" l="l" r="r" t="t"/>
                <a:pathLst>
                  <a:path extrusionOk="0" h="4725490" w="4285801">
                    <a:moveTo>
                      <a:pt x="1428251" y="4622752"/>
                    </a:moveTo>
                    <a:cubicBezTo>
                      <a:pt x="1313180" y="4505074"/>
                      <a:pt x="1240588" y="4345285"/>
                      <a:pt x="1235771" y="4167715"/>
                    </a:cubicBezTo>
                    <a:cubicBezTo>
                      <a:pt x="1227835" y="3875156"/>
                      <a:pt x="1406218" y="3620819"/>
                      <a:pt x="1664050" y="3520754"/>
                    </a:cubicBezTo>
                    <a:lnTo>
                      <a:pt x="1635892" y="2482688"/>
                    </a:lnTo>
                    <a:lnTo>
                      <a:pt x="1044642" y="2469039"/>
                    </a:lnTo>
                    <a:lnTo>
                      <a:pt x="1044642" y="2667331"/>
                    </a:lnTo>
                    <a:cubicBezTo>
                      <a:pt x="1044642" y="2727000"/>
                      <a:pt x="996271" y="2775371"/>
                      <a:pt x="936601" y="2775372"/>
                    </a:cubicBezTo>
                    <a:lnTo>
                      <a:pt x="657382" y="2775371"/>
                    </a:lnTo>
                    <a:cubicBezTo>
                      <a:pt x="637755" y="2823613"/>
                      <a:pt x="630101" y="2874237"/>
                      <a:pt x="622448" y="2945800"/>
                    </a:cubicBezTo>
                    <a:lnTo>
                      <a:pt x="252030" y="2945800"/>
                    </a:lnTo>
                    <a:cubicBezTo>
                      <a:pt x="256275" y="2883407"/>
                      <a:pt x="252593" y="2828938"/>
                      <a:pt x="235967" y="2775370"/>
                    </a:cubicBezTo>
                    <a:lnTo>
                      <a:pt x="7267" y="2775370"/>
                    </a:lnTo>
                    <a:cubicBezTo>
                      <a:pt x="1003" y="2679903"/>
                      <a:pt x="-1109" y="2594661"/>
                      <a:pt x="535" y="2514852"/>
                    </a:cubicBezTo>
                    <a:cubicBezTo>
                      <a:pt x="5466" y="2275424"/>
                      <a:pt x="44187" y="2084887"/>
                      <a:pt x="105917" y="1813823"/>
                    </a:cubicBezTo>
                    <a:cubicBezTo>
                      <a:pt x="258635" y="1288584"/>
                      <a:pt x="488046" y="911620"/>
                      <a:pt x="870837" y="570445"/>
                    </a:cubicBezTo>
                    <a:cubicBezTo>
                      <a:pt x="674179" y="1284154"/>
                      <a:pt x="622718" y="1497188"/>
                      <a:pt x="741752" y="1669956"/>
                    </a:cubicBezTo>
                    <a:cubicBezTo>
                      <a:pt x="882751" y="1699943"/>
                      <a:pt x="788174" y="1674807"/>
                      <a:pt x="936601" y="1710419"/>
                    </a:cubicBezTo>
                    <a:cubicBezTo>
                      <a:pt x="1001384" y="1730870"/>
                      <a:pt x="1044642" y="1758791"/>
                      <a:pt x="1044642" y="1818460"/>
                    </a:cubicBezTo>
                    <a:lnTo>
                      <a:pt x="1044642" y="1970448"/>
                    </a:lnTo>
                    <a:lnTo>
                      <a:pt x="1621635" y="1957128"/>
                    </a:lnTo>
                    <a:lnTo>
                      <a:pt x="1601569" y="1217379"/>
                    </a:lnTo>
                    <a:cubicBezTo>
                      <a:pt x="1338692" y="1131438"/>
                      <a:pt x="1146783" y="887145"/>
                      <a:pt x="1138847" y="594588"/>
                    </a:cubicBezTo>
                    <a:cubicBezTo>
                      <a:pt x="1132425" y="357828"/>
                      <a:pt x="1248029" y="146099"/>
                      <a:pt x="1428910" y="20243"/>
                    </a:cubicBezTo>
                    <a:lnTo>
                      <a:pt x="1447318" y="698863"/>
                    </a:lnTo>
                    <a:lnTo>
                      <a:pt x="2193594" y="678620"/>
                    </a:lnTo>
                    <a:lnTo>
                      <a:pt x="2175185" y="0"/>
                    </a:lnTo>
                    <a:cubicBezTo>
                      <a:pt x="2362624" y="115865"/>
                      <a:pt x="2489536" y="321015"/>
                      <a:pt x="2495958" y="557775"/>
                    </a:cubicBezTo>
                    <a:cubicBezTo>
                      <a:pt x="2503894" y="850332"/>
                      <a:pt x="2325511" y="1104670"/>
                      <a:pt x="2067679" y="1204735"/>
                    </a:cubicBezTo>
                    <a:lnTo>
                      <a:pt x="2087796" y="1946367"/>
                    </a:lnTo>
                    <a:lnTo>
                      <a:pt x="4285801" y="1895627"/>
                    </a:lnTo>
                    <a:lnTo>
                      <a:pt x="4285801" y="2543859"/>
                    </a:lnTo>
                    <a:lnTo>
                      <a:pt x="2102637" y="2493462"/>
                    </a:lnTo>
                    <a:lnTo>
                      <a:pt x="2130160" y="3508110"/>
                    </a:lnTo>
                    <a:cubicBezTo>
                      <a:pt x="2393037" y="3594051"/>
                      <a:pt x="2584946" y="3838344"/>
                      <a:pt x="2592882" y="4130902"/>
                    </a:cubicBezTo>
                    <a:cubicBezTo>
                      <a:pt x="2599304" y="4367662"/>
                      <a:pt x="2483700" y="4579391"/>
                      <a:pt x="2302820" y="4705247"/>
                    </a:cubicBezTo>
                    <a:lnTo>
                      <a:pt x="2284411" y="4026626"/>
                    </a:lnTo>
                    <a:lnTo>
                      <a:pt x="1538135" y="4046869"/>
                    </a:lnTo>
                    <a:lnTo>
                      <a:pt x="1556544" y="4725490"/>
                    </a:lnTo>
                    <a:cubicBezTo>
                      <a:pt x="1509684" y="4696524"/>
                      <a:pt x="1466607" y="4661977"/>
                      <a:pt x="1428251" y="4622752"/>
                    </a:cubicBezTo>
                    <a:close/>
                    <a:moveTo>
                      <a:pt x="44807" y="3562389"/>
                    </a:moveTo>
                    <a:cubicBezTo>
                      <a:pt x="25255" y="3542837"/>
                      <a:pt x="13162" y="3515827"/>
                      <a:pt x="13162" y="3485992"/>
                    </a:cubicBezTo>
                    <a:lnTo>
                      <a:pt x="13162" y="3053842"/>
                    </a:lnTo>
                    <a:cubicBezTo>
                      <a:pt x="13162" y="2994173"/>
                      <a:pt x="61534" y="2945801"/>
                      <a:pt x="121203" y="2945801"/>
                    </a:cubicBezTo>
                    <a:lnTo>
                      <a:pt x="757287" y="2945801"/>
                    </a:lnTo>
                    <a:cubicBezTo>
                      <a:pt x="816956" y="2945801"/>
                      <a:pt x="865328" y="2994173"/>
                      <a:pt x="865328" y="3053842"/>
                    </a:cubicBezTo>
                    <a:lnTo>
                      <a:pt x="865328" y="3485992"/>
                    </a:lnTo>
                    <a:cubicBezTo>
                      <a:pt x="865328" y="3545662"/>
                      <a:pt x="816956" y="3594033"/>
                      <a:pt x="757287" y="3594033"/>
                    </a:cubicBezTo>
                    <a:lnTo>
                      <a:pt x="121203" y="3594033"/>
                    </a:lnTo>
                    <a:cubicBezTo>
                      <a:pt x="91368" y="3594033"/>
                      <a:pt x="64358" y="3581940"/>
                      <a:pt x="44807" y="356238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696" name="Google Shape;3696;p61"/>
              <p:cNvSpPr/>
              <p:nvPr/>
            </p:nvSpPr>
            <p:spPr>
              <a:xfrm rot="-900000">
                <a:off x="7608221" y="2961416"/>
                <a:ext cx="392828" cy="319096"/>
              </a:xfrm>
              <a:custGeom>
                <a:rect b="b" l="l" r="r" t="t"/>
                <a:pathLst>
                  <a:path extrusionOk="0" h="3321003" w="4088377">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697" name="Google Shape;3697;p61"/>
              <p:cNvSpPr/>
              <p:nvPr/>
            </p:nvSpPr>
            <p:spPr>
              <a:xfrm flipH="1" rot="5400000">
                <a:off x="10824557" y="2917080"/>
                <a:ext cx="392828" cy="392828"/>
              </a:xfrm>
              <a:custGeom>
                <a:rect b="b" l="l" r="r" t="t"/>
                <a:pathLst>
                  <a:path extrusionOk="0" h="3786923" w="3287892">
                    <a:moveTo>
                      <a:pt x="2574092" y="3411971"/>
                    </a:moveTo>
                    <a:cubicBezTo>
                      <a:pt x="2577477" y="3551838"/>
                      <a:pt x="2489596" y="3681234"/>
                      <a:pt x="2347458" y="3745664"/>
                    </a:cubicBezTo>
                    <a:cubicBezTo>
                      <a:pt x="2228355" y="3799653"/>
                      <a:pt x="2086904" y="3800713"/>
                      <a:pt x="1966757" y="3748519"/>
                    </a:cubicBezTo>
                    <a:cubicBezTo>
                      <a:pt x="1823914" y="3686464"/>
                      <a:pt x="1733597" y="3559106"/>
                      <a:pt x="1733597" y="3419734"/>
                    </a:cubicBezTo>
                    <a:cubicBezTo>
                      <a:pt x="2013762" y="3417146"/>
                      <a:pt x="2293927" y="3414559"/>
                      <a:pt x="2574092" y="3411971"/>
                    </a:cubicBezTo>
                    <a:close/>
                    <a:moveTo>
                      <a:pt x="2574187" y="367189"/>
                    </a:moveTo>
                    <a:cubicBezTo>
                      <a:pt x="2294022" y="369777"/>
                      <a:pt x="2013857" y="372364"/>
                      <a:pt x="1733692" y="374952"/>
                    </a:cubicBezTo>
                    <a:cubicBezTo>
                      <a:pt x="1730307" y="235085"/>
                      <a:pt x="1818188" y="105689"/>
                      <a:pt x="1960326" y="41259"/>
                    </a:cubicBezTo>
                    <a:cubicBezTo>
                      <a:pt x="2079429" y="-12730"/>
                      <a:pt x="2220880" y="-13790"/>
                      <a:pt x="2341027" y="38404"/>
                    </a:cubicBezTo>
                    <a:cubicBezTo>
                      <a:pt x="2483870" y="100459"/>
                      <a:pt x="2574187" y="227817"/>
                      <a:pt x="2574187" y="367189"/>
                    </a:cubicBezTo>
                    <a:close/>
                    <a:moveTo>
                      <a:pt x="2688290" y="635445"/>
                    </a:moveTo>
                    <a:lnTo>
                      <a:pt x="2688290" y="1612884"/>
                    </a:lnTo>
                    <a:lnTo>
                      <a:pt x="1619492" y="1612884"/>
                    </a:lnTo>
                    <a:lnTo>
                      <a:pt x="1619492" y="1396859"/>
                    </a:lnTo>
                    <a:lnTo>
                      <a:pt x="201708" y="1396859"/>
                    </a:lnTo>
                    <a:cubicBezTo>
                      <a:pt x="90308" y="1396859"/>
                      <a:pt x="0" y="1306551"/>
                      <a:pt x="0" y="1195151"/>
                    </a:cubicBezTo>
                    <a:lnTo>
                      <a:pt x="0" y="907003"/>
                    </a:lnTo>
                    <a:cubicBezTo>
                      <a:pt x="0" y="795603"/>
                      <a:pt x="90308" y="705295"/>
                      <a:pt x="201708" y="705295"/>
                    </a:cubicBezTo>
                    <a:lnTo>
                      <a:pt x="1619492" y="705295"/>
                    </a:lnTo>
                    <a:lnTo>
                      <a:pt x="1619492" y="635445"/>
                    </a:lnTo>
                    <a:cubicBezTo>
                      <a:pt x="1619492" y="537063"/>
                      <a:pt x="1699247" y="457308"/>
                      <a:pt x="1797629" y="457308"/>
                    </a:cubicBezTo>
                    <a:lnTo>
                      <a:pt x="2510153" y="457308"/>
                    </a:lnTo>
                    <a:cubicBezTo>
                      <a:pt x="2608535" y="457308"/>
                      <a:pt x="2688290" y="537063"/>
                      <a:pt x="2688290" y="635445"/>
                    </a:cubicBezTo>
                    <a:close/>
                    <a:moveTo>
                      <a:pt x="3177333" y="2901044"/>
                    </a:moveTo>
                    <a:lnTo>
                      <a:pt x="1130451" y="2901044"/>
                    </a:lnTo>
                    <a:cubicBezTo>
                      <a:pt x="1350134" y="2526253"/>
                      <a:pt x="1481437" y="2165059"/>
                      <a:pt x="1605942" y="1684892"/>
                    </a:cubicBezTo>
                    <a:lnTo>
                      <a:pt x="2701842" y="1684892"/>
                    </a:lnTo>
                    <a:cubicBezTo>
                      <a:pt x="2809350" y="2117470"/>
                      <a:pt x="2933855" y="2516056"/>
                      <a:pt x="3177333" y="2901044"/>
                    </a:cubicBezTo>
                    <a:close/>
                    <a:moveTo>
                      <a:pt x="3287892" y="3137537"/>
                    </a:moveTo>
                    <a:lnTo>
                      <a:pt x="3287892" y="3248909"/>
                    </a:lnTo>
                    <a:cubicBezTo>
                      <a:pt x="3287892" y="3295849"/>
                      <a:pt x="3249839" y="3333902"/>
                      <a:pt x="3202899" y="3333902"/>
                    </a:cubicBezTo>
                    <a:lnTo>
                      <a:pt x="1104885" y="3333902"/>
                    </a:lnTo>
                    <a:cubicBezTo>
                      <a:pt x="1057945" y="3333902"/>
                      <a:pt x="1019892" y="3295849"/>
                      <a:pt x="1019892" y="3248909"/>
                    </a:cubicBezTo>
                    <a:lnTo>
                      <a:pt x="1019892" y="3137537"/>
                    </a:lnTo>
                    <a:cubicBezTo>
                      <a:pt x="1019892" y="3090597"/>
                      <a:pt x="1057945" y="3052544"/>
                      <a:pt x="1104885" y="3052544"/>
                    </a:cubicBezTo>
                    <a:lnTo>
                      <a:pt x="3202899" y="3052544"/>
                    </a:lnTo>
                    <a:cubicBezTo>
                      <a:pt x="3249839" y="3052544"/>
                      <a:pt x="3287892" y="3090597"/>
                      <a:pt x="3287892" y="313753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698" name="Google Shape;3698;p61"/>
              <p:cNvSpPr/>
              <p:nvPr/>
            </p:nvSpPr>
            <p:spPr>
              <a:xfrm>
                <a:off x="11062223" y="3784811"/>
                <a:ext cx="285020" cy="285020"/>
              </a:xfrm>
              <a:custGeom>
                <a:rect b="b" l="l" r="r" t="t"/>
                <a:pathLst>
                  <a:path extrusionOk="0" h="2964099" w="2801488">
                    <a:moveTo>
                      <a:pt x="1393788" y="2251706"/>
                    </a:moveTo>
                    <a:cubicBezTo>
                      <a:pt x="1338380" y="2251706"/>
                      <a:pt x="1293463" y="2296623"/>
                      <a:pt x="1293463" y="2352031"/>
                    </a:cubicBezTo>
                    <a:cubicBezTo>
                      <a:pt x="1293463" y="2407439"/>
                      <a:pt x="1338380" y="2452356"/>
                      <a:pt x="1393788" y="2452356"/>
                    </a:cubicBezTo>
                    <a:cubicBezTo>
                      <a:pt x="1449196" y="2452356"/>
                      <a:pt x="1494113" y="2407439"/>
                      <a:pt x="1494113" y="2352031"/>
                    </a:cubicBezTo>
                    <a:cubicBezTo>
                      <a:pt x="1494113" y="2296623"/>
                      <a:pt x="1449196" y="2251706"/>
                      <a:pt x="1393788" y="2251706"/>
                    </a:cubicBezTo>
                    <a:close/>
                    <a:moveTo>
                      <a:pt x="2189420" y="1936547"/>
                    </a:moveTo>
                    <a:cubicBezTo>
                      <a:pt x="1959955" y="1936547"/>
                      <a:pt x="1773936" y="2122566"/>
                      <a:pt x="1773936" y="2352031"/>
                    </a:cubicBezTo>
                    <a:cubicBezTo>
                      <a:pt x="1773936" y="2581496"/>
                      <a:pt x="1959955" y="2767515"/>
                      <a:pt x="2189420" y="2767515"/>
                    </a:cubicBezTo>
                    <a:cubicBezTo>
                      <a:pt x="2418885" y="2767515"/>
                      <a:pt x="2604904" y="2581496"/>
                      <a:pt x="2604904" y="2352031"/>
                    </a:cubicBezTo>
                    <a:cubicBezTo>
                      <a:pt x="2604904" y="2122566"/>
                      <a:pt x="2418885" y="1936547"/>
                      <a:pt x="2189420" y="1936547"/>
                    </a:cubicBezTo>
                    <a:close/>
                    <a:moveTo>
                      <a:pt x="612068" y="1936547"/>
                    </a:moveTo>
                    <a:cubicBezTo>
                      <a:pt x="382603" y="1936547"/>
                      <a:pt x="196584" y="2122566"/>
                      <a:pt x="196584" y="2352031"/>
                    </a:cubicBezTo>
                    <a:cubicBezTo>
                      <a:pt x="196584" y="2581496"/>
                      <a:pt x="382603" y="2767515"/>
                      <a:pt x="612068" y="2767515"/>
                    </a:cubicBezTo>
                    <a:cubicBezTo>
                      <a:pt x="841533" y="2767515"/>
                      <a:pt x="1027552" y="2581496"/>
                      <a:pt x="1027552" y="2352031"/>
                    </a:cubicBezTo>
                    <a:cubicBezTo>
                      <a:pt x="1027552" y="2122566"/>
                      <a:pt x="841533" y="1936547"/>
                      <a:pt x="612068" y="1936547"/>
                    </a:cubicBezTo>
                    <a:close/>
                    <a:moveTo>
                      <a:pt x="845776" y="315"/>
                    </a:moveTo>
                    <a:cubicBezTo>
                      <a:pt x="1032101" y="7965"/>
                      <a:pt x="1181399" y="153129"/>
                      <a:pt x="1195696" y="335717"/>
                    </a:cubicBezTo>
                    <a:lnTo>
                      <a:pt x="1198885" y="335806"/>
                    </a:lnTo>
                    <a:lnTo>
                      <a:pt x="1198706" y="366401"/>
                    </a:lnTo>
                    <a:cubicBezTo>
                      <a:pt x="1198883" y="367005"/>
                      <a:pt x="1198884" y="367612"/>
                      <a:pt x="1198884" y="368218"/>
                    </a:cubicBezTo>
                    <a:lnTo>
                      <a:pt x="1198695" y="368210"/>
                    </a:lnTo>
                    <a:lnTo>
                      <a:pt x="1197421" y="585651"/>
                    </a:lnTo>
                    <a:cubicBezTo>
                      <a:pt x="1245519" y="531733"/>
                      <a:pt x="1316597" y="499778"/>
                      <a:pt x="1394104" y="502960"/>
                    </a:cubicBezTo>
                    <a:cubicBezTo>
                      <a:pt x="1472998" y="506199"/>
                      <a:pt x="1542269" y="545176"/>
                      <a:pt x="1585751" y="604519"/>
                    </a:cubicBezTo>
                    <a:cubicBezTo>
                      <a:pt x="1585226" y="514948"/>
                      <a:pt x="1584701" y="425377"/>
                      <a:pt x="1584176" y="335806"/>
                    </a:cubicBezTo>
                    <a:lnTo>
                      <a:pt x="1585829" y="335760"/>
                    </a:lnTo>
                    <a:cubicBezTo>
                      <a:pt x="1602915" y="140060"/>
                      <a:pt x="1770945" y="-7755"/>
                      <a:pt x="1967493" y="315"/>
                    </a:cubicBezTo>
                    <a:cubicBezTo>
                      <a:pt x="2146853" y="7679"/>
                      <a:pt x="2291902" y="142468"/>
                      <a:pt x="2315427" y="315465"/>
                    </a:cubicBezTo>
                    <a:lnTo>
                      <a:pt x="2320109" y="315335"/>
                    </a:lnTo>
                    <a:lnTo>
                      <a:pt x="2729306" y="2069418"/>
                    </a:lnTo>
                    <a:cubicBezTo>
                      <a:pt x="2776307" y="2152970"/>
                      <a:pt x="2801488" y="2249560"/>
                      <a:pt x="2801488" y="2352031"/>
                    </a:cubicBezTo>
                    <a:cubicBezTo>
                      <a:pt x="2801488" y="2690067"/>
                      <a:pt x="2527456" y="2964099"/>
                      <a:pt x="2189420" y="2964099"/>
                    </a:cubicBezTo>
                    <a:cubicBezTo>
                      <a:pt x="1922036" y="2964099"/>
                      <a:pt x="1694697" y="2792645"/>
                      <a:pt x="1613824" y="2552817"/>
                    </a:cubicBezTo>
                    <a:cubicBezTo>
                      <a:pt x="1559905" y="2613347"/>
                      <a:pt x="1481232" y="2650901"/>
                      <a:pt x="1393788" y="2650901"/>
                    </a:cubicBezTo>
                    <a:cubicBezTo>
                      <a:pt x="1311973" y="2650901"/>
                      <a:pt x="1237837" y="2618027"/>
                      <a:pt x="1183996" y="2564635"/>
                    </a:cubicBezTo>
                    <a:cubicBezTo>
                      <a:pt x="1099341" y="2798210"/>
                      <a:pt x="875077" y="2964099"/>
                      <a:pt x="612068" y="2964099"/>
                    </a:cubicBezTo>
                    <a:cubicBezTo>
                      <a:pt x="274032" y="2964099"/>
                      <a:pt x="0" y="2690067"/>
                      <a:pt x="0" y="2352031"/>
                    </a:cubicBezTo>
                    <a:cubicBezTo>
                      <a:pt x="0" y="2288533"/>
                      <a:pt x="9669" y="2227293"/>
                      <a:pt x="30466" y="2170591"/>
                    </a:cubicBezTo>
                    <a:lnTo>
                      <a:pt x="30153" y="2170591"/>
                    </a:lnTo>
                    <a:lnTo>
                      <a:pt x="462952" y="315335"/>
                    </a:lnTo>
                    <a:lnTo>
                      <a:pt x="467801" y="315470"/>
                    </a:lnTo>
                    <a:cubicBezTo>
                      <a:pt x="493068" y="129842"/>
                      <a:pt x="656149" y="-7470"/>
                      <a:pt x="845776" y="3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699" name="Google Shape;3699;p61"/>
              <p:cNvSpPr/>
              <p:nvPr/>
            </p:nvSpPr>
            <p:spPr>
              <a:xfrm>
                <a:off x="8077159" y="2346892"/>
                <a:ext cx="392828" cy="303948"/>
              </a:xfrm>
              <a:custGeom>
                <a:rect b="b" l="l" r="r" t="t"/>
                <a:pathLst>
                  <a:path extrusionOk="0" h="3064028" w="3960000">
                    <a:moveTo>
                      <a:pt x="1955333" y="1285185"/>
                    </a:moveTo>
                    <a:cubicBezTo>
                      <a:pt x="2192176" y="1285185"/>
                      <a:pt x="2384176" y="1477185"/>
                      <a:pt x="2384176" y="1714028"/>
                    </a:cubicBezTo>
                    <a:cubicBezTo>
                      <a:pt x="2384176" y="1950871"/>
                      <a:pt x="2192176" y="2142871"/>
                      <a:pt x="1955333" y="2142871"/>
                    </a:cubicBezTo>
                    <a:cubicBezTo>
                      <a:pt x="1718490" y="2142871"/>
                      <a:pt x="1526490" y="1950871"/>
                      <a:pt x="1526490" y="1714028"/>
                    </a:cubicBezTo>
                    <a:cubicBezTo>
                      <a:pt x="1526490" y="1477185"/>
                      <a:pt x="1718490" y="1285185"/>
                      <a:pt x="1955333" y="1285185"/>
                    </a:cubicBezTo>
                    <a:close/>
                    <a:moveTo>
                      <a:pt x="1955333" y="1074136"/>
                    </a:moveTo>
                    <a:cubicBezTo>
                      <a:pt x="1601930" y="1074136"/>
                      <a:pt x="1315441" y="1360625"/>
                      <a:pt x="1315441" y="1714028"/>
                    </a:cubicBezTo>
                    <a:cubicBezTo>
                      <a:pt x="1315441" y="2067431"/>
                      <a:pt x="1601930" y="2353920"/>
                      <a:pt x="1955333" y="2353920"/>
                    </a:cubicBezTo>
                    <a:cubicBezTo>
                      <a:pt x="2308736" y="2353920"/>
                      <a:pt x="2595225" y="2067431"/>
                      <a:pt x="2595225" y="1714028"/>
                    </a:cubicBezTo>
                    <a:cubicBezTo>
                      <a:pt x="2595225" y="1360625"/>
                      <a:pt x="2308736" y="1074136"/>
                      <a:pt x="1955333" y="1074136"/>
                    </a:cubicBezTo>
                    <a:close/>
                    <a:moveTo>
                      <a:pt x="1955333" y="849503"/>
                    </a:moveTo>
                    <a:cubicBezTo>
                      <a:pt x="2432797" y="849503"/>
                      <a:pt x="2819858" y="1236564"/>
                      <a:pt x="2819858" y="1714028"/>
                    </a:cubicBezTo>
                    <a:cubicBezTo>
                      <a:pt x="2819858" y="2191492"/>
                      <a:pt x="2432797" y="2578553"/>
                      <a:pt x="1955333" y="2578553"/>
                    </a:cubicBezTo>
                    <a:cubicBezTo>
                      <a:pt x="1477869" y="2578553"/>
                      <a:pt x="1090808" y="2191492"/>
                      <a:pt x="1090808" y="1714028"/>
                    </a:cubicBezTo>
                    <a:cubicBezTo>
                      <a:pt x="1090808" y="1236564"/>
                      <a:pt x="1477869" y="849503"/>
                      <a:pt x="1955333" y="849503"/>
                    </a:cubicBezTo>
                    <a:close/>
                    <a:moveTo>
                      <a:pt x="3253503" y="756254"/>
                    </a:moveTo>
                    <a:cubicBezTo>
                      <a:pt x="3162525" y="756254"/>
                      <a:pt x="3088773" y="830006"/>
                      <a:pt x="3088773" y="920984"/>
                    </a:cubicBezTo>
                    <a:cubicBezTo>
                      <a:pt x="3088773" y="1011962"/>
                      <a:pt x="3162525" y="1085714"/>
                      <a:pt x="3253503" y="1085714"/>
                    </a:cubicBezTo>
                    <a:cubicBezTo>
                      <a:pt x="3344481" y="1085714"/>
                      <a:pt x="3418233" y="1011962"/>
                      <a:pt x="3418233" y="920984"/>
                    </a:cubicBezTo>
                    <a:cubicBezTo>
                      <a:pt x="3418233" y="830006"/>
                      <a:pt x="3344481" y="756254"/>
                      <a:pt x="3253503" y="756254"/>
                    </a:cubicBezTo>
                    <a:close/>
                    <a:moveTo>
                      <a:pt x="1955333" y="744677"/>
                    </a:moveTo>
                    <a:cubicBezTo>
                      <a:pt x="1419975" y="744677"/>
                      <a:pt x="985982" y="1178670"/>
                      <a:pt x="985982" y="1714028"/>
                    </a:cubicBezTo>
                    <a:cubicBezTo>
                      <a:pt x="985982" y="2249386"/>
                      <a:pt x="1419975" y="2683379"/>
                      <a:pt x="1955333" y="2683379"/>
                    </a:cubicBezTo>
                    <a:cubicBezTo>
                      <a:pt x="2490691" y="2683379"/>
                      <a:pt x="2924684" y="2249386"/>
                      <a:pt x="2924684" y="1714028"/>
                    </a:cubicBezTo>
                    <a:cubicBezTo>
                      <a:pt x="2924684" y="1178670"/>
                      <a:pt x="2490691" y="744677"/>
                      <a:pt x="1955333" y="744677"/>
                    </a:cubicBezTo>
                    <a:close/>
                    <a:moveTo>
                      <a:pt x="1333922" y="0"/>
                    </a:moveTo>
                    <a:lnTo>
                      <a:pt x="2626078" y="0"/>
                    </a:lnTo>
                    <a:lnTo>
                      <a:pt x="2717085" y="364028"/>
                    </a:lnTo>
                    <a:lnTo>
                      <a:pt x="3699990" y="364028"/>
                    </a:lnTo>
                    <a:cubicBezTo>
                      <a:pt x="3843590" y="364028"/>
                      <a:pt x="3960000" y="480438"/>
                      <a:pt x="3960000" y="624038"/>
                    </a:cubicBezTo>
                    <a:lnTo>
                      <a:pt x="3960000" y="2804018"/>
                    </a:lnTo>
                    <a:cubicBezTo>
                      <a:pt x="3960000" y="2947618"/>
                      <a:pt x="3843590" y="3064028"/>
                      <a:pt x="3699990" y="3064028"/>
                    </a:cubicBezTo>
                    <a:lnTo>
                      <a:pt x="260010" y="3064028"/>
                    </a:lnTo>
                    <a:cubicBezTo>
                      <a:pt x="116410" y="3064028"/>
                      <a:pt x="0" y="2947618"/>
                      <a:pt x="0" y="2804018"/>
                    </a:cubicBezTo>
                    <a:lnTo>
                      <a:pt x="0" y="624038"/>
                    </a:lnTo>
                    <a:cubicBezTo>
                      <a:pt x="0" y="480438"/>
                      <a:pt x="116410" y="364028"/>
                      <a:pt x="260010" y="364028"/>
                    </a:cubicBezTo>
                    <a:lnTo>
                      <a:pt x="443165" y="364028"/>
                    </a:lnTo>
                    <a:lnTo>
                      <a:pt x="443165" y="237982"/>
                    </a:lnTo>
                    <a:cubicBezTo>
                      <a:pt x="443165" y="195266"/>
                      <a:pt x="477794" y="160637"/>
                      <a:pt x="520510" y="160637"/>
                    </a:cubicBezTo>
                    <a:lnTo>
                      <a:pt x="1049896" y="160637"/>
                    </a:lnTo>
                    <a:cubicBezTo>
                      <a:pt x="1092612" y="160637"/>
                      <a:pt x="1127241" y="195266"/>
                      <a:pt x="1127241" y="237982"/>
                    </a:cubicBezTo>
                    <a:lnTo>
                      <a:pt x="1127241" y="364028"/>
                    </a:lnTo>
                    <a:lnTo>
                      <a:pt x="1242915" y="364028"/>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700" name="Google Shape;3700;p61"/>
              <p:cNvSpPr/>
              <p:nvPr/>
            </p:nvSpPr>
            <p:spPr>
              <a:xfrm>
                <a:off x="8560619" y="5355763"/>
                <a:ext cx="372889" cy="259826"/>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701" name="Google Shape;3701;p61"/>
              <p:cNvSpPr/>
              <p:nvPr/>
            </p:nvSpPr>
            <p:spPr>
              <a:xfrm rot="2498363">
                <a:off x="8831623" y="1920263"/>
                <a:ext cx="392828" cy="392828"/>
              </a:xfrm>
              <a:custGeom>
                <a:rect b="b" l="l" r="r" t="t"/>
                <a:pathLst>
                  <a:path extrusionOk="0" h="3938940" w="3860438">
                    <a:moveTo>
                      <a:pt x="1862067" y="2433815"/>
                    </a:moveTo>
                    <a:lnTo>
                      <a:pt x="1970067" y="2433815"/>
                    </a:lnTo>
                    <a:lnTo>
                      <a:pt x="1970067" y="3362873"/>
                    </a:lnTo>
                    <a:lnTo>
                      <a:pt x="2004792" y="3362873"/>
                    </a:lnTo>
                    <a:lnTo>
                      <a:pt x="2004792" y="3650907"/>
                    </a:lnTo>
                    <a:cubicBezTo>
                      <a:pt x="2004792" y="3808349"/>
                      <a:pt x="1878374" y="3936619"/>
                      <a:pt x="1720949" y="3938909"/>
                    </a:cubicBezTo>
                    <a:cubicBezTo>
                      <a:pt x="1564029" y="3941192"/>
                      <a:pt x="1434265" y="3817458"/>
                      <a:pt x="1429045" y="3660794"/>
                    </a:cubicBezTo>
                    <a:lnTo>
                      <a:pt x="1428727" y="3660794"/>
                    </a:lnTo>
                    <a:lnTo>
                      <a:pt x="1428727" y="3588794"/>
                    </a:lnTo>
                    <a:cubicBezTo>
                      <a:pt x="1428727" y="3549029"/>
                      <a:pt x="1460962" y="3516794"/>
                      <a:pt x="1500727" y="3516794"/>
                    </a:cubicBezTo>
                    <a:lnTo>
                      <a:pt x="1536727" y="3516794"/>
                    </a:lnTo>
                    <a:cubicBezTo>
                      <a:pt x="1576492" y="3516794"/>
                      <a:pt x="1608727" y="3549029"/>
                      <a:pt x="1608727" y="3588794"/>
                    </a:cubicBezTo>
                    <a:lnTo>
                      <a:pt x="1608727" y="3654789"/>
                    </a:lnTo>
                    <a:cubicBezTo>
                      <a:pt x="1610687" y="3713589"/>
                      <a:pt x="1659418" y="3760001"/>
                      <a:pt x="1718334" y="3759144"/>
                    </a:cubicBezTo>
                    <a:cubicBezTo>
                      <a:pt x="1777498" y="3758284"/>
                      <a:pt x="1825008" y="3710077"/>
                      <a:pt x="1825008" y="3650907"/>
                    </a:cubicBezTo>
                    <a:lnTo>
                      <a:pt x="1824792" y="3650907"/>
                    </a:lnTo>
                    <a:lnTo>
                      <a:pt x="1824792" y="3362873"/>
                    </a:lnTo>
                    <a:lnTo>
                      <a:pt x="1862067" y="3362873"/>
                    </a:lnTo>
                    <a:close/>
                    <a:moveTo>
                      <a:pt x="1963773" y="341826"/>
                    </a:moveTo>
                    <a:cubicBezTo>
                      <a:pt x="2603866" y="1105515"/>
                      <a:pt x="2803203" y="1464631"/>
                      <a:pt x="2867684" y="2396069"/>
                    </a:cubicBezTo>
                    <a:cubicBezTo>
                      <a:pt x="2523234" y="2107144"/>
                      <a:pt x="2324834" y="2107144"/>
                      <a:pt x="1967684" y="2396069"/>
                    </a:cubicBezTo>
                    <a:cubicBezTo>
                      <a:pt x="1966380" y="1713514"/>
                      <a:pt x="1965077" y="1024381"/>
                      <a:pt x="1963773" y="341826"/>
                    </a:cubicBezTo>
                    <a:close/>
                    <a:moveTo>
                      <a:pt x="1882676" y="341826"/>
                    </a:moveTo>
                    <a:cubicBezTo>
                      <a:pt x="1881372" y="1024381"/>
                      <a:pt x="1880069" y="1713514"/>
                      <a:pt x="1878765" y="2396069"/>
                    </a:cubicBezTo>
                    <a:cubicBezTo>
                      <a:pt x="1521615" y="2107144"/>
                      <a:pt x="1323215" y="2107144"/>
                      <a:pt x="978765" y="2396069"/>
                    </a:cubicBezTo>
                    <a:cubicBezTo>
                      <a:pt x="1043246" y="1464631"/>
                      <a:pt x="1242583" y="1105515"/>
                      <a:pt x="1882676" y="341826"/>
                    </a:cubicBezTo>
                    <a:close/>
                    <a:moveTo>
                      <a:pt x="2058573" y="335248"/>
                    </a:moveTo>
                    <a:cubicBezTo>
                      <a:pt x="3026489" y="598978"/>
                      <a:pt x="3714825" y="1273857"/>
                      <a:pt x="3860438" y="2396070"/>
                    </a:cubicBezTo>
                    <a:cubicBezTo>
                      <a:pt x="3515988" y="2107145"/>
                      <a:pt x="3317588" y="2107145"/>
                      <a:pt x="2960438" y="2396070"/>
                    </a:cubicBezTo>
                    <a:cubicBezTo>
                      <a:pt x="2910892" y="1313327"/>
                      <a:pt x="2647549" y="1036442"/>
                      <a:pt x="2058573" y="335248"/>
                    </a:cubicBezTo>
                    <a:close/>
                    <a:moveTo>
                      <a:pt x="1801865" y="335248"/>
                    </a:moveTo>
                    <a:cubicBezTo>
                      <a:pt x="1212889" y="1036442"/>
                      <a:pt x="949546" y="1313327"/>
                      <a:pt x="900000" y="2396070"/>
                    </a:cubicBezTo>
                    <a:cubicBezTo>
                      <a:pt x="542850" y="2107145"/>
                      <a:pt x="344450" y="2107145"/>
                      <a:pt x="0" y="2396070"/>
                    </a:cubicBezTo>
                    <a:cubicBezTo>
                      <a:pt x="145613" y="1273857"/>
                      <a:pt x="833949" y="598978"/>
                      <a:pt x="1801865" y="335248"/>
                    </a:cubicBezTo>
                    <a:close/>
                    <a:moveTo>
                      <a:pt x="1902679" y="0"/>
                    </a:moveTo>
                    <a:lnTo>
                      <a:pt x="1929455" y="0"/>
                    </a:lnTo>
                    <a:lnTo>
                      <a:pt x="1970067" y="288000"/>
                    </a:lnTo>
                    <a:lnTo>
                      <a:pt x="1862067" y="28800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702" name="Google Shape;3702;p61"/>
              <p:cNvSpPr/>
              <p:nvPr/>
            </p:nvSpPr>
            <p:spPr>
              <a:xfrm rot="-2129845">
                <a:off x="10110329" y="1972655"/>
                <a:ext cx="132806" cy="502999"/>
              </a:xfrm>
              <a:custGeom>
                <a:rect b="b" l="l" r="r" t="t"/>
                <a:pathLst>
                  <a:path extrusionOk="0" h="5014044" w="1323851">
                    <a:moveTo>
                      <a:pt x="797140" y="4503940"/>
                    </a:moveTo>
                    <a:cubicBezTo>
                      <a:pt x="732770" y="4439570"/>
                      <a:pt x="628407" y="4439570"/>
                      <a:pt x="564037" y="4503940"/>
                    </a:cubicBezTo>
                    <a:cubicBezTo>
                      <a:pt x="499667" y="4568310"/>
                      <a:pt x="499667" y="4672672"/>
                      <a:pt x="564037" y="4737042"/>
                    </a:cubicBezTo>
                    <a:cubicBezTo>
                      <a:pt x="628407" y="4801412"/>
                      <a:pt x="732770" y="4801413"/>
                      <a:pt x="797140" y="4737043"/>
                    </a:cubicBezTo>
                    <a:cubicBezTo>
                      <a:pt x="861510" y="4672673"/>
                      <a:pt x="861510" y="4568310"/>
                      <a:pt x="797140" y="4503940"/>
                    </a:cubicBezTo>
                    <a:close/>
                    <a:moveTo>
                      <a:pt x="1019859" y="4396571"/>
                    </a:moveTo>
                    <a:lnTo>
                      <a:pt x="1019859" y="4844408"/>
                    </a:lnTo>
                    <a:lnTo>
                      <a:pt x="680589" y="5014044"/>
                    </a:lnTo>
                    <a:lnTo>
                      <a:pt x="341319" y="4844409"/>
                    </a:lnTo>
                    <a:lnTo>
                      <a:pt x="341319" y="4396572"/>
                    </a:lnTo>
                    <a:lnTo>
                      <a:pt x="680589" y="4226937"/>
                    </a:lnTo>
                    <a:close/>
                    <a:moveTo>
                      <a:pt x="800624" y="237293"/>
                    </a:moveTo>
                    <a:cubicBezTo>
                      <a:pt x="730322" y="166991"/>
                      <a:pt x="616339" y="166991"/>
                      <a:pt x="546037" y="237293"/>
                    </a:cubicBezTo>
                    <a:cubicBezTo>
                      <a:pt x="475735" y="307595"/>
                      <a:pt x="475735" y="421577"/>
                      <a:pt x="546037" y="491879"/>
                    </a:cubicBezTo>
                    <a:cubicBezTo>
                      <a:pt x="616339" y="562181"/>
                      <a:pt x="730322" y="562181"/>
                      <a:pt x="800624" y="491879"/>
                    </a:cubicBezTo>
                    <a:cubicBezTo>
                      <a:pt x="870926" y="421577"/>
                      <a:pt x="870926" y="307595"/>
                      <a:pt x="800624" y="237293"/>
                    </a:cubicBezTo>
                    <a:close/>
                    <a:moveTo>
                      <a:pt x="1079384" y="68015"/>
                    </a:moveTo>
                    <a:cubicBezTo>
                      <a:pt x="1121407" y="110039"/>
                      <a:pt x="1147399" y="168093"/>
                      <a:pt x="1147399" y="232219"/>
                    </a:cubicBezTo>
                    <a:cubicBezTo>
                      <a:pt x="1147399" y="1159793"/>
                      <a:pt x="1034554" y="2087367"/>
                      <a:pt x="1023948" y="3014957"/>
                    </a:cubicBezTo>
                    <a:cubicBezTo>
                      <a:pt x="1133082" y="3060182"/>
                      <a:pt x="1235152" y="3127360"/>
                      <a:pt x="1323851" y="3216059"/>
                    </a:cubicBezTo>
                    <a:cubicBezTo>
                      <a:pt x="1689423" y="3581630"/>
                      <a:pt x="1689423" y="4174338"/>
                      <a:pt x="1323851" y="4539910"/>
                    </a:cubicBezTo>
                    <a:cubicBezTo>
                      <a:pt x="1261218" y="4602543"/>
                      <a:pt x="1191917" y="4654446"/>
                      <a:pt x="1117803" y="4694845"/>
                    </a:cubicBezTo>
                    <a:lnTo>
                      <a:pt x="1117303" y="3872699"/>
                    </a:lnTo>
                    <a:lnTo>
                      <a:pt x="684319" y="3565900"/>
                    </a:lnTo>
                    <a:lnTo>
                      <a:pt x="251709" y="3873225"/>
                    </a:lnTo>
                    <a:lnTo>
                      <a:pt x="252223" y="4718882"/>
                    </a:lnTo>
                    <a:cubicBezTo>
                      <a:pt x="160837" y="4675423"/>
                      <a:pt x="75567" y="4615476"/>
                      <a:pt x="0" y="4539910"/>
                    </a:cubicBezTo>
                    <a:cubicBezTo>
                      <a:pt x="-365571" y="4174338"/>
                      <a:pt x="-365571" y="3581630"/>
                      <a:pt x="0" y="3216059"/>
                    </a:cubicBezTo>
                    <a:cubicBezTo>
                      <a:pt x="100968" y="3115091"/>
                      <a:pt x="219261" y="3042010"/>
                      <a:pt x="345675" y="2997831"/>
                    </a:cubicBezTo>
                    <a:lnTo>
                      <a:pt x="211295" y="232219"/>
                    </a:lnTo>
                    <a:cubicBezTo>
                      <a:pt x="211295" y="103968"/>
                      <a:pt x="315263" y="0"/>
                      <a:pt x="443514" y="0"/>
                    </a:cubicBezTo>
                    <a:lnTo>
                      <a:pt x="915180" y="0"/>
                    </a:lnTo>
                    <a:cubicBezTo>
                      <a:pt x="979305" y="0"/>
                      <a:pt x="1037360" y="25992"/>
                      <a:pt x="1079384" y="680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703" name="Google Shape;3703;p61"/>
              <p:cNvSpPr/>
              <p:nvPr/>
            </p:nvSpPr>
            <p:spPr>
              <a:xfrm rot="-8100000">
                <a:off x="9503918" y="5364438"/>
                <a:ext cx="71616" cy="502304"/>
              </a:xfrm>
              <a:custGeom>
                <a:rect b="b" l="l" r="r" t="t"/>
                <a:pathLst>
                  <a:path extrusionOk="0" h="460327" w="65631">
                    <a:moveTo>
                      <a:pt x="42919" y="215685"/>
                    </a:moveTo>
                    <a:lnTo>
                      <a:pt x="22708" y="215685"/>
                    </a:lnTo>
                    <a:lnTo>
                      <a:pt x="0" y="185855"/>
                    </a:lnTo>
                    <a:lnTo>
                      <a:pt x="3" y="185856"/>
                    </a:lnTo>
                    <a:lnTo>
                      <a:pt x="3" y="32814"/>
                    </a:lnTo>
                    <a:cubicBezTo>
                      <a:pt x="3" y="14690"/>
                      <a:pt x="14694" y="0"/>
                      <a:pt x="32817" y="0"/>
                    </a:cubicBezTo>
                    <a:cubicBezTo>
                      <a:pt x="50940" y="0"/>
                      <a:pt x="65631" y="14690"/>
                      <a:pt x="65631" y="32814"/>
                    </a:cubicBezTo>
                    <a:lnTo>
                      <a:pt x="65631" y="185856"/>
                    </a:lnTo>
                    <a:lnTo>
                      <a:pt x="65626" y="185856"/>
                    </a:lnTo>
                    <a:close/>
                    <a:moveTo>
                      <a:pt x="57234" y="460327"/>
                    </a:moveTo>
                    <a:lnTo>
                      <a:pt x="11300" y="460327"/>
                    </a:lnTo>
                    <a:lnTo>
                      <a:pt x="11300" y="366559"/>
                    </a:lnTo>
                    <a:cubicBezTo>
                      <a:pt x="13577" y="349655"/>
                      <a:pt x="25635" y="358815"/>
                      <a:pt x="25452" y="346112"/>
                    </a:cubicBezTo>
                    <a:cubicBezTo>
                      <a:pt x="25288" y="302926"/>
                      <a:pt x="25124" y="259739"/>
                      <a:pt x="24960" y="216553"/>
                    </a:cubicBezTo>
                    <a:lnTo>
                      <a:pt x="42858" y="216553"/>
                    </a:lnTo>
                    <a:cubicBezTo>
                      <a:pt x="42694" y="259576"/>
                      <a:pt x="42530" y="302598"/>
                      <a:pt x="42366" y="345621"/>
                    </a:cubicBezTo>
                    <a:cubicBezTo>
                      <a:pt x="39843" y="359799"/>
                      <a:pt x="54756" y="347441"/>
                      <a:pt x="57234" y="36655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704" name="Google Shape;3704;p61"/>
              <p:cNvSpPr/>
              <p:nvPr/>
            </p:nvSpPr>
            <p:spPr>
              <a:xfrm>
                <a:off x="10146073" y="5282722"/>
                <a:ext cx="141778" cy="392828"/>
              </a:xfrm>
              <a:custGeom>
                <a:rect b="b" l="l" r="r" t="t"/>
                <a:pathLst>
                  <a:path extrusionOk="0" h="3871427" w="1397263">
                    <a:moveTo>
                      <a:pt x="698631" y="1778701"/>
                    </a:moveTo>
                    <a:cubicBezTo>
                      <a:pt x="609151" y="1778701"/>
                      <a:pt x="536613" y="1851239"/>
                      <a:pt x="536613" y="1940719"/>
                    </a:cubicBezTo>
                    <a:cubicBezTo>
                      <a:pt x="536613" y="2030199"/>
                      <a:pt x="609151" y="2102737"/>
                      <a:pt x="698631" y="2102737"/>
                    </a:cubicBezTo>
                    <a:cubicBezTo>
                      <a:pt x="788111" y="2102737"/>
                      <a:pt x="860649" y="2030199"/>
                      <a:pt x="860649" y="1940719"/>
                    </a:cubicBezTo>
                    <a:cubicBezTo>
                      <a:pt x="860649" y="1851239"/>
                      <a:pt x="788111" y="1778701"/>
                      <a:pt x="698631" y="1778701"/>
                    </a:cubicBezTo>
                    <a:close/>
                    <a:moveTo>
                      <a:pt x="999594" y="0"/>
                    </a:moveTo>
                    <a:lnTo>
                      <a:pt x="1321063" y="0"/>
                    </a:lnTo>
                    <a:lnTo>
                      <a:pt x="1390119" y="95250"/>
                    </a:lnTo>
                    <a:cubicBezTo>
                      <a:pt x="1392500" y="284956"/>
                      <a:pt x="1394882" y="474663"/>
                      <a:pt x="1397263" y="664369"/>
                    </a:cubicBezTo>
                    <a:lnTo>
                      <a:pt x="1256769" y="833438"/>
                    </a:lnTo>
                    <a:lnTo>
                      <a:pt x="921013" y="978694"/>
                    </a:lnTo>
                    <a:lnTo>
                      <a:pt x="913199" y="978651"/>
                    </a:lnTo>
                    <a:lnTo>
                      <a:pt x="913199" y="1700779"/>
                    </a:lnTo>
                    <a:cubicBezTo>
                      <a:pt x="979823" y="1759212"/>
                      <a:pt x="1021211" y="1845132"/>
                      <a:pt x="1021211" y="1940719"/>
                    </a:cubicBezTo>
                    <a:cubicBezTo>
                      <a:pt x="1021211" y="2036306"/>
                      <a:pt x="979823" y="2122226"/>
                      <a:pt x="913199" y="2180659"/>
                    </a:cubicBezTo>
                    <a:lnTo>
                      <a:pt x="913199" y="2896482"/>
                    </a:lnTo>
                    <a:lnTo>
                      <a:pt x="1238250" y="3021320"/>
                    </a:lnTo>
                    <a:lnTo>
                      <a:pt x="1390650" y="3199914"/>
                    </a:lnTo>
                    <a:lnTo>
                      <a:pt x="1393032" y="3764270"/>
                    </a:lnTo>
                    <a:lnTo>
                      <a:pt x="1316832" y="3869045"/>
                    </a:lnTo>
                    <a:lnTo>
                      <a:pt x="997744" y="3869045"/>
                    </a:lnTo>
                    <a:lnTo>
                      <a:pt x="995363" y="3276114"/>
                    </a:lnTo>
                    <a:lnTo>
                      <a:pt x="700088" y="3111808"/>
                    </a:lnTo>
                    <a:lnTo>
                      <a:pt x="409575" y="3288020"/>
                    </a:lnTo>
                    <a:lnTo>
                      <a:pt x="397669" y="3871427"/>
                    </a:lnTo>
                    <a:lnTo>
                      <a:pt x="76200" y="3871427"/>
                    </a:lnTo>
                    <a:lnTo>
                      <a:pt x="7144" y="3776177"/>
                    </a:lnTo>
                    <a:cubicBezTo>
                      <a:pt x="4763" y="3586471"/>
                      <a:pt x="2381" y="3396764"/>
                      <a:pt x="0" y="3207058"/>
                    </a:cubicBezTo>
                    <a:lnTo>
                      <a:pt x="140494" y="3037989"/>
                    </a:lnTo>
                    <a:lnTo>
                      <a:pt x="476250" y="2892733"/>
                    </a:lnTo>
                    <a:lnTo>
                      <a:pt x="481151" y="2892760"/>
                    </a:lnTo>
                    <a:lnTo>
                      <a:pt x="481151" y="2180659"/>
                    </a:lnTo>
                    <a:cubicBezTo>
                      <a:pt x="414527" y="2122226"/>
                      <a:pt x="373139" y="2036306"/>
                      <a:pt x="373139" y="1940719"/>
                    </a:cubicBezTo>
                    <a:cubicBezTo>
                      <a:pt x="373139" y="1845132"/>
                      <a:pt x="414527" y="1759212"/>
                      <a:pt x="481151" y="1700779"/>
                    </a:cubicBezTo>
                    <a:lnTo>
                      <a:pt x="481151" y="973827"/>
                    </a:lnTo>
                    <a:lnTo>
                      <a:pt x="159013" y="850107"/>
                    </a:lnTo>
                    <a:lnTo>
                      <a:pt x="6613" y="671513"/>
                    </a:lnTo>
                    <a:lnTo>
                      <a:pt x="4231" y="107157"/>
                    </a:lnTo>
                    <a:lnTo>
                      <a:pt x="80431" y="2382"/>
                    </a:lnTo>
                    <a:lnTo>
                      <a:pt x="399519" y="2382"/>
                    </a:lnTo>
                    <a:cubicBezTo>
                      <a:pt x="400313" y="198438"/>
                      <a:pt x="401106" y="396875"/>
                      <a:pt x="401900" y="595313"/>
                    </a:cubicBezTo>
                    <a:lnTo>
                      <a:pt x="697175" y="759619"/>
                    </a:lnTo>
                    <a:lnTo>
                      <a:pt x="987688" y="583407"/>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705" name="Google Shape;3705;p61"/>
              <p:cNvSpPr/>
              <p:nvPr/>
            </p:nvSpPr>
            <p:spPr>
              <a:xfrm rot="10800000">
                <a:off x="9233259" y="1922064"/>
                <a:ext cx="351266" cy="351266"/>
              </a:xfrm>
              <a:custGeom>
                <a:rect b="b" l="l" r="r" t="t"/>
                <a:pathLst>
                  <a:path extrusionOk="0" h="3915008" w="3982665">
                    <a:moveTo>
                      <a:pt x="0" y="2664000"/>
                    </a:moveTo>
                    <a:lnTo>
                      <a:pt x="1911318" y="72000"/>
                    </a:lnTo>
                    <a:lnTo>
                      <a:pt x="1142725" y="2655962"/>
                    </a:lnTo>
                    <a:close/>
                    <a:moveTo>
                      <a:pt x="3982665" y="2664000"/>
                    </a:moveTo>
                    <a:lnTo>
                      <a:pt x="2839940" y="2655962"/>
                    </a:lnTo>
                    <a:lnTo>
                      <a:pt x="2071347" y="72000"/>
                    </a:lnTo>
                    <a:close/>
                    <a:moveTo>
                      <a:pt x="2621333" y="2664000"/>
                    </a:moveTo>
                    <a:lnTo>
                      <a:pt x="1361333" y="2664000"/>
                    </a:lnTo>
                    <a:lnTo>
                      <a:pt x="1991333" y="0"/>
                    </a:lnTo>
                    <a:close/>
                    <a:moveTo>
                      <a:pt x="1806654" y="3915007"/>
                    </a:moveTo>
                    <a:lnTo>
                      <a:pt x="726654" y="3915007"/>
                    </a:lnTo>
                    <a:lnTo>
                      <a:pt x="1266654" y="2835007"/>
                    </a:lnTo>
                    <a:close/>
                    <a:moveTo>
                      <a:pt x="555902" y="3915008"/>
                    </a:moveTo>
                    <a:lnTo>
                      <a:pt x="15902" y="2835008"/>
                    </a:lnTo>
                    <a:lnTo>
                      <a:pt x="1095902" y="2835008"/>
                    </a:lnTo>
                    <a:close/>
                    <a:moveTo>
                      <a:pt x="1977406" y="3915008"/>
                    </a:moveTo>
                    <a:lnTo>
                      <a:pt x="1437406" y="2835008"/>
                    </a:lnTo>
                    <a:lnTo>
                      <a:pt x="2517406" y="2835008"/>
                    </a:lnTo>
                    <a:close/>
                    <a:moveTo>
                      <a:pt x="3228158" y="3915008"/>
                    </a:moveTo>
                    <a:lnTo>
                      <a:pt x="2148158" y="3915008"/>
                    </a:lnTo>
                    <a:lnTo>
                      <a:pt x="2688158" y="2835008"/>
                    </a:lnTo>
                    <a:close/>
                    <a:moveTo>
                      <a:pt x="3398910" y="3915008"/>
                    </a:moveTo>
                    <a:lnTo>
                      <a:pt x="2858910" y="2835008"/>
                    </a:lnTo>
                    <a:lnTo>
                      <a:pt x="3938910" y="2835008"/>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706" name="Google Shape;3706;p61"/>
              <p:cNvSpPr/>
              <p:nvPr/>
            </p:nvSpPr>
            <p:spPr>
              <a:xfrm>
                <a:off x="8136976" y="5049647"/>
                <a:ext cx="351266" cy="351266"/>
              </a:xfrm>
              <a:custGeom>
                <a:rect b="b" l="l" r="r" t="t"/>
                <a:pathLst>
                  <a:path extrusionOk="0" h="3954781" w="3928707">
                    <a:moveTo>
                      <a:pt x="2773336" y="2238726"/>
                    </a:moveTo>
                    <a:cubicBezTo>
                      <a:pt x="2746826" y="2238726"/>
                      <a:pt x="2725335" y="2260217"/>
                      <a:pt x="2725335" y="2286727"/>
                    </a:cubicBezTo>
                    <a:lnTo>
                      <a:pt x="2725335" y="2478725"/>
                    </a:lnTo>
                    <a:cubicBezTo>
                      <a:pt x="2725335" y="2505235"/>
                      <a:pt x="2746826" y="2526726"/>
                      <a:pt x="2773336" y="2526726"/>
                    </a:cubicBezTo>
                    <a:lnTo>
                      <a:pt x="2965334" y="2526726"/>
                    </a:lnTo>
                    <a:cubicBezTo>
                      <a:pt x="2991844" y="2526726"/>
                      <a:pt x="3013335" y="2505235"/>
                      <a:pt x="3013335" y="2478725"/>
                    </a:cubicBezTo>
                    <a:lnTo>
                      <a:pt x="3013335" y="2286727"/>
                    </a:lnTo>
                    <a:cubicBezTo>
                      <a:pt x="3013335" y="2260217"/>
                      <a:pt x="2991844" y="2238726"/>
                      <a:pt x="2965334" y="2238726"/>
                    </a:cubicBezTo>
                    <a:close/>
                    <a:moveTo>
                      <a:pt x="2313922" y="2238726"/>
                    </a:moveTo>
                    <a:cubicBezTo>
                      <a:pt x="2287412" y="2238726"/>
                      <a:pt x="2265921" y="2260217"/>
                      <a:pt x="2265921" y="2286727"/>
                    </a:cubicBezTo>
                    <a:lnTo>
                      <a:pt x="2265921" y="2478725"/>
                    </a:lnTo>
                    <a:cubicBezTo>
                      <a:pt x="2265921" y="2505235"/>
                      <a:pt x="2287412" y="2526726"/>
                      <a:pt x="2313922" y="2526726"/>
                    </a:cubicBezTo>
                    <a:lnTo>
                      <a:pt x="2505920" y="2526726"/>
                    </a:lnTo>
                    <a:cubicBezTo>
                      <a:pt x="2532430" y="2526726"/>
                      <a:pt x="2553921" y="2505235"/>
                      <a:pt x="2553921" y="2478725"/>
                    </a:cubicBezTo>
                    <a:lnTo>
                      <a:pt x="2553921" y="2286727"/>
                    </a:lnTo>
                    <a:cubicBezTo>
                      <a:pt x="2553921" y="2260217"/>
                      <a:pt x="2532430" y="2238726"/>
                      <a:pt x="2505920" y="2238726"/>
                    </a:cubicBezTo>
                    <a:close/>
                    <a:moveTo>
                      <a:pt x="1854508" y="2238726"/>
                    </a:moveTo>
                    <a:cubicBezTo>
                      <a:pt x="1827998" y="2238726"/>
                      <a:pt x="1806507" y="2260217"/>
                      <a:pt x="1806507" y="2286727"/>
                    </a:cubicBezTo>
                    <a:lnTo>
                      <a:pt x="1806507" y="2478725"/>
                    </a:lnTo>
                    <a:cubicBezTo>
                      <a:pt x="1806507" y="2505235"/>
                      <a:pt x="1827998" y="2526726"/>
                      <a:pt x="1854508" y="2526726"/>
                    </a:cubicBezTo>
                    <a:lnTo>
                      <a:pt x="2046506" y="2526726"/>
                    </a:lnTo>
                    <a:cubicBezTo>
                      <a:pt x="2073016" y="2526726"/>
                      <a:pt x="2094507" y="2505235"/>
                      <a:pt x="2094507" y="2478725"/>
                    </a:cubicBezTo>
                    <a:lnTo>
                      <a:pt x="2094507" y="2286727"/>
                    </a:lnTo>
                    <a:cubicBezTo>
                      <a:pt x="2094507" y="2260217"/>
                      <a:pt x="2073016" y="2238726"/>
                      <a:pt x="2046506" y="2238726"/>
                    </a:cubicBezTo>
                    <a:close/>
                    <a:moveTo>
                      <a:pt x="879732" y="2133675"/>
                    </a:moveTo>
                    <a:cubicBezTo>
                      <a:pt x="767330" y="2133675"/>
                      <a:pt x="676210" y="2224795"/>
                      <a:pt x="676210" y="2337197"/>
                    </a:cubicBezTo>
                    <a:cubicBezTo>
                      <a:pt x="676210" y="2449599"/>
                      <a:pt x="767330" y="2540719"/>
                      <a:pt x="879732" y="2540719"/>
                    </a:cubicBezTo>
                    <a:cubicBezTo>
                      <a:pt x="956121" y="2540719"/>
                      <a:pt x="1022681" y="2498634"/>
                      <a:pt x="1054808" y="2434886"/>
                    </a:cubicBezTo>
                    <a:lnTo>
                      <a:pt x="1469273" y="2434887"/>
                    </a:lnTo>
                    <a:cubicBezTo>
                      <a:pt x="1529381" y="2434887"/>
                      <a:pt x="1578108" y="2386160"/>
                      <a:pt x="1578108" y="2326052"/>
                    </a:cubicBezTo>
                    <a:cubicBezTo>
                      <a:pt x="1578108" y="2265944"/>
                      <a:pt x="1529381" y="2217217"/>
                      <a:pt x="1469273" y="2217217"/>
                    </a:cubicBezTo>
                    <a:lnTo>
                      <a:pt x="1039779" y="2217217"/>
                    </a:lnTo>
                    <a:cubicBezTo>
                      <a:pt x="1005455" y="2165662"/>
                      <a:pt x="946329" y="2133675"/>
                      <a:pt x="879732" y="2133675"/>
                    </a:cubicBezTo>
                    <a:close/>
                    <a:moveTo>
                      <a:pt x="2773336" y="1699178"/>
                    </a:moveTo>
                    <a:cubicBezTo>
                      <a:pt x="2746826" y="1699178"/>
                      <a:pt x="2725335" y="1720669"/>
                      <a:pt x="2725335" y="1747179"/>
                    </a:cubicBezTo>
                    <a:lnTo>
                      <a:pt x="2725335" y="1939177"/>
                    </a:lnTo>
                    <a:cubicBezTo>
                      <a:pt x="2725335" y="1965687"/>
                      <a:pt x="2746826" y="1987178"/>
                      <a:pt x="2773336" y="1987178"/>
                    </a:cubicBezTo>
                    <a:lnTo>
                      <a:pt x="2965334" y="1987178"/>
                    </a:lnTo>
                    <a:cubicBezTo>
                      <a:pt x="2991844" y="1987178"/>
                      <a:pt x="3013335" y="1965687"/>
                      <a:pt x="3013335" y="1939177"/>
                    </a:cubicBezTo>
                    <a:lnTo>
                      <a:pt x="3013335" y="1747179"/>
                    </a:lnTo>
                    <a:cubicBezTo>
                      <a:pt x="3013335" y="1720669"/>
                      <a:pt x="2991844" y="1699178"/>
                      <a:pt x="2965334" y="1699178"/>
                    </a:cubicBezTo>
                    <a:close/>
                    <a:moveTo>
                      <a:pt x="2313922" y="1699178"/>
                    </a:moveTo>
                    <a:cubicBezTo>
                      <a:pt x="2287412" y="1699178"/>
                      <a:pt x="2265921" y="1720669"/>
                      <a:pt x="2265921" y="1747179"/>
                    </a:cubicBezTo>
                    <a:lnTo>
                      <a:pt x="2265921" y="1939177"/>
                    </a:lnTo>
                    <a:cubicBezTo>
                      <a:pt x="2265921" y="1965687"/>
                      <a:pt x="2287412" y="1987178"/>
                      <a:pt x="2313922" y="1987178"/>
                    </a:cubicBezTo>
                    <a:lnTo>
                      <a:pt x="2505920" y="1987178"/>
                    </a:lnTo>
                    <a:cubicBezTo>
                      <a:pt x="2532430" y="1987178"/>
                      <a:pt x="2553921" y="1965687"/>
                      <a:pt x="2553921" y="1939177"/>
                    </a:cubicBezTo>
                    <a:lnTo>
                      <a:pt x="2553921" y="1747179"/>
                    </a:lnTo>
                    <a:cubicBezTo>
                      <a:pt x="2553921" y="1720669"/>
                      <a:pt x="2532430" y="1699178"/>
                      <a:pt x="2505920" y="1699178"/>
                    </a:cubicBezTo>
                    <a:close/>
                    <a:moveTo>
                      <a:pt x="1854508" y="1699178"/>
                    </a:moveTo>
                    <a:cubicBezTo>
                      <a:pt x="1827998" y="1699178"/>
                      <a:pt x="1806507" y="1720669"/>
                      <a:pt x="1806507" y="1747179"/>
                    </a:cubicBezTo>
                    <a:lnTo>
                      <a:pt x="1806507" y="1939177"/>
                    </a:lnTo>
                    <a:cubicBezTo>
                      <a:pt x="1806507" y="1965687"/>
                      <a:pt x="1827998" y="1987178"/>
                      <a:pt x="1854508" y="1987178"/>
                    </a:cubicBezTo>
                    <a:lnTo>
                      <a:pt x="2046506" y="1987178"/>
                    </a:lnTo>
                    <a:cubicBezTo>
                      <a:pt x="2073016" y="1987178"/>
                      <a:pt x="2094507" y="1965687"/>
                      <a:pt x="2094507" y="1939177"/>
                    </a:cubicBezTo>
                    <a:lnTo>
                      <a:pt x="2094507" y="1747179"/>
                    </a:lnTo>
                    <a:cubicBezTo>
                      <a:pt x="2094507" y="1720669"/>
                      <a:pt x="2073016" y="1699178"/>
                      <a:pt x="2046506" y="1699178"/>
                    </a:cubicBezTo>
                    <a:close/>
                    <a:moveTo>
                      <a:pt x="1035948" y="1186216"/>
                    </a:moveTo>
                    <a:cubicBezTo>
                      <a:pt x="1165960" y="1186216"/>
                      <a:pt x="1271356" y="1291612"/>
                      <a:pt x="1271356" y="1421624"/>
                    </a:cubicBezTo>
                    <a:cubicBezTo>
                      <a:pt x="1271356" y="1551636"/>
                      <a:pt x="1165960" y="1657032"/>
                      <a:pt x="1035948" y="1657032"/>
                    </a:cubicBezTo>
                    <a:cubicBezTo>
                      <a:pt x="905936" y="1657032"/>
                      <a:pt x="800540" y="1551636"/>
                      <a:pt x="800540" y="1421624"/>
                    </a:cubicBezTo>
                    <a:cubicBezTo>
                      <a:pt x="800540" y="1291612"/>
                      <a:pt x="905936" y="1186216"/>
                      <a:pt x="1035948" y="1186216"/>
                    </a:cubicBezTo>
                    <a:close/>
                    <a:moveTo>
                      <a:pt x="2773336" y="1159631"/>
                    </a:moveTo>
                    <a:cubicBezTo>
                      <a:pt x="2746826" y="1159631"/>
                      <a:pt x="2725335" y="1181122"/>
                      <a:pt x="2725335" y="1207632"/>
                    </a:cubicBezTo>
                    <a:lnTo>
                      <a:pt x="2725335" y="1399630"/>
                    </a:lnTo>
                    <a:cubicBezTo>
                      <a:pt x="2725335" y="1426140"/>
                      <a:pt x="2746826" y="1447631"/>
                      <a:pt x="2773336" y="1447631"/>
                    </a:cubicBezTo>
                    <a:lnTo>
                      <a:pt x="2965334" y="1447631"/>
                    </a:lnTo>
                    <a:cubicBezTo>
                      <a:pt x="2991844" y="1447631"/>
                      <a:pt x="3013335" y="1426140"/>
                      <a:pt x="3013335" y="1399630"/>
                    </a:cubicBezTo>
                    <a:lnTo>
                      <a:pt x="3013335" y="1207632"/>
                    </a:lnTo>
                    <a:cubicBezTo>
                      <a:pt x="3013335" y="1181122"/>
                      <a:pt x="2991844" y="1159631"/>
                      <a:pt x="2965334" y="1159631"/>
                    </a:cubicBezTo>
                    <a:close/>
                    <a:moveTo>
                      <a:pt x="2313922" y="1159631"/>
                    </a:moveTo>
                    <a:cubicBezTo>
                      <a:pt x="2287412" y="1159631"/>
                      <a:pt x="2265921" y="1181122"/>
                      <a:pt x="2265921" y="1207632"/>
                    </a:cubicBezTo>
                    <a:lnTo>
                      <a:pt x="2265921" y="1399630"/>
                    </a:lnTo>
                    <a:cubicBezTo>
                      <a:pt x="2265921" y="1426140"/>
                      <a:pt x="2287412" y="1447631"/>
                      <a:pt x="2313922" y="1447631"/>
                    </a:cubicBezTo>
                    <a:lnTo>
                      <a:pt x="2505920" y="1447631"/>
                    </a:lnTo>
                    <a:cubicBezTo>
                      <a:pt x="2532430" y="1447631"/>
                      <a:pt x="2553921" y="1426140"/>
                      <a:pt x="2553921" y="1399630"/>
                    </a:cubicBezTo>
                    <a:lnTo>
                      <a:pt x="2553921" y="1207632"/>
                    </a:lnTo>
                    <a:cubicBezTo>
                      <a:pt x="2553921" y="1181122"/>
                      <a:pt x="2532430" y="1159631"/>
                      <a:pt x="2505920" y="1159631"/>
                    </a:cubicBezTo>
                    <a:close/>
                    <a:moveTo>
                      <a:pt x="1854508" y="1159631"/>
                    </a:moveTo>
                    <a:cubicBezTo>
                      <a:pt x="1827998" y="1159631"/>
                      <a:pt x="1806507" y="1181122"/>
                      <a:pt x="1806507" y="1207632"/>
                    </a:cubicBezTo>
                    <a:lnTo>
                      <a:pt x="1806507" y="1399630"/>
                    </a:lnTo>
                    <a:cubicBezTo>
                      <a:pt x="1806507" y="1426140"/>
                      <a:pt x="1827998" y="1447631"/>
                      <a:pt x="1854508" y="1447631"/>
                    </a:cubicBezTo>
                    <a:lnTo>
                      <a:pt x="2046506" y="1447631"/>
                    </a:lnTo>
                    <a:cubicBezTo>
                      <a:pt x="2073016" y="1447631"/>
                      <a:pt x="2094507" y="1426140"/>
                      <a:pt x="2094507" y="1399630"/>
                    </a:cubicBezTo>
                    <a:lnTo>
                      <a:pt x="2094507" y="1207632"/>
                    </a:lnTo>
                    <a:cubicBezTo>
                      <a:pt x="2094507" y="1181122"/>
                      <a:pt x="2073016" y="1159631"/>
                      <a:pt x="2046506" y="1159631"/>
                    </a:cubicBezTo>
                    <a:close/>
                    <a:moveTo>
                      <a:pt x="1035947" y="1097587"/>
                    </a:moveTo>
                    <a:cubicBezTo>
                      <a:pt x="856987" y="1097587"/>
                      <a:pt x="711911" y="1242663"/>
                      <a:pt x="711911" y="1421623"/>
                    </a:cubicBezTo>
                    <a:cubicBezTo>
                      <a:pt x="711911" y="1600583"/>
                      <a:pt x="856987" y="1745659"/>
                      <a:pt x="1035947" y="1745659"/>
                    </a:cubicBezTo>
                    <a:cubicBezTo>
                      <a:pt x="1214907" y="1745659"/>
                      <a:pt x="1359983" y="1600583"/>
                      <a:pt x="1359983" y="1421623"/>
                    </a:cubicBezTo>
                    <a:cubicBezTo>
                      <a:pt x="1359983" y="1242663"/>
                      <a:pt x="1214907" y="1097587"/>
                      <a:pt x="1035947" y="1097587"/>
                    </a:cubicBezTo>
                    <a:close/>
                    <a:moveTo>
                      <a:pt x="593124" y="376367"/>
                    </a:moveTo>
                    <a:lnTo>
                      <a:pt x="3225543" y="376367"/>
                    </a:lnTo>
                    <a:cubicBezTo>
                      <a:pt x="3328637" y="376367"/>
                      <a:pt x="3412211" y="459941"/>
                      <a:pt x="3412211" y="563035"/>
                    </a:cubicBezTo>
                    <a:lnTo>
                      <a:pt x="3412211" y="3074837"/>
                    </a:lnTo>
                    <a:cubicBezTo>
                      <a:pt x="3412211" y="3177931"/>
                      <a:pt x="3328637" y="3261505"/>
                      <a:pt x="3225543" y="3261505"/>
                    </a:cubicBezTo>
                    <a:lnTo>
                      <a:pt x="593124" y="3261505"/>
                    </a:lnTo>
                    <a:cubicBezTo>
                      <a:pt x="490030" y="3261505"/>
                      <a:pt x="406456" y="3177931"/>
                      <a:pt x="406456" y="3074837"/>
                    </a:cubicBezTo>
                    <a:lnTo>
                      <a:pt x="406456" y="563035"/>
                    </a:lnTo>
                    <a:cubicBezTo>
                      <a:pt x="406456" y="459941"/>
                      <a:pt x="490030" y="376367"/>
                      <a:pt x="593124" y="376367"/>
                    </a:cubicBezTo>
                    <a:close/>
                    <a:moveTo>
                      <a:pt x="466365" y="263607"/>
                    </a:moveTo>
                    <a:cubicBezTo>
                      <a:pt x="353740" y="263607"/>
                      <a:pt x="262440" y="354907"/>
                      <a:pt x="262440" y="467532"/>
                    </a:cubicBezTo>
                    <a:lnTo>
                      <a:pt x="262440" y="3211530"/>
                    </a:lnTo>
                    <a:cubicBezTo>
                      <a:pt x="262440" y="3324155"/>
                      <a:pt x="353740" y="3415455"/>
                      <a:pt x="466365" y="3415455"/>
                    </a:cubicBezTo>
                    <a:lnTo>
                      <a:pt x="3352302" y="3415455"/>
                    </a:lnTo>
                    <a:cubicBezTo>
                      <a:pt x="3464927" y="3415455"/>
                      <a:pt x="3556227" y="3324155"/>
                      <a:pt x="3556227" y="3211530"/>
                    </a:cubicBezTo>
                    <a:lnTo>
                      <a:pt x="3556227" y="2945906"/>
                    </a:lnTo>
                    <a:lnTo>
                      <a:pt x="3604113" y="2945906"/>
                    </a:lnTo>
                    <a:cubicBezTo>
                      <a:pt x="3647262" y="2945906"/>
                      <a:pt x="3682241" y="2910927"/>
                      <a:pt x="3682241" y="2867778"/>
                    </a:cubicBezTo>
                    <a:lnTo>
                      <a:pt x="3682241" y="2555278"/>
                    </a:lnTo>
                    <a:cubicBezTo>
                      <a:pt x="3682241" y="2512129"/>
                      <a:pt x="3647262" y="2477150"/>
                      <a:pt x="3604113" y="2477150"/>
                    </a:cubicBezTo>
                    <a:lnTo>
                      <a:pt x="3556227" y="2477150"/>
                    </a:lnTo>
                    <a:lnTo>
                      <a:pt x="3556227" y="1181006"/>
                    </a:lnTo>
                    <a:lnTo>
                      <a:pt x="3604113" y="1181006"/>
                    </a:lnTo>
                    <a:cubicBezTo>
                      <a:pt x="3647262" y="1181006"/>
                      <a:pt x="3682241" y="1146027"/>
                      <a:pt x="3682241" y="1102878"/>
                    </a:cubicBezTo>
                    <a:lnTo>
                      <a:pt x="3682241" y="790378"/>
                    </a:lnTo>
                    <a:cubicBezTo>
                      <a:pt x="3682241" y="747229"/>
                      <a:pt x="3647262" y="712250"/>
                      <a:pt x="3604113" y="712250"/>
                    </a:cubicBezTo>
                    <a:lnTo>
                      <a:pt x="3556227" y="712250"/>
                    </a:lnTo>
                    <a:lnTo>
                      <a:pt x="3556227" y="467532"/>
                    </a:lnTo>
                    <a:cubicBezTo>
                      <a:pt x="3556227" y="354907"/>
                      <a:pt x="3464927" y="263607"/>
                      <a:pt x="3352302" y="263607"/>
                    </a:cubicBezTo>
                    <a:close/>
                    <a:moveTo>
                      <a:pt x="235370" y="0"/>
                    </a:moveTo>
                    <a:lnTo>
                      <a:pt x="3693337" y="0"/>
                    </a:lnTo>
                    <a:cubicBezTo>
                      <a:pt x="3823328" y="0"/>
                      <a:pt x="3928707" y="105379"/>
                      <a:pt x="3928707" y="235370"/>
                    </a:cubicBezTo>
                    <a:lnTo>
                      <a:pt x="3928707" y="3402502"/>
                    </a:lnTo>
                    <a:cubicBezTo>
                      <a:pt x="3928707" y="3485210"/>
                      <a:pt x="3886047" y="3557954"/>
                      <a:pt x="3821334" y="3599629"/>
                    </a:cubicBezTo>
                    <a:lnTo>
                      <a:pt x="3732546" y="3954781"/>
                    </a:lnTo>
                    <a:lnTo>
                      <a:pt x="2998166" y="3954781"/>
                    </a:lnTo>
                    <a:lnTo>
                      <a:pt x="2918939" y="3637872"/>
                    </a:lnTo>
                    <a:lnTo>
                      <a:pt x="1025164" y="3637872"/>
                    </a:lnTo>
                    <a:lnTo>
                      <a:pt x="945937" y="3954781"/>
                    </a:lnTo>
                    <a:lnTo>
                      <a:pt x="211557" y="3954781"/>
                    </a:lnTo>
                    <a:lnTo>
                      <a:pt x="125186" y="3609298"/>
                    </a:lnTo>
                    <a:cubicBezTo>
                      <a:pt x="50483" y="3570656"/>
                      <a:pt x="0" y="3492475"/>
                      <a:pt x="0" y="3402502"/>
                    </a:cubicBezTo>
                    <a:lnTo>
                      <a:pt x="0" y="235370"/>
                    </a:lnTo>
                    <a:cubicBezTo>
                      <a:pt x="0" y="105379"/>
                      <a:pt x="105379" y="0"/>
                      <a:pt x="23537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707" name="Google Shape;3707;p61"/>
              <p:cNvSpPr/>
              <p:nvPr/>
            </p:nvSpPr>
            <p:spPr>
              <a:xfrm>
                <a:off x="9626515" y="1969444"/>
                <a:ext cx="330976" cy="339180"/>
              </a:xfrm>
              <a:custGeom>
                <a:rect b="b" l="l" r="r" t="t"/>
                <a:pathLst>
                  <a:path extrusionOk="0" h="3984815" w="3888432">
                    <a:moveTo>
                      <a:pt x="3131805" y="2156163"/>
                    </a:moveTo>
                    <a:lnTo>
                      <a:pt x="3132791" y="2156712"/>
                    </a:lnTo>
                    <a:lnTo>
                      <a:pt x="3132791" y="3458037"/>
                    </a:lnTo>
                    <a:lnTo>
                      <a:pt x="2592791" y="3458037"/>
                    </a:lnTo>
                    <a:lnTo>
                      <a:pt x="2592791" y="2392416"/>
                    </a:lnTo>
                    <a:lnTo>
                      <a:pt x="3131805" y="2392416"/>
                    </a:lnTo>
                    <a:close/>
                    <a:moveTo>
                      <a:pt x="1894806" y="1447696"/>
                    </a:moveTo>
                    <a:lnTo>
                      <a:pt x="2434806" y="1447696"/>
                    </a:lnTo>
                    <a:lnTo>
                      <a:pt x="2434806" y="3067696"/>
                    </a:lnTo>
                    <a:lnTo>
                      <a:pt x="2425859" y="3067696"/>
                    </a:lnTo>
                    <a:lnTo>
                      <a:pt x="2425859" y="3458037"/>
                    </a:lnTo>
                    <a:lnTo>
                      <a:pt x="1885859" y="3458037"/>
                    </a:lnTo>
                    <a:lnTo>
                      <a:pt x="1885859" y="1462222"/>
                    </a:lnTo>
                    <a:lnTo>
                      <a:pt x="1894806" y="1467205"/>
                    </a:lnTo>
                    <a:close/>
                    <a:moveTo>
                      <a:pt x="1178927" y="1068489"/>
                    </a:moveTo>
                    <a:lnTo>
                      <a:pt x="1179306" y="1068700"/>
                    </a:lnTo>
                    <a:lnTo>
                      <a:pt x="1179306" y="1992407"/>
                    </a:lnTo>
                    <a:lnTo>
                      <a:pt x="1718927" y="1992407"/>
                    </a:lnTo>
                    <a:lnTo>
                      <a:pt x="1718927" y="3458037"/>
                    </a:lnTo>
                    <a:lnTo>
                      <a:pt x="1178927" y="3458037"/>
                    </a:lnTo>
                    <a:close/>
                    <a:moveTo>
                      <a:pt x="471995" y="674757"/>
                    </a:moveTo>
                    <a:lnTo>
                      <a:pt x="482407" y="680556"/>
                    </a:lnTo>
                    <a:lnTo>
                      <a:pt x="1022307" y="680556"/>
                    </a:lnTo>
                    <a:lnTo>
                      <a:pt x="1022307" y="2085638"/>
                    </a:lnTo>
                    <a:lnTo>
                      <a:pt x="1011995" y="2085638"/>
                    </a:lnTo>
                    <a:lnTo>
                      <a:pt x="1011995" y="3458037"/>
                    </a:lnTo>
                    <a:lnTo>
                      <a:pt x="471995" y="3458037"/>
                    </a:lnTo>
                    <a:close/>
                    <a:moveTo>
                      <a:pt x="3301860" y="259154"/>
                    </a:moveTo>
                    <a:lnTo>
                      <a:pt x="3841860" y="259154"/>
                    </a:lnTo>
                    <a:lnTo>
                      <a:pt x="3841860" y="2548347"/>
                    </a:lnTo>
                    <a:lnTo>
                      <a:pt x="3835956" y="2548347"/>
                    </a:lnTo>
                    <a:lnTo>
                      <a:pt x="3839723" y="2550445"/>
                    </a:lnTo>
                    <a:lnTo>
                      <a:pt x="3839723" y="3458037"/>
                    </a:lnTo>
                    <a:lnTo>
                      <a:pt x="3299723" y="3458037"/>
                    </a:lnTo>
                    <a:lnTo>
                      <a:pt x="3299723" y="2249687"/>
                    </a:lnTo>
                    <a:lnTo>
                      <a:pt x="3301860" y="2250877"/>
                    </a:lnTo>
                    <a:close/>
                    <a:moveTo>
                      <a:pt x="0" y="0"/>
                    </a:moveTo>
                    <a:lnTo>
                      <a:pt x="360000" y="0"/>
                    </a:lnTo>
                    <a:lnTo>
                      <a:pt x="360000" y="3624815"/>
                    </a:lnTo>
                    <a:lnTo>
                      <a:pt x="3888432" y="3624815"/>
                    </a:lnTo>
                    <a:lnTo>
                      <a:pt x="3888432" y="3984815"/>
                    </a:lnTo>
                    <a:lnTo>
                      <a:pt x="0" y="3984815"/>
                    </a:lnTo>
                    <a:lnTo>
                      <a:pt x="0" y="3888432"/>
                    </a:lnTo>
                    <a:lnTo>
                      <a:pt x="0" y="3624815"/>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708" name="Google Shape;3708;p61"/>
              <p:cNvSpPr/>
              <p:nvPr/>
            </p:nvSpPr>
            <p:spPr>
              <a:xfrm>
                <a:off x="10765361" y="4863776"/>
                <a:ext cx="330939" cy="234666"/>
              </a:xfrm>
              <a:custGeom>
                <a:rect b="b" l="l" r="r" t="t"/>
                <a:pathLst>
                  <a:path extrusionOk="0" h="2808000" w="3960000">
                    <a:moveTo>
                      <a:pt x="2137982" y="2165237"/>
                    </a:moveTo>
                    <a:lnTo>
                      <a:pt x="2111402" y="2204211"/>
                    </a:lnTo>
                    <a:lnTo>
                      <a:pt x="2137982" y="2204211"/>
                    </a:lnTo>
                    <a:close/>
                    <a:moveTo>
                      <a:pt x="2635730" y="2101964"/>
                    </a:moveTo>
                    <a:cubicBezTo>
                      <a:pt x="2615812" y="2101964"/>
                      <a:pt x="2599666" y="2142287"/>
                      <a:pt x="2599666" y="2192028"/>
                    </a:cubicBezTo>
                    <a:cubicBezTo>
                      <a:pt x="2599666" y="2241769"/>
                      <a:pt x="2615812" y="2282092"/>
                      <a:pt x="2635730" y="2282092"/>
                    </a:cubicBezTo>
                    <a:cubicBezTo>
                      <a:pt x="2655648" y="2282092"/>
                      <a:pt x="2671794" y="2241769"/>
                      <a:pt x="2671794" y="2192028"/>
                    </a:cubicBezTo>
                    <a:cubicBezTo>
                      <a:pt x="2671794" y="2142287"/>
                      <a:pt x="2655648" y="2101964"/>
                      <a:pt x="2635730" y="2101964"/>
                    </a:cubicBezTo>
                    <a:close/>
                    <a:moveTo>
                      <a:pt x="1280012" y="2101964"/>
                    </a:moveTo>
                    <a:cubicBezTo>
                      <a:pt x="1260094" y="2101964"/>
                      <a:pt x="1243948" y="2142287"/>
                      <a:pt x="1243948" y="2192028"/>
                    </a:cubicBezTo>
                    <a:cubicBezTo>
                      <a:pt x="1243948" y="2241769"/>
                      <a:pt x="1260094" y="2282092"/>
                      <a:pt x="1280012" y="2282092"/>
                    </a:cubicBezTo>
                    <a:cubicBezTo>
                      <a:pt x="1299930" y="2282092"/>
                      <a:pt x="1316076" y="2241769"/>
                      <a:pt x="1316076" y="2192028"/>
                    </a:cubicBezTo>
                    <a:cubicBezTo>
                      <a:pt x="1316076" y="2142287"/>
                      <a:pt x="1299930" y="2101964"/>
                      <a:pt x="1280012" y="2101964"/>
                    </a:cubicBezTo>
                    <a:close/>
                    <a:moveTo>
                      <a:pt x="2138296" y="2025749"/>
                    </a:moveTo>
                    <a:lnTo>
                      <a:pt x="2139137" y="2026323"/>
                    </a:lnTo>
                    <a:lnTo>
                      <a:pt x="2216315" y="2026323"/>
                    </a:lnTo>
                    <a:lnTo>
                      <a:pt x="2216315" y="2204211"/>
                    </a:lnTo>
                    <a:lnTo>
                      <a:pt x="2256063" y="2204211"/>
                    </a:lnTo>
                    <a:lnTo>
                      <a:pt x="2256063" y="2282544"/>
                    </a:lnTo>
                    <a:lnTo>
                      <a:pt x="2216315" y="2282544"/>
                    </a:lnTo>
                    <a:lnTo>
                      <a:pt x="2216315" y="2357732"/>
                    </a:lnTo>
                    <a:lnTo>
                      <a:pt x="2137982" y="2357732"/>
                    </a:lnTo>
                    <a:lnTo>
                      <a:pt x="2137982" y="2282544"/>
                    </a:lnTo>
                    <a:lnTo>
                      <a:pt x="2015039" y="2282544"/>
                    </a:lnTo>
                    <a:lnTo>
                      <a:pt x="2015039" y="2208059"/>
                    </a:lnTo>
                    <a:lnTo>
                      <a:pt x="2014304" y="2207558"/>
                    </a:lnTo>
                    <a:lnTo>
                      <a:pt x="2015039" y="2206481"/>
                    </a:lnTo>
                    <a:lnTo>
                      <a:pt x="2015039" y="2204211"/>
                    </a:lnTo>
                    <a:lnTo>
                      <a:pt x="2016587" y="2204211"/>
                    </a:lnTo>
                    <a:close/>
                    <a:moveTo>
                      <a:pt x="1855876" y="2017651"/>
                    </a:moveTo>
                    <a:cubicBezTo>
                      <a:pt x="1914135" y="2017257"/>
                      <a:pt x="1961791" y="2063958"/>
                      <a:pt x="1962577" y="2122214"/>
                    </a:cubicBezTo>
                    <a:cubicBezTo>
                      <a:pt x="1962954" y="2150145"/>
                      <a:pt x="1952489" y="2175712"/>
                      <a:pt x="1934995" y="2194820"/>
                    </a:cubicBezTo>
                    <a:cubicBezTo>
                      <a:pt x="1952694" y="2214184"/>
                      <a:pt x="1963194" y="2240138"/>
                      <a:pt x="1962560" y="2268406"/>
                    </a:cubicBezTo>
                    <a:cubicBezTo>
                      <a:pt x="1961260" y="2326468"/>
                      <a:pt x="1913477" y="2372672"/>
                      <a:pt x="1855404" y="2372021"/>
                    </a:cubicBezTo>
                    <a:cubicBezTo>
                      <a:pt x="1797331" y="2371371"/>
                      <a:pt x="1750595" y="2324109"/>
                      <a:pt x="1750595" y="2266032"/>
                    </a:cubicBezTo>
                    <a:lnTo>
                      <a:pt x="1826499" y="2266032"/>
                    </a:lnTo>
                    <a:cubicBezTo>
                      <a:pt x="1826499" y="2282520"/>
                      <a:pt x="1839767" y="2295938"/>
                      <a:pt x="1856254" y="2296122"/>
                    </a:cubicBezTo>
                    <a:cubicBezTo>
                      <a:pt x="1872741" y="2296307"/>
                      <a:pt x="1886306" y="2283190"/>
                      <a:pt x="1886676" y="2266706"/>
                    </a:cubicBezTo>
                    <a:cubicBezTo>
                      <a:pt x="1887039" y="2250493"/>
                      <a:pt x="1874503" y="2236962"/>
                      <a:pt x="1858407" y="2236065"/>
                    </a:cubicBezTo>
                    <a:lnTo>
                      <a:pt x="1814193" y="2236065"/>
                    </a:lnTo>
                    <a:lnTo>
                      <a:pt x="1814193" y="2152552"/>
                    </a:lnTo>
                    <a:lnTo>
                      <a:pt x="1857384" y="2152552"/>
                    </a:lnTo>
                    <a:cubicBezTo>
                      <a:pt x="1873190" y="2152141"/>
                      <a:pt x="1885741" y="2139089"/>
                      <a:pt x="1885527" y="2123254"/>
                    </a:cubicBezTo>
                    <a:cubicBezTo>
                      <a:pt x="1885313" y="2107349"/>
                      <a:pt x="1872302" y="2094598"/>
                      <a:pt x="1856396" y="2094706"/>
                    </a:cubicBezTo>
                    <a:cubicBezTo>
                      <a:pt x="1840490" y="2094813"/>
                      <a:pt x="1827652" y="2107738"/>
                      <a:pt x="1827652" y="2123644"/>
                    </a:cubicBezTo>
                    <a:lnTo>
                      <a:pt x="1750595" y="2123644"/>
                    </a:lnTo>
                    <a:cubicBezTo>
                      <a:pt x="1750595" y="2065383"/>
                      <a:pt x="1797616" y="2018044"/>
                      <a:pt x="1855876" y="2017651"/>
                    </a:cubicBezTo>
                    <a:close/>
                    <a:moveTo>
                      <a:pt x="2930344" y="2012028"/>
                    </a:moveTo>
                    <a:cubicBezTo>
                      <a:pt x="2996416" y="2014229"/>
                      <a:pt x="3045968" y="2074602"/>
                      <a:pt x="3038901" y="2136479"/>
                    </a:cubicBezTo>
                    <a:cubicBezTo>
                      <a:pt x="3029916" y="2202312"/>
                      <a:pt x="2982346" y="2231435"/>
                      <a:pt x="2939412" y="2275597"/>
                    </a:cubicBezTo>
                    <a:lnTo>
                      <a:pt x="3031192" y="2275597"/>
                    </a:lnTo>
                    <a:lnTo>
                      <a:pt x="3031192" y="2357732"/>
                    </a:lnTo>
                    <a:lnTo>
                      <a:pt x="2819358" y="2357732"/>
                    </a:lnTo>
                    <a:cubicBezTo>
                      <a:pt x="2819409" y="2335416"/>
                      <a:pt x="2820521" y="2314113"/>
                      <a:pt x="2820571" y="2291797"/>
                    </a:cubicBezTo>
                    <a:cubicBezTo>
                      <a:pt x="2870625" y="2240158"/>
                      <a:pt x="2905662" y="2213324"/>
                      <a:pt x="2965770" y="2143601"/>
                    </a:cubicBezTo>
                    <a:cubicBezTo>
                      <a:pt x="2980233" y="2116927"/>
                      <a:pt x="2957264" y="2092452"/>
                      <a:pt x="2931831" y="2093607"/>
                    </a:cubicBezTo>
                    <a:cubicBezTo>
                      <a:pt x="2910102" y="2094595"/>
                      <a:pt x="2891536" y="2110969"/>
                      <a:pt x="2889885" y="2139461"/>
                    </a:cubicBezTo>
                    <a:lnTo>
                      <a:pt x="2818945" y="2139461"/>
                    </a:lnTo>
                    <a:cubicBezTo>
                      <a:pt x="2821421" y="2064364"/>
                      <a:pt x="2869776" y="2012037"/>
                      <a:pt x="2930344" y="2012028"/>
                    </a:cubicBezTo>
                    <a:close/>
                    <a:moveTo>
                      <a:pt x="2635730" y="2012028"/>
                    </a:moveTo>
                    <a:cubicBezTo>
                      <a:pt x="2705318" y="2012028"/>
                      <a:pt x="2761730" y="2092617"/>
                      <a:pt x="2761730" y="2192028"/>
                    </a:cubicBezTo>
                    <a:cubicBezTo>
                      <a:pt x="2761730" y="2291439"/>
                      <a:pt x="2705318" y="2372028"/>
                      <a:pt x="2635730" y="2372028"/>
                    </a:cubicBezTo>
                    <a:cubicBezTo>
                      <a:pt x="2566142" y="2372028"/>
                      <a:pt x="2509730" y="2291439"/>
                      <a:pt x="2509730" y="2192028"/>
                    </a:cubicBezTo>
                    <a:cubicBezTo>
                      <a:pt x="2509730" y="2092617"/>
                      <a:pt x="2566142" y="2012028"/>
                      <a:pt x="2635730" y="2012028"/>
                    </a:cubicBezTo>
                    <a:close/>
                    <a:moveTo>
                      <a:pt x="2436237" y="2012028"/>
                    </a:moveTo>
                    <a:lnTo>
                      <a:pt x="2436206" y="2012510"/>
                    </a:lnTo>
                    <a:lnTo>
                      <a:pt x="2452515" y="2012510"/>
                    </a:lnTo>
                    <a:lnTo>
                      <a:pt x="2452515" y="2372028"/>
                    </a:lnTo>
                    <a:lnTo>
                      <a:pt x="2364870" y="2372028"/>
                    </a:lnTo>
                    <a:lnTo>
                      <a:pt x="2364870" y="2101874"/>
                    </a:lnTo>
                    <a:cubicBezTo>
                      <a:pt x="2347394" y="2108434"/>
                      <a:pt x="2328091" y="2111607"/>
                      <a:pt x="2308515" y="2111039"/>
                    </a:cubicBezTo>
                    <a:lnTo>
                      <a:pt x="2311564" y="2043892"/>
                    </a:lnTo>
                    <a:cubicBezTo>
                      <a:pt x="2321741" y="2044066"/>
                      <a:pt x="2331771" y="2042373"/>
                      <a:pt x="2340372" y="2039030"/>
                    </a:cubicBezTo>
                    <a:cubicBezTo>
                      <a:pt x="2355279" y="2033236"/>
                      <a:pt x="2364268" y="2023137"/>
                      <a:pt x="2364156" y="2012310"/>
                    </a:cubicBezTo>
                    <a:cubicBezTo>
                      <a:pt x="2388183" y="2012216"/>
                      <a:pt x="2412210" y="2012122"/>
                      <a:pt x="2436237" y="2012028"/>
                    </a:cubicBezTo>
                    <a:close/>
                    <a:moveTo>
                      <a:pt x="1574625" y="2012028"/>
                    </a:moveTo>
                    <a:cubicBezTo>
                      <a:pt x="1640698" y="2014229"/>
                      <a:pt x="1690250" y="2074602"/>
                      <a:pt x="1683183" y="2136479"/>
                    </a:cubicBezTo>
                    <a:cubicBezTo>
                      <a:pt x="1674198" y="2202312"/>
                      <a:pt x="1626628" y="2231435"/>
                      <a:pt x="1583694" y="2275597"/>
                    </a:cubicBezTo>
                    <a:lnTo>
                      <a:pt x="1675474" y="2275597"/>
                    </a:lnTo>
                    <a:lnTo>
                      <a:pt x="1675474" y="2357732"/>
                    </a:lnTo>
                    <a:lnTo>
                      <a:pt x="1463640" y="2357732"/>
                    </a:lnTo>
                    <a:cubicBezTo>
                      <a:pt x="1463691" y="2335416"/>
                      <a:pt x="1464802" y="2314113"/>
                      <a:pt x="1464853" y="2291797"/>
                    </a:cubicBezTo>
                    <a:cubicBezTo>
                      <a:pt x="1514907" y="2240158"/>
                      <a:pt x="1549943" y="2213324"/>
                      <a:pt x="1610052" y="2143601"/>
                    </a:cubicBezTo>
                    <a:cubicBezTo>
                      <a:pt x="1624515" y="2116927"/>
                      <a:pt x="1601546" y="2092452"/>
                      <a:pt x="1576112" y="2093607"/>
                    </a:cubicBezTo>
                    <a:cubicBezTo>
                      <a:pt x="1554383" y="2094595"/>
                      <a:pt x="1535817" y="2110969"/>
                      <a:pt x="1534167" y="2139461"/>
                    </a:cubicBezTo>
                    <a:lnTo>
                      <a:pt x="1463227" y="2139461"/>
                    </a:lnTo>
                    <a:cubicBezTo>
                      <a:pt x="1465703" y="2064364"/>
                      <a:pt x="1514058" y="2012037"/>
                      <a:pt x="1574625" y="2012028"/>
                    </a:cubicBezTo>
                    <a:close/>
                    <a:moveTo>
                      <a:pt x="1280012" y="2012028"/>
                    </a:moveTo>
                    <a:cubicBezTo>
                      <a:pt x="1349600" y="2012028"/>
                      <a:pt x="1406012" y="2092617"/>
                      <a:pt x="1406012" y="2192028"/>
                    </a:cubicBezTo>
                    <a:cubicBezTo>
                      <a:pt x="1406012" y="2291439"/>
                      <a:pt x="1349600" y="2372028"/>
                      <a:pt x="1280012" y="2372028"/>
                    </a:cubicBezTo>
                    <a:cubicBezTo>
                      <a:pt x="1210424" y="2372028"/>
                      <a:pt x="1154012" y="2291439"/>
                      <a:pt x="1154012" y="2192028"/>
                    </a:cubicBezTo>
                    <a:cubicBezTo>
                      <a:pt x="1154012" y="2092617"/>
                      <a:pt x="1210424" y="2012028"/>
                      <a:pt x="1280012" y="2012028"/>
                    </a:cubicBezTo>
                    <a:close/>
                    <a:moveTo>
                      <a:pt x="1080519" y="2012028"/>
                    </a:moveTo>
                    <a:lnTo>
                      <a:pt x="1080488" y="2012510"/>
                    </a:lnTo>
                    <a:lnTo>
                      <a:pt x="1096797" y="2012510"/>
                    </a:lnTo>
                    <a:lnTo>
                      <a:pt x="1096797" y="2372028"/>
                    </a:lnTo>
                    <a:lnTo>
                      <a:pt x="1009152" y="2372028"/>
                    </a:lnTo>
                    <a:lnTo>
                      <a:pt x="1009152" y="2101874"/>
                    </a:lnTo>
                    <a:cubicBezTo>
                      <a:pt x="991676" y="2108434"/>
                      <a:pt x="972373" y="2111607"/>
                      <a:pt x="952797" y="2111039"/>
                    </a:cubicBezTo>
                    <a:lnTo>
                      <a:pt x="955846" y="2043892"/>
                    </a:lnTo>
                    <a:cubicBezTo>
                      <a:pt x="966023" y="2044066"/>
                      <a:pt x="976053" y="2042373"/>
                      <a:pt x="984654" y="2039030"/>
                    </a:cubicBezTo>
                    <a:cubicBezTo>
                      <a:pt x="999561" y="2033236"/>
                      <a:pt x="1008550" y="2023137"/>
                      <a:pt x="1008438" y="2012310"/>
                    </a:cubicBezTo>
                    <a:cubicBezTo>
                      <a:pt x="1032465" y="2012216"/>
                      <a:pt x="1056492" y="2012122"/>
                      <a:pt x="1080519" y="2012028"/>
                    </a:cubicBezTo>
                    <a:close/>
                    <a:moveTo>
                      <a:pt x="3373743" y="362438"/>
                    </a:moveTo>
                    <a:lnTo>
                      <a:pt x="3553743" y="362438"/>
                    </a:lnTo>
                    <a:lnTo>
                      <a:pt x="3553743" y="2414438"/>
                    </a:lnTo>
                    <a:lnTo>
                      <a:pt x="3373743" y="2414438"/>
                    </a:lnTo>
                    <a:close/>
                    <a:moveTo>
                      <a:pt x="3129580" y="362438"/>
                    </a:moveTo>
                    <a:lnTo>
                      <a:pt x="3273580" y="362438"/>
                    </a:lnTo>
                    <a:lnTo>
                      <a:pt x="3273580" y="2414438"/>
                    </a:lnTo>
                    <a:lnTo>
                      <a:pt x="3129580" y="2414438"/>
                    </a:lnTo>
                    <a:close/>
                    <a:moveTo>
                      <a:pt x="2939411" y="362438"/>
                    </a:moveTo>
                    <a:lnTo>
                      <a:pt x="3029411" y="362438"/>
                    </a:lnTo>
                    <a:lnTo>
                      <a:pt x="3029411" y="1957238"/>
                    </a:lnTo>
                    <a:lnTo>
                      <a:pt x="2939411" y="1957238"/>
                    </a:lnTo>
                    <a:close/>
                    <a:moveTo>
                      <a:pt x="2731242" y="362438"/>
                    </a:moveTo>
                    <a:lnTo>
                      <a:pt x="2839242" y="362438"/>
                    </a:lnTo>
                    <a:lnTo>
                      <a:pt x="2839242" y="1957238"/>
                    </a:lnTo>
                    <a:lnTo>
                      <a:pt x="2731242" y="1957238"/>
                    </a:lnTo>
                    <a:close/>
                    <a:moveTo>
                      <a:pt x="2487073" y="362438"/>
                    </a:moveTo>
                    <a:lnTo>
                      <a:pt x="2631073" y="362438"/>
                    </a:lnTo>
                    <a:lnTo>
                      <a:pt x="2631073" y="1957238"/>
                    </a:lnTo>
                    <a:lnTo>
                      <a:pt x="2487073" y="1957238"/>
                    </a:lnTo>
                    <a:close/>
                    <a:moveTo>
                      <a:pt x="2296904" y="362438"/>
                    </a:moveTo>
                    <a:lnTo>
                      <a:pt x="2386904" y="362438"/>
                    </a:lnTo>
                    <a:lnTo>
                      <a:pt x="2386904" y="1957238"/>
                    </a:lnTo>
                    <a:lnTo>
                      <a:pt x="2296904" y="1957238"/>
                    </a:lnTo>
                    <a:close/>
                    <a:moveTo>
                      <a:pt x="2016735" y="362438"/>
                    </a:moveTo>
                    <a:lnTo>
                      <a:pt x="2196735" y="362438"/>
                    </a:lnTo>
                    <a:lnTo>
                      <a:pt x="2196735" y="1957238"/>
                    </a:lnTo>
                    <a:lnTo>
                      <a:pt x="2016735" y="1957238"/>
                    </a:lnTo>
                    <a:close/>
                    <a:moveTo>
                      <a:pt x="1826566" y="362438"/>
                    </a:moveTo>
                    <a:lnTo>
                      <a:pt x="1916566" y="362438"/>
                    </a:lnTo>
                    <a:lnTo>
                      <a:pt x="1916566" y="1957238"/>
                    </a:lnTo>
                    <a:lnTo>
                      <a:pt x="1826566" y="1957238"/>
                    </a:lnTo>
                    <a:close/>
                    <a:moveTo>
                      <a:pt x="1582397" y="362438"/>
                    </a:moveTo>
                    <a:lnTo>
                      <a:pt x="1726397" y="362438"/>
                    </a:lnTo>
                    <a:lnTo>
                      <a:pt x="1726397" y="1957238"/>
                    </a:lnTo>
                    <a:lnTo>
                      <a:pt x="1582397" y="1957238"/>
                    </a:lnTo>
                    <a:close/>
                    <a:moveTo>
                      <a:pt x="1302228" y="362438"/>
                    </a:moveTo>
                    <a:lnTo>
                      <a:pt x="1482228" y="362438"/>
                    </a:lnTo>
                    <a:lnTo>
                      <a:pt x="1482228" y="1957238"/>
                    </a:lnTo>
                    <a:lnTo>
                      <a:pt x="1302228" y="1957238"/>
                    </a:lnTo>
                    <a:close/>
                    <a:moveTo>
                      <a:pt x="1094059" y="362438"/>
                    </a:moveTo>
                    <a:lnTo>
                      <a:pt x="1202059" y="362438"/>
                    </a:lnTo>
                    <a:lnTo>
                      <a:pt x="1202059" y="1957238"/>
                    </a:lnTo>
                    <a:lnTo>
                      <a:pt x="1094059" y="1957238"/>
                    </a:lnTo>
                    <a:close/>
                    <a:moveTo>
                      <a:pt x="903890" y="362438"/>
                    </a:moveTo>
                    <a:lnTo>
                      <a:pt x="993890" y="362438"/>
                    </a:lnTo>
                    <a:lnTo>
                      <a:pt x="993890" y="1957238"/>
                    </a:lnTo>
                    <a:lnTo>
                      <a:pt x="903890" y="1957238"/>
                    </a:lnTo>
                    <a:close/>
                    <a:moveTo>
                      <a:pt x="623721" y="362438"/>
                    </a:moveTo>
                    <a:lnTo>
                      <a:pt x="803721" y="362438"/>
                    </a:lnTo>
                    <a:lnTo>
                      <a:pt x="803721" y="2414438"/>
                    </a:lnTo>
                    <a:lnTo>
                      <a:pt x="623721" y="2414438"/>
                    </a:lnTo>
                    <a:close/>
                    <a:moveTo>
                      <a:pt x="433552" y="362438"/>
                    </a:moveTo>
                    <a:lnTo>
                      <a:pt x="523552" y="362438"/>
                    </a:lnTo>
                    <a:lnTo>
                      <a:pt x="523552" y="2414438"/>
                    </a:lnTo>
                    <a:lnTo>
                      <a:pt x="433552" y="2414438"/>
                    </a:lnTo>
                    <a:close/>
                    <a:moveTo>
                      <a:pt x="303674" y="216000"/>
                    </a:moveTo>
                    <a:cubicBezTo>
                      <a:pt x="255253" y="216000"/>
                      <a:pt x="216000" y="255253"/>
                      <a:pt x="216000" y="303674"/>
                    </a:cubicBezTo>
                    <a:lnTo>
                      <a:pt x="216000" y="2504326"/>
                    </a:lnTo>
                    <a:cubicBezTo>
                      <a:pt x="216000" y="2552747"/>
                      <a:pt x="255253" y="2592000"/>
                      <a:pt x="303674" y="2592000"/>
                    </a:cubicBezTo>
                    <a:lnTo>
                      <a:pt x="3656326" y="2592000"/>
                    </a:lnTo>
                    <a:cubicBezTo>
                      <a:pt x="3704747" y="2592000"/>
                      <a:pt x="3744000" y="2552747"/>
                      <a:pt x="3744000" y="2504326"/>
                    </a:cubicBezTo>
                    <a:lnTo>
                      <a:pt x="3744000" y="303674"/>
                    </a:lnTo>
                    <a:cubicBezTo>
                      <a:pt x="3744000" y="255253"/>
                      <a:pt x="3704747" y="216000"/>
                      <a:pt x="3656326" y="216000"/>
                    </a:cubicBezTo>
                    <a:close/>
                    <a:moveTo>
                      <a:pt x="149021" y="0"/>
                    </a:moveTo>
                    <a:lnTo>
                      <a:pt x="3810979" y="0"/>
                    </a:lnTo>
                    <a:cubicBezTo>
                      <a:pt x="3893281" y="0"/>
                      <a:pt x="3960000" y="66719"/>
                      <a:pt x="3960000" y="149021"/>
                    </a:cubicBezTo>
                    <a:lnTo>
                      <a:pt x="3960000" y="2658979"/>
                    </a:lnTo>
                    <a:cubicBezTo>
                      <a:pt x="3960000" y="2741281"/>
                      <a:pt x="3893281" y="2808000"/>
                      <a:pt x="3810979" y="2808000"/>
                    </a:cubicBezTo>
                    <a:lnTo>
                      <a:pt x="149021" y="2808000"/>
                    </a:lnTo>
                    <a:cubicBezTo>
                      <a:pt x="66719" y="2808000"/>
                      <a:pt x="0" y="2741281"/>
                      <a:pt x="0" y="2658979"/>
                    </a:cubicBezTo>
                    <a:lnTo>
                      <a:pt x="0" y="149021"/>
                    </a:lnTo>
                    <a:cubicBezTo>
                      <a:pt x="0" y="66719"/>
                      <a:pt x="66719" y="0"/>
                      <a:pt x="14902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709" name="Google Shape;3709;p61"/>
              <p:cNvSpPr/>
              <p:nvPr/>
            </p:nvSpPr>
            <p:spPr>
              <a:xfrm>
                <a:off x="7818475" y="4673961"/>
                <a:ext cx="330939" cy="330692"/>
              </a:xfrm>
              <a:custGeom>
                <a:rect b="b" l="l" r="r" t="t"/>
                <a:pathLst>
                  <a:path extrusionOk="0" h="3968213" w="3971162">
                    <a:moveTo>
                      <a:pt x="808855" y="2815607"/>
                    </a:moveTo>
                    <a:lnTo>
                      <a:pt x="1168895" y="2815607"/>
                    </a:lnTo>
                    <a:lnTo>
                      <a:pt x="1168895" y="3175607"/>
                    </a:lnTo>
                    <a:lnTo>
                      <a:pt x="808855" y="3175607"/>
                    </a:lnTo>
                    <a:close/>
                    <a:moveTo>
                      <a:pt x="697665" y="2704397"/>
                    </a:moveTo>
                    <a:lnTo>
                      <a:pt x="697665" y="3286817"/>
                    </a:lnTo>
                    <a:lnTo>
                      <a:pt x="1280085" y="3286817"/>
                    </a:lnTo>
                    <a:lnTo>
                      <a:pt x="1280085" y="2704397"/>
                    </a:lnTo>
                    <a:close/>
                    <a:moveTo>
                      <a:pt x="537750" y="2544482"/>
                    </a:moveTo>
                    <a:lnTo>
                      <a:pt x="1440000" y="2544482"/>
                    </a:lnTo>
                    <a:lnTo>
                      <a:pt x="1440000" y="3446732"/>
                    </a:lnTo>
                    <a:lnTo>
                      <a:pt x="537750" y="3446732"/>
                    </a:lnTo>
                    <a:close/>
                    <a:moveTo>
                      <a:pt x="0" y="2528213"/>
                    </a:moveTo>
                    <a:lnTo>
                      <a:pt x="360000" y="2528213"/>
                    </a:lnTo>
                    <a:lnTo>
                      <a:pt x="360000" y="3608213"/>
                    </a:lnTo>
                    <a:lnTo>
                      <a:pt x="1440000" y="3608213"/>
                    </a:lnTo>
                    <a:lnTo>
                      <a:pt x="1440000" y="3968213"/>
                    </a:lnTo>
                    <a:lnTo>
                      <a:pt x="360000" y="3968213"/>
                    </a:lnTo>
                    <a:lnTo>
                      <a:pt x="0" y="3968213"/>
                    </a:lnTo>
                    <a:lnTo>
                      <a:pt x="0" y="3608213"/>
                    </a:lnTo>
                    <a:close/>
                    <a:moveTo>
                      <a:pt x="3605829" y="2524046"/>
                    </a:moveTo>
                    <a:lnTo>
                      <a:pt x="3965829" y="2524046"/>
                    </a:lnTo>
                    <a:lnTo>
                      <a:pt x="3965829" y="3604046"/>
                    </a:lnTo>
                    <a:lnTo>
                      <a:pt x="3965829" y="3964046"/>
                    </a:lnTo>
                    <a:lnTo>
                      <a:pt x="3605829" y="3964046"/>
                    </a:lnTo>
                    <a:lnTo>
                      <a:pt x="2525829" y="3964046"/>
                    </a:lnTo>
                    <a:lnTo>
                      <a:pt x="2525829" y="3604046"/>
                    </a:lnTo>
                    <a:lnTo>
                      <a:pt x="3605829" y="3604046"/>
                    </a:lnTo>
                    <a:close/>
                    <a:moveTo>
                      <a:pt x="1542677" y="2468095"/>
                    </a:moveTo>
                    <a:lnTo>
                      <a:pt x="1758701" y="2468095"/>
                    </a:lnTo>
                    <a:lnTo>
                      <a:pt x="1758701" y="2835684"/>
                    </a:lnTo>
                    <a:lnTo>
                      <a:pt x="1542677" y="2835684"/>
                    </a:lnTo>
                    <a:close/>
                    <a:moveTo>
                      <a:pt x="3174101" y="2437460"/>
                    </a:moveTo>
                    <a:lnTo>
                      <a:pt x="3390125" y="2437460"/>
                    </a:lnTo>
                    <a:lnTo>
                      <a:pt x="3390125" y="2663201"/>
                    </a:lnTo>
                    <a:lnTo>
                      <a:pt x="3174101" y="2663201"/>
                    </a:lnTo>
                    <a:close/>
                    <a:moveTo>
                      <a:pt x="2809842" y="2295613"/>
                    </a:moveTo>
                    <a:lnTo>
                      <a:pt x="3025866" y="2295613"/>
                    </a:lnTo>
                    <a:lnTo>
                      <a:pt x="3025866" y="2663202"/>
                    </a:lnTo>
                    <a:lnTo>
                      <a:pt x="3389097" y="2663202"/>
                    </a:lnTo>
                    <a:lnTo>
                      <a:pt x="3389097" y="2873898"/>
                    </a:lnTo>
                    <a:lnTo>
                      <a:pt x="3389097" y="2873898"/>
                    </a:lnTo>
                    <a:lnTo>
                      <a:pt x="3389097" y="3446732"/>
                    </a:lnTo>
                    <a:lnTo>
                      <a:pt x="3173073" y="3446732"/>
                    </a:lnTo>
                    <a:lnTo>
                      <a:pt x="3173073" y="2879226"/>
                    </a:lnTo>
                    <a:lnTo>
                      <a:pt x="3021508" y="2879226"/>
                    </a:lnTo>
                    <a:lnTo>
                      <a:pt x="3021508" y="2663202"/>
                    </a:lnTo>
                    <a:lnTo>
                      <a:pt x="2809842" y="2663202"/>
                    </a:lnTo>
                    <a:close/>
                    <a:moveTo>
                      <a:pt x="2093780" y="2089306"/>
                    </a:moveTo>
                    <a:lnTo>
                      <a:pt x="2309804" y="2089306"/>
                    </a:lnTo>
                    <a:lnTo>
                      <a:pt x="2309804" y="2315047"/>
                    </a:lnTo>
                    <a:lnTo>
                      <a:pt x="2093780" y="2315047"/>
                    </a:lnTo>
                    <a:close/>
                    <a:moveTo>
                      <a:pt x="2656492" y="1853849"/>
                    </a:moveTo>
                    <a:lnTo>
                      <a:pt x="2872516" y="1853849"/>
                    </a:lnTo>
                    <a:lnTo>
                      <a:pt x="2872516" y="2038657"/>
                    </a:lnTo>
                    <a:lnTo>
                      <a:pt x="2989835" y="2038657"/>
                    </a:lnTo>
                    <a:lnTo>
                      <a:pt x="2989835" y="1887092"/>
                    </a:lnTo>
                    <a:lnTo>
                      <a:pt x="3205859" y="1887092"/>
                    </a:lnTo>
                    <a:lnTo>
                      <a:pt x="3205859" y="2028940"/>
                    </a:lnTo>
                    <a:lnTo>
                      <a:pt x="3390125" y="2028940"/>
                    </a:lnTo>
                    <a:lnTo>
                      <a:pt x="3390125" y="2254681"/>
                    </a:lnTo>
                    <a:lnTo>
                      <a:pt x="3205859" y="2254681"/>
                    </a:lnTo>
                    <a:lnTo>
                      <a:pt x="3174101" y="2254681"/>
                    </a:lnTo>
                    <a:lnTo>
                      <a:pt x="3005149" y="2254681"/>
                    </a:lnTo>
                    <a:lnTo>
                      <a:pt x="2989835" y="2254681"/>
                    </a:lnTo>
                    <a:lnTo>
                      <a:pt x="2688721" y="2254681"/>
                    </a:lnTo>
                    <a:lnTo>
                      <a:pt x="2688721" y="2447179"/>
                    </a:lnTo>
                    <a:lnTo>
                      <a:pt x="2488606" y="2447179"/>
                    </a:lnTo>
                    <a:lnTo>
                      <a:pt x="2488606" y="2663841"/>
                    </a:lnTo>
                    <a:lnTo>
                      <a:pt x="2486018" y="2663841"/>
                    </a:lnTo>
                    <a:lnTo>
                      <a:pt x="2486018" y="2846997"/>
                    </a:lnTo>
                    <a:lnTo>
                      <a:pt x="2840287" y="2846997"/>
                    </a:lnTo>
                    <a:lnTo>
                      <a:pt x="2840287" y="3046907"/>
                    </a:lnTo>
                    <a:lnTo>
                      <a:pt x="3045880" y="3046907"/>
                    </a:lnTo>
                    <a:lnTo>
                      <a:pt x="3045880" y="3272648"/>
                    </a:lnTo>
                    <a:lnTo>
                      <a:pt x="2829856" y="3272648"/>
                    </a:lnTo>
                    <a:lnTo>
                      <a:pt x="2829856" y="3063021"/>
                    </a:lnTo>
                    <a:lnTo>
                      <a:pt x="2472698" y="3063021"/>
                    </a:lnTo>
                    <a:lnTo>
                      <a:pt x="2472698" y="2847499"/>
                    </a:lnTo>
                    <a:lnTo>
                      <a:pt x="2093780" y="2847499"/>
                    </a:lnTo>
                    <a:lnTo>
                      <a:pt x="2088510" y="2847499"/>
                    </a:lnTo>
                    <a:lnTo>
                      <a:pt x="1910267" y="2847499"/>
                    </a:lnTo>
                    <a:lnTo>
                      <a:pt x="1910267" y="3028023"/>
                    </a:lnTo>
                    <a:lnTo>
                      <a:pt x="2277575" y="3028023"/>
                    </a:lnTo>
                    <a:lnTo>
                      <a:pt x="2277575" y="3241488"/>
                    </a:lnTo>
                    <a:lnTo>
                      <a:pt x="2829855" y="3241488"/>
                    </a:lnTo>
                    <a:lnTo>
                      <a:pt x="2829855" y="3457512"/>
                    </a:lnTo>
                    <a:lnTo>
                      <a:pt x="2269993" y="3457512"/>
                    </a:lnTo>
                    <a:lnTo>
                      <a:pt x="2269993" y="3244047"/>
                    </a:lnTo>
                    <a:lnTo>
                      <a:pt x="2111604" y="3244047"/>
                    </a:lnTo>
                    <a:lnTo>
                      <a:pt x="2111604" y="3446733"/>
                    </a:lnTo>
                    <a:lnTo>
                      <a:pt x="1744015" y="3446733"/>
                    </a:lnTo>
                    <a:lnTo>
                      <a:pt x="1744015" y="3230709"/>
                    </a:lnTo>
                    <a:lnTo>
                      <a:pt x="1909986" y="3230709"/>
                    </a:lnTo>
                    <a:lnTo>
                      <a:pt x="1909986" y="3051709"/>
                    </a:lnTo>
                    <a:lnTo>
                      <a:pt x="1542678" y="3051709"/>
                    </a:lnTo>
                    <a:lnTo>
                      <a:pt x="1542678" y="2835685"/>
                    </a:lnTo>
                    <a:lnTo>
                      <a:pt x="1877756" y="2835685"/>
                    </a:lnTo>
                    <a:lnTo>
                      <a:pt x="1877756" y="2315047"/>
                    </a:lnTo>
                    <a:lnTo>
                      <a:pt x="2093780" y="2315047"/>
                    </a:lnTo>
                    <a:lnTo>
                      <a:pt x="2093780" y="2631475"/>
                    </a:lnTo>
                    <a:lnTo>
                      <a:pt x="2272582" y="2631475"/>
                    </a:lnTo>
                    <a:lnTo>
                      <a:pt x="2272582" y="2438100"/>
                    </a:lnTo>
                    <a:lnTo>
                      <a:pt x="2472697" y="2438100"/>
                    </a:lnTo>
                    <a:lnTo>
                      <a:pt x="2472697" y="2254681"/>
                    </a:lnTo>
                    <a:lnTo>
                      <a:pt x="2472697" y="2221438"/>
                    </a:lnTo>
                    <a:lnTo>
                      <a:pt x="2472697" y="2038657"/>
                    </a:lnTo>
                    <a:lnTo>
                      <a:pt x="2656492" y="2038657"/>
                    </a:lnTo>
                    <a:close/>
                    <a:moveTo>
                      <a:pt x="2989836" y="1667759"/>
                    </a:moveTo>
                    <a:lnTo>
                      <a:pt x="3357425" y="1667759"/>
                    </a:lnTo>
                    <a:lnTo>
                      <a:pt x="3357425" y="1883783"/>
                    </a:lnTo>
                    <a:lnTo>
                      <a:pt x="2989836" y="1883783"/>
                    </a:lnTo>
                    <a:close/>
                    <a:moveTo>
                      <a:pt x="2309586" y="1554888"/>
                    </a:moveTo>
                    <a:lnTo>
                      <a:pt x="2829824" y="1554888"/>
                    </a:lnTo>
                    <a:lnTo>
                      <a:pt x="2829824" y="1770912"/>
                    </a:lnTo>
                    <a:lnTo>
                      <a:pt x="2525643" y="1770912"/>
                    </a:lnTo>
                    <a:lnTo>
                      <a:pt x="2525643" y="1927296"/>
                    </a:lnTo>
                    <a:lnTo>
                      <a:pt x="2309619" y="1927296"/>
                    </a:lnTo>
                    <a:lnTo>
                      <a:pt x="2309619" y="1770912"/>
                    </a:lnTo>
                    <a:lnTo>
                      <a:pt x="2309586" y="1770912"/>
                    </a:lnTo>
                    <a:close/>
                    <a:moveTo>
                      <a:pt x="616397" y="1550030"/>
                    </a:moveTo>
                    <a:lnTo>
                      <a:pt x="808855" y="1550030"/>
                    </a:lnTo>
                    <a:lnTo>
                      <a:pt x="832421" y="1550030"/>
                    </a:lnTo>
                    <a:lnTo>
                      <a:pt x="1024879" y="1550030"/>
                    </a:lnTo>
                    <a:lnTo>
                      <a:pt x="1024879" y="1775771"/>
                    </a:lnTo>
                    <a:lnTo>
                      <a:pt x="832421" y="1775771"/>
                    </a:lnTo>
                    <a:lnTo>
                      <a:pt x="832421" y="2079590"/>
                    </a:lnTo>
                    <a:lnTo>
                      <a:pt x="1028931" y="2079590"/>
                    </a:lnTo>
                    <a:lnTo>
                      <a:pt x="1192537" y="2079590"/>
                    </a:lnTo>
                    <a:lnTo>
                      <a:pt x="1244955" y="2079590"/>
                    </a:lnTo>
                    <a:lnTo>
                      <a:pt x="1244955" y="2231155"/>
                    </a:lnTo>
                    <a:lnTo>
                      <a:pt x="1468668" y="2231155"/>
                    </a:lnTo>
                    <a:lnTo>
                      <a:pt x="1468668" y="2447179"/>
                    </a:lnTo>
                    <a:lnTo>
                      <a:pt x="1244955" y="2447179"/>
                    </a:lnTo>
                    <a:lnTo>
                      <a:pt x="1244955" y="2447179"/>
                    </a:lnTo>
                    <a:lnTo>
                      <a:pt x="1028931" y="2447179"/>
                    </a:lnTo>
                    <a:lnTo>
                      <a:pt x="1028931" y="2295614"/>
                    </a:lnTo>
                    <a:lnTo>
                      <a:pt x="619703" y="2295614"/>
                    </a:lnTo>
                    <a:lnTo>
                      <a:pt x="619703" y="2082482"/>
                    </a:lnTo>
                    <a:lnTo>
                      <a:pt x="616397" y="2082482"/>
                    </a:lnTo>
                    <a:close/>
                    <a:moveTo>
                      <a:pt x="1747452" y="1324289"/>
                    </a:moveTo>
                    <a:lnTo>
                      <a:pt x="1963476" y="1324289"/>
                    </a:lnTo>
                    <a:lnTo>
                      <a:pt x="1963476" y="1528779"/>
                    </a:lnTo>
                    <a:lnTo>
                      <a:pt x="2151955" y="1528779"/>
                    </a:lnTo>
                    <a:lnTo>
                      <a:pt x="2151955" y="1754520"/>
                    </a:lnTo>
                    <a:lnTo>
                      <a:pt x="1935931" y="1754520"/>
                    </a:lnTo>
                    <a:lnTo>
                      <a:pt x="1935931" y="1550030"/>
                    </a:lnTo>
                    <a:lnTo>
                      <a:pt x="1758702" y="1550030"/>
                    </a:lnTo>
                    <a:lnTo>
                      <a:pt x="1758702" y="1863566"/>
                    </a:lnTo>
                    <a:lnTo>
                      <a:pt x="2119726" y="1863566"/>
                    </a:lnTo>
                    <a:lnTo>
                      <a:pt x="2119726" y="2079590"/>
                    </a:lnTo>
                    <a:lnTo>
                      <a:pt x="1761543" y="2079590"/>
                    </a:lnTo>
                    <a:lnTo>
                      <a:pt x="1761543" y="2259540"/>
                    </a:lnTo>
                    <a:lnTo>
                      <a:pt x="1545519" y="2259540"/>
                    </a:lnTo>
                    <a:lnTo>
                      <a:pt x="1545519" y="2082482"/>
                    </a:lnTo>
                    <a:lnTo>
                      <a:pt x="1542678" y="2082482"/>
                    </a:lnTo>
                    <a:lnTo>
                      <a:pt x="1542678" y="2079589"/>
                    </a:lnTo>
                    <a:lnTo>
                      <a:pt x="1030691" y="2079589"/>
                    </a:lnTo>
                    <a:lnTo>
                      <a:pt x="1030691" y="1863565"/>
                    </a:lnTo>
                    <a:lnTo>
                      <a:pt x="1192537" y="1863565"/>
                    </a:lnTo>
                    <a:lnTo>
                      <a:pt x="1192537" y="1662900"/>
                    </a:lnTo>
                    <a:lnTo>
                      <a:pt x="1440000" y="1662900"/>
                    </a:lnTo>
                    <a:lnTo>
                      <a:pt x="1440000" y="1863565"/>
                    </a:lnTo>
                    <a:lnTo>
                      <a:pt x="1542678" y="1863565"/>
                    </a:lnTo>
                    <a:lnTo>
                      <a:pt x="1542678" y="1550030"/>
                    </a:lnTo>
                    <a:lnTo>
                      <a:pt x="1747452" y="1550030"/>
                    </a:lnTo>
                    <a:close/>
                    <a:moveTo>
                      <a:pt x="2802267" y="814725"/>
                    </a:moveTo>
                    <a:lnTo>
                      <a:pt x="3162307" y="814725"/>
                    </a:lnTo>
                    <a:lnTo>
                      <a:pt x="3162307" y="1174725"/>
                    </a:lnTo>
                    <a:lnTo>
                      <a:pt x="2802267" y="1174725"/>
                    </a:lnTo>
                    <a:close/>
                    <a:moveTo>
                      <a:pt x="884915" y="814725"/>
                    </a:moveTo>
                    <a:lnTo>
                      <a:pt x="1244955" y="814725"/>
                    </a:lnTo>
                    <a:lnTo>
                      <a:pt x="1244955" y="1174725"/>
                    </a:lnTo>
                    <a:lnTo>
                      <a:pt x="884915" y="1174725"/>
                    </a:lnTo>
                    <a:close/>
                    <a:moveTo>
                      <a:pt x="2691077" y="703515"/>
                    </a:moveTo>
                    <a:lnTo>
                      <a:pt x="2691077" y="1285935"/>
                    </a:lnTo>
                    <a:lnTo>
                      <a:pt x="3273497" y="1285935"/>
                    </a:lnTo>
                    <a:lnTo>
                      <a:pt x="3273497" y="703515"/>
                    </a:lnTo>
                    <a:close/>
                    <a:moveTo>
                      <a:pt x="773725" y="703515"/>
                    </a:moveTo>
                    <a:lnTo>
                      <a:pt x="773725" y="1285935"/>
                    </a:lnTo>
                    <a:lnTo>
                      <a:pt x="1356145" y="1285935"/>
                    </a:lnTo>
                    <a:lnTo>
                      <a:pt x="1356145" y="703515"/>
                    </a:lnTo>
                    <a:close/>
                    <a:moveTo>
                      <a:pt x="2531162" y="543600"/>
                    </a:moveTo>
                    <a:lnTo>
                      <a:pt x="3433412" y="543600"/>
                    </a:lnTo>
                    <a:lnTo>
                      <a:pt x="3433412" y="1445850"/>
                    </a:lnTo>
                    <a:lnTo>
                      <a:pt x="2531162" y="1445850"/>
                    </a:lnTo>
                    <a:close/>
                    <a:moveTo>
                      <a:pt x="613810" y="543600"/>
                    </a:moveTo>
                    <a:lnTo>
                      <a:pt x="1516060" y="543600"/>
                    </a:lnTo>
                    <a:lnTo>
                      <a:pt x="1516060" y="1445850"/>
                    </a:lnTo>
                    <a:lnTo>
                      <a:pt x="613810" y="1445850"/>
                    </a:lnTo>
                    <a:close/>
                    <a:moveTo>
                      <a:pt x="2088509" y="543244"/>
                    </a:moveTo>
                    <a:lnTo>
                      <a:pt x="2283187" y="543244"/>
                    </a:lnTo>
                    <a:lnTo>
                      <a:pt x="2283187" y="759268"/>
                    </a:lnTo>
                    <a:lnTo>
                      <a:pt x="2088509" y="759268"/>
                    </a:lnTo>
                    <a:close/>
                    <a:moveTo>
                      <a:pt x="1751276" y="543243"/>
                    </a:moveTo>
                    <a:lnTo>
                      <a:pt x="1967300" y="543243"/>
                    </a:lnTo>
                    <a:lnTo>
                      <a:pt x="1967300" y="986389"/>
                    </a:lnTo>
                    <a:lnTo>
                      <a:pt x="2119726" y="986389"/>
                    </a:lnTo>
                    <a:lnTo>
                      <a:pt x="2119726" y="986388"/>
                    </a:lnTo>
                    <a:lnTo>
                      <a:pt x="2335750" y="986388"/>
                    </a:lnTo>
                    <a:lnTo>
                      <a:pt x="2335750" y="1491348"/>
                    </a:lnTo>
                    <a:lnTo>
                      <a:pt x="2119726" y="1491348"/>
                    </a:lnTo>
                    <a:lnTo>
                      <a:pt x="2119726" y="1202413"/>
                    </a:lnTo>
                    <a:lnTo>
                      <a:pt x="1747396" y="1202413"/>
                    </a:lnTo>
                    <a:lnTo>
                      <a:pt x="1747396" y="986389"/>
                    </a:lnTo>
                    <a:lnTo>
                      <a:pt x="1751276" y="986389"/>
                    </a:lnTo>
                    <a:close/>
                    <a:moveTo>
                      <a:pt x="4409" y="5850"/>
                    </a:moveTo>
                    <a:lnTo>
                      <a:pt x="364409" y="5850"/>
                    </a:lnTo>
                    <a:lnTo>
                      <a:pt x="1444409" y="5850"/>
                    </a:lnTo>
                    <a:lnTo>
                      <a:pt x="1444409" y="365850"/>
                    </a:lnTo>
                    <a:lnTo>
                      <a:pt x="364409" y="365850"/>
                    </a:lnTo>
                    <a:lnTo>
                      <a:pt x="364409" y="1445850"/>
                    </a:lnTo>
                    <a:lnTo>
                      <a:pt x="4409" y="1445850"/>
                    </a:lnTo>
                    <a:lnTo>
                      <a:pt x="4409" y="365850"/>
                    </a:lnTo>
                    <a:close/>
                    <a:moveTo>
                      <a:pt x="2531162" y="0"/>
                    </a:moveTo>
                    <a:lnTo>
                      <a:pt x="3611162" y="0"/>
                    </a:lnTo>
                    <a:lnTo>
                      <a:pt x="3971162" y="0"/>
                    </a:lnTo>
                    <a:lnTo>
                      <a:pt x="3971162" y="360000"/>
                    </a:lnTo>
                    <a:lnTo>
                      <a:pt x="3971162" y="1440000"/>
                    </a:lnTo>
                    <a:lnTo>
                      <a:pt x="3611162" y="1440000"/>
                    </a:lnTo>
                    <a:lnTo>
                      <a:pt x="3611162" y="360000"/>
                    </a:lnTo>
                    <a:lnTo>
                      <a:pt x="2531162" y="36000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710" name="Google Shape;3710;p61"/>
              <p:cNvSpPr/>
              <p:nvPr/>
            </p:nvSpPr>
            <p:spPr>
              <a:xfrm>
                <a:off x="10999746" y="4139499"/>
                <a:ext cx="330940" cy="232884"/>
              </a:xfrm>
              <a:custGeom>
                <a:rect b="b" l="l" r="r" t="t"/>
                <a:pathLst>
                  <a:path extrusionOk="0" h="2736304" w="3888432">
                    <a:moveTo>
                      <a:pt x="1324542" y="1693069"/>
                    </a:moveTo>
                    <a:lnTo>
                      <a:pt x="1371242" y="1693069"/>
                    </a:lnTo>
                    <a:cubicBezTo>
                      <a:pt x="1385857" y="1693069"/>
                      <a:pt x="1397704" y="1704917"/>
                      <a:pt x="1397704" y="1719531"/>
                    </a:cubicBezTo>
                    <a:lnTo>
                      <a:pt x="1397704" y="1766231"/>
                    </a:lnTo>
                    <a:cubicBezTo>
                      <a:pt x="1397704" y="1780846"/>
                      <a:pt x="1385857" y="1792693"/>
                      <a:pt x="1371242" y="1792693"/>
                    </a:cubicBezTo>
                    <a:lnTo>
                      <a:pt x="1324542" y="1792693"/>
                    </a:lnTo>
                    <a:cubicBezTo>
                      <a:pt x="1309928" y="1792693"/>
                      <a:pt x="1298080" y="1780846"/>
                      <a:pt x="1298080" y="1766231"/>
                    </a:cubicBezTo>
                    <a:lnTo>
                      <a:pt x="1298080" y="1719531"/>
                    </a:lnTo>
                    <a:cubicBezTo>
                      <a:pt x="1298080" y="1704917"/>
                      <a:pt x="1309928" y="1693069"/>
                      <a:pt x="1324542" y="1693069"/>
                    </a:cubicBezTo>
                    <a:close/>
                    <a:moveTo>
                      <a:pt x="1174792" y="1693069"/>
                    </a:moveTo>
                    <a:lnTo>
                      <a:pt x="1221492" y="1693069"/>
                    </a:lnTo>
                    <a:cubicBezTo>
                      <a:pt x="1236107" y="1693069"/>
                      <a:pt x="1247954" y="1704917"/>
                      <a:pt x="1247954" y="1719531"/>
                    </a:cubicBezTo>
                    <a:lnTo>
                      <a:pt x="1247954" y="1766231"/>
                    </a:lnTo>
                    <a:cubicBezTo>
                      <a:pt x="1247954" y="1780846"/>
                      <a:pt x="1236107" y="1792693"/>
                      <a:pt x="1221492" y="1792693"/>
                    </a:cubicBezTo>
                    <a:lnTo>
                      <a:pt x="1174792" y="1792693"/>
                    </a:lnTo>
                    <a:cubicBezTo>
                      <a:pt x="1160178" y="1792693"/>
                      <a:pt x="1148330" y="1780846"/>
                      <a:pt x="1148330" y="1766231"/>
                    </a:cubicBezTo>
                    <a:lnTo>
                      <a:pt x="1148330" y="1719531"/>
                    </a:lnTo>
                    <a:cubicBezTo>
                      <a:pt x="1148330" y="1704917"/>
                      <a:pt x="1160178" y="1693069"/>
                      <a:pt x="1174792" y="1693069"/>
                    </a:cubicBezTo>
                    <a:close/>
                    <a:moveTo>
                      <a:pt x="1025670" y="1693069"/>
                    </a:moveTo>
                    <a:lnTo>
                      <a:pt x="1072369" y="1693069"/>
                    </a:lnTo>
                    <a:cubicBezTo>
                      <a:pt x="1086984" y="1693069"/>
                      <a:pt x="1098832" y="1704917"/>
                      <a:pt x="1098832" y="1719531"/>
                    </a:cubicBezTo>
                    <a:lnTo>
                      <a:pt x="1098832" y="1766231"/>
                    </a:lnTo>
                    <a:cubicBezTo>
                      <a:pt x="1098832" y="1780846"/>
                      <a:pt x="1086984" y="1792693"/>
                      <a:pt x="1072369" y="1792693"/>
                    </a:cubicBezTo>
                    <a:lnTo>
                      <a:pt x="1025670" y="1792693"/>
                    </a:lnTo>
                    <a:cubicBezTo>
                      <a:pt x="1011055" y="1792693"/>
                      <a:pt x="999207" y="1780846"/>
                      <a:pt x="999207" y="1766231"/>
                    </a:cubicBezTo>
                    <a:lnTo>
                      <a:pt x="999207" y="1719531"/>
                    </a:lnTo>
                    <a:cubicBezTo>
                      <a:pt x="999207" y="1704917"/>
                      <a:pt x="1011055" y="1693069"/>
                      <a:pt x="1025670" y="1693069"/>
                    </a:cubicBezTo>
                    <a:close/>
                    <a:moveTo>
                      <a:pt x="2538530" y="1609316"/>
                    </a:moveTo>
                    <a:lnTo>
                      <a:pt x="2133002" y="1939195"/>
                    </a:lnTo>
                    <a:lnTo>
                      <a:pt x="3272021" y="1939195"/>
                    </a:lnTo>
                    <a:lnTo>
                      <a:pt x="2866494" y="1609316"/>
                    </a:lnTo>
                    <a:close/>
                    <a:moveTo>
                      <a:pt x="1324542" y="1547147"/>
                    </a:moveTo>
                    <a:lnTo>
                      <a:pt x="1371242" y="1547147"/>
                    </a:lnTo>
                    <a:cubicBezTo>
                      <a:pt x="1385857" y="1547147"/>
                      <a:pt x="1397704" y="1558995"/>
                      <a:pt x="1397704" y="1573609"/>
                    </a:cubicBezTo>
                    <a:lnTo>
                      <a:pt x="1397704" y="1620309"/>
                    </a:lnTo>
                    <a:cubicBezTo>
                      <a:pt x="1397704" y="1634924"/>
                      <a:pt x="1385857" y="1646771"/>
                      <a:pt x="1371242" y="1646771"/>
                    </a:cubicBezTo>
                    <a:lnTo>
                      <a:pt x="1324542" y="1646771"/>
                    </a:lnTo>
                    <a:cubicBezTo>
                      <a:pt x="1309928" y="1646771"/>
                      <a:pt x="1298080" y="1634924"/>
                      <a:pt x="1298080" y="1620309"/>
                    </a:cubicBezTo>
                    <a:lnTo>
                      <a:pt x="1298080" y="1573609"/>
                    </a:lnTo>
                    <a:cubicBezTo>
                      <a:pt x="1298080" y="1558995"/>
                      <a:pt x="1309928" y="1547147"/>
                      <a:pt x="1324542" y="1547147"/>
                    </a:cubicBezTo>
                    <a:close/>
                    <a:moveTo>
                      <a:pt x="1174792" y="1547147"/>
                    </a:moveTo>
                    <a:lnTo>
                      <a:pt x="1221492" y="1547147"/>
                    </a:lnTo>
                    <a:cubicBezTo>
                      <a:pt x="1236107" y="1547147"/>
                      <a:pt x="1247954" y="1558995"/>
                      <a:pt x="1247954" y="1573609"/>
                    </a:cubicBezTo>
                    <a:lnTo>
                      <a:pt x="1247954" y="1620309"/>
                    </a:lnTo>
                    <a:cubicBezTo>
                      <a:pt x="1247954" y="1634924"/>
                      <a:pt x="1236107" y="1646771"/>
                      <a:pt x="1221492" y="1646771"/>
                    </a:cubicBezTo>
                    <a:lnTo>
                      <a:pt x="1174792" y="1646771"/>
                    </a:lnTo>
                    <a:cubicBezTo>
                      <a:pt x="1160178" y="1646771"/>
                      <a:pt x="1148330" y="1634924"/>
                      <a:pt x="1148330" y="1620309"/>
                    </a:cubicBezTo>
                    <a:lnTo>
                      <a:pt x="1148330" y="1573609"/>
                    </a:lnTo>
                    <a:cubicBezTo>
                      <a:pt x="1148330" y="1558995"/>
                      <a:pt x="1160178" y="1547147"/>
                      <a:pt x="1174792" y="1547147"/>
                    </a:cubicBezTo>
                    <a:close/>
                    <a:moveTo>
                      <a:pt x="1025670" y="1547147"/>
                    </a:moveTo>
                    <a:lnTo>
                      <a:pt x="1072369" y="1547147"/>
                    </a:lnTo>
                    <a:cubicBezTo>
                      <a:pt x="1086984" y="1547147"/>
                      <a:pt x="1098832" y="1558995"/>
                      <a:pt x="1098832" y="1573609"/>
                    </a:cubicBezTo>
                    <a:lnTo>
                      <a:pt x="1098832" y="1620309"/>
                    </a:lnTo>
                    <a:cubicBezTo>
                      <a:pt x="1098832" y="1634924"/>
                      <a:pt x="1086984" y="1646771"/>
                      <a:pt x="1072369" y="1646771"/>
                    </a:cubicBezTo>
                    <a:lnTo>
                      <a:pt x="1025670" y="1646771"/>
                    </a:lnTo>
                    <a:cubicBezTo>
                      <a:pt x="1011055" y="1646771"/>
                      <a:pt x="999207" y="1634924"/>
                      <a:pt x="999207" y="1620309"/>
                    </a:cubicBezTo>
                    <a:lnTo>
                      <a:pt x="999207" y="1573609"/>
                    </a:lnTo>
                    <a:cubicBezTo>
                      <a:pt x="999207" y="1558995"/>
                      <a:pt x="1011055" y="1547147"/>
                      <a:pt x="1025670" y="1547147"/>
                    </a:cubicBezTo>
                    <a:close/>
                    <a:moveTo>
                      <a:pt x="2504665" y="1505875"/>
                    </a:moveTo>
                    <a:cubicBezTo>
                      <a:pt x="2501347" y="1505875"/>
                      <a:pt x="2498657" y="1508565"/>
                      <a:pt x="2498657" y="1511883"/>
                    </a:cubicBezTo>
                    <a:lnTo>
                      <a:pt x="2498657" y="1535912"/>
                    </a:lnTo>
                    <a:cubicBezTo>
                      <a:pt x="2498657" y="1539230"/>
                      <a:pt x="2501347" y="1541920"/>
                      <a:pt x="2504665" y="1541920"/>
                    </a:cubicBezTo>
                    <a:lnTo>
                      <a:pt x="2893211" y="1541920"/>
                    </a:lnTo>
                    <a:cubicBezTo>
                      <a:pt x="2896529" y="1541920"/>
                      <a:pt x="2899219" y="1539230"/>
                      <a:pt x="2899219" y="1535912"/>
                    </a:cubicBezTo>
                    <a:lnTo>
                      <a:pt x="2899219" y="1511883"/>
                    </a:lnTo>
                    <a:cubicBezTo>
                      <a:pt x="2899219" y="1508565"/>
                      <a:pt x="2896529" y="1505875"/>
                      <a:pt x="2893211" y="1505875"/>
                    </a:cubicBezTo>
                    <a:close/>
                    <a:moveTo>
                      <a:pt x="2504665" y="1422733"/>
                    </a:moveTo>
                    <a:cubicBezTo>
                      <a:pt x="2501347" y="1422733"/>
                      <a:pt x="2498657" y="1425422"/>
                      <a:pt x="2498657" y="1428740"/>
                    </a:cubicBezTo>
                    <a:lnTo>
                      <a:pt x="2498657" y="1452770"/>
                    </a:lnTo>
                    <a:cubicBezTo>
                      <a:pt x="2498657" y="1456088"/>
                      <a:pt x="2501347" y="1458777"/>
                      <a:pt x="2504665" y="1458777"/>
                    </a:cubicBezTo>
                    <a:lnTo>
                      <a:pt x="2893211" y="1458777"/>
                    </a:lnTo>
                    <a:cubicBezTo>
                      <a:pt x="2896529" y="1458777"/>
                      <a:pt x="2899219" y="1456088"/>
                      <a:pt x="2899219" y="1452770"/>
                    </a:cubicBezTo>
                    <a:lnTo>
                      <a:pt x="2899219" y="1428740"/>
                    </a:lnTo>
                    <a:cubicBezTo>
                      <a:pt x="2899219" y="1425422"/>
                      <a:pt x="2896529" y="1422733"/>
                      <a:pt x="2893211" y="1422733"/>
                    </a:cubicBezTo>
                    <a:close/>
                    <a:moveTo>
                      <a:pt x="1324542" y="1401225"/>
                    </a:moveTo>
                    <a:lnTo>
                      <a:pt x="1371242" y="1401225"/>
                    </a:lnTo>
                    <a:cubicBezTo>
                      <a:pt x="1385857" y="1401225"/>
                      <a:pt x="1397704" y="1413073"/>
                      <a:pt x="1397704" y="1427687"/>
                    </a:cubicBezTo>
                    <a:lnTo>
                      <a:pt x="1397704" y="1474387"/>
                    </a:lnTo>
                    <a:cubicBezTo>
                      <a:pt x="1397704" y="1489001"/>
                      <a:pt x="1385857" y="1500849"/>
                      <a:pt x="1371242" y="1500849"/>
                    </a:cubicBezTo>
                    <a:lnTo>
                      <a:pt x="1324542" y="1500849"/>
                    </a:lnTo>
                    <a:cubicBezTo>
                      <a:pt x="1309928" y="1500849"/>
                      <a:pt x="1298080" y="1489001"/>
                      <a:pt x="1298080" y="1474387"/>
                    </a:cubicBezTo>
                    <a:lnTo>
                      <a:pt x="1298080" y="1427687"/>
                    </a:lnTo>
                    <a:cubicBezTo>
                      <a:pt x="1298080" y="1413073"/>
                      <a:pt x="1309928" y="1401225"/>
                      <a:pt x="1324542" y="1401225"/>
                    </a:cubicBezTo>
                    <a:close/>
                    <a:moveTo>
                      <a:pt x="1174792" y="1401225"/>
                    </a:moveTo>
                    <a:lnTo>
                      <a:pt x="1221492" y="1401225"/>
                    </a:lnTo>
                    <a:cubicBezTo>
                      <a:pt x="1236107" y="1401225"/>
                      <a:pt x="1247954" y="1413073"/>
                      <a:pt x="1247954" y="1427687"/>
                    </a:cubicBezTo>
                    <a:lnTo>
                      <a:pt x="1247954" y="1474387"/>
                    </a:lnTo>
                    <a:cubicBezTo>
                      <a:pt x="1247954" y="1489001"/>
                      <a:pt x="1236107" y="1500849"/>
                      <a:pt x="1221492" y="1500849"/>
                    </a:cubicBezTo>
                    <a:lnTo>
                      <a:pt x="1174792" y="1500849"/>
                    </a:lnTo>
                    <a:cubicBezTo>
                      <a:pt x="1160178" y="1500849"/>
                      <a:pt x="1148330" y="1489001"/>
                      <a:pt x="1148330" y="1474387"/>
                    </a:cubicBezTo>
                    <a:lnTo>
                      <a:pt x="1148330" y="1427687"/>
                    </a:lnTo>
                    <a:cubicBezTo>
                      <a:pt x="1148330" y="1413073"/>
                      <a:pt x="1160178" y="1401225"/>
                      <a:pt x="1174792" y="1401225"/>
                    </a:cubicBezTo>
                    <a:close/>
                    <a:moveTo>
                      <a:pt x="1025670" y="1401225"/>
                    </a:moveTo>
                    <a:lnTo>
                      <a:pt x="1072369" y="1401225"/>
                    </a:lnTo>
                    <a:cubicBezTo>
                      <a:pt x="1086984" y="1401225"/>
                      <a:pt x="1098832" y="1413073"/>
                      <a:pt x="1098832" y="1427687"/>
                    </a:cubicBezTo>
                    <a:lnTo>
                      <a:pt x="1098832" y="1474387"/>
                    </a:lnTo>
                    <a:cubicBezTo>
                      <a:pt x="1098832" y="1489001"/>
                      <a:pt x="1086984" y="1500849"/>
                      <a:pt x="1072369" y="1500849"/>
                    </a:cubicBezTo>
                    <a:lnTo>
                      <a:pt x="1025670" y="1500849"/>
                    </a:lnTo>
                    <a:cubicBezTo>
                      <a:pt x="1011055" y="1500849"/>
                      <a:pt x="999207" y="1489001"/>
                      <a:pt x="999207" y="1474387"/>
                    </a:cubicBezTo>
                    <a:lnTo>
                      <a:pt x="999207" y="1427687"/>
                    </a:lnTo>
                    <a:cubicBezTo>
                      <a:pt x="999207" y="1413073"/>
                      <a:pt x="1011055" y="1401225"/>
                      <a:pt x="1025670" y="1401225"/>
                    </a:cubicBezTo>
                    <a:close/>
                    <a:moveTo>
                      <a:pt x="2504665" y="1339590"/>
                    </a:moveTo>
                    <a:cubicBezTo>
                      <a:pt x="2501347" y="1339590"/>
                      <a:pt x="2498657" y="1342280"/>
                      <a:pt x="2498657" y="1345598"/>
                    </a:cubicBezTo>
                    <a:lnTo>
                      <a:pt x="2498657" y="1369628"/>
                    </a:lnTo>
                    <a:cubicBezTo>
                      <a:pt x="2498657" y="1372945"/>
                      <a:pt x="2501347" y="1375635"/>
                      <a:pt x="2504665" y="1375635"/>
                    </a:cubicBezTo>
                    <a:lnTo>
                      <a:pt x="2893211" y="1375635"/>
                    </a:lnTo>
                    <a:cubicBezTo>
                      <a:pt x="2896529" y="1375635"/>
                      <a:pt x="2899219" y="1372945"/>
                      <a:pt x="2899219" y="1369628"/>
                    </a:cubicBezTo>
                    <a:lnTo>
                      <a:pt x="2899219" y="1345598"/>
                    </a:lnTo>
                    <a:cubicBezTo>
                      <a:pt x="2899219" y="1342280"/>
                      <a:pt x="2896529" y="1339590"/>
                      <a:pt x="2893211" y="1339590"/>
                    </a:cubicBezTo>
                    <a:close/>
                    <a:moveTo>
                      <a:pt x="2088232" y="1285358"/>
                    </a:moveTo>
                    <a:lnTo>
                      <a:pt x="2088232" y="1938513"/>
                    </a:lnTo>
                    <a:lnTo>
                      <a:pt x="2504773" y="1611936"/>
                    </a:lnTo>
                    <a:close/>
                    <a:moveTo>
                      <a:pt x="3314199" y="1280118"/>
                    </a:moveTo>
                    <a:lnTo>
                      <a:pt x="2897658" y="1608841"/>
                    </a:lnTo>
                    <a:lnTo>
                      <a:pt x="3314199" y="1937564"/>
                    </a:lnTo>
                    <a:close/>
                    <a:moveTo>
                      <a:pt x="1527230" y="1221901"/>
                    </a:moveTo>
                    <a:cubicBezTo>
                      <a:pt x="1521727" y="1221901"/>
                      <a:pt x="1517267" y="1226362"/>
                      <a:pt x="1517267" y="1231864"/>
                    </a:cubicBezTo>
                    <a:lnTo>
                      <a:pt x="1517267" y="1271713"/>
                    </a:lnTo>
                    <a:cubicBezTo>
                      <a:pt x="1517267" y="1277215"/>
                      <a:pt x="1521727" y="1281676"/>
                      <a:pt x="1527230" y="1281676"/>
                    </a:cubicBezTo>
                    <a:lnTo>
                      <a:pt x="1732319" y="1281676"/>
                    </a:lnTo>
                    <a:cubicBezTo>
                      <a:pt x="1737821" y="1281676"/>
                      <a:pt x="1742281" y="1277215"/>
                      <a:pt x="1742281" y="1271713"/>
                    </a:cubicBezTo>
                    <a:lnTo>
                      <a:pt x="1742281" y="1231864"/>
                    </a:lnTo>
                    <a:cubicBezTo>
                      <a:pt x="1742281" y="1226362"/>
                      <a:pt x="1737821" y="1221901"/>
                      <a:pt x="1732319" y="1221901"/>
                    </a:cubicBezTo>
                    <a:close/>
                    <a:moveTo>
                      <a:pt x="666834" y="1221901"/>
                    </a:moveTo>
                    <a:cubicBezTo>
                      <a:pt x="661332" y="1221901"/>
                      <a:pt x="656871" y="1226362"/>
                      <a:pt x="656871" y="1231864"/>
                    </a:cubicBezTo>
                    <a:lnTo>
                      <a:pt x="656871" y="1271713"/>
                    </a:lnTo>
                    <a:cubicBezTo>
                      <a:pt x="656871" y="1277215"/>
                      <a:pt x="661332" y="1281676"/>
                      <a:pt x="666834" y="1281676"/>
                    </a:cubicBezTo>
                    <a:lnTo>
                      <a:pt x="871923" y="1281676"/>
                    </a:lnTo>
                    <a:cubicBezTo>
                      <a:pt x="877425" y="1281676"/>
                      <a:pt x="881885" y="1277215"/>
                      <a:pt x="881885" y="1271713"/>
                    </a:cubicBezTo>
                    <a:lnTo>
                      <a:pt x="881885" y="1231864"/>
                    </a:lnTo>
                    <a:cubicBezTo>
                      <a:pt x="881885" y="1226362"/>
                      <a:pt x="877425" y="1221901"/>
                      <a:pt x="871923" y="1221901"/>
                    </a:cubicBezTo>
                    <a:close/>
                    <a:moveTo>
                      <a:pt x="1052149" y="1111644"/>
                    </a:moveTo>
                    <a:cubicBezTo>
                      <a:pt x="1044919" y="1111644"/>
                      <a:pt x="1039057" y="1117506"/>
                      <a:pt x="1039057" y="1124736"/>
                    </a:cubicBezTo>
                    <a:lnTo>
                      <a:pt x="1039057" y="1168203"/>
                    </a:lnTo>
                    <a:lnTo>
                      <a:pt x="1009466" y="1168203"/>
                    </a:lnTo>
                    <a:cubicBezTo>
                      <a:pt x="969193" y="1174775"/>
                      <a:pt x="956437" y="1243393"/>
                      <a:pt x="940007" y="1277093"/>
                    </a:cubicBezTo>
                    <a:cubicBezTo>
                      <a:pt x="776268" y="1309492"/>
                      <a:pt x="775043" y="1328679"/>
                      <a:pt x="736793" y="1421744"/>
                    </a:cubicBezTo>
                    <a:lnTo>
                      <a:pt x="648072" y="1812480"/>
                    </a:lnTo>
                    <a:cubicBezTo>
                      <a:pt x="648072" y="1882463"/>
                      <a:pt x="704805" y="1939195"/>
                      <a:pt x="774788" y="1939195"/>
                    </a:cubicBezTo>
                    <a:lnTo>
                      <a:pt x="1183772" y="1939195"/>
                    </a:lnTo>
                    <a:lnTo>
                      <a:pt x="1198456" y="1939195"/>
                    </a:lnTo>
                    <a:lnTo>
                      <a:pt x="1607440" y="1939195"/>
                    </a:lnTo>
                    <a:cubicBezTo>
                      <a:pt x="1677423" y="1939195"/>
                      <a:pt x="1734156" y="1882463"/>
                      <a:pt x="1734156" y="1812480"/>
                    </a:cubicBezTo>
                    <a:lnTo>
                      <a:pt x="1645435" y="1421744"/>
                    </a:lnTo>
                    <a:cubicBezTo>
                      <a:pt x="1607185" y="1328679"/>
                      <a:pt x="1605960" y="1309492"/>
                      <a:pt x="1442221" y="1277093"/>
                    </a:cubicBezTo>
                    <a:cubicBezTo>
                      <a:pt x="1425791" y="1243393"/>
                      <a:pt x="1413035" y="1174775"/>
                      <a:pt x="1372762" y="1168203"/>
                    </a:cubicBezTo>
                    <a:lnTo>
                      <a:pt x="1357854" y="1168203"/>
                    </a:lnTo>
                    <a:lnTo>
                      <a:pt x="1357854" y="1124736"/>
                    </a:lnTo>
                    <a:cubicBezTo>
                      <a:pt x="1357854" y="1117506"/>
                      <a:pt x="1351993" y="1111644"/>
                      <a:pt x="1344762" y="1111644"/>
                    </a:cubicBezTo>
                    <a:lnTo>
                      <a:pt x="1268702" y="1111644"/>
                    </a:lnTo>
                    <a:cubicBezTo>
                      <a:pt x="1261471" y="1111644"/>
                      <a:pt x="1255610" y="1117506"/>
                      <a:pt x="1255610" y="1124736"/>
                    </a:cubicBezTo>
                    <a:lnTo>
                      <a:pt x="1255610" y="1168203"/>
                    </a:lnTo>
                    <a:lnTo>
                      <a:pt x="1198456" y="1168203"/>
                    </a:lnTo>
                    <a:lnTo>
                      <a:pt x="1183772" y="1168203"/>
                    </a:lnTo>
                    <a:lnTo>
                      <a:pt x="1141302" y="1168203"/>
                    </a:lnTo>
                    <a:lnTo>
                      <a:pt x="1141302" y="1124736"/>
                    </a:lnTo>
                    <a:cubicBezTo>
                      <a:pt x="1141302" y="1117506"/>
                      <a:pt x="1135440" y="1111644"/>
                      <a:pt x="1128210" y="1111644"/>
                    </a:cubicBezTo>
                    <a:close/>
                    <a:moveTo>
                      <a:pt x="2705133" y="840243"/>
                    </a:moveTo>
                    <a:lnTo>
                      <a:pt x="2088233" y="1255464"/>
                    </a:lnTo>
                    <a:lnTo>
                      <a:pt x="2299068" y="1414858"/>
                    </a:lnTo>
                    <a:lnTo>
                      <a:pt x="2299068" y="1228076"/>
                    </a:lnTo>
                    <a:lnTo>
                      <a:pt x="3108494" y="1228076"/>
                    </a:lnTo>
                    <a:lnTo>
                      <a:pt x="3108494" y="1416902"/>
                    </a:lnTo>
                    <a:lnTo>
                      <a:pt x="3322033" y="1255464"/>
                    </a:lnTo>
                    <a:lnTo>
                      <a:pt x="3322033" y="1255464"/>
                    </a:lnTo>
                    <a:close/>
                    <a:moveTo>
                      <a:pt x="1195706" y="835207"/>
                    </a:moveTo>
                    <a:lnTo>
                      <a:pt x="1195706" y="835221"/>
                    </a:lnTo>
                    <a:cubicBezTo>
                      <a:pt x="866618" y="834160"/>
                      <a:pt x="692194" y="969423"/>
                      <a:pt x="665970" y="1132153"/>
                    </a:cubicBezTo>
                    <a:cubicBezTo>
                      <a:pt x="665970" y="1145595"/>
                      <a:pt x="659622" y="1181725"/>
                      <a:pt x="663418" y="1194550"/>
                    </a:cubicBezTo>
                    <a:lnTo>
                      <a:pt x="878440" y="1194550"/>
                    </a:lnTo>
                    <a:cubicBezTo>
                      <a:pt x="887485" y="1007425"/>
                      <a:pt x="1085027" y="1006045"/>
                      <a:pt x="1195706" y="1007712"/>
                    </a:cubicBezTo>
                    <a:lnTo>
                      <a:pt x="1195706" y="1007714"/>
                    </a:lnTo>
                    <a:cubicBezTo>
                      <a:pt x="1195809" y="1007712"/>
                      <a:pt x="1195911" y="1007710"/>
                      <a:pt x="1196014" y="1007712"/>
                    </a:cubicBezTo>
                    <a:lnTo>
                      <a:pt x="1196322" y="1007714"/>
                    </a:lnTo>
                    <a:lnTo>
                      <a:pt x="1196322" y="1007712"/>
                    </a:lnTo>
                    <a:cubicBezTo>
                      <a:pt x="1307001" y="1006045"/>
                      <a:pt x="1504542" y="1007425"/>
                      <a:pt x="1513587" y="1194550"/>
                    </a:cubicBezTo>
                    <a:lnTo>
                      <a:pt x="1728609" y="1194550"/>
                    </a:lnTo>
                    <a:cubicBezTo>
                      <a:pt x="1732405" y="1181725"/>
                      <a:pt x="1726057" y="1145595"/>
                      <a:pt x="1726057" y="1132153"/>
                    </a:cubicBezTo>
                    <a:cubicBezTo>
                      <a:pt x="1699834" y="969423"/>
                      <a:pt x="1525410" y="834160"/>
                      <a:pt x="1196322" y="835221"/>
                    </a:cubicBezTo>
                    <a:lnTo>
                      <a:pt x="1196322" y="835207"/>
                    </a:lnTo>
                    <a:cubicBezTo>
                      <a:pt x="1196219" y="835207"/>
                      <a:pt x="1196117" y="835206"/>
                      <a:pt x="1196014" y="835214"/>
                    </a:cubicBezTo>
                    <a:close/>
                    <a:moveTo>
                      <a:pt x="713043" y="263029"/>
                    </a:moveTo>
                    <a:lnTo>
                      <a:pt x="3158596" y="263029"/>
                    </a:lnTo>
                    <a:cubicBezTo>
                      <a:pt x="3365555" y="263029"/>
                      <a:pt x="3533328" y="430802"/>
                      <a:pt x="3533328" y="637761"/>
                    </a:cubicBezTo>
                    <a:lnTo>
                      <a:pt x="3533328" y="2136642"/>
                    </a:lnTo>
                    <a:cubicBezTo>
                      <a:pt x="3533328" y="2343601"/>
                      <a:pt x="3365555" y="2511374"/>
                      <a:pt x="3158596" y="2511374"/>
                    </a:cubicBezTo>
                    <a:lnTo>
                      <a:pt x="713043" y="2511374"/>
                    </a:lnTo>
                    <a:cubicBezTo>
                      <a:pt x="506084" y="2511374"/>
                      <a:pt x="338311" y="2343601"/>
                      <a:pt x="338311" y="2136642"/>
                    </a:cubicBezTo>
                    <a:lnTo>
                      <a:pt x="338311" y="637761"/>
                    </a:lnTo>
                    <a:cubicBezTo>
                      <a:pt x="338311" y="430802"/>
                      <a:pt x="506084" y="263029"/>
                      <a:pt x="713043" y="263029"/>
                    </a:cubicBezTo>
                    <a:close/>
                    <a:moveTo>
                      <a:pt x="593824" y="142875"/>
                    </a:moveTo>
                    <a:cubicBezTo>
                      <a:pt x="365814" y="142875"/>
                      <a:pt x="180975" y="327714"/>
                      <a:pt x="180975" y="555724"/>
                    </a:cubicBezTo>
                    <a:lnTo>
                      <a:pt x="180975" y="2207068"/>
                    </a:lnTo>
                    <a:cubicBezTo>
                      <a:pt x="180975" y="2435078"/>
                      <a:pt x="365814" y="2619917"/>
                      <a:pt x="593824" y="2619917"/>
                    </a:cubicBezTo>
                    <a:lnTo>
                      <a:pt x="3288134" y="2619917"/>
                    </a:lnTo>
                    <a:cubicBezTo>
                      <a:pt x="3516144" y="2619917"/>
                      <a:pt x="3700983" y="2435078"/>
                      <a:pt x="3700983" y="2207068"/>
                    </a:cubicBezTo>
                    <a:lnTo>
                      <a:pt x="3700983" y="555724"/>
                    </a:lnTo>
                    <a:cubicBezTo>
                      <a:pt x="3700983" y="327714"/>
                      <a:pt x="3516144" y="142875"/>
                      <a:pt x="3288134" y="142875"/>
                    </a:cubicBezTo>
                    <a:close/>
                    <a:moveTo>
                      <a:pt x="456060" y="0"/>
                    </a:moveTo>
                    <a:lnTo>
                      <a:pt x="3432372" y="0"/>
                    </a:lnTo>
                    <a:cubicBezTo>
                      <a:pt x="3684247" y="0"/>
                      <a:pt x="3888432" y="204185"/>
                      <a:pt x="3888432" y="456060"/>
                    </a:cubicBezTo>
                    <a:lnTo>
                      <a:pt x="3888432" y="2280244"/>
                    </a:lnTo>
                    <a:cubicBezTo>
                      <a:pt x="3888432" y="2532119"/>
                      <a:pt x="3684247" y="2736304"/>
                      <a:pt x="3432372" y="2736304"/>
                    </a:cubicBezTo>
                    <a:lnTo>
                      <a:pt x="456060" y="2736304"/>
                    </a:lnTo>
                    <a:cubicBezTo>
                      <a:pt x="204185" y="2736304"/>
                      <a:pt x="0" y="2532119"/>
                      <a:pt x="0" y="2280244"/>
                    </a:cubicBezTo>
                    <a:lnTo>
                      <a:pt x="0" y="456060"/>
                    </a:lnTo>
                    <a:cubicBezTo>
                      <a:pt x="0" y="204185"/>
                      <a:pt x="204185" y="0"/>
                      <a:pt x="456060"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711" name="Google Shape;3711;p61"/>
              <p:cNvSpPr/>
              <p:nvPr/>
            </p:nvSpPr>
            <p:spPr>
              <a:xfrm>
                <a:off x="9698244" y="5398653"/>
                <a:ext cx="300703" cy="366439"/>
              </a:xfrm>
              <a:custGeom>
                <a:rect b="b" l="l" r="r" t="t"/>
                <a:pathLst>
                  <a:path extrusionOk="0" h="3949460" w="3240944">
                    <a:moveTo>
                      <a:pt x="2411668" y="919204"/>
                    </a:moveTo>
                    <a:cubicBezTo>
                      <a:pt x="2652037" y="921566"/>
                      <a:pt x="2997179" y="1088232"/>
                      <a:pt x="3147060" y="1333480"/>
                    </a:cubicBezTo>
                    <a:cubicBezTo>
                      <a:pt x="2837519" y="1559133"/>
                      <a:pt x="2713715" y="1818123"/>
                      <a:pt x="2716116" y="2148550"/>
                    </a:cubicBezTo>
                    <a:cubicBezTo>
                      <a:pt x="2724370" y="2506677"/>
                      <a:pt x="2937416" y="2788602"/>
                      <a:pt x="3240944" y="2908604"/>
                    </a:cubicBezTo>
                    <a:cubicBezTo>
                      <a:pt x="3111039" y="3296832"/>
                      <a:pt x="2835874" y="3920800"/>
                      <a:pt x="2360688" y="3949460"/>
                    </a:cubicBezTo>
                    <a:cubicBezTo>
                      <a:pt x="2104982" y="3948826"/>
                      <a:pt x="1887379" y="3871989"/>
                      <a:pt x="1655487" y="3790391"/>
                    </a:cubicBezTo>
                    <a:cubicBezTo>
                      <a:pt x="1465920" y="3881513"/>
                      <a:pt x="1178719" y="3984543"/>
                      <a:pt x="936764" y="3932790"/>
                    </a:cubicBezTo>
                    <a:cubicBezTo>
                      <a:pt x="634032" y="3867349"/>
                      <a:pt x="33306" y="3304229"/>
                      <a:pt x="0" y="2002921"/>
                    </a:cubicBezTo>
                    <a:cubicBezTo>
                      <a:pt x="5122" y="1625861"/>
                      <a:pt x="224231" y="988116"/>
                      <a:pt x="1004287" y="951010"/>
                    </a:cubicBezTo>
                    <a:cubicBezTo>
                      <a:pt x="1237754" y="955627"/>
                      <a:pt x="1430737" y="1013358"/>
                      <a:pt x="1654678" y="1150601"/>
                    </a:cubicBezTo>
                    <a:cubicBezTo>
                      <a:pt x="1907007" y="1025844"/>
                      <a:pt x="2042657" y="934423"/>
                      <a:pt x="2411668" y="919204"/>
                    </a:cubicBezTo>
                    <a:close/>
                    <a:moveTo>
                      <a:pt x="2423572" y="0"/>
                    </a:moveTo>
                    <a:cubicBezTo>
                      <a:pt x="2449670" y="236641"/>
                      <a:pt x="2449574" y="370890"/>
                      <a:pt x="2275646" y="605149"/>
                    </a:cubicBezTo>
                    <a:cubicBezTo>
                      <a:pt x="2098536" y="787863"/>
                      <a:pt x="1909519" y="903902"/>
                      <a:pt x="1627634" y="908022"/>
                    </a:cubicBezTo>
                    <a:cubicBezTo>
                      <a:pt x="1601565" y="662380"/>
                      <a:pt x="1689794" y="371496"/>
                      <a:pt x="1823269" y="256823"/>
                    </a:cubicBezTo>
                    <a:cubicBezTo>
                      <a:pt x="1945582" y="131527"/>
                      <a:pt x="2156003" y="39571"/>
                      <a:pt x="2423572" y="0"/>
                    </a:cubicBez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712" name="Google Shape;3712;p61"/>
              <p:cNvSpPr/>
              <p:nvPr/>
            </p:nvSpPr>
            <p:spPr>
              <a:xfrm>
                <a:off x="7800500" y="2582839"/>
                <a:ext cx="300170" cy="347427"/>
              </a:xfrm>
              <a:custGeom>
                <a:rect b="b" l="l" r="r" t="t"/>
                <a:pathLst>
                  <a:path extrusionOk="0" h="3842533" w="3319870">
                    <a:moveTo>
                      <a:pt x="579936" y="1296382"/>
                    </a:moveTo>
                    <a:lnTo>
                      <a:pt x="2739936" y="1296382"/>
                    </a:lnTo>
                    <a:lnTo>
                      <a:pt x="2739936" y="2796543"/>
                    </a:lnTo>
                    <a:cubicBezTo>
                      <a:pt x="2739936" y="2962250"/>
                      <a:pt x="2605604" y="3096582"/>
                      <a:pt x="2439897" y="3096582"/>
                    </a:cubicBezTo>
                    <a:lnTo>
                      <a:pt x="2272003" y="3096582"/>
                    </a:lnTo>
                    <a:lnTo>
                      <a:pt x="2272003" y="3590505"/>
                    </a:lnTo>
                    <a:cubicBezTo>
                      <a:pt x="2272003" y="3729696"/>
                      <a:pt x="2159166" y="3842533"/>
                      <a:pt x="2019975" y="3842533"/>
                    </a:cubicBezTo>
                    <a:cubicBezTo>
                      <a:pt x="1880784" y="3842533"/>
                      <a:pt x="1767947" y="3729696"/>
                      <a:pt x="1767947" y="3590505"/>
                    </a:cubicBezTo>
                    <a:lnTo>
                      <a:pt x="1767947" y="3096582"/>
                    </a:lnTo>
                    <a:lnTo>
                      <a:pt x="1492066" y="3096582"/>
                    </a:lnTo>
                    <a:lnTo>
                      <a:pt x="1492066" y="3590505"/>
                    </a:lnTo>
                    <a:cubicBezTo>
                      <a:pt x="1492066" y="3729696"/>
                      <a:pt x="1379229" y="3842533"/>
                      <a:pt x="1240038" y="3842533"/>
                    </a:cubicBezTo>
                    <a:cubicBezTo>
                      <a:pt x="1100847" y="3842533"/>
                      <a:pt x="988010" y="3729696"/>
                      <a:pt x="988010" y="3590505"/>
                    </a:cubicBezTo>
                    <a:lnTo>
                      <a:pt x="988010" y="3096582"/>
                    </a:lnTo>
                    <a:lnTo>
                      <a:pt x="879975" y="3096582"/>
                    </a:lnTo>
                    <a:cubicBezTo>
                      <a:pt x="714268" y="3096582"/>
                      <a:pt x="579936" y="2962250"/>
                      <a:pt x="579936" y="2796543"/>
                    </a:cubicBezTo>
                    <a:close/>
                    <a:moveTo>
                      <a:pt x="3067842" y="1281925"/>
                    </a:moveTo>
                    <a:cubicBezTo>
                      <a:pt x="3207033" y="1281925"/>
                      <a:pt x="3319870" y="1394762"/>
                      <a:pt x="3319870" y="1533953"/>
                    </a:cubicBezTo>
                    <a:lnTo>
                      <a:pt x="3319870" y="2505897"/>
                    </a:lnTo>
                    <a:cubicBezTo>
                      <a:pt x="3319870" y="2645088"/>
                      <a:pt x="3207033" y="2757925"/>
                      <a:pt x="3067842" y="2757925"/>
                    </a:cubicBezTo>
                    <a:cubicBezTo>
                      <a:pt x="2928651" y="2757925"/>
                      <a:pt x="2815814" y="2645088"/>
                      <a:pt x="2815814" y="2505897"/>
                    </a:cubicBezTo>
                    <a:lnTo>
                      <a:pt x="2815814" y="1533953"/>
                    </a:lnTo>
                    <a:cubicBezTo>
                      <a:pt x="2815814" y="1394762"/>
                      <a:pt x="2928651" y="1281925"/>
                      <a:pt x="3067842" y="1281925"/>
                    </a:cubicBezTo>
                    <a:close/>
                    <a:moveTo>
                      <a:pt x="252028" y="1281925"/>
                    </a:moveTo>
                    <a:cubicBezTo>
                      <a:pt x="391219" y="1281925"/>
                      <a:pt x="504056" y="1394762"/>
                      <a:pt x="504056" y="1533953"/>
                    </a:cubicBezTo>
                    <a:lnTo>
                      <a:pt x="504056" y="2505897"/>
                    </a:lnTo>
                    <a:cubicBezTo>
                      <a:pt x="504056" y="2645088"/>
                      <a:pt x="391219" y="2757925"/>
                      <a:pt x="252028" y="2757925"/>
                    </a:cubicBezTo>
                    <a:cubicBezTo>
                      <a:pt x="112837" y="2757925"/>
                      <a:pt x="0" y="2645088"/>
                      <a:pt x="0" y="2505897"/>
                    </a:cubicBezTo>
                    <a:lnTo>
                      <a:pt x="0" y="1533953"/>
                    </a:lnTo>
                    <a:cubicBezTo>
                      <a:pt x="0" y="1394762"/>
                      <a:pt x="112837" y="1281925"/>
                      <a:pt x="252028" y="1281925"/>
                    </a:cubicBezTo>
                    <a:close/>
                    <a:moveTo>
                      <a:pt x="2134062" y="558521"/>
                    </a:moveTo>
                    <a:cubicBezTo>
                      <a:pt x="2073373" y="558521"/>
                      <a:pt x="2024174" y="607720"/>
                      <a:pt x="2024174" y="668409"/>
                    </a:cubicBezTo>
                    <a:cubicBezTo>
                      <a:pt x="2024174" y="729098"/>
                      <a:pt x="2073373" y="778297"/>
                      <a:pt x="2134062" y="778297"/>
                    </a:cubicBezTo>
                    <a:cubicBezTo>
                      <a:pt x="2194751" y="778297"/>
                      <a:pt x="2243950" y="729098"/>
                      <a:pt x="2243950" y="668409"/>
                    </a:cubicBezTo>
                    <a:cubicBezTo>
                      <a:pt x="2243950" y="607720"/>
                      <a:pt x="2194751" y="558521"/>
                      <a:pt x="2134062" y="558521"/>
                    </a:cubicBezTo>
                    <a:close/>
                    <a:moveTo>
                      <a:pt x="1177409" y="558521"/>
                    </a:moveTo>
                    <a:cubicBezTo>
                      <a:pt x="1116720" y="558521"/>
                      <a:pt x="1067521" y="607720"/>
                      <a:pt x="1067521" y="668409"/>
                    </a:cubicBezTo>
                    <a:cubicBezTo>
                      <a:pt x="1067521" y="729098"/>
                      <a:pt x="1116720" y="778297"/>
                      <a:pt x="1177409" y="778297"/>
                    </a:cubicBezTo>
                    <a:cubicBezTo>
                      <a:pt x="1238098" y="778297"/>
                      <a:pt x="1287297" y="729098"/>
                      <a:pt x="1287297" y="668409"/>
                    </a:cubicBezTo>
                    <a:cubicBezTo>
                      <a:pt x="1287297" y="607720"/>
                      <a:pt x="1238098" y="558521"/>
                      <a:pt x="1177409" y="558521"/>
                    </a:cubicBezTo>
                    <a:close/>
                    <a:moveTo>
                      <a:pt x="1041854" y="0"/>
                    </a:moveTo>
                    <a:lnTo>
                      <a:pt x="1215617" y="300965"/>
                    </a:lnTo>
                    <a:cubicBezTo>
                      <a:pt x="1350827" y="238508"/>
                      <a:pt x="1501239" y="204386"/>
                      <a:pt x="1659158" y="204272"/>
                    </a:cubicBezTo>
                    <a:cubicBezTo>
                      <a:pt x="1823689" y="204153"/>
                      <a:pt x="1980124" y="240963"/>
                      <a:pt x="2119837" y="308065"/>
                    </a:cubicBezTo>
                    <a:lnTo>
                      <a:pt x="2297698" y="0"/>
                    </a:lnTo>
                    <a:lnTo>
                      <a:pt x="2391229" y="54000"/>
                    </a:lnTo>
                    <a:lnTo>
                      <a:pt x="2215205" y="358882"/>
                    </a:lnTo>
                    <a:cubicBezTo>
                      <a:pt x="2507692" y="533629"/>
                      <a:pt x="2710924" y="843756"/>
                      <a:pt x="2737127" y="1206450"/>
                    </a:cubicBezTo>
                    <a:cubicBezTo>
                      <a:pt x="2018962" y="1206967"/>
                      <a:pt x="1300797" y="1207483"/>
                      <a:pt x="582632" y="1208000"/>
                    </a:cubicBezTo>
                    <a:cubicBezTo>
                      <a:pt x="608780" y="838665"/>
                      <a:pt x="818541" y="523565"/>
                      <a:pt x="1119462" y="350420"/>
                    </a:cubicBezTo>
                    <a:lnTo>
                      <a:pt x="948323" y="5400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713" name="Google Shape;3713;p61"/>
              <p:cNvSpPr/>
              <p:nvPr/>
            </p:nvSpPr>
            <p:spPr>
              <a:xfrm>
                <a:off x="10645011" y="2518278"/>
                <a:ext cx="340001" cy="338281"/>
              </a:xfrm>
              <a:custGeom>
                <a:rect b="b" l="l" r="r" t="t"/>
                <a:pathLst>
                  <a:path extrusionOk="0" h="2941055" w="2956013">
                    <a:moveTo>
                      <a:pt x="2169165" y="2259549"/>
                    </a:moveTo>
                    <a:cubicBezTo>
                      <a:pt x="2305163" y="2320579"/>
                      <a:pt x="2430502" y="2400997"/>
                      <a:pt x="2542352" y="2496872"/>
                    </a:cubicBezTo>
                    <a:cubicBezTo>
                      <a:pt x="2303978" y="2744099"/>
                      <a:pt x="1979593" y="2907447"/>
                      <a:pt x="1617206" y="2939204"/>
                    </a:cubicBezTo>
                    <a:lnTo>
                      <a:pt x="1588575" y="2925411"/>
                    </a:lnTo>
                    <a:cubicBezTo>
                      <a:pt x="1835671" y="2758142"/>
                      <a:pt x="2037335" y="2529257"/>
                      <a:pt x="2169165" y="2259549"/>
                    </a:cubicBezTo>
                    <a:close/>
                    <a:moveTo>
                      <a:pt x="797309" y="2254509"/>
                    </a:moveTo>
                    <a:cubicBezTo>
                      <a:pt x="928512" y="2525684"/>
                      <a:pt x="1129977" y="2756161"/>
                      <a:pt x="1376879" y="2925229"/>
                    </a:cubicBezTo>
                    <a:cubicBezTo>
                      <a:pt x="1367940" y="2931748"/>
                      <a:pt x="1358086" y="2936536"/>
                      <a:pt x="1348086" y="2941055"/>
                    </a:cubicBezTo>
                    <a:cubicBezTo>
                      <a:pt x="981929" y="2910776"/>
                      <a:pt x="654006" y="2746454"/>
                      <a:pt x="413461" y="2497054"/>
                    </a:cubicBezTo>
                    <a:cubicBezTo>
                      <a:pt x="528278" y="2398621"/>
                      <a:pt x="657289" y="2316447"/>
                      <a:pt x="797309" y="2254509"/>
                    </a:cubicBezTo>
                    <a:close/>
                    <a:moveTo>
                      <a:pt x="1426305" y="2108791"/>
                    </a:moveTo>
                    <a:lnTo>
                      <a:pt x="1426305" y="2824067"/>
                    </a:lnTo>
                    <a:cubicBezTo>
                      <a:pt x="1203050" y="2668305"/>
                      <a:pt x="1020431" y="2458508"/>
                      <a:pt x="899682" y="2212532"/>
                    </a:cubicBezTo>
                    <a:cubicBezTo>
                      <a:pt x="1063835" y="2148883"/>
                      <a:pt x="1241204" y="2112683"/>
                      <a:pt x="1426305" y="2108791"/>
                    </a:cubicBezTo>
                    <a:close/>
                    <a:moveTo>
                      <a:pt x="1527809" y="2108695"/>
                    </a:moveTo>
                    <a:cubicBezTo>
                      <a:pt x="1717707" y="2112557"/>
                      <a:pt x="1899494" y="2150291"/>
                      <a:pt x="2067336" y="2216559"/>
                    </a:cubicBezTo>
                    <a:cubicBezTo>
                      <a:pt x="1943936" y="2466549"/>
                      <a:pt x="1756622" y="2679032"/>
                      <a:pt x="1527809" y="2835300"/>
                    </a:cubicBezTo>
                    <a:close/>
                    <a:moveTo>
                      <a:pt x="2354776" y="1530125"/>
                    </a:moveTo>
                    <a:lnTo>
                      <a:pt x="2955077" y="1530125"/>
                    </a:lnTo>
                    <a:cubicBezTo>
                      <a:pt x="2942393" y="1866074"/>
                      <a:pt x="2817414" y="2173186"/>
                      <a:pt x="2615767" y="2414127"/>
                    </a:cubicBezTo>
                    <a:cubicBezTo>
                      <a:pt x="2496453" y="2311434"/>
                      <a:pt x="2362630" y="2225327"/>
                      <a:pt x="2217376" y="2159975"/>
                    </a:cubicBezTo>
                    <a:cubicBezTo>
                      <a:pt x="2300477" y="1965771"/>
                      <a:pt x="2348521" y="1753185"/>
                      <a:pt x="2354776" y="1530125"/>
                    </a:cubicBezTo>
                    <a:close/>
                    <a:moveTo>
                      <a:pt x="1527809" y="1530125"/>
                    </a:moveTo>
                    <a:lnTo>
                      <a:pt x="2244039" y="1530125"/>
                    </a:lnTo>
                    <a:cubicBezTo>
                      <a:pt x="2237819" y="1737690"/>
                      <a:pt x="2192963" y="1935525"/>
                      <a:pt x="2115825" y="2116496"/>
                    </a:cubicBezTo>
                    <a:cubicBezTo>
                      <a:pt x="1933189" y="2043464"/>
                      <a:pt x="1735000" y="2001899"/>
                      <a:pt x="1527809" y="1997958"/>
                    </a:cubicBezTo>
                    <a:close/>
                    <a:moveTo>
                      <a:pt x="725097" y="1530125"/>
                    </a:moveTo>
                    <a:lnTo>
                      <a:pt x="1426305" y="1530125"/>
                    </a:lnTo>
                    <a:lnTo>
                      <a:pt x="1426305" y="1998054"/>
                    </a:lnTo>
                    <a:cubicBezTo>
                      <a:pt x="1224105" y="2002029"/>
                      <a:pt x="1030504" y="2041966"/>
                      <a:pt x="851699" y="2112283"/>
                    </a:cubicBezTo>
                    <a:cubicBezTo>
                      <a:pt x="775482" y="1932518"/>
                      <a:pt x="731260" y="1736112"/>
                      <a:pt x="725097" y="1530125"/>
                    </a:cubicBezTo>
                    <a:close/>
                    <a:moveTo>
                      <a:pt x="934" y="1530125"/>
                    </a:moveTo>
                    <a:lnTo>
                      <a:pt x="614360" y="1530125"/>
                    </a:lnTo>
                    <a:cubicBezTo>
                      <a:pt x="620543" y="1751166"/>
                      <a:pt x="667772" y="1961919"/>
                      <a:pt x="749235" y="2154869"/>
                    </a:cubicBezTo>
                    <a:cubicBezTo>
                      <a:pt x="599936" y="2221117"/>
                      <a:pt x="462426" y="2308980"/>
                      <a:pt x="340129" y="2414234"/>
                    </a:cubicBezTo>
                    <a:cubicBezTo>
                      <a:pt x="138582" y="2173144"/>
                      <a:pt x="13619" y="1866051"/>
                      <a:pt x="934" y="1530125"/>
                    </a:cubicBezTo>
                    <a:close/>
                    <a:moveTo>
                      <a:pt x="883886" y="768586"/>
                    </a:moveTo>
                    <a:cubicBezTo>
                      <a:pt x="1053566" y="831753"/>
                      <a:pt x="1236128" y="867407"/>
                      <a:pt x="1426305" y="871035"/>
                    </a:cubicBezTo>
                    <a:lnTo>
                      <a:pt x="1426305" y="1428622"/>
                    </a:lnTo>
                    <a:lnTo>
                      <a:pt x="724559" y="1428622"/>
                    </a:lnTo>
                    <a:cubicBezTo>
                      <a:pt x="730221" y="1192426"/>
                      <a:pt x="785872" y="968634"/>
                      <a:pt x="883886" y="768586"/>
                    </a:cubicBezTo>
                    <a:close/>
                    <a:moveTo>
                      <a:pt x="2083288" y="764501"/>
                    </a:moveTo>
                    <a:cubicBezTo>
                      <a:pt x="2182501" y="965616"/>
                      <a:pt x="2238869" y="1190833"/>
                      <a:pt x="2244577" y="1428622"/>
                    </a:cubicBezTo>
                    <a:lnTo>
                      <a:pt x="1527809" y="1428622"/>
                    </a:lnTo>
                    <a:lnTo>
                      <a:pt x="1527809" y="871130"/>
                    </a:lnTo>
                    <a:cubicBezTo>
                      <a:pt x="1722835" y="867528"/>
                      <a:pt x="1909881" y="830382"/>
                      <a:pt x="2083288" y="764501"/>
                    </a:cubicBezTo>
                    <a:close/>
                    <a:moveTo>
                      <a:pt x="375750" y="484510"/>
                    </a:moveTo>
                    <a:cubicBezTo>
                      <a:pt x="497688" y="583858"/>
                      <a:pt x="633678" y="666438"/>
                      <a:pt x="780212" y="729142"/>
                    </a:cubicBezTo>
                    <a:cubicBezTo>
                      <a:pt x="677519" y="941475"/>
                      <a:pt x="619429" y="1178562"/>
                      <a:pt x="613822" y="1428622"/>
                    </a:cubicBezTo>
                    <a:lnTo>
                      <a:pt x="0" y="1428622"/>
                    </a:lnTo>
                    <a:cubicBezTo>
                      <a:pt x="9263" y="1065848"/>
                      <a:pt x="149371" y="735691"/>
                      <a:pt x="375750" y="484510"/>
                    </a:cubicBezTo>
                    <a:close/>
                    <a:moveTo>
                      <a:pt x="2580304" y="484479"/>
                    </a:moveTo>
                    <a:cubicBezTo>
                      <a:pt x="2806628" y="735651"/>
                      <a:pt x="2946750" y="1065827"/>
                      <a:pt x="2956013" y="1428622"/>
                    </a:cubicBezTo>
                    <a:lnTo>
                      <a:pt x="2355314" y="1428622"/>
                    </a:lnTo>
                    <a:cubicBezTo>
                      <a:pt x="2349636" y="1176504"/>
                      <a:pt x="2290630" y="937573"/>
                      <a:pt x="2186241" y="724113"/>
                    </a:cubicBezTo>
                    <a:cubicBezTo>
                      <a:pt x="2328935" y="662418"/>
                      <a:pt x="2461323" y="581449"/>
                      <a:pt x="2580304" y="484479"/>
                    </a:cubicBezTo>
                    <a:close/>
                    <a:moveTo>
                      <a:pt x="1426305" y="124032"/>
                    </a:moveTo>
                    <a:lnTo>
                      <a:pt x="1426305" y="760298"/>
                    </a:lnTo>
                    <a:cubicBezTo>
                      <a:pt x="1253727" y="756791"/>
                      <a:pt x="1087879" y="724966"/>
                      <a:pt x="933247" y="668842"/>
                    </a:cubicBezTo>
                    <a:cubicBezTo>
                      <a:pt x="1054039" y="451822"/>
                      <a:pt x="1223389" y="265609"/>
                      <a:pt x="1426305" y="124032"/>
                    </a:cubicBezTo>
                    <a:close/>
                    <a:moveTo>
                      <a:pt x="1527809" y="112799"/>
                    </a:moveTo>
                    <a:cubicBezTo>
                      <a:pt x="1736145" y="255085"/>
                      <a:pt x="1910079" y="443973"/>
                      <a:pt x="2033951" y="664748"/>
                    </a:cubicBezTo>
                    <a:cubicBezTo>
                      <a:pt x="1875578" y="723616"/>
                      <a:pt x="1705238" y="756901"/>
                      <a:pt x="1527809" y="760394"/>
                    </a:cubicBezTo>
                    <a:close/>
                    <a:moveTo>
                      <a:pt x="1632157" y="1693"/>
                    </a:moveTo>
                    <a:cubicBezTo>
                      <a:pt x="1969090" y="34839"/>
                      <a:pt x="2272411" y="181752"/>
                      <a:pt x="2502559" y="404493"/>
                    </a:cubicBezTo>
                    <a:cubicBezTo>
                      <a:pt x="2392455" y="493535"/>
                      <a:pt x="2270018" y="567692"/>
                      <a:pt x="2138287" y="624414"/>
                    </a:cubicBezTo>
                    <a:cubicBezTo>
                      <a:pt x="2004803" y="382989"/>
                      <a:pt x="1815448" y="176841"/>
                      <a:pt x="1587368" y="23269"/>
                    </a:cubicBezTo>
                    <a:close/>
                    <a:moveTo>
                      <a:pt x="1333466" y="0"/>
                    </a:moveTo>
                    <a:lnTo>
                      <a:pt x="1376468" y="23177"/>
                    </a:lnTo>
                    <a:cubicBezTo>
                      <a:pt x="1149236" y="178863"/>
                      <a:pt x="960516" y="386575"/>
                      <a:pt x="827965" y="629347"/>
                    </a:cubicBezTo>
                    <a:cubicBezTo>
                      <a:pt x="692459" y="571593"/>
                      <a:pt x="566467" y="495851"/>
                      <a:pt x="453430" y="404475"/>
                    </a:cubicBezTo>
                    <a:cubicBezTo>
                      <a:pt x="685742" y="179438"/>
                      <a:pt x="992667" y="31629"/>
                      <a:pt x="1333466"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3714" name="Google Shape;3714;p61"/>
              <p:cNvSpPr/>
              <p:nvPr/>
            </p:nvSpPr>
            <p:spPr>
              <a:xfrm flipH="1">
                <a:off x="10345251" y="2251006"/>
                <a:ext cx="441966" cy="281210"/>
              </a:xfrm>
              <a:custGeom>
                <a:rect b="b" l="l" r="r" t="t"/>
                <a:pathLst>
                  <a:path extrusionOk="0" h="2532594" w="3980365">
                    <a:moveTo>
                      <a:pt x="1988360" y="58973"/>
                    </a:moveTo>
                    <a:cubicBezTo>
                      <a:pt x="1988306" y="58975"/>
                      <a:pt x="1988252" y="58977"/>
                      <a:pt x="1988199" y="58995"/>
                    </a:cubicBezTo>
                    <a:cubicBezTo>
                      <a:pt x="1988145" y="58977"/>
                      <a:pt x="1988091" y="58975"/>
                      <a:pt x="1988037" y="58973"/>
                    </a:cubicBezTo>
                    <a:lnTo>
                      <a:pt x="1988037" y="59017"/>
                    </a:lnTo>
                    <a:cubicBezTo>
                      <a:pt x="1574406" y="74019"/>
                      <a:pt x="1375335" y="406725"/>
                      <a:pt x="1370318" y="708381"/>
                    </a:cubicBezTo>
                    <a:cubicBezTo>
                      <a:pt x="1362506" y="1089140"/>
                      <a:pt x="1497435" y="1312904"/>
                      <a:pt x="1568575" y="1407072"/>
                    </a:cubicBezTo>
                    <a:cubicBezTo>
                      <a:pt x="1631785" y="1490670"/>
                      <a:pt x="1727890" y="1649476"/>
                      <a:pt x="1617443" y="1704159"/>
                    </a:cubicBezTo>
                    <a:cubicBezTo>
                      <a:pt x="1318592" y="1846636"/>
                      <a:pt x="1062028" y="1946829"/>
                      <a:pt x="927030" y="2049664"/>
                    </a:cubicBezTo>
                    <a:cubicBezTo>
                      <a:pt x="705669" y="2234426"/>
                      <a:pt x="740656" y="2445615"/>
                      <a:pt x="754501" y="2532594"/>
                    </a:cubicBezTo>
                    <a:lnTo>
                      <a:pt x="1988199" y="2531551"/>
                    </a:lnTo>
                    <a:lnTo>
                      <a:pt x="3221896" y="2532594"/>
                    </a:lnTo>
                    <a:cubicBezTo>
                      <a:pt x="3235741" y="2445615"/>
                      <a:pt x="3270728" y="2234426"/>
                      <a:pt x="3049367" y="2049664"/>
                    </a:cubicBezTo>
                    <a:cubicBezTo>
                      <a:pt x="2914369" y="1946829"/>
                      <a:pt x="2657805" y="1846636"/>
                      <a:pt x="2358954" y="1704159"/>
                    </a:cubicBezTo>
                    <a:cubicBezTo>
                      <a:pt x="2248507" y="1649476"/>
                      <a:pt x="2344612" y="1490670"/>
                      <a:pt x="2407822" y="1407072"/>
                    </a:cubicBezTo>
                    <a:cubicBezTo>
                      <a:pt x="2478962" y="1312904"/>
                      <a:pt x="2613891" y="1089140"/>
                      <a:pt x="2606079" y="708381"/>
                    </a:cubicBezTo>
                    <a:cubicBezTo>
                      <a:pt x="2601062" y="406725"/>
                      <a:pt x="2401991" y="74019"/>
                      <a:pt x="1988360" y="59017"/>
                    </a:cubicBezTo>
                    <a:close/>
                    <a:moveTo>
                      <a:pt x="1093515" y="0"/>
                    </a:moveTo>
                    <a:cubicBezTo>
                      <a:pt x="736613" y="12826"/>
                      <a:pt x="553627" y="327881"/>
                      <a:pt x="549299" y="588096"/>
                    </a:cubicBezTo>
                    <a:cubicBezTo>
                      <a:pt x="542562" y="916461"/>
                      <a:pt x="658924" y="1109434"/>
                      <a:pt x="720275" y="1190644"/>
                    </a:cubicBezTo>
                    <a:cubicBezTo>
                      <a:pt x="774787" y="1262738"/>
                      <a:pt x="857667" y="1399692"/>
                      <a:pt x="762418" y="1446850"/>
                    </a:cubicBezTo>
                    <a:cubicBezTo>
                      <a:pt x="504691" y="1569722"/>
                      <a:pt x="283431" y="1656128"/>
                      <a:pt x="167010" y="1744812"/>
                    </a:cubicBezTo>
                    <a:cubicBezTo>
                      <a:pt x="-23891" y="1904150"/>
                      <a:pt x="672" y="2013351"/>
                      <a:pt x="1392" y="2161289"/>
                    </a:cubicBezTo>
                    <a:cubicBezTo>
                      <a:pt x="356083" y="2160989"/>
                      <a:pt x="261990" y="2166300"/>
                      <a:pt x="616681" y="2166000"/>
                    </a:cubicBezTo>
                    <a:cubicBezTo>
                      <a:pt x="794788" y="1846239"/>
                      <a:pt x="1045824" y="1778915"/>
                      <a:pt x="1453932" y="1593789"/>
                    </a:cubicBezTo>
                    <a:cubicBezTo>
                      <a:pt x="1171572" y="1115084"/>
                      <a:pt x="1046285" y="714919"/>
                      <a:pt x="1414663" y="124017"/>
                    </a:cubicBezTo>
                    <a:cubicBezTo>
                      <a:pt x="1309485" y="41539"/>
                      <a:pt x="1305280" y="26381"/>
                      <a:pt x="1093515" y="0"/>
                    </a:cubicBezTo>
                    <a:close/>
                    <a:moveTo>
                      <a:pt x="2886850" y="0"/>
                    </a:moveTo>
                    <a:cubicBezTo>
                      <a:pt x="2675085" y="26381"/>
                      <a:pt x="2670880" y="41539"/>
                      <a:pt x="2565702" y="124017"/>
                    </a:cubicBezTo>
                    <a:cubicBezTo>
                      <a:pt x="2934080" y="714919"/>
                      <a:pt x="2808793" y="1115084"/>
                      <a:pt x="2526433" y="1593789"/>
                    </a:cubicBezTo>
                    <a:cubicBezTo>
                      <a:pt x="2934542" y="1778915"/>
                      <a:pt x="3185577" y="1846239"/>
                      <a:pt x="3363685" y="2166000"/>
                    </a:cubicBezTo>
                    <a:cubicBezTo>
                      <a:pt x="3718376" y="2166300"/>
                      <a:pt x="3624282" y="2160989"/>
                      <a:pt x="3978973" y="2161289"/>
                    </a:cubicBezTo>
                    <a:cubicBezTo>
                      <a:pt x="3979693" y="2013351"/>
                      <a:pt x="4004256" y="1904150"/>
                      <a:pt x="3813355" y="1744812"/>
                    </a:cubicBezTo>
                    <a:cubicBezTo>
                      <a:pt x="3696934" y="1656128"/>
                      <a:pt x="3475674" y="1569722"/>
                      <a:pt x="3217947" y="1446850"/>
                    </a:cubicBezTo>
                    <a:cubicBezTo>
                      <a:pt x="3122698" y="1399692"/>
                      <a:pt x="3205579" y="1262738"/>
                      <a:pt x="3260090" y="1190644"/>
                    </a:cubicBezTo>
                    <a:cubicBezTo>
                      <a:pt x="3321441" y="1109434"/>
                      <a:pt x="3437803" y="916461"/>
                      <a:pt x="3431066" y="588096"/>
                    </a:cubicBezTo>
                    <a:cubicBezTo>
                      <a:pt x="3426739" y="327881"/>
                      <a:pt x="3243752" y="12826"/>
                      <a:pt x="288685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715" name="Google Shape;3715;p61"/>
              <p:cNvSpPr/>
              <p:nvPr/>
            </p:nvSpPr>
            <p:spPr>
              <a:xfrm>
                <a:off x="11003273" y="3365017"/>
                <a:ext cx="357359" cy="364685"/>
              </a:xfrm>
              <a:custGeom>
                <a:rect b="b" l="l" r="r" t="t"/>
                <a:pathLst>
                  <a:path extrusionOk="0" h="3940019" w="3860876">
                    <a:moveTo>
                      <a:pt x="3248876" y="1942264"/>
                    </a:moveTo>
                    <a:lnTo>
                      <a:pt x="3860876" y="1942264"/>
                    </a:lnTo>
                    <a:lnTo>
                      <a:pt x="3860876" y="2090815"/>
                    </a:lnTo>
                    <a:lnTo>
                      <a:pt x="3859023" y="2090815"/>
                    </a:lnTo>
                    <a:cubicBezTo>
                      <a:pt x="3817225" y="2949620"/>
                      <a:pt x="3215273" y="3679864"/>
                      <a:pt x="2378197" y="3884304"/>
                    </a:cubicBezTo>
                    <a:cubicBezTo>
                      <a:pt x="2219818" y="3922985"/>
                      <a:pt x="2060231" y="3941082"/>
                      <a:pt x="1902626" y="3939971"/>
                    </a:cubicBezTo>
                    <a:cubicBezTo>
                      <a:pt x="1286982" y="3935631"/>
                      <a:pt x="701577" y="3638194"/>
                      <a:pt x="337583" y="3128887"/>
                    </a:cubicBezTo>
                    <a:lnTo>
                      <a:pt x="30667" y="3435803"/>
                    </a:lnTo>
                    <a:lnTo>
                      <a:pt x="30667" y="2342045"/>
                    </a:lnTo>
                    <a:lnTo>
                      <a:pt x="1124425" y="2342045"/>
                    </a:lnTo>
                    <a:lnTo>
                      <a:pt x="781340" y="2685130"/>
                    </a:lnTo>
                    <a:cubicBezTo>
                      <a:pt x="1079782" y="3180935"/>
                      <a:pt x="1667379" y="3425841"/>
                      <a:pt x="2232517" y="3287817"/>
                    </a:cubicBezTo>
                    <a:cubicBezTo>
                      <a:pt x="2810639" y="3146622"/>
                      <a:pt x="3224897" y="2638979"/>
                      <a:pt x="3247291" y="2044286"/>
                    </a:cubicBezTo>
                    <a:lnTo>
                      <a:pt x="3248876" y="2044345"/>
                    </a:lnTo>
                    <a:close/>
                    <a:moveTo>
                      <a:pt x="1958249" y="48"/>
                    </a:moveTo>
                    <a:cubicBezTo>
                      <a:pt x="2573893" y="4388"/>
                      <a:pt x="3159298" y="301825"/>
                      <a:pt x="3523293" y="811132"/>
                    </a:cubicBezTo>
                    <a:lnTo>
                      <a:pt x="3830209" y="504216"/>
                    </a:lnTo>
                    <a:lnTo>
                      <a:pt x="3830209" y="1597974"/>
                    </a:lnTo>
                    <a:lnTo>
                      <a:pt x="2736450" y="1597974"/>
                    </a:lnTo>
                    <a:lnTo>
                      <a:pt x="3079535" y="1254889"/>
                    </a:lnTo>
                    <a:cubicBezTo>
                      <a:pt x="2781093" y="759084"/>
                      <a:pt x="2193496" y="514178"/>
                      <a:pt x="1628358" y="652202"/>
                    </a:cubicBezTo>
                    <a:cubicBezTo>
                      <a:pt x="1050236" y="793397"/>
                      <a:pt x="635978" y="1301040"/>
                      <a:pt x="613584" y="1895733"/>
                    </a:cubicBezTo>
                    <a:lnTo>
                      <a:pt x="612000" y="1895674"/>
                    </a:lnTo>
                    <a:lnTo>
                      <a:pt x="612000" y="1985958"/>
                    </a:lnTo>
                    <a:lnTo>
                      <a:pt x="0" y="1985958"/>
                    </a:lnTo>
                    <a:lnTo>
                      <a:pt x="0" y="1837407"/>
                    </a:lnTo>
                    <a:lnTo>
                      <a:pt x="2787" y="1837407"/>
                    </a:lnTo>
                    <a:cubicBezTo>
                      <a:pt x="49183" y="983705"/>
                      <a:pt x="649445" y="259216"/>
                      <a:pt x="1482678" y="55715"/>
                    </a:cubicBezTo>
                    <a:cubicBezTo>
                      <a:pt x="1641057" y="17034"/>
                      <a:pt x="1800644" y="-1063"/>
                      <a:pt x="1958249" y="4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716" name="Google Shape;3716;p61"/>
              <p:cNvSpPr/>
              <p:nvPr/>
            </p:nvSpPr>
            <p:spPr>
              <a:xfrm>
                <a:off x="9028038" y="5418963"/>
                <a:ext cx="353455" cy="397548"/>
              </a:xfrm>
              <a:custGeom>
                <a:rect b="b" l="l" r="r" t="t"/>
                <a:pathLst>
                  <a:path extrusionOk="0" h="3110058" w="2765122">
                    <a:moveTo>
                      <a:pt x="1376433" y="2257187"/>
                    </a:moveTo>
                    <a:lnTo>
                      <a:pt x="1145400" y="2354829"/>
                    </a:lnTo>
                    <a:lnTo>
                      <a:pt x="1036105" y="2389775"/>
                    </a:lnTo>
                    <a:lnTo>
                      <a:pt x="1040146" y="2406930"/>
                    </a:lnTo>
                    <a:cubicBezTo>
                      <a:pt x="1121535" y="2704580"/>
                      <a:pt x="1244707" y="2894301"/>
                      <a:pt x="1382560" y="2894301"/>
                    </a:cubicBezTo>
                    <a:cubicBezTo>
                      <a:pt x="1520414" y="2894301"/>
                      <a:pt x="1643585" y="2704580"/>
                      <a:pt x="1724974" y="2406930"/>
                    </a:cubicBezTo>
                    <a:lnTo>
                      <a:pt x="1726723" y="2399874"/>
                    </a:lnTo>
                    <a:lnTo>
                      <a:pt x="1605728" y="2358846"/>
                    </a:lnTo>
                    <a:close/>
                    <a:moveTo>
                      <a:pt x="1795887" y="2033026"/>
                    </a:moveTo>
                    <a:lnTo>
                      <a:pt x="1694075" y="2094586"/>
                    </a:lnTo>
                    <a:lnTo>
                      <a:pt x="1578650" y="2155153"/>
                    </a:lnTo>
                    <a:lnTo>
                      <a:pt x="1618821" y="2173994"/>
                    </a:lnTo>
                    <a:lnTo>
                      <a:pt x="1763952" y="2229138"/>
                    </a:lnTo>
                    <a:lnTo>
                      <a:pt x="1791432" y="2076334"/>
                    </a:lnTo>
                    <a:close/>
                    <a:moveTo>
                      <a:pt x="969005" y="2030800"/>
                    </a:moveTo>
                    <a:lnTo>
                      <a:pt x="973688" y="2076334"/>
                    </a:lnTo>
                    <a:lnTo>
                      <a:pt x="997942" y="2219324"/>
                    </a:lnTo>
                    <a:lnTo>
                      <a:pt x="1135534" y="2169774"/>
                    </a:lnTo>
                    <a:lnTo>
                      <a:pt x="1176026" y="2151638"/>
                    </a:lnTo>
                    <a:lnTo>
                      <a:pt x="1061678" y="2089068"/>
                    </a:lnTo>
                    <a:close/>
                    <a:moveTo>
                      <a:pt x="2270995" y="1682607"/>
                    </a:moveTo>
                    <a:lnTo>
                      <a:pt x="2193789" y="1749541"/>
                    </a:lnTo>
                    <a:cubicBezTo>
                      <a:pt x="2157450" y="1779622"/>
                      <a:pt x="2119670" y="1809519"/>
                      <a:pt x="2080535" y="1839120"/>
                    </a:cubicBezTo>
                    <a:lnTo>
                      <a:pt x="1988274" y="1905861"/>
                    </a:lnTo>
                    <a:lnTo>
                      <a:pt x="1956628" y="2160317"/>
                    </a:lnTo>
                    <a:lnTo>
                      <a:pt x="1929983" y="2282840"/>
                    </a:lnTo>
                    <a:lnTo>
                      <a:pt x="2032699" y="2311732"/>
                    </a:lnTo>
                    <a:cubicBezTo>
                      <a:pt x="2281801" y="2367725"/>
                      <a:pt x="2467430" y="2349840"/>
                      <a:pt x="2530541" y="2244806"/>
                    </a:cubicBezTo>
                    <a:cubicBezTo>
                      <a:pt x="2601541" y="2126643"/>
                      <a:pt x="2502356" y="1923350"/>
                      <a:pt x="2289139" y="1700285"/>
                    </a:cubicBezTo>
                    <a:close/>
                    <a:moveTo>
                      <a:pt x="491768" y="1666932"/>
                    </a:moveTo>
                    <a:lnTo>
                      <a:pt x="473585" y="1684439"/>
                    </a:lnTo>
                    <a:cubicBezTo>
                      <a:pt x="256508" y="1903749"/>
                      <a:pt x="153790" y="2105280"/>
                      <a:pt x="222717" y="2224664"/>
                    </a:cubicBezTo>
                    <a:cubicBezTo>
                      <a:pt x="283985" y="2330784"/>
                      <a:pt x="469273" y="2351906"/>
                      <a:pt x="719315" y="2300269"/>
                    </a:cubicBezTo>
                    <a:lnTo>
                      <a:pt x="831176" y="2270901"/>
                    </a:lnTo>
                    <a:lnTo>
                      <a:pt x="808495" y="2160317"/>
                    </a:lnTo>
                    <a:lnTo>
                      <a:pt x="776012" y="1899134"/>
                    </a:lnTo>
                    <a:lnTo>
                      <a:pt x="679735" y="1826895"/>
                    </a:lnTo>
                    <a:cubicBezTo>
                      <a:pt x="616990" y="1777691"/>
                      <a:pt x="557836" y="1727770"/>
                      <a:pt x="502637" y="1677612"/>
                    </a:cubicBezTo>
                    <a:close/>
                    <a:moveTo>
                      <a:pt x="2001099" y="1443878"/>
                    </a:moveTo>
                    <a:lnTo>
                      <a:pt x="2005588" y="1555029"/>
                    </a:lnTo>
                    <a:lnTo>
                      <a:pt x="2000712" y="1675767"/>
                    </a:lnTo>
                    <a:lnTo>
                      <a:pt x="2038461" y="1648469"/>
                    </a:lnTo>
                    <a:cubicBezTo>
                      <a:pt x="2070345" y="1623579"/>
                      <a:pt x="2101053" y="1598643"/>
                      <a:pt x="2130505" y="1573751"/>
                    </a:cubicBezTo>
                    <a:lnTo>
                      <a:pt x="2143759" y="1562074"/>
                    </a:lnTo>
                    <a:lnTo>
                      <a:pt x="2039991" y="1473050"/>
                    </a:lnTo>
                    <a:close/>
                    <a:moveTo>
                      <a:pt x="764411" y="1434288"/>
                    </a:moveTo>
                    <a:lnTo>
                      <a:pt x="726661" y="1461587"/>
                    </a:lnTo>
                    <a:cubicBezTo>
                      <a:pt x="694778" y="1486477"/>
                      <a:pt x="664070" y="1511412"/>
                      <a:pt x="634617" y="1536305"/>
                    </a:cubicBezTo>
                    <a:lnTo>
                      <a:pt x="621360" y="1547985"/>
                    </a:lnTo>
                    <a:lnTo>
                      <a:pt x="725129" y="1637009"/>
                    </a:lnTo>
                    <a:lnTo>
                      <a:pt x="764024" y="1666183"/>
                    </a:lnTo>
                    <a:lnTo>
                      <a:pt x="759534" y="1555029"/>
                    </a:lnTo>
                    <a:close/>
                    <a:moveTo>
                      <a:pt x="1386966" y="1049980"/>
                    </a:moveTo>
                    <a:lnTo>
                      <a:pt x="1160689" y="1170734"/>
                    </a:lnTo>
                    <a:lnTo>
                      <a:pt x="947211" y="1303680"/>
                    </a:lnTo>
                    <a:lnTo>
                      <a:pt x="938816" y="1555028"/>
                    </a:lnTo>
                    <a:lnTo>
                      <a:pt x="947046" y="1801432"/>
                    </a:lnTo>
                    <a:lnTo>
                      <a:pt x="1154015" y="1935392"/>
                    </a:lnTo>
                    <a:lnTo>
                      <a:pt x="1378151" y="2060078"/>
                    </a:lnTo>
                    <a:lnTo>
                      <a:pt x="1604433" y="1939321"/>
                    </a:lnTo>
                    <a:lnTo>
                      <a:pt x="1817909" y="1806377"/>
                    </a:lnTo>
                    <a:lnTo>
                      <a:pt x="1826304" y="1555028"/>
                    </a:lnTo>
                    <a:lnTo>
                      <a:pt x="1818074" y="1308628"/>
                    </a:lnTo>
                    <a:lnTo>
                      <a:pt x="1611105" y="1174667"/>
                    </a:lnTo>
                    <a:close/>
                    <a:moveTo>
                      <a:pt x="1767179" y="890733"/>
                    </a:moveTo>
                    <a:lnTo>
                      <a:pt x="1629589" y="940281"/>
                    </a:lnTo>
                    <a:lnTo>
                      <a:pt x="1589093" y="958419"/>
                    </a:lnTo>
                    <a:lnTo>
                      <a:pt x="1703444" y="1020991"/>
                    </a:lnTo>
                    <a:lnTo>
                      <a:pt x="1796116" y="1079257"/>
                    </a:lnTo>
                    <a:lnTo>
                      <a:pt x="1791432" y="1033723"/>
                    </a:lnTo>
                    <a:close/>
                    <a:moveTo>
                      <a:pt x="1001168" y="880921"/>
                    </a:moveTo>
                    <a:lnTo>
                      <a:pt x="973688" y="1033723"/>
                    </a:lnTo>
                    <a:lnTo>
                      <a:pt x="969233" y="1077033"/>
                    </a:lnTo>
                    <a:lnTo>
                      <a:pt x="1071048" y="1015472"/>
                    </a:lnTo>
                    <a:lnTo>
                      <a:pt x="1186470" y="954907"/>
                    </a:lnTo>
                    <a:lnTo>
                      <a:pt x="1146299" y="936065"/>
                    </a:lnTo>
                    <a:close/>
                    <a:moveTo>
                      <a:pt x="2296662" y="783036"/>
                    </a:moveTo>
                    <a:cubicBezTo>
                      <a:pt x="2224233" y="781291"/>
                      <a:pt x="2139574" y="790423"/>
                      <a:pt x="2045808" y="809787"/>
                    </a:cubicBezTo>
                    <a:lnTo>
                      <a:pt x="1933945" y="839155"/>
                    </a:lnTo>
                    <a:lnTo>
                      <a:pt x="1956628" y="949742"/>
                    </a:lnTo>
                    <a:lnTo>
                      <a:pt x="1989111" y="1210925"/>
                    </a:lnTo>
                    <a:lnTo>
                      <a:pt x="2085387" y="1283163"/>
                    </a:lnTo>
                    <a:cubicBezTo>
                      <a:pt x="2148132" y="1332368"/>
                      <a:pt x="2207286" y="1382289"/>
                      <a:pt x="2262485" y="1432446"/>
                    </a:cubicBezTo>
                    <a:lnTo>
                      <a:pt x="2273353" y="1443125"/>
                    </a:lnTo>
                    <a:lnTo>
                      <a:pt x="2291537" y="1425616"/>
                    </a:lnTo>
                    <a:cubicBezTo>
                      <a:pt x="2508615" y="1206306"/>
                      <a:pt x="2611333" y="1004776"/>
                      <a:pt x="2542406" y="885391"/>
                    </a:cubicBezTo>
                    <a:cubicBezTo>
                      <a:pt x="2504113" y="819067"/>
                      <a:pt x="2417375" y="785944"/>
                      <a:pt x="2296662" y="783036"/>
                    </a:cubicBezTo>
                    <a:close/>
                    <a:moveTo>
                      <a:pt x="482072" y="767202"/>
                    </a:moveTo>
                    <a:cubicBezTo>
                      <a:pt x="361326" y="768003"/>
                      <a:pt x="274023" y="799606"/>
                      <a:pt x="234579" y="865253"/>
                    </a:cubicBezTo>
                    <a:cubicBezTo>
                      <a:pt x="163579" y="983417"/>
                      <a:pt x="262764" y="1186709"/>
                      <a:pt x="475981" y="1409774"/>
                    </a:cubicBezTo>
                    <a:lnTo>
                      <a:pt x="494126" y="1427453"/>
                    </a:lnTo>
                    <a:lnTo>
                      <a:pt x="571333" y="1360517"/>
                    </a:lnTo>
                    <a:cubicBezTo>
                      <a:pt x="607672" y="1330436"/>
                      <a:pt x="645452" y="1300540"/>
                      <a:pt x="684587" y="1270938"/>
                    </a:cubicBezTo>
                    <a:lnTo>
                      <a:pt x="776848" y="1204197"/>
                    </a:lnTo>
                    <a:lnTo>
                      <a:pt x="808495" y="949742"/>
                    </a:lnTo>
                    <a:lnTo>
                      <a:pt x="835139" y="827220"/>
                    </a:lnTo>
                    <a:lnTo>
                      <a:pt x="732420" y="798327"/>
                    </a:lnTo>
                    <a:cubicBezTo>
                      <a:pt x="639007" y="777329"/>
                      <a:pt x="554520" y="766721"/>
                      <a:pt x="482072" y="767202"/>
                    </a:cubicBezTo>
                    <a:close/>
                    <a:moveTo>
                      <a:pt x="1382560" y="215755"/>
                    </a:moveTo>
                    <a:cubicBezTo>
                      <a:pt x="1244707" y="215755"/>
                      <a:pt x="1121535" y="405476"/>
                      <a:pt x="1040146" y="703126"/>
                    </a:cubicBezTo>
                    <a:lnTo>
                      <a:pt x="1038397" y="710184"/>
                    </a:lnTo>
                    <a:lnTo>
                      <a:pt x="1159394" y="751212"/>
                    </a:lnTo>
                    <a:lnTo>
                      <a:pt x="1388689" y="852872"/>
                    </a:lnTo>
                    <a:lnTo>
                      <a:pt x="1619722" y="755229"/>
                    </a:lnTo>
                    <a:lnTo>
                      <a:pt x="1729016" y="720284"/>
                    </a:lnTo>
                    <a:lnTo>
                      <a:pt x="1724974" y="703126"/>
                    </a:lnTo>
                    <a:cubicBezTo>
                      <a:pt x="1643585" y="405476"/>
                      <a:pt x="1520414" y="215755"/>
                      <a:pt x="1382560" y="215755"/>
                    </a:cubicBezTo>
                    <a:close/>
                    <a:moveTo>
                      <a:pt x="1382561" y="0"/>
                    </a:moveTo>
                    <a:cubicBezTo>
                      <a:pt x="1576111" y="0"/>
                      <a:pt x="1749046" y="220285"/>
                      <a:pt x="1863319" y="565886"/>
                    </a:cubicBezTo>
                    <a:lnTo>
                      <a:pt x="1892754" y="669221"/>
                    </a:lnTo>
                    <a:lnTo>
                      <a:pt x="1998805" y="644109"/>
                    </a:lnTo>
                    <a:cubicBezTo>
                      <a:pt x="2355240" y="570272"/>
                      <a:pt x="2632481" y="609896"/>
                      <a:pt x="2729256" y="777515"/>
                    </a:cubicBezTo>
                    <a:cubicBezTo>
                      <a:pt x="2826030" y="945133"/>
                      <a:pt x="2721726" y="1205043"/>
                      <a:pt x="2479563" y="1476806"/>
                    </a:cubicBezTo>
                    <a:lnTo>
                      <a:pt x="2396868" y="1564493"/>
                    </a:lnTo>
                    <a:lnTo>
                      <a:pt x="2415853" y="1583149"/>
                    </a:lnTo>
                    <a:cubicBezTo>
                      <a:pt x="2697403" y="1884053"/>
                      <a:pt x="2823474" y="2176199"/>
                      <a:pt x="2715481" y="2355928"/>
                    </a:cubicBezTo>
                    <a:cubicBezTo>
                      <a:pt x="2615796" y="2521833"/>
                      <a:pt x="2337906" y="2556612"/>
                      <a:pt x="1982813" y="2476565"/>
                    </a:cubicBezTo>
                    <a:lnTo>
                      <a:pt x="1890625" y="2453030"/>
                    </a:lnTo>
                    <a:lnTo>
                      <a:pt x="1863319" y="2544172"/>
                    </a:lnTo>
                    <a:cubicBezTo>
                      <a:pt x="1749047" y="2889773"/>
                      <a:pt x="1576111" y="3110058"/>
                      <a:pt x="1382561" y="3110058"/>
                    </a:cubicBezTo>
                    <a:cubicBezTo>
                      <a:pt x="1189012" y="3110058"/>
                      <a:pt x="1016076" y="2889773"/>
                      <a:pt x="901803" y="2544172"/>
                    </a:cubicBezTo>
                    <a:lnTo>
                      <a:pt x="872368" y="2440837"/>
                    </a:lnTo>
                    <a:lnTo>
                      <a:pt x="766317" y="2465949"/>
                    </a:lnTo>
                    <a:cubicBezTo>
                      <a:pt x="409882" y="2539787"/>
                      <a:pt x="132641" y="2500163"/>
                      <a:pt x="35866" y="2332544"/>
                    </a:cubicBezTo>
                    <a:cubicBezTo>
                      <a:pt x="-60908" y="2164925"/>
                      <a:pt x="43396" y="1905015"/>
                      <a:pt x="285559" y="1633252"/>
                    </a:cubicBezTo>
                    <a:lnTo>
                      <a:pt x="368254" y="1545565"/>
                    </a:lnTo>
                    <a:lnTo>
                      <a:pt x="349269" y="1526910"/>
                    </a:lnTo>
                    <a:cubicBezTo>
                      <a:pt x="67719" y="1226005"/>
                      <a:pt x="-58351" y="933860"/>
                      <a:pt x="49641" y="754130"/>
                    </a:cubicBezTo>
                    <a:cubicBezTo>
                      <a:pt x="149326" y="588226"/>
                      <a:pt x="427216" y="553446"/>
                      <a:pt x="782309" y="633493"/>
                    </a:cubicBezTo>
                    <a:lnTo>
                      <a:pt x="874497" y="657029"/>
                    </a:lnTo>
                    <a:lnTo>
                      <a:pt x="901803" y="565886"/>
                    </a:lnTo>
                    <a:cubicBezTo>
                      <a:pt x="1016076" y="220285"/>
                      <a:pt x="1189012" y="0"/>
                      <a:pt x="138256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3717" name="Google Shape;3717;p61"/>
              <p:cNvSpPr/>
              <p:nvPr/>
            </p:nvSpPr>
            <p:spPr>
              <a:xfrm>
                <a:off x="7496004" y="3682990"/>
                <a:ext cx="320490" cy="269438"/>
              </a:xfrm>
              <a:custGeom>
                <a:rect b="b" l="l" r="r" t="t"/>
                <a:pathLst>
                  <a:path extrusionOk="0" h="3350285" w="3985089">
                    <a:moveTo>
                      <a:pt x="1489879" y="1687056"/>
                    </a:moveTo>
                    <a:cubicBezTo>
                      <a:pt x="1413602" y="1687056"/>
                      <a:pt x="1351768" y="1748890"/>
                      <a:pt x="1351768" y="1825167"/>
                    </a:cubicBezTo>
                    <a:lnTo>
                      <a:pt x="1351768" y="1828965"/>
                    </a:lnTo>
                    <a:cubicBezTo>
                      <a:pt x="1351768" y="1905242"/>
                      <a:pt x="1413602" y="1967076"/>
                      <a:pt x="1489879" y="1967076"/>
                    </a:cubicBezTo>
                    <a:lnTo>
                      <a:pt x="1717713" y="1967076"/>
                    </a:lnTo>
                    <a:cubicBezTo>
                      <a:pt x="1793990" y="1967076"/>
                      <a:pt x="1855824" y="1905242"/>
                      <a:pt x="1855824" y="1828965"/>
                    </a:cubicBezTo>
                    <a:lnTo>
                      <a:pt x="1855824" y="1825167"/>
                    </a:lnTo>
                    <a:cubicBezTo>
                      <a:pt x="1855824" y="1748890"/>
                      <a:pt x="1793990" y="1687056"/>
                      <a:pt x="1717713" y="1687056"/>
                    </a:cubicBezTo>
                    <a:close/>
                    <a:moveTo>
                      <a:pt x="2281462" y="1675141"/>
                    </a:moveTo>
                    <a:cubicBezTo>
                      <a:pt x="2205185" y="1675141"/>
                      <a:pt x="2143351" y="1736975"/>
                      <a:pt x="2143351" y="1813252"/>
                    </a:cubicBezTo>
                    <a:lnTo>
                      <a:pt x="2143351" y="1817050"/>
                    </a:lnTo>
                    <a:cubicBezTo>
                      <a:pt x="2143351" y="1893327"/>
                      <a:pt x="2205185" y="1955161"/>
                      <a:pt x="2281462" y="1955161"/>
                    </a:cubicBezTo>
                    <a:lnTo>
                      <a:pt x="2509296" y="1955161"/>
                    </a:lnTo>
                    <a:cubicBezTo>
                      <a:pt x="2585573" y="1955161"/>
                      <a:pt x="2647407" y="1893327"/>
                      <a:pt x="2647407" y="1817050"/>
                    </a:cubicBezTo>
                    <a:lnTo>
                      <a:pt x="2647407" y="1813252"/>
                    </a:lnTo>
                    <a:cubicBezTo>
                      <a:pt x="2647407" y="1736975"/>
                      <a:pt x="2585573" y="1675141"/>
                      <a:pt x="2509296" y="1675141"/>
                    </a:cubicBezTo>
                    <a:close/>
                    <a:moveTo>
                      <a:pt x="2837535" y="1159396"/>
                    </a:moveTo>
                    <a:cubicBezTo>
                      <a:pt x="2731595" y="1159396"/>
                      <a:pt x="2645713" y="1245278"/>
                      <a:pt x="2645713" y="1351218"/>
                    </a:cubicBezTo>
                    <a:cubicBezTo>
                      <a:pt x="2645713" y="1457158"/>
                      <a:pt x="2731595" y="1543040"/>
                      <a:pt x="2837535" y="1543040"/>
                    </a:cubicBezTo>
                    <a:cubicBezTo>
                      <a:pt x="2943475" y="1543040"/>
                      <a:pt x="3029357" y="1457158"/>
                      <a:pt x="3029357" y="1351218"/>
                    </a:cubicBezTo>
                    <a:cubicBezTo>
                      <a:pt x="3029357" y="1245278"/>
                      <a:pt x="2943475" y="1159396"/>
                      <a:pt x="2837535" y="1159396"/>
                    </a:cubicBezTo>
                    <a:close/>
                    <a:moveTo>
                      <a:pt x="3235655" y="750352"/>
                    </a:moveTo>
                    <a:cubicBezTo>
                      <a:pt x="3129715" y="750352"/>
                      <a:pt x="3043833" y="836234"/>
                      <a:pt x="3043833" y="942174"/>
                    </a:cubicBezTo>
                    <a:cubicBezTo>
                      <a:pt x="3043833" y="1048114"/>
                      <a:pt x="3129715" y="1133996"/>
                      <a:pt x="3235655" y="1133996"/>
                    </a:cubicBezTo>
                    <a:cubicBezTo>
                      <a:pt x="3341595" y="1133996"/>
                      <a:pt x="3427477" y="1048114"/>
                      <a:pt x="3427477" y="942174"/>
                    </a:cubicBezTo>
                    <a:cubicBezTo>
                      <a:pt x="3427477" y="836234"/>
                      <a:pt x="3341595" y="750352"/>
                      <a:pt x="3235655" y="750352"/>
                    </a:cubicBezTo>
                    <a:close/>
                    <a:moveTo>
                      <a:pt x="2455585" y="750352"/>
                    </a:moveTo>
                    <a:cubicBezTo>
                      <a:pt x="2349645" y="750352"/>
                      <a:pt x="2263763" y="836234"/>
                      <a:pt x="2263763" y="942174"/>
                    </a:cubicBezTo>
                    <a:cubicBezTo>
                      <a:pt x="2263763" y="1048114"/>
                      <a:pt x="2349645" y="1133996"/>
                      <a:pt x="2455585" y="1133996"/>
                    </a:cubicBezTo>
                    <a:cubicBezTo>
                      <a:pt x="2561525" y="1133996"/>
                      <a:pt x="2647407" y="1048114"/>
                      <a:pt x="2647407" y="942174"/>
                    </a:cubicBezTo>
                    <a:cubicBezTo>
                      <a:pt x="2647407" y="836234"/>
                      <a:pt x="2561525" y="750352"/>
                      <a:pt x="2455585" y="750352"/>
                    </a:cubicBezTo>
                    <a:close/>
                    <a:moveTo>
                      <a:pt x="941776" y="640989"/>
                    </a:moveTo>
                    <a:lnTo>
                      <a:pt x="1181794" y="640989"/>
                    </a:lnTo>
                    <a:lnTo>
                      <a:pt x="1181794" y="881020"/>
                    </a:lnTo>
                    <a:lnTo>
                      <a:pt x="1421825" y="881020"/>
                    </a:lnTo>
                    <a:lnTo>
                      <a:pt x="1421825" y="1121038"/>
                    </a:lnTo>
                    <a:lnTo>
                      <a:pt x="1181794" y="1121038"/>
                    </a:lnTo>
                    <a:lnTo>
                      <a:pt x="1181794" y="1361069"/>
                    </a:lnTo>
                    <a:lnTo>
                      <a:pt x="941776" y="1361069"/>
                    </a:lnTo>
                    <a:lnTo>
                      <a:pt x="941776" y="1121038"/>
                    </a:lnTo>
                    <a:lnTo>
                      <a:pt x="701745" y="1121038"/>
                    </a:lnTo>
                    <a:lnTo>
                      <a:pt x="701745" y="881020"/>
                    </a:lnTo>
                    <a:lnTo>
                      <a:pt x="941776" y="881020"/>
                    </a:lnTo>
                    <a:close/>
                    <a:moveTo>
                      <a:pt x="1061785" y="459017"/>
                    </a:moveTo>
                    <a:cubicBezTo>
                      <a:pt x="762440" y="459017"/>
                      <a:pt x="519773" y="701684"/>
                      <a:pt x="519773" y="1001029"/>
                    </a:cubicBezTo>
                    <a:cubicBezTo>
                      <a:pt x="519773" y="1300374"/>
                      <a:pt x="762440" y="1543041"/>
                      <a:pt x="1061785" y="1543041"/>
                    </a:cubicBezTo>
                    <a:cubicBezTo>
                      <a:pt x="1361130" y="1543041"/>
                      <a:pt x="1603797" y="1300374"/>
                      <a:pt x="1603797" y="1001029"/>
                    </a:cubicBezTo>
                    <a:cubicBezTo>
                      <a:pt x="1603797" y="701684"/>
                      <a:pt x="1361130" y="459017"/>
                      <a:pt x="1061785" y="459017"/>
                    </a:cubicBezTo>
                    <a:close/>
                    <a:moveTo>
                      <a:pt x="2837535" y="359296"/>
                    </a:moveTo>
                    <a:cubicBezTo>
                      <a:pt x="2731595" y="359296"/>
                      <a:pt x="2645713" y="445178"/>
                      <a:pt x="2645713" y="551118"/>
                    </a:cubicBezTo>
                    <a:cubicBezTo>
                      <a:pt x="2645713" y="657058"/>
                      <a:pt x="2731595" y="742940"/>
                      <a:pt x="2837535" y="742940"/>
                    </a:cubicBezTo>
                    <a:cubicBezTo>
                      <a:pt x="2943475" y="742940"/>
                      <a:pt x="3029357" y="657058"/>
                      <a:pt x="3029357" y="551118"/>
                    </a:cubicBezTo>
                    <a:cubicBezTo>
                      <a:pt x="3029357" y="445178"/>
                      <a:pt x="2943475" y="359296"/>
                      <a:pt x="2837535" y="359296"/>
                    </a:cubicBezTo>
                    <a:close/>
                    <a:moveTo>
                      <a:pt x="927799" y="0"/>
                    </a:moveTo>
                    <a:lnTo>
                      <a:pt x="2978398" y="0"/>
                    </a:lnTo>
                    <a:cubicBezTo>
                      <a:pt x="3447374" y="0"/>
                      <a:pt x="3902811" y="418280"/>
                      <a:pt x="3926614" y="887256"/>
                    </a:cubicBezTo>
                    <a:cubicBezTo>
                      <a:pt x="4011721" y="1784310"/>
                      <a:pt x="4065643" y="3326870"/>
                      <a:pt x="3630620" y="3349891"/>
                    </a:cubicBezTo>
                    <a:cubicBezTo>
                      <a:pt x="3101375" y="3362701"/>
                      <a:pt x="2778421" y="2566209"/>
                      <a:pt x="2352321" y="2174369"/>
                    </a:cubicBezTo>
                    <a:lnTo>
                      <a:pt x="1572952" y="2174369"/>
                    </a:lnTo>
                    <a:cubicBezTo>
                      <a:pt x="1161652" y="2566210"/>
                      <a:pt x="901104" y="3370635"/>
                      <a:pt x="339051" y="3349892"/>
                    </a:cubicBezTo>
                    <a:cubicBezTo>
                      <a:pt x="-171518" y="3349299"/>
                      <a:pt x="45251" y="1463012"/>
                      <a:pt x="48163" y="849156"/>
                    </a:cubicBezTo>
                    <a:cubicBezTo>
                      <a:pt x="48163" y="380180"/>
                      <a:pt x="458823" y="0"/>
                      <a:pt x="927799"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718" name="Google Shape;3718;p61"/>
              <p:cNvSpPr/>
              <p:nvPr/>
            </p:nvSpPr>
            <p:spPr>
              <a:xfrm>
                <a:off x="7501595" y="3961380"/>
                <a:ext cx="348693" cy="269437"/>
              </a:xfrm>
              <a:custGeom>
                <a:rect b="b" l="l" r="r" t="t"/>
                <a:pathLst>
                  <a:path extrusionOk="0" h="3051548" w="3949160">
                    <a:moveTo>
                      <a:pt x="2339911" y="638678"/>
                    </a:moveTo>
                    <a:cubicBezTo>
                      <a:pt x="3228675" y="638678"/>
                      <a:pt x="3949160" y="1138384"/>
                      <a:pt x="3949160" y="1754802"/>
                    </a:cubicBezTo>
                    <a:cubicBezTo>
                      <a:pt x="3949160" y="2075792"/>
                      <a:pt x="3753790" y="2365135"/>
                      <a:pt x="3440317" y="2567662"/>
                    </a:cubicBezTo>
                    <a:lnTo>
                      <a:pt x="3655878" y="3051548"/>
                    </a:lnTo>
                    <a:lnTo>
                      <a:pt x="2882697" y="2804439"/>
                    </a:lnTo>
                    <a:cubicBezTo>
                      <a:pt x="2713357" y="2847946"/>
                      <a:pt x="2530504" y="2870926"/>
                      <a:pt x="2339911" y="2870926"/>
                    </a:cubicBezTo>
                    <a:cubicBezTo>
                      <a:pt x="1451147" y="2870926"/>
                      <a:pt x="730662" y="2371220"/>
                      <a:pt x="730662" y="1754802"/>
                    </a:cubicBezTo>
                    <a:cubicBezTo>
                      <a:pt x="730662" y="1138384"/>
                      <a:pt x="1451147" y="638678"/>
                      <a:pt x="2339911" y="638678"/>
                    </a:cubicBezTo>
                    <a:close/>
                    <a:moveTo>
                      <a:pt x="1609249" y="0"/>
                    </a:moveTo>
                    <a:cubicBezTo>
                      <a:pt x="2214487" y="0"/>
                      <a:pt x="2741687" y="231736"/>
                      <a:pt x="3015976" y="574644"/>
                    </a:cubicBezTo>
                    <a:cubicBezTo>
                      <a:pt x="2789246" y="488504"/>
                      <a:pt x="2533611" y="440957"/>
                      <a:pt x="2263344" y="440957"/>
                    </a:cubicBezTo>
                    <a:cubicBezTo>
                      <a:pt x="1318096" y="440957"/>
                      <a:pt x="551821" y="1022559"/>
                      <a:pt x="551821" y="1740001"/>
                    </a:cubicBezTo>
                    <a:cubicBezTo>
                      <a:pt x="551821" y="1819940"/>
                      <a:pt x="561334" y="1898193"/>
                      <a:pt x="580963" y="1973803"/>
                    </a:cubicBezTo>
                    <a:cubicBezTo>
                      <a:pt x="578579" y="1972737"/>
                      <a:pt x="677277" y="2155498"/>
                      <a:pt x="675039" y="2154187"/>
                    </a:cubicBezTo>
                    <a:lnTo>
                      <a:pt x="502119" y="2089690"/>
                    </a:lnTo>
                    <a:lnTo>
                      <a:pt x="213774" y="2502637"/>
                    </a:lnTo>
                    <a:cubicBezTo>
                      <a:pt x="162937" y="2145510"/>
                      <a:pt x="82414" y="1758692"/>
                      <a:pt x="31577" y="1383752"/>
                    </a:cubicBezTo>
                    <a:cubicBezTo>
                      <a:pt x="6733" y="1307252"/>
                      <a:pt x="0" y="1197870"/>
                      <a:pt x="0" y="1116124"/>
                    </a:cubicBezTo>
                    <a:cubicBezTo>
                      <a:pt x="0" y="499706"/>
                      <a:pt x="720485" y="0"/>
                      <a:pt x="1609249"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719" name="Google Shape;3719;p61"/>
              <p:cNvSpPr/>
              <p:nvPr/>
            </p:nvSpPr>
            <p:spPr>
              <a:xfrm rot="10800000">
                <a:off x="7556822" y="3332187"/>
                <a:ext cx="299221" cy="322665"/>
              </a:xfrm>
              <a:custGeom>
                <a:rect b="b" l="l" r="r" t="t"/>
                <a:pathLst>
                  <a:path extrusionOk="0" h="3963955" w="3672275">
                    <a:moveTo>
                      <a:pt x="984766" y="3417555"/>
                    </a:moveTo>
                    <a:cubicBezTo>
                      <a:pt x="932254" y="3417555"/>
                      <a:pt x="882982" y="3403623"/>
                      <a:pt x="841068" y="3378104"/>
                    </a:cubicBezTo>
                    <a:lnTo>
                      <a:pt x="840676" y="3378710"/>
                    </a:lnTo>
                    <a:lnTo>
                      <a:pt x="835545" y="3375094"/>
                    </a:lnTo>
                    <a:cubicBezTo>
                      <a:pt x="823791" y="3369308"/>
                      <a:pt x="813094" y="3361844"/>
                      <a:pt x="803763" y="3352697"/>
                    </a:cubicBezTo>
                    <a:cubicBezTo>
                      <a:pt x="147868" y="2908007"/>
                      <a:pt x="-148746" y="2089941"/>
                      <a:pt x="72539" y="1325492"/>
                    </a:cubicBezTo>
                    <a:cubicBezTo>
                      <a:pt x="298018" y="546553"/>
                      <a:pt x="1007805" y="7791"/>
                      <a:pt x="1818686" y="83"/>
                    </a:cubicBezTo>
                    <a:cubicBezTo>
                      <a:pt x="2629567" y="-7624"/>
                      <a:pt x="3349467" y="517549"/>
                      <a:pt x="3589711" y="1292061"/>
                    </a:cubicBezTo>
                    <a:cubicBezTo>
                      <a:pt x="3828334" y="2061344"/>
                      <a:pt x="3537615" y="2895621"/>
                      <a:pt x="2873980" y="3349798"/>
                    </a:cubicBezTo>
                    <a:cubicBezTo>
                      <a:pt x="2824845" y="3391084"/>
                      <a:pt x="2761401" y="3415171"/>
                      <a:pt x="2692355" y="3415171"/>
                    </a:cubicBezTo>
                    <a:cubicBezTo>
                      <a:pt x="2531252" y="3415171"/>
                      <a:pt x="2400652" y="3284038"/>
                      <a:pt x="2400652" y="3122277"/>
                    </a:cubicBezTo>
                    <a:cubicBezTo>
                      <a:pt x="2400652" y="3018609"/>
                      <a:pt x="2454292" y="2927520"/>
                      <a:pt x="2535552" y="2875976"/>
                    </a:cubicBezTo>
                    <a:lnTo>
                      <a:pt x="2534959" y="2875094"/>
                    </a:lnTo>
                    <a:cubicBezTo>
                      <a:pt x="2993902" y="2566441"/>
                      <a:pt x="3196002" y="1993261"/>
                      <a:pt x="3032146" y="1465012"/>
                    </a:cubicBezTo>
                    <a:cubicBezTo>
                      <a:pt x="2868290" y="936764"/>
                      <a:pt x="2377289" y="578575"/>
                      <a:pt x="1824236" y="583831"/>
                    </a:cubicBezTo>
                    <a:cubicBezTo>
                      <a:pt x="1271183" y="589088"/>
                      <a:pt x="787080" y="956545"/>
                      <a:pt x="633294" y="1487812"/>
                    </a:cubicBezTo>
                    <a:cubicBezTo>
                      <a:pt x="479508" y="2019079"/>
                      <a:pt x="692467" y="2588315"/>
                      <a:pt x="1157194" y="2888188"/>
                    </a:cubicBezTo>
                    <a:lnTo>
                      <a:pt x="1156634" y="2889057"/>
                    </a:lnTo>
                    <a:cubicBezTo>
                      <a:pt x="1229500" y="2941659"/>
                      <a:pt x="1276469" y="3027652"/>
                      <a:pt x="1276469" y="3124661"/>
                    </a:cubicBezTo>
                    <a:cubicBezTo>
                      <a:pt x="1276469" y="3286422"/>
                      <a:pt x="1145869" y="3417555"/>
                      <a:pt x="984766" y="3417555"/>
                    </a:cubicBezTo>
                    <a:close/>
                    <a:moveTo>
                      <a:pt x="1836138" y="3963955"/>
                    </a:moveTo>
                    <a:cubicBezTo>
                      <a:pt x="1677062" y="3963955"/>
                      <a:pt x="1548106" y="3834999"/>
                      <a:pt x="1548106" y="3675923"/>
                    </a:cubicBezTo>
                    <a:lnTo>
                      <a:pt x="1548106" y="1958036"/>
                    </a:lnTo>
                    <a:cubicBezTo>
                      <a:pt x="1548106" y="1798960"/>
                      <a:pt x="1677062" y="1670004"/>
                      <a:pt x="1836138" y="1670004"/>
                    </a:cubicBezTo>
                    <a:cubicBezTo>
                      <a:pt x="1995214" y="1670004"/>
                      <a:pt x="2124170" y="1798960"/>
                      <a:pt x="2124170" y="1958036"/>
                    </a:cubicBezTo>
                    <a:lnTo>
                      <a:pt x="2124170" y="3675923"/>
                    </a:lnTo>
                    <a:cubicBezTo>
                      <a:pt x="2124170" y="3834999"/>
                      <a:pt x="1995214" y="3963955"/>
                      <a:pt x="1836138" y="396395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720" name="Google Shape;3720;p61"/>
              <p:cNvSpPr/>
              <p:nvPr/>
            </p:nvSpPr>
            <p:spPr>
              <a:xfrm>
                <a:off x="8516432" y="2099615"/>
                <a:ext cx="296548" cy="296548"/>
              </a:xfrm>
              <a:custGeom>
                <a:rect b="b" l="l" r="r" t="t"/>
                <a:pathLst>
                  <a:path extrusionOk="0" h="3960000" w="3960440">
                    <a:moveTo>
                      <a:pt x="1588743" y="1414211"/>
                    </a:moveTo>
                    <a:cubicBezTo>
                      <a:pt x="1540407" y="1411706"/>
                      <a:pt x="1506842" y="1440258"/>
                      <a:pt x="1506842" y="1478573"/>
                    </a:cubicBezTo>
                    <a:lnTo>
                      <a:pt x="1506842" y="2462752"/>
                    </a:lnTo>
                    <a:cubicBezTo>
                      <a:pt x="1506842" y="2484086"/>
                      <a:pt x="1516471" y="2503171"/>
                      <a:pt x="1532201" y="2515206"/>
                    </a:cubicBezTo>
                    <a:cubicBezTo>
                      <a:pt x="1552351" y="2541621"/>
                      <a:pt x="1589483" y="2548946"/>
                      <a:pt x="1619199" y="2531790"/>
                    </a:cubicBezTo>
                    <a:lnTo>
                      <a:pt x="2471524" y="2039700"/>
                    </a:lnTo>
                    <a:cubicBezTo>
                      <a:pt x="2509339" y="2017643"/>
                      <a:pt x="2509577" y="1945490"/>
                      <a:pt x="2464719" y="1913406"/>
                    </a:cubicBezTo>
                    <a:cubicBezTo>
                      <a:pt x="2315501" y="1808322"/>
                      <a:pt x="1748389" y="1486683"/>
                      <a:pt x="1588743" y="1414211"/>
                    </a:cubicBezTo>
                    <a:close/>
                    <a:moveTo>
                      <a:pt x="1982320" y="904379"/>
                    </a:moveTo>
                    <a:cubicBezTo>
                      <a:pt x="2575020" y="904379"/>
                      <a:pt x="3055498" y="1384857"/>
                      <a:pt x="3055498" y="1977557"/>
                    </a:cubicBezTo>
                    <a:cubicBezTo>
                      <a:pt x="3055498" y="2570257"/>
                      <a:pt x="2575020" y="3050735"/>
                      <a:pt x="1982320" y="3050735"/>
                    </a:cubicBezTo>
                    <a:cubicBezTo>
                      <a:pt x="1389620" y="3050735"/>
                      <a:pt x="909142" y="2570257"/>
                      <a:pt x="909142" y="1977557"/>
                    </a:cubicBezTo>
                    <a:cubicBezTo>
                      <a:pt x="909142" y="1384857"/>
                      <a:pt x="1389620" y="904379"/>
                      <a:pt x="1982320" y="904379"/>
                    </a:cubicBezTo>
                    <a:close/>
                    <a:moveTo>
                      <a:pt x="1982320" y="537397"/>
                    </a:moveTo>
                    <a:cubicBezTo>
                      <a:pt x="1186942" y="537397"/>
                      <a:pt x="542160" y="1182179"/>
                      <a:pt x="542160" y="1977557"/>
                    </a:cubicBezTo>
                    <a:cubicBezTo>
                      <a:pt x="542160" y="2772935"/>
                      <a:pt x="1186942" y="3417717"/>
                      <a:pt x="1982320" y="3417717"/>
                    </a:cubicBezTo>
                    <a:cubicBezTo>
                      <a:pt x="2777698" y="3417717"/>
                      <a:pt x="3422480" y="2772935"/>
                      <a:pt x="3422480" y="1977557"/>
                    </a:cubicBezTo>
                    <a:cubicBezTo>
                      <a:pt x="3422480" y="1182179"/>
                      <a:pt x="2777698" y="537397"/>
                      <a:pt x="1982320" y="537397"/>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721" name="Google Shape;3721;p61"/>
              <p:cNvSpPr/>
              <p:nvPr/>
            </p:nvSpPr>
            <p:spPr>
              <a:xfrm flipH="1">
                <a:off x="7608791" y="4297323"/>
                <a:ext cx="336694" cy="323742"/>
              </a:xfrm>
              <a:custGeom>
                <a:rect b="b" l="l" r="r" t="t"/>
                <a:pathLst>
                  <a:path extrusionOk="0" h="3817544" w="3948393">
                    <a:moveTo>
                      <a:pt x="1888045" y="2370407"/>
                    </a:moveTo>
                    <a:lnTo>
                      <a:pt x="1180379" y="2998560"/>
                    </a:lnTo>
                    <a:lnTo>
                      <a:pt x="695350" y="2712314"/>
                    </a:lnTo>
                    <a:lnTo>
                      <a:pt x="703301" y="3014463"/>
                    </a:lnTo>
                    <a:lnTo>
                      <a:pt x="1888044" y="3817544"/>
                    </a:lnTo>
                    <a:cubicBezTo>
                      <a:pt x="1885393" y="3356368"/>
                      <a:pt x="1874793" y="2911096"/>
                      <a:pt x="1888045" y="2370407"/>
                    </a:cubicBezTo>
                    <a:close/>
                    <a:moveTo>
                      <a:pt x="2059390" y="2370407"/>
                    </a:moveTo>
                    <a:cubicBezTo>
                      <a:pt x="2072642" y="2911096"/>
                      <a:pt x="2062042" y="3356368"/>
                      <a:pt x="2059391" y="3817544"/>
                    </a:cubicBezTo>
                    <a:lnTo>
                      <a:pt x="3244134" y="3014463"/>
                    </a:lnTo>
                    <a:lnTo>
                      <a:pt x="3252085" y="2712314"/>
                    </a:lnTo>
                    <a:lnTo>
                      <a:pt x="2767056" y="2998560"/>
                    </a:lnTo>
                    <a:close/>
                    <a:moveTo>
                      <a:pt x="733907" y="1451867"/>
                    </a:moveTo>
                    <a:lnTo>
                      <a:pt x="0" y="2113471"/>
                    </a:lnTo>
                    <a:lnTo>
                      <a:pt x="1170450" y="2848461"/>
                    </a:lnTo>
                    <a:lnTo>
                      <a:pt x="1919327" y="2170968"/>
                    </a:lnTo>
                    <a:close/>
                    <a:moveTo>
                      <a:pt x="3206900" y="1451867"/>
                    </a:moveTo>
                    <a:lnTo>
                      <a:pt x="2021479" y="2170968"/>
                    </a:lnTo>
                    <a:lnTo>
                      <a:pt x="2770356" y="2848461"/>
                    </a:lnTo>
                    <a:lnTo>
                      <a:pt x="3940806" y="2113471"/>
                    </a:lnTo>
                    <a:close/>
                    <a:moveTo>
                      <a:pt x="1195981" y="0"/>
                    </a:moveTo>
                    <a:lnTo>
                      <a:pt x="10560" y="719101"/>
                    </a:lnTo>
                    <a:lnTo>
                      <a:pt x="759438" y="1396594"/>
                    </a:lnTo>
                    <a:lnTo>
                      <a:pt x="1929887" y="661605"/>
                    </a:lnTo>
                    <a:close/>
                    <a:moveTo>
                      <a:pt x="2762973" y="0"/>
                    </a:moveTo>
                    <a:lnTo>
                      <a:pt x="2029067" y="661605"/>
                    </a:lnTo>
                    <a:lnTo>
                      <a:pt x="3199516" y="1396594"/>
                    </a:lnTo>
                    <a:lnTo>
                      <a:pt x="3948393" y="719101"/>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sp>
          <p:nvSpPr>
            <p:cNvPr id="3722" name="Google Shape;3722;p61"/>
            <p:cNvSpPr/>
            <p:nvPr/>
          </p:nvSpPr>
          <p:spPr>
            <a:xfrm>
              <a:off x="7350231" y="1734252"/>
              <a:ext cx="4243993" cy="4243993"/>
            </a:xfrm>
            <a:prstGeom prst="donut">
              <a:avLst>
                <a:gd fmla="val 14003" name="adj"/>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grpSp>
          <p:nvGrpSpPr>
            <p:cNvPr id="3723" name="Google Shape;3723;p61"/>
            <p:cNvGrpSpPr/>
            <p:nvPr/>
          </p:nvGrpSpPr>
          <p:grpSpPr>
            <a:xfrm>
              <a:off x="7907899" y="2308624"/>
              <a:ext cx="4313146" cy="4771421"/>
              <a:chOff x="7907899" y="2308624"/>
              <a:chExt cx="4313146" cy="4771421"/>
            </a:xfrm>
          </p:grpSpPr>
          <p:sp>
            <p:nvSpPr>
              <p:cNvPr id="3724" name="Google Shape;3724;p61"/>
              <p:cNvSpPr/>
              <p:nvPr/>
            </p:nvSpPr>
            <p:spPr>
              <a:xfrm rot="8348922">
                <a:off x="11198871" y="4958370"/>
                <a:ext cx="306777" cy="2301677"/>
              </a:xfrm>
              <a:custGeom>
                <a:rect b="b" l="l" r="r" t="t"/>
                <a:pathLst>
                  <a:path extrusionOk="0" h="2109330" w="281140">
                    <a:moveTo>
                      <a:pt x="0" y="2109328"/>
                    </a:moveTo>
                    <a:lnTo>
                      <a:pt x="0" y="0"/>
                    </a:lnTo>
                    <a:lnTo>
                      <a:pt x="281140" y="243113"/>
                    </a:lnTo>
                    <a:lnTo>
                      <a:pt x="281140" y="2109330"/>
                    </a:lnTo>
                    <a:close/>
                  </a:path>
                </a:pathLst>
              </a:custGeom>
              <a:solidFill>
                <a:srgbClr val="3F3F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725" name="Google Shape;3725;p61"/>
              <p:cNvSpPr/>
              <p:nvPr/>
            </p:nvSpPr>
            <p:spPr>
              <a:xfrm>
                <a:off x="7907899" y="2308624"/>
                <a:ext cx="3099805" cy="3099806"/>
              </a:xfrm>
              <a:prstGeom prst="donut">
                <a:avLst>
                  <a:gd fmla="val 3665" name="adj"/>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726" name="Google Shape;3726;p61"/>
              <p:cNvSpPr/>
              <p:nvPr/>
            </p:nvSpPr>
            <p:spPr>
              <a:xfrm rot="8399802">
                <a:off x="10257449" y="4979836"/>
                <a:ext cx="498891" cy="307559"/>
              </a:xfrm>
              <a:prstGeom prst="round2SameRect">
                <a:avLst>
                  <a:gd fmla="val 31004" name="adj1"/>
                  <a:gd fmla="val 0" name="adj2"/>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grpSp>
        <p:grpSp>
          <p:nvGrpSpPr>
            <p:cNvPr id="3727" name="Google Shape;3727;p61"/>
            <p:cNvGrpSpPr/>
            <p:nvPr/>
          </p:nvGrpSpPr>
          <p:grpSpPr>
            <a:xfrm>
              <a:off x="8045579" y="2409380"/>
              <a:ext cx="2811142" cy="2844985"/>
              <a:chOff x="8045579" y="2409380"/>
              <a:chExt cx="2811142" cy="2844985"/>
            </a:xfrm>
          </p:grpSpPr>
          <p:sp>
            <p:nvSpPr>
              <p:cNvPr id="3728" name="Google Shape;3728;p61"/>
              <p:cNvSpPr/>
              <p:nvPr/>
            </p:nvSpPr>
            <p:spPr>
              <a:xfrm>
                <a:off x="10509374" y="3444941"/>
                <a:ext cx="343339" cy="343339"/>
              </a:xfrm>
              <a:custGeom>
                <a:rect b="b" l="l" r="r" t="t"/>
                <a:pathLst>
                  <a:path extrusionOk="0" h="2700265" w="2376266">
                    <a:moveTo>
                      <a:pt x="1656387" y="1972892"/>
                    </a:moveTo>
                    <a:cubicBezTo>
                      <a:pt x="1611887" y="1973356"/>
                      <a:pt x="1563385" y="2005080"/>
                      <a:pt x="1534629" y="2057337"/>
                    </a:cubicBezTo>
                    <a:cubicBezTo>
                      <a:pt x="1496288" y="2127013"/>
                      <a:pt x="1507568" y="2206808"/>
                      <a:pt x="1559826" y="2235565"/>
                    </a:cubicBezTo>
                    <a:cubicBezTo>
                      <a:pt x="1612084" y="2264320"/>
                      <a:pt x="1685527" y="2231149"/>
                      <a:pt x="1723869" y="2161473"/>
                    </a:cubicBezTo>
                    <a:cubicBezTo>
                      <a:pt x="1762211" y="2091796"/>
                      <a:pt x="1750931" y="2012000"/>
                      <a:pt x="1698673" y="1983245"/>
                    </a:cubicBezTo>
                    <a:cubicBezTo>
                      <a:pt x="1685608" y="1976055"/>
                      <a:pt x="1671220" y="1972736"/>
                      <a:pt x="1656387" y="1972892"/>
                    </a:cubicBezTo>
                    <a:close/>
                    <a:moveTo>
                      <a:pt x="312688" y="1634792"/>
                    </a:moveTo>
                    <a:cubicBezTo>
                      <a:pt x="281116" y="1626772"/>
                      <a:pt x="249981" y="1631172"/>
                      <a:pt x="226763" y="1649891"/>
                    </a:cubicBezTo>
                    <a:cubicBezTo>
                      <a:pt x="180329" y="1687329"/>
                      <a:pt x="183153" y="1767868"/>
                      <a:pt x="233071" y="1829780"/>
                    </a:cubicBezTo>
                    <a:cubicBezTo>
                      <a:pt x="282989" y="1891692"/>
                      <a:pt x="361097" y="1911533"/>
                      <a:pt x="407532" y="1874094"/>
                    </a:cubicBezTo>
                    <a:cubicBezTo>
                      <a:pt x="453966" y="1836657"/>
                      <a:pt x="451142" y="1756118"/>
                      <a:pt x="401224" y="1694205"/>
                    </a:cubicBezTo>
                    <a:cubicBezTo>
                      <a:pt x="376265" y="1663249"/>
                      <a:pt x="344258" y="1642811"/>
                      <a:pt x="312688" y="1634792"/>
                    </a:cubicBezTo>
                    <a:close/>
                    <a:moveTo>
                      <a:pt x="1869299" y="1519920"/>
                    </a:moveTo>
                    <a:cubicBezTo>
                      <a:pt x="1824865" y="1522388"/>
                      <a:pt x="1777842" y="1556264"/>
                      <a:pt x="1751468" y="1609764"/>
                    </a:cubicBezTo>
                    <a:cubicBezTo>
                      <a:pt x="1716305" y="1681096"/>
                      <a:pt x="1731168" y="1760303"/>
                      <a:pt x="1784668" y="1786676"/>
                    </a:cubicBezTo>
                    <a:cubicBezTo>
                      <a:pt x="1838168" y="1813049"/>
                      <a:pt x="1910044" y="1776602"/>
                      <a:pt x="1945208" y="1705269"/>
                    </a:cubicBezTo>
                    <a:cubicBezTo>
                      <a:pt x="1980371" y="1633937"/>
                      <a:pt x="1965508" y="1554730"/>
                      <a:pt x="1912008" y="1528357"/>
                    </a:cubicBezTo>
                    <a:cubicBezTo>
                      <a:pt x="1898633" y="1521764"/>
                      <a:pt x="1884109" y="1519097"/>
                      <a:pt x="1869299" y="1519920"/>
                    </a:cubicBezTo>
                    <a:close/>
                    <a:moveTo>
                      <a:pt x="741251" y="1329992"/>
                    </a:moveTo>
                    <a:cubicBezTo>
                      <a:pt x="709680" y="1321974"/>
                      <a:pt x="678544" y="1326372"/>
                      <a:pt x="655326" y="1345092"/>
                    </a:cubicBezTo>
                    <a:cubicBezTo>
                      <a:pt x="608892" y="1382530"/>
                      <a:pt x="611716" y="1463069"/>
                      <a:pt x="661634" y="1524981"/>
                    </a:cubicBezTo>
                    <a:cubicBezTo>
                      <a:pt x="711552" y="1586893"/>
                      <a:pt x="789660" y="1606734"/>
                      <a:pt x="836094" y="1569294"/>
                    </a:cubicBezTo>
                    <a:cubicBezTo>
                      <a:pt x="882529" y="1531856"/>
                      <a:pt x="879704" y="1451317"/>
                      <a:pt x="829787" y="1389406"/>
                    </a:cubicBezTo>
                    <a:cubicBezTo>
                      <a:pt x="804828" y="1358450"/>
                      <a:pt x="772822" y="1338012"/>
                      <a:pt x="741251" y="1329992"/>
                    </a:cubicBezTo>
                    <a:close/>
                    <a:moveTo>
                      <a:pt x="2079316" y="1065457"/>
                    </a:moveTo>
                    <a:cubicBezTo>
                      <a:pt x="2035146" y="1070876"/>
                      <a:pt x="1990481" y="1107807"/>
                      <a:pt x="1967725" y="1162943"/>
                    </a:cubicBezTo>
                    <a:cubicBezTo>
                      <a:pt x="1937386" y="1236457"/>
                      <a:pt x="1957487" y="1314499"/>
                      <a:pt x="2012623" y="1337253"/>
                    </a:cubicBezTo>
                    <a:cubicBezTo>
                      <a:pt x="2067759" y="1360009"/>
                      <a:pt x="2137051" y="1318860"/>
                      <a:pt x="2167391" y="1245345"/>
                    </a:cubicBezTo>
                    <a:cubicBezTo>
                      <a:pt x="2197730" y="1171831"/>
                      <a:pt x="2177629" y="1093789"/>
                      <a:pt x="2122493" y="1071035"/>
                    </a:cubicBezTo>
                    <a:cubicBezTo>
                      <a:pt x="2108709" y="1065345"/>
                      <a:pt x="2094040" y="1063650"/>
                      <a:pt x="2079316" y="1065457"/>
                    </a:cubicBezTo>
                    <a:close/>
                    <a:moveTo>
                      <a:pt x="0" y="654162"/>
                    </a:moveTo>
                    <a:lnTo>
                      <a:pt x="1082073" y="1244384"/>
                    </a:lnTo>
                    <a:lnTo>
                      <a:pt x="1121421" y="2700265"/>
                    </a:lnTo>
                    <a:lnTo>
                      <a:pt x="4918" y="1923139"/>
                    </a:lnTo>
                    <a:cubicBezTo>
                      <a:pt x="3279" y="1498508"/>
                      <a:pt x="1639" y="1073875"/>
                      <a:pt x="0" y="654162"/>
                    </a:cubicBezTo>
                    <a:close/>
                    <a:moveTo>
                      <a:pt x="2375644" y="688592"/>
                    </a:moveTo>
                    <a:lnTo>
                      <a:pt x="2360889" y="1967406"/>
                    </a:lnTo>
                    <a:lnTo>
                      <a:pt x="1293570" y="2700265"/>
                    </a:lnTo>
                    <a:lnTo>
                      <a:pt x="1249303" y="1239466"/>
                    </a:lnTo>
                    <a:close/>
                    <a:moveTo>
                      <a:pt x="1214923" y="371219"/>
                    </a:moveTo>
                    <a:cubicBezTo>
                      <a:pt x="1197013" y="368793"/>
                      <a:pt x="1177834" y="369067"/>
                      <a:pt x="1158247" y="372480"/>
                    </a:cubicBezTo>
                    <a:cubicBezTo>
                      <a:pt x="1079899" y="386133"/>
                      <a:pt x="1024686" y="444836"/>
                      <a:pt x="1034926" y="503598"/>
                    </a:cubicBezTo>
                    <a:cubicBezTo>
                      <a:pt x="1045165" y="562359"/>
                      <a:pt x="1116980" y="598927"/>
                      <a:pt x="1195328" y="585274"/>
                    </a:cubicBezTo>
                    <a:cubicBezTo>
                      <a:pt x="1273676" y="571621"/>
                      <a:pt x="1328889" y="512918"/>
                      <a:pt x="1318650" y="454156"/>
                    </a:cubicBezTo>
                    <a:cubicBezTo>
                      <a:pt x="1310970" y="410086"/>
                      <a:pt x="1268654" y="378499"/>
                      <a:pt x="1214923" y="371219"/>
                    </a:cubicBezTo>
                    <a:close/>
                    <a:moveTo>
                      <a:pt x="1185985" y="0"/>
                    </a:moveTo>
                    <a:lnTo>
                      <a:pt x="2376266" y="506608"/>
                    </a:lnTo>
                    <a:lnTo>
                      <a:pt x="1161392" y="1101748"/>
                    </a:lnTo>
                    <a:lnTo>
                      <a:pt x="10460" y="491852"/>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729" name="Google Shape;3729;p61"/>
              <p:cNvSpPr/>
              <p:nvPr/>
            </p:nvSpPr>
            <p:spPr>
              <a:xfrm>
                <a:off x="8174482" y="4174830"/>
                <a:ext cx="392828" cy="392828"/>
              </a:xfrm>
              <a:custGeom>
                <a:rect b="b" l="l" r="r" t="t"/>
                <a:pathLst>
                  <a:path extrusionOk="0" h="4259405" w="4088964">
                    <a:moveTo>
                      <a:pt x="1480605" y="2231940"/>
                    </a:moveTo>
                    <a:lnTo>
                      <a:pt x="1199818" y="2044620"/>
                    </a:lnTo>
                    <a:lnTo>
                      <a:pt x="761621" y="2687221"/>
                    </a:lnTo>
                    <a:cubicBezTo>
                      <a:pt x="501536" y="2652619"/>
                      <a:pt x="265323" y="2467912"/>
                      <a:pt x="39127" y="2272940"/>
                    </a:cubicBezTo>
                    <a:cubicBezTo>
                      <a:pt x="-80639" y="2070133"/>
                      <a:pt x="269496" y="1743507"/>
                      <a:pt x="374515" y="1494038"/>
                    </a:cubicBezTo>
                    <a:lnTo>
                      <a:pt x="93728" y="1306717"/>
                    </a:lnTo>
                    <a:lnTo>
                      <a:pt x="1091841" y="1312633"/>
                    </a:lnTo>
                    <a:close/>
                    <a:moveTo>
                      <a:pt x="2759566" y="226796"/>
                    </a:moveTo>
                    <a:cubicBezTo>
                      <a:pt x="2331051" y="377379"/>
                      <a:pt x="2150002" y="492309"/>
                      <a:pt x="1991062" y="643648"/>
                    </a:cubicBezTo>
                    <a:lnTo>
                      <a:pt x="1463599" y="1446568"/>
                    </a:lnTo>
                    <a:lnTo>
                      <a:pt x="610317" y="909936"/>
                    </a:lnTo>
                    <a:cubicBezTo>
                      <a:pt x="810411" y="627556"/>
                      <a:pt x="1020899" y="239191"/>
                      <a:pt x="1244930" y="61882"/>
                    </a:cubicBezTo>
                    <a:cubicBezTo>
                      <a:pt x="1491876" y="-75367"/>
                      <a:pt x="1697752" y="31605"/>
                      <a:pt x="2759566" y="226796"/>
                    </a:cubicBezTo>
                    <a:close/>
                    <a:moveTo>
                      <a:pt x="1722488" y="3820535"/>
                    </a:moveTo>
                    <a:cubicBezTo>
                      <a:pt x="1376925" y="3801485"/>
                      <a:pt x="936112" y="3830060"/>
                      <a:pt x="666750" y="3734810"/>
                    </a:cubicBezTo>
                    <a:cubicBezTo>
                      <a:pt x="419100" y="3598835"/>
                      <a:pt x="400050" y="3367610"/>
                      <a:pt x="0" y="2364860"/>
                    </a:cubicBezTo>
                    <a:cubicBezTo>
                      <a:pt x="355600" y="2647435"/>
                      <a:pt x="549276" y="2739510"/>
                      <a:pt x="762000" y="2793485"/>
                    </a:cubicBezTo>
                    <a:lnTo>
                      <a:pt x="1722487" y="2812535"/>
                    </a:lnTo>
                    <a:close/>
                    <a:moveTo>
                      <a:pt x="3605396" y="869465"/>
                    </a:moveTo>
                    <a:lnTo>
                      <a:pt x="3069019" y="1711228"/>
                    </a:lnTo>
                    <a:lnTo>
                      <a:pt x="2083849" y="1550906"/>
                    </a:lnTo>
                    <a:lnTo>
                      <a:pt x="2391902" y="1412941"/>
                    </a:lnTo>
                    <a:lnTo>
                      <a:pt x="2081217" y="699900"/>
                    </a:lnTo>
                    <a:cubicBezTo>
                      <a:pt x="2248971" y="498156"/>
                      <a:pt x="2531081" y="396532"/>
                      <a:pt x="2816547" y="308854"/>
                    </a:cubicBezTo>
                    <a:cubicBezTo>
                      <a:pt x="3051986" y="315439"/>
                      <a:pt x="3142075" y="785719"/>
                      <a:pt x="3297344" y="1007430"/>
                    </a:cubicBezTo>
                    <a:close/>
                    <a:moveTo>
                      <a:pt x="3222215" y="3788662"/>
                    </a:moveTo>
                    <a:cubicBezTo>
                      <a:pt x="3089072" y="3954283"/>
                      <a:pt x="2662122" y="3869088"/>
                      <a:pt x="2413930" y="3921936"/>
                    </a:cubicBezTo>
                    <a:lnTo>
                      <a:pt x="2420658" y="4259405"/>
                    </a:lnTo>
                    <a:lnTo>
                      <a:pt x="1855155" y="3436926"/>
                    </a:lnTo>
                    <a:lnTo>
                      <a:pt x="2387428" y="2592563"/>
                    </a:lnTo>
                    <a:lnTo>
                      <a:pt x="2394156" y="2930032"/>
                    </a:lnTo>
                    <a:lnTo>
                      <a:pt x="3171906" y="2922431"/>
                    </a:lnTo>
                    <a:cubicBezTo>
                      <a:pt x="3292132" y="3155642"/>
                      <a:pt x="3275533" y="3455038"/>
                      <a:pt x="3244786" y="3752078"/>
                    </a:cubicBezTo>
                    <a:cubicBezTo>
                      <a:pt x="3238662" y="3765464"/>
                      <a:pt x="3231091" y="3777620"/>
                      <a:pt x="3222215" y="3788662"/>
                    </a:cubicBezTo>
                    <a:close/>
                    <a:moveTo>
                      <a:pt x="3948285" y="2834020"/>
                    </a:moveTo>
                    <a:cubicBezTo>
                      <a:pt x="3833022" y="3018741"/>
                      <a:pt x="3639730" y="3281008"/>
                      <a:pt x="3342579" y="3731662"/>
                    </a:cubicBezTo>
                    <a:cubicBezTo>
                      <a:pt x="3371271" y="3278367"/>
                      <a:pt x="3336159" y="3066813"/>
                      <a:pt x="3258895" y="2861397"/>
                    </a:cubicBezTo>
                    <a:lnTo>
                      <a:pt x="2725671" y="2062291"/>
                    </a:lnTo>
                    <a:lnTo>
                      <a:pt x="3552883" y="1486284"/>
                    </a:lnTo>
                    <a:cubicBezTo>
                      <a:pt x="3734716" y="1780754"/>
                      <a:pt x="4010062" y="2126176"/>
                      <a:pt x="4085819" y="2401657"/>
                    </a:cubicBezTo>
                    <a:cubicBezTo>
                      <a:pt x="4100783" y="2542124"/>
                      <a:pt x="4063549" y="2649298"/>
                      <a:pt x="3948285" y="283402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730" name="Google Shape;3730;p61"/>
              <p:cNvSpPr/>
              <p:nvPr/>
            </p:nvSpPr>
            <p:spPr>
              <a:xfrm>
                <a:off x="9225535" y="2409380"/>
                <a:ext cx="393582" cy="392828"/>
              </a:xfrm>
              <a:custGeom>
                <a:rect b="b" l="l" r="r" t="t"/>
                <a:pathLst>
                  <a:path extrusionOk="0" h="4012920" w="4020621">
                    <a:moveTo>
                      <a:pt x="780213" y="3724888"/>
                    </a:moveTo>
                    <a:lnTo>
                      <a:pt x="2868445" y="3724888"/>
                    </a:lnTo>
                    <a:lnTo>
                      <a:pt x="2868445" y="4012920"/>
                    </a:lnTo>
                    <a:lnTo>
                      <a:pt x="780213" y="4012920"/>
                    </a:lnTo>
                    <a:close/>
                    <a:moveTo>
                      <a:pt x="4020621" y="2152587"/>
                    </a:moveTo>
                    <a:lnTo>
                      <a:pt x="4020621" y="3448731"/>
                    </a:lnTo>
                    <a:lnTo>
                      <a:pt x="3903908" y="3386593"/>
                    </a:lnTo>
                    <a:lnTo>
                      <a:pt x="3903908" y="2214725"/>
                    </a:lnTo>
                    <a:close/>
                    <a:moveTo>
                      <a:pt x="1582587" y="1544569"/>
                    </a:moveTo>
                    <a:cubicBezTo>
                      <a:pt x="1525677" y="1652847"/>
                      <a:pt x="1434945" y="1739939"/>
                      <a:pt x="1324158" y="1792547"/>
                    </a:cubicBezTo>
                    <a:lnTo>
                      <a:pt x="1790243" y="1792547"/>
                    </a:lnTo>
                    <a:cubicBezTo>
                      <a:pt x="1708293" y="1721838"/>
                      <a:pt x="1638004" y="1638154"/>
                      <a:pt x="1582587" y="1544569"/>
                    </a:cubicBezTo>
                    <a:close/>
                    <a:moveTo>
                      <a:pt x="1238323" y="1312673"/>
                    </a:moveTo>
                    <a:cubicBezTo>
                      <a:pt x="1173622" y="1312673"/>
                      <a:pt x="1121172" y="1365123"/>
                      <a:pt x="1121172" y="1429824"/>
                    </a:cubicBezTo>
                    <a:cubicBezTo>
                      <a:pt x="1121172" y="1494525"/>
                      <a:pt x="1173622" y="1546975"/>
                      <a:pt x="1238323" y="1546975"/>
                    </a:cubicBezTo>
                    <a:cubicBezTo>
                      <a:pt x="1303024" y="1546975"/>
                      <a:pt x="1355474" y="1494525"/>
                      <a:pt x="1355474" y="1429824"/>
                    </a:cubicBezTo>
                    <a:cubicBezTo>
                      <a:pt x="1355474" y="1365123"/>
                      <a:pt x="1303024" y="1312673"/>
                      <a:pt x="1238323" y="1312673"/>
                    </a:cubicBezTo>
                    <a:close/>
                    <a:moveTo>
                      <a:pt x="870057" y="1312673"/>
                    </a:moveTo>
                    <a:cubicBezTo>
                      <a:pt x="805356" y="1312673"/>
                      <a:pt x="752906" y="1365123"/>
                      <a:pt x="752906" y="1429824"/>
                    </a:cubicBezTo>
                    <a:cubicBezTo>
                      <a:pt x="752906" y="1494525"/>
                      <a:pt x="805356" y="1546975"/>
                      <a:pt x="870057" y="1546975"/>
                    </a:cubicBezTo>
                    <a:cubicBezTo>
                      <a:pt x="934758" y="1546975"/>
                      <a:pt x="987208" y="1494525"/>
                      <a:pt x="987208" y="1429824"/>
                    </a:cubicBezTo>
                    <a:cubicBezTo>
                      <a:pt x="987208" y="1365123"/>
                      <a:pt x="934758" y="1312673"/>
                      <a:pt x="870057" y="1312673"/>
                    </a:cubicBezTo>
                    <a:close/>
                    <a:moveTo>
                      <a:pt x="2775838" y="1127627"/>
                    </a:moveTo>
                    <a:cubicBezTo>
                      <a:pt x="2666578" y="1127627"/>
                      <a:pt x="2578006" y="1216199"/>
                      <a:pt x="2578006" y="1325459"/>
                    </a:cubicBezTo>
                    <a:cubicBezTo>
                      <a:pt x="2578006" y="1434719"/>
                      <a:pt x="2666578" y="1523291"/>
                      <a:pt x="2775838" y="1523291"/>
                    </a:cubicBezTo>
                    <a:cubicBezTo>
                      <a:pt x="2885098" y="1523291"/>
                      <a:pt x="2973670" y="1434719"/>
                      <a:pt x="2973670" y="1325459"/>
                    </a:cubicBezTo>
                    <a:cubicBezTo>
                      <a:pt x="2973670" y="1216199"/>
                      <a:pt x="2885098" y="1127627"/>
                      <a:pt x="2775838" y="1127627"/>
                    </a:cubicBezTo>
                    <a:close/>
                    <a:moveTo>
                      <a:pt x="2153949" y="1127627"/>
                    </a:moveTo>
                    <a:cubicBezTo>
                      <a:pt x="2044689" y="1127627"/>
                      <a:pt x="1956117" y="1216199"/>
                      <a:pt x="1956117" y="1325459"/>
                    </a:cubicBezTo>
                    <a:cubicBezTo>
                      <a:pt x="1956117" y="1434719"/>
                      <a:pt x="2044689" y="1523291"/>
                      <a:pt x="2153949" y="1523291"/>
                    </a:cubicBezTo>
                    <a:cubicBezTo>
                      <a:pt x="2263209" y="1523291"/>
                      <a:pt x="2351781" y="1434719"/>
                      <a:pt x="2351781" y="1325459"/>
                    </a:cubicBezTo>
                    <a:cubicBezTo>
                      <a:pt x="2351781" y="1216199"/>
                      <a:pt x="2263209" y="1127627"/>
                      <a:pt x="2153949" y="1127627"/>
                    </a:cubicBezTo>
                    <a:close/>
                    <a:moveTo>
                      <a:pt x="1238323" y="956510"/>
                    </a:moveTo>
                    <a:cubicBezTo>
                      <a:pt x="1173622" y="956510"/>
                      <a:pt x="1121172" y="1008960"/>
                      <a:pt x="1121172" y="1073661"/>
                    </a:cubicBezTo>
                    <a:cubicBezTo>
                      <a:pt x="1121172" y="1138362"/>
                      <a:pt x="1173622" y="1190812"/>
                      <a:pt x="1238323" y="1190812"/>
                    </a:cubicBezTo>
                    <a:cubicBezTo>
                      <a:pt x="1303024" y="1190812"/>
                      <a:pt x="1355474" y="1138362"/>
                      <a:pt x="1355474" y="1073661"/>
                    </a:cubicBezTo>
                    <a:cubicBezTo>
                      <a:pt x="1355474" y="1008960"/>
                      <a:pt x="1303024" y="956510"/>
                      <a:pt x="1238323" y="956510"/>
                    </a:cubicBezTo>
                    <a:close/>
                    <a:moveTo>
                      <a:pt x="870057" y="956510"/>
                    </a:moveTo>
                    <a:cubicBezTo>
                      <a:pt x="805356" y="956510"/>
                      <a:pt x="752906" y="1008960"/>
                      <a:pt x="752906" y="1073661"/>
                    </a:cubicBezTo>
                    <a:cubicBezTo>
                      <a:pt x="752906" y="1138362"/>
                      <a:pt x="805356" y="1190812"/>
                      <a:pt x="870057" y="1190812"/>
                    </a:cubicBezTo>
                    <a:cubicBezTo>
                      <a:pt x="934758" y="1190812"/>
                      <a:pt x="987208" y="1138362"/>
                      <a:pt x="987208" y="1073661"/>
                    </a:cubicBezTo>
                    <a:cubicBezTo>
                      <a:pt x="987208" y="1008960"/>
                      <a:pt x="934758" y="956510"/>
                      <a:pt x="870057" y="956510"/>
                    </a:cubicBezTo>
                    <a:close/>
                    <a:moveTo>
                      <a:pt x="2775838" y="526176"/>
                    </a:moveTo>
                    <a:cubicBezTo>
                      <a:pt x="2666578" y="526176"/>
                      <a:pt x="2578006" y="614748"/>
                      <a:pt x="2578006" y="724008"/>
                    </a:cubicBezTo>
                    <a:cubicBezTo>
                      <a:pt x="2578006" y="833268"/>
                      <a:pt x="2666578" y="921840"/>
                      <a:pt x="2775838" y="921840"/>
                    </a:cubicBezTo>
                    <a:cubicBezTo>
                      <a:pt x="2885098" y="921840"/>
                      <a:pt x="2973670" y="833268"/>
                      <a:pt x="2973670" y="724008"/>
                    </a:cubicBezTo>
                    <a:cubicBezTo>
                      <a:pt x="2973670" y="614748"/>
                      <a:pt x="2885098" y="526176"/>
                      <a:pt x="2775838" y="526176"/>
                    </a:cubicBezTo>
                    <a:close/>
                    <a:moveTo>
                      <a:pt x="2153949" y="526176"/>
                    </a:moveTo>
                    <a:cubicBezTo>
                      <a:pt x="2044689" y="526176"/>
                      <a:pt x="1956117" y="614748"/>
                      <a:pt x="1956117" y="724008"/>
                    </a:cubicBezTo>
                    <a:cubicBezTo>
                      <a:pt x="1956117" y="833268"/>
                      <a:pt x="2044689" y="921840"/>
                      <a:pt x="2153949" y="921840"/>
                    </a:cubicBezTo>
                    <a:cubicBezTo>
                      <a:pt x="2263209" y="921840"/>
                      <a:pt x="2351781" y="833268"/>
                      <a:pt x="2351781" y="724008"/>
                    </a:cubicBezTo>
                    <a:cubicBezTo>
                      <a:pt x="2351781" y="614748"/>
                      <a:pt x="2263209" y="526176"/>
                      <a:pt x="2153949" y="526176"/>
                    </a:cubicBezTo>
                    <a:close/>
                    <a:moveTo>
                      <a:pt x="2464893" y="0"/>
                    </a:moveTo>
                    <a:cubicBezTo>
                      <a:pt x="3030837" y="0"/>
                      <a:pt x="3489626" y="458789"/>
                      <a:pt x="3489626" y="1024733"/>
                    </a:cubicBezTo>
                    <a:cubicBezTo>
                      <a:pt x="3489626" y="1442455"/>
                      <a:pt x="3239684" y="1801800"/>
                      <a:pt x="2880320" y="1959209"/>
                    </a:cubicBezTo>
                    <a:lnTo>
                      <a:pt x="2880320" y="2008571"/>
                    </a:lnTo>
                    <a:lnTo>
                      <a:pt x="3250857" y="2008571"/>
                    </a:lnTo>
                    <a:lnTo>
                      <a:pt x="3250857" y="2359970"/>
                    </a:lnTo>
                    <a:lnTo>
                      <a:pt x="3437294" y="2359970"/>
                    </a:lnTo>
                    <a:lnTo>
                      <a:pt x="3437294" y="2360694"/>
                    </a:lnTo>
                    <a:lnTo>
                      <a:pt x="3852060" y="2233461"/>
                    </a:lnTo>
                    <a:lnTo>
                      <a:pt x="3852060" y="3367858"/>
                    </a:lnTo>
                    <a:lnTo>
                      <a:pt x="3437294" y="3240624"/>
                    </a:lnTo>
                    <a:lnTo>
                      <a:pt x="3437294" y="3241349"/>
                    </a:lnTo>
                    <a:lnTo>
                      <a:pt x="3250857" y="3241349"/>
                    </a:lnTo>
                    <a:lnTo>
                      <a:pt x="3250857" y="3633063"/>
                    </a:lnTo>
                    <a:lnTo>
                      <a:pt x="298529" y="3633063"/>
                    </a:lnTo>
                    <a:lnTo>
                      <a:pt x="298529" y="2431730"/>
                    </a:lnTo>
                    <a:lnTo>
                      <a:pt x="0" y="2008571"/>
                    </a:lnTo>
                    <a:lnTo>
                      <a:pt x="298529" y="2008571"/>
                    </a:lnTo>
                    <a:lnTo>
                      <a:pt x="792088" y="2008571"/>
                    </a:lnTo>
                    <a:lnTo>
                      <a:pt x="792088" y="1796817"/>
                    </a:lnTo>
                    <a:cubicBezTo>
                      <a:pt x="587745" y="1700755"/>
                      <a:pt x="447370" y="1492642"/>
                      <a:pt x="447370" y="1251742"/>
                    </a:cubicBezTo>
                    <a:cubicBezTo>
                      <a:pt x="447370" y="916605"/>
                      <a:pt x="719053" y="644923"/>
                      <a:pt x="1054190" y="644923"/>
                    </a:cubicBezTo>
                    <a:cubicBezTo>
                      <a:pt x="1212753" y="644923"/>
                      <a:pt x="1357112" y="705740"/>
                      <a:pt x="1463939" y="806702"/>
                    </a:cubicBezTo>
                    <a:cubicBezTo>
                      <a:pt x="1563407" y="345444"/>
                      <a:pt x="1973809" y="0"/>
                      <a:pt x="2464893"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731" name="Google Shape;3731;p61"/>
              <p:cNvSpPr/>
              <p:nvPr/>
            </p:nvSpPr>
            <p:spPr>
              <a:xfrm rot="9900000">
                <a:off x="10073915" y="2714730"/>
                <a:ext cx="351357" cy="423598"/>
              </a:xfrm>
              <a:custGeom>
                <a:rect b="b" l="l" r="r" t="t"/>
                <a:pathLst>
                  <a:path extrusionOk="0" h="4064034" w="3370953">
                    <a:moveTo>
                      <a:pt x="307836" y="3226369"/>
                    </a:moveTo>
                    <a:lnTo>
                      <a:pt x="307836" y="2810144"/>
                    </a:lnTo>
                    <a:lnTo>
                      <a:pt x="1258549" y="2810144"/>
                    </a:lnTo>
                    <a:lnTo>
                      <a:pt x="1331954" y="2516524"/>
                    </a:lnTo>
                    <a:lnTo>
                      <a:pt x="1639161" y="2516524"/>
                    </a:lnTo>
                    <a:lnTo>
                      <a:pt x="1806826" y="1890788"/>
                    </a:lnTo>
                    <a:cubicBezTo>
                      <a:pt x="1709407" y="1836984"/>
                      <a:pt x="1651662" y="1730051"/>
                      <a:pt x="1660897" y="1618049"/>
                    </a:cubicBezTo>
                    <a:lnTo>
                      <a:pt x="497736" y="946498"/>
                    </a:lnTo>
                    <a:lnTo>
                      <a:pt x="415801" y="1252284"/>
                    </a:lnTo>
                    <a:cubicBezTo>
                      <a:pt x="388670" y="1353539"/>
                      <a:pt x="284592" y="1413628"/>
                      <a:pt x="183338" y="1386497"/>
                    </a:cubicBezTo>
                    <a:lnTo>
                      <a:pt x="0" y="1337372"/>
                    </a:lnTo>
                    <a:lnTo>
                      <a:pt x="358348" y="0"/>
                    </a:lnTo>
                    <a:lnTo>
                      <a:pt x="541685" y="49125"/>
                    </a:lnTo>
                    <a:cubicBezTo>
                      <a:pt x="642940" y="76256"/>
                      <a:pt x="703029" y="180334"/>
                      <a:pt x="675898" y="281588"/>
                    </a:cubicBezTo>
                    <a:lnTo>
                      <a:pt x="574914" y="658466"/>
                    </a:lnTo>
                    <a:lnTo>
                      <a:pt x="1826395" y="1381009"/>
                    </a:lnTo>
                    <a:cubicBezTo>
                      <a:pt x="1885142" y="1352063"/>
                      <a:pt x="1954182" y="1344264"/>
                      <a:pt x="2022379" y="1362537"/>
                    </a:cubicBezTo>
                    <a:cubicBezTo>
                      <a:pt x="2176035" y="1403709"/>
                      <a:pt x="2267221" y="1561647"/>
                      <a:pt x="2226049" y="1715303"/>
                    </a:cubicBezTo>
                    <a:cubicBezTo>
                      <a:pt x="2207347" y="1785100"/>
                      <a:pt x="2164552" y="1842007"/>
                      <a:pt x="2108323" y="1878457"/>
                    </a:cubicBezTo>
                    <a:lnTo>
                      <a:pt x="1937353" y="2516524"/>
                    </a:lnTo>
                    <a:lnTo>
                      <a:pt x="2236046" y="2516524"/>
                    </a:lnTo>
                    <a:lnTo>
                      <a:pt x="2309451" y="2810144"/>
                    </a:lnTo>
                    <a:lnTo>
                      <a:pt x="2828116" y="2810144"/>
                    </a:lnTo>
                    <a:lnTo>
                      <a:pt x="2828116" y="2930119"/>
                    </a:lnTo>
                    <a:lnTo>
                      <a:pt x="2945247" y="2930119"/>
                    </a:lnTo>
                    <a:lnTo>
                      <a:pt x="3109201" y="2856867"/>
                    </a:lnTo>
                    <a:cubicBezTo>
                      <a:pt x="3112004" y="2849082"/>
                      <a:pt x="3119624" y="2844415"/>
                      <a:pt x="3128335" y="2844415"/>
                    </a:cubicBezTo>
                    <a:lnTo>
                      <a:pt x="3223771" y="2844415"/>
                    </a:lnTo>
                    <a:cubicBezTo>
                      <a:pt x="3236949" y="2844415"/>
                      <a:pt x="3247631" y="2855097"/>
                      <a:pt x="3247631" y="2868275"/>
                    </a:cubicBezTo>
                    <a:lnTo>
                      <a:pt x="3247631" y="3606750"/>
                    </a:lnTo>
                    <a:cubicBezTo>
                      <a:pt x="3247631" y="3619928"/>
                      <a:pt x="3236949" y="3630610"/>
                      <a:pt x="3223771" y="3630610"/>
                    </a:cubicBezTo>
                    <a:lnTo>
                      <a:pt x="3128335" y="3630610"/>
                    </a:lnTo>
                    <a:cubicBezTo>
                      <a:pt x="3120852" y="3630610"/>
                      <a:pt x="3114174" y="3627166"/>
                      <a:pt x="3110472" y="3621230"/>
                    </a:cubicBezTo>
                    <a:lnTo>
                      <a:pt x="3110472" y="3624351"/>
                    </a:lnTo>
                    <a:lnTo>
                      <a:pt x="2954172" y="3554518"/>
                    </a:lnTo>
                    <a:lnTo>
                      <a:pt x="2954172" y="3558788"/>
                    </a:lnTo>
                    <a:lnTo>
                      <a:pt x="2828116" y="3558788"/>
                    </a:lnTo>
                    <a:lnTo>
                      <a:pt x="2828116" y="3630610"/>
                    </a:lnTo>
                    <a:lnTo>
                      <a:pt x="2038337" y="3226369"/>
                    </a:lnTo>
                    <a:close/>
                    <a:moveTo>
                      <a:pt x="77048" y="4064034"/>
                    </a:moveTo>
                    <a:lnTo>
                      <a:pt x="77048" y="3342578"/>
                    </a:lnTo>
                    <a:lnTo>
                      <a:pt x="2050947" y="3342578"/>
                    </a:lnTo>
                    <a:lnTo>
                      <a:pt x="3370953" y="4058524"/>
                    </a:lnTo>
                    <a:lnTo>
                      <a:pt x="3370953" y="4064034"/>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732" name="Google Shape;3732;p61"/>
              <p:cNvSpPr/>
              <p:nvPr/>
            </p:nvSpPr>
            <p:spPr>
              <a:xfrm rot="3600000">
                <a:off x="8507130" y="4424299"/>
                <a:ext cx="162074" cy="478539"/>
              </a:xfrm>
              <a:custGeom>
                <a:rect b="b" l="l" r="r" t="t"/>
                <a:pathLst>
                  <a:path extrusionOk="0" h="3920353" w="1327763">
                    <a:moveTo>
                      <a:pt x="483881" y="2840232"/>
                    </a:moveTo>
                    <a:lnTo>
                      <a:pt x="843881" y="2840232"/>
                    </a:lnTo>
                    <a:lnTo>
                      <a:pt x="843881" y="3920353"/>
                    </a:lnTo>
                    <a:lnTo>
                      <a:pt x="483881" y="3920353"/>
                    </a:lnTo>
                    <a:close/>
                    <a:moveTo>
                      <a:pt x="757697" y="168239"/>
                    </a:moveTo>
                    <a:lnTo>
                      <a:pt x="757697" y="384263"/>
                    </a:lnTo>
                    <a:lnTo>
                      <a:pt x="930062" y="384263"/>
                    </a:lnTo>
                    <a:lnTo>
                      <a:pt x="930062" y="168239"/>
                    </a:lnTo>
                    <a:close/>
                    <a:moveTo>
                      <a:pt x="432932" y="168239"/>
                    </a:moveTo>
                    <a:lnTo>
                      <a:pt x="432932" y="384263"/>
                    </a:lnTo>
                    <a:lnTo>
                      <a:pt x="605297" y="384263"/>
                    </a:lnTo>
                    <a:lnTo>
                      <a:pt x="605297" y="168239"/>
                    </a:lnTo>
                    <a:close/>
                    <a:moveTo>
                      <a:pt x="168643" y="0"/>
                    </a:moveTo>
                    <a:lnTo>
                      <a:pt x="1159119" y="0"/>
                    </a:lnTo>
                    <a:lnTo>
                      <a:pt x="1159119" y="539093"/>
                    </a:lnTo>
                    <a:lnTo>
                      <a:pt x="1327763" y="539093"/>
                    </a:lnTo>
                    <a:lnTo>
                      <a:pt x="1327763" y="2245406"/>
                    </a:lnTo>
                    <a:lnTo>
                      <a:pt x="1318300" y="2245406"/>
                    </a:lnTo>
                    <a:lnTo>
                      <a:pt x="1127664" y="2719000"/>
                    </a:lnTo>
                    <a:lnTo>
                      <a:pt x="200100" y="2719000"/>
                    </a:lnTo>
                    <a:lnTo>
                      <a:pt x="9464" y="2245406"/>
                    </a:lnTo>
                    <a:lnTo>
                      <a:pt x="0" y="2245406"/>
                    </a:lnTo>
                    <a:lnTo>
                      <a:pt x="0" y="539093"/>
                    </a:lnTo>
                    <a:lnTo>
                      <a:pt x="168643" y="539093"/>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733" name="Google Shape;3733;p61"/>
              <p:cNvSpPr/>
              <p:nvPr/>
            </p:nvSpPr>
            <p:spPr>
              <a:xfrm>
                <a:off x="8045579" y="3848133"/>
                <a:ext cx="330939" cy="260933"/>
              </a:xfrm>
              <a:custGeom>
                <a:rect b="b" l="l" r="r" t="t"/>
                <a:pathLst>
                  <a:path extrusionOk="0" h="2952328" w="3744416">
                    <a:moveTo>
                      <a:pt x="184806" y="576064"/>
                    </a:moveTo>
                    <a:lnTo>
                      <a:pt x="895314" y="576064"/>
                    </a:lnTo>
                    <a:cubicBezTo>
                      <a:pt x="997380" y="576064"/>
                      <a:pt x="1080120" y="658804"/>
                      <a:pt x="1080120" y="760870"/>
                    </a:cubicBezTo>
                    <a:lnTo>
                      <a:pt x="1080120" y="792088"/>
                    </a:lnTo>
                    <a:lnTo>
                      <a:pt x="3312368" y="792088"/>
                    </a:lnTo>
                    <a:lnTo>
                      <a:pt x="3312368" y="2952328"/>
                    </a:lnTo>
                    <a:lnTo>
                      <a:pt x="0" y="2952328"/>
                    </a:lnTo>
                    <a:lnTo>
                      <a:pt x="0" y="1072569"/>
                    </a:lnTo>
                    <a:lnTo>
                      <a:pt x="0" y="792088"/>
                    </a:lnTo>
                    <a:lnTo>
                      <a:pt x="0" y="760870"/>
                    </a:lnTo>
                    <a:cubicBezTo>
                      <a:pt x="0" y="658804"/>
                      <a:pt x="82740" y="576064"/>
                      <a:pt x="184806" y="576064"/>
                    </a:cubicBezTo>
                    <a:close/>
                    <a:moveTo>
                      <a:pt x="616854" y="0"/>
                    </a:moveTo>
                    <a:lnTo>
                      <a:pt x="1327362" y="0"/>
                    </a:lnTo>
                    <a:cubicBezTo>
                      <a:pt x="1429428" y="0"/>
                      <a:pt x="1512168" y="82740"/>
                      <a:pt x="1512168" y="184806"/>
                    </a:cubicBezTo>
                    <a:lnTo>
                      <a:pt x="1512168" y="216024"/>
                    </a:lnTo>
                    <a:lnTo>
                      <a:pt x="3744416" y="216024"/>
                    </a:lnTo>
                    <a:lnTo>
                      <a:pt x="3744416" y="2376264"/>
                    </a:lnTo>
                    <a:lnTo>
                      <a:pt x="3464768" y="2376264"/>
                    </a:lnTo>
                    <a:lnTo>
                      <a:pt x="3464768" y="648072"/>
                    </a:lnTo>
                    <a:lnTo>
                      <a:pt x="1232520" y="648072"/>
                    </a:lnTo>
                    <a:lnTo>
                      <a:pt x="1232520" y="616854"/>
                    </a:lnTo>
                    <a:cubicBezTo>
                      <a:pt x="1232520" y="514788"/>
                      <a:pt x="1149780" y="432048"/>
                      <a:pt x="1047714" y="432048"/>
                    </a:cubicBezTo>
                    <a:lnTo>
                      <a:pt x="432048" y="432048"/>
                    </a:lnTo>
                    <a:lnTo>
                      <a:pt x="432048" y="216024"/>
                    </a:lnTo>
                    <a:lnTo>
                      <a:pt x="432048" y="184806"/>
                    </a:lnTo>
                    <a:cubicBezTo>
                      <a:pt x="432048" y="82740"/>
                      <a:pt x="514788" y="0"/>
                      <a:pt x="61685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734" name="Google Shape;3734;p61"/>
              <p:cNvSpPr/>
              <p:nvPr/>
            </p:nvSpPr>
            <p:spPr>
              <a:xfrm>
                <a:off x="9003511" y="4923426"/>
                <a:ext cx="304410" cy="330939"/>
              </a:xfrm>
              <a:custGeom>
                <a:rect b="b" l="l" r="r" t="t"/>
                <a:pathLst>
                  <a:path extrusionOk="0" h="4031150" w="3708000">
                    <a:moveTo>
                      <a:pt x="2226025" y="2078010"/>
                    </a:moveTo>
                    <a:lnTo>
                      <a:pt x="1976753" y="2339372"/>
                    </a:lnTo>
                    <a:lnTo>
                      <a:pt x="1976910" y="2339581"/>
                    </a:lnTo>
                    <a:lnTo>
                      <a:pt x="1976204" y="2339948"/>
                    </a:lnTo>
                    <a:lnTo>
                      <a:pt x="1975656" y="2340523"/>
                    </a:lnTo>
                    <a:lnTo>
                      <a:pt x="1975499" y="2340314"/>
                    </a:lnTo>
                    <a:lnTo>
                      <a:pt x="1688579" y="2489240"/>
                    </a:lnTo>
                    <a:cubicBezTo>
                      <a:pt x="1740712" y="2519877"/>
                      <a:pt x="1801557" y="2536438"/>
                      <a:pt x="1866270" y="2536438"/>
                    </a:cubicBezTo>
                    <a:cubicBezTo>
                      <a:pt x="2071258" y="2536438"/>
                      <a:pt x="2237434" y="2370262"/>
                      <a:pt x="2237434" y="2165274"/>
                    </a:cubicBezTo>
                    <a:cubicBezTo>
                      <a:pt x="2237434" y="2135129"/>
                      <a:pt x="2233840" y="2105822"/>
                      <a:pt x="2226025" y="2078010"/>
                    </a:cubicBezTo>
                    <a:close/>
                    <a:moveTo>
                      <a:pt x="1866270" y="1794110"/>
                    </a:moveTo>
                    <a:cubicBezTo>
                      <a:pt x="1661282" y="1794110"/>
                      <a:pt x="1495106" y="1960286"/>
                      <a:pt x="1495106" y="2165274"/>
                    </a:cubicBezTo>
                    <a:cubicBezTo>
                      <a:pt x="1495106" y="2194876"/>
                      <a:pt x="1498572" y="2223668"/>
                      <a:pt x="1506052" y="2251046"/>
                    </a:cubicBezTo>
                    <a:lnTo>
                      <a:pt x="1731247" y="2014929"/>
                    </a:lnTo>
                    <a:lnTo>
                      <a:pt x="1731090" y="2014720"/>
                    </a:lnTo>
                    <a:lnTo>
                      <a:pt x="1731796" y="2014353"/>
                    </a:lnTo>
                    <a:lnTo>
                      <a:pt x="1732344" y="2013778"/>
                    </a:lnTo>
                    <a:lnTo>
                      <a:pt x="1732501" y="2013987"/>
                    </a:lnTo>
                    <a:lnTo>
                      <a:pt x="2054335" y="1846939"/>
                    </a:lnTo>
                    <a:cubicBezTo>
                      <a:pt x="1999773" y="1812909"/>
                      <a:pt x="1935217" y="1794110"/>
                      <a:pt x="1866270" y="1794110"/>
                    </a:cubicBezTo>
                    <a:close/>
                    <a:moveTo>
                      <a:pt x="1866270" y="1281021"/>
                    </a:moveTo>
                    <a:lnTo>
                      <a:pt x="1995916" y="1728077"/>
                    </a:lnTo>
                    <a:cubicBezTo>
                      <a:pt x="2049420" y="1742880"/>
                      <a:pt x="2098387" y="1768442"/>
                      <a:pt x="2141027" y="1801941"/>
                    </a:cubicBezTo>
                    <a:lnTo>
                      <a:pt x="2830781" y="1443923"/>
                    </a:lnTo>
                    <a:lnTo>
                      <a:pt x="2293677" y="2007077"/>
                    </a:lnTo>
                    <a:lnTo>
                      <a:pt x="2302169" y="2036187"/>
                    </a:lnTo>
                    <a:lnTo>
                      <a:pt x="2755181" y="2167560"/>
                    </a:lnTo>
                    <a:lnTo>
                      <a:pt x="2301207" y="2299213"/>
                    </a:lnTo>
                    <a:cubicBezTo>
                      <a:pt x="2288949" y="2340747"/>
                      <a:pt x="2270868" y="2379745"/>
                      <a:pt x="2246307" y="2414255"/>
                    </a:cubicBezTo>
                    <a:lnTo>
                      <a:pt x="2368615" y="2636476"/>
                    </a:lnTo>
                    <a:lnTo>
                      <a:pt x="2152396" y="2517472"/>
                    </a:lnTo>
                    <a:cubicBezTo>
                      <a:pt x="2112986" y="2553805"/>
                      <a:pt x="2065424" y="2580505"/>
                      <a:pt x="2013636" y="2598144"/>
                    </a:cubicBezTo>
                    <a:lnTo>
                      <a:pt x="1875846" y="3073280"/>
                    </a:lnTo>
                    <a:lnTo>
                      <a:pt x="1739624" y="2603548"/>
                    </a:lnTo>
                    <a:cubicBezTo>
                      <a:pt x="1688445" y="2589723"/>
                      <a:pt x="1641302" y="2566161"/>
                      <a:pt x="1599709" y="2535368"/>
                    </a:cubicBezTo>
                    <a:lnTo>
                      <a:pt x="877219" y="2910378"/>
                    </a:lnTo>
                    <a:lnTo>
                      <a:pt x="1438400" y="2321979"/>
                    </a:lnTo>
                    <a:lnTo>
                      <a:pt x="1437655" y="2319411"/>
                    </a:lnTo>
                    <a:lnTo>
                      <a:pt x="963153" y="2181805"/>
                    </a:lnTo>
                    <a:lnTo>
                      <a:pt x="1425898" y="2047609"/>
                    </a:lnTo>
                    <a:cubicBezTo>
                      <a:pt x="1440318" y="1991458"/>
                      <a:pt x="1465316" y="1939627"/>
                      <a:pt x="1501635" y="1896529"/>
                    </a:cubicBezTo>
                    <a:lnTo>
                      <a:pt x="1375628" y="1667588"/>
                    </a:lnTo>
                    <a:lnTo>
                      <a:pt x="1605635" y="1794181"/>
                    </a:lnTo>
                    <a:cubicBezTo>
                      <a:pt x="1643852" y="1764149"/>
                      <a:pt x="1688437" y="1742763"/>
                      <a:pt x="1736328" y="1729097"/>
                    </a:cubicBezTo>
                    <a:close/>
                    <a:moveTo>
                      <a:pt x="1801446" y="873772"/>
                    </a:moveTo>
                    <a:cubicBezTo>
                      <a:pt x="1122607" y="899096"/>
                      <a:pt x="577020" y="1443990"/>
                      <a:pt x="550657" y="2122563"/>
                    </a:cubicBezTo>
                    <a:lnTo>
                      <a:pt x="754935" y="2181804"/>
                    </a:lnTo>
                    <a:lnTo>
                      <a:pt x="551187" y="2240891"/>
                    </a:lnTo>
                    <a:cubicBezTo>
                      <a:pt x="582476" y="2925954"/>
                      <a:pt x="1143118" y="3472541"/>
                      <a:pt x="1833783" y="3482192"/>
                    </a:cubicBezTo>
                    <a:lnTo>
                      <a:pt x="1883029" y="3312376"/>
                    </a:lnTo>
                    <a:lnTo>
                      <a:pt x="1931451" y="3479348"/>
                    </a:lnTo>
                    <a:cubicBezTo>
                      <a:pt x="2602724" y="3441618"/>
                      <a:pt x="3137685" y="2895457"/>
                      <a:pt x="3157888" y="2219621"/>
                    </a:cubicBezTo>
                    <a:lnTo>
                      <a:pt x="2970483" y="2165273"/>
                    </a:lnTo>
                    <a:lnTo>
                      <a:pt x="3156785" y="2111246"/>
                    </a:lnTo>
                    <a:cubicBezTo>
                      <a:pt x="3124894" y="1437932"/>
                      <a:pt x="2581609" y="898954"/>
                      <a:pt x="1906553" y="873772"/>
                    </a:cubicBezTo>
                    <a:lnTo>
                      <a:pt x="1853999" y="1054992"/>
                    </a:lnTo>
                    <a:close/>
                    <a:moveTo>
                      <a:pt x="1842112" y="204015"/>
                    </a:moveTo>
                    <a:cubicBezTo>
                      <a:pt x="1750186" y="208331"/>
                      <a:pt x="1671595" y="261235"/>
                      <a:pt x="1631665" y="337724"/>
                    </a:cubicBezTo>
                    <a:cubicBezTo>
                      <a:pt x="1704451" y="327639"/>
                      <a:pt x="1778701" y="323150"/>
                      <a:pt x="1854000" y="323150"/>
                    </a:cubicBezTo>
                    <a:cubicBezTo>
                      <a:pt x="1929687" y="323150"/>
                      <a:pt x="2004315" y="327685"/>
                      <a:pt x="2077458" y="337895"/>
                    </a:cubicBezTo>
                    <a:cubicBezTo>
                      <a:pt x="2032849" y="253989"/>
                      <a:pt x="1942703" y="199292"/>
                      <a:pt x="1842112" y="204015"/>
                    </a:cubicBezTo>
                    <a:close/>
                    <a:moveTo>
                      <a:pt x="1832557" y="511"/>
                    </a:moveTo>
                    <a:cubicBezTo>
                      <a:pt x="2064724" y="-10390"/>
                      <a:pt x="2266043" y="154192"/>
                      <a:pt x="2302551" y="380077"/>
                    </a:cubicBezTo>
                    <a:cubicBezTo>
                      <a:pt x="3110034" y="578670"/>
                      <a:pt x="3708000" y="1308079"/>
                      <a:pt x="3708000" y="2177150"/>
                    </a:cubicBezTo>
                    <a:cubicBezTo>
                      <a:pt x="3708000" y="3201086"/>
                      <a:pt x="2877936" y="4031150"/>
                      <a:pt x="1854000" y="4031150"/>
                    </a:cubicBezTo>
                    <a:cubicBezTo>
                      <a:pt x="830064" y="4031150"/>
                      <a:pt x="0" y="3201086"/>
                      <a:pt x="0" y="2177150"/>
                    </a:cubicBezTo>
                    <a:cubicBezTo>
                      <a:pt x="0" y="1308490"/>
                      <a:pt x="597400" y="579361"/>
                      <a:pt x="1404307" y="380371"/>
                    </a:cubicBezTo>
                    <a:cubicBezTo>
                      <a:pt x="1438620" y="172028"/>
                      <a:pt x="1614858" y="10733"/>
                      <a:pt x="1832557" y="51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dk1"/>
                  </a:solidFill>
                  <a:latin typeface="Arial"/>
                  <a:ea typeface="Arial"/>
                  <a:cs typeface="Arial"/>
                  <a:sym typeface="Arial"/>
                </a:endParaRPr>
              </a:p>
            </p:txBody>
          </p:sp>
          <p:sp>
            <p:nvSpPr>
              <p:cNvPr id="3735" name="Google Shape;3735;p61"/>
              <p:cNvSpPr/>
              <p:nvPr/>
            </p:nvSpPr>
            <p:spPr>
              <a:xfrm>
                <a:off x="9848127" y="4821478"/>
                <a:ext cx="257012" cy="330939"/>
              </a:xfrm>
              <a:custGeom>
                <a:rect b="b" l="l" r="r" t="t"/>
                <a:pathLst>
                  <a:path extrusionOk="0" h="3913585" w="3039346">
                    <a:moveTo>
                      <a:pt x="1527178" y="2618567"/>
                    </a:moveTo>
                    <a:cubicBezTo>
                      <a:pt x="1429201" y="2618567"/>
                      <a:pt x="1349775" y="2697993"/>
                      <a:pt x="1349775" y="2795971"/>
                    </a:cubicBezTo>
                    <a:cubicBezTo>
                      <a:pt x="1349775" y="2861110"/>
                      <a:pt x="1384883" y="2918050"/>
                      <a:pt x="1437574" y="2948279"/>
                    </a:cubicBezTo>
                    <a:lnTo>
                      <a:pt x="1275150" y="3311239"/>
                    </a:lnTo>
                    <a:lnTo>
                      <a:pt x="1779206" y="3311239"/>
                    </a:lnTo>
                    <a:lnTo>
                      <a:pt x="1616782" y="2948279"/>
                    </a:lnTo>
                    <a:cubicBezTo>
                      <a:pt x="1669475" y="2918050"/>
                      <a:pt x="1704582" y="2861110"/>
                      <a:pt x="1704582" y="2795971"/>
                    </a:cubicBezTo>
                    <a:cubicBezTo>
                      <a:pt x="1704582" y="2697993"/>
                      <a:pt x="1625156" y="2618567"/>
                      <a:pt x="1527178" y="2618567"/>
                    </a:cubicBezTo>
                    <a:close/>
                    <a:moveTo>
                      <a:pt x="1527178" y="0"/>
                    </a:moveTo>
                    <a:cubicBezTo>
                      <a:pt x="2026975" y="0"/>
                      <a:pt x="2435288" y="391686"/>
                      <a:pt x="2460697" y="884907"/>
                    </a:cubicBezTo>
                    <a:lnTo>
                      <a:pt x="2463282" y="884907"/>
                    </a:lnTo>
                    <a:lnTo>
                      <a:pt x="2463282" y="936104"/>
                    </a:lnTo>
                    <a:lnTo>
                      <a:pt x="2463282" y="1656184"/>
                    </a:lnTo>
                    <a:lnTo>
                      <a:pt x="2067282" y="1656184"/>
                    </a:lnTo>
                    <a:lnTo>
                      <a:pt x="2067282" y="1427425"/>
                    </a:lnTo>
                    <a:lnTo>
                      <a:pt x="2310132" y="1427584"/>
                    </a:lnTo>
                    <a:cubicBezTo>
                      <a:pt x="2310132" y="1320268"/>
                      <a:pt x="2206785" y="1230216"/>
                      <a:pt x="2067282" y="1206340"/>
                    </a:cubicBezTo>
                    <a:lnTo>
                      <a:pt x="2067282" y="936104"/>
                    </a:lnTo>
                    <a:lnTo>
                      <a:pt x="2066786" y="936104"/>
                    </a:lnTo>
                    <a:cubicBezTo>
                      <a:pt x="2066786" y="638087"/>
                      <a:pt x="1825195" y="396496"/>
                      <a:pt x="1527178" y="396496"/>
                    </a:cubicBezTo>
                    <a:cubicBezTo>
                      <a:pt x="1229161" y="396496"/>
                      <a:pt x="987570" y="638087"/>
                      <a:pt x="987570" y="936104"/>
                    </a:cubicBezTo>
                    <a:lnTo>
                      <a:pt x="987074" y="936104"/>
                    </a:lnTo>
                    <a:lnTo>
                      <a:pt x="987074" y="1872209"/>
                    </a:lnTo>
                    <a:lnTo>
                      <a:pt x="2699110" y="1872209"/>
                    </a:lnTo>
                    <a:cubicBezTo>
                      <a:pt x="2887017" y="1872209"/>
                      <a:pt x="3039346" y="2024538"/>
                      <a:pt x="3039346" y="2212445"/>
                    </a:cubicBezTo>
                    <a:lnTo>
                      <a:pt x="3039346" y="3573349"/>
                    </a:lnTo>
                    <a:cubicBezTo>
                      <a:pt x="3039346" y="3761256"/>
                      <a:pt x="2887017" y="3913585"/>
                      <a:pt x="2699110" y="3913585"/>
                    </a:cubicBezTo>
                    <a:lnTo>
                      <a:pt x="340236" y="3913585"/>
                    </a:lnTo>
                    <a:cubicBezTo>
                      <a:pt x="152329" y="3913585"/>
                      <a:pt x="0" y="3761256"/>
                      <a:pt x="0" y="3573349"/>
                    </a:cubicBezTo>
                    <a:lnTo>
                      <a:pt x="0" y="2212445"/>
                    </a:lnTo>
                    <a:cubicBezTo>
                      <a:pt x="0" y="2024538"/>
                      <a:pt x="152329" y="1872209"/>
                      <a:pt x="340236" y="1872209"/>
                    </a:cubicBezTo>
                    <a:lnTo>
                      <a:pt x="591074" y="1872209"/>
                    </a:lnTo>
                    <a:lnTo>
                      <a:pt x="591074" y="936104"/>
                    </a:lnTo>
                    <a:cubicBezTo>
                      <a:pt x="591074" y="419108"/>
                      <a:pt x="1010182" y="0"/>
                      <a:pt x="1527178"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1"/>
                  <a:buFont typeface="Calibri"/>
                  <a:buNone/>
                </a:pPr>
                <a:r>
                  <a:t/>
                </a:r>
                <a:endParaRPr b="0" i="0" sz="2701" u="none" cap="none" strike="noStrike">
                  <a:solidFill>
                    <a:schemeClr val="lt1"/>
                  </a:solidFill>
                  <a:latin typeface="Arial"/>
                  <a:ea typeface="Arial"/>
                  <a:cs typeface="Arial"/>
                  <a:sym typeface="Arial"/>
                </a:endParaRPr>
              </a:p>
            </p:txBody>
          </p:sp>
          <p:sp>
            <p:nvSpPr>
              <p:cNvPr id="3736" name="Google Shape;3736;p61"/>
              <p:cNvSpPr/>
              <p:nvPr/>
            </p:nvSpPr>
            <p:spPr>
              <a:xfrm>
                <a:off x="10547386" y="3842640"/>
                <a:ext cx="309335" cy="309300"/>
              </a:xfrm>
              <a:custGeom>
                <a:rect b="b" l="l" r="r" t="t"/>
                <a:pathLst>
                  <a:path extrusionOk="0" h="3960000" w="3960440">
                    <a:moveTo>
                      <a:pt x="2117745" y="2289258"/>
                    </a:moveTo>
                    <a:cubicBezTo>
                      <a:pt x="2253931" y="2373161"/>
                      <a:pt x="2290104" y="2397532"/>
                      <a:pt x="2392952" y="2510010"/>
                    </a:cubicBezTo>
                    <a:cubicBezTo>
                      <a:pt x="2551302" y="2699530"/>
                      <a:pt x="2456894" y="2911213"/>
                      <a:pt x="2285214" y="2987744"/>
                    </a:cubicBezTo>
                    <a:cubicBezTo>
                      <a:pt x="2046443" y="3084914"/>
                      <a:pt x="1864058" y="3073352"/>
                      <a:pt x="1634211" y="2962065"/>
                    </a:cubicBezTo>
                    <a:cubicBezTo>
                      <a:pt x="1390134" y="2803501"/>
                      <a:pt x="1391670" y="2463226"/>
                      <a:pt x="1703848" y="2355742"/>
                    </a:cubicBezTo>
                    <a:cubicBezTo>
                      <a:pt x="1867216" y="2309770"/>
                      <a:pt x="1932946" y="2304275"/>
                      <a:pt x="2117745" y="2289258"/>
                    </a:cubicBezTo>
                    <a:close/>
                    <a:moveTo>
                      <a:pt x="1895201" y="880902"/>
                    </a:moveTo>
                    <a:cubicBezTo>
                      <a:pt x="2049819" y="878570"/>
                      <a:pt x="2210983" y="1023567"/>
                      <a:pt x="2276065" y="1236504"/>
                    </a:cubicBezTo>
                    <a:cubicBezTo>
                      <a:pt x="2350446" y="1479859"/>
                      <a:pt x="2271166" y="1719799"/>
                      <a:pt x="2098990" y="1772423"/>
                    </a:cubicBezTo>
                    <a:cubicBezTo>
                      <a:pt x="1926813" y="1825048"/>
                      <a:pt x="1726940" y="1670429"/>
                      <a:pt x="1652559" y="1427074"/>
                    </a:cubicBezTo>
                    <a:cubicBezTo>
                      <a:pt x="1578180" y="1183717"/>
                      <a:pt x="1657458" y="943778"/>
                      <a:pt x="1829635" y="891153"/>
                    </a:cubicBezTo>
                    <a:close/>
                    <a:moveTo>
                      <a:pt x="2577034" y="759541"/>
                    </a:moveTo>
                    <a:lnTo>
                      <a:pt x="1972441" y="767241"/>
                    </a:lnTo>
                    <a:cubicBezTo>
                      <a:pt x="1929619" y="768623"/>
                      <a:pt x="1886068" y="773785"/>
                      <a:pt x="1842289" y="783004"/>
                    </a:cubicBezTo>
                    <a:cubicBezTo>
                      <a:pt x="1492048" y="856758"/>
                      <a:pt x="1259862" y="1162246"/>
                      <a:pt x="1323686" y="1465331"/>
                    </a:cubicBezTo>
                    <a:cubicBezTo>
                      <a:pt x="1380617" y="1735681"/>
                      <a:pt x="1653838" y="1912801"/>
                      <a:pt x="1960688" y="1894227"/>
                    </a:cubicBezTo>
                    <a:lnTo>
                      <a:pt x="1954787" y="1896039"/>
                    </a:lnTo>
                    <a:cubicBezTo>
                      <a:pt x="1858317" y="2000800"/>
                      <a:pt x="1978682" y="2148499"/>
                      <a:pt x="2028445" y="2210716"/>
                    </a:cubicBezTo>
                    <a:lnTo>
                      <a:pt x="1914361" y="2213518"/>
                    </a:lnTo>
                    <a:cubicBezTo>
                      <a:pt x="1373805" y="2249742"/>
                      <a:pt x="1143478" y="2466102"/>
                      <a:pt x="1177422" y="2809298"/>
                    </a:cubicBezTo>
                    <a:cubicBezTo>
                      <a:pt x="1211366" y="3152493"/>
                      <a:pt x="1741992" y="3244646"/>
                      <a:pt x="2060873" y="3229704"/>
                    </a:cubicBezTo>
                    <a:cubicBezTo>
                      <a:pt x="2379755" y="3214763"/>
                      <a:pt x="2698110" y="2930571"/>
                      <a:pt x="2719230" y="2648210"/>
                    </a:cubicBezTo>
                    <a:cubicBezTo>
                      <a:pt x="2699867" y="2070575"/>
                      <a:pt x="2052418" y="2112562"/>
                      <a:pt x="2282832" y="1799863"/>
                    </a:cubicBezTo>
                    <a:cubicBezTo>
                      <a:pt x="2510843" y="1673695"/>
                      <a:pt x="2641919" y="1435236"/>
                      <a:pt x="2592014" y="1198247"/>
                    </a:cubicBezTo>
                    <a:cubicBezTo>
                      <a:pt x="2566015" y="1074781"/>
                      <a:pt x="2494906" y="970760"/>
                      <a:pt x="2395028" y="897200"/>
                    </a:cubicBezTo>
                    <a:lnTo>
                      <a:pt x="2564389" y="891152"/>
                    </a:lnTo>
                    <a:cubicBezTo>
                      <a:pt x="2644558" y="859402"/>
                      <a:pt x="2739013" y="796695"/>
                      <a:pt x="2769176" y="767327"/>
                    </a:cubicBezTo>
                    <a:cubicBezTo>
                      <a:pt x="2755484" y="761968"/>
                      <a:pt x="2680847" y="759625"/>
                      <a:pt x="2577034" y="759541"/>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737" name="Google Shape;3737;p61"/>
              <p:cNvSpPr/>
              <p:nvPr/>
            </p:nvSpPr>
            <p:spPr>
              <a:xfrm>
                <a:off x="10401733" y="3025716"/>
                <a:ext cx="257188" cy="377708"/>
              </a:xfrm>
              <a:custGeom>
                <a:rect b="b" l="l" r="r" t="t"/>
                <a:pathLst>
                  <a:path extrusionOk="0" h="4032448" w="2745756">
                    <a:moveTo>
                      <a:pt x="1622229" y="1008112"/>
                    </a:moveTo>
                    <a:lnTo>
                      <a:pt x="2371247" y="1008112"/>
                    </a:lnTo>
                    <a:lnTo>
                      <a:pt x="2371247" y="3081405"/>
                    </a:lnTo>
                    <a:lnTo>
                      <a:pt x="2745756" y="3081405"/>
                    </a:lnTo>
                    <a:lnTo>
                      <a:pt x="1996738" y="4032448"/>
                    </a:lnTo>
                    <a:lnTo>
                      <a:pt x="1247720" y="3081405"/>
                    </a:lnTo>
                    <a:lnTo>
                      <a:pt x="1622229" y="3081405"/>
                    </a:lnTo>
                    <a:close/>
                    <a:moveTo>
                      <a:pt x="749018" y="0"/>
                    </a:moveTo>
                    <a:lnTo>
                      <a:pt x="1498036" y="951043"/>
                    </a:lnTo>
                    <a:lnTo>
                      <a:pt x="1123527" y="951043"/>
                    </a:lnTo>
                    <a:lnTo>
                      <a:pt x="1123527" y="3024336"/>
                    </a:lnTo>
                    <a:lnTo>
                      <a:pt x="374509" y="3024336"/>
                    </a:lnTo>
                    <a:lnTo>
                      <a:pt x="374509" y="951043"/>
                    </a:lnTo>
                    <a:lnTo>
                      <a:pt x="0" y="951043"/>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738" name="Google Shape;3738;p61"/>
              <p:cNvSpPr/>
              <p:nvPr/>
            </p:nvSpPr>
            <p:spPr>
              <a:xfrm>
                <a:off x="9438297" y="5013963"/>
                <a:ext cx="300437" cy="209342"/>
              </a:xfrm>
              <a:custGeom>
                <a:rect b="b" l="l" r="r" t="t"/>
                <a:pathLst>
                  <a:path extrusionOk="0" h="2769493" w="397464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739" name="Google Shape;3739;p61"/>
              <p:cNvSpPr/>
              <p:nvPr/>
            </p:nvSpPr>
            <p:spPr>
              <a:xfrm rot="678773">
                <a:off x="10108027" y="4569149"/>
                <a:ext cx="338104" cy="343148"/>
              </a:xfrm>
              <a:custGeom>
                <a:rect b="b" l="l" r="r" t="t"/>
                <a:pathLst>
                  <a:path extrusionOk="0" h="3948462" w="3890413">
                    <a:moveTo>
                      <a:pt x="1853384" y="1371624"/>
                    </a:moveTo>
                    <a:lnTo>
                      <a:pt x="1768767" y="1390324"/>
                    </a:lnTo>
                    <a:cubicBezTo>
                      <a:pt x="1579409" y="1463487"/>
                      <a:pt x="1490873" y="1833773"/>
                      <a:pt x="1517577" y="2042010"/>
                    </a:cubicBezTo>
                    <a:cubicBezTo>
                      <a:pt x="1544281" y="2250247"/>
                      <a:pt x="1644086" y="2624290"/>
                      <a:pt x="1928990" y="2639747"/>
                    </a:cubicBezTo>
                    <a:cubicBezTo>
                      <a:pt x="2177093" y="2653207"/>
                      <a:pt x="2337423" y="2363017"/>
                      <a:pt x="2318674" y="2006358"/>
                    </a:cubicBezTo>
                    <a:cubicBezTo>
                      <a:pt x="2310210" y="1948950"/>
                      <a:pt x="2301678" y="1891436"/>
                      <a:pt x="2293344" y="1834228"/>
                    </a:cubicBezTo>
                    <a:cubicBezTo>
                      <a:pt x="2229725" y="1555945"/>
                      <a:pt x="2050691" y="1359067"/>
                      <a:pt x="1853384" y="1371624"/>
                    </a:cubicBezTo>
                    <a:close/>
                    <a:moveTo>
                      <a:pt x="1594841" y="45653"/>
                    </a:moveTo>
                    <a:cubicBezTo>
                      <a:pt x="2527821" y="-128041"/>
                      <a:pt x="3626282" y="158796"/>
                      <a:pt x="3869632" y="1517323"/>
                    </a:cubicBezTo>
                    <a:cubicBezTo>
                      <a:pt x="3939308" y="2058696"/>
                      <a:pt x="3820785" y="2251376"/>
                      <a:pt x="3706266" y="2457195"/>
                    </a:cubicBezTo>
                    <a:cubicBezTo>
                      <a:pt x="3132098" y="3124925"/>
                      <a:pt x="2589274" y="2611359"/>
                      <a:pt x="2548384" y="2446988"/>
                    </a:cubicBezTo>
                    <a:cubicBezTo>
                      <a:pt x="2411721" y="3024903"/>
                      <a:pt x="2005702" y="3164775"/>
                      <a:pt x="1746058" y="3093574"/>
                    </a:cubicBezTo>
                    <a:cubicBezTo>
                      <a:pt x="1486414" y="3022373"/>
                      <a:pt x="990519" y="2612821"/>
                      <a:pt x="990519" y="2019783"/>
                    </a:cubicBezTo>
                    <a:cubicBezTo>
                      <a:pt x="990519" y="1500875"/>
                      <a:pt x="1249504" y="1067935"/>
                      <a:pt x="1593790" y="967808"/>
                    </a:cubicBezTo>
                    <a:cubicBezTo>
                      <a:pt x="1642974" y="953504"/>
                      <a:pt x="1694009" y="949376"/>
                      <a:pt x="1746058" y="945992"/>
                    </a:cubicBezTo>
                    <a:cubicBezTo>
                      <a:pt x="2004670" y="929176"/>
                      <a:pt x="2081338" y="1030119"/>
                      <a:pt x="2206475" y="1173924"/>
                    </a:cubicBezTo>
                    <a:cubicBezTo>
                      <a:pt x="2194343" y="1061758"/>
                      <a:pt x="2187003" y="961165"/>
                      <a:pt x="2185910" y="877882"/>
                    </a:cubicBezTo>
                    <a:lnTo>
                      <a:pt x="2656644" y="803138"/>
                    </a:lnTo>
                    <a:lnTo>
                      <a:pt x="2828567" y="2099525"/>
                    </a:lnTo>
                    <a:cubicBezTo>
                      <a:pt x="2888366" y="2544108"/>
                      <a:pt x="3261961" y="2420799"/>
                      <a:pt x="3362812" y="2002360"/>
                    </a:cubicBezTo>
                    <a:cubicBezTo>
                      <a:pt x="3355320" y="1625023"/>
                      <a:pt x="3366534" y="1729632"/>
                      <a:pt x="3289926" y="1346695"/>
                    </a:cubicBezTo>
                    <a:lnTo>
                      <a:pt x="3290031" y="1346798"/>
                    </a:lnTo>
                    <a:cubicBezTo>
                      <a:pt x="3068547" y="637774"/>
                      <a:pt x="2419129" y="439933"/>
                      <a:pt x="1700745" y="575031"/>
                    </a:cubicBezTo>
                    <a:cubicBezTo>
                      <a:pt x="890947" y="727320"/>
                      <a:pt x="415476" y="1491783"/>
                      <a:pt x="571995" y="2274165"/>
                    </a:cubicBezTo>
                    <a:cubicBezTo>
                      <a:pt x="728513" y="3056546"/>
                      <a:pt x="1580131" y="3572543"/>
                      <a:pt x="2267548" y="3408286"/>
                    </a:cubicBezTo>
                    <a:cubicBezTo>
                      <a:pt x="2796517" y="3281890"/>
                      <a:pt x="2641988" y="3320887"/>
                      <a:pt x="3194376" y="3072653"/>
                    </a:cubicBezTo>
                    <a:cubicBezTo>
                      <a:pt x="3249441" y="3306078"/>
                      <a:pt x="3239115" y="3309742"/>
                      <a:pt x="3268026" y="3509545"/>
                    </a:cubicBezTo>
                    <a:cubicBezTo>
                      <a:pt x="3021841" y="3717756"/>
                      <a:pt x="2685602" y="3836362"/>
                      <a:pt x="2347298" y="3904041"/>
                    </a:cubicBezTo>
                    <a:cubicBezTo>
                      <a:pt x="1157336" y="4112956"/>
                      <a:pt x="289475" y="3581660"/>
                      <a:pt x="42617" y="2380068"/>
                    </a:cubicBezTo>
                    <a:cubicBezTo>
                      <a:pt x="-204242" y="1178477"/>
                      <a:pt x="661862" y="219348"/>
                      <a:pt x="1594841" y="45653"/>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740" name="Google Shape;3740;p61"/>
              <p:cNvSpPr/>
              <p:nvPr/>
            </p:nvSpPr>
            <p:spPr>
              <a:xfrm>
                <a:off x="8506880" y="2771935"/>
                <a:ext cx="315652" cy="359610"/>
              </a:xfrm>
              <a:custGeom>
                <a:rect b="b" l="l" r="r" t="t"/>
                <a:pathLst>
                  <a:path extrusionOk="0" h="3938119" w="3456727">
                    <a:moveTo>
                      <a:pt x="1728364" y="1961325"/>
                    </a:moveTo>
                    <a:cubicBezTo>
                      <a:pt x="1726089" y="2407152"/>
                      <a:pt x="1737463" y="2812034"/>
                      <a:pt x="1735188" y="3257861"/>
                    </a:cubicBezTo>
                    <a:cubicBezTo>
                      <a:pt x="2394830" y="3057694"/>
                      <a:pt x="2610919" y="2352560"/>
                      <a:pt x="2765594" y="1981796"/>
                    </a:cubicBezTo>
                    <a:close/>
                    <a:moveTo>
                      <a:pt x="1728362" y="682044"/>
                    </a:moveTo>
                    <a:cubicBezTo>
                      <a:pt x="1355324" y="868563"/>
                      <a:pt x="1166530" y="952725"/>
                      <a:pt x="609247" y="1002767"/>
                    </a:cubicBezTo>
                    <a:cubicBezTo>
                      <a:pt x="606972" y="1330312"/>
                      <a:pt x="631992" y="1623739"/>
                      <a:pt x="704780" y="1964933"/>
                    </a:cubicBezTo>
                    <a:lnTo>
                      <a:pt x="1728363" y="1971757"/>
                    </a:lnTo>
                    <a:cubicBezTo>
                      <a:pt x="1728363" y="1541853"/>
                      <a:pt x="1728362" y="1111948"/>
                      <a:pt x="1728362" y="682044"/>
                    </a:cubicBezTo>
                    <a:close/>
                    <a:moveTo>
                      <a:pt x="1723409" y="487996"/>
                    </a:moveTo>
                    <a:cubicBezTo>
                      <a:pt x="1725062" y="488690"/>
                      <a:pt x="1726712" y="489384"/>
                      <a:pt x="1728363" y="490064"/>
                    </a:cubicBezTo>
                    <a:cubicBezTo>
                      <a:pt x="1730015" y="489384"/>
                      <a:pt x="1731666" y="488690"/>
                      <a:pt x="1733319" y="487996"/>
                    </a:cubicBezTo>
                    <a:lnTo>
                      <a:pt x="1733319" y="492131"/>
                    </a:lnTo>
                    <a:cubicBezTo>
                      <a:pt x="2179467" y="679460"/>
                      <a:pt x="2405896" y="769409"/>
                      <a:pt x="2817789" y="813808"/>
                    </a:cubicBezTo>
                    <a:cubicBezTo>
                      <a:pt x="2971516" y="823489"/>
                      <a:pt x="3036247" y="875307"/>
                      <a:pt x="3033236" y="1061333"/>
                    </a:cubicBezTo>
                    <a:cubicBezTo>
                      <a:pt x="3015439" y="2441328"/>
                      <a:pt x="2363638" y="3359629"/>
                      <a:pt x="1733319" y="3448048"/>
                    </a:cubicBezTo>
                    <a:lnTo>
                      <a:pt x="1733319" y="3450123"/>
                    </a:lnTo>
                    <a:lnTo>
                      <a:pt x="1728363" y="3449086"/>
                    </a:lnTo>
                    <a:lnTo>
                      <a:pt x="1723409" y="3450123"/>
                    </a:lnTo>
                    <a:lnTo>
                      <a:pt x="1723409" y="3448048"/>
                    </a:lnTo>
                    <a:cubicBezTo>
                      <a:pt x="1093089" y="3359629"/>
                      <a:pt x="441289" y="2441328"/>
                      <a:pt x="423491" y="1061333"/>
                    </a:cubicBezTo>
                    <a:cubicBezTo>
                      <a:pt x="420479" y="875307"/>
                      <a:pt x="485211" y="823489"/>
                      <a:pt x="638937" y="813808"/>
                    </a:cubicBezTo>
                    <a:cubicBezTo>
                      <a:pt x="1050832" y="769409"/>
                      <a:pt x="1277261" y="679460"/>
                      <a:pt x="1723409" y="492131"/>
                    </a:cubicBezTo>
                    <a:close/>
                    <a:moveTo>
                      <a:pt x="1722802" y="306889"/>
                    </a:moveTo>
                    <a:lnTo>
                      <a:pt x="1722802" y="311530"/>
                    </a:lnTo>
                    <a:cubicBezTo>
                      <a:pt x="1222099" y="521767"/>
                      <a:pt x="967982" y="622713"/>
                      <a:pt x="505720" y="672542"/>
                    </a:cubicBezTo>
                    <a:cubicBezTo>
                      <a:pt x="333196" y="683408"/>
                      <a:pt x="260550" y="741561"/>
                      <a:pt x="263929" y="950334"/>
                    </a:cubicBezTo>
                    <a:cubicBezTo>
                      <a:pt x="283902" y="2499079"/>
                      <a:pt x="1015407" y="3529669"/>
                      <a:pt x="1722802" y="3628902"/>
                    </a:cubicBezTo>
                    <a:lnTo>
                      <a:pt x="1722802" y="3631230"/>
                    </a:lnTo>
                    <a:lnTo>
                      <a:pt x="1728365" y="3630065"/>
                    </a:lnTo>
                    <a:lnTo>
                      <a:pt x="1733925" y="3631230"/>
                    </a:lnTo>
                    <a:lnTo>
                      <a:pt x="1733925" y="3628902"/>
                    </a:lnTo>
                    <a:cubicBezTo>
                      <a:pt x="2441322" y="3529669"/>
                      <a:pt x="3172826" y="2499079"/>
                      <a:pt x="3192800" y="950334"/>
                    </a:cubicBezTo>
                    <a:cubicBezTo>
                      <a:pt x="3196179" y="741561"/>
                      <a:pt x="3123532" y="683408"/>
                      <a:pt x="2951007" y="672542"/>
                    </a:cubicBezTo>
                    <a:cubicBezTo>
                      <a:pt x="2488747" y="622713"/>
                      <a:pt x="2234630" y="521767"/>
                      <a:pt x="1733925" y="311530"/>
                    </a:cubicBezTo>
                    <a:lnTo>
                      <a:pt x="1733925" y="306889"/>
                    </a:lnTo>
                    <a:cubicBezTo>
                      <a:pt x="1732071" y="307669"/>
                      <a:pt x="1730218" y="308445"/>
                      <a:pt x="1728365" y="309209"/>
                    </a:cubicBezTo>
                    <a:cubicBezTo>
                      <a:pt x="1726510" y="308445"/>
                      <a:pt x="1724659" y="307669"/>
                      <a:pt x="1722802" y="306889"/>
                    </a:cubicBezTo>
                    <a:close/>
                    <a:moveTo>
                      <a:pt x="1721800" y="0"/>
                    </a:moveTo>
                    <a:cubicBezTo>
                      <a:pt x="1723991" y="923"/>
                      <a:pt x="1726176" y="1844"/>
                      <a:pt x="1728363" y="2749"/>
                    </a:cubicBezTo>
                    <a:cubicBezTo>
                      <a:pt x="1730551" y="1844"/>
                      <a:pt x="1732737" y="923"/>
                      <a:pt x="1734926" y="0"/>
                    </a:cubicBezTo>
                    <a:lnTo>
                      <a:pt x="1734926" y="5497"/>
                    </a:lnTo>
                    <a:cubicBezTo>
                      <a:pt x="2325825" y="254550"/>
                      <a:pt x="2625718" y="374136"/>
                      <a:pt x="3171248" y="433164"/>
                    </a:cubicBezTo>
                    <a:cubicBezTo>
                      <a:pt x="3374850" y="446035"/>
                      <a:pt x="3460584" y="514926"/>
                      <a:pt x="3456595" y="762245"/>
                    </a:cubicBezTo>
                    <a:cubicBezTo>
                      <a:pt x="3433024" y="2596936"/>
                      <a:pt x="2569749" y="3817807"/>
                      <a:pt x="1734926" y="3935360"/>
                    </a:cubicBezTo>
                    <a:lnTo>
                      <a:pt x="1734926" y="3938119"/>
                    </a:lnTo>
                    <a:lnTo>
                      <a:pt x="1728363" y="3936740"/>
                    </a:lnTo>
                    <a:lnTo>
                      <a:pt x="1721800" y="3938119"/>
                    </a:lnTo>
                    <a:lnTo>
                      <a:pt x="1721800" y="3935360"/>
                    </a:lnTo>
                    <a:cubicBezTo>
                      <a:pt x="886977" y="3817807"/>
                      <a:pt x="23703" y="2596936"/>
                      <a:pt x="132" y="762245"/>
                    </a:cubicBezTo>
                    <a:cubicBezTo>
                      <a:pt x="-3858" y="514926"/>
                      <a:pt x="81876" y="446035"/>
                      <a:pt x="285478" y="433164"/>
                    </a:cubicBezTo>
                    <a:cubicBezTo>
                      <a:pt x="831010" y="374136"/>
                      <a:pt x="1130903" y="254550"/>
                      <a:pt x="1721800" y="549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741" name="Google Shape;3741;p61"/>
              <p:cNvSpPr/>
              <p:nvPr/>
            </p:nvSpPr>
            <p:spPr>
              <a:xfrm>
                <a:off x="9655543" y="2519661"/>
                <a:ext cx="338578" cy="338540"/>
              </a:xfrm>
              <a:custGeom>
                <a:rect b="b" l="l" r="r" t="t"/>
                <a:pathLst>
                  <a:path extrusionOk="0" h="3960000" w="3960440">
                    <a:moveTo>
                      <a:pt x="2764687" y="782779"/>
                    </a:moveTo>
                    <a:cubicBezTo>
                      <a:pt x="2512183" y="782779"/>
                      <a:pt x="2307488" y="987475"/>
                      <a:pt x="2307487" y="1239980"/>
                    </a:cubicBezTo>
                    <a:cubicBezTo>
                      <a:pt x="2307487" y="1241985"/>
                      <a:pt x="2307500" y="1243987"/>
                      <a:pt x="2308092" y="1245978"/>
                    </a:cubicBezTo>
                    <a:lnTo>
                      <a:pt x="1570677" y="1632536"/>
                    </a:lnTo>
                    <a:cubicBezTo>
                      <a:pt x="1488749" y="1552118"/>
                      <a:pt x="1376387" y="1502860"/>
                      <a:pt x="1252520" y="1502859"/>
                    </a:cubicBezTo>
                    <a:cubicBezTo>
                      <a:pt x="1000014" y="1502859"/>
                      <a:pt x="795319" y="1707555"/>
                      <a:pt x="795319" y="1960060"/>
                    </a:cubicBezTo>
                    <a:cubicBezTo>
                      <a:pt x="795319" y="2212565"/>
                      <a:pt x="1000014" y="2417260"/>
                      <a:pt x="1252520" y="2417260"/>
                    </a:cubicBezTo>
                    <a:cubicBezTo>
                      <a:pt x="1361432" y="2417260"/>
                      <a:pt x="1461449" y="2379178"/>
                      <a:pt x="1538674" y="2313987"/>
                    </a:cubicBezTo>
                    <a:lnTo>
                      <a:pt x="2308734" y="2717656"/>
                    </a:lnTo>
                    <a:cubicBezTo>
                      <a:pt x="2314220" y="2964461"/>
                      <a:pt x="2516327" y="3162492"/>
                      <a:pt x="2764688" y="3162492"/>
                    </a:cubicBezTo>
                    <a:cubicBezTo>
                      <a:pt x="3017192" y="3162492"/>
                      <a:pt x="3221888" y="2957797"/>
                      <a:pt x="3221887" y="2705292"/>
                    </a:cubicBezTo>
                    <a:cubicBezTo>
                      <a:pt x="3221887" y="2452786"/>
                      <a:pt x="3017192" y="2248092"/>
                      <a:pt x="2764688" y="2248092"/>
                    </a:cubicBezTo>
                    <a:cubicBezTo>
                      <a:pt x="2638870" y="2248092"/>
                      <a:pt x="2524924" y="2298913"/>
                      <a:pt x="2442337" y="2381228"/>
                    </a:cubicBezTo>
                    <a:lnTo>
                      <a:pt x="1706164" y="1995322"/>
                    </a:lnTo>
                    <a:lnTo>
                      <a:pt x="1709074" y="1966451"/>
                    </a:lnTo>
                    <a:lnTo>
                      <a:pt x="2455698" y="1575067"/>
                    </a:lnTo>
                    <a:cubicBezTo>
                      <a:pt x="2536225" y="1651261"/>
                      <a:pt x="2645094" y="1697180"/>
                      <a:pt x="2764687" y="1697179"/>
                    </a:cubicBezTo>
                    <a:cubicBezTo>
                      <a:pt x="3017193" y="1697180"/>
                      <a:pt x="3221887" y="1492485"/>
                      <a:pt x="3221888" y="1239980"/>
                    </a:cubicBezTo>
                    <a:cubicBezTo>
                      <a:pt x="3221887" y="987475"/>
                      <a:pt x="3017193" y="782779"/>
                      <a:pt x="2764687" y="782779"/>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742" name="Google Shape;3742;p61"/>
              <p:cNvSpPr/>
              <p:nvPr/>
            </p:nvSpPr>
            <p:spPr>
              <a:xfrm rot="2648398">
                <a:off x="8942310" y="2514803"/>
                <a:ext cx="148930" cy="380894"/>
              </a:xfrm>
              <a:custGeom>
                <a:rect b="b" l="l" r="r" t="t"/>
                <a:pathLst>
                  <a:path extrusionOk="0" h="4764557" w="1862952">
                    <a:moveTo>
                      <a:pt x="289679" y="2004751"/>
                    </a:moveTo>
                    <a:cubicBezTo>
                      <a:pt x="458860" y="1838972"/>
                      <a:pt x="691283" y="1737733"/>
                      <a:pt x="946849" y="1740329"/>
                    </a:cubicBezTo>
                    <a:cubicBezTo>
                      <a:pt x="982916" y="1740695"/>
                      <a:pt x="1018481" y="1743119"/>
                      <a:pt x="1053366" y="1748014"/>
                    </a:cubicBezTo>
                    <a:cubicBezTo>
                      <a:pt x="1317748" y="1888655"/>
                      <a:pt x="1203170" y="2165630"/>
                      <a:pt x="978473" y="2204473"/>
                    </a:cubicBezTo>
                    <a:cubicBezTo>
                      <a:pt x="966642" y="2201190"/>
                      <a:pt x="954470" y="2200566"/>
                      <a:pt x="942176" y="2200441"/>
                    </a:cubicBezTo>
                    <a:cubicBezTo>
                      <a:pt x="697403" y="2197955"/>
                      <a:pt x="496962" y="2394367"/>
                      <a:pt x="494475" y="2639137"/>
                    </a:cubicBezTo>
                    <a:lnTo>
                      <a:pt x="482110" y="3856696"/>
                    </a:lnTo>
                    <a:cubicBezTo>
                      <a:pt x="479624" y="4101467"/>
                      <a:pt x="676035" y="4301910"/>
                      <a:pt x="920807" y="4304396"/>
                    </a:cubicBezTo>
                    <a:cubicBezTo>
                      <a:pt x="1043193" y="4305639"/>
                      <a:pt x="1154496" y="4257158"/>
                      <a:pt x="1235513" y="4177768"/>
                    </a:cubicBezTo>
                    <a:cubicBezTo>
                      <a:pt x="1316531" y="4098380"/>
                      <a:pt x="1367262" y="3988084"/>
                      <a:pt x="1368506" y="3865699"/>
                    </a:cubicBezTo>
                    <a:lnTo>
                      <a:pt x="1375662" y="3161156"/>
                    </a:lnTo>
                    <a:cubicBezTo>
                      <a:pt x="1504082" y="3167548"/>
                      <a:pt x="1792622" y="2981572"/>
                      <a:pt x="1861834" y="2783546"/>
                    </a:cubicBezTo>
                    <a:lnTo>
                      <a:pt x="1851019" y="3848423"/>
                    </a:lnTo>
                    <a:cubicBezTo>
                      <a:pt x="1848423" y="4103989"/>
                      <a:pt x="1742485" y="4334308"/>
                      <a:pt x="1573304" y="4500088"/>
                    </a:cubicBezTo>
                    <a:cubicBezTo>
                      <a:pt x="1404123" y="4665866"/>
                      <a:pt x="1171700" y="4767105"/>
                      <a:pt x="916134" y="4764509"/>
                    </a:cubicBezTo>
                    <a:cubicBezTo>
                      <a:pt x="405002" y="4759318"/>
                      <a:pt x="-5143" y="4340756"/>
                      <a:pt x="48" y="3829624"/>
                    </a:cubicBezTo>
                    <a:lnTo>
                      <a:pt x="11964" y="2656415"/>
                    </a:lnTo>
                    <a:cubicBezTo>
                      <a:pt x="14559" y="2400849"/>
                      <a:pt x="120498" y="2170529"/>
                      <a:pt x="289679" y="2004751"/>
                    </a:cubicBezTo>
                    <a:close/>
                    <a:moveTo>
                      <a:pt x="282968" y="271082"/>
                    </a:moveTo>
                    <a:cubicBezTo>
                      <a:pt x="450457" y="103594"/>
                      <a:pt x="681840" y="0"/>
                      <a:pt x="937419" y="0"/>
                    </a:cubicBezTo>
                    <a:cubicBezTo>
                      <a:pt x="1448577" y="0"/>
                      <a:pt x="1862952" y="414375"/>
                      <a:pt x="1862952" y="925533"/>
                    </a:cubicBezTo>
                    <a:lnTo>
                      <a:pt x="1862952" y="2098803"/>
                    </a:lnTo>
                    <a:cubicBezTo>
                      <a:pt x="1862952" y="2609961"/>
                      <a:pt x="1448577" y="3024336"/>
                      <a:pt x="937419" y="3024336"/>
                    </a:cubicBezTo>
                    <a:cubicBezTo>
                      <a:pt x="901350" y="3024336"/>
                      <a:pt x="865762" y="3022273"/>
                      <a:pt x="830829" y="3017733"/>
                    </a:cubicBezTo>
                    <a:cubicBezTo>
                      <a:pt x="565032" y="2879784"/>
                      <a:pt x="676792" y="2601660"/>
                      <a:pt x="901083" y="2560538"/>
                    </a:cubicBezTo>
                    <a:cubicBezTo>
                      <a:pt x="912947" y="2563700"/>
                      <a:pt x="925124" y="2564200"/>
                      <a:pt x="937419" y="2564200"/>
                    </a:cubicBezTo>
                    <a:cubicBezTo>
                      <a:pt x="1182204" y="2564200"/>
                      <a:pt x="1380640" y="2365763"/>
                      <a:pt x="1380641" y="2120980"/>
                    </a:cubicBezTo>
                    <a:lnTo>
                      <a:pt x="1380640" y="903358"/>
                    </a:lnTo>
                    <a:cubicBezTo>
                      <a:pt x="1380640" y="658574"/>
                      <a:pt x="1182204" y="460137"/>
                      <a:pt x="937419" y="460137"/>
                    </a:cubicBezTo>
                    <a:cubicBezTo>
                      <a:pt x="815027" y="460137"/>
                      <a:pt x="704222" y="509746"/>
                      <a:pt x="624015" y="589954"/>
                    </a:cubicBezTo>
                    <a:cubicBezTo>
                      <a:pt x="543808" y="670161"/>
                      <a:pt x="494199" y="780966"/>
                      <a:pt x="494199" y="903358"/>
                    </a:cubicBezTo>
                    <a:lnTo>
                      <a:pt x="494198" y="1607937"/>
                    </a:lnTo>
                    <a:cubicBezTo>
                      <a:pt x="365720" y="1602850"/>
                      <a:pt x="79084" y="1791747"/>
                      <a:pt x="11886" y="1990465"/>
                    </a:cubicBezTo>
                    <a:lnTo>
                      <a:pt x="11886" y="925533"/>
                    </a:lnTo>
                    <a:cubicBezTo>
                      <a:pt x="11886" y="669954"/>
                      <a:pt x="115480" y="438571"/>
                      <a:pt x="282968" y="271082"/>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743" name="Google Shape;3743;p61"/>
              <p:cNvSpPr/>
              <p:nvPr/>
            </p:nvSpPr>
            <p:spPr>
              <a:xfrm rot="8580000">
                <a:off x="8651645" y="4749636"/>
                <a:ext cx="318301" cy="317452"/>
              </a:xfrm>
              <a:custGeom>
                <a:rect b="b" l="l" r="r" t="t"/>
                <a:pathLst>
                  <a:path extrusionOk="0" h="3862045" w="3872365">
                    <a:moveTo>
                      <a:pt x="1786489" y="808318"/>
                    </a:moveTo>
                    <a:cubicBezTo>
                      <a:pt x="1525809" y="610106"/>
                      <a:pt x="1257124" y="397966"/>
                      <a:pt x="1040385" y="230829"/>
                    </a:cubicBezTo>
                    <a:cubicBezTo>
                      <a:pt x="1905215" y="-194386"/>
                      <a:pt x="2650439" y="24572"/>
                      <a:pt x="3162062" y="429660"/>
                    </a:cubicBezTo>
                    <a:cubicBezTo>
                      <a:pt x="3007351" y="875340"/>
                      <a:pt x="2905932" y="1443216"/>
                      <a:pt x="2745609" y="1410478"/>
                    </a:cubicBezTo>
                    <a:cubicBezTo>
                      <a:pt x="2633182" y="1430335"/>
                      <a:pt x="2220955" y="1138671"/>
                      <a:pt x="1786489" y="808318"/>
                    </a:cubicBezTo>
                    <a:close/>
                    <a:moveTo>
                      <a:pt x="2701004" y="2590217"/>
                    </a:moveTo>
                    <a:cubicBezTo>
                      <a:pt x="2682933" y="2576481"/>
                      <a:pt x="2672282" y="2559744"/>
                      <a:pt x="2670336" y="2539383"/>
                    </a:cubicBezTo>
                    <a:cubicBezTo>
                      <a:pt x="2587360" y="2376647"/>
                      <a:pt x="3042640" y="1246798"/>
                      <a:pt x="3299881" y="563773"/>
                    </a:cubicBezTo>
                    <a:cubicBezTo>
                      <a:pt x="3959368" y="1266493"/>
                      <a:pt x="3967860" y="2043171"/>
                      <a:pt x="3730056" y="2650875"/>
                    </a:cubicBezTo>
                    <a:cubicBezTo>
                      <a:pt x="3317547" y="2635434"/>
                      <a:pt x="2827499" y="2686366"/>
                      <a:pt x="2701004" y="2590217"/>
                    </a:cubicBezTo>
                    <a:close/>
                    <a:moveTo>
                      <a:pt x="19691" y="2248546"/>
                    </a:moveTo>
                    <a:cubicBezTo>
                      <a:pt x="-100797" y="1292396"/>
                      <a:pt x="348853" y="659059"/>
                      <a:pt x="898439" y="307194"/>
                    </a:cubicBezTo>
                    <a:cubicBezTo>
                      <a:pt x="1269469" y="598575"/>
                      <a:pt x="1773388" y="879352"/>
                      <a:pt x="1690237" y="1020281"/>
                    </a:cubicBezTo>
                    <a:cubicBezTo>
                      <a:pt x="1661713" y="1200709"/>
                      <a:pt x="629275" y="1847170"/>
                      <a:pt x="19691" y="2248546"/>
                    </a:cubicBezTo>
                    <a:close/>
                    <a:moveTo>
                      <a:pt x="1805382" y="3858278"/>
                    </a:moveTo>
                    <a:cubicBezTo>
                      <a:pt x="1676483" y="3404460"/>
                      <a:pt x="1433840" y="2881111"/>
                      <a:pt x="1583946" y="2815971"/>
                    </a:cubicBezTo>
                    <a:cubicBezTo>
                      <a:pt x="1713076" y="2686769"/>
                      <a:pt x="2928316" y="2770622"/>
                      <a:pt x="3657403" y="2804207"/>
                    </a:cubicBezTo>
                    <a:cubicBezTo>
                      <a:pt x="3192869" y="3648569"/>
                      <a:pt x="2456828" y="3896652"/>
                      <a:pt x="1805382" y="3858278"/>
                    </a:cubicBezTo>
                    <a:close/>
                    <a:moveTo>
                      <a:pt x="762284" y="3480575"/>
                    </a:moveTo>
                    <a:cubicBezTo>
                      <a:pt x="380940" y="3198297"/>
                      <a:pt x="161300" y="2806810"/>
                      <a:pt x="58293" y="2412172"/>
                    </a:cubicBezTo>
                    <a:cubicBezTo>
                      <a:pt x="450067" y="2149344"/>
                      <a:pt x="872820" y="1756853"/>
                      <a:pt x="981158" y="1879484"/>
                    </a:cubicBezTo>
                    <a:cubicBezTo>
                      <a:pt x="1143940" y="1962367"/>
                      <a:pt x="1439720" y="3144041"/>
                      <a:pt x="1633080" y="3847823"/>
                    </a:cubicBezTo>
                    <a:cubicBezTo>
                      <a:pt x="1278110" y="3779994"/>
                      <a:pt x="991090" y="3649942"/>
                      <a:pt x="762284" y="348057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744" name="Google Shape;3744;p61"/>
              <p:cNvSpPr/>
              <p:nvPr/>
            </p:nvSpPr>
            <p:spPr>
              <a:xfrm>
                <a:off x="8268788" y="3120081"/>
                <a:ext cx="291831" cy="251871"/>
              </a:xfrm>
              <a:custGeom>
                <a:rect b="b" l="l" r="r" t="t"/>
                <a:pathLst>
                  <a:path extrusionOk="0" h="316007" w="366142">
                    <a:moveTo>
                      <a:pt x="241139" y="0"/>
                    </a:moveTo>
                    <a:cubicBezTo>
                      <a:pt x="265040" y="0"/>
                      <a:pt x="292051" y="14516"/>
                      <a:pt x="306633" y="31202"/>
                    </a:cubicBezTo>
                    <a:cubicBezTo>
                      <a:pt x="327151" y="29858"/>
                      <a:pt x="335397" y="19692"/>
                      <a:pt x="349699" y="10558"/>
                    </a:cubicBezTo>
                    <a:cubicBezTo>
                      <a:pt x="343170" y="29574"/>
                      <a:pt x="336047" y="54091"/>
                      <a:pt x="325569" y="59830"/>
                    </a:cubicBezTo>
                    <a:cubicBezTo>
                      <a:pt x="340338" y="61437"/>
                      <a:pt x="353079" y="55334"/>
                      <a:pt x="366142" y="52395"/>
                    </a:cubicBezTo>
                    <a:cubicBezTo>
                      <a:pt x="361514" y="66282"/>
                      <a:pt x="342655" y="74263"/>
                      <a:pt x="334454" y="94697"/>
                    </a:cubicBezTo>
                    <a:cubicBezTo>
                      <a:pt x="326254" y="115131"/>
                      <a:pt x="329982" y="126199"/>
                      <a:pt x="316939" y="174999"/>
                    </a:cubicBezTo>
                    <a:cubicBezTo>
                      <a:pt x="296102" y="242622"/>
                      <a:pt x="276174" y="279635"/>
                      <a:pt x="184305" y="311458"/>
                    </a:cubicBezTo>
                    <a:cubicBezTo>
                      <a:pt x="152057" y="320905"/>
                      <a:pt x="83508" y="315693"/>
                      <a:pt x="27716" y="295316"/>
                    </a:cubicBezTo>
                    <a:lnTo>
                      <a:pt x="0" y="281129"/>
                    </a:lnTo>
                    <a:lnTo>
                      <a:pt x="0" y="268036"/>
                    </a:lnTo>
                    <a:lnTo>
                      <a:pt x="23178" y="266110"/>
                    </a:lnTo>
                    <a:cubicBezTo>
                      <a:pt x="63548" y="261698"/>
                      <a:pt x="90116" y="254801"/>
                      <a:pt x="108726" y="240807"/>
                    </a:cubicBezTo>
                    <a:cubicBezTo>
                      <a:pt x="87700" y="241375"/>
                      <a:pt x="35310" y="244403"/>
                      <a:pt x="20535" y="200079"/>
                    </a:cubicBezTo>
                    <a:cubicBezTo>
                      <a:pt x="37583" y="203299"/>
                      <a:pt x="59856" y="197334"/>
                      <a:pt x="70653" y="194871"/>
                    </a:cubicBezTo>
                    <a:cubicBezTo>
                      <a:pt x="57204" y="189662"/>
                      <a:pt x="37595" y="181773"/>
                      <a:pt x="20899" y="168840"/>
                    </a:cubicBezTo>
                    <a:lnTo>
                      <a:pt x="0" y="146258"/>
                    </a:lnTo>
                    <a:lnTo>
                      <a:pt x="0" y="116697"/>
                    </a:lnTo>
                    <a:lnTo>
                      <a:pt x="14104" y="121836"/>
                    </a:lnTo>
                    <a:cubicBezTo>
                      <a:pt x="23887" y="123910"/>
                      <a:pt x="33812" y="125203"/>
                      <a:pt x="40441" y="126434"/>
                    </a:cubicBezTo>
                    <a:cubicBezTo>
                      <a:pt x="9945" y="103325"/>
                      <a:pt x="-5039" y="60063"/>
                      <a:pt x="20722" y="8541"/>
                    </a:cubicBezTo>
                    <a:cubicBezTo>
                      <a:pt x="76047" y="73391"/>
                      <a:pt x="116697" y="97001"/>
                      <a:pt x="168525" y="104817"/>
                    </a:cubicBezTo>
                    <a:cubicBezTo>
                      <a:pt x="166649" y="98530"/>
                      <a:pt x="164888" y="89662"/>
                      <a:pt x="165796" y="68430"/>
                    </a:cubicBezTo>
                    <a:cubicBezTo>
                      <a:pt x="166838" y="44047"/>
                      <a:pt x="190944" y="0"/>
                      <a:pt x="241139"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3745" name="Google Shape;3745;p61"/>
              <p:cNvSpPr/>
              <p:nvPr/>
            </p:nvSpPr>
            <p:spPr>
              <a:xfrm>
                <a:off x="10509375" y="4197069"/>
                <a:ext cx="172150" cy="348350"/>
              </a:xfrm>
              <a:custGeom>
                <a:rect b="b" l="l" r="r" t="t"/>
                <a:pathLst>
                  <a:path extrusionOk="0" h="455920" w="225309">
                    <a:moveTo>
                      <a:pt x="139383" y="455355"/>
                    </a:moveTo>
                    <a:lnTo>
                      <a:pt x="139383" y="455920"/>
                    </a:lnTo>
                    <a:lnTo>
                      <a:pt x="139383" y="455355"/>
                    </a:lnTo>
                    <a:close/>
                    <a:moveTo>
                      <a:pt x="54403" y="455920"/>
                    </a:moveTo>
                    <a:lnTo>
                      <a:pt x="54403" y="455355"/>
                    </a:lnTo>
                    <a:lnTo>
                      <a:pt x="54403" y="455920"/>
                    </a:lnTo>
                    <a:close/>
                    <a:moveTo>
                      <a:pt x="193296" y="6"/>
                    </a:moveTo>
                    <a:cubicBezTo>
                      <a:pt x="204595" y="73"/>
                      <a:pt x="214144" y="770"/>
                      <a:pt x="225309" y="2823"/>
                    </a:cubicBezTo>
                    <a:cubicBezTo>
                      <a:pt x="225271" y="27274"/>
                      <a:pt x="222913" y="50194"/>
                      <a:pt x="219909" y="69600"/>
                    </a:cubicBezTo>
                    <a:cubicBezTo>
                      <a:pt x="188141" y="67117"/>
                      <a:pt x="138250" y="66776"/>
                      <a:pt x="139383" y="96177"/>
                    </a:cubicBezTo>
                    <a:lnTo>
                      <a:pt x="139383" y="140898"/>
                    </a:lnTo>
                    <a:lnTo>
                      <a:pt x="217171" y="140898"/>
                    </a:lnTo>
                    <a:lnTo>
                      <a:pt x="211626" y="215050"/>
                    </a:lnTo>
                    <a:lnTo>
                      <a:pt x="139383" y="216436"/>
                    </a:lnTo>
                    <a:lnTo>
                      <a:pt x="139383" y="455355"/>
                    </a:lnTo>
                    <a:lnTo>
                      <a:pt x="54403" y="455355"/>
                    </a:lnTo>
                    <a:lnTo>
                      <a:pt x="54403" y="216436"/>
                    </a:lnTo>
                    <a:lnTo>
                      <a:pt x="0" y="216436"/>
                    </a:lnTo>
                    <a:lnTo>
                      <a:pt x="0" y="140898"/>
                    </a:lnTo>
                    <a:lnTo>
                      <a:pt x="54403" y="140898"/>
                    </a:lnTo>
                    <a:lnTo>
                      <a:pt x="54403" y="90429"/>
                    </a:lnTo>
                    <a:cubicBezTo>
                      <a:pt x="54356" y="90266"/>
                      <a:pt x="54310" y="90103"/>
                      <a:pt x="54263" y="89940"/>
                    </a:cubicBezTo>
                    <a:cubicBezTo>
                      <a:pt x="54393" y="21715"/>
                      <a:pt x="104084" y="2174"/>
                      <a:pt x="150786" y="971"/>
                    </a:cubicBezTo>
                    <a:cubicBezTo>
                      <a:pt x="168948" y="503"/>
                      <a:pt x="181997" y="-60"/>
                      <a:pt x="193296" y="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700"/>
                  <a:buFont typeface="Calibri"/>
                  <a:buNone/>
                </a:pPr>
                <a:r>
                  <a:t/>
                </a:r>
                <a:endParaRPr b="0" i="0" sz="2700" u="none" cap="none" strike="noStrike">
                  <a:solidFill>
                    <a:schemeClr val="dk1"/>
                  </a:solidFill>
                  <a:latin typeface="Arial"/>
                  <a:ea typeface="Arial"/>
                  <a:cs typeface="Arial"/>
                  <a:sym typeface="Arial"/>
                </a:endParaRPr>
              </a:p>
            </p:txBody>
          </p:sp>
          <p:sp>
            <p:nvSpPr>
              <p:cNvPr id="3746" name="Google Shape;3746;p61"/>
              <p:cNvSpPr/>
              <p:nvPr/>
            </p:nvSpPr>
            <p:spPr>
              <a:xfrm>
                <a:off x="8105957" y="3478924"/>
                <a:ext cx="284621" cy="282605"/>
              </a:xfrm>
              <a:custGeom>
                <a:rect b="b" l="l" r="r" t="t"/>
                <a:pathLst>
                  <a:path extrusionOk="0" h="297454" w="299575">
                    <a:moveTo>
                      <a:pt x="249204" y="123541"/>
                    </a:moveTo>
                    <a:cubicBezTo>
                      <a:pt x="240190" y="123011"/>
                      <a:pt x="239659" y="128843"/>
                      <a:pt x="241250" y="136266"/>
                    </a:cubicBezTo>
                    <a:cubicBezTo>
                      <a:pt x="245492" y="158536"/>
                      <a:pt x="240720" y="179214"/>
                      <a:pt x="229055" y="198302"/>
                    </a:cubicBezTo>
                    <a:cubicBezTo>
                      <a:pt x="206255" y="234888"/>
                      <a:pt x="158536" y="250264"/>
                      <a:pt x="116648" y="234888"/>
                    </a:cubicBezTo>
                    <a:cubicBezTo>
                      <a:pt x="83774" y="222692"/>
                      <a:pt x="50901" y="185577"/>
                      <a:pt x="59914" y="135736"/>
                    </a:cubicBezTo>
                    <a:cubicBezTo>
                      <a:pt x="60444" y="132555"/>
                      <a:pt x="62565" y="127252"/>
                      <a:pt x="58324" y="125662"/>
                    </a:cubicBezTo>
                    <a:cubicBezTo>
                      <a:pt x="51431" y="122481"/>
                      <a:pt x="43477" y="123541"/>
                      <a:pt x="36585" y="125131"/>
                    </a:cubicBezTo>
                    <a:cubicBezTo>
                      <a:pt x="30222" y="126722"/>
                      <a:pt x="31813" y="133085"/>
                      <a:pt x="31813" y="137857"/>
                    </a:cubicBezTo>
                    <a:cubicBezTo>
                      <a:pt x="31813" y="174442"/>
                      <a:pt x="31813" y="210497"/>
                      <a:pt x="31813" y="247082"/>
                    </a:cubicBezTo>
                    <a:cubicBezTo>
                      <a:pt x="31813" y="262989"/>
                      <a:pt x="35524" y="266701"/>
                      <a:pt x="51961" y="266701"/>
                    </a:cubicBezTo>
                    <a:cubicBezTo>
                      <a:pt x="84835" y="266701"/>
                      <a:pt x="117178" y="266701"/>
                      <a:pt x="150052" y="266701"/>
                    </a:cubicBezTo>
                    <a:cubicBezTo>
                      <a:pt x="183456" y="266701"/>
                      <a:pt x="217390" y="266701"/>
                      <a:pt x="250794" y="266701"/>
                    </a:cubicBezTo>
                    <a:cubicBezTo>
                      <a:pt x="262459" y="266701"/>
                      <a:pt x="269352" y="261929"/>
                      <a:pt x="269352" y="250264"/>
                    </a:cubicBezTo>
                    <a:cubicBezTo>
                      <a:pt x="269352" y="211558"/>
                      <a:pt x="269352" y="173382"/>
                      <a:pt x="269352" y="134675"/>
                    </a:cubicBezTo>
                    <a:cubicBezTo>
                      <a:pt x="268822" y="126987"/>
                      <a:pt x="265773" y="124337"/>
                      <a:pt x="261863" y="123541"/>
                    </a:cubicBezTo>
                    <a:cubicBezTo>
                      <a:pt x="257952" y="122746"/>
                      <a:pt x="253180" y="123806"/>
                      <a:pt x="249204" y="123541"/>
                    </a:cubicBezTo>
                    <a:close/>
                    <a:moveTo>
                      <a:pt x="151642" y="88016"/>
                    </a:moveTo>
                    <a:cubicBezTo>
                      <a:pt x="116648" y="87486"/>
                      <a:pt x="89076" y="113997"/>
                      <a:pt x="89076" y="147931"/>
                    </a:cubicBezTo>
                    <a:cubicBezTo>
                      <a:pt x="89076" y="180805"/>
                      <a:pt x="117178" y="208377"/>
                      <a:pt x="150582" y="208377"/>
                    </a:cubicBezTo>
                    <a:cubicBezTo>
                      <a:pt x="183986" y="208377"/>
                      <a:pt x="212088" y="181335"/>
                      <a:pt x="212088" y="148461"/>
                    </a:cubicBezTo>
                    <a:cubicBezTo>
                      <a:pt x="212088" y="115058"/>
                      <a:pt x="185577" y="88546"/>
                      <a:pt x="151642" y="88016"/>
                    </a:cubicBezTo>
                    <a:close/>
                    <a:moveTo>
                      <a:pt x="234357" y="29162"/>
                    </a:moveTo>
                    <a:cubicBezTo>
                      <a:pt x="207846" y="29162"/>
                      <a:pt x="204135" y="32873"/>
                      <a:pt x="203605" y="60444"/>
                    </a:cubicBezTo>
                    <a:cubicBezTo>
                      <a:pt x="203605" y="90137"/>
                      <a:pt x="205195" y="92258"/>
                      <a:pt x="235948" y="92258"/>
                    </a:cubicBezTo>
                    <a:cubicBezTo>
                      <a:pt x="267762" y="92258"/>
                      <a:pt x="268822" y="91197"/>
                      <a:pt x="268822" y="59914"/>
                    </a:cubicBezTo>
                    <a:cubicBezTo>
                      <a:pt x="268822" y="57794"/>
                      <a:pt x="268822" y="55673"/>
                      <a:pt x="268822" y="53552"/>
                    </a:cubicBezTo>
                    <a:cubicBezTo>
                      <a:pt x="268822" y="35524"/>
                      <a:pt x="263519" y="29692"/>
                      <a:pt x="245492" y="29162"/>
                    </a:cubicBezTo>
                    <a:cubicBezTo>
                      <a:pt x="241781" y="29162"/>
                      <a:pt x="238069" y="29162"/>
                      <a:pt x="234357" y="29162"/>
                    </a:cubicBezTo>
                    <a:close/>
                    <a:moveTo>
                      <a:pt x="41887" y="0"/>
                    </a:moveTo>
                    <a:cubicBezTo>
                      <a:pt x="113998" y="0"/>
                      <a:pt x="186108" y="0"/>
                      <a:pt x="258217" y="0"/>
                    </a:cubicBezTo>
                    <a:cubicBezTo>
                      <a:pt x="284728" y="0"/>
                      <a:pt x="299575" y="14846"/>
                      <a:pt x="299575" y="41887"/>
                    </a:cubicBezTo>
                    <a:cubicBezTo>
                      <a:pt x="299575" y="112937"/>
                      <a:pt x="299575" y="184517"/>
                      <a:pt x="299575" y="255567"/>
                    </a:cubicBezTo>
                    <a:cubicBezTo>
                      <a:pt x="299575" y="283138"/>
                      <a:pt x="285789" y="297454"/>
                      <a:pt x="257687" y="297454"/>
                    </a:cubicBezTo>
                    <a:cubicBezTo>
                      <a:pt x="221632" y="297454"/>
                      <a:pt x="185577" y="297454"/>
                      <a:pt x="149522" y="297454"/>
                    </a:cubicBezTo>
                    <a:cubicBezTo>
                      <a:pt x="113467" y="297454"/>
                      <a:pt x="77412" y="297454"/>
                      <a:pt x="41357" y="297454"/>
                    </a:cubicBezTo>
                    <a:cubicBezTo>
                      <a:pt x="14315" y="297454"/>
                      <a:pt x="0" y="283138"/>
                      <a:pt x="0" y="256096"/>
                    </a:cubicBezTo>
                    <a:cubicBezTo>
                      <a:pt x="0" y="184517"/>
                      <a:pt x="0" y="112937"/>
                      <a:pt x="0" y="41357"/>
                    </a:cubicBezTo>
                    <a:cubicBezTo>
                      <a:pt x="0" y="14315"/>
                      <a:pt x="14846" y="0"/>
                      <a:pt x="41887"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grpSp>
        <p:grpSp>
          <p:nvGrpSpPr>
            <p:cNvPr id="3747" name="Google Shape;3747;p61"/>
            <p:cNvGrpSpPr/>
            <p:nvPr/>
          </p:nvGrpSpPr>
          <p:grpSpPr>
            <a:xfrm>
              <a:off x="8955547" y="3191206"/>
              <a:ext cx="1044109" cy="1340343"/>
              <a:chOff x="3425013" y="0"/>
              <a:chExt cx="5341478" cy="6856954"/>
            </a:xfrm>
          </p:grpSpPr>
          <p:sp>
            <p:nvSpPr>
              <p:cNvPr id="3748" name="Google Shape;3748;p61"/>
              <p:cNvSpPr/>
              <p:nvPr/>
            </p:nvSpPr>
            <p:spPr>
              <a:xfrm>
                <a:off x="3425013" y="0"/>
                <a:ext cx="5341478" cy="6856954"/>
              </a:xfrm>
              <a:custGeom>
                <a:rect b="b" l="l" r="r" t="t"/>
                <a:pathLst>
                  <a:path extrusionOk="0" h="6856954" w="5341478">
                    <a:moveTo>
                      <a:pt x="2688415" y="0"/>
                    </a:moveTo>
                    <a:cubicBezTo>
                      <a:pt x="2688415" y="0"/>
                      <a:pt x="956487" y="1166644"/>
                      <a:pt x="25123" y="1019550"/>
                    </a:cubicBezTo>
                    <a:cubicBezTo>
                      <a:pt x="-26116" y="2058707"/>
                      <a:pt x="15276" y="3058651"/>
                      <a:pt x="25123" y="3846231"/>
                    </a:cubicBezTo>
                    <a:cubicBezTo>
                      <a:pt x="54577" y="5744861"/>
                      <a:pt x="2642056" y="6856955"/>
                      <a:pt x="2642056" y="6856955"/>
                    </a:cubicBezTo>
                    <a:cubicBezTo>
                      <a:pt x="2642056" y="6856955"/>
                      <a:pt x="5064141" y="5921234"/>
                      <a:pt x="5338636" y="3952543"/>
                    </a:cubicBezTo>
                    <a:cubicBezTo>
                      <a:pt x="5328789" y="2980224"/>
                      <a:pt x="5348483" y="1950827"/>
                      <a:pt x="5338636" y="1048917"/>
                    </a:cubicBezTo>
                    <a:cubicBezTo>
                      <a:pt x="3593636" y="764663"/>
                      <a:pt x="2688415" y="0"/>
                      <a:pt x="2688415" y="0"/>
                    </a:cubicBezTo>
                    <a:close/>
                  </a:path>
                </a:pathLst>
              </a:custGeom>
              <a:noFill/>
              <a:ln cap="flat" cmpd="sng" w="3175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749" name="Google Shape;3749;p61"/>
              <p:cNvSpPr/>
              <p:nvPr/>
            </p:nvSpPr>
            <p:spPr>
              <a:xfrm>
                <a:off x="3692070" y="321376"/>
                <a:ext cx="4817313" cy="6184138"/>
              </a:xfrm>
              <a:custGeom>
                <a:rect b="b" l="l" r="r" t="t"/>
                <a:pathLst>
                  <a:path extrusionOk="0" h="6184138" w="4817313">
                    <a:moveTo>
                      <a:pt x="2424582" y="0"/>
                    </a:moveTo>
                    <a:cubicBezTo>
                      <a:pt x="2424582" y="0"/>
                      <a:pt x="862578" y="1052141"/>
                      <a:pt x="22626" y="919512"/>
                    </a:cubicBezTo>
                    <a:cubicBezTo>
                      <a:pt x="-23559" y="1856714"/>
                      <a:pt x="13825" y="2758537"/>
                      <a:pt x="22626" y="3468824"/>
                    </a:cubicBezTo>
                    <a:cubicBezTo>
                      <a:pt x="49117" y="5181145"/>
                      <a:pt x="2382841" y="6184138"/>
                      <a:pt x="2382841" y="6184138"/>
                    </a:cubicBezTo>
                    <a:cubicBezTo>
                      <a:pt x="2382841" y="6184138"/>
                      <a:pt x="4567206" y="5340265"/>
                      <a:pt x="4814773" y="3564766"/>
                    </a:cubicBezTo>
                    <a:cubicBezTo>
                      <a:pt x="4805973" y="2687778"/>
                      <a:pt x="4823575" y="1759465"/>
                      <a:pt x="4814773" y="946003"/>
                    </a:cubicBezTo>
                    <a:cubicBezTo>
                      <a:pt x="3240919" y="689634"/>
                      <a:pt x="2424582" y="0"/>
                      <a:pt x="2424582"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750" name="Google Shape;3750;p61"/>
              <p:cNvSpPr/>
              <p:nvPr/>
            </p:nvSpPr>
            <p:spPr>
              <a:xfrm>
                <a:off x="5077582" y="3107623"/>
                <a:ext cx="1971904" cy="1813799"/>
              </a:xfrm>
              <a:custGeom>
                <a:rect b="b" l="l" r="r" t="t"/>
                <a:pathLst>
                  <a:path extrusionOk="0" h="1813799" w="1971904">
                    <a:moveTo>
                      <a:pt x="1970433" y="1441139"/>
                    </a:moveTo>
                    <a:cubicBezTo>
                      <a:pt x="1467194" y="1954225"/>
                      <a:pt x="555524" y="1921547"/>
                      <a:pt x="0" y="1441139"/>
                    </a:cubicBezTo>
                    <a:cubicBezTo>
                      <a:pt x="0" y="1079329"/>
                      <a:pt x="0" y="0"/>
                      <a:pt x="0" y="0"/>
                    </a:cubicBezTo>
                    <a:lnTo>
                      <a:pt x="1970433" y="0"/>
                    </a:lnTo>
                    <a:cubicBezTo>
                      <a:pt x="1970433" y="87"/>
                      <a:pt x="1973745" y="1079329"/>
                      <a:pt x="1970433" y="144113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751" name="Google Shape;3751;p61"/>
              <p:cNvSpPr/>
              <p:nvPr/>
            </p:nvSpPr>
            <p:spPr>
              <a:xfrm>
                <a:off x="5332382" y="1718072"/>
                <a:ext cx="1483576" cy="1261366"/>
              </a:xfrm>
              <a:custGeom>
                <a:rect b="b" l="l" r="r" t="t"/>
                <a:pathLst>
                  <a:path extrusionOk="0" h="1261366" w="1483576">
                    <a:moveTo>
                      <a:pt x="741832" y="0"/>
                    </a:moveTo>
                    <a:lnTo>
                      <a:pt x="741832" y="0"/>
                    </a:lnTo>
                    <a:cubicBezTo>
                      <a:pt x="332182" y="0"/>
                      <a:pt x="0" y="332095"/>
                      <a:pt x="0" y="741745"/>
                    </a:cubicBezTo>
                    <a:lnTo>
                      <a:pt x="0" y="1261367"/>
                    </a:lnTo>
                    <a:lnTo>
                      <a:pt x="292445" y="1261367"/>
                    </a:lnTo>
                    <a:lnTo>
                      <a:pt x="292445" y="735209"/>
                    </a:lnTo>
                    <a:cubicBezTo>
                      <a:pt x="292445" y="499231"/>
                      <a:pt x="483720" y="307956"/>
                      <a:pt x="719698" y="307956"/>
                    </a:cubicBezTo>
                    <a:lnTo>
                      <a:pt x="719698" y="307956"/>
                    </a:lnTo>
                    <a:cubicBezTo>
                      <a:pt x="955676" y="307956"/>
                      <a:pt x="1146950" y="499231"/>
                      <a:pt x="1146950" y="735209"/>
                    </a:cubicBezTo>
                    <a:lnTo>
                      <a:pt x="1146950" y="1261367"/>
                    </a:lnTo>
                    <a:lnTo>
                      <a:pt x="1483576" y="1261367"/>
                    </a:lnTo>
                    <a:lnTo>
                      <a:pt x="1483576" y="741745"/>
                    </a:lnTo>
                    <a:cubicBezTo>
                      <a:pt x="1483664" y="332095"/>
                      <a:pt x="1151569" y="0"/>
                      <a:pt x="741832"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3752" name="Google Shape;3752;p61"/>
              <p:cNvSpPr/>
              <p:nvPr/>
            </p:nvSpPr>
            <p:spPr>
              <a:xfrm>
                <a:off x="5864640" y="3547424"/>
                <a:ext cx="405205" cy="796469"/>
              </a:xfrm>
              <a:custGeom>
                <a:rect b="b" l="l" r="r" t="t"/>
                <a:pathLst>
                  <a:path extrusionOk="0" h="796469" w="405205">
                    <a:moveTo>
                      <a:pt x="353618" y="639528"/>
                    </a:moveTo>
                    <a:lnTo>
                      <a:pt x="310135" y="639528"/>
                    </a:lnTo>
                    <a:cubicBezTo>
                      <a:pt x="311006" y="635781"/>
                      <a:pt x="311529" y="631947"/>
                      <a:pt x="311529" y="628026"/>
                    </a:cubicBezTo>
                    <a:lnTo>
                      <a:pt x="311529" y="570861"/>
                    </a:lnTo>
                    <a:cubicBezTo>
                      <a:pt x="311529" y="543324"/>
                      <a:pt x="289221" y="521016"/>
                      <a:pt x="261685" y="521016"/>
                    </a:cubicBezTo>
                    <a:lnTo>
                      <a:pt x="261423" y="521016"/>
                    </a:lnTo>
                    <a:lnTo>
                      <a:pt x="261423" y="396492"/>
                    </a:lnTo>
                    <a:cubicBezTo>
                      <a:pt x="344643" y="371308"/>
                      <a:pt x="405206" y="294014"/>
                      <a:pt x="405206" y="202603"/>
                    </a:cubicBezTo>
                    <a:cubicBezTo>
                      <a:pt x="405206" y="90714"/>
                      <a:pt x="314492" y="0"/>
                      <a:pt x="202603" y="0"/>
                    </a:cubicBezTo>
                    <a:cubicBezTo>
                      <a:pt x="90714" y="0"/>
                      <a:pt x="0" y="90714"/>
                      <a:pt x="0" y="202603"/>
                    </a:cubicBezTo>
                    <a:cubicBezTo>
                      <a:pt x="0" y="294014"/>
                      <a:pt x="60563" y="371308"/>
                      <a:pt x="143783" y="396492"/>
                    </a:cubicBezTo>
                    <a:lnTo>
                      <a:pt x="143783" y="521016"/>
                    </a:lnTo>
                    <a:lnTo>
                      <a:pt x="143521" y="521016"/>
                    </a:lnTo>
                    <a:cubicBezTo>
                      <a:pt x="115985" y="521016"/>
                      <a:pt x="93677" y="543324"/>
                      <a:pt x="93677" y="570861"/>
                    </a:cubicBezTo>
                    <a:lnTo>
                      <a:pt x="93677" y="628026"/>
                    </a:lnTo>
                    <a:cubicBezTo>
                      <a:pt x="93677" y="632034"/>
                      <a:pt x="94199" y="635868"/>
                      <a:pt x="95071" y="639528"/>
                    </a:cubicBezTo>
                    <a:lnTo>
                      <a:pt x="51587" y="639528"/>
                    </a:lnTo>
                    <a:cubicBezTo>
                      <a:pt x="35118" y="639528"/>
                      <a:pt x="21785" y="652861"/>
                      <a:pt x="21785" y="669330"/>
                    </a:cubicBezTo>
                    <a:lnTo>
                      <a:pt x="21785" y="766667"/>
                    </a:lnTo>
                    <a:cubicBezTo>
                      <a:pt x="21785" y="783137"/>
                      <a:pt x="35118" y="796469"/>
                      <a:pt x="51587" y="796469"/>
                    </a:cubicBezTo>
                    <a:lnTo>
                      <a:pt x="353705" y="796469"/>
                    </a:lnTo>
                    <a:cubicBezTo>
                      <a:pt x="370175" y="796469"/>
                      <a:pt x="383508" y="783137"/>
                      <a:pt x="383508" y="766667"/>
                    </a:cubicBezTo>
                    <a:lnTo>
                      <a:pt x="383508" y="669330"/>
                    </a:lnTo>
                    <a:cubicBezTo>
                      <a:pt x="383333" y="652861"/>
                      <a:pt x="370001" y="639528"/>
                      <a:pt x="353618" y="63952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grpSp>
      </p:grpSp>
      <p:pic>
        <p:nvPicPr>
          <p:cNvPr id="3753" name="Google Shape;3753;p61"/>
          <p:cNvPicPr preferRelativeResize="0"/>
          <p:nvPr/>
        </p:nvPicPr>
        <p:blipFill rotWithShape="1">
          <a:blip r:embed="rId3">
            <a:alphaModFix/>
          </a:blip>
          <a:srcRect b="0" l="0" r="0" t="0"/>
          <a:stretch/>
        </p:blipFill>
        <p:spPr>
          <a:xfrm>
            <a:off x="0" y="0"/>
            <a:ext cx="1011299" cy="1132764"/>
          </a:xfrm>
          <a:prstGeom prst="rect">
            <a:avLst/>
          </a:prstGeom>
          <a:noFill/>
          <a:ln>
            <a:noFill/>
          </a:ln>
        </p:spPr>
      </p:pic>
      <p:pic>
        <p:nvPicPr>
          <p:cNvPr descr="https://cdn.slidesharecdn.com/ss_thumbnails/presentperfectvspresentperfectcontinuous-150623105817-lva1-app6891-thumbnail-4.jpg?cb=1435057278" id="3754" name="Google Shape;3754;p61"/>
          <p:cNvPicPr preferRelativeResize="0"/>
          <p:nvPr/>
        </p:nvPicPr>
        <p:blipFill rotWithShape="1">
          <a:blip r:embed="rId4">
            <a:alphaModFix/>
          </a:blip>
          <a:srcRect b="2841" l="0" r="0" t="20644"/>
          <a:stretch/>
        </p:blipFill>
        <p:spPr>
          <a:xfrm>
            <a:off x="218788" y="1788311"/>
            <a:ext cx="10938851" cy="4682542"/>
          </a:xfrm>
          <a:prstGeom prst="rect">
            <a:avLst/>
          </a:prstGeom>
          <a:noFill/>
          <a:ln>
            <a:noFill/>
          </a:ln>
        </p:spPr>
      </p:pic>
      <p:sp>
        <p:nvSpPr>
          <p:cNvPr id="3755" name="Google Shape;3755;p61"/>
          <p:cNvSpPr txBox="1"/>
          <p:nvPr/>
        </p:nvSpPr>
        <p:spPr>
          <a:xfrm>
            <a:off x="1169525" y="454058"/>
            <a:ext cx="5158705"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DBC"/>
              </a:buClr>
              <a:buSzPts val="4800"/>
              <a:buFont typeface="Arial"/>
              <a:buNone/>
            </a:pPr>
            <a:r>
              <a:rPr b="1" i="0" lang="en-US" sz="4800" u="none" cap="none" strike="noStrike">
                <a:solidFill>
                  <a:srgbClr val="008DBC"/>
                </a:solidFill>
                <a:latin typeface="Arial"/>
                <a:ea typeface="Arial"/>
                <a:cs typeface="Arial"/>
                <a:sym typeface="Arial"/>
              </a:rPr>
              <a:t>To wrap up:</a:t>
            </a:r>
            <a:endParaRPr b="0" i="0" sz="1800" u="none" cap="none" strike="noStrike">
              <a:solidFill>
                <a:schemeClr val="dk1"/>
              </a:solidFill>
              <a:latin typeface="Calibri"/>
              <a:ea typeface="Calibri"/>
              <a:cs typeface="Calibri"/>
              <a:sym typeface="Calibri"/>
            </a:endParaRPr>
          </a:p>
        </p:txBody>
      </p:sp>
      <p:sp>
        <p:nvSpPr>
          <p:cNvPr id="3756" name="Google Shape;3756;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ransition spd="slow">
    <p:push/>
  </p:transition>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0" name="Shape 3760"/>
        <p:cNvGrpSpPr/>
        <p:nvPr/>
      </p:nvGrpSpPr>
      <p:grpSpPr>
        <a:xfrm>
          <a:off x="0" y="0"/>
          <a:ext cx="0" cy="0"/>
          <a:chOff x="0" y="0"/>
          <a:chExt cx="0" cy="0"/>
        </a:xfrm>
      </p:grpSpPr>
      <p:sp>
        <p:nvSpPr>
          <p:cNvPr id="3761" name="Google Shape;3761;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762" name="Google Shape;3762;p62"/>
          <p:cNvSpPr txBox="1"/>
          <p:nvPr/>
        </p:nvSpPr>
        <p:spPr>
          <a:xfrm>
            <a:off x="304801" y="249282"/>
            <a:ext cx="4261126" cy="8309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i="0" lang="en-US" sz="4800" u="none" cap="none" strike="noStrike">
                <a:solidFill>
                  <a:schemeClr val="dk1"/>
                </a:solidFill>
                <a:latin typeface="Corben"/>
                <a:ea typeface="Corben"/>
                <a:cs typeface="Corben"/>
                <a:sym typeface="Corben"/>
              </a:rPr>
              <a:t>Remember..</a:t>
            </a:r>
            <a:endParaRPr b="1" i="0" sz="4800" u="none" cap="none" strike="noStrike">
              <a:solidFill>
                <a:schemeClr val="dk1"/>
              </a:solidFill>
              <a:latin typeface="Corben"/>
              <a:ea typeface="Corben"/>
              <a:cs typeface="Corben"/>
              <a:sym typeface="Corben"/>
            </a:endParaRPr>
          </a:p>
        </p:txBody>
      </p:sp>
      <p:pic>
        <p:nvPicPr>
          <p:cNvPr id="3763" name="Google Shape;3763;p62"/>
          <p:cNvPicPr preferRelativeResize="0"/>
          <p:nvPr/>
        </p:nvPicPr>
        <p:blipFill rotWithShape="1">
          <a:blip r:embed="rId3">
            <a:alphaModFix/>
          </a:blip>
          <a:srcRect b="0" l="0" r="0" t="0"/>
          <a:stretch/>
        </p:blipFill>
        <p:spPr>
          <a:xfrm>
            <a:off x="4800600" y="0"/>
            <a:ext cx="7391400" cy="6858000"/>
          </a:xfrm>
          <a:prstGeom prst="rect">
            <a:avLst/>
          </a:prstGeom>
          <a:noFill/>
          <a:ln>
            <a:noFill/>
          </a:ln>
        </p:spPr>
      </p:pic>
      <p:sp>
        <p:nvSpPr>
          <p:cNvPr id="3764" name="Google Shape;3764;p62"/>
          <p:cNvSpPr/>
          <p:nvPr/>
        </p:nvSpPr>
        <p:spPr>
          <a:xfrm>
            <a:off x="7277099" y="1849438"/>
            <a:ext cx="3750734" cy="3293533"/>
          </a:xfrm>
          <a:prstGeom prst="rect">
            <a:avLst/>
          </a:prstGeom>
          <a:solidFill>
            <a:srgbClr val="CFD1D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800" u="none" cap="none" strike="noStrike">
                <a:solidFill>
                  <a:schemeClr val="dk1"/>
                </a:solidFill>
                <a:latin typeface="Federo"/>
                <a:ea typeface="Federo"/>
                <a:cs typeface="Federo"/>
                <a:sym typeface="Federo"/>
              </a:rPr>
              <a:t>“Mental health is not a destination, but a process. It's about how you drive, not where you're going.”</a:t>
            </a:r>
            <a:endParaRPr/>
          </a:p>
          <a:p>
            <a:pPr indent="0" lvl="0" marL="0" marR="0" rtl="0" algn="ctr">
              <a:lnSpc>
                <a:spcPct val="100000"/>
              </a:lnSpc>
              <a:spcBef>
                <a:spcPts val="0"/>
              </a:spcBef>
              <a:spcAft>
                <a:spcPts val="0"/>
              </a:spcAft>
              <a:buNone/>
            </a:pPr>
            <a:r>
              <a:t/>
            </a:r>
            <a:endParaRPr b="1" i="0" sz="2800" u="none" cap="none" strike="noStrike">
              <a:solidFill>
                <a:schemeClr val="dk1"/>
              </a:solidFill>
              <a:latin typeface="Federo"/>
              <a:ea typeface="Federo"/>
              <a:cs typeface="Federo"/>
              <a:sym typeface="Federo"/>
            </a:endParaRPr>
          </a:p>
          <a:p>
            <a:pPr indent="0" lvl="0" marL="0" marR="0" rtl="0" algn="ctr">
              <a:lnSpc>
                <a:spcPct val="100000"/>
              </a:lnSpc>
              <a:spcBef>
                <a:spcPts val="0"/>
              </a:spcBef>
              <a:spcAft>
                <a:spcPts val="0"/>
              </a:spcAft>
              <a:buNone/>
            </a:pPr>
            <a:r>
              <a:rPr b="1" i="0" lang="en-US" sz="2800" u="none" cap="none" strike="noStrike">
                <a:solidFill>
                  <a:schemeClr val="dk1"/>
                </a:solidFill>
                <a:latin typeface="Federo"/>
                <a:ea typeface="Federo"/>
                <a:cs typeface="Federo"/>
                <a:sym typeface="Federo"/>
              </a:rPr>
              <a:t>- Noam Shpancer</a:t>
            </a:r>
            <a:endParaRPr b="1" i="0" sz="2800" u="none" cap="none" strike="noStrike">
              <a:solidFill>
                <a:schemeClr val="dk1"/>
              </a:solidFill>
              <a:latin typeface="Federo"/>
              <a:ea typeface="Federo"/>
              <a:cs typeface="Federo"/>
              <a:sym typeface="Federo"/>
            </a:endParaRPr>
          </a:p>
        </p:txBody>
      </p:sp>
    </p:spTree>
  </p:cSld>
  <p:clrMapOvr>
    <a:masterClrMapping/>
  </p:clrMapOvr>
  <p:transition spd="slow">
    <p:push/>
  </p:transition>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8" name="Shape 3768"/>
        <p:cNvGrpSpPr/>
        <p:nvPr/>
      </p:nvGrpSpPr>
      <p:grpSpPr>
        <a:xfrm>
          <a:off x="0" y="0"/>
          <a:ext cx="0" cy="0"/>
          <a:chOff x="0" y="0"/>
          <a:chExt cx="0" cy="0"/>
        </a:xfrm>
      </p:grpSpPr>
      <p:sp>
        <p:nvSpPr>
          <p:cNvPr id="3769" name="Google Shape;3769;p63"/>
          <p:cNvSpPr txBox="1"/>
          <p:nvPr>
            <p:ph type="title"/>
          </p:nvPr>
        </p:nvSpPr>
        <p:spPr>
          <a:xfrm>
            <a:off x="418143" y="2766218"/>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0C0C0C"/>
              </a:buClr>
              <a:buSzPct val="100000"/>
              <a:buFont typeface="Arial"/>
              <a:buNone/>
            </a:pPr>
            <a:r>
              <a:rPr lang="en-US" sz="6600">
                <a:solidFill>
                  <a:srgbClr val="80251E"/>
                </a:solidFill>
                <a:latin typeface="Corben"/>
                <a:ea typeface="Corben"/>
                <a:cs typeface="Corben"/>
                <a:sym typeface="Corben"/>
              </a:rPr>
              <a:t>THANK YOU!</a:t>
            </a:r>
            <a:br>
              <a:rPr lang="en-US" sz="6600">
                <a:solidFill>
                  <a:srgbClr val="80251E"/>
                </a:solidFill>
                <a:latin typeface="Corben"/>
                <a:ea typeface="Corben"/>
                <a:cs typeface="Corben"/>
                <a:sym typeface="Corben"/>
              </a:rPr>
            </a:br>
            <a:r>
              <a:rPr lang="en-US" sz="4000" u="sng">
                <a:solidFill>
                  <a:srgbClr val="80251E"/>
                </a:solidFill>
                <a:latin typeface="Corben"/>
                <a:ea typeface="Corben"/>
                <a:cs typeface="Corben"/>
                <a:sym typeface="Corben"/>
              </a:rPr>
              <a:t>Any Questions?</a:t>
            </a:r>
            <a:br>
              <a:rPr lang="en-US" sz="4000" u="sng">
                <a:solidFill>
                  <a:srgbClr val="80251E"/>
                </a:solidFill>
                <a:latin typeface="Corben"/>
                <a:ea typeface="Corben"/>
                <a:cs typeface="Corben"/>
                <a:sym typeface="Corben"/>
              </a:rPr>
            </a:br>
            <a:endParaRPr sz="4000" u="sng">
              <a:solidFill>
                <a:srgbClr val="80251E"/>
              </a:solidFill>
              <a:latin typeface="Corben"/>
              <a:ea typeface="Corben"/>
              <a:cs typeface="Corben"/>
              <a:sym typeface="Corben"/>
            </a:endParaRPr>
          </a:p>
        </p:txBody>
      </p:sp>
      <p:grpSp>
        <p:nvGrpSpPr>
          <p:cNvPr id="3770" name="Google Shape;3770;p63"/>
          <p:cNvGrpSpPr/>
          <p:nvPr/>
        </p:nvGrpSpPr>
        <p:grpSpPr>
          <a:xfrm>
            <a:off x="-1324985" y="-1380118"/>
            <a:ext cx="14562675" cy="9567659"/>
            <a:chOff x="-2454454" y="-2127327"/>
            <a:chExt cx="16998570" cy="11294604"/>
          </a:xfrm>
        </p:grpSpPr>
        <p:grpSp>
          <p:nvGrpSpPr>
            <p:cNvPr id="3771" name="Google Shape;3771;p63"/>
            <p:cNvGrpSpPr/>
            <p:nvPr/>
          </p:nvGrpSpPr>
          <p:grpSpPr>
            <a:xfrm>
              <a:off x="-2454454" y="-79574"/>
              <a:ext cx="4706628" cy="7072003"/>
              <a:chOff x="-2354567" y="-296973"/>
              <a:chExt cx="4706628" cy="7072003"/>
            </a:xfrm>
          </p:grpSpPr>
          <p:sp>
            <p:nvSpPr>
              <p:cNvPr id="3772" name="Google Shape;3772;p63"/>
              <p:cNvSpPr/>
              <p:nvPr/>
            </p:nvSpPr>
            <p:spPr>
              <a:xfrm rot="2424151">
                <a:off x="-506706" y="2396253"/>
                <a:ext cx="1638300" cy="4368800"/>
              </a:xfrm>
              <a:prstGeom prst="roundRect">
                <a:avLst>
                  <a:gd fmla="val 50000" name="adj"/>
                </a:avLst>
              </a:prstGeom>
              <a:blipFill rotWithShape="1">
                <a:blip r:embed="rId3">
                  <a:alphaModFix/>
                </a:blip>
                <a:stretch>
                  <a:fillRect b="0" l="0" r="0" t="0"/>
                </a:stretch>
              </a:blipFill>
              <a:ln cap="flat" cmpd="sng" w="25400">
                <a:solidFill>
                  <a:srgbClr val="4271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73" name="Google Shape;3773;p63"/>
              <p:cNvSpPr/>
              <p:nvPr/>
            </p:nvSpPr>
            <p:spPr>
              <a:xfrm rot="2424151">
                <a:off x="-1134100" y="-286996"/>
                <a:ext cx="1638300" cy="4368800"/>
              </a:xfrm>
              <a:prstGeom prst="roundRect">
                <a:avLst>
                  <a:gd fmla="val 50000" name="adj"/>
                </a:avLst>
              </a:prstGeom>
              <a:blipFill rotWithShape="1">
                <a:blip r:embed="rId3">
                  <a:alphaModFix/>
                </a:blip>
                <a:stretch>
                  <a:fillRect b="0" l="0" r="0" t="0"/>
                </a:stretch>
              </a:blipFill>
              <a:ln cap="flat" cmpd="sng" w="25400">
                <a:solidFill>
                  <a:srgbClr val="4271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3774" name="Google Shape;3774;p63"/>
            <p:cNvGrpSpPr/>
            <p:nvPr/>
          </p:nvGrpSpPr>
          <p:grpSpPr>
            <a:xfrm>
              <a:off x="9727105" y="-2127327"/>
              <a:ext cx="4706628" cy="7072003"/>
              <a:chOff x="-2354567" y="-296973"/>
              <a:chExt cx="4706628" cy="7072003"/>
            </a:xfrm>
          </p:grpSpPr>
          <p:sp>
            <p:nvSpPr>
              <p:cNvPr id="3775" name="Google Shape;3775;p63"/>
              <p:cNvSpPr/>
              <p:nvPr/>
            </p:nvSpPr>
            <p:spPr>
              <a:xfrm rot="2424151">
                <a:off x="-506706" y="2396253"/>
                <a:ext cx="1638300" cy="4368800"/>
              </a:xfrm>
              <a:prstGeom prst="roundRect">
                <a:avLst>
                  <a:gd fmla="val 50000" name="adj"/>
                </a:avLst>
              </a:prstGeom>
              <a:blipFill rotWithShape="1">
                <a:blip r:embed="rId3">
                  <a:alphaModFix/>
                </a:blip>
                <a:stretch>
                  <a:fillRect b="0" l="0" r="0" t="0"/>
                </a:stretch>
              </a:blipFill>
              <a:ln cap="flat" cmpd="sng" w="25400">
                <a:solidFill>
                  <a:srgbClr val="4271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76" name="Google Shape;3776;p63"/>
              <p:cNvSpPr/>
              <p:nvPr/>
            </p:nvSpPr>
            <p:spPr>
              <a:xfrm rot="2424151">
                <a:off x="-1134100" y="-286996"/>
                <a:ext cx="1638300" cy="4368800"/>
              </a:xfrm>
              <a:prstGeom prst="roundRect">
                <a:avLst>
                  <a:gd fmla="val 50000" name="adj"/>
                </a:avLst>
              </a:prstGeom>
              <a:blipFill rotWithShape="1">
                <a:blip r:embed="rId3">
                  <a:alphaModFix/>
                </a:blip>
                <a:stretch>
                  <a:fillRect b="0" l="0" r="0" t="0"/>
                </a:stretch>
              </a:blipFill>
              <a:ln cap="flat" cmpd="sng" w="25400">
                <a:solidFill>
                  <a:srgbClr val="4271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3777" name="Google Shape;3777;p63"/>
            <p:cNvGrpSpPr/>
            <p:nvPr/>
          </p:nvGrpSpPr>
          <p:grpSpPr>
            <a:xfrm>
              <a:off x="1244158" y="-2115148"/>
              <a:ext cx="9505195" cy="4698981"/>
              <a:chOff x="1244428" y="-2117350"/>
              <a:chExt cx="9505195" cy="4698981"/>
            </a:xfrm>
          </p:grpSpPr>
          <p:sp>
            <p:nvSpPr>
              <p:cNvPr id="3778" name="Google Shape;3778;p63"/>
              <p:cNvSpPr/>
              <p:nvPr/>
            </p:nvSpPr>
            <p:spPr>
              <a:xfrm rot="2424151">
                <a:off x="2464895" y="-1797146"/>
                <a:ext cx="1638300" cy="4368800"/>
              </a:xfrm>
              <a:prstGeom prst="roundRect">
                <a:avLst>
                  <a:gd fmla="val 50000" name="adj"/>
                </a:avLst>
              </a:prstGeom>
              <a:blipFill rotWithShape="1">
                <a:blip r:embed="rId3">
                  <a:alphaModFix/>
                </a:blip>
                <a:stretch>
                  <a:fillRect b="0" l="0" r="0" t="0"/>
                </a:stretch>
              </a:blipFill>
              <a:ln cap="flat" cmpd="sng" w="25400">
                <a:solidFill>
                  <a:srgbClr val="4271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79" name="Google Shape;3779;p63"/>
              <p:cNvSpPr/>
              <p:nvPr/>
            </p:nvSpPr>
            <p:spPr>
              <a:xfrm rot="2424151">
                <a:off x="5330997" y="-2107373"/>
                <a:ext cx="1638300" cy="4368800"/>
              </a:xfrm>
              <a:prstGeom prst="roundRect">
                <a:avLst>
                  <a:gd fmla="val 50000" name="adj"/>
                </a:avLst>
              </a:prstGeom>
              <a:blipFill rotWithShape="1">
                <a:blip r:embed="rId3">
                  <a:alphaModFix/>
                </a:blip>
                <a:stretch>
                  <a:fillRect b="0" l="0" r="0" t="0"/>
                </a:stretch>
              </a:blipFill>
              <a:ln cap="flat" cmpd="sng" w="25400">
                <a:solidFill>
                  <a:srgbClr val="4271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80" name="Google Shape;3780;p63"/>
              <p:cNvSpPr/>
              <p:nvPr/>
            </p:nvSpPr>
            <p:spPr>
              <a:xfrm rot="2424151">
                <a:off x="7890856" y="-1953399"/>
                <a:ext cx="1638300" cy="4368800"/>
              </a:xfrm>
              <a:prstGeom prst="roundRect">
                <a:avLst>
                  <a:gd fmla="val 50000" name="adj"/>
                </a:avLst>
              </a:prstGeom>
              <a:blipFill rotWithShape="1">
                <a:blip r:embed="rId3">
                  <a:alphaModFix/>
                </a:blip>
                <a:stretch>
                  <a:fillRect b="0" l="0" r="0" t="0"/>
                </a:stretch>
              </a:blipFill>
              <a:ln cap="flat" cmpd="sng" w="25400">
                <a:solidFill>
                  <a:srgbClr val="4271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3781" name="Google Shape;3781;p63"/>
            <p:cNvGrpSpPr/>
            <p:nvPr/>
          </p:nvGrpSpPr>
          <p:grpSpPr>
            <a:xfrm>
              <a:off x="-382268" y="3985947"/>
              <a:ext cx="9505195" cy="4698981"/>
              <a:chOff x="1244428" y="-2117350"/>
              <a:chExt cx="9505195" cy="4698981"/>
            </a:xfrm>
          </p:grpSpPr>
          <p:sp>
            <p:nvSpPr>
              <p:cNvPr id="3782" name="Google Shape;3782;p63"/>
              <p:cNvSpPr/>
              <p:nvPr/>
            </p:nvSpPr>
            <p:spPr>
              <a:xfrm rot="2424151">
                <a:off x="2464895" y="-1797146"/>
                <a:ext cx="1638300" cy="4368800"/>
              </a:xfrm>
              <a:prstGeom prst="roundRect">
                <a:avLst>
                  <a:gd fmla="val 50000" name="adj"/>
                </a:avLst>
              </a:prstGeom>
              <a:blipFill rotWithShape="1">
                <a:blip r:embed="rId3">
                  <a:alphaModFix/>
                </a:blip>
                <a:stretch>
                  <a:fillRect b="0" l="0" r="0" t="0"/>
                </a:stretch>
              </a:blipFill>
              <a:ln cap="flat" cmpd="sng" w="25400">
                <a:solidFill>
                  <a:srgbClr val="4271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83" name="Google Shape;3783;p63"/>
              <p:cNvSpPr/>
              <p:nvPr/>
            </p:nvSpPr>
            <p:spPr>
              <a:xfrm rot="2424151">
                <a:off x="5330997" y="-2107373"/>
                <a:ext cx="1638300" cy="4368800"/>
              </a:xfrm>
              <a:prstGeom prst="roundRect">
                <a:avLst>
                  <a:gd fmla="val 50000" name="adj"/>
                </a:avLst>
              </a:prstGeom>
              <a:blipFill rotWithShape="1">
                <a:blip r:embed="rId3">
                  <a:alphaModFix/>
                </a:blip>
                <a:stretch>
                  <a:fillRect b="0" l="0" r="0" t="0"/>
                </a:stretch>
              </a:blipFill>
              <a:ln cap="flat" cmpd="sng" w="25400">
                <a:solidFill>
                  <a:srgbClr val="4271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84" name="Google Shape;3784;p63"/>
              <p:cNvSpPr/>
              <p:nvPr/>
            </p:nvSpPr>
            <p:spPr>
              <a:xfrm rot="2424151">
                <a:off x="7890856" y="-1953399"/>
                <a:ext cx="1638300" cy="4368800"/>
              </a:xfrm>
              <a:prstGeom prst="roundRect">
                <a:avLst>
                  <a:gd fmla="val 50000" name="adj"/>
                </a:avLst>
              </a:prstGeom>
              <a:blipFill rotWithShape="1">
                <a:blip r:embed="rId3">
                  <a:alphaModFix/>
                </a:blip>
                <a:stretch>
                  <a:fillRect b="0" l="0" r="0" t="0"/>
                </a:stretch>
              </a:blipFill>
              <a:ln cap="flat" cmpd="sng" w="25400">
                <a:solidFill>
                  <a:srgbClr val="4271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3785" name="Google Shape;3785;p63"/>
            <p:cNvGrpSpPr/>
            <p:nvPr/>
          </p:nvGrpSpPr>
          <p:grpSpPr>
            <a:xfrm>
              <a:off x="7345090" y="3985947"/>
              <a:ext cx="7199026" cy="5181330"/>
              <a:chOff x="7345090" y="3985947"/>
              <a:chExt cx="7199026" cy="5181330"/>
            </a:xfrm>
          </p:grpSpPr>
          <p:sp>
            <p:nvSpPr>
              <p:cNvPr id="3786" name="Google Shape;3786;p63"/>
              <p:cNvSpPr/>
              <p:nvPr/>
            </p:nvSpPr>
            <p:spPr>
              <a:xfrm rot="2424151">
                <a:off x="11685349" y="3995924"/>
                <a:ext cx="1638300" cy="4368800"/>
              </a:xfrm>
              <a:prstGeom prst="roundRect">
                <a:avLst>
                  <a:gd fmla="val 50000" name="adj"/>
                </a:avLst>
              </a:prstGeom>
              <a:blipFill rotWithShape="1">
                <a:blip r:embed="rId3">
                  <a:alphaModFix/>
                </a:blip>
                <a:stretch>
                  <a:fillRect b="0" l="0" r="0" t="0"/>
                </a:stretch>
              </a:blipFill>
              <a:ln cap="flat" cmpd="sng" w="25400">
                <a:solidFill>
                  <a:srgbClr val="4271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87" name="Google Shape;3787;p63"/>
              <p:cNvSpPr/>
              <p:nvPr/>
            </p:nvSpPr>
            <p:spPr>
              <a:xfrm rot="2424151">
                <a:off x="8565557" y="4788500"/>
                <a:ext cx="1638300" cy="4368800"/>
              </a:xfrm>
              <a:prstGeom prst="roundRect">
                <a:avLst>
                  <a:gd fmla="val 50000" name="adj"/>
                </a:avLst>
              </a:prstGeom>
              <a:blipFill rotWithShape="1">
                <a:blip r:embed="rId3">
                  <a:alphaModFix/>
                </a:blip>
                <a:stretch>
                  <a:fillRect b="0" l="0" r="0" t="0"/>
                </a:stretch>
              </a:blipFill>
              <a:ln cap="flat" cmpd="sng" w="25400">
                <a:solidFill>
                  <a:srgbClr val="4271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spTree>
  </p:cSld>
  <p:clrMapOvr>
    <a:masterClrMapping/>
  </p:clrMapOvr>
  <mc:AlternateContent>
    <mc:Choice Requires="p14">
      <p:transition spd="slow" p14:dur="3400">
        <p14:reveal dir="l"/>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2022-10-31T23:16:04Z</dcterms:created>
  <dc:creator>user</dc:creator>
</cp:coreProperties>
</file>